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ags/tag1.xml" ContentType="application/vnd.openxmlformats-officedocument.presentationml.tags+xml"/>
  <Override PartName="/ppt/notesSlides/notesSlide1.xml" ContentType="application/vnd.openxmlformats-officedocument.presentationml.notesSlide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notesSlides/notesSlide2.xml" ContentType="application/vnd.openxmlformats-officedocument.presentationml.notesSlide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 bookmarkIdSeed="3">
  <p:sldMasterIdLst>
    <p:sldMasterId id="2147483678" r:id="rId4"/>
    <p:sldMasterId id="2147483720" r:id="rId5"/>
  </p:sldMasterIdLst>
  <p:notesMasterIdLst>
    <p:notesMasterId r:id="rId20"/>
  </p:notesMasterIdLst>
  <p:handoutMasterIdLst>
    <p:handoutMasterId r:id="rId21"/>
  </p:handoutMasterIdLst>
  <p:sldIdLst>
    <p:sldId id="339" r:id="rId6"/>
    <p:sldId id="1329" r:id="rId7"/>
    <p:sldId id="260" r:id="rId8"/>
    <p:sldId id="752" r:id="rId9"/>
    <p:sldId id="1330" r:id="rId10"/>
    <p:sldId id="1334" r:id="rId11"/>
    <p:sldId id="1331" r:id="rId12"/>
    <p:sldId id="1335" r:id="rId13"/>
    <p:sldId id="1337" r:id="rId14"/>
    <p:sldId id="1332" r:id="rId15"/>
    <p:sldId id="1338" r:id="rId16"/>
    <p:sldId id="1339" r:id="rId17"/>
    <p:sldId id="1333" r:id="rId18"/>
    <p:sldId id="368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eshav Pareek" initials="KP" lastIdx="2" clrIdx="0">
    <p:extLst>
      <p:ext uri="{19B8F6BF-5375-455C-9EA6-DF929625EA0E}">
        <p15:presenceInfo xmlns:p15="http://schemas.microsoft.com/office/powerpoint/2012/main" userId="S::keshav.pareek@alepo.com::3037c2a5-5507-480b-9484-e2bc49cfc6dc" providerId="AD"/>
      </p:ext>
    </p:extLst>
  </p:cmAuthor>
  <p:cmAuthor id="2" name="Soumita Sengupta" initials="SS" lastIdx="1" clrIdx="1">
    <p:extLst>
      <p:ext uri="{19B8F6BF-5375-455C-9EA6-DF929625EA0E}">
        <p15:presenceInfo xmlns:p15="http://schemas.microsoft.com/office/powerpoint/2012/main" userId="S::Soumita.Sengupta@alepo.com::4afa6ce1-cb01-46c2-8538-4650222f0c96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D6188"/>
    <a:srgbClr val="18C0FF"/>
    <a:srgbClr val="FFFFFF"/>
    <a:srgbClr val="FF3D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75F669D-74BC-4232-91C4-0841C4359CB3}" v="4" dt="2021-09-08T11:42:16.23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113A9D2-9D6B-4929-AA2D-F23B5EE8CBE7}" styleName="Themed Style 2 - Accent 1">
    <a:tblBg>
      <a:fillRef idx="3">
        <a:schemeClr val="accent1"/>
      </a:fillRef>
      <a:effectRef idx="3">
        <a:schemeClr val="accent1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1">
                <a:tint val="50000"/>
              </a:schemeClr>
            </a:lnRef>
          </a:left>
          <a:right>
            <a:lnRef idx="1">
              <a:schemeClr val="accent1">
                <a:tint val="50000"/>
              </a:schemeClr>
            </a:lnRef>
          </a:right>
          <a:top>
            <a:lnRef idx="1">
              <a:schemeClr val="accent1">
                <a:tint val="50000"/>
              </a:schemeClr>
            </a:lnRef>
          </a:top>
          <a:bottom>
            <a:lnRef idx="1">
              <a:schemeClr val="accent1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E269D01E-BC32-4049-B463-5C60D7B0CCD2}" styleName="Themed Style 2 - Accent 4">
    <a:tblBg>
      <a:fillRef idx="3">
        <a:schemeClr val="accent4"/>
      </a:fillRef>
      <a:effectRef idx="3">
        <a:schemeClr val="accent4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4">
                <a:tint val="50000"/>
              </a:schemeClr>
            </a:lnRef>
          </a:left>
          <a:right>
            <a:lnRef idx="1">
              <a:schemeClr val="accent4">
                <a:tint val="50000"/>
              </a:schemeClr>
            </a:lnRef>
          </a:right>
          <a:top>
            <a:lnRef idx="1">
              <a:schemeClr val="accent4">
                <a:tint val="50000"/>
              </a:schemeClr>
            </a:lnRef>
          </a:top>
          <a:bottom>
            <a:lnRef idx="1">
              <a:schemeClr val="accent4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ED083AE6-46FA-4A59-8FB0-9F97EB10719F}" styleName="Light Style 3 - Accent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34" autoAdjust="0"/>
    <p:restoredTop sz="87584" autoAdjust="0"/>
  </p:normalViewPr>
  <p:slideViewPr>
    <p:cSldViewPr snapToGrid="0" snapToObjects="1">
      <p:cViewPr varScale="1">
        <p:scale>
          <a:sx n="58" d="100"/>
          <a:sy n="58" d="100"/>
        </p:scale>
        <p:origin x="1000" y="28"/>
      </p:cViewPr>
      <p:guideLst/>
    </p:cSldViewPr>
  </p:slideViewPr>
  <p:outlineViewPr>
    <p:cViewPr>
      <p:scale>
        <a:sx n="33" d="100"/>
        <a:sy n="33" d="100"/>
      </p:scale>
      <p:origin x="0" y="-66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 snapToObjects="1">
      <p:cViewPr varScale="1">
        <p:scale>
          <a:sx n="51" d="100"/>
          <a:sy n="51" d="100"/>
        </p:scale>
        <p:origin x="2692" y="2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commentAuthors" Target="commentAuthors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umita Sengupta" userId="4afa6ce1-cb01-46c2-8538-4650222f0c96" providerId="ADAL" clId="{E312D671-FF45-4138-89B8-BF1BA535CB03}"/>
    <pc:docChg chg="undo custSel addSld delSld modSld sldOrd">
      <pc:chgData name="Soumita Sengupta" userId="4afa6ce1-cb01-46c2-8538-4650222f0c96" providerId="ADAL" clId="{E312D671-FF45-4138-89B8-BF1BA535CB03}" dt="2021-06-08T10:21:09.048" v="1430" actId="20577"/>
      <pc:docMkLst>
        <pc:docMk/>
      </pc:docMkLst>
      <pc:sldChg chg="modSp add mod">
        <pc:chgData name="Soumita Sengupta" userId="4afa6ce1-cb01-46c2-8538-4650222f0c96" providerId="ADAL" clId="{E312D671-FF45-4138-89B8-BF1BA535CB03}" dt="2021-06-04T11:29:19.598" v="146" actId="1076"/>
        <pc:sldMkLst>
          <pc:docMk/>
          <pc:sldMk cId="1912468287" sldId="260"/>
        </pc:sldMkLst>
        <pc:spChg chg="mod">
          <ac:chgData name="Soumita Sengupta" userId="4afa6ce1-cb01-46c2-8538-4650222f0c96" providerId="ADAL" clId="{E312D671-FF45-4138-89B8-BF1BA535CB03}" dt="2021-06-04T11:29:14.266" v="145" actId="688"/>
          <ac:spMkLst>
            <pc:docMk/>
            <pc:sldMk cId="1912468287" sldId="260"/>
            <ac:spMk id="4" creationId="{00000000-0000-0000-0000-000000000000}"/>
          </ac:spMkLst>
        </pc:spChg>
        <pc:spChg chg="mod">
          <ac:chgData name="Soumita Sengupta" userId="4afa6ce1-cb01-46c2-8538-4650222f0c96" providerId="ADAL" clId="{E312D671-FF45-4138-89B8-BF1BA535CB03}" dt="2021-06-04T11:28:39.185" v="136" actId="1076"/>
          <ac:spMkLst>
            <pc:docMk/>
            <pc:sldMk cId="1912468287" sldId="260"/>
            <ac:spMk id="5" creationId="{00000000-0000-0000-0000-000000000000}"/>
          </ac:spMkLst>
        </pc:spChg>
        <pc:spChg chg="mod">
          <ac:chgData name="Soumita Sengupta" userId="4afa6ce1-cb01-46c2-8538-4650222f0c96" providerId="ADAL" clId="{E312D671-FF45-4138-89B8-BF1BA535CB03}" dt="2021-06-04T11:29:19.598" v="146" actId="1076"/>
          <ac:spMkLst>
            <pc:docMk/>
            <pc:sldMk cId="1912468287" sldId="260"/>
            <ac:spMk id="6" creationId="{00000000-0000-0000-0000-000000000000}"/>
          </ac:spMkLst>
        </pc:spChg>
      </pc:sldChg>
      <pc:sldChg chg="modSp add mod">
        <pc:chgData name="Soumita Sengupta" userId="4afa6ce1-cb01-46c2-8538-4650222f0c96" providerId="ADAL" clId="{E312D671-FF45-4138-89B8-BF1BA535CB03}" dt="2021-06-04T11:29:47.678" v="186" actId="207"/>
        <pc:sldMkLst>
          <pc:docMk/>
          <pc:sldMk cId="1212641514" sldId="881"/>
        </pc:sldMkLst>
        <pc:spChg chg="mod">
          <ac:chgData name="Soumita Sengupta" userId="4afa6ce1-cb01-46c2-8538-4650222f0c96" providerId="ADAL" clId="{E312D671-FF45-4138-89B8-BF1BA535CB03}" dt="2021-06-04T11:23:45.466" v="95" actId="255"/>
          <ac:spMkLst>
            <pc:docMk/>
            <pc:sldMk cId="1212641514" sldId="881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29:47.678" v="186" actId="207"/>
          <ac:spMkLst>
            <pc:docMk/>
            <pc:sldMk cId="1212641514" sldId="881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29:47.678" v="186" actId="207"/>
          <ac:spMkLst>
            <pc:docMk/>
            <pc:sldMk cId="1212641514" sldId="881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4T11:29:36.708" v="168" actId="207"/>
        <pc:sldMkLst>
          <pc:docMk/>
          <pc:sldMk cId="1491434200" sldId="882"/>
        </pc:sldMkLst>
        <pc:spChg chg="mod">
          <ac:chgData name="Soumita Sengupta" userId="4afa6ce1-cb01-46c2-8538-4650222f0c96" providerId="ADAL" clId="{E312D671-FF45-4138-89B8-BF1BA535CB03}" dt="2021-06-04T11:29:25.787" v="147" actId="14100"/>
          <ac:spMkLst>
            <pc:docMk/>
            <pc:sldMk cId="1491434200" sldId="882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29:36.708" v="168" actId="207"/>
          <ac:spMkLst>
            <pc:docMk/>
            <pc:sldMk cId="1491434200" sldId="882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29:36.708" v="168" actId="207"/>
          <ac:spMkLst>
            <pc:docMk/>
            <pc:sldMk cId="1491434200" sldId="882"/>
            <ac:spMk id="5" creationId="{BA7C92A5-213E-4745-87BD-2CBA254A5FD1}"/>
          </ac:spMkLst>
        </pc:spChg>
      </pc:sldChg>
      <pc:sldChg chg="addSp delSp modSp add mod">
        <pc:chgData name="Soumita Sengupta" userId="4afa6ce1-cb01-46c2-8538-4650222f0c96" providerId="ADAL" clId="{E312D671-FF45-4138-89B8-BF1BA535CB03}" dt="2021-06-07T09:04:08.865" v="1098" actId="14100"/>
        <pc:sldMkLst>
          <pc:docMk/>
          <pc:sldMk cId="3274614110" sldId="883"/>
        </pc:sldMkLst>
        <pc:spChg chg="del">
          <ac:chgData name="Soumita Sengupta" userId="4afa6ce1-cb01-46c2-8538-4650222f0c96" providerId="ADAL" clId="{E312D671-FF45-4138-89B8-BF1BA535CB03}" dt="2021-06-04T11:05:55.996" v="21" actId="478"/>
          <ac:spMkLst>
            <pc:docMk/>
            <pc:sldMk cId="3274614110" sldId="883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0:01.901" v="216" actId="207"/>
          <ac:spMkLst>
            <pc:docMk/>
            <pc:sldMk cId="3274614110" sldId="883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0:01.901" v="216" actId="207"/>
          <ac:spMkLst>
            <pc:docMk/>
            <pc:sldMk cId="3274614110" sldId="883"/>
            <ac:spMk id="5" creationId="{BA7C92A5-213E-4745-87BD-2CBA254A5FD1}"/>
          </ac:spMkLst>
        </pc:spChg>
        <pc:picChg chg="del">
          <ac:chgData name="Soumita Sengupta" userId="4afa6ce1-cb01-46c2-8538-4650222f0c96" providerId="ADAL" clId="{E312D671-FF45-4138-89B8-BF1BA535CB03}" dt="2021-06-07T09:02:04.189" v="1090" actId="478"/>
          <ac:picMkLst>
            <pc:docMk/>
            <pc:sldMk cId="3274614110" sldId="883"/>
            <ac:picMk id="6" creationId="{C1626556-FF5A-4454-B82F-3D4C54B0C27F}"/>
          </ac:picMkLst>
        </pc:picChg>
        <pc:picChg chg="add mod">
          <ac:chgData name="Soumita Sengupta" userId="4afa6ce1-cb01-46c2-8538-4650222f0c96" providerId="ADAL" clId="{E312D671-FF45-4138-89B8-BF1BA535CB03}" dt="2021-06-07T09:04:08.865" v="1098" actId="14100"/>
          <ac:picMkLst>
            <pc:docMk/>
            <pc:sldMk cId="3274614110" sldId="883"/>
            <ac:picMk id="7" creationId="{2387C099-5F2E-421C-9965-D2F6476B8A8D}"/>
          </ac:picMkLst>
        </pc:picChg>
      </pc:sldChg>
      <pc:sldChg chg="modSp add mod">
        <pc:chgData name="Soumita Sengupta" userId="4afa6ce1-cb01-46c2-8538-4650222f0c96" providerId="ADAL" clId="{E312D671-FF45-4138-89B8-BF1BA535CB03}" dt="2021-06-08T10:21:09.048" v="1430" actId="20577"/>
        <pc:sldMkLst>
          <pc:docMk/>
          <pc:sldMk cId="2860083836" sldId="884"/>
        </pc:sldMkLst>
        <pc:spChg chg="mod">
          <ac:chgData name="Soumita Sengupta" userId="4afa6ce1-cb01-46c2-8538-4650222f0c96" providerId="ADAL" clId="{E312D671-FF45-4138-89B8-BF1BA535CB03}" dt="2021-06-08T10:21:09.048" v="1430" actId="20577"/>
          <ac:spMkLst>
            <pc:docMk/>
            <pc:sldMk cId="2860083836" sldId="884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0:41.256" v="240" actId="207"/>
          <ac:spMkLst>
            <pc:docMk/>
            <pc:sldMk cId="2860083836" sldId="884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0:41.256" v="240" actId="207"/>
          <ac:spMkLst>
            <pc:docMk/>
            <pc:sldMk cId="2860083836" sldId="884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4T11:31:18.646" v="259" actId="207"/>
        <pc:sldMkLst>
          <pc:docMk/>
          <pc:sldMk cId="1217453013" sldId="885"/>
        </pc:sldMkLst>
        <pc:spChg chg="mod">
          <ac:chgData name="Soumita Sengupta" userId="4afa6ce1-cb01-46c2-8538-4650222f0c96" providerId="ADAL" clId="{E312D671-FF45-4138-89B8-BF1BA535CB03}" dt="2021-06-04T11:24:06.278" v="98" actId="255"/>
          <ac:spMkLst>
            <pc:docMk/>
            <pc:sldMk cId="1217453013" sldId="885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1:18.646" v="259" actId="207"/>
          <ac:spMkLst>
            <pc:docMk/>
            <pc:sldMk cId="1217453013" sldId="885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1:18.646" v="259" actId="207"/>
          <ac:spMkLst>
            <pc:docMk/>
            <pc:sldMk cId="1217453013" sldId="885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4T11:31:29.643" v="289" actId="207"/>
        <pc:sldMkLst>
          <pc:docMk/>
          <pc:sldMk cId="864205736" sldId="886"/>
        </pc:sldMkLst>
        <pc:spChg chg="mod">
          <ac:chgData name="Soumita Sengupta" userId="4afa6ce1-cb01-46c2-8538-4650222f0c96" providerId="ADAL" clId="{E312D671-FF45-4138-89B8-BF1BA535CB03}" dt="2021-06-04T11:24:13.498" v="100" actId="27636"/>
          <ac:spMkLst>
            <pc:docMk/>
            <pc:sldMk cId="864205736" sldId="886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1:29.643" v="289" actId="207"/>
          <ac:spMkLst>
            <pc:docMk/>
            <pc:sldMk cId="864205736" sldId="886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1:29.643" v="289" actId="207"/>
          <ac:spMkLst>
            <pc:docMk/>
            <pc:sldMk cId="864205736" sldId="886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4T11:31:38.928" v="311" actId="207"/>
        <pc:sldMkLst>
          <pc:docMk/>
          <pc:sldMk cId="3930354458" sldId="887"/>
        </pc:sldMkLst>
        <pc:spChg chg="mod">
          <ac:chgData name="Soumita Sengupta" userId="4afa6ce1-cb01-46c2-8538-4650222f0c96" providerId="ADAL" clId="{E312D671-FF45-4138-89B8-BF1BA535CB03}" dt="2021-06-04T11:24:19.398" v="101" actId="255"/>
          <ac:spMkLst>
            <pc:docMk/>
            <pc:sldMk cId="3930354458" sldId="887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1:38.928" v="311" actId="207"/>
          <ac:spMkLst>
            <pc:docMk/>
            <pc:sldMk cId="3930354458" sldId="887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1:38.928" v="311" actId="207"/>
          <ac:spMkLst>
            <pc:docMk/>
            <pc:sldMk cId="3930354458" sldId="887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4T11:32:01.092" v="359" actId="207"/>
        <pc:sldMkLst>
          <pc:docMk/>
          <pc:sldMk cId="3369415015" sldId="888"/>
        </pc:sldMkLst>
        <pc:spChg chg="mod">
          <ac:chgData name="Soumita Sengupta" userId="4afa6ce1-cb01-46c2-8538-4650222f0c96" providerId="ADAL" clId="{E312D671-FF45-4138-89B8-BF1BA535CB03}" dt="2021-06-04T11:24:34.489" v="103" actId="255"/>
          <ac:spMkLst>
            <pc:docMk/>
            <pc:sldMk cId="3369415015" sldId="888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2:01.092" v="359" actId="207"/>
          <ac:spMkLst>
            <pc:docMk/>
            <pc:sldMk cId="3369415015" sldId="888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2:01.092" v="359" actId="207"/>
          <ac:spMkLst>
            <pc:docMk/>
            <pc:sldMk cId="3369415015" sldId="888"/>
            <ac:spMk id="5" creationId="{BA7C92A5-213E-4745-87BD-2CBA254A5FD1}"/>
          </ac:spMkLst>
        </pc:spChg>
        <pc:picChg chg="mod">
          <ac:chgData name="Soumita Sengupta" userId="4afa6ce1-cb01-46c2-8538-4650222f0c96" providerId="ADAL" clId="{E312D671-FF45-4138-89B8-BF1BA535CB03}" dt="2021-06-04T11:31:52.315" v="336" actId="1076"/>
          <ac:picMkLst>
            <pc:docMk/>
            <pc:sldMk cId="3369415015" sldId="888"/>
            <ac:picMk id="6" creationId="{C8729B84-5E4D-4D4B-A018-8EE2052C1CF7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1:47.909" v="335" actId="207"/>
        <pc:sldMkLst>
          <pc:docMk/>
          <pc:sldMk cId="1235970176" sldId="889"/>
        </pc:sldMkLst>
        <pc:spChg chg="mod">
          <ac:chgData name="Soumita Sengupta" userId="4afa6ce1-cb01-46c2-8538-4650222f0c96" providerId="ADAL" clId="{E312D671-FF45-4138-89B8-BF1BA535CB03}" dt="2021-06-04T11:24:27.122" v="102" actId="255"/>
          <ac:spMkLst>
            <pc:docMk/>
            <pc:sldMk cId="1235970176" sldId="889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1:47.909" v="335" actId="207"/>
          <ac:spMkLst>
            <pc:docMk/>
            <pc:sldMk cId="1235970176" sldId="889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1:47.909" v="335" actId="207"/>
          <ac:spMkLst>
            <pc:docMk/>
            <pc:sldMk cId="1235970176" sldId="889"/>
            <ac:spMk id="5" creationId="{BA7C92A5-213E-4745-87BD-2CBA254A5FD1}"/>
          </ac:spMkLst>
        </pc:spChg>
      </pc:sldChg>
      <pc:sldChg chg="addSp delSp modSp add mod">
        <pc:chgData name="Soumita Sengupta" userId="4afa6ce1-cb01-46c2-8538-4650222f0c96" providerId="ADAL" clId="{E312D671-FF45-4138-89B8-BF1BA535CB03}" dt="2021-06-07T09:03:21.357" v="1097" actId="1076"/>
        <pc:sldMkLst>
          <pc:docMk/>
          <pc:sldMk cId="2775940916" sldId="890"/>
        </pc:sldMkLst>
        <pc:spChg chg="mod">
          <ac:chgData name="Soumita Sengupta" userId="4afa6ce1-cb01-46c2-8538-4650222f0c96" providerId="ADAL" clId="{E312D671-FF45-4138-89B8-BF1BA535CB03}" dt="2021-06-07T08:38:51.186" v="1089" actId="1076"/>
          <ac:spMkLst>
            <pc:docMk/>
            <pc:sldMk cId="2775940916" sldId="890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2:12.128" v="378" actId="207"/>
          <ac:spMkLst>
            <pc:docMk/>
            <pc:sldMk cId="2775940916" sldId="890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2:12.128" v="378" actId="207"/>
          <ac:spMkLst>
            <pc:docMk/>
            <pc:sldMk cId="2775940916" sldId="890"/>
            <ac:spMk id="5" creationId="{BA7C92A5-213E-4745-87BD-2CBA254A5FD1}"/>
          </ac:spMkLst>
        </pc:spChg>
        <pc:picChg chg="del">
          <ac:chgData name="Soumita Sengupta" userId="4afa6ce1-cb01-46c2-8538-4650222f0c96" providerId="ADAL" clId="{E312D671-FF45-4138-89B8-BF1BA535CB03}" dt="2021-06-07T08:36:10.128" v="956" actId="478"/>
          <ac:picMkLst>
            <pc:docMk/>
            <pc:sldMk cId="2775940916" sldId="890"/>
            <ac:picMk id="7" creationId="{9A8C2B5C-C698-4E39-A7B6-C29ED4E9E232}"/>
          </ac:picMkLst>
        </pc:picChg>
        <pc:picChg chg="add mod">
          <ac:chgData name="Soumita Sengupta" userId="4afa6ce1-cb01-46c2-8538-4650222f0c96" providerId="ADAL" clId="{E312D671-FF45-4138-89B8-BF1BA535CB03}" dt="2021-06-07T09:03:21.357" v="1097" actId="1076"/>
          <ac:picMkLst>
            <pc:docMk/>
            <pc:sldMk cId="2775940916" sldId="890"/>
            <ac:picMk id="8" creationId="{1EF1512B-D995-48FB-AF9A-023A88D69640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2:22.669" v="395" actId="207"/>
        <pc:sldMkLst>
          <pc:docMk/>
          <pc:sldMk cId="1653010389" sldId="891"/>
        </pc:sldMkLst>
        <pc:spChg chg="mod">
          <ac:chgData name="Soumita Sengupta" userId="4afa6ce1-cb01-46c2-8538-4650222f0c96" providerId="ADAL" clId="{E312D671-FF45-4138-89B8-BF1BA535CB03}" dt="2021-06-04T11:24:48.450" v="105" actId="255"/>
          <ac:spMkLst>
            <pc:docMk/>
            <pc:sldMk cId="1653010389" sldId="891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2:22.669" v="395" actId="207"/>
          <ac:spMkLst>
            <pc:docMk/>
            <pc:sldMk cId="1653010389" sldId="891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2:22.669" v="395" actId="207"/>
          <ac:spMkLst>
            <pc:docMk/>
            <pc:sldMk cId="1653010389" sldId="891"/>
            <ac:spMk id="5" creationId="{BA7C92A5-213E-4745-87BD-2CBA254A5FD1}"/>
          </ac:spMkLst>
        </pc:spChg>
      </pc:sldChg>
      <pc:sldChg chg="modSp add mod">
        <pc:chgData name="Soumita Sengupta" userId="4afa6ce1-cb01-46c2-8538-4650222f0c96" providerId="ADAL" clId="{E312D671-FF45-4138-89B8-BF1BA535CB03}" dt="2021-06-07T08:38:35.223" v="1087" actId="1076"/>
        <pc:sldMkLst>
          <pc:docMk/>
          <pc:sldMk cId="1390551958" sldId="892"/>
        </pc:sldMkLst>
        <pc:spChg chg="mod">
          <ac:chgData name="Soumita Sengupta" userId="4afa6ce1-cb01-46c2-8538-4650222f0c96" providerId="ADAL" clId="{E312D671-FF45-4138-89B8-BF1BA535CB03}" dt="2021-06-04T11:32:47.164" v="421" actId="14100"/>
          <ac:spMkLst>
            <pc:docMk/>
            <pc:sldMk cId="1390551958" sldId="892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2:55.571" v="443" actId="1035"/>
          <ac:spMkLst>
            <pc:docMk/>
            <pc:sldMk cId="1390551958" sldId="892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2:55.571" v="443" actId="1035"/>
          <ac:spMkLst>
            <pc:docMk/>
            <pc:sldMk cId="1390551958" sldId="892"/>
            <ac:spMk id="5" creationId="{BA7C92A5-213E-4745-87BD-2CBA254A5FD1}"/>
          </ac:spMkLst>
        </pc:spChg>
        <pc:graphicFrameChg chg="mod modGraphic">
          <ac:chgData name="Soumita Sengupta" userId="4afa6ce1-cb01-46c2-8538-4650222f0c96" providerId="ADAL" clId="{E312D671-FF45-4138-89B8-BF1BA535CB03}" dt="2021-06-07T08:38:35.223" v="1087" actId="1076"/>
          <ac:graphicFrameMkLst>
            <pc:docMk/>
            <pc:sldMk cId="1390551958" sldId="892"/>
            <ac:graphicFrameMk id="6" creationId="{193B423A-5E51-4431-A771-C1BF2FE92127}"/>
          </ac:graphicFrameMkLst>
        </pc:graphicFrameChg>
      </pc:sldChg>
      <pc:sldChg chg="modSp add mod">
        <pc:chgData name="Soumita Sengupta" userId="4afa6ce1-cb01-46c2-8538-4650222f0c96" providerId="ADAL" clId="{E312D671-FF45-4138-89B8-BF1BA535CB03}" dt="2021-06-04T11:32:36" v="420" actId="207"/>
        <pc:sldMkLst>
          <pc:docMk/>
          <pc:sldMk cId="744508730" sldId="893"/>
        </pc:sldMkLst>
        <pc:spChg chg="mod">
          <ac:chgData name="Soumita Sengupta" userId="4afa6ce1-cb01-46c2-8538-4650222f0c96" providerId="ADAL" clId="{E312D671-FF45-4138-89B8-BF1BA535CB03}" dt="2021-06-04T11:24:56.355" v="106" actId="255"/>
          <ac:spMkLst>
            <pc:docMk/>
            <pc:sldMk cId="744508730" sldId="893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2:36" v="420" actId="207"/>
          <ac:spMkLst>
            <pc:docMk/>
            <pc:sldMk cId="744508730" sldId="893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2:36" v="420" actId="207"/>
          <ac:spMkLst>
            <pc:docMk/>
            <pc:sldMk cId="744508730" sldId="893"/>
            <ac:spMk id="5" creationId="{BA7C92A5-213E-4745-87BD-2CBA254A5FD1}"/>
          </ac:spMkLst>
        </pc:spChg>
        <pc:picChg chg="mod">
          <ac:chgData name="Soumita Sengupta" userId="4afa6ce1-cb01-46c2-8538-4650222f0c96" providerId="ADAL" clId="{E312D671-FF45-4138-89B8-BF1BA535CB03}" dt="2021-06-04T11:32:26.584" v="396" actId="1076"/>
          <ac:picMkLst>
            <pc:docMk/>
            <pc:sldMk cId="744508730" sldId="893"/>
            <ac:picMk id="6" creationId="{3D96E806-0ADC-4420-931A-2FAEC8E799C6}"/>
          </ac:picMkLst>
        </pc:picChg>
      </pc:sldChg>
      <pc:sldChg chg="addSp delSp modSp add mod">
        <pc:chgData name="Soumita Sengupta" userId="4afa6ce1-cb01-46c2-8538-4650222f0c96" providerId="ADAL" clId="{E312D671-FF45-4138-89B8-BF1BA535CB03}" dt="2021-06-07T08:32:06.405" v="955" actId="20577"/>
        <pc:sldMkLst>
          <pc:docMk/>
          <pc:sldMk cId="3073096925" sldId="894"/>
        </pc:sldMkLst>
        <pc:spChg chg="mod">
          <ac:chgData name="Soumita Sengupta" userId="4afa6ce1-cb01-46c2-8538-4650222f0c96" providerId="ADAL" clId="{E312D671-FF45-4138-89B8-BF1BA535CB03}" dt="2021-06-07T08:32:06.405" v="955" actId="20577"/>
          <ac:spMkLst>
            <pc:docMk/>
            <pc:sldMk cId="3073096925" sldId="894"/>
            <ac:spMk id="2" creationId="{CC29CD5A-DA29-4205-87DF-11C938A1CD53}"/>
          </ac:spMkLst>
        </pc:spChg>
        <pc:spChg chg="mod">
          <ac:chgData name="Soumita Sengupta" userId="4afa6ce1-cb01-46c2-8538-4650222f0c96" providerId="ADAL" clId="{E312D671-FF45-4138-89B8-BF1BA535CB03}" dt="2021-06-04T11:25:22.724" v="110" actId="255"/>
          <ac:spMkLst>
            <pc:docMk/>
            <pc:sldMk cId="3073096925" sldId="894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4:36.261" v="463" actId="207"/>
          <ac:spMkLst>
            <pc:docMk/>
            <pc:sldMk cId="3073096925" sldId="894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4:36.261" v="463" actId="207"/>
          <ac:spMkLst>
            <pc:docMk/>
            <pc:sldMk cId="3073096925" sldId="894"/>
            <ac:spMk id="5" creationId="{BA7C92A5-213E-4745-87BD-2CBA254A5FD1}"/>
          </ac:spMkLst>
        </pc:spChg>
        <pc:picChg chg="add mod">
          <ac:chgData name="Soumita Sengupta" userId="4afa6ce1-cb01-46c2-8538-4650222f0c96" providerId="ADAL" clId="{E312D671-FF45-4138-89B8-BF1BA535CB03}" dt="2021-06-07T08:31:56.986" v="951" actId="208"/>
          <ac:picMkLst>
            <pc:docMk/>
            <pc:sldMk cId="3073096925" sldId="894"/>
            <ac:picMk id="7" creationId="{6E56EEC7-6B92-47D3-ADC6-78D5E56BB2B9}"/>
          </ac:picMkLst>
        </pc:picChg>
        <pc:picChg chg="del mod">
          <ac:chgData name="Soumita Sengupta" userId="4afa6ce1-cb01-46c2-8538-4650222f0c96" providerId="ADAL" clId="{E312D671-FF45-4138-89B8-BF1BA535CB03}" dt="2021-06-07T08:31:41.665" v="946" actId="478"/>
          <ac:picMkLst>
            <pc:docMk/>
            <pc:sldMk cId="3073096925" sldId="894"/>
            <ac:picMk id="8" creationId="{A18BC642-C4ED-423B-A428-05B4F5AE4FBA}"/>
          </ac:picMkLst>
        </pc:picChg>
      </pc:sldChg>
      <pc:sldChg chg="modSp add mod">
        <pc:chgData name="Soumita Sengupta" userId="4afa6ce1-cb01-46c2-8538-4650222f0c96" providerId="ADAL" clId="{E312D671-FF45-4138-89B8-BF1BA535CB03}" dt="2021-06-07T08:21:12.196" v="917" actId="20577"/>
        <pc:sldMkLst>
          <pc:docMk/>
          <pc:sldMk cId="1291504349" sldId="895"/>
        </pc:sldMkLst>
        <pc:spChg chg="mod">
          <ac:chgData name="Soumita Sengupta" userId="4afa6ce1-cb01-46c2-8538-4650222f0c96" providerId="ADAL" clId="{E312D671-FF45-4138-89B8-BF1BA535CB03}" dt="2021-06-07T08:21:12.196" v="917" actId="20577"/>
          <ac:spMkLst>
            <pc:docMk/>
            <pc:sldMk cId="1291504349" sldId="895"/>
            <ac:spMk id="2" creationId="{CC29CD5A-DA29-4205-87DF-11C938A1CD53}"/>
          </ac:spMkLst>
        </pc:spChg>
        <pc:spChg chg="mod">
          <ac:chgData name="Soumita Sengupta" userId="4afa6ce1-cb01-46c2-8538-4650222f0c96" providerId="ADAL" clId="{E312D671-FF45-4138-89B8-BF1BA535CB03}" dt="2021-06-04T11:25:30.632" v="111" actId="255"/>
          <ac:spMkLst>
            <pc:docMk/>
            <pc:sldMk cId="1291504349" sldId="895"/>
            <ac:spMk id="3" creationId="{8EBF43EF-2B07-47F5-8581-BE0EFCEC3059}"/>
          </ac:spMkLst>
        </pc:spChg>
        <pc:spChg chg="mod">
          <ac:chgData name="Soumita Sengupta" userId="4afa6ce1-cb01-46c2-8538-4650222f0c96" providerId="ADAL" clId="{E312D671-FF45-4138-89B8-BF1BA535CB03}" dt="2021-06-04T11:34:51.483" v="510" actId="207"/>
          <ac:spMkLst>
            <pc:docMk/>
            <pc:sldMk cId="1291504349" sldId="895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4:51.483" v="510" actId="207"/>
          <ac:spMkLst>
            <pc:docMk/>
            <pc:sldMk cId="1291504349" sldId="895"/>
            <ac:spMk id="5" creationId="{BA7C92A5-213E-4745-87BD-2CBA254A5FD1}"/>
          </ac:spMkLst>
        </pc:spChg>
        <pc:picChg chg="mod">
          <ac:chgData name="Soumita Sengupta" userId="4afa6ce1-cb01-46c2-8538-4650222f0c96" providerId="ADAL" clId="{E312D671-FF45-4138-89B8-BF1BA535CB03}" dt="2021-06-07T08:21:09.637" v="916" actId="1076"/>
          <ac:picMkLst>
            <pc:docMk/>
            <pc:sldMk cId="1291504349" sldId="895"/>
            <ac:picMk id="7" creationId="{FE9834AA-7431-4674-9944-4E799A4F07D2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5:14.368" v="566" actId="207"/>
        <pc:sldMkLst>
          <pc:docMk/>
          <pc:sldMk cId="3548325935" sldId="896"/>
        </pc:sldMkLst>
        <pc:spChg chg="mod">
          <ac:chgData name="Soumita Sengupta" userId="4afa6ce1-cb01-46c2-8538-4650222f0c96" providerId="ADAL" clId="{E312D671-FF45-4138-89B8-BF1BA535CB03}" dt="2021-06-04T11:35:14.368" v="566" actId="207"/>
          <ac:spMkLst>
            <pc:docMk/>
            <pc:sldMk cId="3548325935" sldId="896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5:14.368" v="566" actId="207"/>
          <ac:spMkLst>
            <pc:docMk/>
            <pc:sldMk cId="3548325935" sldId="896"/>
            <ac:spMk id="5" creationId="{BA7C92A5-213E-4745-87BD-2CBA254A5FD1}"/>
          </ac:spMkLst>
        </pc:spChg>
        <pc:graphicFrameChg chg="modGraphic">
          <ac:chgData name="Soumita Sengupta" userId="4afa6ce1-cb01-46c2-8538-4650222f0c96" providerId="ADAL" clId="{E312D671-FF45-4138-89B8-BF1BA535CB03}" dt="2021-06-04T11:25:40.922" v="113" actId="255"/>
          <ac:graphicFrameMkLst>
            <pc:docMk/>
            <pc:sldMk cId="3548325935" sldId="896"/>
            <ac:graphicFrameMk id="6" creationId="{28170C70-7AFB-4DA4-B2A0-A5393E9AF7D6}"/>
          </ac:graphicFrameMkLst>
        </pc:graphicFrameChg>
      </pc:sldChg>
      <pc:sldChg chg="modSp add mod">
        <pc:chgData name="Soumita Sengupta" userId="4afa6ce1-cb01-46c2-8538-4650222f0c96" providerId="ADAL" clId="{E312D671-FF45-4138-89B8-BF1BA535CB03}" dt="2021-06-04T11:35:05.959" v="540" actId="207"/>
        <pc:sldMkLst>
          <pc:docMk/>
          <pc:sldMk cId="2692143165" sldId="897"/>
        </pc:sldMkLst>
        <pc:spChg chg="mod">
          <ac:chgData name="Soumita Sengupta" userId="4afa6ce1-cb01-46c2-8538-4650222f0c96" providerId="ADAL" clId="{E312D671-FF45-4138-89B8-BF1BA535CB03}" dt="2021-06-04T11:35:05.959" v="540" actId="207"/>
          <ac:spMkLst>
            <pc:docMk/>
            <pc:sldMk cId="2692143165" sldId="897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5:05.959" v="540" actId="207"/>
          <ac:spMkLst>
            <pc:docMk/>
            <pc:sldMk cId="2692143165" sldId="897"/>
            <ac:spMk id="5" creationId="{BA7C92A5-213E-4745-87BD-2CBA254A5FD1}"/>
          </ac:spMkLst>
        </pc:spChg>
        <pc:graphicFrameChg chg="modGraphic">
          <ac:chgData name="Soumita Sengupta" userId="4afa6ce1-cb01-46c2-8538-4650222f0c96" providerId="ADAL" clId="{E312D671-FF45-4138-89B8-BF1BA535CB03}" dt="2021-06-04T11:25:36.294" v="112" actId="255"/>
          <ac:graphicFrameMkLst>
            <pc:docMk/>
            <pc:sldMk cId="2692143165" sldId="897"/>
            <ac:graphicFrameMk id="6" creationId="{28170C70-7AFB-4DA4-B2A0-A5393E9AF7D6}"/>
          </ac:graphicFrameMkLst>
        </pc:graphicFrameChg>
      </pc:sldChg>
      <pc:sldChg chg="modSp add mod">
        <pc:chgData name="Soumita Sengupta" userId="4afa6ce1-cb01-46c2-8538-4650222f0c96" providerId="ADAL" clId="{E312D671-FF45-4138-89B8-BF1BA535CB03}" dt="2021-06-04T11:35:22.194" v="589" actId="207"/>
        <pc:sldMkLst>
          <pc:docMk/>
          <pc:sldMk cId="554284285" sldId="898"/>
        </pc:sldMkLst>
        <pc:spChg chg="mod">
          <ac:chgData name="Soumita Sengupta" userId="4afa6ce1-cb01-46c2-8538-4650222f0c96" providerId="ADAL" clId="{E312D671-FF45-4138-89B8-BF1BA535CB03}" dt="2021-06-04T11:35:22.194" v="589" actId="207"/>
          <ac:spMkLst>
            <pc:docMk/>
            <pc:sldMk cId="554284285" sldId="898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5:22.194" v="589" actId="207"/>
          <ac:spMkLst>
            <pc:docMk/>
            <pc:sldMk cId="554284285" sldId="898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5:53.341" v="116" actId="255"/>
          <ac:spMkLst>
            <pc:docMk/>
            <pc:sldMk cId="554284285" sldId="898"/>
            <ac:spMk id="7" creationId="{CDFB9A60-0BE4-42AF-8C71-6561C2578D7E}"/>
          </ac:spMkLst>
        </pc:spChg>
        <pc:graphicFrameChg chg="modGraphic">
          <ac:chgData name="Soumita Sengupta" userId="4afa6ce1-cb01-46c2-8538-4650222f0c96" providerId="ADAL" clId="{E312D671-FF45-4138-89B8-BF1BA535CB03}" dt="2021-06-04T11:25:48.518" v="115" actId="2711"/>
          <ac:graphicFrameMkLst>
            <pc:docMk/>
            <pc:sldMk cId="554284285" sldId="898"/>
            <ac:graphicFrameMk id="8" creationId="{ADCB802A-FAE6-42F0-9E8D-5B5CC8015DFC}"/>
          </ac:graphicFrameMkLst>
        </pc:graphicFrameChg>
      </pc:sldChg>
      <pc:sldChg chg="modSp add mod">
        <pc:chgData name="Soumita Sengupta" userId="4afa6ce1-cb01-46c2-8538-4650222f0c96" providerId="ADAL" clId="{E312D671-FF45-4138-89B8-BF1BA535CB03}" dt="2021-06-04T11:35:30.414" v="608" actId="207"/>
        <pc:sldMkLst>
          <pc:docMk/>
          <pc:sldMk cId="2350677783" sldId="899"/>
        </pc:sldMkLst>
        <pc:spChg chg="mod">
          <ac:chgData name="Soumita Sengupta" userId="4afa6ce1-cb01-46c2-8538-4650222f0c96" providerId="ADAL" clId="{E312D671-FF45-4138-89B8-BF1BA535CB03}" dt="2021-06-04T11:35:30.414" v="608" actId="207"/>
          <ac:spMkLst>
            <pc:docMk/>
            <pc:sldMk cId="2350677783" sldId="899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5:30.414" v="608" actId="207"/>
          <ac:spMkLst>
            <pc:docMk/>
            <pc:sldMk cId="2350677783" sldId="899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6:03.470" v="118" actId="255"/>
          <ac:spMkLst>
            <pc:docMk/>
            <pc:sldMk cId="2350677783" sldId="899"/>
            <ac:spMk id="7" creationId="{CDFB9A60-0BE4-42AF-8C71-6561C2578D7E}"/>
          </ac:spMkLst>
        </pc:spChg>
        <pc:graphicFrameChg chg="modGraphic">
          <ac:chgData name="Soumita Sengupta" userId="4afa6ce1-cb01-46c2-8538-4650222f0c96" providerId="ADAL" clId="{E312D671-FF45-4138-89B8-BF1BA535CB03}" dt="2021-06-04T11:25:58.638" v="117" actId="255"/>
          <ac:graphicFrameMkLst>
            <pc:docMk/>
            <pc:sldMk cId="2350677783" sldId="899"/>
            <ac:graphicFrameMk id="3" creationId="{4DCE052C-8039-479B-88E8-6EFA96936012}"/>
          </ac:graphicFrameMkLst>
        </pc:graphicFrameChg>
      </pc:sldChg>
      <pc:sldChg chg="modSp add mod">
        <pc:chgData name="Soumita Sengupta" userId="4afa6ce1-cb01-46c2-8538-4650222f0c96" providerId="ADAL" clId="{E312D671-FF45-4138-89B8-BF1BA535CB03}" dt="2021-06-04T11:35:49.357" v="634" actId="207"/>
        <pc:sldMkLst>
          <pc:docMk/>
          <pc:sldMk cId="3785164751" sldId="900"/>
        </pc:sldMkLst>
        <pc:spChg chg="mod">
          <ac:chgData name="Soumita Sengupta" userId="4afa6ce1-cb01-46c2-8538-4650222f0c96" providerId="ADAL" clId="{E312D671-FF45-4138-89B8-BF1BA535CB03}" dt="2021-06-04T11:35:49.357" v="634" actId="207"/>
          <ac:spMkLst>
            <pc:docMk/>
            <pc:sldMk cId="3785164751" sldId="900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5:49.357" v="634" actId="207"/>
          <ac:spMkLst>
            <pc:docMk/>
            <pc:sldMk cId="3785164751" sldId="900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6:14.636" v="119" actId="255"/>
          <ac:spMkLst>
            <pc:docMk/>
            <pc:sldMk cId="3785164751" sldId="900"/>
            <ac:spMk id="7" creationId="{CDFB9A60-0BE4-42AF-8C71-6561C2578D7E}"/>
          </ac:spMkLst>
        </pc:spChg>
        <pc:picChg chg="mod">
          <ac:chgData name="Soumita Sengupta" userId="4afa6ce1-cb01-46c2-8538-4650222f0c96" providerId="ADAL" clId="{E312D671-FF45-4138-89B8-BF1BA535CB03}" dt="2021-06-04T11:35:36.118" v="609" actId="1076"/>
          <ac:picMkLst>
            <pc:docMk/>
            <pc:sldMk cId="3785164751" sldId="900"/>
            <ac:picMk id="8" creationId="{D51D1734-DF0C-467F-9648-E211462ECEAB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7:42.973" v="680" actId="1036"/>
        <pc:sldMkLst>
          <pc:docMk/>
          <pc:sldMk cId="4293752383" sldId="901"/>
        </pc:sldMkLst>
        <pc:spChg chg="mod">
          <ac:chgData name="Soumita Sengupta" userId="4afa6ce1-cb01-46c2-8538-4650222f0c96" providerId="ADAL" clId="{E312D671-FF45-4138-89B8-BF1BA535CB03}" dt="2021-06-04T11:37:42.973" v="680" actId="1036"/>
          <ac:spMkLst>
            <pc:docMk/>
            <pc:sldMk cId="4293752383" sldId="901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7:42.973" v="680" actId="1036"/>
          <ac:spMkLst>
            <pc:docMk/>
            <pc:sldMk cId="4293752383" sldId="901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6:20.942" v="120" actId="255"/>
          <ac:spMkLst>
            <pc:docMk/>
            <pc:sldMk cId="4293752383" sldId="901"/>
            <ac:spMk id="7" creationId="{CDFB9A60-0BE4-42AF-8C71-6561C2578D7E}"/>
          </ac:spMkLst>
        </pc:spChg>
      </pc:sldChg>
      <pc:sldChg chg="modSp add mod">
        <pc:chgData name="Soumita Sengupta" userId="4afa6ce1-cb01-46c2-8538-4650222f0c96" providerId="ADAL" clId="{E312D671-FF45-4138-89B8-BF1BA535CB03}" dt="2021-06-04T11:37:56.715" v="702" actId="207"/>
        <pc:sldMkLst>
          <pc:docMk/>
          <pc:sldMk cId="3357936513" sldId="902"/>
        </pc:sldMkLst>
        <pc:spChg chg="mod">
          <ac:chgData name="Soumita Sengupta" userId="4afa6ce1-cb01-46c2-8538-4650222f0c96" providerId="ADAL" clId="{E312D671-FF45-4138-89B8-BF1BA535CB03}" dt="2021-06-04T11:37:56.715" v="702" actId="207"/>
          <ac:spMkLst>
            <pc:docMk/>
            <pc:sldMk cId="3357936513" sldId="902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7:56.715" v="702" actId="207"/>
          <ac:spMkLst>
            <pc:docMk/>
            <pc:sldMk cId="3357936513" sldId="902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6:29.480" v="122" actId="255"/>
          <ac:spMkLst>
            <pc:docMk/>
            <pc:sldMk cId="3357936513" sldId="902"/>
            <ac:spMk id="7" creationId="{CDFB9A60-0BE4-42AF-8C71-6561C2578D7E}"/>
          </ac:spMkLst>
        </pc:spChg>
      </pc:sldChg>
      <pc:sldChg chg="modSp add mod">
        <pc:chgData name="Soumita Sengupta" userId="4afa6ce1-cb01-46c2-8538-4650222f0c96" providerId="ADAL" clId="{E312D671-FF45-4138-89B8-BF1BA535CB03}" dt="2021-06-04T11:38:08.177" v="722" actId="207"/>
        <pc:sldMkLst>
          <pc:docMk/>
          <pc:sldMk cId="1027484415" sldId="903"/>
        </pc:sldMkLst>
        <pc:spChg chg="mod">
          <ac:chgData name="Soumita Sengupta" userId="4afa6ce1-cb01-46c2-8538-4650222f0c96" providerId="ADAL" clId="{E312D671-FF45-4138-89B8-BF1BA535CB03}" dt="2021-06-04T11:38:08.177" v="722" actId="207"/>
          <ac:spMkLst>
            <pc:docMk/>
            <pc:sldMk cId="1027484415" sldId="903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08.177" v="722" actId="207"/>
          <ac:spMkLst>
            <pc:docMk/>
            <pc:sldMk cId="1027484415" sldId="903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38:01.132" v="703" actId="14100"/>
          <ac:spMkLst>
            <pc:docMk/>
            <pc:sldMk cId="1027484415" sldId="903"/>
            <ac:spMk id="7" creationId="{CDFB9A60-0BE4-42AF-8C71-6561C2578D7E}"/>
          </ac:spMkLst>
        </pc:spChg>
      </pc:sldChg>
      <pc:sldChg chg="delSp modSp add mod">
        <pc:chgData name="Soumita Sengupta" userId="4afa6ce1-cb01-46c2-8538-4650222f0c96" providerId="ADAL" clId="{E312D671-FF45-4138-89B8-BF1BA535CB03}" dt="2021-06-04T11:38:16.568" v="740" actId="207"/>
        <pc:sldMkLst>
          <pc:docMk/>
          <pc:sldMk cId="414747998" sldId="904"/>
        </pc:sldMkLst>
        <pc:spChg chg="mod">
          <ac:chgData name="Soumita Sengupta" userId="4afa6ce1-cb01-46c2-8538-4650222f0c96" providerId="ADAL" clId="{E312D671-FF45-4138-89B8-BF1BA535CB03}" dt="2021-06-04T11:38:16.568" v="740" actId="207"/>
          <ac:spMkLst>
            <pc:docMk/>
            <pc:sldMk cId="414747998" sldId="904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16.568" v="740" actId="207"/>
          <ac:spMkLst>
            <pc:docMk/>
            <pc:sldMk cId="414747998" sldId="904"/>
            <ac:spMk id="5" creationId="{BA7C92A5-213E-4745-87BD-2CBA254A5FD1}"/>
          </ac:spMkLst>
        </pc:spChg>
        <pc:spChg chg="del">
          <ac:chgData name="Soumita Sengupta" userId="4afa6ce1-cb01-46c2-8538-4650222f0c96" providerId="ADAL" clId="{E312D671-FF45-4138-89B8-BF1BA535CB03}" dt="2021-06-04T11:26:40.430" v="124" actId="478"/>
          <ac:spMkLst>
            <pc:docMk/>
            <pc:sldMk cId="414747998" sldId="904"/>
            <ac:spMk id="7" creationId="{CDFB9A60-0BE4-42AF-8C71-6561C2578D7E}"/>
          </ac:spMkLst>
        </pc:spChg>
      </pc:sldChg>
      <pc:sldChg chg="modSp add mod">
        <pc:chgData name="Soumita Sengupta" userId="4afa6ce1-cb01-46c2-8538-4650222f0c96" providerId="ADAL" clId="{E312D671-FF45-4138-89B8-BF1BA535CB03}" dt="2021-06-04T11:38:25.267" v="763" actId="207"/>
        <pc:sldMkLst>
          <pc:docMk/>
          <pc:sldMk cId="953297308" sldId="905"/>
        </pc:sldMkLst>
        <pc:spChg chg="mod">
          <ac:chgData name="Soumita Sengupta" userId="4afa6ce1-cb01-46c2-8538-4650222f0c96" providerId="ADAL" clId="{E312D671-FF45-4138-89B8-BF1BA535CB03}" dt="2021-06-04T11:38:25.267" v="763" actId="207"/>
          <ac:spMkLst>
            <pc:docMk/>
            <pc:sldMk cId="953297308" sldId="905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25.267" v="763" actId="207"/>
          <ac:spMkLst>
            <pc:docMk/>
            <pc:sldMk cId="953297308" sldId="905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04.464" v="125" actId="255"/>
          <ac:spMkLst>
            <pc:docMk/>
            <pc:sldMk cId="953297308" sldId="905"/>
            <ac:spMk id="7" creationId="{CDFB9A60-0BE4-42AF-8C71-6561C2578D7E}"/>
          </ac:spMkLst>
        </pc:spChg>
      </pc:sldChg>
      <pc:sldChg chg="modSp add mod">
        <pc:chgData name="Soumita Sengupta" userId="4afa6ce1-cb01-46c2-8538-4650222f0c96" providerId="ADAL" clId="{E312D671-FF45-4138-89B8-BF1BA535CB03}" dt="2021-06-04T11:38:38.962" v="780" actId="207"/>
        <pc:sldMkLst>
          <pc:docMk/>
          <pc:sldMk cId="3855319927" sldId="906"/>
        </pc:sldMkLst>
        <pc:spChg chg="mod">
          <ac:chgData name="Soumita Sengupta" userId="4afa6ce1-cb01-46c2-8538-4650222f0c96" providerId="ADAL" clId="{E312D671-FF45-4138-89B8-BF1BA535CB03}" dt="2021-06-04T11:38:38.962" v="780" actId="207"/>
          <ac:spMkLst>
            <pc:docMk/>
            <pc:sldMk cId="3855319927" sldId="906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38.962" v="780" actId="207"/>
          <ac:spMkLst>
            <pc:docMk/>
            <pc:sldMk cId="3855319927" sldId="906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12.404" v="126" actId="255"/>
          <ac:spMkLst>
            <pc:docMk/>
            <pc:sldMk cId="3855319927" sldId="906"/>
            <ac:spMk id="7" creationId="{CDFB9A60-0BE4-42AF-8C71-6561C2578D7E}"/>
          </ac:spMkLst>
        </pc:spChg>
      </pc:sldChg>
      <pc:sldChg chg="delSp modSp add mod">
        <pc:chgData name="Soumita Sengupta" userId="4afa6ce1-cb01-46c2-8538-4650222f0c96" providerId="ADAL" clId="{E312D671-FF45-4138-89B8-BF1BA535CB03}" dt="2021-06-04T11:38:46.585" v="801" actId="207"/>
        <pc:sldMkLst>
          <pc:docMk/>
          <pc:sldMk cId="455529772" sldId="907"/>
        </pc:sldMkLst>
        <pc:spChg chg="mod">
          <ac:chgData name="Soumita Sengupta" userId="4afa6ce1-cb01-46c2-8538-4650222f0c96" providerId="ADAL" clId="{E312D671-FF45-4138-89B8-BF1BA535CB03}" dt="2021-06-04T11:38:46.585" v="801" actId="207"/>
          <ac:spMkLst>
            <pc:docMk/>
            <pc:sldMk cId="455529772" sldId="907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46.585" v="801" actId="207"/>
          <ac:spMkLst>
            <pc:docMk/>
            <pc:sldMk cId="455529772" sldId="907"/>
            <ac:spMk id="5" creationId="{BA7C92A5-213E-4745-87BD-2CBA254A5FD1}"/>
          </ac:spMkLst>
        </pc:spChg>
        <pc:spChg chg="del">
          <ac:chgData name="Soumita Sengupta" userId="4afa6ce1-cb01-46c2-8538-4650222f0c96" providerId="ADAL" clId="{E312D671-FF45-4138-89B8-BF1BA535CB03}" dt="2021-06-04T11:19:42.964" v="73" actId="478"/>
          <ac:spMkLst>
            <pc:docMk/>
            <pc:sldMk cId="455529772" sldId="907"/>
            <ac:spMk id="7" creationId="{CDFB9A60-0BE4-42AF-8C71-6561C2578D7E}"/>
          </ac:spMkLst>
        </pc:spChg>
        <pc:picChg chg="mod">
          <ac:chgData name="Soumita Sengupta" userId="4afa6ce1-cb01-46c2-8538-4650222f0c96" providerId="ADAL" clId="{E312D671-FF45-4138-89B8-BF1BA535CB03}" dt="2021-06-04T11:19:45.473" v="74" actId="1076"/>
          <ac:picMkLst>
            <pc:docMk/>
            <pc:sldMk cId="455529772" sldId="907"/>
            <ac:picMk id="6" creationId="{699EAD37-557C-4B2B-8424-831DBAA88FC0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8:57.749" v="829" actId="207"/>
        <pc:sldMkLst>
          <pc:docMk/>
          <pc:sldMk cId="1317934090" sldId="908"/>
        </pc:sldMkLst>
        <pc:spChg chg="mod">
          <ac:chgData name="Soumita Sengupta" userId="4afa6ce1-cb01-46c2-8538-4650222f0c96" providerId="ADAL" clId="{E312D671-FF45-4138-89B8-BF1BA535CB03}" dt="2021-06-04T11:38:57.749" v="829" actId="207"/>
          <ac:spMkLst>
            <pc:docMk/>
            <pc:sldMk cId="1317934090" sldId="908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8:57.749" v="829" actId="207"/>
          <ac:spMkLst>
            <pc:docMk/>
            <pc:sldMk cId="1317934090" sldId="908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28.019" v="127" actId="255"/>
          <ac:spMkLst>
            <pc:docMk/>
            <pc:sldMk cId="1317934090" sldId="908"/>
            <ac:spMk id="7" creationId="{CDFB9A60-0BE4-42AF-8C71-6561C2578D7E}"/>
          </ac:spMkLst>
        </pc:spChg>
        <pc:picChg chg="mod">
          <ac:chgData name="Soumita Sengupta" userId="4afa6ce1-cb01-46c2-8538-4650222f0c96" providerId="ADAL" clId="{E312D671-FF45-4138-89B8-BF1BA535CB03}" dt="2021-06-04T11:27:31.538" v="128" actId="1076"/>
          <ac:picMkLst>
            <pc:docMk/>
            <pc:sldMk cId="1317934090" sldId="908"/>
            <ac:picMk id="8" creationId="{F69095C3-11DA-436E-B8B8-7CA6B5D33063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9:04.383" v="845" actId="207"/>
        <pc:sldMkLst>
          <pc:docMk/>
          <pc:sldMk cId="3362010297" sldId="909"/>
        </pc:sldMkLst>
        <pc:spChg chg="mod">
          <ac:chgData name="Soumita Sengupta" userId="4afa6ce1-cb01-46c2-8538-4650222f0c96" providerId="ADAL" clId="{E312D671-FF45-4138-89B8-BF1BA535CB03}" dt="2021-06-04T11:39:04.383" v="845" actId="207"/>
          <ac:spMkLst>
            <pc:docMk/>
            <pc:sldMk cId="3362010297" sldId="909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04.383" v="845" actId="207"/>
          <ac:spMkLst>
            <pc:docMk/>
            <pc:sldMk cId="3362010297" sldId="909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38.133" v="129" actId="255"/>
          <ac:spMkLst>
            <pc:docMk/>
            <pc:sldMk cId="3362010297" sldId="909"/>
            <ac:spMk id="7" creationId="{CDFB9A60-0BE4-42AF-8C71-6561C2578D7E}"/>
          </ac:spMkLst>
        </pc:spChg>
        <pc:picChg chg="mod">
          <ac:chgData name="Soumita Sengupta" userId="4afa6ce1-cb01-46c2-8538-4650222f0c96" providerId="ADAL" clId="{E312D671-FF45-4138-89B8-BF1BA535CB03}" dt="2021-06-04T11:27:40.237" v="130" actId="1076"/>
          <ac:picMkLst>
            <pc:docMk/>
            <pc:sldMk cId="3362010297" sldId="909"/>
            <ac:picMk id="9" creationId="{73DEF105-9FC0-4BF1-A27F-CE86890F9970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9:15.905" v="881" actId="207"/>
        <pc:sldMkLst>
          <pc:docMk/>
          <pc:sldMk cId="2860101323" sldId="910"/>
        </pc:sldMkLst>
        <pc:spChg chg="mod">
          <ac:chgData name="Soumita Sengupta" userId="4afa6ce1-cb01-46c2-8538-4650222f0c96" providerId="ADAL" clId="{E312D671-FF45-4138-89B8-BF1BA535CB03}" dt="2021-06-04T11:39:15.905" v="881" actId="207"/>
          <ac:spMkLst>
            <pc:docMk/>
            <pc:sldMk cId="2860101323" sldId="910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15.905" v="881" actId="207"/>
          <ac:spMkLst>
            <pc:docMk/>
            <pc:sldMk cId="2860101323" sldId="910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45.350" v="131" actId="255"/>
          <ac:spMkLst>
            <pc:docMk/>
            <pc:sldMk cId="2860101323" sldId="910"/>
            <ac:spMk id="7" creationId="{CDFB9A60-0BE4-42AF-8C71-6561C2578D7E}"/>
          </ac:spMkLst>
        </pc:spChg>
        <pc:picChg chg="mod">
          <ac:chgData name="Soumita Sengupta" userId="4afa6ce1-cb01-46c2-8538-4650222f0c96" providerId="ADAL" clId="{E312D671-FF45-4138-89B8-BF1BA535CB03}" dt="2021-06-04T11:27:46.870" v="132" actId="1076"/>
          <ac:picMkLst>
            <pc:docMk/>
            <pc:sldMk cId="2860101323" sldId="910"/>
            <ac:picMk id="8" creationId="{9BC3701A-4299-4363-A91E-94158EC825E4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9:23.527" v="900" actId="207"/>
        <pc:sldMkLst>
          <pc:docMk/>
          <pc:sldMk cId="1849334363" sldId="911"/>
        </pc:sldMkLst>
        <pc:spChg chg="mod">
          <ac:chgData name="Soumita Sengupta" userId="4afa6ce1-cb01-46c2-8538-4650222f0c96" providerId="ADAL" clId="{E312D671-FF45-4138-89B8-BF1BA535CB03}" dt="2021-06-04T11:39:23.527" v="900" actId="207"/>
          <ac:spMkLst>
            <pc:docMk/>
            <pc:sldMk cId="1849334363" sldId="911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23.527" v="900" actId="207"/>
          <ac:spMkLst>
            <pc:docMk/>
            <pc:sldMk cId="1849334363" sldId="911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7:58.127" v="133" actId="255"/>
          <ac:spMkLst>
            <pc:docMk/>
            <pc:sldMk cId="1849334363" sldId="911"/>
            <ac:spMk id="7" creationId="{CDFB9A60-0BE4-42AF-8C71-6561C2578D7E}"/>
          </ac:spMkLst>
        </pc:spChg>
      </pc:sldChg>
      <pc:sldChg chg="addSp delSp modSp add mod">
        <pc:chgData name="Soumita Sengupta" userId="4afa6ce1-cb01-46c2-8538-4650222f0c96" providerId="ADAL" clId="{E312D671-FF45-4138-89B8-BF1BA535CB03}" dt="2021-06-07T08:29:09.718" v="945" actId="20577"/>
        <pc:sldMkLst>
          <pc:docMk/>
          <pc:sldMk cId="3559517792" sldId="912"/>
        </pc:sldMkLst>
        <pc:spChg chg="mod">
          <ac:chgData name="Soumita Sengupta" userId="4afa6ce1-cb01-46c2-8538-4650222f0c96" providerId="ADAL" clId="{E312D671-FF45-4138-89B8-BF1BA535CB03}" dt="2021-06-07T08:29:09.718" v="945" actId="20577"/>
          <ac:spMkLst>
            <pc:docMk/>
            <pc:sldMk cId="3559517792" sldId="912"/>
            <ac:spMk id="2" creationId="{CC29CD5A-DA29-4205-87DF-11C938A1CD53}"/>
          </ac:spMkLst>
        </pc:spChg>
        <pc:spChg chg="mod">
          <ac:chgData name="Soumita Sengupta" userId="4afa6ce1-cb01-46c2-8538-4650222f0c96" providerId="ADAL" clId="{E312D671-FF45-4138-89B8-BF1BA535CB03}" dt="2021-06-04T11:39:36.203" v="903" actId="207"/>
          <ac:spMkLst>
            <pc:docMk/>
            <pc:sldMk cId="3559517792" sldId="912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36.203" v="903" actId="207"/>
          <ac:spMkLst>
            <pc:docMk/>
            <pc:sldMk cId="3559517792" sldId="912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39:31.719" v="902" actId="255"/>
          <ac:spMkLst>
            <pc:docMk/>
            <pc:sldMk cId="3559517792" sldId="912"/>
            <ac:spMk id="7" creationId="{CDFB9A60-0BE4-42AF-8C71-6561C2578D7E}"/>
          </ac:spMkLst>
        </pc:spChg>
        <pc:picChg chg="add del mod">
          <ac:chgData name="Soumita Sengupta" userId="4afa6ce1-cb01-46c2-8538-4650222f0c96" providerId="ADAL" clId="{E312D671-FF45-4138-89B8-BF1BA535CB03}" dt="2021-06-07T08:27:44.154" v="924" actId="478"/>
          <ac:picMkLst>
            <pc:docMk/>
            <pc:sldMk cId="3559517792" sldId="912"/>
            <ac:picMk id="6" creationId="{2C97A338-A0C2-42EE-9175-D3A50528F6F3}"/>
          </ac:picMkLst>
        </pc:picChg>
        <pc:picChg chg="del mod">
          <ac:chgData name="Soumita Sengupta" userId="4afa6ce1-cb01-46c2-8538-4650222f0c96" providerId="ADAL" clId="{E312D671-FF45-4138-89B8-BF1BA535CB03}" dt="2021-06-07T08:27:30.084" v="918" actId="478"/>
          <ac:picMkLst>
            <pc:docMk/>
            <pc:sldMk cId="3559517792" sldId="912"/>
            <ac:picMk id="8" creationId="{ACB9F473-1D53-4C0A-BCD9-820EF773E585}"/>
          </ac:picMkLst>
        </pc:picChg>
        <pc:picChg chg="add mod">
          <ac:chgData name="Soumita Sengupta" userId="4afa6ce1-cb01-46c2-8538-4650222f0c96" providerId="ADAL" clId="{E312D671-FF45-4138-89B8-BF1BA535CB03}" dt="2021-06-07T08:29:01.435" v="930" actId="208"/>
          <ac:picMkLst>
            <pc:docMk/>
            <pc:sldMk cId="3559517792" sldId="912"/>
            <ac:picMk id="10" creationId="{1E74916A-60FF-4661-952E-716BEC2A2EC4}"/>
          </ac:picMkLst>
        </pc:picChg>
      </pc:sldChg>
      <pc:sldChg chg="modSp add mod">
        <pc:chgData name="Soumita Sengupta" userId="4afa6ce1-cb01-46c2-8538-4650222f0c96" providerId="ADAL" clId="{E312D671-FF45-4138-89B8-BF1BA535CB03}" dt="2021-06-04T11:39:41.201" v="904" actId="207"/>
        <pc:sldMkLst>
          <pc:docMk/>
          <pc:sldMk cId="1995712021" sldId="913"/>
        </pc:sldMkLst>
        <pc:spChg chg="mod">
          <ac:chgData name="Soumita Sengupta" userId="4afa6ce1-cb01-46c2-8538-4650222f0c96" providerId="ADAL" clId="{E312D671-FF45-4138-89B8-BF1BA535CB03}" dt="2021-06-04T11:39:41.201" v="904" actId="207"/>
          <ac:spMkLst>
            <pc:docMk/>
            <pc:sldMk cId="1995712021" sldId="913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41.201" v="904" actId="207"/>
          <ac:spMkLst>
            <pc:docMk/>
            <pc:sldMk cId="1995712021" sldId="913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8:09.081" v="134" actId="255"/>
          <ac:spMkLst>
            <pc:docMk/>
            <pc:sldMk cId="1995712021" sldId="913"/>
            <ac:spMk id="7" creationId="{CDFB9A60-0BE4-42AF-8C71-6561C2578D7E}"/>
          </ac:spMkLst>
        </pc:spChg>
      </pc:sldChg>
      <pc:sldChg chg="modSp add mod">
        <pc:chgData name="Soumita Sengupta" userId="4afa6ce1-cb01-46c2-8538-4650222f0c96" providerId="ADAL" clId="{E312D671-FF45-4138-89B8-BF1BA535CB03}" dt="2021-06-04T11:39:44.844" v="905" actId="207"/>
        <pc:sldMkLst>
          <pc:docMk/>
          <pc:sldMk cId="3460310019" sldId="914"/>
        </pc:sldMkLst>
        <pc:spChg chg="mod">
          <ac:chgData name="Soumita Sengupta" userId="4afa6ce1-cb01-46c2-8538-4650222f0c96" providerId="ADAL" clId="{E312D671-FF45-4138-89B8-BF1BA535CB03}" dt="2021-06-04T11:39:44.844" v="905" actId="207"/>
          <ac:spMkLst>
            <pc:docMk/>
            <pc:sldMk cId="3460310019" sldId="914"/>
            <ac:spMk id="4" creationId="{6D8E2E62-CCA0-4E0C-A248-DF30B281F4BE}"/>
          </ac:spMkLst>
        </pc:spChg>
        <pc:spChg chg="mod">
          <ac:chgData name="Soumita Sengupta" userId="4afa6ce1-cb01-46c2-8538-4650222f0c96" providerId="ADAL" clId="{E312D671-FF45-4138-89B8-BF1BA535CB03}" dt="2021-06-04T11:39:44.844" v="905" actId="207"/>
          <ac:spMkLst>
            <pc:docMk/>
            <pc:sldMk cId="3460310019" sldId="914"/>
            <ac:spMk id="5" creationId="{BA7C92A5-213E-4745-87BD-2CBA254A5FD1}"/>
          </ac:spMkLst>
        </pc:spChg>
        <pc:spChg chg="mod">
          <ac:chgData name="Soumita Sengupta" userId="4afa6ce1-cb01-46c2-8538-4650222f0c96" providerId="ADAL" clId="{E312D671-FF45-4138-89B8-BF1BA535CB03}" dt="2021-06-04T11:28:16.287" v="135" actId="255"/>
          <ac:spMkLst>
            <pc:docMk/>
            <pc:sldMk cId="3460310019" sldId="914"/>
            <ac:spMk id="7" creationId="{CDFB9A60-0BE4-42AF-8C71-6561C2578D7E}"/>
          </ac:spMkLst>
        </pc:spChg>
      </pc:sldChg>
      <pc:sldChg chg="del">
        <pc:chgData name="Soumita Sengupta" userId="4afa6ce1-cb01-46c2-8538-4650222f0c96" providerId="ADAL" clId="{E312D671-FF45-4138-89B8-BF1BA535CB03}" dt="2021-06-04T11:00:11.316" v="8" actId="47"/>
        <pc:sldMkLst>
          <pc:docMk/>
          <pc:sldMk cId="795492833" sldId="1321"/>
        </pc:sldMkLst>
      </pc:sldChg>
      <pc:sldChg chg="modSp mod ord">
        <pc:chgData name="Soumita Sengupta" userId="4afa6ce1-cb01-46c2-8538-4650222f0c96" providerId="ADAL" clId="{E312D671-FF45-4138-89B8-BF1BA535CB03}" dt="2021-06-04T11:00:09.916" v="7"/>
        <pc:sldMkLst>
          <pc:docMk/>
          <pc:sldMk cId="3693191466" sldId="1327"/>
        </pc:sldMkLst>
        <pc:spChg chg="mod">
          <ac:chgData name="Soumita Sengupta" userId="4afa6ce1-cb01-46c2-8538-4650222f0c96" providerId="ADAL" clId="{E312D671-FF45-4138-89B8-BF1BA535CB03}" dt="2021-06-04T11:00:07.071" v="5" actId="20577"/>
          <ac:spMkLst>
            <pc:docMk/>
            <pc:sldMk cId="3693191466" sldId="1327"/>
            <ac:spMk id="2" creationId="{57983F62-BBB9-431B-A37F-BDA0DC7153F6}"/>
          </ac:spMkLst>
        </pc:spChg>
      </pc:sldChg>
    </pc:docChg>
  </pc:docChgLst>
  <pc:docChgLst>
    <pc:chgData name="Soumita Sengupta" userId="4afa6ce1-cb01-46c2-8538-4650222f0c96" providerId="ADAL" clId="{8571DC48-0C12-45E0-9BF7-0A12C0FA93C2}"/>
    <pc:docChg chg="undo redo custSel addSld delSld modSld sldOrd addMainMaster modMainMaster">
      <pc:chgData name="Soumita Sengupta" userId="4afa6ce1-cb01-46c2-8538-4650222f0c96" providerId="ADAL" clId="{8571DC48-0C12-45E0-9BF7-0A12C0FA93C2}" dt="2021-05-19T10:05:56.962" v="535" actId="1038"/>
      <pc:docMkLst>
        <pc:docMk/>
      </pc:docMkLst>
      <pc:sldChg chg="modSp add mod">
        <pc:chgData name="Soumita Sengupta" userId="4afa6ce1-cb01-46c2-8538-4650222f0c96" providerId="ADAL" clId="{8571DC48-0C12-45E0-9BF7-0A12C0FA93C2}" dt="2021-05-17T08:14:01.208" v="385" actId="20577"/>
        <pc:sldMkLst>
          <pc:docMk/>
          <pc:sldMk cId="3505707011" sldId="258"/>
        </pc:sldMkLst>
        <pc:spChg chg="mod">
          <ac:chgData name="Soumita Sengupta" userId="4afa6ce1-cb01-46c2-8538-4650222f0c96" providerId="ADAL" clId="{8571DC48-0C12-45E0-9BF7-0A12C0FA93C2}" dt="2021-05-17T08:14:01.208" v="385" actId="20577"/>
          <ac:spMkLst>
            <pc:docMk/>
            <pc:sldMk cId="3505707011" sldId="25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3T06:59:12.069" v="19" actId="20577"/>
          <ac:spMkLst>
            <pc:docMk/>
            <pc:sldMk cId="3505707011" sldId="258"/>
            <ac:spMk id="5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3T06:58:10.069" v="15" actId="108"/>
          <ac:spMkLst>
            <pc:docMk/>
            <pc:sldMk cId="3505707011" sldId="258"/>
            <ac:spMk id="6" creationId="{59C3A4C2-17E3-4EC2-B0BA-CBC8305B62A2}"/>
          </ac:spMkLst>
        </pc:spChg>
      </pc:sldChg>
      <pc:sldChg chg="modSp add mod">
        <pc:chgData name="Soumita Sengupta" userId="4afa6ce1-cb01-46c2-8538-4650222f0c96" providerId="ADAL" clId="{8571DC48-0C12-45E0-9BF7-0A12C0FA93C2}" dt="2021-05-17T08:14:20.775" v="389" actId="20577"/>
        <pc:sldMkLst>
          <pc:docMk/>
          <pc:sldMk cId="1912468287" sldId="260"/>
        </pc:sldMkLst>
        <pc:spChg chg="mod">
          <ac:chgData name="Soumita Sengupta" userId="4afa6ce1-cb01-46c2-8538-4650222f0c96" providerId="ADAL" clId="{8571DC48-0C12-45E0-9BF7-0A12C0FA93C2}" dt="2021-05-17T08:14:17.421" v="387" actId="207"/>
          <ac:spMkLst>
            <pc:docMk/>
            <pc:sldMk cId="1912468287" sldId="260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3T07:13:13.064" v="26" actId="255"/>
          <ac:spMkLst>
            <pc:docMk/>
            <pc:sldMk cId="1912468287" sldId="260"/>
            <ac:spMk id="5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8:14:20.775" v="389" actId="20577"/>
          <ac:spMkLst>
            <pc:docMk/>
            <pc:sldMk cId="1912468287" sldId="260"/>
            <ac:spMk id="6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3T07:19:47.236" v="44" actId="20577"/>
        <pc:sldMkLst>
          <pc:docMk/>
          <pc:sldMk cId="3879588154" sldId="290"/>
        </pc:sldMkLst>
        <pc:spChg chg="mod">
          <ac:chgData name="Soumita Sengupta" userId="4afa6ce1-cb01-46c2-8538-4650222f0c96" providerId="ADAL" clId="{8571DC48-0C12-45E0-9BF7-0A12C0FA93C2}" dt="2021-05-13T07:19:47.236" v="44" actId="20577"/>
          <ac:spMkLst>
            <pc:docMk/>
            <pc:sldMk cId="3879588154" sldId="290"/>
            <ac:spMk id="5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1:44:32.644" v="419" actId="207"/>
        <pc:sldMkLst>
          <pc:docMk/>
          <pc:sldMk cId="2478915525" sldId="296"/>
        </pc:sldMkLst>
        <pc:spChg chg="mod">
          <ac:chgData name="Soumita Sengupta" userId="4afa6ce1-cb01-46c2-8538-4650222f0c96" providerId="ADAL" clId="{8571DC48-0C12-45E0-9BF7-0A12C0FA93C2}" dt="2021-05-17T11:44:27.106" v="418" actId="207"/>
          <ac:spMkLst>
            <pc:docMk/>
            <pc:sldMk cId="2478915525" sldId="29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4:32.644" v="419" actId="207"/>
          <ac:spMkLst>
            <pc:docMk/>
            <pc:sldMk cId="2478915525" sldId="29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9T10:05:56.962" v="535" actId="1038"/>
        <pc:sldMkLst>
          <pc:docMk/>
          <pc:sldMk cId="1092620403" sldId="297"/>
        </pc:sldMkLst>
        <pc:spChg chg="mod">
          <ac:chgData name="Soumita Sengupta" userId="4afa6ce1-cb01-46c2-8538-4650222f0c96" providerId="ADAL" clId="{8571DC48-0C12-45E0-9BF7-0A12C0FA93C2}" dt="2021-05-17T11:45:23.089" v="425" actId="207"/>
          <ac:spMkLst>
            <pc:docMk/>
            <pc:sldMk cId="1092620403" sldId="297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5:16.519" v="424" actId="207"/>
          <ac:spMkLst>
            <pc:docMk/>
            <pc:sldMk cId="1092620403" sldId="297"/>
            <ac:spMk id="8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5:01.831" v="421" actId="20577"/>
          <ac:spMkLst>
            <pc:docMk/>
            <pc:sldMk cId="1092620403" sldId="297"/>
            <ac:spMk id="14" creationId="{00000000-0000-0000-0000-000000000000}"/>
          </ac:spMkLst>
        </pc:spChg>
        <pc:picChg chg="mod">
          <ac:chgData name="Soumita Sengupta" userId="4afa6ce1-cb01-46c2-8538-4650222f0c96" providerId="ADAL" clId="{8571DC48-0C12-45E0-9BF7-0A12C0FA93C2}" dt="2021-05-19T10:05:56.962" v="535" actId="1038"/>
          <ac:picMkLst>
            <pc:docMk/>
            <pc:sldMk cId="1092620403" sldId="297"/>
            <ac:picMk id="3" creationId="{0EEBE3EA-19F1-4A12-AB09-BFFAE305EF91}"/>
          </ac:picMkLst>
        </pc:picChg>
      </pc:sldChg>
      <pc:sldChg chg="modSp mod">
        <pc:chgData name="Soumita Sengupta" userId="4afa6ce1-cb01-46c2-8538-4650222f0c96" providerId="ADAL" clId="{8571DC48-0C12-45E0-9BF7-0A12C0FA93C2}" dt="2021-05-17T11:45:34.240" v="427" actId="207"/>
        <pc:sldMkLst>
          <pc:docMk/>
          <pc:sldMk cId="665055627" sldId="298"/>
        </pc:sldMkLst>
        <pc:spChg chg="mod">
          <ac:chgData name="Soumita Sengupta" userId="4afa6ce1-cb01-46c2-8538-4650222f0c96" providerId="ADAL" clId="{8571DC48-0C12-45E0-9BF7-0A12C0FA93C2}" dt="2021-05-17T11:45:34.240" v="427" actId="207"/>
          <ac:spMkLst>
            <pc:docMk/>
            <pc:sldMk cId="665055627" sldId="298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5:29.556" v="426" actId="207"/>
          <ac:spMkLst>
            <pc:docMk/>
            <pc:sldMk cId="665055627" sldId="298"/>
            <ac:spMk id="8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10:46.983" v="429" actId="207"/>
        <pc:sldMkLst>
          <pc:docMk/>
          <pc:sldMk cId="3976154013" sldId="300"/>
        </pc:sldMkLst>
        <pc:spChg chg="mod">
          <ac:chgData name="Soumita Sengupta" userId="4afa6ce1-cb01-46c2-8538-4650222f0c96" providerId="ADAL" clId="{8571DC48-0C12-45E0-9BF7-0A12C0FA93C2}" dt="2021-05-17T14:10:42.964" v="428" actId="207"/>
          <ac:spMkLst>
            <pc:docMk/>
            <pc:sldMk cId="3976154013" sldId="30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10:46.983" v="429" actId="207"/>
          <ac:spMkLst>
            <pc:docMk/>
            <pc:sldMk cId="3976154013" sldId="30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3T06:57:16.821" v="7" actId="1076"/>
        <pc:sldMkLst>
          <pc:docMk/>
          <pc:sldMk cId="2584036331" sldId="339"/>
        </pc:sldMkLst>
        <pc:spChg chg="mod">
          <ac:chgData name="Soumita Sengupta" userId="4afa6ce1-cb01-46c2-8538-4650222f0c96" providerId="ADAL" clId="{8571DC48-0C12-45E0-9BF7-0A12C0FA93C2}" dt="2021-05-13T06:57:07.554" v="6" actId="14100"/>
          <ac:spMkLst>
            <pc:docMk/>
            <pc:sldMk cId="2584036331" sldId="339"/>
            <ac:spMk id="5" creationId="{6D1A1596-A8D7-4C1A-8956-0FA40A84EFCA}"/>
          </ac:spMkLst>
        </pc:spChg>
        <pc:spChg chg="mod">
          <ac:chgData name="Soumita Sengupta" userId="4afa6ce1-cb01-46c2-8538-4650222f0c96" providerId="ADAL" clId="{8571DC48-0C12-45E0-9BF7-0A12C0FA93C2}" dt="2021-05-13T06:57:16.821" v="7" actId="1076"/>
          <ac:spMkLst>
            <pc:docMk/>
            <pc:sldMk cId="2584036331" sldId="339"/>
            <ac:spMk id="6" creationId="{C8FE3195-D3A1-4850-9090-DFEED874F1D9}"/>
          </ac:spMkLst>
        </pc:spChg>
      </pc:sldChg>
      <pc:sldChg chg="modSp mod">
        <pc:chgData name="Soumita Sengupta" userId="4afa6ce1-cb01-46c2-8538-4650222f0c96" providerId="ADAL" clId="{8571DC48-0C12-45E0-9BF7-0A12C0FA93C2}" dt="2021-05-13T07:12:53.020" v="23" actId="1076"/>
        <pc:sldMkLst>
          <pc:docMk/>
          <pc:sldMk cId="473323582" sldId="359"/>
        </pc:sldMkLst>
        <pc:spChg chg="mod">
          <ac:chgData name="Soumita Sengupta" userId="4afa6ce1-cb01-46c2-8538-4650222f0c96" providerId="ADAL" clId="{8571DC48-0C12-45E0-9BF7-0A12C0FA93C2}" dt="2021-05-13T07:12:53.020" v="23" actId="1076"/>
          <ac:spMkLst>
            <pc:docMk/>
            <pc:sldMk cId="473323582" sldId="359"/>
            <ac:spMk id="2" creationId="{57983F62-BBB9-431B-A37F-BDA0DC7153F6}"/>
          </ac:spMkLst>
        </pc:spChg>
      </pc:sldChg>
      <pc:sldChg chg="modSp add mod ord">
        <pc:chgData name="Soumita Sengupta" userId="4afa6ce1-cb01-46c2-8538-4650222f0c96" providerId="ADAL" clId="{8571DC48-0C12-45E0-9BF7-0A12C0FA93C2}" dt="2021-05-13T07:19:21.973" v="36"/>
        <pc:sldMkLst>
          <pc:docMk/>
          <pc:sldMk cId="247062728" sldId="492"/>
        </pc:sldMkLst>
        <pc:spChg chg="mod">
          <ac:chgData name="Soumita Sengupta" userId="4afa6ce1-cb01-46c2-8538-4650222f0c96" providerId="ADAL" clId="{8571DC48-0C12-45E0-9BF7-0A12C0FA93C2}" dt="2021-05-13T07:19:21.973" v="36"/>
          <ac:spMkLst>
            <pc:docMk/>
            <pc:sldMk cId="247062728" sldId="492"/>
            <ac:spMk id="2" creationId="{57983F62-BBB9-431B-A37F-BDA0DC7153F6}"/>
          </ac:spMkLst>
        </pc:spChg>
      </pc:sldChg>
      <pc:sldChg chg="modSp mod">
        <pc:chgData name="Soumita Sengupta" userId="4afa6ce1-cb01-46c2-8538-4650222f0c96" providerId="ADAL" clId="{8571DC48-0C12-45E0-9BF7-0A12C0FA93C2}" dt="2021-05-17T14:26:46.357" v="449" actId="207"/>
        <pc:sldMkLst>
          <pc:docMk/>
          <pc:sldMk cId="3513540522" sldId="493"/>
        </pc:sldMkLst>
        <pc:spChg chg="mod">
          <ac:chgData name="Soumita Sengupta" userId="4afa6ce1-cb01-46c2-8538-4650222f0c96" providerId="ADAL" clId="{8571DC48-0C12-45E0-9BF7-0A12C0FA93C2}" dt="2021-05-17T14:26:46.357" v="449" actId="207"/>
          <ac:spMkLst>
            <pc:docMk/>
            <pc:sldMk cId="3513540522" sldId="493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6:46.357" v="449" actId="207"/>
          <ac:spMkLst>
            <pc:docMk/>
            <pc:sldMk cId="3513540522" sldId="493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10.267" v="459" actId="207"/>
        <pc:sldMkLst>
          <pc:docMk/>
          <pc:sldMk cId="3201109162" sldId="495"/>
        </pc:sldMkLst>
        <pc:spChg chg="mod">
          <ac:chgData name="Soumita Sengupta" userId="4afa6ce1-cb01-46c2-8538-4650222f0c96" providerId="ADAL" clId="{8571DC48-0C12-45E0-9BF7-0A12C0FA93C2}" dt="2021-05-17T14:28:10.267" v="459" actId="207"/>
          <ac:spMkLst>
            <pc:docMk/>
            <pc:sldMk cId="3201109162" sldId="495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8:10.267" v="459" actId="207"/>
          <ac:spMkLst>
            <pc:docMk/>
            <pc:sldMk cId="3201109162" sldId="495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15.972" v="460" actId="207"/>
        <pc:sldMkLst>
          <pc:docMk/>
          <pc:sldMk cId="2730795599" sldId="496"/>
        </pc:sldMkLst>
        <pc:spChg chg="mod">
          <ac:chgData name="Soumita Sengupta" userId="4afa6ce1-cb01-46c2-8538-4650222f0c96" providerId="ADAL" clId="{8571DC48-0C12-45E0-9BF7-0A12C0FA93C2}" dt="2021-05-17T14:28:15.972" v="460" actId="207"/>
          <ac:spMkLst>
            <pc:docMk/>
            <pc:sldMk cId="2730795599" sldId="49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8:15.972" v="460" actId="207"/>
          <ac:spMkLst>
            <pc:docMk/>
            <pc:sldMk cId="2730795599" sldId="49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33.142" v="462" actId="207"/>
        <pc:sldMkLst>
          <pc:docMk/>
          <pc:sldMk cId="3201341972" sldId="498"/>
        </pc:sldMkLst>
        <pc:spChg chg="mod">
          <ac:chgData name="Soumita Sengupta" userId="4afa6ce1-cb01-46c2-8538-4650222f0c96" providerId="ADAL" clId="{8571DC48-0C12-45E0-9BF7-0A12C0FA93C2}" dt="2021-05-17T14:28:33.142" v="462" actId="207"/>
          <ac:spMkLst>
            <pc:docMk/>
            <pc:sldMk cId="3201341972" sldId="498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8:33.142" v="462" actId="207"/>
          <ac:spMkLst>
            <pc:docMk/>
            <pc:sldMk cId="3201341972" sldId="498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26.025" v="468" actId="207"/>
        <pc:sldMkLst>
          <pc:docMk/>
          <pc:sldMk cId="51554605" sldId="502"/>
        </pc:sldMkLst>
        <pc:spChg chg="mod">
          <ac:chgData name="Soumita Sengupta" userId="4afa6ce1-cb01-46c2-8538-4650222f0c96" providerId="ADAL" clId="{8571DC48-0C12-45E0-9BF7-0A12C0FA93C2}" dt="2021-05-17T14:29:26.025" v="468" actId="207"/>
          <ac:spMkLst>
            <pc:docMk/>
            <pc:sldMk cId="51554605" sldId="502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9:26.025" v="468" actId="207"/>
          <ac:spMkLst>
            <pc:docMk/>
            <pc:sldMk cId="51554605" sldId="502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33.578" v="469" actId="207"/>
        <pc:sldMkLst>
          <pc:docMk/>
          <pc:sldMk cId="1902268106" sldId="504"/>
        </pc:sldMkLst>
        <pc:spChg chg="mod">
          <ac:chgData name="Soumita Sengupta" userId="4afa6ce1-cb01-46c2-8538-4650222f0c96" providerId="ADAL" clId="{8571DC48-0C12-45E0-9BF7-0A12C0FA93C2}" dt="2021-05-17T14:29:33.578" v="469" actId="207"/>
          <ac:spMkLst>
            <pc:docMk/>
            <pc:sldMk cId="1902268106" sldId="504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9:33.578" v="469" actId="207"/>
          <ac:spMkLst>
            <pc:docMk/>
            <pc:sldMk cId="1902268106" sldId="504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56.748" v="471" actId="207"/>
        <pc:sldMkLst>
          <pc:docMk/>
          <pc:sldMk cId="4046367649" sldId="505"/>
        </pc:sldMkLst>
        <pc:spChg chg="mod">
          <ac:chgData name="Soumita Sengupta" userId="4afa6ce1-cb01-46c2-8538-4650222f0c96" providerId="ADAL" clId="{8571DC48-0C12-45E0-9BF7-0A12C0FA93C2}" dt="2021-05-17T14:29:56.748" v="471" actId="207"/>
          <ac:spMkLst>
            <pc:docMk/>
            <pc:sldMk cId="4046367649" sldId="505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9:56.748" v="471" actId="207"/>
          <ac:spMkLst>
            <pc:docMk/>
            <pc:sldMk cId="4046367649" sldId="505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02.829" v="472" actId="207"/>
        <pc:sldMkLst>
          <pc:docMk/>
          <pc:sldMk cId="3681553546" sldId="506"/>
        </pc:sldMkLst>
        <pc:spChg chg="mod">
          <ac:chgData name="Soumita Sengupta" userId="4afa6ce1-cb01-46c2-8538-4650222f0c96" providerId="ADAL" clId="{8571DC48-0C12-45E0-9BF7-0A12C0FA93C2}" dt="2021-05-17T14:30:02.829" v="472" actId="207"/>
          <ac:spMkLst>
            <pc:docMk/>
            <pc:sldMk cId="3681553546" sldId="50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0:02.829" v="472" actId="207"/>
          <ac:spMkLst>
            <pc:docMk/>
            <pc:sldMk cId="3681553546" sldId="50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20.628" v="474" actId="207"/>
        <pc:sldMkLst>
          <pc:docMk/>
          <pc:sldMk cId="3736971921" sldId="507"/>
        </pc:sldMkLst>
        <pc:spChg chg="mod">
          <ac:chgData name="Soumita Sengupta" userId="4afa6ce1-cb01-46c2-8538-4650222f0c96" providerId="ADAL" clId="{8571DC48-0C12-45E0-9BF7-0A12C0FA93C2}" dt="2021-05-17T14:30:20.628" v="474" actId="207"/>
          <ac:spMkLst>
            <pc:docMk/>
            <pc:sldMk cId="3736971921" sldId="507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0:20.628" v="474" actId="207"/>
          <ac:spMkLst>
            <pc:docMk/>
            <pc:sldMk cId="3736971921" sldId="507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49.988" v="478" actId="207"/>
        <pc:sldMkLst>
          <pc:docMk/>
          <pc:sldMk cId="125891335" sldId="510"/>
        </pc:sldMkLst>
        <pc:spChg chg="mod">
          <ac:chgData name="Soumita Sengupta" userId="4afa6ce1-cb01-46c2-8538-4650222f0c96" providerId="ADAL" clId="{8571DC48-0C12-45E0-9BF7-0A12C0FA93C2}" dt="2021-05-17T14:30:49.988" v="478" actId="207"/>
          <ac:spMkLst>
            <pc:docMk/>
            <pc:sldMk cId="125891335" sldId="51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0:49.988" v="478" actId="207"/>
          <ac:spMkLst>
            <pc:docMk/>
            <pc:sldMk cId="125891335" sldId="51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00.385" v="479" actId="207"/>
        <pc:sldMkLst>
          <pc:docMk/>
          <pc:sldMk cId="1263259725" sldId="512"/>
        </pc:sldMkLst>
        <pc:spChg chg="mod">
          <ac:chgData name="Soumita Sengupta" userId="4afa6ce1-cb01-46c2-8538-4650222f0c96" providerId="ADAL" clId="{8571DC48-0C12-45E0-9BF7-0A12C0FA93C2}" dt="2021-05-17T14:31:00.385" v="479" actId="207"/>
          <ac:spMkLst>
            <pc:docMk/>
            <pc:sldMk cId="1263259725" sldId="512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00.385" v="479" actId="207"/>
          <ac:spMkLst>
            <pc:docMk/>
            <pc:sldMk cId="1263259725" sldId="512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06.566" v="480" actId="207"/>
        <pc:sldMkLst>
          <pc:docMk/>
          <pc:sldMk cId="1013096958" sldId="513"/>
        </pc:sldMkLst>
        <pc:spChg chg="mod">
          <ac:chgData name="Soumita Sengupta" userId="4afa6ce1-cb01-46c2-8538-4650222f0c96" providerId="ADAL" clId="{8571DC48-0C12-45E0-9BF7-0A12C0FA93C2}" dt="2021-05-17T14:31:06.566" v="480" actId="207"/>
          <ac:spMkLst>
            <pc:docMk/>
            <pc:sldMk cId="1013096958" sldId="513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06.566" v="480" actId="207"/>
          <ac:spMkLst>
            <pc:docMk/>
            <pc:sldMk cId="1013096958" sldId="513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12.385" v="481" actId="207"/>
        <pc:sldMkLst>
          <pc:docMk/>
          <pc:sldMk cId="376726005" sldId="514"/>
        </pc:sldMkLst>
        <pc:spChg chg="mod">
          <ac:chgData name="Soumita Sengupta" userId="4afa6ce1-cb01-46c2-8538-4650222f0c96" providerId="ADAL" clId="{8571DC48-0C12-45E0-9BF7-0A12C0FA93C2}" dt="2021-05-17T14:31:12.385" v="481" actId="207"/>
          <ac:spMkLst>
            <pc:docMk/>
            <pc:sldMk cId="376726005" sldId="514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12.385" v="481" actId="207"/>
          <ac:spMkLst>
            <pc:docMk/>
            <pc:sldMk cId="376726005" sldId="514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26.894" v="483" actId="207"/>
        <pc:sldMkLst>
          <pc:docMk/>
          <pc:sldMk cId="2413661491" sldId="515"/>
        </pc:sldMkLst>
        <pc:spChg chg="mod">
          <ac:chgData name="Soumita Sengupta" userId="4afa6ce1-cb01-46c2-8538-4650222f0c96" providerId="ADAL" clId="{8571DC48-0C12-45E0-9BF7-0A12C0FA93C2}" dt="2021-05-17T14:31:26.894" v="483" actId="207"/>
          <ac:spMkLst>
            <pc:docMk/>
            <pc:sldMk cId="2413661491" sldId="515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26.894" v="483" actId="207"/>
          <ac:spMkLst>
            <pc:docMk/>
            <pc:sldMk cId="2413661491" sldId="515"/>
            <ac:spMk id="4" creationId="{00000000-0000-0000-0000-000000000000}"/>
          </ac:spMkLst>
        </pc:spChg>
      </pc:sldChg>
      <pc:sldChg chg="del">
        <pc:chgData name="Soumita Sengupta" userId="4afa6ce1-cb01-46c2-8538-4650222f0c96" providerId="ADAL" clId="{8571DC48-0C12-45E0-9BF7-0A12C0FA93C2}" dt="2021-05-17T14:31:31.141" v="484" actId="47"/>
        <pc:sldMkLst>
          <pc:docMk/>
          <pc:sldMk cId="2382808059" sldId="526"/>
        </pc:sldMkLst>
      </pc:sldChg>
      <pc:sldChg chg="modSp mod">
        <pc:chgData name="Soumita Sengupta" userId="4afa6ce1-cb01-46c2-8538-4650222f0c96" providerId="ADAL" clId="{8571DC48-0C12-45E0-9BF7-0A12C0FA93C2}" dt="2021-05-17T14:31:38.526" v="485" actId="207"/>
        <pc:sldMkLst>
          <pc:docMk/>
          <pc:sldMk cId="1605938043" sldId="527"/>
        </pc:sldMkLst>
        <pc:spChg chg="mod">
          <ac:chgData name="Soumita Sengupta" userId="4afa6ce1-cb01-46c2-8538-4650222f0c96" providerId="ADAL" clId="{8571DC48-0C12-45E0-9BF7-0A12C0FA93C2}" dt="2021-05-17T14:31:38.526" v="485" actId="207"/>
          <ac:spMkLst>
            <pc:docMk/>
            <pc:sldMk cId="1605938043" sldId="527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38.526" v="485" actId="207"/>
          <ac:spMkLst>
            <pc:docMk/>
            <pc:sldMk cId="1605938043" sldId="527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46.262" v="486" actId="207"/>
        <pc:sldMkLst>
          <pc:docMk/>
          <pc:sldMk cId="4105988392" sldId="528"/>
        </pc:sldMkLst>
        <pc:spChg chg="mod">
          <ac:chgData name="Soumita Sengupta" userId="4afa6ce1-cb01-46c2-8538-4650222f0c96" providerId="ADAL" clId="{8571DC48-0C12-45E0-9BF7-0A12C0FA93C2}" dt="2021-05-17T14:31:46.262" v="486" actId="207"/>
          <ac:spMkLst>
            <pc:docMk/>
            <pc:sldMk cId="4105988392" sldId="52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46.262" v="486" actId="207"/>
          <ac:spMkLst>
            <pc:docMk/>
            <pc:sldMk cId="4105988392" sldId="528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53.202" v="487" actId="207"/>
        <pc:sldMkLst>
          <pc:docMk/>
          <pc:sldMk cId="2600651979" sldId="529"/>
        </pc:sldMkLst>
        <pc:spChg chg="mod">
          <ac:chgData name="Soumita Sengupta" userId="4afa6ce1-cb01-46c2-8538-4650222f0c96" providerId="ADAL" clId="{8571DC48-0C12-45E0-9BF7-0A12C0FA93C2}" dt="2021-05-17T14:31:53.202" v="487" actId="207"/>
          <ac:spMkLst>
            <pc:docMk/>
            <pc:sldMk cId="2600651979" sldId="529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1:53.202" v="487" actId="207"/>
          <ac:spMkLst>
            <pc:docMk/>
            <pc:sldMk cId="2600651979" sldId="52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2:30.258" v="492" actId="207"/>
        <pc:sldMkLst>
          <pc:docMk/>
          <pc:sldMk cId="3709622581" sldId="538"/>
        </pc:sldMkLst>
        <pc:spChg chg="mod">
          <ac:chgData name="Soumita Sengupta" userId="4afa6ce1-cb01-46c2-8538-4650222f0c96" providerId="ADAL" clId="{8571DC48-0C12-45E0-9BF7-0A12C0FA93C2}" dt="2021-05-17T14:32:30.258" v="492" actId="207"/>
          <ac:spMkLst>
            <pc:docMk/>
            <pc:sldMk cId="3709622581" sldId="53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2:30.258" v="492" actId="207"/>
          <ac:spMkLst>
            <pc:docMk/>
            <pc:sldMk cId="3709622581" sldId="538"/>
            <ac:spMk id="4" creationId="{00000000-0000-0000-0000-000000000000}"/>
          </ac:spMkLst>
        </pc:spChg>
      </pc:sldChg>
      <pc:sldChg chg="modSp add mod">
        <pc:chgData name="Soumita Sengupta" userId="4afa6ce1-cb01-46c2-8538-4650222f0c96" providerId="ADAL" clId="{8571DC48-0C12-45E0-9BF7-0A12C0FA93C2}" dt="2021-05-17T08:00:21.637" v="264" actId="255"/>
        <pc:sldMkLst>
          <pc:docMk/>
          <pc:sldMk cId="2752539856" sldId="596"/>
        </pc:sldMkLst>
        <pc:spChg chg="mod">
          <ac:chgData name="Soumita Sengupta" userId="4afa6ce1-cb01-46c2-8538-4650222f0c96" providerId="ADAL" clId="{8571DC48-0C12-45E0-9BF7-0A12C0FA93C2}" dt="2021-05-17T08:00:21.637" v="264" actId="255"/>
          <ac:spMkLst>
            <pc:docMk/>
            <pc:sldMk cId="2752539856" sldId="596"/>
            <ac:spMk id="7" creationId="{C16F2778-D538-4E7F-B0B7-B91E343D15F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0:43.820" v="269" actId="1076"/>
        <pc:sldMkLst>
          <pc:docMk/>
          <pc:sldMk cId="1366182979" sldId="597"/>
        </pc:sldMkLst>
        <pc:spChg chg="mod">
          <ac:chgData name="Soumita Sengupta" userId="4afa6ce1-cb01-46c2-8538-4650222f0c96" providerId="ADAL" clId="{8571DC48-0C12-45E0-9BF7-0A12C0FA93C2}" dt="2021-05-17T08:00:40.111" v="268" actId="1076"/>
          <ac:spMkLst>
            <pc:docMk/>
            <pc:sldMk cId="1366182979" sldId="597"/>
            <ac:spMk id="7" creationId="{C16F2778-D538-4E7F-B0B7-B91E343D15FC}"/>
          </ac:spMkLst>
        </pc:spChg>
        <pc:picChg chg="mod">
          <ac:chgData name="Soumita Sengupta" userId="4afa6ce1-cb01-46c2-8538-4650222f0c96" providerId="ADAL" clId="{8571DC48-0C12-45E0-9BF7-0A12C0FA93C2}" dt="2021-05-17T08:00:43.820" v="269" actId="1076"/>
          <ac:picMkLst>
            <pc:docMk/>
            <pc:sldMk cId="1366182979" sldId="597"/>
            <ac:picMk id="20" creationId="{105D52A6-EE52-438B-8F10-273DD7F3565D}"/>
          </ac:picMkLst>
        </pc:picChg>
      </pc:sldChg>
      <pc:sldChg chg="modSp add mod">
        <pc:chgData name="Soumita Sengupta" userId="4afa6ce1-cb01-46c2-8538-4650222f0c96" providerId="ADAL" clId="{8571DC48-0C12-45E0-9BF7-0A12C0FA93C2}" dt="2021-05-17T08:01:58.745" v="281" actId="255"/>
        <pc:sldMkLst>
          <pc:docMk/>
          <pc:sldMk cId="2739226745" sldId="599"/>
        </pc:sldMkLst>
        <pc:spChg chg="mod">
          <ac:chgData name="Soumita Sengupta" userId="4afa6ce1-cb01-46c2-8538-4650222f0c96" providerId="ADAL" clId="{8571DC48-0C12-45E0-9BF7-0A12C0FA93C2}" dt="2021-05-17T08:01:58.745" v="281" actId="255"/>
          <ac:spMkLst>
            <pc:docMk/>
            <pc:sldMk cId="2739226745" sldId="599"/>
            <ac:spMk id="4" creationId="{A3463CF8-8BCB-4377-AA0B-4621F7D8AE0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2:08.770" v="282" actId="255"/>
        <pc:sldMkLst>
          <pc:docMk/>
          <pc:sldMk cId="1306066386" sldId="600"/>
        </pc:sldMkLst>
        <pc:spChg chg="mod">
          <ac:chgData name="Soumita Sengupta" userId="4afa6ce1-cb01-46c2-8538-4650222f0c96" providerId="ADAL" clId="{8571DC48-0C12-45E0-9BF7-0A12C0FA93C2}" dt="2021-05-17T08:02:08.770" v="282" actId="255"/>
          <ac:spMkLst>
            <pc:docMk/>
            <pc:sldMk cId="1306066386" sldId="600"/>
            <ac:spMk id="4" creationId="{A3463CF8-8BCB-4377-AA0B-4621F7D8AE0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3:13.321" v="287" actId="255"/>
        <pc:sldMkLst>
          <pc:docMk/>
          <pc:sldMk cId="536837091" sldId="601"/>
        </pc:sldMkLst>
        <pc:spChg chg="mod">
          <ac:chgData name="Soumita Sengupta" userId="4afa6ce1-cb01-46c2-8538-4650222f0c96" providerId="ADAL" clId="{8571DC48-0C12-45E0-9BF7-0A12C0FA93C2}" dt="2021-05-17T08:03:13.321" v="287" actId="255"/>
          <ac:spMkLst>
            <pc:docMk/>
            <pc:sldMk cId="536837091" sldId="601"/>
            <ac:spMk id="4" creationId="{A3463CF8-8BCB-4377-AA0B-4621F7D8AE0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3:18.833" v="288" actId="255"/>
        <pc:sldMkLst>
          <pc:docMk/>
          <pc:sldMk cId="3069890481" sldId="602"/>
        </pc:sldMkLst>
        <pc:spChg chg="mod">
          <ac:chgData name="Soumita Sengupta" userId="4afa6ce1-cb01-46c2-8538-4650222f0c96" providerId="ADAL" clId="{8571DC48-0C12-45E0-9BF7-0A12C0FA93C2}" dt="2021-05-17T08:03:18.833" v="288" actId="255"/>
          <ac:spMkLst>
            <pc:docMk/>
            <pc:sldMk cId="3069890481" sldId="602"/>
            <ac:spMk id="4" creationId="{A3463CF8-8BCB-4377-AA0B-4621F7D8AE0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3:28.880" v="289" actId="255"/>
        <pc:sldMkLst>
          <pc:docMk/>
          <pc:sldMk cId="1654328000" sldId="603"/>
        </pc:sldMkLst>
        <pc:spChg chg="mod">
          <ac:chgData name="Soumita Sengupta" userId="4afa6ce1-cb01-46c2-8538-4650222f0c96" providerId="ADAL" clId="{8571DC48-0C12-45E0-9BF7-0A12C0FA93C2}" dt="2021-05-17T08:03:28.880" v="289" actId="255"/>
          <ac:spMkLst>
            <pc:docMk/>
            <pc:sldMk cId="1654328000" sldId="603"/>
            <ac:spMk id="3" creationId="{72ABD603-5A1F-4618-A9D6-FFA011CCE180}"/>
          </ac:spMkLst>
        </pc:spChg>
      </pc:sldChg>
      <pc:sldChg chg="modSp add mod">
        <pc:chgData name="Soumita Sengupta" userId="4afa6ce1-cb01-46c2-8538-4650222f0c96" providerId="ADAL" clId="{8571DC48-0C12-45E0-9BF7-0A12C0FA93C2}" dt="2021-05-17T08:03:46.533" v="291" actId="255"/>
        <pc:sldMkLst>
          <pc:docMk/>
          <pc:sldMk cId="390194341" sldId="604"/>
        </pc:sldMkLst>
        <pc:graphicFrameChg chg="modGraphic">
          <ac:chgData name="Soumita Sengupta" userId="4afa6ce1-cb01-46c2-8538-4650222f0c96" providerId="ADAL" clId="{8571DC48-0C12-45E0-9BF7-0A12C0FA93C2}" dt="2021-05-17T08:03:46.533" v="291" actId="255"/>
          <ac:graphicFrameMkLst>
            <pc:docMk/>
            <pc:sldMk cId="390194341" sldId="604"/>
            <ac:graphicFrameMk id="4" creationId="{B17A15B9-9B2B-4362-93C3-AADF104B534F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3:52.732" v="292" actId="255"/>
        <pc:sldMkLst>
          <pc:docMk/>
          <pc:sldMk cId="1727804845" sldId="605"/>
        </pc:sldMkLst>
        <pc:spChg chg="mod">
          <ac:chgData name="Soumita Sengupta" userId="4afa6ce1-cb01-46c2-8538-4650222f0c96" providerId="ADAL" clId="{8571DC48-0C12-45E0-9BF7-0A12C0FA93C2}" dt="2021-05-17T08:03:52.732" v="292" actId="255"/>
          <ac:spMkLst>
            <pc:docMk/>
            <pc:sldMk cId="1727804845" sldId="605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4:04.479" v="294" actId="5793"/>
        <pc:sldMkLst>
          <pc:docMk/>
          <pc:sldMk cId="4150797766" sldId="606"/>
        </pc:sldMkLst>
        <pc:spChg chg="mod">
          <ac:chgData name="Soumita Sengupta" userId="4afa6ce1-cb01-46c2-8538-4650222f0c96" providerId="ADAL" clId="{8571DC48-0C12-45E0-9BF7-0A12C0FA93C2}" dt="2021-05-17T08:04:04.479" v="294" actId="5793"/>
          <ac:spMkLst>
            <pc:docMk/>
            <pc:sldMk cId="4150797766" sldId="606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4:13.947" v="295" actId="255"/>
        <pc:sldMkLst>
          <pc:docMk/>
          <pc:sldMk cId="2998912537" sldId="608"/>
        </pc:sldMkLst>
        <pc:spChg chg="mod">
          <ac:chgData name="Soumita Sengupta" userId="4afa6ce1-cb01-46c2-8538-4650222f0c96" providerId="ADAL" clId="{8571DC48-0C12-45E0-9BF7-0A12C0FA93C2}" dt="2021-05-17T08:04:13.947" v="295" actId="255"/>
          <ac:spMkLst>
            <pc:docMk/>
            <pc:sldMk cId="2998912537" sldId="608"/>
            <ac:spMk id="3" creationId="{4C64D9EE-6F8B-4B3E-ABB4-6F757C789B02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8:04:45.277" v="303" actId="20577"/>
        <pc:sldMkLst>
          <pc:docMk/>
          <pc:sldMk cId="2513612184" sldId="609"/>
        </pc:sldMkLst>
        <pc:spChg chg="mod">
          <ac:chgData name="Soumita Sengupta" userId="4afa6ce1-cb01-46c2-8538-4650222f0c96" providerId="ADAL" clId="{8571DC48-0C12-45E0-9BF7-0A12C0FA93C2}" dt="2021-05-17T08:04:45.277" v="303" actId="20577"/>
          <ac:spMkLst>
            <pc:docMk/>
            <pc:sldMk cId="2513612184" sldId="609"/>
            <ac:spMk id="3" creationId="{4C64D9EE-6F8B-4B3E-ABB4-6F757C789B02}"/>
          </ac:spMkLst>
        </pc:spChg>
        <pc:graphicFrameChg chg="modGraphic">
          <ac:chgData name="Soumita Sengupta" userId="4afa6ce1-cb01-46c2-8538-4650222f0c96" providerId="ADAL" clId="{8571DC48-0C12-45E0-9BF7-0A12C0FA93C2}" dt="2021-05-17T08:04:39.424" v="299" actId="255"/>
          <ac:graphicFrameMkLst>
            <pc:docMk/>
            <pc:sldMk cId="2513612184" sldId="609"/>
            <ac:graphicFrameMk id="12" creationId="{9D8EE5EC-ACA1-462E-891C-E9BA8F3ABA0D}"/>
          </ac:graphicFrameMkLst>
        </pc:graphicFrameChg>
        <pc:picChg chg="del">
          <ac:chgData name="Soumita Sengupta" userId="4afa6ce1-cb01-46c2-8538-4650222f0c96" providerId="ADAL" clId="{8571DC48-0C12-45E0-9BF7-0A12C0FA93C2}" dt="2021-05-17T08:04:30.429" v="298" actId="478"/>
          <ac:picMkLst>
            <pc:docMk/>
            <pc:sldMk cId="2513612184" sldId="609"/>
            <ac:picMk id="25" creationId="{968B9F0B-19F7-4D00-997E-9C4091534D0F}"/>
          </ac:picMkLst>
        </pc:picChg>
      </pc:sldChg>
      <pc:sldChg chg="modSp add mod">
        <pc:chgData name="Soumita Sengupta" userId="4afa6ce1-cb01-46c2-8538-4650222f0c96" providerId="ADAL" clId="{8571DC48-0C12-45E0-9BF7-0A12C0FA93C2}" dt="2021-05-17T08:04:21.825" v="296" actId="255"/>
        <pc:sldMkLst>
          <pc:docMk/>
          <pc:sldMk cId="2469314218" sldId="610"/>
        </pc:sldMkLst>
        <pc:spChg chg="mod">
          <ac:chgData name="Soumita Sengupta" userId="4afa6ce1-cb01-46c2-8538-4650222f0c96" providerId="ADAL" clId="{8571DC48-0C12-45E0-9BF7-0A12C0FA93C2}" dt="2021-05-17T08:04:21.825" v="296" actId="255"/>
          <ac:spMkLst>
            <pc:docMk/>
            <pc:sldMk cId="2469314218" sldId="610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4:53.484" v="305" actId="255"/>
        <pc:sldMkLst>
          <pc:docMk/>
          <pc:sldMk cId="1649629401" sldId="611"/>
        </pc:sldMkLst>
        <pc:spChg chg="mod">
          <ac:chgData name="Soumita Sengupta" userId="4afa6ce1-cb01-46c2-8538-4650222f0c96" providerId="ADAL" clId="{8571DC48-0C12-45E0-9BF7-0A12C0FA93C2}" dt="2021-05-17T08:04:53.484" v="305" actId="255"/>
          <ac:spMkLst>
            <pc:docMk/>
            <pc:sldMk cId="1649629401" sldId="611"/>
            <ac:spMk id="3" creationId="{4C64D9EE-6F8B-4B3E-ABB4-6F757C789B02}"/>
          </ac:spMkLst>
        </pc:spChg>
      </pc:sldChg>
      <pc:sldChg chg="delSp add mod">
        <pc:chgData name="Soumita Sengupta" userId="4afa6ce1-cb01-46c2-8538-4650222f0c96" providerId="ADAL" clId="{8571DC48-0C12-45E0-9BF7-0A12C0FA93C2}" dt="2021-05-17T08:04:57.624" v="306" actId="478"/>
        <pc:sldMkLst>
          <pc:docMk/>
          <pc:sldMk cId="3588579200" sldId="612"/>
        </pc:sldMkLst>
        <pc:spChg chg="del">
          <ac:chgData name="Soumita Sengupta" userId="4afa6ce1-cb01-46c2-8538-4650222f0c96" providerId="ADAL" clId="{8571DC48-0C12-45E0-9BF7-0A12C0FA93C2}" dt="2021-05-17T08:04:57.624" v="306" actId="478"/>
          <ac:spMkLst>
            <pc:docMk/>
            <pc:sldMk cId="3588579200" sldId="612"/>
            <ac:spMk id="10" creationId="{87E0046A-8C28-4F24-8F8C-23B9704D487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5:03.470" v="307" actId="255"/>
        <pc:sldMkLst>
          <pc:docMk/>
          <pc:sldMk cId="918964389" sldId="613"/>
        </pc:sldMkLst>
        <pc:spChg chg="mod">
          <ac:chgData name="Soumita Sengupta" userId="4afa6ce1-cb01-46c2-8538-4650222f0c96" providerId="ADAL" clId="{8571DC48-0C12-45E0-9BF7-0A12C0FA93C2}" dt="2021-05-17T08:05:03.470" v="307" actId="255"/>
          <ac:spMkLst>
            <pc:docMk/>
            <pc:sldMk cId="918964389" sldId="613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5:09.337" v="308" actId="255"/>
        <pc:sldMkLst>
          <pc:docMk/>
          <pc:sldMk cId="1152959613" sldId="614"/>
        </pc:sldMkLst>
        <pc:spChg chg="mod">
          <ac:chgData name="Soumita Sengupta" userId="4afa6ce1-cb01-46c2-8538-4650222f0c96" providerId="ADAL" clId="{8571DC48-0C12-45E0-9BF7-0A12C0FA93C2}" dt="2021-05-17T08:05:09.337" v="308" actId="255"/>
          <ac:spMkLst>
            <pc:docMk/>
            <pc:sldMk cId="1152959613" sldId="614"/>
            <ac:spMk id="3" creationId="{4C64D9EE-6F8B-4B3E-ABB4-6F757C789B02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8:05:28.208" v="311" actId="255"/>
        <pc:sldMkLst>
          <pc:docMk/>
          <pc:sldMk cId="4180479736" sldId="615"/>
        </pc:sldMkLst>
        <pc:spChg chg="mod">
          <ac:chgData name="Soumita Sengupta" userId="4afa6ce1-cb01-46c2-8538-4650222f0c96" providerId="ADAL" clId="{8571DC48-0C12-45E0-9BF7-0A12C0FA93C2}" dt="2021-05-17T08:05:28.208" v="311" actId="255"/>
          <ac:spMkLst>
            <pc:docMk/>
            <pc:sldMk cId="4180479736" sldId="615"/>
            <ac:spMk id="3" creationId="{4C64D9EE-6F8B-4B3E-ABB4-6F757C789B02}"/>
          </ac:spMkLst>
        </pc:spChg>
        <pc:picChg chg="del">
          <ac:chgData name="Soumita Sengupta" userId="4afa6ce1-cb01-46c2-8538-4650222f0c96" providerId="ADAL" clId="{8571DC48-0C12-45E0-9BF7-0A12C0FA93C2}" dt="2021-05-17T08:05:23.767" v="310" actId="478"/>
          <ac:picMkLst>
            <pc:docMk/>
            <pc:sldMk cId="4180479736" sldId="615"/>
            <ac:picMk id="25" creationId="{968B9F0B-19F7-4D00-997E-9C4091534D0F}"/>
          </ac:picMkLst>
        </pc:picChg>
      </pc:sldChg>
      <pc:sldChg chg="modSp add mod">
        <pc:chgData name="Soumita Sengupta" userId="4afa6ce1-cb01-46c2-8538-4650222f0c96" providerId="ADAL" clId="{8571DC48-0C12-45E0-9BF7-0A12C0FA93C2}" dt="2021-05-17T08:05:33.120" v="312" actId="255"/>
        <pc:sldMkLst>
          <pc:docMk/>
          <pc:sldMk cId="945563877" sldId="616"/>
        </pc:sldMkLst>
        <pc:spChg chg="mod">
          <ac:chgData name="Soumita Sengupta" userId="4afa6ce1-cb01-46c2-8538-4650222f0c96" providerId="ADAL" clId="{8571DC48-0C12-45E0-9BF7-0A12C0FA93C2}" dt="2021-05-17T08:05:33.120" v="312" actId="255"/>
          <ac:spMkLst>
            <pc:docMk/>
            <pc:sldMk cId="945563877" sldId="616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5:39.840" v="313" actId="255"/>
        <pc:sldMkLst>
          <pc:docMk/>
          <pc:sldMk cId="3378954170" sldId="618"/>
        </pc:sldMkLst>
        <pc:spChg chg="mod">
          <ac:chgData name="Soumita Sengupta" userId="4afa6ce1-cb01-46c2-8538-4650222f0c96" providerId="ADAL" clId="{8571DC48-0C12-45E0-9BF7-0A12C0FA93C2}" dt="2021-05-17T08:05:39.840" v="313" actId="255"/>
          <ac:spMkLst>
            <pc:docMk/>
            <pc:sldMk cId="3378954170" sldId="618"/>
            <ac:spMk id="3" creationId="{4C64D9EE-6F8B-4B3E-ABB4-6F757C789B0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5:53.741" v="315" actId="255"/>
        <pc:sldMkLst>
          <pc:docMk/>
          <pc:sldMk cId="3175453255" sldId="619"/>
        </pc:sldMkLst>
        <pc:spChg chg="mod">
          <ac:chgData name="Soumita Sengupta" userId="4afa6ce1-cb01-46c2-8538-4650222f0c96" providerId="ADAL" clId="{8571DC48-0C12-45E0-9BF7-0A12C0FA93C2}" dt="2021-05-17T08:05:47.208" v="314" actId="255"/>
          <ac:spMkLst>
            <pc:docMk/>
            <pc:sldMk cId="3175453255" sldId="619"/>
            <ac:spMk id="3" creationId="{4C64D9EE-6F8B-4B3E-ABB4-6F757C789B02}"/>
          </ac:spMkLst>
        </pc:spChg>
        <pc:graphicFrameChg chg="modGraphic">
          <ac:chgData name="Soumita Sengupta" userId="4afa6ce1-cb01-46c2-8538-4650222f0c96" providerId="ADAL" clId="{8571DC48-0C12-45E0-9BF7-0A12C0FA93C2}" dt="2021-05-17T08:05:53.741" v="315" actId="255"/>
          <ac:graphicFrameMkLst>
            <pc:docMk/>
            <pc:sldMk cId="3175453255" sldId="619"/>
            <ac:graphicFrameMk id="13" creationId="{7FBA5FBA-0A9D-4348-8990-EB87C93F97DE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6:25.045" v="320" actId="255"/>
        <pc:sldMkLst>
          <pc:docMk/>
          <pc:sldMk cId="1796439600" sldId="622"/>
        </pc:sldMkLst>
        <pc:spChg chg="mod">
          <ac:chgData name="Soumita Sengupta" userId="4afa6ce1-cb01-46c2-8538-4650222f0c96" providerId="ADAL" clId="{8571DC48-0C12-45E0-9BF7-0A12C0FA93C2}" dt="2021-05-17T08:06:25.045" v="320" actId="255"/>
          <ac:spMkLst>
            <pc:docMk/>
            <pc:sldMk cId="1796439600" sldId="622"/>
            <ac:spMk id="7" creationId="{51680A7F-0571-4761-AB45-8A5FB51A8763}"/>
          </ac:spMkLst>
        </pc:spChg>
      </pc:sldChg>
      <pc:sldChg chg="modSp add mod">
        <pc:chgData name="Soumita Sengupta" userId="4afa6ce1-cb01-46c2-8538-4650222f0c96" providerId="ADAL" clId="{8571DC48-0C12-45E0-9BF7-0A12C0FA93C2}" dt="2021-05-17T08:06:55.719" v="329" actId="1076"/>
        <pc:sldMkLst>
          <pc:docMk/>
          <pc:sldMk cId="3566022154" sldId="623"/>
        </pc:sldMkLst>
        <pc:spChg chg="mod">
          <ac:chgData name="Soumita Sengupta" userId="4afa6ce1-cb01-46c2-8538-4650222f0c96" providerId="ADAL" clId="{8571DC48-0C12-45E0-9BF7-0A12C0FA93C2}" dt="2021-05-17T08:06:49.742" v="328" actId="5793"/>
          <ac:spMkLst>
            <pc:docMk/>
            <pc:sldMk cId="3566022154" sldId="623"/>
            <ac:spMk id="7" creationId="{51680A7F-0571-4761-AB45-8A5FB51A8763}"/>
          </ac:spMkLst>
        </pc:spChg>
        <pc:graphicFrameChg chg="mod modGraphic">
          <ac:chgData name="Soumita Sengupta" userId="4afa6ce1-cb01-46c2-8538-4650222f0c96" providerId="ADAL" clId="{8571DC48-0C12-45E0-9BF7-0A12C0FA93C2}" dt="2021-05-17T08:06:55.719" v="329" actId="1076"/>
          <ac:graphicFrameMkLst>
            <pc:docMk/>
            <pc:sldMk cId="3566022154" sldId="623"/>
            <ac:graphicFrameMk id="8" creationId="{DE425DE9-4464-4734-9D83-7CF5C161F98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7:10.671" v="331" actId="255"/>
        <pc:sldMkLst>
          <pc:docMk/>
          <pc:sldMk cId="4149358472" sldId="625"/>
        </pc:sldMkLst>
        <pc:spChg chg="mod">
          <ac:chgData name="Soumita Sengupta" userId="4afa6ce1-cb01-46c2-8538-4650222f0c96" providerId="ADAL" clId="{8571DC48-0C12-45E0-9BF7-0A12C0FA93C2}" dt="2021-05-17T08:07:10.671" v="331" actId="255"/>
          <ac:spMkLst>
            <pc:docMk/>
            <pc:sldMk cId="4149358472" sldId="625"/>
            <ac:spMk id="7" creationId="{1555502E-3A36-4CF2-89F1-2960DE06FD31}"/>
          </ac:spMkLst>
        </pc:spChg>
      </pc:sldChg>
      <pc:sldChg chg="modSp add mod">
        <pc:chgData name="Soumita Sengupta" userId="4afa6ce1-cb01-46c2-8538-4650222f0c96" providerId="ADAL" clId="{8571DC48-0C12-45E0-9BF7-0A12C0FA93C2}" dt="2021-05-17T08:07:16.322" v="332" actId="255"/>
        <pc:sldMkLst>
          <pc:docMk/>
          <pc:sldMk cId="2979335379" sldId="626"/>
        </pc:sldMkLst>
        <pc:spChg chg="mod">
          <ac:chgData name="Soumita Sengupta" userId="4afa6ce1-cb01-46c2-8538-4650222f0c96" providerId="ADAL" clId="{8571DC48-0C12-45E0-9BF7-0A12C0FA93C2}" dt="2021-05-17T08:07:16.322" v="332" actId="255"/>
          <ac:spMkLst>
            <pc:docMk/>
            <pc:sldMk cId="2979335379" sldId="626"/>
            <ac:spMk id="7" creationId="{1555502E-3A36-4CF2-89F1-2960DE06FD31}"/>
          </ac:spMkLst>
        </pc:spChg>
      </pc:sldChg>
      <pc:sldChg chg="delSp modSp add mod ord">
        <pc:chgData name="Soumita Sengupta" userId="4afa6ce1-cb01-46c2-8538-4650222f0c96" providerId="ADAL" clId="{8571DC48-0C12-45E0-9BF7-0A12C0FA93C2}" dt="2021-05-17T08:07:29.206" v="337" actId="14100"/>
        <pc:sldMkLst>
          <pc:docMk/>
          <pc:sldMk cId="2143778835" sldId="627"/>
        </pc:sldMkLst>
        <pc:spChg chg="del">
          <ac:chgData name="Soumita Sengupta" userId="4afa6ce1-cb01-46c2-8538-4650222f0c96" providerId="ADAL" clId="{8571DC48-0C12-45E0-9BF7-0A12C0FA93C2}" dt="2021-05-17T08:07:24.878" v="336" actId="478"/>
          <ac:spMkLst>
            <pc:docMk/>
            <pc:sldMk cId="2143778835" sldId="627"/>
            <ac:spMk id="7" creationId="{1555502E-3A36-4CF2-89F1-2960DE06FD31}"/>
          </ac:spMkLst>
        </pc:spChg>
        <pc:picChg chg="mod">
          <ac:chgData name="Soumita Sengupta" userId="4afa6ce1-cb01-46c2-8538-4650222f0c96" providerId="ADAL" clId="{8571DC48-0C12-45E0-9BF7-0A12C0FA93C2}" dt="2021-05-17T08:07:29.206" v="337" actId="14100"/>
          <ac:picMkLst>
            <pc:docMk/>
            <pc:sldMk cId="2143778835" sldId="627"/>
            <ac:picMk id="3" creationId="{81994DA6-2F0A-4A42-AE30-3EC57F348133}"/>
          </ac:picMkLst>
        </pc:picChg>
      </pc:sldChg>
      <pc:sldChg chg="modSp add mod">
        <pc:chgData name="Soumita Sengupta" userId="4afa6ce1-cb01-46c2-8538-4650222f0c96" providerId="ADAL" clId="{8571DC48-0C12-45E0-9BF7-0A12C0FA93C2}" dt="2021-05-17T08:07:38.662" v="338" actId="255"/>
        <pc:sldMkLst>
          <pc:docMk/>
          <pc:sldMk cId="1840417079" sldId="628"/>
        </pc:sldMkLst>
        <pc:graphicFrameChg chg="modGraphic">
          <ac:chgData name="Soumita Sengupta" userId="4afa6ce1-cb01-46c2-8538-4650222f0c96" providerId="ADAL" clId="{8571DC48-0C12-45E0-9BF7-0A12C0FA93C2}" dt="2021-05-17T08:07:38.662" v="338" actId="255"/>
          <ac:graphicFrameMkLst>
            <pc:docMk/>
            <pc:sldMk cId="1840417079" sldId="628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8:47.028" v="344" actId="255"/>
        <pc:sldMkLst>
          <pc:docMk/>
          <pc:sldMk cId="96484799" sldId="633"/>
        </pc:sldMkLst>
        <pc:spChg chg="mod">
          <ac:chgData name="Soumita Sengupta" userId="4afa6ce1-cb01-46c2-8538-4650222f0c96" providerId="ADAL" clId="{8571DC48-0C12-45E0-9BF7-0A12C0FA93C2}" dt="2021-05-17T08:08:47.028" v="344" actId="255"/>
          <ac:spMkLst>
            <pc:docMk/>
            <pc:sldMk cId="96484799" sldId="633"/>
            <ac:spMk id="7" creationId="{1954F96B-73D4-4F31-BD4C-4E3AE69DBAE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8:56.910" v="346" actId="255"/>
        <pc:sldMkLst>
          <pc:docMk/>
          <pc:sldMk cId="4018720682" sldId="634"/>
        </pc:sldMkLst>
        <pc:graphicFrameChg chg="modGraphic">
          <ac:chgData name="Soumita Sengupta" userId="4afa6ce1-cb01-46c2-8538-4650222f0c96" providerId="ADAL" clId="{8571DC48-0C12-45E0-9BF7-0A12C0FA93C2}" dt="2021-05-17T08:08:56.910" v="346" actId="255"/>
          <ac:graphicFrameMkLst>
            <pc:docMk/>
            <pc:sldMk cId="4018720682" sldId="634"/>
            <ac:graphicFrameMk id="4" creationId="{5770FC58-1138-4B6A-A5D3-B74D595C317F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0:35.622" v="358" actId="255"/>
        <pc:sldMkLst>
          <pc:docMk/>
          <pc:sldMk cId="1101439345" sldId="636"/>
        </pc:sldMkLst>
        <pc:spChg chg="mod">
          <ac:chgData name="Soumita Sengupta" userId="4afa6ce1-cb01-46c2-8538-4650222f0c96" providerId="ADAL" clId="{8571DC48-0C12-45E0-9BF7-0A12C0FA93C2}" dt="2021-05-17T08:10:35.622" v="358" actId="255"/>
          <ac:spMkLst>
            <pc:docMk/>
            <pc:sldMk cId="1101439345" sldId="636"/>
            <ac:spMk id="7" creationId="{0B72E019-94C1-4A3A-A0D3-022823597E78}"/>
          </ac:spMkLst>
        </pc:spChg>
      </pc:sldChg>
      <pc:sldChg chg="modSp add mod">
        <pc:chgData name="Soumita Sengupta" userId="4afa6ce1-cb01-46c2-8538-4650222f0c96" providerId="ADAL" clId="{8571DC48-0C12-45E0-9BF7-0A12C0FA93C2}" dt="2021-05-17T08:10:52.099" v="360" actId="255"/>
        <pc:sldMkLst>
          <pc:docMk/>
          <pc:sldMk cId="583779290" sldId="637"/>
        </pc:sldMkLst>
        <pc:spChg chg="mod">
          <ac:chgData name="Soumita Sengupta" userId="4afa6ce1-cb01-46c2-8538-4650222f0c96" providerId="ADAL" clId="{8571DC48-0C12-45E0-9BF7-0A12C0FA93C2}" dt="2021-05-17T08:10:52.099" v="360" actId="255"/>
          <ac:spMkLst>
            <pc:docMk/>
            <pc:sldMk cId="583779290" sldId="637"/>
            <ac:spMk id="7" creationId="{0B72E019-94C1-4A3A-A0D3-022823597E78}"/>
          </ac:spMkLst>
        </pc:spChg>
      </pc:sldChg>
      <pc:sldChg chg="add">
        <pc:chgData name="Soumita Sengupta" userId="4afa6ce1-cb01-46c2-8538-4650222f0c96" providerId="ADAL" clId="{8571DC48-0C12-45E0-9BF7-0A12C0FA93C2}" dt="2021-05-17T07:50:44.638" v="172"/>
        <pc:sldMkLst>
          <pc:docMk/>
          <pc:sldMk cId="4285856727" sldId="638"/>
        </pc:sldMkLst>
      </pc:sldChg>
      <pc:sldChg chg="delSp modSp add mod">
        <pc:chgData name="Soumita Sengupta" userId="4afa6ce1-cb01-46c2-8538-4650222f0c96" providerId="ADAL" clId="{8571DC48-0C12-45E0-9BF7-0A12C0FA93C2}" dt="2021-05-17T08:11:51.481" v="367" actId="255"/>
        <pc:sldMkLst>
          <pc:docMk/>
          <pc:sldMk cId="994777911" sldId="642"/>
        </pc:sldMkLst>
        <pc:spChg chg="mod">
          <ac:chgData name="Soumita Sengupta" userId="4afa6ce1-cb01-46c2-8538-4650222f0c96" providerId="ADAL" clId="{8571DC48-0C12-45E0-9BF7-0A12C0FA93C2}" dt="2021-05-17T08:11:51.481" v="367" actId="255"/>
          <ac:spMkLst>
            <pc:docMk/>
            <pc:sldMk cId="994777911" sldId="642"/>
            <ac:spMk id="4" creationId="{F4E4F34F-F15D-4726-AF4D-1FA5CD8F58BF}"/>
          </ac:spMkLst>
        </pc:spChg>
        <pc:picChg chg="del">
          <ac:chgData name="Soumita Sengupta" userId="4afa6ce1-cb01-46c2-8538-4650222f0c96" providerId="ADAL" clId="{8571DC48-0C12-45E0-9BF7-0A12C0FA93C2}" dt="2021-05-17T08:11:46.348" v="366" actId="478"/>
          <ac:picMkLst>
            <pc:docMk/>
            <pc:sldMk cId="994777911" sldId="642"/>
            <ac:picMk id="3" creationId="{34B6A8B0-05DF-42A9-B0D6-6BB1BA2A8F6F}"/>
          </ac:picMkLst>
        </pc:picChg>
      </pc:sldChg>
      <pc:sldChg chg="delSp add mod">
        <pc:chgData name="Soumita Sengupta" userId="4afa6ce1-cb01-46c2-8538-4650222f0c96" providerId="ADAL" clId="{8571DC48-0C12-45E0-9BF7-0A12C0FA93C2}" dt="2021-05-17T08:11:56.007" v="368" actId="478"/>
        <pc:sldMkLst>
          <pc:docMk/>
          <pc:sldMk cId="2095642720" sldId="643"/>
        </pc:sldMkLst>
        <pc:spChg chg="del">
          <ac:chgData name="Soumita Sengupta" userId="4afa6ce1-cb01-46c2-8538-4650222f0c96" providerId="ADAL" clId="{8571DC48-0C12-45E0-9BF7-0A12C0FA93C2}" dt="2021-05-17T08:11:56.007" v="368" actId="478"/>
          <ac:spMkLst>
            <pc:docMk/>
            <pc:sldMk cId="2095642720" sldId="643"/>
            <ac:spMk id="11" creationId="{B1EE0E6E-C5E0-4000-B91A-F0513405AC6E}"/>
          </ac:spMkLst>
        </pc:spChg>
      </pc:sldChg>
      <pc:sldChg chg="modSp add mod">
        <pc:chgData name="Soumita Sengupta" userId="4afa6ce1-cb01-46c2-8538-4650222f0c96" providerId="ADAL" clId="{8571DC48-0C12-45E0-9BF7-0A12C0FA93C2}" dt="2021-05-17T08:12:18.208" v="373" actId="255"/>
        <pc:sldMkLst>
          <pc:docMk/>
          <pc:sldMk cId="1181531667" sldId="644"/>
        </pc:sldMkLst>
        <pc:spChg chg="mod">
          <ac:chgData name="Soumita Sengupta" userId="4afa6ce1-cb01-46c2-8538-4650222f0c96" providerId="ADAL" clId="{8571DC48-0C12-45E0-9BF7-0A12C0FA93C2}" dt="2021-05-17T08:12:18.208" v="373" actId="255"/>
          <ac:spMkLst>
            <pc:docMk/>
            <pc:sldMk cId="1181531667" sldId="644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2:25.944" v="374" actId="255"/>
        <pc:sldMkLst>
          <pc:docMk/>
          <pc:sldMk cId="3152158587" sldId="645"/>
        </pc:sldMkLst>
        <pc:spChg chg="mod">
          <ac:chgData name="Soumita Sengupta" userId="4afa6ce1-cb01-46c2-8538-4650222f0c96" providerId="ADAL" clId="{8571DC48-0C12-45E0-9BF7-0A12C0FA93C2}" dt="2021-05-17T08:12:25.944" v="374" actId="255"/>
          <ac:spMkLst>
            <pc:docMk/>
            <pc:sldMk cId="3152158587" sldId="645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2:32.563" v="375" actId="255"/>
        <pc:sldMkLst>
          <pc:docMk/>
          <pc:sldMk cId="3694302526" sldId="646"/>
        </pc:sldMkLst>
        <pc:spChg chg="mod">
          <ac:chgData name="Soumita Sengupta" userId="4afa6ce1-cb01-46c2-8538-4650222f0c96" providerId="ADAL" clId="{8571DC48-0C12-45E0-9BF7-0A12C0FA93C2}" dt="2021-05-17T08:12:32.563" v="375" actId="255"/>
          <ac:spMkLst>
            <pc:docMk/>
            <pc:sldMk cId="3694302526" sldId="646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2:59.897" v="378" actId="255"/>
        <pc:sldMkLst>
          <pc:docMk/>
          <pc:sldMk cId="3358312975" sldId="647"/>
        </pc:sldMkLst>
        <pc:spChg chg="mod">
          <ac:chgData name="Soumita Sengupta" userId="4afa6ce1-cb01-46c2-8538-4650222f0c96" providerId="ADAL" clId="{8571DC48-0C12-45E0-9BF7-0A12C0FA93C2}" dt="2021-05-17T08:12:59.897" v="378" actId="255"/>
          <ac:spMkLst>
            <pc:docMk/>
            <pc:sldMk cId="3358312975" sldId="647"/>
            <ac:spMk id="4" creationId="{F4E4F34F-F15D-4726-AF4D-1FA5CD8F58BF}"/>
          </ac:spMkLst>
        </pc:spChg>
        <pc:graphicFrameChg chg="modGraphic">
          <ac:chgData name="Soumita Sengupta" userId="4afa6ce1-cb01-46c2-8538-4650222f0c96" providerId="ADAL" clId="{8571DC48-0C12-45E0-9BF7-0A12C0FA93C2}" dt="2021-05-17T08:12:39.942" v="376" actId="255"/>
          <ac:graphicFrameMkLst>
            <pc:docMk/>
            <pc:sldMk cId="3358312975" sldId="647"/>
            <ac:graphicFrameMk id="2" creationId="{7D5A731D-F205-4673-A456-9177A9D055C7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3:05.842" v="379" actId="255"/>
        <pc:sldMkLst>
          <pc:docMk/>
          <pc:sldMk cId="2361541675" sldId="648"/>
        </pc:sldMkLst>
        <pc:spChg chg="mod">
          <ac:chgData name="Soumita Sengupta" userId="4afa6ce1-cb01-46c2-8538-4650222f0c96" providerId="ADAL" clId="{8571DC48-0C12-45E0-9BF7-0A12C0FA93C2}" dt="2021-05-17T08:13:05.842" v="379" actId="255"/>
          <ac:spMkLst>
            <pc:docMk/>
            <pc:sldMk cId="2361541675" sldId="648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3:13.012" v="380" actId="255"/>
        <pc:sldMkLst>
          <pc:docMk/>
          <pc:sldMk cId="2222658692" sldId="649"/>
        </pc:sldMkLst>
        <pc:spChg chg="mod">
          <ac:chgData name="Soumita Sengupta" userId="4afa6ce1-cb01-46c2-8538-4650222f0c96" providerId="ADAL" clId="{8571DC48-0C12-45E0-9BF7-0A12C0FA93C2}" dt="2021-05-17T08:13:13.012" v="380" actId="255"/>
          <ac:spMkLst>
            <pc:docMk/>
            <pc:sldMk cId="2222658692" sldId="649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3:22.381" v="381" actId="255"/>
        <pc:sldMkLst>
          <pc:docMk/>
          <pc:sldMk cId="510060166" sldId="650"/>
        </pc:sldMkLst>
        <pc:spChg chg="mod">
          <ac:chgData name="Soumita Sengupta" userId="4afa6ce1-cb01-46c2-8538-4650222f0c96" providerId="ADAL" clId="{8571DC48-0C12-45E0-9BF7-0A12C0FA93C2}" dt="2021-05-17T08:13:22.381" v="381" actId="255"/>
          <ac:spMkLst>
            <pc:docMk/>
            <pc:sldMk cId="510060166" sldId="650"/>
            <ac:spMk id="4" creationId="{F4E4F34F-F15D-4726-AF4D-1FA5CD8F58BF}"/>
          </ac:spMkLst>
        </pc:spChg>
      </pc:sldChg>
      <pc:sldChg chg="modSp add mod">
        <pc:chgData name="Soumita Sengupta" userId="4afa6ce1-cb01-46c2-8538-4650222f0c96" providerId="ADAL" clId="{8571DC48-0C12-45E0-9BF7-0A12C0FA93C2}" dt="2021-05-17T08:13:34.911" v="382" actId="255"/>
        <pc:sldMkLst>
          <pc:docMk/>
          <pc:sldMk cId="1129792128" sldId="666"/>
        </pc:sldMkLst>
        <pc:graphicFrameChg chg="modGraphic">
          <ac:chgData name="Soumita Sengupta" userId="4afa6ce1-cb01-46c2-8538-4650222f0c96" providerId="ADAL" clId="{8571DC48-0C12-45E0-9BF7-0A12C0FA93C2}" dt="2021-05-17T08:13:34.911" v="382" actId="255"/>
          <ac:graphicFrameMkLst>
            <pc:docMk/>
            <pc:sldMk cId="1129792128" sldId="666"/>
            <ac:graphicFrameMk id="9" creationId="{222BB22A-E973-4FDC-98D3-193C87729AB0}"/>
          </ac:graphicFrameMkLst>
        </pc:graphicFrameChg>
      </pc:sldChg>
      <pc:sldChg chg="modSp mod">
        <pc:chgData name="Soumita Sengupta" userId="4afa6ce1-cb01-46c2-8538-4650222f0c96" providerId="ADAL" clId="{8571DC48-0C12-45E0-9BF7-0A12C0FA93C2}" dt="2021-05-17T14:26:58.164" v="450" actId="207"/>
        <pc:sldMkLst>
          <pc:docMk/>
          <pc:sldMk cId="2849411837" sldId="668"/>
        </pc:sldMkLst>
        <pc:spChg chg="mod">
          <ac:chgData name="Soumita Sengupta" userId="4afa6ce1-cb01-46c2-8538-4650222f0c96" providerId="ADAL" clId="{8571DC48-0C12-45E0-9BF7-0A12C0FA93C2}" dt="2021-05-17T14:26:58.164" v="450" actId="207"/>
          <ac:spMkLst>
            <pc:docMk/>
            <pc:sldMk cId="2849411837" sldId="66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6:58.164" v="450" actId="207"/>
          <ac:spMkLst>
            <pc:docMk/>
            <pc:sldMk cId="2849411837" sldId="668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04.682" v="451" actId="207"/>
        <pc:sldMkLst>
          <pc:docMk/>
          <pc:sldMk cId="1823865472" sldId="669"/>
        </pc:sldMkLst>
        <pc:spChg chg="mod">
          <ac:chgData name="Soumita Sengupta" userId="4afa6ce1-cb01-46c2-8538-4650222f0c96" providerId="ADAL" clId="{8571DC48-0C12-45E0-9BF7-0A12C0FA93C2}" dt="2021-05-17T14:27:04.682" v="451" actId="207"/>
          <ac:spMkLst>
            <pc:docMk/>
            <pc:sldMk cId="1823865472" sldId="669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04.682" v="451" actId="207"/>
          <ac:spMkLst>
            <pc:docMk/>
            <pc:sldMk cId="1823865472" sldId="66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13.458" v="452" actId="207"/>
        <pc:sldMkLst>
          <pc:docMk/>
          <pc:sldMk cId="3322344175" sldId="670"/>
        </pc:sldMkLst>
        <pc:spChg chg="mod">
          <ac:chgData name="Soumita Sengupta" userId="4afa6ce1-cb01-46c2-8538-4650222f0c96" providerId="ADAL" clId="{8571DC48-0C12-45E0-9BF7-0A12C0FA93C2}" dt="2021-05-17T14:27:13.458" v="452" actId="207"/>
          <ac:spMkLst>
            <pc:docMk/>
            <pc:sldMk cId="3322344175" sldId="67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13.458" v="452" actId="207"/>
          <ac:spMkLst>
            <pc:docMk/>
            <pc:sldMk cId="3322344175" sldId="67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23.081" v="453" actId="207"/>
        <pc:sldMkLst>
          <pc:docMk/>
          <pc:sldMk cId="1858348461" sldId="671"/>
        </pc:sldMkLst>
        <pc:spChg chg="mod">
          <ac:chgData name="Soumita Sengupta" userId="4afa6ce1-cb01-46c2-8538-4650222f0c96" providerId="ADAL" clId="{8571DC48-0C12-45E0-9BF7-0A12C0FA93C2}" dt="2021-05-17T14:27:23.081" v="453" actId="207"/>
          <ac:spMkLst>
            <pc:docMk/>
            <pc:sldMk cId="1858348461" sldId="671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23.081" v="453" actId="207"/>
          <ac:spMkLst>
            <pc:docMk/>
            <pc:sldMk cId="1858348461" sldId="671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44.487" v="455" actId="207"/>
        <pc:sldMkLst>
          <pc:docMk/>
          <pc:sldMk cId="2643689726" sldId="673"/>
        </pc:sldMkLst>
        <pc:spChg chg="mod">
          <ac:chgData name="Soumita Sengupta" userId="4afa6ce1-cb01-46c2-8538-4650222f0c96" providerId="ADAL" clId="{8571DC48-0C12-45E0-9BF7-0A12C0FA93C2}" dt="2021-05-17T14:27:44.487" v="455" actId="207"/>
          <ac:spMkLst>
            <pc:docMk/>
            <pc:sldMk cId="2643689726" sldId="673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44.487" v="455" actId="207"/>
          <ac:spMkLst>
            <pc:docMk/>
            <pc:sldMk cId="2643689726" sldId="673"/>
            <ac:spMk id="11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52.417" v="456" actId="207"/>
        <pc:sldMkLst>
          <pc:docMk/>
          <pc:sldMk cId="1058378958" sldId="674"/>
        </pc:sldMkLst>
        <pc:spChg chg="mod">
          <ac:chgData name="Soumita Sengupta" userId="4afa6ce1-cb01-46c2-8538-4650222f0c96" providerId="ADAL" clId="{8571DC48-0C12-45E0-9BF7-0A12C0FA93C2}" dt="2021-05-17T14:27:52.417" v="456" actId="207"/>
          <ac:spMkLst>
            <pc:docMk/>
            <pc:sldMk cId="1058378958" sldId="674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52.417" v="456" actId="207"/>
          <ac:spMkLst>
            <pc:docMk/>
            <pc:sldMk cId="1058378958" sldId="674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04.465" v="458" actId="207"/>
        <pc:sldMkLst>
          <pc:docMk/>
          <pc:sldMk cId="1466538347" sldId="675"/>
        </pc:sldMkLst>
        <pc:spChg chg="mod">
          <ac:chgData name="Soumita Sengupta" userId="4afa6ce1-cb01-46c2-8538-4650222f0c96" providerId="ADAL" clId="{8571DC48-0C12-45E0-9BF7-0A12C0FA93C2}" dt="2021-05-17T14:28:04.465" v="458" actId="207"/>
          <ac:spMkLst>
            <pc:docMk/>
            <pc:sldMk cId="1466538347" sldId="675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8:04.465" v="458" actId="207"/>
          <ac:spMkLst>
            <pc:docMk/>
            <pc:sldMk cId="1466538347" sldId="675"/>
            <ac:spMk id="4" creationId="{00000000-0000-0000-0000-000000000000}"/>
          </ac:spMkLst>
        </pc:spChg>
      </pc:sldChg>
      <pc:sldChg chg="modSp add mod">
        <pc:chgData name="Soumita Sengupta" userId="4afa6ce1-cb01-46c2-8538-4650222f0c96" providerId="ADAL" clId="{8571DC48-0C12-45E0-9BF7-0A12C0FA93C2}" dt="2021-05-17T07:53:26.578" v="214" actId="255"/>
        <pc:sldMkLst>
          <pc:docMk/>
          <pc:sldMk cId="1877917348" sldId="682"/>
        </pc:sldMkLst>
        <pc:spChg chg="mod">
          <ac:chgData name="Soumita Sengupta" userId="4afa6ce1-cb01-46c2-8538-4650222f0c96" providerId="ADAL" clId="{8571DC48-0C12-45E0-9BF7-0A12C0FA93C2}" dt="2021-05-17T07:53:26.578" v="214" actId="255"/>
          <ac:spMkLst>
            <pc:docMk/>
            <pc:sldMk cId="1877917348" sldId="682"/>
            <ac:spMk id="12" creationId="{0F937505-1157-4EED-9D93-F565D545DFE4}"/>
          </ac:spMkLst>
        </pc:spChg>
      </pc:sldChg>
      <pc:sldChg chg="modSp mod">
        <pc:chgData name="Soumita Sengupta" userId="4afa6ce1-cb01-46c2-8538-4650222f0c96" providerId="ADAL" clId="{8571DC48-0C12-45E0-9BF7-0A12C0FA93C2}" dt="2021-05-17T14:10:55.020" v="430" actId="207"/>
        <pc:sldMkLst>
          <pc:docMk/>
          <pc:sldMk cId="1349535947" sldId="690"/>
        </pc:sldMkLst>
        <pc:spChg chg="mod">
          <ac:chgData name="Soumita Sengupta" userId="4afa6ce1-cb01-46c2-8538-4650222f0c96" providerId="ADAL" clId="{8571DC48-0C12-45E0-9BF7-0A12C0FA93C2}" dt="2021-05-17T14:10:55.020" v="430" actId="207"/>
          <ac:spMkLst>
            <pc:docMk/>
            <pc:sldMk cId="1349535947" sldId="690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10:55.020" v="430" actId="207"/>
          <ac:spMkLst>
            <pc:docMk/>
            <pc:sldMk cId="1349535947" sldId="690"/>
            <ac:spMk id="6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4:28.705" v="435" actId="207"/>
        <pc:sldMkLst>
          <pc:docMk/>
          <pc:sldMk cId="2783950847" sldId="691"/>
        </pc:sldMkLst>
        <pc:spChg chg="mod">
          <ac:chgData name="Soumita Sengupta" userId="4afa6ce1-cb01-46c2-8538-4650222f0c96" providerId="ADAL" clId="{8571DC48-0C12-45E0-9BF7-0A12C0FA93C2}" dt="2021-05-17T14:24:28.705" v="435" actId="207"/>
          <ac:spMkLst>
            <pc:docMk/>
            <pc:sldMk cId="2783950847" sldId="691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4:28.705" v="435" actId="207"/>
          <ac:spMkLst>
            <pc:docMk/>
            <pc:sldMk cId="2783950847" sldId="691"/>
            <ac:spMk id="8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4:39.308" v="436" actId="207"/>
        <pc:sldMkLst>
          <pc:docMk/>
          <pc:sldMk cId="3881707545" sldId="692"/>
        </pc:sldMkLst>
        <pc:spChg chg="mod">
          <ac:chgData name="Soumita Sengupta" userId="4afa6ce1-cb01-46c2-8538-4650222f0c96" providerId="ADAL" clId="{8571DC48-0C12-45E0-9BF7-0A12C0FA93C2}" dt="2021-05-17T14:24:39.308" v="436" actId="207"/>
          <ac:spMkLst>
            <pc:docMk/>
            <pc:sldMk cId="3881707545" sldId="692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4:39.308" v="436" actId="207"/>
          <ac:spMkLst>
            <pc:docMk/>
            <pc:sldMk cId="3881707545" sldId="692"/>
            <ac:spMk id="6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4:46.010" v="437" actId="207"/>
        <pc:sldMkLst>
          <pc:docMk/>
          <pc:sldMk cId="732789534" sldId="693"/>
        </pc:sldMkLst>
        <pc:spChg chg="mod">
          <ac:chgData name="Soumita Sengupta" userId="4afa6ce1-cb01-46c2-8538-4650222f0c96" providerId="ADAL" clId="{8571DC48-0C12-45E0-9BF7-0A12C0FA93C2}" dt="2021-05-17T14:24:46.010" v="437" actId="207"/>
          <ac:spMkLst>
            <pc:docMk/>
            <pc:sldMk cId="732789534" sldId="693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4:46.010" v="437" actId="207"/>
          <ac:spMkLst>
            <pc:docMk/>
            <pc:sldMk cId="732789534" sldId="693"/>
            <ac:spMk id="7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4:52.498" v="438" actId="207"/>
        <pc:sldMkLst>
          <pc:docMk/>
          <pc:sldMk cId="1650069667" sldId="694"/>
        </pc:sldMkLst>
        <pc:spChg chg="mod">
          <ac:chgData name="Soumita Sengupta" userId="4afa6ce1-cb01-46c2-8538-4650222f0c96" providerId="ADAL" clId="{8571DC48-0C12-45E0-9BF7-0A12C0FA93C2}" dt="2021-05-17T14:24:52.498" v="438" actId="207"/>
          <ac:spMkLst>
            <pc:docMk/>
            <pc:sldMk cId="1650069667" sldId="694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4:52.498" v="438" actId="207"/>
          <ac:spMkLst>
            <pc:docMk/>
            <pc:sldMk cId="1650069667" sldId="694"/>
            <ac:spMk id="6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13.504" v="440" actId="207"/>
        <pc:sldMkLst>
          <pc:docMk/>
          <pc:sldMk cId="2989975256" sldId="697"/>
        </pc:sldMkLst>
        <pc:spChg chg="mod">
          <ac:chgData name="Soumita Sengupta" userId="4afa6ce1-cb01-46c2-8538-4650222f0c96" providerId="ADAL" clId="{8571DC48-0C12-45E0-9BF7-0A12C0FA93C2}" dt="2021-05-17T14:25:13.504" v="440" actId="207"/>
          <ac:spMkLst>
            <pc:docMk/>
            <pc:sldMk cId="2989975256" sldId="697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13.504" v="440" actId="207"/>
          <ac:spMkLst>
            <pc:docMk/>
            <pc:sldMk cId="2989975256" sldId="697"/>
            <ac:spMk id="7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25.552" v="441" actId="207"/>
        <pc:sldMkLst>
          <pc:docMk/>
          <pc:sldMk cId="2833213052" sldId="700"/>
        </pc:sldMkLst>
        <pc:spChg chg="mod">
          <ac:chgData name="Soumita Sengupta" userId="4afa6ce1-cb01-46c2-8538-4650222f0c96" providerId="ADAL" clId="{8571DC48-0C12-45E0-9BF7-0A12C0FA93C2}" dt="2021-05-17T14:25:25.552" v="441" actId="207"/>
          <ac:spMkLst>
            <pc:docMk/>
            <pc:sldMk cId="2833213052" sldId="700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25.552" v="441" actId="207"/>
          <ac:spMkLst>
            <pc:docMk/>
            <pc:sldMk cId="2833213052" sldId="700"/>
            <ac:spMk id="9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36.017" v="442" actId="207"/>
        <pc:sldMkLst>
          <pc:docMk/>
          <pc:sldMk cId="67063222" sldId="701"/>
        </pc:sldMkLst>
        <pc:spChg chg="mod">
          <ac:chgData name="Soumita Sengupta" userId="4afa6ce1-cb01-46c2-8538-4650222f0c96" providerId="ADAL" clId="{8571DC48-0C12-45E0-9BF7-0A12C0FA93C2}" dt="2021-05-17T14:25:36.017" v="442" actId="207"/>
          <ac:spMkLst>
            <pc:docMk/>
            <pc:sldMk cId="67063222" sldId="701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36.017" v="442" actId="207"/>
          <ac:spMkLst>
            <pc:docMk/>
            <pc:sldMk cId="67063222" sldId="701"/>
            <ac:spMk id="6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44.974" v="443" actId="207"/>
        <pc:sldMkLst>
          <pc:docMk/>
          <pc:sldMk cId="394688444" sldId="703"/>
        </pc:sldMkLst>
        <pc:spChg chg="mod">
          <ac:chgData name="Soumita Sengupta" userId="4afa6ce1-cb01-46c2-8538-4650222f0c96" providerId="ADAL" clId="{8571DC48-0C12-45E0-9BF7-0A12C0FA93C2}" dt="2021-05-17T14:25:44.974" v="443" actId="207"/>
          <ac:spMkLst>
            <pc:docMk/>
            <pc:sldMk cId="394688444" sldId="703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44.974" v="443" actId="207"/>
          <ac:spMkLst>
            <pc:docMk/>
            <pc:sldMk cId="394688444" sldId="703"/>
            <ac:spMk id="7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56.273" v="444" actId="207"/>
        <pc:sldMkLst>
          <pc:docMk/>
          <pc:sldMk cId="2847207556" sldId="705"/>
        </pc:sldMkLst>
        <pc:spChg chg="mod">
          <ac:chgData name="Soumita Sengupta" userId="4afa6ce1-cb01-46c2-8538-4650222f0c96" providerId="ADAL" clId="{8571DC48-0C12-45E0-9BF7-0A12C0FA93C2}" dt="2021-05-17T14:25:56.273" v="444" actId="207"/>
          <ac:spMkLst>
            <pc:docMk/>
            <pc:sldMk cId="2847207556" sldId="705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56.273" v="444" actId="207"/>
          <ac:spMkLst>
            <pc:docMk/>
            <pc:sldMk cId="2847207556" sldId="705"/>
            <ac:spMk id="7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6:06.487" v="445" actId="207"/>
        <pc:sldMkLst>
          <pc:docMk/>
          <pc:sldMk cId="1118961763" sldId="707"/>
        </pc:sldMkLst>
        <pc:spChg chg="mod">
          <ac:chgData name="Soumita Sengupta" userId="4afa6ce1-cb01-46c2-8538-4650222f0c96" providerId="ADAL" clId="{8571DC48-0C12-45E0-9BF7-0A12C0FA93C2}" dt="2021-05-17T14:26:06.487" v="445" actId="207"/>
          <ac:spMkLst>
            <pc:docMk/>
            <pc:sldMk cId="1118961763" sldId="707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6:06.487" v="445" actId="207"/>
          <ac:spMkLst>
            <pc:docMk/>
            <pc:sldMk cId="1118961763" sldId="707"/>
            <ac:spMk id="4" creationId="{00000000-0000-0000-0000-000000000000}"/>
          </ac:spMkLst>
        </pc:spChg>
      </pc:sldChg>
      <pc:sldChg chg="modSp add mod">
        <pc:chgData name="Soumita Sengupta" userId="4afa6ce1-cb01-46c2-8538-4650222f0c96" providerId="ADAL" clId="{8571DC48-0C12-45E0-9BF7-0A12C0FA93C2}" dt="2021-05-17T07:52:12.156" v="204" actId="255"/>
        <pc:sldMkLst>
          <pc:docMk/>
          <pc:sldMk cId="3842062754" sldId="708"/>
        </pc:sldMkLst>
        <pc:spChg chg="mod">
          <ac:chgData name="Soumita Sengupta" userId="4afa6ce1-cb01-46c2-8538-4650222f0c96" providerId="ADAL" clId="{8571DC48-0C12-45E0-9BF7-0A12C0FA93C2}" dt="2021-05-17T07:52:12.156" v="204" actId="255"/>
          <ac:spMkLst>
            <pc:docMk/>
            <pc:sldMk cId="3842062754" sldId="708"/>
            <ac:spMk id="9" creationId="{C829424C-EB90-4078-9780-334180C92A44}"/>
          </ac:spMkLst>
        </pc:spChg>
      </pc:sldChg>
      <pc:sldChg chg="modSp add mod">
        <pc:chgData name="Soumita Sengupta" userId="4afa6ce1-cb01-46c2-8538-4650222f0c96" providerId="ADAL" clId="{8571DC48-0C12-45E0-9BF7-0A12C0FA93C2}" dt="2021-05-17T07:52:52.626" v="211" actId="255"/>
        <pc:sldMkLst>
          <pc:docMk/>
          <pc:sldMk cId="1385205329" sldId="709"/>
        </pc:sldMkLst>
        <pc:spChg chg="mod">
          <ac:chgData name="Soumita Sengupta" userId="4afa6ce1-cb01-46c2-8538-4650222f0c96" providerId="ADAL" clId="{8571DC48-0C12-45E0-9BF7-0A12C0FA93C2}" dt="2021-05-17T07:52:38.266" v="208" actId="108"/>
          <ac:spMkLst>
            <pc:docMk/>
            <pc:sldMk cId="1385205329" sldId="709"/>
            <ac:spMk id="7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7:52:52.626" v="211" actId="255"/>
          <ac:spMkLst>
            <pc:docMk/>
            <pc:sldMk cId="1385205329" sldId="709"/>
            <ac:spMk id="8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7:52:34.518" v="207" actId="255"/>
          <ac:spMkLst>
            <pc:docMk/>
            <pc:sldMk cId="1385205329" sldId="709"/>
            <ac:spMk id="9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7:52:24.782" v="205" actId="255"/>
          <ac:spMkLst>
            <pc:docMk/>
            <pc:sldMk cId="1385205329" sldId="709"/>
            <ac:spMk id="24" creationId="{5A094092-DCD5-406E-8F9B-0F61BA059679}"/>
          </ac:spMkLst>
        </pc:spChg>
        <pc:grpChg chg="mod">
          <ac:chgData name="Soumita Sengupta" userId="4afa6ce1-cb01-46c2-8538-4650222f0c96" providerId="ADAL" clId="{8571DC48-0C12-45E0-9BF7-0A12C0FA93C2}" dt="2021-05-17T07:52:29.582" v="206" actId="1076"/>
          <ac:grpSpMkLst>
            <pc:docMk/>
            <pc:sldMk cId="1385205329" sldId="709"/>
            <ac:grpSpMk id="6" creationId="{00000000-0000-0000-0000-000000000000}"/>
          </ac:grpSpMkLst>
        </pc:grpChg>
        <pc:cxnChg chg="mod">
          <ac:chgData name="Soumita Sengupta" userId="4afa6ce1-cb01-46c2-8538-4650222f0c96" providerId="ADAL" clId="{8571DC48-0C12-45E0-9BF7-0A12C0FA93C2}" dt="2021-05-17T07:52:42.717" v="210" actId="1076"/>
          <ac:cxnSpMkLst>
            <pc:docMk/>
            <pc:sldMk cId="1385205329" sldId="709"/>
            <ac:cxnSpMk id="12" creationId="{00000000-0000-0000-0000-000000000000}"/>
          </ac:cxnSpMkLst>
        </pc:cxnChg>
      </pc:sldChg>
      <pc:sldChg chg="modSp add mod">
        <pc:chgData name="Soumita Sengupta" userId="4afa6ce1-cb01-46c2-8538-4650222f0c96" providerId="ADAL" clId="{8571DC48-0C12-45E0-9BF7-0A12C0FA93C2}" dt="2021-05-17T07:53:19.194" v="213" actId="1076"/>
        <pc:sldMkLst>
          <pc:docMk/>
          <pc:sldMk cId="3511327653" sldId="710"/>
        </pc:sldMkLst>
        <pc:spChg chg="mod">
          <ac:chgData name="Soumita Sengupta" userId="4afa6ce1-cb01-46c2-8538-4650222f0c96" providerId="ADAL" clId="{8571DC48-0C12-45E0-9BF7-0A12C0FA93C2}" dt="2021-05-17T07:53:15.161" v="212" actId="255"/>
          <ac:spMkLst>
            <pc:docMk/>
            <pc:sldMk cId="3511327653" sldId="710"/>
            <ac:spMk id="9" creationId="{CAC0A44E-D839-4216-9819-497A9C2405C9}"/>
          </ac:spMkLst>
        </pc:spChg>
        <pc:picChg chg="mod">
          <ac:chgData name="Soumita Sengupta" userId="4afa6ce1-cb01-46c2-8538-4650222f0c96" providerId="ADAL" clId="{8571DC48-0C12-45E0-9BF7-0A12C0FA93C2}" dt="2021-05-17T07:53:19.194" v="213" actId="1076"/>
          <ac:picMkLst>
            <pc:docMk/>
            <pc:sldMk cId="3511327653" sldId="710"/>
            <ac:picMk id="18" creationId="{25667177-F0E8-431A-A951-387734D1278B}"/>
          </ac:picMkLst>
        </pc:picChg>
      </pc:sldChg>
      <pc:sldChg chg="add">
        <pc:chgData name="Soumita Sengupta" userId="4afa6ce1-cb01-46c2-8538-4650222f0c96" providerId="ADAL" clId="{8571DC48-0C12-45E0-9BF7-0A12C0FA93C2}" dt="2021-05-17T07:40:54.334" v="77"/>
        <pc:sldMkLst>
          <pc:docMk/>
          <pc:sldMk cId="3137745536" sldId="712"/>
        </pc:sldMkLst>
      </pc:sldChg>
      <pc:sldChg chg="modSp add mod">
        <pc:chgData name="Soumita Sengupta" userId="4afa6ce1-cb01-46c2-8538-4650222f0c96" providerId="ADAL" clId="{8571DC48-0C12-45E0-9BF7-0A12C0FA93C2}" dt="2021-05-17T07:54:16.110" v="223" actId="255"/>
        <pc:sldMkLst>
          <pc:docMk/>
          <pc:sldMk cId="2872170972" sldId="713"/>
        </pc:sldMkLst>
        <pc:spChg chg="mod">
          <ac:chgData name="Soumita Sengupta" userId="4afa6ce1-cb01-46c2-8538-4650222f0c96" providerId="ADAL" clId="{8571DC48-0C12-45E0-9BF7-0A12C0FA93C2}" dt="2021-05-17T07:54:16.110" v="223" actId="255"/>
          <ac:spMkLst>
            <pc:docMk/>
            <pc:sldMk cId="2872170972" sldId="713"/>
            <ac:spMk id="10" creationId="{B7FD3CA6-DC05-4792-A74E-5F93C8650C55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7:54:37.039" v="228" actId="1076"/>
        <pc:sldMkLst>
          <pc:docMk/>
          <pc:sldMk cId="910368742" sldId="714"/>
        </pc:sldMkLst>
        <pc:spChg chg="mod">
          <ac:chgData name="Soumita Sengupta" userId="4afa6ce1-cb01-46c2-8538-4650222f0c96" providerId="ADAL" clId="{8571DC48-0C12-45E0-9BF7-0A12C0FA93C2}" dt="2021-05-17T07:54:37.039" v="228" actId="1076"/>
          <ac:spMkLst>
            <pc:docMk/>
            <pc:sldMk cId="910368742" sldId="714"/>
            <ac:spMk id="2" creationId="{00000000-0000-0000-0000-000000000000}"/>
          </ac:spMkLst>
        </pc:spChg>
        <pc:spChg chg="del">
          <ac:chgData name="Soumita Sengupta" userId="4afa6ce1-cb01-46c2-8538-4650222f0c96" providerId="ADAL" clId="{8571DC48-0C12-45E0-9BF7-0A12C0FA93C2}" dt="2021-05-17T07:54:23.189" v="225" actId="478"/>
          <ac:spMkLst>
            <pc:docMk/>
            <pc:sldMk cId="910368742" sldId="714"/>
            <ac:spMk id="7" creationId="{E06A3024-9699-41E9-A854-B2DD7C6FFFC9}"/>
          </ac:spMkLst>
        </pc:spChg>
        <pc:graphicFrameChg chg="mod modGraphic">
          <ac:chgData name="Soumita Sengupta" userId="4afa6ce1-cb01-46c2-8538-4650222f0c96" providerId="ADAL" clId="{8571DC48-0C12-45E0-9BF7-0A12C0FA93C2}" dt="2021-05-17T07:54:36.168" v="227" actId="1076"/>
          <ac:graphicFrameMkLst>
            <pc:docMk/>
            <pc:sldMk cId="910368742" sldId="714"/>
            <ac:graphicFrameMk id="8" creationId="{00000000-0000-0000-0000-000000000000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7:55:05.731" v="232" actId="255"/>
        <pc:sldMkLst>
          <pc:docMk/>
          <pc:sldMk cId="2173025332" sldId="716"/>
        </pc:sldMkLst>
        <pc:spChg chg="mod">
          <ac:chgData name="Soumita Sengupta" userId="4afa6ce1-cb01-46c2-8538-4650222f0c96" providerId="ADAL" clId="{8571DC48-0C12-45E0-9BF7-0A12C0FA93C2}" dt="2021-05-17T07:55:05.731" v="232" actId="255"/>
          <ac:spMkLst>
            <pc:docMk/>
            <pc:sldMk cId="2173025332" sldId="716"/>
            <ac:spMk id="10" creationId="{7D0B2512-BAC7-46ED-ADB2-CE95C460C63E}"/>
          </ac:spMkLst>
        </pc:spChg>
      </pc:sldChg>
      <pc:sldChg chg="modSp add mod">
        <pc:chgData name="Soumita Sengupta" userId="4afa6ce1-cb01-46c2-8538-4650222f0c96" providerId="ADAL" clId="{8571DC48-0C12-45E0-9BF7-0A12C0FA93C2}" dt="2021-05-19T10:05:33.968" v="503" actId="20577"/>
        <pc:sldMkLst>
          <pc:docMk/>
          <pc:sldMk cId="4197784673" sldId="718"/>
        </pc:sldMkLst>
        <pc:spChg chg="mod">
          <ac:chgData name="Soumita Sengupta" userId="4afa6ce1-cb01-46c2-8538-4650222f0c96" providerId="ADAL" clId="{8571DC48-0C12-45E0-9BF7-0A12C0FA93C2}" dt="2021-05-17T08:14:41.711" v="395" actId="20577"/>
          <ac:spMkLst>
            <pc:docMk/>
            <pc:sldMk cId="4197784673" sldId="71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8:14:37.039" v="391" actId="207"/>
          <ac:spMkLst>
            <pc:docMk/>
            <pc:sldMk cId="4197784673" sldId="718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9T10:05:33.968" v="503" actId="20577"/>
          <ac:spMkLst>
            <pc:docMk/>
            <pc:sldMk cId="4197784673" sldId="718"/>
            <ac:spMk id="9" creationId="{D11A8CCA-639A-414F-B2FE-CAF887B0982C}"/>
          </ac:spMkLst>
        </pc:spChg>
      </pc:sldChg>
      <pc:sldChg chg="modSp mod">
        <pc:chgData name="Soumita Sengupta" userId="4afa6ce1-cb01-46c2-8538-4650222f0c96" providerId="ADAL" clId="{8571DC48-0C12-45E0-9BF7-0A12C0FA93C2}" dt="2021-05-17T08:15:21.583" v="403" actId="207"/>
        <pc:sldMkLst>
          <pc:docMk/>
          <pc:sldMk cId="1817621787" sldId="719"/>
        </pc:sldMkLst>
        <pc:spChg chg="mod">
          <ac:chgData name="Soumita Sengupta" userId="4afa6ce1-cb01-46c2-8538-4650222f0c96" providerId="ADAL" clId="{8571DC48-0C12-45E0-9BF7-0A12C0FA93C2}" dt="2021-05-17T08:15:08.930" v="402" actId="20577"/>
          <ac:spMkLst>
            <pc:docMk/>
            <pc:sldMk cId="1817621787" sldId="719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8:15:21.583" v="403" actId="207"/>
          <ac:spMkLst>
            <pc:docMk/>
            <pc:sldMk cId="1817621787" sldId="71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08:15:36.305" v="407" actId="20577"/>
        <pc:sldMkLst>
          <pc:docMk/>
          <pc:sldMk cId="2472564179" sldId="720"/>
        </pc:sldMkLst>
        <pc:spChg chg="mod">
          <ac:chgData name="Soumita Sengupta" userId="4afa6ce1-cb01-46c2-8538-4650222f0c96" providerId="ADAL" clId="{8571DC48-0C12-45E0-9BF7-0A12C0FA93C2}" dt="2021-05-17T08:15:36.305" v="407" actId="20577"/>
          <ac:spMkLst>
            <pc:docMk/>
            <pc:sldMk cId="2472564179" sldId="72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8:15:32.040" v="405" actId="207"/>
          <ac:spMkLst>
            <pc:docMk/>
            <pc:sldMk cId="2472564179" sldId="72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1:13:46.171" v="413" actId="20577"/>
        <pc:sldMkLst>
          <pc:docMk/>
          <pc:sldMk cId="2557363682" sldId="726"/>
        </pc:sldMkLst>
        <pc:spChg chg="mod">
          <ac:chgData name="Soumita Sengupta" userId="4afa6ce1-cb01-46c2-8538-4650222f0c96" providerId="ADAL" clId="{8571DC48-0C12-45E0-9BF7-0A12C0FA93C2}" dt="2021-05-17T11:13:46.171" v="413" actId="20577"/>
          <ac:spMkLst>
            <pc:docMk/>
            <pc:sldMk cId="2557363682" sldId="72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13:41.828" v="411" actId="207"/>
          <ac:spMkLst>
            <pc:docMk/>
            <pc:sldMk cId="2557363682" sldId="72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1:44:07.253" v="417" actId="207"/>
        <pc:sldMkLst>
          <pc:docMk/>
          <pc:sldMk cId="2533192149" sldId="727"/>
        </pc:sldMkLst>
        <pc:spChg chg="mod">
          <ac:chgData name="Soumita Sengupta" userId="4afa6ce1-cb01-46c2-8538-4650222f0c96" providerId="ADAL" clId="{8571DC48-0C12-45E0-9BF7-0A12C0FA93C2}" dt="2021-05-17T11:44:03.117" v="416" actId="207"/>
          <ac:spMkLst>
            <pc:docMk/>
            <pc:sldMk cId="2533192149" sldId="727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4:07.253" v="417" actId="207"/>
          <ac:spMkLst>
            <pc:docMk/>
            <pc:sldMk cId="2533192149" sldId="727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1:43:57.618" v="415" actId="207"/>
        <pc:sldMkLst>
          <pc:docMk/>
          <pc:sldMk cId="1657360727" sldId="729"/>
        </pc:sldMkLst>
        <pc:spChg chg="mod">
          <ac:chgData name="Soumita Sengupta" userId="4afa6ce1-cb01-46c2-8538-4650222f0c96" providerId="ADAL" clId="{8571DC48-0C12-45E0-9BF7-0A12C0FA93C2}" dt="2021-05-17T11:43:53.167" v="414" actId="207"/>
          <ac:spMkLst>
            <pc:docMk/>
            <pc:sldMk cId="1657360727" sldId="729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1:43:57.618" v="415" actId="207"/>
          <ac:spMkLst>
            <pc:docMk/>
            <pc:sldMk cId="1657360727" sldId="72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08:14:56.412" v="399" actId="20577"/>
        <pc:sldMkLst>
          <pc:docMk/>
          <pc:sldMk cId="452156479" sldId="736"/>
        </pc:sldMkLst>
        <pc:spChg chg="mod">
          <ac:chgData name="Soumita Sengupta" userId="4afa6ce1-cb01-46c2-8538-4650222f0c96" providerId="ADAL" clId="{8571DC48-0C12-45E0-9BF7-0A12C0FA93C2}" dt="2021-05-17T08:14:56.412" v="399" actId="20577"/>
          <ac:spMkLst>
            <pc:docMk/>
            <pc:sldMk cId="452156479" sldId="73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08:14:51.711" v="397" actId="207"/>
          <ac:spMkLst>
            <pc:docMk/>
            <pc:sldMk cId="452156479" sldId="73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7:58.333" v="457" actId="207"/>
        <pc:sldMkLst>
          <pc:docMk/>
          <pc:sldMk cId="506531162" sldId="786"/>
        </pc:sldMkLst>
        <pc:spChg chg="mod">
          <ac:chgData name="Soumita Sengupta" userId="4afa6ce1-cb01-46c2-8538-4650222f0c96" providerId="ADAL" clId="{8571DC48-0C12-45E0-9BF7-0A12C0FA93C2}" dt="2021-05-17T14:27:58.333" v="457" actId="207"/>
          <ac:spMkLst>
            <pc:docMk/>
            <pc:sldMk cId="506531162" sldId="78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58.333" v="457" actId="207"/>
          <ac:spMkLst>
            <pc:docMk/>
            <pc:sldMk cId="506531162" sldId="78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43.107" v="470" actId="207"/>
        <pc:sldMkLst>
          <pc:docMk/>
          <pc:sldMk cId="1187423674" sldId="788"/>
        </pc:sldMkLst>
        <pc:spChg chg="mod">
          <ac:chgData name="Soumita Sengupta" userId="4afa6ce1-cb01-46c2-8538-4650222f0c96" providerId="ADAL" clId="{8571DC48-0C12-45E0-9BF7-0A12C0FA93C2}" dt="2021-05-17T14:29:43.107" v="470" actId="207"/>
          <ac:spMkLst>
            <pc:docMk/>
            <pc:sldMk cId="1187423674" sldId="78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9:43.107" v="470" actId="207"/>
          <ac:spMkLst>
            <pc:docMk/>
            <pc:sldMk cId="1187423674" sldId="788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14.336" v="473" actId="207"/>
        <pc:sldMkLst>
          <pc:docMk/>
          <pc:sldMk cId="2446929124" sldId="789"/>
        </pc:sldMkLst>
        <pc:spChg chg="mod">
          <ac:chgData name="Soumita Sengupta" userId="4afa6ce1-cb01-46c2-8538-4650222f0c96" providerId="ADAL" clId="{8571DC48-0C12-45E0-9BF7-0A12C0FA93C2}" dt="2021-05-17T14:30:14.336" v="473" actId="207"/>
          <ac:spMkLst>
            <pc:docMk/>
            <pc:sldMk cId="2446929124" sldId="789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0:14.336" v="473" actId="207"/>
          <ac:spMkLst>
            <pc:docMk/>
            <pc:sldMk cId="2446929124" sldId="78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28.004" v="475" actId="207"/>
        <pc:sldMkLst>
          <pc:docMk/>
          <pc:sldMk cId="3045271607" sldId="794"/>
        </pc:sldMkLst>
        <pc:spChg chg="mod">
          <ac:chgData name="Soumita Sengupta" userId="4afa6ce1-cb01-46c2-8538-4650222f0c96" providerId="ADAL" clId="{8571DC48-0C12-45E0-9BF7-0A12C0FA93C2}" dt="2021-05-17T14:30:28.004" v="475" actId="207"/>
          <ac:spMkLst>
            <pc:docMk/>
            <pc:sldMk cId="3045271607" sldId="794"/>
            <ac:spMk id="2" creationId="{B6B893F1-DEDB-4CFF-8DD4-069CEAC32E9F}"/>
          </ac:spMkLst>
        </pc:spChg>
        <pc:spChg chg="mod">
          <ac:chgData name="Soumita Sengupta" userId="4afa6ce1-cb01-46c2-8538-4650222f0c96" providerId="ADAL" clId="{8571DC48-0C12-45E0-9BF7-0A12C0FA93C2}" dt="2021-05-17T14:30:28.004" v="475" actId="207"/>
          <ac:spMkLst>
            <pc:docMk/>
            <pc:sldMk cId="3045271607" sldId="794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1:17.847" v="482" actId="207"/>
        <pc:sldMkLst>
          <pc:docMk/>
          <pc:sldMk cId="2268596285" sldId="796"/>
        </pc:sldMkLst>
        <pc:spChg chg="mod">
          <ac:chgData name="Soumita Sengupta" userId="4afa6ce1-cb01-46c2-8538-4650222f0c96" providerId="ADAL" clId="{8571DC48-0C12-45E0-9BF7-0A12C0FA93C2}" dt="2021-05-17T14:31:17.847" v="482" actId="207"/>
          <ac:spMkLst>
            <pc:docMk/>
            <pc:sldMk cId="2268596285" sldId="796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1:17.847" v="482" actId="207"/>
          <ac:spMkLst>
            <pc:docMk/>
            <pc:sldMk cId="2268596285" sldId="796"/>
            <ac:spMk id="4" creationId="{00000000-0000-0000-0000-000000000000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8:02:59.805" v="285" actId="14100"/>
        <pc:sldMkLst>
          <pc:docMk/>
          <pc:sldMk cId="575536835" sldId="803"/>
        </pc:sldMkLst>
        <pc:spChg chg="del">
          <ac:chgData name="Soumita Sengupta" userId="4afa6ce1-cb01-46c2-8538-4650222f0c96" providerId="ADAL" clId="{8571DC48-0C12-45E0-9BF7-0A12C0FA93C2}" dt="2021-05-17T08:02:50.577" v="283" actId="478"/>
          <ac:spMkLst>
            <pc:docMk/>
            <pc:sldMk cId="575536835" sldId="803"/>
            <ac:spMk id="4" creationId="{A3463CF8-8BCB-4377-AA0B-4621F7D8AE0C}"/>
          </ac:spMkLst>
        </pc:spChg>
        <pc:picChg chg="mod">
          <ac:chgData name="Soumita Sengupta" userId="4afa6ce1-cb01-46c2-8538-4650222f0c96" providerId="ADAL" clId="{8571DC48-0C12-45E0-9BF7-0A12C0FA93C2}" dt="2021-05-17T08:02:59.805" v="285" actId="14100"/>
          <ac:picMkLst>
            <pc:docMk/>
            <pc:sldMk cId="575536835" sldId="803"/>
            <ac:picMk id="3" creationId="{5E024CFF-27F7-46E9-A925-A686773E0814}"/>
          </ac:picMkLst>
        </pc:picChg>
      </pc:sldChg>
      <pc:sldChg chg="modSp add mod">
        <pc:chgData name="Soumita Sengupta" userId="4afa6ce1-cb01-46c2-8538-4650222f0c96" providerId="ADAL" clId="{8571DC48-0C12-45E0-9BF7-0A12C0FA93C2}" dt="2021-05-17T08:10:42.124" v="359" actId="255"/>
        <pc:sldMkLst>
          <pc:docMk/>
          <pc:sldMk cId="3221674416" sldId="804"/>
        </pc:sldMkLst>
        <pc:spChg chg="mod">
          <ac:chgData name="Soumita Sengupta" userId="4afa6ce1-cb01-46c2-8538-4650222f0c96" providerId="ADAL" clId="{8571DC48-0C12-45E0-9BF7-0A12C0FA93C2}" dt="2021-05-17T08:10:42.124" v="359" actId="255"/>
          <ac:spMkLst>
            <pc:docMk/>
            <pc:sldMk cId="3221674416" sldId="804"/>
            <ac:spMk id="7" creationId="{0B72E019-94C1-4A3A-A0D3-022823597E78}"/>
          </ac:spMkLst>
        </pc:spChg>
      </pc:sldChg>
      <pc:sldChg chg="modSp add mod">
        <pc:chgData name="Soumita Sengupta" userId="4afa6ce1-cb01-46c2-8538-4650222f0c96" providerId="ADAL" clId="{8571DC48-0C12-45E0-9BF7-0A12C0FA93C2}" dt="2021-05-17T08:11:09.217" v="361" actId="255"/>
        <pc:sldMkLst>
          <pc:docMk/>
          <pc:sldMk cId="87442308" sldId="805"/>
        </pc:sldMkLst>
        <pc:graphicFrameChg chg="modGraphic">
          <ac:chgData name="Soumita Sengupta" userId="4afa6ce1-cb01-46c2-8538-4650222f0c96" providerId="ADAL" clId="{8571DC48-0C12-45E0-9BF7-0A12C0FA93C2}" dt="2021-05-17T08:11:09.217" v="361" actId="255"/>
          <ac:graphicFrameMkLst>
            <pc:docMk/>
            <pc:sldMk cId="87442308" sldId="805"/>
            <ac:graphicFrameMk id="2" creationId="{DC5C2772-D9D5-4388-B2F1-7EA90C6313BD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7:55:12.746" v="233" actId="255"/>
        <pc:sldMkLst>
          <pc:docMk/>
          <pc:sldMk cId="2726919898" sldId="808"/>
        </pc:sldMkLst>
        <pc:spChg chg="mod">
          <ac:chgData name="Soumita Sengupta" userId="4afa6ce1-cb01-46c2-8538-4650222f0c96" providerId="ADAL" clId="{8571DC48-0C12-45E0-9BF7-0A12C0FA93C2}" dt="2021-05-17T07:55:12.746" v="233" actId="255"/>
          <ac:spMkLst>
            <pc:docMk/>
            <pc:sldMk cId="2726919898" sldId="808"/>
            <ac:spMk id="5" creationId="{B50CAA43-3A66-42AD-BD02-B4ED241630EB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7:55:21.144" v="235" actId="1076"/>
        <pc:sldMkLst>
          <pc:docMk/>
          <pc:sldMk cId="3656546334" sldId="809"/>
        </pc:sldMkLst>
        <pc:spChg chg="del">
          <ac:chgData name="Soumita Sengupta" userId="4afa6ce1-cb01-46c2-8538-4650222f0c96" providerId="ADAL" clId="{8571DC48-0C12-45E0-9BF7-0A12C0FA93C2}" dt="2021-05-17T07:55:17.231" v="234" actId="478"/>
          <ac:spMkLst>
            <pc:docMk/>
            <pc:sldMk cId="3656546334" sldId="809"/>
            <ac:spMk id="5" creationId="{494129F0-0C96-4798-8EA4-10A75556D1D1}"/>
          </ac:spMkLst>
        </pc:spChg>
        <pc:picChg chg="mod">
          <ac:chgData name="Soumita Sengupta" userId="4afa6ce1-cb01-46c2-8538-4650222f0c96" providerId="ADAL" clId="{8571DC48-0C12-45E0-9BF7-0A12C0FA93C2}" dt="2021-05-17T07:55:21.144" v="235" actId="1076"/>
          <ac:picMkLst>
            <pc:docMk/>
            <pc:sldMk cId="3656546334" sldId="809"/>
            <ac:picMk id="6" creationId="{B30D35B2-5BB4-408C-BBFD-25860A50F806}"/>
          </ac:picMkLst>
        </pc:picChg>
      </pc:sldChg>
      <pc:sldChg chg="modSp add mod">
        <pc:chgData name="Soumita Sengupta" userId="4afa6ce1-cb01-46c2-8538-4650222f0c96" providerId="ADAL" clId="{8571DC48-0C12-45E0-9BF7-0A12C0FA93C2}" dt="2021-05-17T07:55:28.470" v="236" actId="255"/>
        <pc:sldMkLst>
          <pc:docMk/>
          <pc:sldMk cId="3895102673" sldId="810"/>
        </pc:sldMkLst>
        <pc:graphicFrameChg chg="modGraphic">
          <ac:chgData name="Soumita Sengupta" userId="4afa6ce1-cb01-46c2-8538-4650222f0c96" providerId="ADAL" clId="{8571DC48-0C12-45E0-9BF7-0A12C0FA93C2}" dt="2021-05-17T07:55:28.470" v="236" actId="255"/>
          <ac:graphicFrameMkLst>
            <pc:docMk/>
            <pc:sldMk cId="3895102673" sldId="810"/>
            <ac:graphicFrameMk id="6" creationId="{481890CE-25FF-45FB-BB69-50F4B7602E72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7:55:36.171" v="237" actId="255"/>
        <pc:sldMkLst>
          <pc:docMk/>
          <pc:sldMk cId="2442620785" sldId="811"/>
        </pc:sldMkLst>
        <pc:spChg chg="mod">
          <ac:chgData name="Soumita Sengupta" userId="4afa6ce1-cb01-46c2-8538-4650222f0c96" providerId="ADAL" clId="{8571DC48-0C12-45E0-9BF7-0A12C0FA93C2}" dt="2021-05-17T07:55:36.171" v="237" actId="255"/>
          <ac:spMkLst>
            <pc:docMk/>
            <pc:sldMk cId="2442620785" sldId="811"/>
            <ac:spMk id="3" creationId="{E3BCB881-357B-4526-BAE1-86EA729377AB}"/>
          </ac:spMkLst>
        </pc:spChg>
      </pc:sldChg>
      <pc:sldChg chg="modSp add mod">
        <pc:chgData name="Soumita Sengupta" userId="4afa6ce1-cb01-46c2-8538-4650222f0c96" providerId="ADAL" clId="{8571DC48-0C12-45E0-9BF7-0A12C0FA93C2}" dt="2021-05-17T08:07:03.438" v="330" actId="255"/>
        <pc:sldMkLst>
          <pc:docMk/>
          <pc:sldMk cId="1600615961" sldId="822"/>
        </pc:sldMkLst>
        <pc:spChg chg="mod">
          <ac:chgData name="Soumita Sengupta" userId="4afa6ce1-cb01-46c2-8538-4650222f0c96" providerId="ADAL" clId="{8571DC48-0C12-45E0-9BF7-0A12C0FA93C2}" dt="2021-05-17T08:07:03.438" v="330" actId="255"/>
          <ac:spMkLst>
            <pc:docMk/>
            <pc:sldMk cId="1600615961" sldId="822"/>
            <ac:spMk id="3" creationId="{B4500808-5F5E-49FF-A305-D29A6EAA1F84}"/>
          </ac:spMkLst>
        </pc:spChg>
      </pc:sldChg>
      <pc:sldChg chg="modSp add mod">
        <pc:chgData name="Soumita Sengupta" userId="4afa6ce1-cb01-46c2-8538-4650222f0c96" providerId="ADAL" clId="{8571DC48-0C12-45E0-9BF7-0A12C0FA93C2}" dt="2021-05-17T08:10:28.802" v="357" actId="255"/>
        <pc:sldMkLst>
          <pc:docMk/>
          <pc:sldMk cId="646275432" sldId="823"/>
        </pc:sldMkLst>
        <pc:spChg chg="mod">
          <ac:chgData name="Soumita Sengupta" userId="4afa6ce1-cb01-46c2-8538-4650222f0c96" providerId="ADAL" clId="{8571DC48-0C12-45E0-9BF7-0A12C0FA93C2}" dt="2021-05-17T08:10:28.802" v="357" actId="255"/>
          <ac:spMkLst>
            <pc:docMk/>
            <pc:sldMk cId="646275432" sldId="823"/>
            <ac:spMk id="3" creationId="{5B8D11AD-2B0A-4874-8EDF-0B0A4249EA19}"/>
          </ac:spMkLst>
        </pc:spChg>
      </pc:sldChg>
      <pc:sldChg chg="modSp add mod">
        <pc:chgData name="Soumita Sengupta" userId="4afa6ce1-cb01-46c2-8538-4650222f0c96" providerId="ADAL" clId="{8571DC48-0C12-45E0-9BF7-0A12C0FA93C2}" dt="2021-05-17T08:13:42.650" v="383" actId="255"/>
        <pc:sldMkLst>
          <pc:docMk/>
          <pc:sldMk cId="609144779" sldId="824"/>
        </pc:sldMkLst>
        <pc:spChg chg="mod">
          <ac:chgData name="Soumita Sengupta" userId="4afa6ce1-cb01-46c2-8538-4650222f0c96" providerId="ADAL" clId="{8571DC48-0C12-45E0-9BF7-0A12C0FA93C2}" dt="2021-05-17T08:13:42.650" v="383" actId="255"/>
          <ac:spMkLst>
            <pc:docMk/>
            <pc:sldMk cId="609144779" sldId="824"/>
            <ac:spMk id="3" creationId="{6F716428-61CB-48A6-8545-3E3A4352687C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41.331" v="351" actId="255"/>
        <pc:sldMkLst>
          <pc:docMk/>
          <pc:sldMk cId="2061984971" sldId="826"/>
        </pc:sldMkLst>
        <pc:spChg chg="mod">
          <ac:chgData name="Soumita Sengupta" userId="4afa6ce1-cb01-46c2-8538-4650222f0c96" providerId="ADAL" clId="{8571DC48-0C12-45E0-9BF7-0A12C0FA93C2}" dt="2021-05-17T08:09:41.331" v="351" actId="255"/>
          <ac:spMkLst>
            <pc:docMk/>
            <pc:sldMk cId="2061984971" sldId="826"/>
            <ac:spMk id="8" creationId="{E96BC069-80C4-4E2C-879E-60DBA0F7F2ED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54.821" v="353" actId="255"/>
        <pc:sldMkLst>
          <pc:docMk/>
          <pc:sldMk cId="2916609019" sldId="827"/>
        </pc:sldMkLst>
        <pc:graphicFrameChg chg="modGraphic">
          <ac:chgData name="Soumita Sengupta" userId="4afa6ce1-cb01-46c2-8538-4650222f0c96" providerId="ADAL" clId="{8571DC48-0C12-45E0-9BF7-0A12C0FA93C2}" dt="2021-05-17T08:09:54.821" v="353" actId="255"/>
          <ac:graphicFrameMkLst>
            <pc:docMk/>
            <pc:sldMk cId="2916609019" sldId="827"/>
            <ac:graphicFrameMk id="3" creationId="{11D88108-9287-4D8B-938B-AA71EA97AA22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0:07.365" v="355" actId="1076"/>
        <pc:sldMkLst>
          <pc:docMk/>
          <pc:sldMk cId="3965900230" sldId="828"/>
        </pc:sldMkLst>
        <pc:spChg chg="mod">
          <ac:chgData name="Soumita Sengupta" userId="4afa6ce1-cb01-46c2-8538-4650222f0c96" providerId="ADAL" clId="{8571DC48-0C12-45E0-9BF7-0A12C0FA93C2}" dt="2021-05-17T08:10:01.938" v="354" actId="255"/>
          <ac:spMkLst>
            <pc:docMk/>
            <pc:sldMk cId="3965900230" sldId="828"/>
            <ac:spMk id="8" creationId="{5621D60E-E3B9-4AB3-AD1E-A94BF04F6A6F}"/>
          </ac:spMkLst>
        </pc:spChg>
        <pc:picChg chg="mod">
          <ac:chgData name="Soumita Sengupta" userId="4afa6ce1-cb01-46c2-8538-4650222f0c96" providerId="ADAL" clId="{8571DC48-0C12-45E0-9BF7-0A12C0FA93C2}" dt="2021-05-17T08:10:07.365" v="355" actId="1076"/>
          <ac:picMkLst>
            <pc:docMk/>
            <pc:sldMk cId="3965900230" sldId="828"/>
            <ac:picMk id="13" creationId="{78BD1AA3-6004-4A49-AFEC-C20618AE9F51}"/>
          </ac:picMkLst>
        </pc:picChg>
      </pc:sldChg>
      <pc:sldChg chg="delSp add mod">
        <pc:chgData name="Soumita Sengupta" userId="4afa6ce1-cb01-46c2-8538-4650222f0c96" providerId="ADAL" clId="{8571DC48-0C12-45E0-9BF7-0A12C0FA93C2}" dt="2021-05-17T08:10:10.889" v="356" actId="478"/>
        <pc:sldMkLst>
          <pc:docMk/>
          <pc:sldMk cId="860800460" sldId="829"/>
        </pc:sldMkLst>
        <pc:spChg chg="del">
          <ac:chgData name="Soumita Sengupta" userId="4afa6ce1-cb01-46c2-8538-4650222f0c96" providerId="ADAL" clId="{8571DC48-0C12-45E0-9BF7-0A12C0FA93C2}" dt="2021-05-17T08:10:10.889" v="356" actId="478"/>
          <ac:spMkLst>
            <pc:docMk/>
            <pc:sldMk cId="860800460" sldId="829"/>
            <ac:spMk id="7" creationId="{150923D7-94AA-4134-A111-B1335F1821E8}"/>
          </ac:spMkLst>
        </pc:spChg>
      </pc:sldChg>
      <pc:sldChg chg="modSp add mod">
        <pc:chgData name="Soumita Sengupta" userId="4afa6ce1-cb01-46c2-8538-4650222f0c96" providerId="ADAL" clId="{8571DC48-0C12-45E0-9BF7-0A12C0FA93C2}" dt="2021-05-17T07:55:45.508" v="238" actId="255"/>
        <pc:sldMkLst>
          <pc:docMk/>
          <pc:sldMk cId="1968607313" sldId="833"/>
        </pc:sldMkLst>
        <pc:spChg chg="mod">
          <ac:chgData name="Soumita Sengupta" userId="4afa6ce1-cb01-46c2-8538-4650222f0c96" providerId="ADAL" clId="{8571DC48-0C12-45E0-9BF7-0A12C0FA93C2}" dt="2021-05-17T07:55:45.508" v="238" actId="255"/>
          <ac:spMkLst>
            <pc:docMk/>
            <pc:sldMk cId="1968607313" sldId="833"/>
            <ac:spMk id="5" creationId="{445D67D0-4691-432C-88C9-3640C742AC85}"/>
          </ac:spMkLst>
        </pc:spChg>
      </pc:sldChg>
      <pc:sldChg chg="delSp add mod">
        <pc:chgData name="Soumita Sengupta" userId="4afa6ce1-cb01-46c2-8538-4650222f0c96" providerId="ADAL" clId="{8571DC48-0C12-45E0-9BF7-0A12C0FA93C2}" dt="2021-05-17T07:55:50.060" v="239" actId="478"/>
        <pc:sldMkLst>
          <pc:docMk/>
          <pc:sldMk cId="3495316257" sldId="834"/>
        </pc:sldMkLst>
        <pc:spChg chg="del">
          <ac:chgData name="Soumita Sengupta" userId="4afa6ce1-cb01-46c2-8538-4650222f0c96" providerId="ADAL" clId="{8571DC48-0C12-45E0-9BF7-0A12C0FA93C2}" dt="2021-05-17T07:55:50.060" v="239" actId="478"/>
          <ac:spMkLst>
            <pc:docMk/>
            <pc:sldMk cId="3495316257" sldId="834"/>
            <ac:spMk id="6" creationId="{B327EC43-BEA8-4487-B7B9-1934EA9CA847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7:56:11.999" v="244" actId="255"/>
        <pc:sldMkLst>
          <pc:docMk/>
          <pc:sldMk cId="3157366253" sldId="835"/>
        </pc:sldMkLst>
        <pc:spChg chg="del">
          <ac:chgData name="Soumita Sengupta" userId="4afa6ce1-cb01-46c2-8538-4650222f0c96" providerId="ADAL" clId="{8571DC48-0C12-45E0-9BF7-0A12C0FA93C2}" dt="2021-05-17T07:56:00.002" v="241" actId="478"/>
          <ac:spMkLst>
            <pc:docMk/>
            <pc:sldMk cId="3157366253" sldId="835"/>
            <ac:spMk id="19" creationId="{A5FC24B9-9878-4DB4-9EE4-B9FCC8AEFB3F}"/>
          </ac:spMkLst>
        </pc:spChg>
        <pc:graphicFrameChg chg="mod modGraphic">
          <ac:chgData name="Soumita Sengupta" userId="4afa6ce1-cb01-46c2-8538-4650222f0c96" providerId="ADAL" clId="{8571DC48-0C12-45E0-9BF7-0A12C0FA93C2}" dt="2021-05-17T07:56:11.999" v="244" actId="255"/>
          <ac:graphicFrameMkLst>
            <pc:docMk/>
            <pc:sldMk cId="3157366253" sldId="835"/>
            <ac:graphicFrameMk id="14" creationId="{3A4118D9-CAD0-4F66-A0D9-F487607F75D9}"/>
          </ac:graphicFrameMkLst>
        </pc:graphicFrameChg>
        <pc:picChg chg="del">
          <ac:chgData name="Soumita Sengupta" userId="4afa6ce1-cb01-46c2-8538-4650222f0c96" providerId="ADAL" clId="{8571DC48-0C12-45E0-9BF7-0A12C0FA93C2}" dt="2021-05-17T07:56:05.784" v="243" actId="478"/>
          <ac:picMkLst>
            <pc:docMk/>
            <pc:sldMk cId="3157366253" sldId="835"/>
            <ac:picMk id="13" creationId="{8F253502-2546-4976-9C61-334B3EC965E5}"/>
          </ac:picMkLst>
        </pc:picChg>
      </pc:sldChg>
      <pc:sldChg chg="modSp add mod">
        <pc:chgData name="Soumita Sengupta" userId="4afa6ce1-cb01-46c2-8538-4650222f0c96" providerId="ADAL" clId="{8571DC48-0C12-45E0-9BF7-0A12C0FA93C2}" dt="2021-05-17T07:57:04.020" v="253" actId="255"/>
        <pc:sldMkLst>
          <pc:docMk/>
          <pc:sldMk cId="116401671" sldId="837"/>
        </pc:sldMkLst>
        <pc:spChg chg="mod">
          <ac:chgData name="Soumita Sengupta" userId="4afa6ce1-cb01-46c2-8538-4650222f0c96" providerId="ADAL" clId="{8571DC48-0C12-45E0-9BF7-0A12C0FA93C2}" dt="2021-05-17T07:57:04.020" v="253" actId="255"/>
          <ac:spMkLst>
            <pc:docMk/>
            <pc:sldMk cId="116401671" sldId="837"/>
            <ac:spMk id="9" creationId="{A00E67FA-A4EE-40F7-85D8-50E3B0674054}"/>
          </ac:spMkLst>
        </pc:spChg>
      </pc:sldChg>
      <pc:sldChg chg="delSp add mod">
        <pc:chgData name="Soumita Sengupta" userId="4afa6ce1-cb01-46c2-8538-4650222f0c96" providerId="ADAL" clId="{8571DC48-0C12-45E0-9BF7-0A12C0FA93C2}" dt="2021-05-17T07:57:09.865" v="254" actId="478"/>
        <pc:sldMkLst>
          <pc:docMk/>
          <pc:sldMk cId="2218938682" sldId="838"/>
        </pc:sldMkLst>
        <pc:spChg chg="del">
          <ac:chgData name="Soumita Sengupta" userId="4afa6ce1-cb01-46c2-8538-4650222f0c96" providerId="ADAL" clId="{8571DC48-0C12-45E0-9BF7-0A12C0FA93C2}" dt="2021-05-17T07:57:09.865" v="254" actId="478"/>
          <ac:spMkLst>
            <pc:docMk/>
            <pc:sldMk cId="2218938682" sldId="838"/>
            <ac:spMk id="12" creationId="{F4490707-E03E-4CAA-80BA-BEEB5BE88E80}"/>
          </ac:spMkLst>
        </pc:spChg>
      </pc:sldChg>
      <pc:sldChg chg="modSp add mod">
        <pc:chgData name="Soumita Sengupta" userId="4afa6ce1-cb01-46c2-8538-4650222f0c96" providerId="ADAL" clId="{8571DC48-0C12-45E0-9BF7-0A12C0FA93C2}" dt="2021-05-17T07:57:20.771" v="255" actId="255"/>
        <pc:sldMkLst>
          <pc:docMk/>
          <pc:sldMk cId="3790829099" sldId="839"/>
        </pc:sldMkLst>
        <pc:spChg chg="mod">
          <ac:chgData name="Soumita Sengupta" userId="4afa6ce1-cb01-46c2-8538-4650222f0c96" providerId="ADAL" clId="{8571DC48-0C12-45E0-9BF7-0A12C0FA93C2}" dt="2021-05-17T07:57:20.771" v="255" actId="255"/>
          <ac:spMkLst>
            <pc:docMk/>
            <pc:sldMk cId="3790829099" sldId="839"/>
            <ac:spMk id="8" creationId="{DACCB307-5C02-4A9A-AF72-19C2486007BA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7:59:15.981" v="261" actId="14100"/>
        <pc:sldMkLst>
          <pc:docMk/>
          <pc:sldMk cId="137161310" sldId="840"/>
        </pc:sldMkLst>
        <pc:spChg chg="del">
          <ac:chgData name="Soumita Sengupta" userId="4afa6ce1-cb01-46c2-8538-4650222f0c96" providerId="ADAL" clId="{8571DC48-0C12-45E0-9BF7-0A12C0FA93C2}" dt="2021-05-17T07:57:28.543" v="257" actId="478"/>
          <ac:spMkLst>
            <pc:docMk/>
            <pc:sldMk cId="137161310" sldId="840"/>
            <ac:spMk id="8" creationId="{8C1AE506-EB37-47B9-A7F3-0F9792A9A809}"/>
          </ac:spMkLst>
        </pc:spChg>
        <pc:graphicFrameChg chg="mod modGraphic">
          <ac:chgData name="Soumita Sengupta" userId="4afa6ce1-cb01-46c2-8538-4650222f0c96" providerId="ADAL" clId="{8571DC48-0C12-45E0-9BF7-0A12C0FA93C2}" dt="2021-05-17T07:59:15.981" v="261" actId="14100"/>
          <ac:graphicFrameMkLst>
            <pc:docMk/>
            <pc:sldMk cId="137161310" sldId="840"/>
            <ac:graphicFrameMk id="11" creationId="{00000000-0000-0000-0000-000000000000}"/>
          </ac:graphicFrameMkLst>
        </pc:graphicFrameChg>
      </pc:sldChg>
      <pc:sldChg chg="add">
        <pc:chgData name="Soumita Sengupta" userId="4afa6ce1-cb01-46c2-8538-4650222f0c96" providerId="ADAL" clId="{8571DC48-0C12-45E0-9BF7-0A12C0FA93C2}" dt="2021-05-17T07:42:23.367" v="87"/>
        <pc:sldMkLst>
          <pc:docMk/>
          <pc:sldMk cId="2895645912" sldId="841"/>
        </pc:sldMkLst>
      </pc:sldChg>
      <pc:sldChg chg="modSp add mod">
        <pc:chgData name="Soumita Sengupta" userId="4afa6ce1-cb01-46c2-8538-4650222f0c96" providerId="ADAL" clId="{8571DC48-0C12-45E0-9BF7-0A12C0FA93C2}" dt="2021-05-17T08:00:02.133" v="262" actId="255"/>
        <pc:sldMkLst>
          <pc:docMk/>
          <pc:sldMk cId="3451605243" sldId="842"/>
        </pc:sldMkLst>
        <pc:spChg chg="mod">
          <ac:chgData name="Soumita Sengupta" userId="4afa6ce1-cb01-46c2-8538-4650222f0c96" providerId="ADAL" clId="{8571DC48-0C12-45E0-9BF7-0A12C0FA93C2}" dt="2021-05-17T08:00:02.133" v="262" actId="255"/>
          <ac:spMkLst>
            <pc:docMk/>
            <pc:sldMk cId="3451605243" sldId="842"/>
            <ac:spMk id="14" creationId="{60926F56-508D-4B66-A05B-9D9BB349F62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0:12.858" v="263" actId="255"/>
        <pc:sldMkLst>
          <pc:docMk/>
          <pc:sldMk cId="3520553567" sldId="843"/>
        </pc:sldMkLst>
        <pc:spChg chg="mod">
          <ac:chgData name="Soumita Sengupta" userId="4afa6ce1-cb01-46c2-8538-4650222f0c96" providerId="ADAL" clId="{8571DC48-0C12-45E0-9BF7-0A12C0FA93C2}" dt="2021-05-17T08:00:12.858" v="263" actId="255"/>
          <ac:spMkLst>
            <pc:docMk/>
            <pc:sldMk cId="3520553567" sldId="843"/>
            <ac:spMk id="15" creationId="{7D26FD34-6322-4E27-B77A-82EB5974D5A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27.749" v="349" actId="255"/>
        <pc:sldMkLst>
          <pc:docMk/>
          <pc:sldMk cId="739307135" sldId="845"/>
        </pc:sldMkLst>
        <pc:spChg chg="mod">
          <ac:chgData name="Soumita Sengupta" userId="4afa6ce1-cb01-46c2-8538-4650222f0c96" providerId="ADAL" clId="{8571DC48-0C12-45E0-9BF7-0A12C0FA93C2}" dt="2021-05-17T08:09:27.749" v="349" actId="255"/>
          <ac:spMkLst>
            <pc:docMk/>
            <pc:sldMk cId="739307135" sldId="845"/>
            <ac:spMk id="7" creationId="{150923D7-94AA-4134-A111-B1335F1821E8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06.619" v="347" actId="255"/>
        <pc:sldMkLst>
          <pc:docMk/>
          <pc:sldMk cId="2149126909" sldId="846"/>
        </pc:sldMkLst>
        <pc:spChg chg="mod">
          <ac:chgData name="Soumita Sengupta" userId="4afa6ce1-cb01-46c2-8538-4650222f0c96" providerId="ADAL" clId="{8571DC48-0C12-45E0-9BF7-0A12C0FA93C2}" dt="2021-05-17T08:09:06.619" v="347" actId="255"/>
          <ac:spMkLst>
            <pc:docMk/>
            <pc:sldMk cId="2149126909" sldId="846"/>
            <ac:spMk id="6" creationId="{A3F287DC-D56A-4E57-B0A7-8EAAD987EBAD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34.156" v="350" actId="255"/>
        <pc:sldMkLst>
          <pc:docMk/>
          <pc:sldMk cId="3396759169" sldId="847"/>
        </pc:sldMkLst>
        <pc:graphicFrameChg chg="modGraphic">
          <ac:chgData name="Soumita Sengupta" userId="4afa6ce1-cb01-46c2-8538-4650222f0c96" providerId="ADAL" clId="{8571DC48-0C12-45E0-9BF7-0A12C0FA93C2}" dt="2021-05-17T08:09:34.156" v="350" actId="255"/>
          <ac:graphicFrameMkLst>
            <pc:docMk/>
            <pc:sldMk cId="3396759169" sldId="847"/>
            <ac:graphicFrameMk id="3" creationId="{2781A68D-375E-4BAE-8822-16AB46BEF5C1}"/>
          </ac:graphicFrameMkLst>
        </pc:graphicFrameChg>
      </pc:sldChg>
      <pc:sldChg chg="delSp add mod">
        <pc:chgData name="Soumita Sengupta" userId="4afa6ce1-cb01-46c2-8538-4650222f0c96" providerId="ADAL" clId="{8571DC48-0C12-45E0-9BF7-0A12C0FA93C2}" dt="2021-05-17T08:09:46.711" v="352" actId="478"/>
        <pc:sldMkLst>
          <pc:docMk/>
          <pc:sldMk cId="2403941356" sldId="848"/>
        </pc:sldMkLst>
        <pc:spChg chg="del">
          <ac:chgData name="Soumita Sengupta" userId="4afa6ce1-cb01-46c2-8538-4650222f0c96" providerId="ADAL" clId="{8571DC48-0C12-45E0-9BF7-0A12C0FA93C2}" dt="2021-05-17T08:09:46.711" v="352" actId="478"/>
          <ac:spMkLst>
            <pc:docMk/>
            <pc:sldMk cId="2403941356" sldId="848"/>
            <ac:spMk id="12" creationId="{4297C765-D0C1-4FBC-9B83-10C29ECCC0F9}"/>
          </ac:spMkLst>
        </pc:spChg>
      </pc:sldChg>
      <pc:sldChg chg="del">
        <pc:chgData name="Soumita Sengupta" userId="4afa6ce1-cb01-46c2-8538-4650222f0c96" providerId="ADAL" clId="{8571DC48-0C12-45E0-9BF7-0A12C0FA93C2}" dt="2021-05-17T14:32:44.972" v="495" actId="47"/>
        <pc:sldMkLst>
          <pc:docMk/>
          <pc:sldMk cId="3282653662" sldId="867"/>
        </pc:sldMkLst>
      </pc:sldChg>
      <pc:sldChg chg="modSp mod">
        <pc:chgData name="Soumita Sengupta" userId="4afa6ce1-cb01-46c2-8538-4650222f0c96" providerId="ADAL" clId="{8571DC48-0C12-45E0-9BF7-0A12C0FA93C2}" dt="2021-05-17T14:32:58.662" v="496" actId="207"/>
        <pc:sldMkLst>
          <pc:docMk/>
          <pc:sldMk cId="254607577" sldId="868"/>
        </pc:sldMkLst>
        <pc:spChg chg="mod">
          <ac:chgData name="Soumita Sengupta" userId="4afa6ce1-cb01-46c2-8538-4650222f0c96" providerId="ADAL" clId="{8571DC48-0C12-45E0-9BF7-0A12C0FA93C2}" dt="2021-05-17T14:32:58.662" v="496" actId="207"/>
          <ac:spMkLst>
            <pc:docMk/>
            <pc:sldMk cId="254607577" sldId="86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32:58.662" v="496" actId="207"/>
          <ac:spMkLst>
            <pc:docMk/>
            <pc:sldMk cId="254607577" sldId="868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3:32.147" v="497" actId="207"/>
        <pc:sldMkLst>
          <pc:docMk/>
          <pc:sldMk cId="1693671457" sldId="869"/>
        </pc:sldMkLst>
        <pc:spChg chg="mod">
          <ac:chgData name="Soumita Sengupta" userId="4afa6ce1-cb01-46c2-8538-4650222f0c96" providerId="ADAL" clId="{8571DC48-0C12-45E0-9BF7-0A12C0FA93C2}" dt="2021-05-17T14:33:32.147" v="497" actId="207"/>
          <ac:spMkLst>
            <pc:docMk/>
            <pc:sldMk cId="1693671457" sldId="869"/>
            <ac:spMk id="4" creationId="{0F44E4FA-AE31-4042-8C71-0A7D8636397F}"/>
          </ac:spMkLst>
        </pc:spChg>
        <pc:spChg chg="mod">
          <ac:chgData name="Soumita Sengupta" userId="4afa6ce1-cb01-46c2-8538-4650222f0c96" providerId="ADAL" clId="{8571DC48-0C12-45E0-9BF7-0A12C0FA93C2}" dt="2021-05-17T14:33:32.147" v="497" actId="207"/>
          <ac:spMkLst>
            <pc:docMk/>
            <pc:sldMk cId="1693671457" sldId="869"/>
            <ac:spMk id="5" creationId="{D1C828E8-8E33-4814-A1B2-4FA0028A8013}"/>
          </ac:spMkLst>
        </pc:spChg>
      </pc:sldChg>
      <pc:sldChg chg="modSp mod">
        <pc:chgData name="Soumita Sengupta" userId="4afa6ce1-cb01-46c2-8538-4650222f0c96" providerId="ADAL" clId="{8571DC48-0C12-45E0-9BF7-0A12C0FA93C2}" dt="2021-05-17T14:33:39.807" v="498" actId="207"/>
        <pc:sldMkLst>
          <pc:docMk/>
          <pc:sldMk cId="2521651456" sldId="870"/>
        </pc:sldMkLst>
        <pc:spChg chg="mod">
          <ac:chgData name="Soumita Sengupta" userId="4afa6ce1-cb01-46c2-8538-4650222f0c96" providerId="ADAL" clId="{8571DC48-0C12-45E0-9BF7-0A12C0FA93C2}" dt="2021-05-17T14:33:39.807" v="498" actId="207"/>
          <ac:spMkLst>
            <pc:docMk/>
            <pc:sldMk cId="2521651456" sldId="870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3:39.807" v="498" actId="207"/>
          <ac:spMkLst>
            <pc:docMk/>
            <pc:sldMk cId="2521651456" sldId="870"/>
            <ac:spMk id="4" creationId="{00000000-0000-0000-0000-000000000000}"/>
          </ac:spMkLst>
        </pc:spChg>
      </pc:sldChg>
      <pc:sldChg chg="modSp add mod">
        <pc:chgData name="Soumita Sengupta" userId="4afa6ce1-cb01-46c2-8538-4650222f0c96" providerId="ADAL" clId="{8571DC48-0C12-45E0-9BF7-0A12C0FA93C2}" dt="2021-05-17T14:33:50.087" v="499" actId="207"/>
        <pc:sldMkLst>
          <pc:docMk/>
          <pc:sldMk cId="2056228496" sldId="872"/>
        </pc:sldMkLst>
        <pc:spChg chg="mod">
          <ac:chgData name="Soumita Sengupta" userId="4afa6ce1-cb01-46c2-8538-4650222f0c96" providerId="ADAL" clId="{8571DC48-0C12-45E0-9BF7-0A12C0FA93C2}" dt="2021-05-17T14:33:50.087" v="499" actId="207"/>
          <ac:spMkLst>
            <pc:docMk/>
            <pc:sldMk cId="2056228496" sldId="872"/>
            <ac:spMk id="2" creationId="{F8F412AC-0085-4638-B895-893A5B1D530B}"/>
          </ac:spMkLst>
        </pc:spChg>
        <pc:spChg chg="mod">
          <ac:chgData name="Soumita Sengupta" userId="4afa6ce1-cb01-46c2-8538-4650222f0c96" providerId="ADAL" clId="{8571DC48-0C12-45E0-9BF7-0A12C0FA93C2}" dt="2021-05-17T14:33:50.087" v="499" actId="207"/>
          <ac:spMkLst>
            <pc:docMk/>
            <pc:sldMk cId="2056228496" sldId="872"/>
            <ac:spMk id="3" creationId="{F67EAD20-C271-4DEE-B7C2-CCC79CE8AB23}"/>
          </ac:spMkLst>
        </pc:spChg>
        <pc:spChg chg="mod">
          <ac:chgData name="Soumita Sengupta" userId="4afa6ce1-cb01-46c2-8538-4650222f0c96" providerId="ADAL" clId="{8571DC48-0C12-45E0-9BF7-0A12C0FA93C2}" dt="2021-05-17T07:38:17.733" v="56" actId="255"/>
          <ac:spMkLst>
            <pc:docMk/>
            <pc:sldMk cId="2056228496" sldId="872"/>
            <ac:spMk id="5" creationId="{B50CAA43-3A66-42AD-BD02-B4ED241630EB}"/>
          </ac:spMkLst>
        </pc:spChg>
      </pc:sldChg>
      <pc:sldChg chg="delSp add mod">
        <pc:chgData name="Soumita Sengupta" userId="4afa6ce1-cb01-46c2-8538-4650222f0c96" providerId="ADAL" clId="{8571DC48-0C12-45E0-9BF7-0A12C0FA93C2}" dt="2021-05-17T07:38:32.932" v="57" actId="478"/>
        <pc:sldMkLst>
          <pc:docMk/>
          <pc:sldMk cId="2816898881" sldId="873"/>
        </pc:sldMkLst>
        <pc:spChg chg="del">
          <ac:chgData name="Soumita Sengupta" userId="4afa6ce1-cb01-46c2-8538-4650222f0c96" providerId="ADAL" clId="{8571DC48-0C12-45E0-9BF7-0A12C0FA93C2}" dt="2021-05-17T07:38:32.932" v="57" actId="478"/>
          <ac:spMkLst>
            <pc:docMk/>
            <pc:sldMk cId="2816898881" sldId="873"/>
            <ac:spMk id="10" creationId="{7132211E-35E2-42C8-B7EE-6C792F6E2A09}"/>
          </ac:spMkLst>
        </pc:spChg>
      </pc:sldChg>
      <pc:sldChg chg="modSp add mod">
        <pc:chgData name="Soumita Sengupta" userId="4afa6ce1-cb01-46c2-8538-4650222f0c96" providerId="ADAL" clId="{8571DC48-0C12-45E0-9BF7-0A12C0FA93C2}" dt="2021-05-17T07:38:49.668" v="59" actId="255"/>
        <pc:sldMkLst>
          <pc:docMk/>
          <pc:sldMk cId="53408869" sldId="874"/>
        </pc:sldMkLst>
        <pc:spChg chg="mod">
          <ac:chgData name="Soumita Sengupta" userId="4afa6ce1-cb01-46c2-8538-4650222f0c96" providerId="ADAL" clId="{8571DC48-0C12-45E0-9BF7-0A12C0FA93C2}" dt="2021-05-17T07:38:49.668" v="59" actId="255"/>
          <ac:spMkLst>
            <pc:docMk/>
            <pc:sldMk cId="53408869" sldId="874"/>
            <ac:spMk id="3" creationId="{10A61534-B4CA-4007-8750-502B9A30D959}"/>
          </ac:spMkLst>
        </pc:spChg>
      </pc:sldChg>
      <pc:sldChg chg="modSp add mod">
        <pc:chgData name="Soumita Sengupta" userId="4afa6ce1-cb01-46c2-8538-4650222f0c96" providerId="ADAL" clId="{8571DC48-0C12-45E0-9BF7-0A12C0FA93C2}" dt="2021-05-17T07:39:26.968" v="61" actId="2711"/>
        <pc:sldMkLst>
          <pc:docMk/>
          <pc:sldMk cId="1332674554" sldId="875"/>
        </pc:sldMkLst>
        <pc:spChg chg="mod">
          <ac:chgData name="Soumita Sengupta" userId="4afa6ce1-cb01-46c2-8538-4650222f0c96" providerId="ADAL" clId="{8571DC48-0C12-45E0-9BF7-0A12C0FA93C2}" dt="2021-05-17T07:39:06.195" v="60" actId="255"/>
          <ac:spMkLst>
            <pc:docMk/>
            <pc:sldMk cId="1332674554" sldId="875"/>
            <ac:spMk id="2" creationId="{087FF39E-82A2-4417-8732-85A562218D67}"/>
          </ac:spMkLst>
        </pc:spChg>
        <pc:spChg chg="mod">
          <ac:chgData name="Soumita Sengupta" userId="4afa6ce1-cb01-46c2-8538-4650222f0c96" providerId="ADAL" clId="{8571DC48-0C12-45E0-9BF7-0A12C0FA93C2}" dt="2021-05-17T07:39:26.968" v="61" actId="2711"/>
          <ac:spMkLst>
            <pc:docMk/>
            <pc:sldMk cId="1332674554" sldId="875"/>
            <ac:spMk id="7" creationId="{00000000-0000-0000-0000-000000000000}"/>
          </ac:spMkLst>
        </pc:spChg>
      </pc:sldChg>
      <pc:sldChg chg="modSp add mod">
        <pc:chgData name="Soumita Sengupta" userId="4afa6ce1-cb01-46c2-8538-4650222f0c96" providerId="ADAL" clId="{8571DC48-0C12-45E0-9BF7-0A12C0FA93C2}" dt="2021-05-17T07:51:52.484" v="203" actId="5793"/>
        <pc:sldMkLst>
          <pc:docMk/>
          <pc:sldMk cId="202006007" sldId="879"/>
        </pc:sldMkLst>
        <pc:spChg chg="mod">
          <ac:chgData name="Soumita Sengupta" userId="4afa6ce1-cb01-46c2-8538-4650222f0c96" providerId="ADAL" clId="{8571DC48-0C12-45E0-9BF7-0A12C0FA93C2}" dt="2021-05-17T07:51:52.484" v="203" actId="5793"/>
          <ac:spMkLst>
            <pc:docMk/>
            <pc:sldMk cId="202006007" sldId="879"/>
            <ac:spMk id="5" creationId="{70407E3C-70AF-4CC3-9567-50F4E8EB1618}"/>
          </ac:spMkLst>
        </pc:spChg>
      </pc:sldChg>
      <pc:sldChg chg="modSp mod">
        <pc:chgData name="Soumita Sengupta" userId="4afa6ce1-cb01-46c2-8538-4650222f0c96" providerId="ADAL" clId="{8571DC48-0C12-45E0-9BF7-0A12C0FA93C2}" dt="2021-05-17T14:27:33.891" v="454" actId="207"/>
        <pc:sldMkLst>
          <pc:docMk/>
          <pc:sldMk cId="1639061617" sldId="880"/>
        </pc:sldMkLst>
        <pc:spChg chg="mod">
          <ac:chgData name="Soumita Sengupta" userId="4afa6ce1-cb01-46c2-8538-4650222f0c96" providerId="ADAL" clId="{8571DC48-0C12-45E0-9BF7-0A12C0FA93C2}" dt="2021-05-17T14:27:33.891" v="454" actId="207"/>
          <ac:spMkLst>
            <pc:docMk/>
            <pc:sldMk cId="1639061617" sldId="88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7:33.891" v="454" actId="207"/>
          <ac:spMkLst>
            <pc:docMk/>
            <pc:sldMk cId="1639061617" sldId="88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21.765" v="461" actId="207"/>
        <pc:sldMkLst>
          <pc:docMk/>
          <pc:sldMk cId="2139875260" sldId="881"/>
        </pc:sldMkLst>
        <pc:spChg chg="mod">
          <ac:chgData name="Soumita Sengupta" userId="4afa6ce1-cb01-46c2-8538-4650222f0c96" providerId="ADAL" clId="{8571DC48-0C12-45E0-9BF7-0A12C0FA93C2}" dt="2021-05-17T14:28:21.765" v="461" actId="207"/>
          <ac:spMkLst>
            <pc:docMk/>
            <pc:sldMk cId="2139875260" sldId="881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8:21.765" v="461" actId="207"/>
          <ac:spMkLst>
            <pc:docMk/>
            <pc:sldMk cId="2139875260" sldId="881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40.884" v="463" actId="207"/>
        <pc:sldMkLst>
          <pc:docMk/>
          <pc:sldMk cId="2047864383" sldId="883"/>
        </pc:sldMkLst>
        <pc:spChg chg="mod">
          <ac:chgData name="Soumita Sengupta" userId="4afa6ce1-cb01-46c2-8538-4650222f0c96" providerId="ADAL" clId="{8571DC48-0C12-45E0-9BF7-0A12C0FA93C2}" dt="2021-05-17T14:28:40.884" v="463" actId="207"/>
          <ac:spMkLst>
            <pc:docMk/>
            <pc:sldMk cId="2047864383" sldId="883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8:40.884" v="463" actId="207"/>
          <ac:spMkLst>
            <pc:docMk/>
            <pc:sldMk cId="2047864383" sldId="883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48.469" v="464" actId="207"/>
        <pc:sldMkLst>
          <pc:docMk/>
          <pc:sldMk cId="3568281701" sldId="884"/>
        </pc:sldMkLst>
        <pc:spChg chg="mod">
          <ac:chgData name="Soumita Sengupta" userId="4afa6ce1-cb01-46c2-8538-4650222f0c96" providerId="ADAL" clId="{8571DC48-0C12-45E0-9BF7-0A12C0FA93C2}" dt="2021-05-17T14:28:48.469" v="464" actId="207"/>
          <ac:spMkLst>
            <pc:docMk/>
            <pc:sldMk cId="3568281701" sldId="884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8:48.469" v="464" actId="207"/>
          <ac:spMkLst>
            <pc:docMk/>
            <pc:sldMk cId="3568281701" sldId="884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8:54.669" v="465" actId="207"/>
        <pc:sldMkLst>
          <pc:docMk/>
          <pc:sldMk cId="3658751047" sldId="885"/>
        </pc:sldMkLst>
        <pc:spChg chg="mod">
          <ac:chgData name="Soumita Sengupta" userId="4afa6ce1-cb01-46c2-8538-4650222f0c96" providerId="ADAL" clId="{8571DC48-0C12-45E0-9BF7-0A12C0FA93C2}" dt="2021-05-17T14:28:54.669" v="465" actId="207"/>
          <ac:spMkLst>
            <pc:docMk/>
            <pc:sldMk cId="3658751047" sldId="885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8:54.669" v="465" actId="207"/>
          <ac:spMkLst>
            <pc:docMk/>
            <pc:sldMk cId="3658751047" sldId="885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01.348" v="466" actId="207"/>
        <pc:sldMkLst>
          <pc:docMk/>
          <pc:sldMk cId="225487929" sldId="886"/>
        </pc:sldMkLst>
        <pc:spChg chg="mod">
          <ac:chgData name="Soumita Sengupta" userId="4afa6ce1-cb01-46c2-8538-4650222f0c96" providerId="ADAL" clId="{8571DC48-0C12-45E0-9BF7-0A12C0FA93C2}" dt="2021-05-17T14:29:01.348" v="466" actId="207"/>
          <ac:spMkLst>
            <pc:docMk/>
            <pc:sldMk cId="225487929" sldId="886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9:01.348" v="466" actId="207"/>
          <ac:spMkLst>
            <pc:docMk/>
            <pc:sldMk cId="225487929" sldId="886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9:08.172" v="467" actId="207"/>
        <pc:sldMkLst>
          <pc:docMk/>
          <pc:sldMk cId="1268566176" sldId="887"/>
        </pc:sldMkLst>
        <pc:spChg chg="mod">
          <ac:chgData name="Soumita Sengupta" userId="4afa6ce1-cb01-46c2-8538-4650222f0c96" providerId="ADAL" clId="{8571DC48-0C12-45E0-9BF7-0A12C0FA93C2}" dt="2021-05-17T14:29:08.172" v="467" actId="207"/>
          <ac:spMkLst>
            <pc:docMk/>
            <pc:sldMk cId="1268566176" sldId="887"/>
            <ac:spMk id="2" creationId="{D7229EAB-2797-4C92-B9F3-E1A52FD16017}"/>
          </ac:spMkLst>
        </pc:spChg>
        <pc:spChg chg="mod">
          <ac:chgData name="Soumita Sengupta" userId="4afa6ce1-cb01-46c2-8538-4650222f0c96" providerId="ADAL" clId="{8571DC48-0C12-45E0-9BF7-0A12C0FA93C2}" dt="2021-05-17T14:29:08.172" v="467" actId="207"/>
          <ac:spMkLst>
            <pc:docMk/>
            <pc:sldMk cId="1268566176" sldId="887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34.004" v="476" actId="207"/>
        <pc:sldMkLst>
          <pc:docMk/>
          <pc:sldMk cId="2990392643" sldId="889"/>
        </pc:sldMkLst>
        <pc:spChg chg="mod">
          <ac:chgData name="Soumita Sengupta" userId="4afa6ce1-cb01-46c2-8538-4650222f0c96" providerId="ADAL" clId="{8571DC48-0C12-45E0-9BF7-0A12C0FA93C2}" dt="2021-05-17T14:30:34.004" v="476" actId="207"/>
          <ac:spMkLst>
            <pc:docMk/>
            <pc:sldMk cId="2990392643" sldId="889"/>
            <ac:spMk id="2" creationId="{B6B893F1-DEDB-4CFF-8DD4-069CEAC32E9F}"/>
          </ac:spMkLst>
        </pc:spChg>
        <pc:spChg chg="mod">
          <ac:chgData name="Soumita Sengupta" userId="4afa6ce1-cb01-46c2-8538-4650222f0c96" providerId="ADAL" clId="{8571DC48-0C12-45E0-9BF7-0A12C0FA93C2}" dt="2021-05-17T14:30:34.004" v="476" actId="207"/>
          <ac:spMkLst>
            <pc:docMk/>
            <pc:sldMk cId="2990392643" sldId="889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0:39.835" v="477" actId="207"/>
        <pc:sldMkLst>
          <pc:docMk/>
          <pc:sldMk cId="4152093735" sldId="890"/>
        </pc:sldMkLst>
        <pc:spChg chg="mod">
          <ac:chgData name="Soumita Sengupta" userId="4afa6ce1-cb01-46c2-8538-4650222f0c96" providerId="ADAL" clId="{8571DC48-0C12-45E0-9BF7-0A12C0FA93C2}" dt="2021-05-17T14:30:39.835" v="477" actId="207"/>
          <ac:spMkLst>
            <pc:docMk/>
            <pc:sldMk cId="4152093735" sldId="890"/>
            <ac:spMk id="2" creationId="{B6B893F1-DEDB-4CFF-8DD4-069CEAC32E9F}"/>
          </ac:spMkLst>
        </pc:spChg>
        <pc:spChg chg="mod">
          <ac:chgData name="Soumita Sengupta" userId="4afa6ce1-cb01-46c2-8538-4650222f0c96" providerId="ADAL" clId="{8571DC48-0C12-45E0-9BF7-0A12C0FA93C2}" dt="2021-05-17T14:30:39.835" v="477" actId="207"/>
          <ac:spMkLst>
            <pc:docMk/>
            <pc:sldMk cId="4152093735" sldId="890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2:00.213" v="488" actId="207"/>
        <pc:sldMkLst>
          <pc:docMk/>
          <pc:sldMk cId="3419036602" sldId="891"/>
        </pc:sldMkLst>
        <pc:spChg chg="mod">
          <ac:chgData name="Soumita Sengupta" userId="4afa6ce1-cb01-46c2-8538-4650222f0c96" providerId="ADAL" clId="{8571DC48-0C12-45E0-9BF7-0A12C0FA93C2}" dt="2021-05-17T14:32:00.213" v="488" actId="207"/>
          <ac:spMkLst>
            <pc:docMk/>
            <pc:sldMk cId="3419036602" sldId="891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2:00.213" v="488" actId="207"/>
          <ac:spMkLst>
            <pc:docMk/>
            <pc:sldMk cId="3419036602" sldId="891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2:06.656" v="489" actId="207"/>
        <pc:sldMkLst>
          <pc:docMk/>
          <pc:sldMk cId="2610132345" sldId="892"/>
        </pc:sldMkLst>
        <pc:spChg chg="mod">
          <ac:chgData name="Soumita Sengupta" userId="4afa6ce1-cb01-46c2-8538-4650222f0c96" providerId="ADAL" clId="{8571DC48-0C12-45E0-9BF7-0A12C0FA93C2}" dt="2021-05-17T14:32:06.656" v="489" actId="207"/>
          <ac:spMkLst>
            <pc:docMk/>
            <pc:sldMk cId="2610132345" sldId="892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2:06.656" v="489" actId="207"/>
          <ac:spMkLst>
            <pc:docMk/>
            <pc:sldMk cId="2610132345" sldId="892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2:13.142" v="490" actId="207"/>
        <pc:sldMkLst>
          <pc:docMk/>
          <pc:sldMk cId="44910485" sldId="893"/>
        </pc:sldMkLst>
        <pc:spChg chg="mod">
          <ac:chgData name="Soumita Sengupta" userId="4afa6ce1-cb01-46c2-8538-4650222f0c96" providerId="ADAL" clId="{8571DC48-0C12-45E0-9BF7-0A12C0FA93C2}" dt="2021-05-17T14:32:13.142" v="490" actId="207"/>
          <ac:spMkLst>
            <pc:docMk/>
            <pc:sldMk cId="44910485" sldId="893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2:13.142" v="490" actId="207"/>
          <ac:spMkLst>
            <pc:docMk/>
            <pc:sldMk cId="44910485" sldId="893"/>
            <ac:spMk id="4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32:19.826" v="491" actId="207"/>
        <pc:sldMkLst>
          <pc:docMk/>
          <pc:sldMk cId="3136716027" sldId="894"/>
        </pc:sldMkLst>
        <pc:spChg chg="mod">
          <ac:chgData name="Soumita Sengupta" userId="4afa6ce1-cb01-46c2-8538-4650222f0c96" providerId="ADAL" clId="{8571DC48-0C12-45E0-9BF7-0A12C0FA93C2}" dt="2021-05-17T14:32:19.826" v="491" actId="207"/>
          <ac:spMkLst>
            <pc:docMk/>
            <pc:sldMk cId="3136716027" sldId="894"/>
            <ac:spMk id="2" creationId="{D2965F05-2471-447C-97CD-B93193FE76F8}"/>
          </ac:spMkLst>
        </pc:spChg>
        <pc:spChg chg="mod">
          <ac:chgData name="Soumita Sengupta" userId="4afa6ce1-cb01-46c2-8538-4650222f0c96" providerId="ADAL" clId="{8571DC48-0C12-45E0-9BF7-0A12C0FA93C2}" dt="2021-05-17T14:32:19.826" v="491" actId="207"/>
          <ac:spMkLst>
            <pc:docMk/>
            <pc:sldMk cId="3136716027" sldId="894"/>
            <ac:spMk id="4" creationId="{00000000-0000-0000-0000-000000000000}"/>
          </ac:spMkLst>
        </pc:spChg>
      </pc:sldChg>
      <pc:sldChg chg="delSp add mod">
        <pc:chgData name="Soumita Sengupta" userId="4afa6ce1-cb01-46c2-8538-4650222f0c96" providerId="ADAL" clId="{8571DC48-0C12-45E0-9BF7-0A12C0FA93C2}" dt="2021-05-17T07:38:41.608" v="58" actId="478"/>
        <pc:sldMkLst>
          <pc:docMk/>
          <pc:sldMk cId="1567628064" sldId="895"/>
        </pc:sldMkLst>
        <pc:spChg chg="del">
          <ac:chgData name="Soumita Sengupta" userId="4afa6ce1-cb01-46c2-8538-4650222f0c96" providerId="ADAL" clId="{8571DC48-0C12-45E0-9BF7-0A12C0FA93C2}" dt="2021-05-17T07:38:41.608" v="58" actId="478"/>
          <ac:spMkLst>
            <pc:docMk/>
            <pc:sldMk cId="1567628064" sldId="895"/>
            <ac:spMk id="10" creationId="{7132211E-35E2-42C8-B7EE-6C792F6E2A09}"/>
          </ac:spMkLst>
        </pc:spChg>
      </pc:sldChg>
      <pc:sldChg chg="delSp modSp add mod">
        <pc:chgData name="Soumita Sengupta" userId="4afa6ce1-cb01-46c2-8538-4650222f0c96" providerId="ADAL" clId="{8571DC48-0C12-45E0-9BF7-0A12C0FA93C2}" dt="2021-05-17T07:53:44.035" v="218" actId="255"/>
        <pc:sldMkLst>
          <pc:docMk/>
          <pc:sldMk cId="3581655586" sldId="897"/>
        </pc:sldMkLst>
        <pc:spChg chg="del">
          <ac:chgData name="Soumita Sengupta" userId="4afa6ce1-cb01-46c2-8538-4650222f0c96" providerId="ADAL" clId="{8571DC48-0C12-45E0-9BF7-0A12C0FA93C2}" dt="2021-05-17T07:53:32.514" v="216" actId="478"/>
          <ac:spMkLst>
            <pc:docMk/>
            <pc:sldMk cId="3581655586" sldId="897"/>
            <ac:spMk id="3" creationId="{0F173469-94E6-4FFB-804E-333660EDA01C}"/>
          </ac:spMkLst>
        </pc:spChg>
        <pc:graphicFrameChg chg="mod modGraphic">
          <ac:chgData name="Soumita Sengupta" userId="4afa6ce1-cb01-46c2-8538-4650222f0c96" providerId="ADAL" clId="{8571DC48-0C12-45E0-9BF7-0A12C0FA93C2}" dt="2021-05-17T07:53:44.035" v="218" actId="255"/>
          <ac:graphicFrameMkLst>
            <pc:docMk/>
            <pc:sldMk cId="3581655586" sldId="897"/>
            <ac:graphicFrameMk id="6" creationId="{B8FC2794-22D6-4020-A9A3-1F1BA81495E4}"/>
          </ac:graphicFrameMkLst>
        </pc:graphicFrameChg>
      </pc:sldChg>
      <pc:sldChg chg="delSp modSp add mod">
        <pc:chgData name="Soumita Sengupta" userId="4afa6ce1-cb01-46c2-8538-4650222f0c96" providerId="ADAL" clId="{8571DC48-0C12-45E0-9BF7-0A12C0FA93C2}" dt="2021-05-17T07:54:06.595" v="222" actId="1076"/>
        <pc:sldMkLst>
          <pc:docMk/>
          <pc:sldMk cId="2881927986" sldId="898"/>
        </pc:sldMkLst>
        <pc:spChg chg="del">
          <ac:chgData name="Soumita Sengupta" userId="4afa6ce1-cb01-46c2-8538-4650222f0c96" providerId="ADAL" clId="{8571DC48-0C12-45E0-9BF7-0A12C0FA93C2}" dt="2021-05-17T07:53:54.020" v="220" actId="478"/>
          <ac:spMkLst>
            <pc:docMk/>
            <pc:sldMk cId="2881927986" sldId="898"/>
            <ac:spMk id="3" creationId="{0F173469-94E6-4FFB-804E-333660EDA01C}"/>
          </ac:spMkLst>
        </pc:spChg>
        <pc:graphicFrameChg chg="mod modGraphic">
          <ac:chgData name="Soumita Sengupta" userId="4afa6ce1-cb01-46c2-8538-4650222f0c96" providerId="ADAL" clId="{8571DC48-0C12-45E0-9BF7-0A12C0FA93C2}" dt="2021-05-17T07:54:06.595" v="222" actId="1076"/>
          <ac:graphicFrameMkLst>
            <pc:docMk/>
            <pc:sldMk cId="2881927986" sldId="898"/>
            <ac:graphicFrameMk id="6" creationId="{B8FC2794-22D6-4020-A9A3-1F1BA81495E4}"/>
          </ac:graphicFrameMkLst>
        </pc:graphicFrameChg>
      </pc:sldChg>
      <pc:sldChg chg="delSp modSp add mod">
        <pc:chgData name="Soumita Sengupta" userId="4afa6ce1-cb01-46c2-8538-4650222f0c96" providerId="ADAL" clId="{8571DC48-0C12-45E0-9BF7-0A12C0FA93C2}" dt="2021-05-17T07:54:59.315" v="231" actId="255"/>
        <pc:sldMkLst>
          <pc:docMk/>
          <pc:sldMk cId="2274002417" sldId="900"/>
        </pc:sldMkLst>
        <pc:spChg chg="del">
          <ac:chgData name="Soumita Sengupta" userId="4afa6ce1-cb01-46c2-8538-4650222f0c96" providerId="ADAL" clId="{8571DC48-0C12-45E0-9BF7-0A12C0FA93C2}" dt="2021-05-17T07:54:46.535" v="230" actId="478"/>
          <ac:spMkLst>
            <pc:docMk/>
            <pc:sldMk cId="2274002417" sldId="900"/>
            <ac:spMk id="7" creationId="{E06A3024-9699-41E9-A854-B2DD7C6FFFC9}"/>
          </ac:spMkLst>
        </pc:spChg>
        <pc:graphicFrameChg chg="modGraphic">
          <ac:chgData name="Soumita Sengupta" userId="4afa6ce1-cb01-46c2-8538-4650222f0c96" providerId="ADAL" clId="{8571DC48-0C12-45E0-9BF7-0A12C0FA93C2}" dt="2021-05-17T07:54:59.315" v="231" actId="255"/>
          <ac:graphicFrameMkLst>
            <pc:docMk/>
            <pc:sldMk cId="2274002417" sldId="900"/>
            <ac:graphicFrameMk id="8" creationId="{00000000-0000-0000-0000-000000000000}"/>
          </ac:graphicFrameMkLst>
        </pc:graphicFrameChg>
      </pc:sldChg>
      <pc:sldChg chg="delSp modSp add mod">
        <pc:chgData name="Soumita Sengupta" userId="4afa6ce1-cb01-46c2-8538-4650222f0c96" providerId="ADAL" clId="{8571DC48-0C12-45E0-9BF7-0A12C0FA93C2}" dt="2021-05-17T07:56:54.798" v="252" actId="1076"/>
        <pc:sldMkLst>
          <pc:docMk/>
          <pc:sldMk cId="764318788" sldId="902"/>
        </pc:sldMkLst>
        <pc:spChg chg="del">
          <ac:chgData name="Soumita Sengupta" userId="4afa6ce1-cb01-46c2-8538-4650222f0c96" providerId="ADAL" clId="{8571DC48-0C12-45E0-9BF7-0A12C0FA93C2}" dt="2021-05-17T07:56:32.056" v="248" actId="478"/>
          <ac:spMkLst>
            <pc:docMk/>
            <pc:sldMk cId="764318788" sldId="902"/>
            <ac:spMk id="19" creationId="{A5FC24B9-9878-4DB4-9EE4-B9FCC8AEFB3F}"/>
          </ac:spMkLst>
        </pc:spChg>
        <pc:graphicFrameChg chg="mod modGraphic">
          <ac:chgData name="Soumita Sengupta" userId="4afa6ce1-cb01-46c2-8538-4650222f0c96" providerId="ADAL" clId="{8571DC48-0C12-45E0-9BF7-0A12C0FA93C2}" dt="2021-05-17T07:56:54.798" v="252" actId="1076"/>
          <ac:graphicFrameMkLst>
            <pc:docMk/>
            <pc:sldMk cId="764318788" sldId="902"/>
            <ac:graphicFrameMk id="14" creationId="{3A4118D9-CAD0-4F66-A0D9-F487607F75D9}"/>
          </ac:graphicFrameMkLst>
        </pc:graphicFrameChg>
        <pc:picChg chg="del">
          <ac:chgData name="Soumita Sengupta" userId="4afa6ce1-cb01-46c2-8538-4650222f0c96" providerId="ADAL" clId="{8571DC48-0C12-45E0-9BF7-0A12C0FA93C2}" dt="2021-05-17T07:56:18.097" v="245" actId="478"/>
          <ac:picMkLst>
            <pc:docMk/>
            <pc:sldMk cId="764318788" sldId="902"/>
            <ac:picMk id="13" creationId="{8F253502-2546-4976-9C61-334B3EC965E5}"/>
          </ac:picMkLst>
        </pc:picChg>
      </pc:sldChg>
      <pc:sldChg chg="delSp modSp add mod">
        <pc:chgData name="Soumita Sengupta" userId="4afa6ce1-cb01-46c2-8538-4650222f0c96" providerId="ADAL" clId="{8571DC48-0C12-45E0-9BF7-0A12C0FA93C2}" dt="2021-05-17T08:01:09.767" v="273" actId="1076"/>
        <pc:sldMkLst>
          <pc:docMk/>
          <pc:sldMk cId="1489738380" sldId="903"/>
        </pc:sldMkLst>
        <pc:spChg chg="del">
          <ac:chgData name="Soumita Sengupta" userId="4afa6ce1-cb01-46c2-8538-4650222f0c96" providerId="ADAL" clId="{8571DC48-0C12-45E0-9BF7-0A12C0FA93C2}" dt="2021-05-17T08:01:04.487" v="272" actId="478"/>
          <ac:spMkLst>
            <pc:docMk/>
            <pc:sldMk cId="1489738380" sldId="903"/>
            <ac:spMk id="3" creationId="{1E93E0B9-106D-4E01-947D-9B58393568E4}"/>
          </ac:spMkLst>
        </pc:spChg>
        <pc:graphicFrameChg chg="mod modGraphic">
          <ac:chgData name="Soumita Sengupta" userId="4afa6ce1-cb01-46c2-8538-4650222f0c96" providerId="ADAL" clId="{8571DC48-0C12-45E0-9BF7-0A12C0FA93C2}" dt="2021-05-17T08:01:09.767" v="273" actId="1076"/>
          <ac:graphicFrameMkLst>
            <pc:docMk/>
            <pc:sldMk cId="1489738380" sldId="903"/>
            <ac:graphicFrameMk id="6" creationId="{DC81A6CF-0F67-4199-91FC-10F3938EFF67}"/>
          </ac:graphicFrameMkLst>
        </pc:graphicFrameChg>
      </pc:sldChg>
      <pc:sldChg chg="delSp modSp add mod">
        <pc:chgData name="Soumita Sengupta" userId="4afa6ce1-cb01-46c2-8538-4650222f0c96" providerId="ADAL" clId="{8571DC48-0C12-45E0-9BF7-0A12C0FA93C2}" dt="2021-05-17T08:01:42.629" v="279" actId="14100"/>
        <pc:sldMkLst>
          <pc:docMk/>
          <pc:sldMk cId="3148603224" sldId="904"/>
        </pc:sldMkLst>
        <pc:spChg chg="del">
          <ac:chgData name="Soumita Sengupta" userId="4afa6ce1-cb01-46c2-8538-4650222f0c96" providerId="ADAL" clId="{8571DC48-0C12-45E0-9BF7-0A12C0FA93C2}" dt="2021-05-17T08:01:28.862" v="276" actId="478"/>
          <ac:spMkLst>
            <pc:docMk/>
            <pc:sldMk cId="3148603224" sldId="904"/>
            <ac:spMk id="3" creationId="{1E93E0B9-106D-4E01-947D-9B58393568E4}"/>
          </ac:spMkLst>
        </pc:spChg>
        <pc:graphicFrameChg chg="mod modGraphic">
          <ac:chgData name="Soumita Sengupta" userId="4afa6ce1-cb01-46c2-8538-4650222f0c96" providerId="ADAL" clId="{8571DC48-0C12-45E0-9BF7-0A12C0FA93C2}" dt="2021-05-17T08:01:42.629" v="279" actId="14100"/>
          <ac:graphicFrameMkLst>
            <pc:docMk/>
            <pc:sldMk cId="3148603224" sldId="904"/>
            <ac:graphicFrameMk id="6" creationId="{DC81A6CF-0F67-4199-91FC-10F3938EFF67}"/>
          </ac:graphicFrameMkLst>
        </pc:graphicFrameChg>
      </pc:sldChg>
      <pc:sldChg chg="delSp add mod">
        <pc:chgData name="Soumita Sengupta" userId="4afa6ce1-cb01-46c2-8538-4650222f0c96" providerId="ADAL" clId="{8571DC48-0C12-45E0-9BF7-0A12C0FA93C2}" dt="2021-05-17T08:03:35.518" v="290" actId="478"/>
        <pc:sldMkLst>
          <pc:docMk/>
          <pc:sldMk cId="1190720650" sldId="905"/>
        </pc:sldMkLst>
        <pc:spChg chg="del">
          <ac:chgData name="Soumita Sengupta" userId="4afa6ce1-cb01-46c2-8538-4650222f0c96" providerId="ADAL" clId="{8571DC48-0C12-45E0-9BF7-0A12C0FA93C2}" dt="2021-05-17T08:03:35.518" v="290" actId="478"/>
          <ac:spMkLst>
            <pc:docMk/>
            <pc:sldMk cId="1190720650" sldId="905"/>
            <ac:spMk id="3" creationId="{72ABD603-5A1F-4618-A9D6-FFA011CCE180}"/>
          </ac:spMkLst>
        </pc:spChg>
      </pc:sldChg>
      <pc:sldChg chg="delSp add mod">
        <pc:chgData name="Soumita Sengupta" userId="4afa6ce1-cb01-46c2-8538-4650222f0c96" providerId="ADAL" clId="{8571DC48-0C12-45E0-9BF7-0A12C0FA93C2}" dt="2021-05-17T08:08:49.922" v="345" actId="478"/>
        <pc:sldMkLst>
          <pc:docMk/>
          <pc:sldMk cId="2516332578" sldId="906"/>
        </pc:sldMkLst>
        <pc:spChg chg="del">
          <ac:chgData name="Soumita Sengupta" userId="4afa6ce1-cb01-46c2-8538-4650222f0c96" providerId="ADAL" clId="{8571DC48-0C12-45E0-9BF7-0A12C0FA93C2}" dt="2021-05-17T08:08:49.922" v="345" actId="478"/>
          <ac:spMkLst>
            <pc:docMk/>
            <pc:sldMk cId="2516332578" sldId="906"/>
            <ac:spMk id="7" creationId="{1954F96B-73D4-4F31-BD4C-4E3AE69DBAE2}"/>
          </ac:spMkLst>
        </pc:spChg>
      </pc:sldChg>
      <pc:sldChg chg="modSp add mod">
        <pc:chgData name="Soumita Sengupta" userId="4afa6ce1-cb01-46c2-8538-4650222f0c96" providerId="ADAL" clId="{8571DC48-0C12-45E0-9BF7-0A12C0FA93C2}" dt="2021-05-17T08:09:19.771" v="348" actId="255"/>
        <pc:sldMkLst>
          <pc:docMk/>
          <pc:sldMk cId="2973615240" sldId="907"/>
        </pc:sldMkLst>
        <pc:spChg chg="mod">
          <ac:chgData name="Soumita Sengupta" userId="4afa6ce1-cb01-46c2-8538-4650222f0c96" providerId="ADAL" clId="{8571DC48-0C12-45E0-9BF7-0A12C0FA93C2}" dt="2021-05-17T08:09:19.771" v="348" actId="255"/>
          <ac:spMkLst>
            <pc:docMk/>
            <pc:sldMk cId="2973615240" sldId="907"/>
            <ac:spMk id="6" creationId="{A3F287DC-D56A-4E57-B0A7-8EAAD987EBAD}"/>
          </ac:spMkLst>
        </pc:spChg>
      </pc:sldChg>
      <pc:sldChg chg="modSp add mod">
        <pc:chgData name="Soumita Sengupta" userId="4afa6ce1-cb01-46c2-8538-4650222f0c96" providerId="ADAL" clId="{8571DC48-0C12-45E0-9BF7-0A12C0FA93C2}" dt="2021-05-17T08:11:18.961" v="362" actId="255"/>
        <pc:sldMkLst>
          <pc:docMk/>
          <pc:sldMk cId="1602332024" sldId="908"/>
        </pc:sldMkLst>
        <pc:graphicFrameChg chg="modGraphic">
          <ac:chgData name="Soumita Sengupta" userId="4afa6ce1-cb01-46c2-8538-4650222f0c96" providerId="ADAL" clId="{8571DC48-0C12-45E0-9BF7-0A12C0FA93C2}" dt="2021-05-17T08:11:18.961" v="362" actId="255"/>
          <ac:graphicFrameMkLst>
            <pc:docMk/>
            <pc:sldMk cId="1602332024" sldId="908"/>
            <ac:graphicFrameMk id="2" creationId="{DC5C2772-D9D5-4388-B2F1-7EA90C6313BD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1:26.757" v="363" actId="255"/>
        <pc:sldMkLst>
          <pc:docMk/>
          <pc:sldMk cId="2713866988" sldId="909"/>
        </pc:sldMkLst>
        <pc:graphicFrameChg chg="modGraphic">
          <ac:chgData name="Soumita Sengupta" userId="4afa6ce1-cb01-46c2-8538-4650222f0c96" providerId="ADAL" clId="{8571DC48-0C12-45E0-9BF7-0A12C0FA93C2}" dt="2021-05-17T08:11:26.757" v="363" actId="255"/>
          <ac:graphicFrameMkLst>
            <pc:docMk/>
            <pc:sldMk cId="2713866988" sldId="909"/>
            <ac:graphicFrameMk id="2" creationId="{DC5C2772-D9D5-4388-B2F1-7EA90C6313BD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1:33.609" v="364" actId="255"/>
        <pc:sldMkLst>
          <pc:docMk/>
          <pc:sldMk cId="959984758" sldId="910"/>
        </pc:sldMkLst>
        <pc:graphicFrameChg chg="modGraphic">
          <ac:chgData name="Soumita Sengupta" userId="4afa6ce1-cb01-46c2-8538-4650222f0c96" providerId="ADAL" clId="{8571DC48-0C12-45E0-9BF7-0A12C0FA93C2}" dt="2021-05-17T08:11:33.609" v="364" actId="255"/>
          <ac:graphicFrameMkLst>
            <pc:docMk/>
            <pc:sldMk cId="959984758" sldId="910"/>
            <ac:graphicFrameMk id="2" creationId="{DC5C2772-D9D5-4388-B2F1-7EA90C6313BD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1:41.166" v="365" actId="255"/>
        <pc:sldMkLst>
          <pc:docMk/>
          <pc:sldMk cId="2701152022" sldId="911"/>
        </pc:sldMkLst>
        <pc:graphicFrameChg chg="modGraphic">
          <ac:chgData name="Soumita Sengupta" userId="4afa6ce1-cb01-46c2-8538-4650222f0c96" providerId="ADAL" clId="{8571DC48-0C12-45E0-9BF7-0A12C0FA93C2}" dt="2021-05-17T08:11:41.166" v="365" actId="255"/>
          <ac:graphicFrameMkLst>
            <pc:docMk/>
            <pc:sldMk cId="2701152022" sldId="911"/>
            <ac:graphicFrameMk id="2" creationId="{DC5C2772-D9D5-4388-B2F1-7EA90C6313BD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12:12.916" v="372" actId="255"/>
        <pc:sldMkLst>
          <pc:docMk/>
          <pc:sldMk cId="7820174" sldId="912"/>
        </pc:sldMkLst>
        <pc:spChg chg="mod">
          <ac:chgData name="Soumita Sengupta" userId="4afa6ce1-cb01-46c2-8538-4650222f0c96" providerId="ADAL" clId="{8571DC48-0C12-45E0-9BF7-0A12C0FA93C2}" dt="2021-05-17T08:12:06.683" v="371" actId="5793"/>
          <ac:spMkLst>
            <pc:docMk/>
            <pc:sldMk cId="7820174" sldId="912"/>
            <ac:spMk id="4" creationId="{F4E4F34F-F15D-4726-AF4D-1FA5CD8F58BF}"/>
          </ac:spMkLst>
        </pc:spChg>
        <pc:graphicFrameChg chg="modGraphic">
          <ac:chgData name="Soumita Sengupta" userId="4afa6ce1-cb01-46c2-8538-4650222f0c96" providerId="ADAL" clId="{8571DC48-0C12-45E0-9BF7-0A12C0FA93C2}" dt="2021-05-17T08:12:12.916" v="372" actId="255"/>
          <ac:graphicFrameMkLst>
            <pc:docMk/>
            <pc:sldMk cId="7820174" sldId="912"/>
            <ac:graphicFrameMk id="2" creationId="{2642B3FD-5C34-48FC-B8E5-690AA32692D5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7:47.534" v="339" actId="255"/>
        <pc:sldMkLst>
          <pc:docMk/>
          <pc:sldMk cId="2358187163" sldId="913"/>
        </pc:sldMkLst>
        <pc:graphicFrameChg chg="modGraphic">
          <ac:chgData name="Soumita Sengupta" userId="4afa6ce1-cb01-46c2-8538-4650222f0c96" providerId="ADAL" clId="{8571DC48-0C12-45E0-9BF7-0A12C0FA93C2}" dt="2021-05-17T08:07:47.534" v="339" actId="255"/>
          <ac:graphicFrameMkLst>
            <pc:docMk/>
            <pc:sldMk cId="2358187163" sldId="913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8:02.012" v="340" actId="255"/>
        <pc:sldMkLst>
          <pc:docMk/>
          <pc:sldMk cId="1544824064" sldId="914"/>
        </pc:sldMkLst>
        <pc:graphicFrameChg chg="modGraphic">
          <ac:chgData name="Soumita Sengupta" userId="4afa6ce1-cb01-46c2-8538-4650222f0c96" providerId="ADAL" clId="{8571DC48-0C12-45E0-9BF7-0A12C0FA93C2}" dt="2021-05-17T08:08:02.012" v="340" actId="255"/>
          <ac:graphicFrameMkLst>
            <pc:docMk/>
            <pc:sldMk cId="1544824064" sldId="914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8:21.542" v="341" actId="255"/>
        <pc:sldMkLst>
          <pc:docMk/>
          <pc:sldMk cId="3465040682" sldId="915"/>
        </pc:sldMkLst>
        <pc:graphicFrameChg chg="modGraphic">
          <ac:chgData name="Soumita Sengupta" userId="4afa6ce1-cb01-46c2-8538-4650222f0c96" providerId="ADAL" clId="{8571DC48-0C12-45E0-9BF7-0A12C0FA93C2}" dt="2021-05-17T08:08:21.542" v="341" actId="255"/>
          <ac:graphicFrameMkLst>
            <pc:docMk/>
            <pc:sldMk cId="3465040682" sldId="915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8:33.498" v="342" actId="255"/>
        <pc:sldMkLst>
          <pc:docMk/>
          <pc:sldMk cId="3794074273" sldId="916"/>
        </pc:sldMkLst>
        <pc:graphicFrameChg chg="modGraphic">
          <ac:chgData name="Soumita Sengupta" userId="4afa6ce1-cb01-46c2-8538-4650222f0c96" providerId="ADAL" clId="{8571DC48-0C12-45E0-9BF7-0A12C0FA93C2}" dt="2021-05-17T08:08:33.498" v="342" actId="255"/>
          <ac:graphicFrameMkLst>
            <pc:docMk/>
            <pc:sldMk cId="3794074273" sldId="916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8:40.468" v="343" actId="255"/>
        <pc:sldMkLst>
          <pc:docMk/>
          <pc:sldMk cId="187595524" sldId="917"/>
        </pc:sldMkLst>
        <pc:graphicFrameChg chg="modGraphic">
          <ac:chgData name="Soumita Sengupta" userId="4afa6ce1-cb01-46c2-8538-4650222f0c96" providerId="ADAL" clId="{8571DC48-0C12-45E0-9BF7-0A12C0FA93C2}" dt="2021-05-17T08:08:40.468" v="343" actId="255"/>
          <ac:graphicFrameMkLst>
            <pc:docMk/>
            <pc:sldMk cId="187595524" sldId="917"/>
            <ac:graphicFrameMk id="11" creationId="{A3945B2E-C426-4C5D-8B03-6DE41A0A4D0A}"/>
          </ac:graphicFrameMkLst>
        </pc:graphicFrameChg>
      </pc:sldChg>
      <pc:sldChg chg="modSp add mod">
        <pc:chgData name="Soumita Sengupta" userId="4afa6ce1-cb01-46c2-8538-4650222f0c96" providerId="ADAL" clId="{8571DC48-0C12-45E0-9BF7-0A12C0FA93C2}" dt="2021-05-17T08:06:10.898" v="319" actId="255"/>
        <pc:sldMkLst>
          <pc:docMk/>
          <pc:sldMk cId="2852893372" sldId="918"/>
        </pc:sldMkLst>
        <pc:spChg chg="mod">
          <ac:chgData name="Soumita Sengupta" userId="4afa6ce1-cb01-46c2-8538-4650222f0c96" providerId="ADAL" clId="{8571DC48-0C12-45E0-9BF7-0A12C0FA93C2}" dt="2021-05-17T08:06:10.898" v="319" actId="255"/>
          <ac:spMkLst>
            <pc:docMk/>
            <pc:sldMk cId="2852893372" sldId="918"/>
            <ac:spMk id="3" creationId="{4C64D9EE-6F8B-4B3E-ABB4-6F757C789B02}"/>
          </ac:spMkLst>
        </pc:spChg>
        <pc:graphicFrameChg chg="modGraphic">
          <ac:chgData name="Soumita Sengupta" userId="4afa6ce1-cb01-46c2-8538-4650222f0c96" providerId="ADAL" clId="{8571DC48-0C12-45E0-9BF7-0A12C0FA93C2}" dt="2021-05-17T08:06:01.445" v="316" actId="255"/>
          <ac:graphicFrameMkLst>
            <pc:docMk/>
            <pc:sldMk cId="2852893372" sldId="918"/>
            <ac:graphicFrameMk id="13" creationId="{7FBA5FBA-0A9D-4348-8990-EB87C93F97DE}"/>
          </ac:graphicFrameMkLst>
        </pc:graphicFrameChg>
      </pc:sldChg>
      <pc:sldChg chg="delSp add mod">
        <pc:chgData name="Soumita Sengupta" userId="4afa6ce1-cb01-46c2-8538-4650222f0c96" providerId="ADAL" clId="{8571DC48-0C12-45E0-9BF7-0A12C0FA93C2}" dt="2021-05-17T08:05:18.370" v="309" actId="478"/>
        <pc:sldMkLst>
          <pc:docMk/>
          <pc:sldMk cId="2759954250" sldId="919"/>
        </pc:sldMkLst>
        <pc:spChg chg="del">
          <ac:chgData name="Soumita Sengupta" userId="4afa6ce1-cb01-46c2-8538-4650222f0c96" providerId="ADAL" clId="{8571DC48-0C12-45E0-9BF7-0A12C0FA93C2}" dt="2021-05-17T08:05:18.370" v="309" actId="478"/>
          <ac:spMkLst>
            <pc:docMk/>
            <pc:sldMk cId="2759954250" sldId="919"/>
            <ac:spMk id="3" creationId="{4C64D9EE-6F8B-4B3E-ABB4-6F757C789B02}"/>
          </ac:spMkLst>
        </pc:spChg>
      </pc:sldChg>
      <pc:sldChg chg="modSp mod">
        <pc:chgData name="Soumita Sengupta" userId="4afa6ce1-cb01-46c2-8538-4650222f0c96" providerId="ADAL" clId="{8571DC48-0C12-45E0-9BF7-0A12C0FA93C2}" dt="2021-05-17T14:17:26.007" v="433" actId="207"/>
        <pc:sldMkLst>
          <pc:docMk/>
          <pc:sldMk cId="3295062282" sldId="927"/>
        </pc:sldMkLst>
        <pc:spChg chg="mod">
          <ac:chgData name="Soumita Sengupta" userId="4afa6ce1-cb01-46c2-8538-4650222f0c96" providerId="ADAL" clId="{8571DC48-0C12-45E0-9BF7-0A12C0FA93C2}" dt="2021-05-17T14:17:26.007" v="433" actId="207"/>
          <ac:spMkLst>
            <pc:docMk/>
            <pc:sldMk cId="3295062282" sldId="927"/>
            <ac:spMk id="4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17:26.007" v="433" actId="207"/>
          <ac:spMkLst>
            <pc:docMk/>
            <pc:sldMk cId="3295062282" sldId="927"/>
            <ac:spMk id="8" creationId="{00000000-0000-0000-0000-000000000000}"/>
          </ac:spMkLst>
        </pc:spChg>
      </pc:sldChg>
      <pc:sldChg chg="modSp mod">
        <pc:chgData name="Soumita Sengupta" userId="4afa6ce1-cb01-46c2-8538-4650222f0c96" providerId="ADAL" clId="{8571DC48-0C12-45E0-9BF7-0A12C0FA93C2}" dt="2021-05-17T14:25:01.339" v="439" actId="207"/>
        <pc:sldMkLst>
          <pc:docMk/>
          <pc:sldMk cId="2217130885" sldId="928"/>
        </pc:sldMkLst>
        <pc:spChg chg="mod">
          <ac:chgData name="Soumita Sengupta" userId="4afa6ce1-cb01-46c2-8538-4650222f0c96" providerId="ADAL" clId="{8571DC48-0C12-45E0-9BF7-0A12C0FA93C2}" dt="2021-05-17T14:25:01.339" v="439" actId="207"/>
          <ac:spMkLst>
            <pc:docMk/>
            <pc:sldMk cId="2217130885" sldId="928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5:01.339" v="439" actId="207"/>
          <ac:spMkLst>
            <pc:docMk/>
            <pc:sldMk cId="2217130885" sldId="928"/>
            <ac:spMk id="4" creationId="{00000000-0000-0000-0000-000000000000}"/>
          </ac:spMkLst>
        </pc:spChg>
      </pc:sldChg>
      <pc:sldChg chg="add del">
        <pc:chgData name="Soumita Sengupta" userId="4afa6ce1-cb01-46c2-8538-4650222f0c96" providerId="ADAL" clId="{8571DC48-0C12-45E0-9BF7-0A12C0FA93C2}" dt="2021-05-13T07:14:07.320" v="28" actId="47"/>
        <pc:sldMkLst>
          <pc:docMk/>
          <pc:sldMk cId="2293632716" sldId="928"/>
        </pc:sldMkLst>
      </pc:sldChg>
      <pc:sldChg chg="modSp mod">
        <pc:chgData name="Soumita Sengupta" userId="4afa6ce1-cb01-46c2-8538-4650222f0c96" providerId="ADAL" clId="{8571DC48-0C12-45E0-9BF7-0A12C0FA93C2}" dt="2021-05-17T14:26:30.900" v="447" actId="207"/>
        <pc:sldMkLst>
          <pc:docMk/>
          <pc:sldMk cId="1748012018" sldId="929"/>
        </pc:sldMkLst>
        <pc:spChg chg="mod">
          <ac:chgData name="Soumita Sengupta" userId="4afa6ce1-cb01-46c2-8538-4650222f0c96" providerId="ADAL" clId="{8571DC48-0C12-45E0-9BF7-0A12C0FA93C2}" dt="2021-05-17T14:26:30.900" v="447" actId="207"/>
          <ac:spMkLst>
            <pc:docMk/>
            <pc:sldMk cId="1748012018" sldId="929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6:30.900" v="447" actId="207"/>
          <ac:spMkLst>
            <pc:docMk/>
            <pc:sldMk cId="1748012018" sldId="929"/>
            <ac:spMk id="4" creationId="{00000000-0000-0000-0000-000000000000}"/>
          </ac:spMkLst>
        </pc:spChg>
        <pc:picChg chg="mod">
          <ac:chgData name="Soumita Sengupta" userId="4afa6ce1-cb01-46c2-8538-4650222f0c96" providerId="ADAL" clId="{8571DC48-0C12-45E0-9BF7-0A12C0FA93C2}" dt="2021-05-17T14:26:20.813" v="446" actId="1076"/>
          <ac:picMkLst>
            <pc:docMk/>
            <pc:sldMk cId="1748012018" sldId="929"/>
            <ac:picMk id="7" creationId="{00000000-0000-0000-0000-000000000000}"/>
          </ac:picMkLst>
        </pc:picChg>
      </pc:sldChg>
      <pc:sldChg chg="modSp mod">
        <pc:chgData name="Soumita Sengupta" userId="4afa6ce1-cb01-46c2-8538-4650222f0c96" providerId="ADAL" clId="{8571DC48-0C12-45E0-9BF7-0A12C0FA93C2}" dt="2021-05-17T14:26:37.650" v="448" actId="207"/>
        <pc:sldMkLst>
          <pc:docMk/>
          <pc:sldMk cId="2923169041" sldId="930"/>
        </pc:sldMkLst>
        <pc:spChg chg="mod">
          <ac:chgData name="Soumita Sengupta" userId="4afa6ce1-cb01-46c2-8538-4650222f0c96" providerId="ADAL" clId="{8571DC48-0C12-45E0-9BF7-0A12C0FA93C2}" dt="2021-05-17T14:26:37.650" v="448" actId="207"/>
          <ac:spMkLst>
            <pc:docMk/>
            <pc:sldMk cId="2923169041" sldId="930"/>
            <ac:spMk id="3" creationId="{00000000-0000-0000-0000-000000000000}"/>
          </ac:spMkLst>
        </pc:spChg>
        <pc:spChg chg="mod">
          <ac:chgData name="Soumita Sengupta" userId="4afa6ce1-cb01-46c2-8538-4650222f0c96" providerId="ADAL" clId="{8571DC48-0C12-45E0-9BF7-0A12C0FA93C2}" dt="2021-05-17T14:26:37.650" v="448" actId="207"/>
          <ac:spMkLst>
            <pc:docMk/>
            <pc:sldMk cId="2923169041" sldId="930"/>
            <ac:spMk id="4" creationId="{00000000-0000-0000-0000-000000000000}"/>
          </ac:spMkLst>
        </pc:spChg>
      </pc:sldChg>
      <pc:sldChg chg="delSp modSp mod">
        <pc:chgData name="Soumita Sengupta" userId="4afa6ce1-cb01-46c2-8538-4650222f0c96" providerId="ADAL" clId="{8571DC48-0C12-45E0-9BF7-0A12C0FA93C2}" dt="2021-05-17T14:32:42.347" v="494" actId="478"/>
        <pc:sldMkLst>
          <pc:docMk/>
          <pc:sldMk cId="76057407" sldId="932"/>
        </pc:sldMkLst>
        <pc:spChg chg="del mod">
          <ac:chgData name="Soumita Sengupta" userId="4afa6ce1-cb01-46c2-8538-4650222f0c96" providerId="ADAL" clId="{8571DC48-0C12-45E0-9BF7-0A12C0FA93C2}" dt="2021-05-17T14:32:42.347" v="494" actId="478"/>
          <ac:spMkLst>
            <pc:docMk/>
            <pc:sldMk cId="76057407" sldId="932"/>
            <ac:spMk id="6" creationId="{ACF74E89-6063-4157-9510-8886E863938D}"/>
          </ac:spMkLst>
        </pc:spChg>
        <pc:spChg chg="del mod">
          <ac:chgData name="Soumita Sengupta" userId="4afa6ce1-cb01-46c2-8538-4650222f0c96" providerId="ADAL" clId="{8571DC48-0C12-45E0-9BF7-0A12C0FA93C2}" dt="2021-05-17T14:32:42.347" v="494" actId="478"/>
          <ac:spMkLst>
            <pc:docMk/>
            <pc:sldMk cId="76057407" sldId="932"/>
            <ac:spMk id="7" creationId="{59F76BAE-676B-4225-A7F6-B3B2E4A625C6}"/>
          </ac:spMkLst>
        </pc:spChg>
      </pc:sldChg>
      <pc:sldChg chg="modSp add mod">
        <pc:chgData name="Soumita Sengupta" userId="4afa6ce1-cb01-46c2-8538-4650222f0c96" providerId="ADAL" clId="{8571DC48-0C12-45E0-9BF7-0A12C0FA93C2}" dt="2021-05-17T07:37:40.111" v="54" actId="1076"/>
        <pc:sldMkLst>
          <pc:docMk/>
          <pc:sldMk cId="714188267" sldId="935"/>
        </pc:sldMkLst>
        <pc:spChg chg="mod">
          <ac:chgData name="Soumita Sengupta" userId="4afa6ce1-cb01-46c2-8538-4650222f0c96" providerId="ADAL" clId="{8571DC48-0C12-45E0-9BF7-0A12C0FA93C2}" dt="2021-05-17T07:37:40.111" v="54" actId="1076"/>
          <ac:spMkLst>
            <pc:docMk/>
            <pc:sldMk cId="714188267" sldId="935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0:28.633" v="76" actId="1076"/>
        <pc:sldMkLst>
          <pc:docMk/>
          <pc:sldMk cId="3232398204" sldId="936"/>
        </pc:sldMkLst>
        <pc:spChg chg="mod">
          <ac:chgData name="Soumita Sengupta" userId="4afa6ce1-cb01-46c2-8538-4650222f0c96" providerId="ADAL" clId="{8571DC48-0C12-45E0-9BF7-0A12C0FA93C2}" dt="2021-05-17T07:40:28.633" v="76" actId="1076"/>
          <ac:spMkLst>
            <pc:docMk/>
            <pc:sldMk cId="3232398204" sldId="936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1:22.603" v="81"/>
        <pc:sldMkLst>
          <pc:docMk/>
          <pc:sldMk cId="3642712085" sldId="937"/>
        </pc:sldMkLst>
        <pc:spChg chg="mod">
          <ac:chgData name="Soumita Sengupta" userId="4afa6ce1-cb01-46c2-8538-4650222f0c96" providerId="ADAL" clId="{8571DC48-0C12-45E0-9BF7-0A12C0FA93C2}" dt="2021-05-17T07:41:22.603" v="81"/>
          <ac:spMkLst>
            <pc:docMk/>
            <pc:sldMk cId="3642712085" sldId="937"/>
            <ac:spMk id="2" creationId="{57983F62-BBB9-431B-A37F-BDA0DC7153F6}"/>
          </ac:spMkLst>
        </pc:spChg>
      </pc:sldChg>
      <pc:sldChg chg="add del">
        <pc:chgData name="Soumita Sengupta" userId="4afa6ce1-cb01-46c2-8538-4650222f0c96" providerId="ADAL" clId="{8571DC48-0C12-45E0-9BF7-0A12C0FA93C2}" dt="2021-05-17T07:39:56.330" v="64"/>
        <pc:sldMkLst>
          <pc:docMk/>
          <pc:sldMk cId="3900075977" sldId="937"/>
        </pc:sldMkLst>
      </pc:sldChg>
      <pc:sldChg chg="modSp add mod">
        <pc:chgData name="Soumita Sengupta" userId="4afa6ce1-cb01-46c2-8538-4650222f0c96" providerId="ADAL" clId="{8571DC48-0C12-45E0-9BF7-0A12C0FA93C2}" dt="2021-05-17T07:42:00.350" v="86"/>
        <pc:sldMkLst>
          <pc:docMk/>
          <pc:sldMk cId="7191770" sldId="938"/>
        </pc:sldMkLst>
        <pc:spChg chg="mod">
          <ac:chgData name="Soumita Sengupta" userId="4afa6ce1-cb01-46c2-8538-4650222f0c96" providerId="ADAL" clId="{8571DC48-0C12-45E0-9BF7-0A12C0FA93C2}" dt="2021-05-17T07:42:00.350" v="86"/>
          <ac:spMkLst>
            <pc:docMk/>
            <pc:sldMk cId="7191770" sldId="938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3:01.862" v="110"/>
        <pc:sldMkLst>
          <pc:docMk/>
          <pc:sldMk cId="1629828719" sldId="939"/>
        </pc:sldMkLst>
        <pc:spChg chg="mod">
          <ac:chgData name="Soumita Sengupta" userId="4afa6ce1-cb01-46c2-8538-4650222f0c96" providerId="ADAL" clId="{8571DC48-0C12-45E0-9BF7-0A12C0FA93C2}" dt="2021-05-17T07:43:01.862" v="110"/>
          <ac:spMkLst>
            <pc:docMk/>
            <pc:sldMk cId="1629828719" sldId="939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3:58.816" v="115"/>
        <pc:sldMkLst>
          <pc:docMk/>
          <pc:sldMk cId="2290130803" sldId="940"/>
        </pc:sldMkLst>
        <pc:spChg chg="mod">
          <ac:chgData name="Soumita Sengupta" userId="4afa6ce1-cb01-46c2-8538-4650222f0c96" providerId="ADAL" clId="{8571DC48-0C12-45E0-9BF7-0A12C0FA93C2}" dt="2021-05-17T07:43:58.816" v="115"/>
          <ac:spMkLst>
            <pc:docMk/>
            <pc:sldMk cId="2290130803" sldId="940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6:14.290" v="120"/>
        <pc:sldMkLst>
          <pc:docMk/>
          <pc:sldMk cId="2474761129" sldId="941"/>
        </pc:sldMkLst>
        <pc:spChg chg="mod">
          <ac:chgData name="Soumita Sengupta" userId="4afa6ce1-cb01-46c2-8538-4650222f0c96" providerId="ADAL" clId="{8571DC48-0C12-45E0-9BF7-0A12C0FA93C2}" dt="2021-05-17T07:46:14.290" v="120"/>
          <ac:spMkLst>
            <pc:docMk/>
            <pc:sldMk cId="2474761129" sldId="941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6:40.316" v="143" actId="20577"/>
        <pc:sldMkLst>
          <pc:docMk/>
          <pc:sldMk cId="3331102589" sldId="942"/>
        </pc:sldMkLst>
        <pc:spChg chg="mod">
          <ac:chgData name="Soumita Sengupta" userId="4afa6ce1-cb01-46c2-8538-4650222f0c96" providerId="ADAL" clId="{8571DC48-0C12-45E0-9BF7-0A12C0FA93C2}" dt="2021-05-17T07:46:40.316" v="143" actId="20577"/>
          <ac:spMkLst>
            <pc:docMk/>
            <pc:sldMk cId="3331102589" sldId="942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49:56.210" v="171" actId="20577"/>
        <pc:sldMkLst>
          <pc:docMk/>
          <pc:sldMk cId="1168179596" sldId="943"/>
        </pc:sldMkLst>
        <pc:spChg chg="mod">
          <ac:chgData name="Soumita Sengupta" userId="4afa6ce1-cb01-46c2-8538-4650222f0c96" providerId="ADAL" clId="{8571DC48-0C12-45E0-9BF7-0A12C0FA93C2}" dt="2021-05-17T07:49:56.210" v="171" actId="20577"/>
          <ac:spMkLst>
            <pc:docMk/>
            <pc:sldMk cId="1168179596" sldId="943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8571DC48-0C12-45E0-9BF7-0A12C0FA93C2}" dt="2021-05-17T07:51:10.480" v="195" actId="20577"/>
        <pc:sldMkLst>
          <pc:docMk/>
          <pc:sldMk cId="2402883476" sldId="944"/>
        </pc:sldMkLst>
        <pc:spChg chg="mod">
          <ac:chgData name="Soumita Sengupta" userId="4afa6ce1-cb01-46c2-8538-4650222f0c96" providerId="ADAL" clId="{8571DC48-0C12-45E0-9BF7-0A12C0FA93C2}" dt="2021-05-17T07:51:10.480" v="195" actId="20577"/>
          <ac:spMkLst>
            <pc:docMk/>
            <pc:sldMk cId="2402883476" sldId="944"/>
            <ac:spMk id="2" creationId="{57983F62-BBB9-431B-A37F-BDA0DC7153F6}"/>
          </ac:spMkLst>
        </pc:spChg>
      </pc:sldChg>
      <pc:sldMasterChg chg="modSp delSldLayout">
        <pc:chgData name="Soumita Sengupta" userId="4afa6ce1-cb01-46c2-8538-4650222f0c96" providerId="ADAL" clId="{8571DC48-0C12-45E0-9BF7-0A12C0FA93C2}" dt="2021-05-17T14:32:44.972" v="495" actId="47"/>
        <pc:sldMasterMkLst>
          <pc:docMk/>
          <pc:sldMasterMk cId="1029875623" sldId="2147483678"/>
        </pc:sldMasterMkLst>
        <pc:spChg chg="mod">
          <ac:chgData name="Soumita Sengupta" userId="4afa6ce1-cb01-46c2-8538-4650222f0c96" providerId="ADAL" clId="{8571DC48-0C12-45E0-9BF7-0A12C0FA93C2}" dt="2021-05-17T14:13:55.165" v="432" actId="207"/>
          <ac:spMkLst>
            <pc:docMk/>
            <pc:sldMasterMk cId="1029875623" sldId="2147483678"/>
            <ac:spMk id="10" creationId="{93E6BF79-D03F-4EC1-99A8-F7AB036C42D1}"/>
          </ac:spMkLst>
        </pc:spChg>
        <pc:spChg chg="mod">
          <ac:chgData name="Soumita Sengupta" userId="4afa6ce1-cb01-46c2-8538-4650222f0c96" providerId="ADAL" clId="{8571DC48-0C12-45E0-9BF7-0A12C0FA93C2}" dt="2021-05-17T14:13:52.744" v="431" actId="207"/>
          <ac:spMkLst>
            <pc:docMk/>
            <pc:sldMasterMk cId="1029875623" sldId="2147483678"/>
            <ac:spMk id="11" creationId="{E41563B2-506F-49E4-8762-C6EAB193E7BF}"/>
          </ac:spMkLst>
        </pc:spChg>
        <pc:sldLayoutChg chg="del">
          <pc:chgData name="Soumita Sengupta" userId="4afa6ce1-cb01-46c2-8538-4650222f0c96" providerId="ADAL" clId="{8571DC48-0C12-45E0-9BF7-0A12C0FA93C2}" dt="2021-05-13T07:14:07.320" v="28" actId="47"/>
          <pc:sldLayoutMkLst>
            <pc:docMk/>
            <pc:sldMasterMk cId="1029875623" sldId="2147483678"/>
            <pc:sldLayoutMk cId="934370269" sldId="2147483717"/>
          </pc:sldLayoutMkLst>
        </pc:sldLayoutChg>
        <pc:sldLayoutChg chg="del">
          <pc:chgData name="Soumita Sengupta" userId="4afa6ce1-cb01-46c2-8538-4650222f0c96" providerId="ADAL" clId="{8571DC48-0C12-45E0-9BF7-0A12C0FA93C2}" dt="2021-05-17T14:32:44.972" v="495" actId="47"/>
          <pc:sldLayoutMkLst>
            <pc:docMk/>
            <pc:sldMasterMk cId="1029875623" sldId="2147483678"/>
            <pc:sldLayoutMk cId="2069565354" sldId="2147483719"/>
          </pc:sldLayoutMkLst>
        </pc:sldLayoutChg>
      </pc:sldMasterChg>
      <pc:sldMasterChg chg="new mod addSldLayout">
        <pc:chgData name="Soumita Sengupta" userId="4afa6ce1-cb01-46c2-8538-4650222f0c96" providerId="ADAL" clId="{8571DC48-0C12-45E0-9BF7-0A12C0FA93C2}" dt="2021-05-17T14:23:26.206" v="434" actId="6938"/>
        <pc:sldMasterMkLst>
          <pc:docMk/>
          <pc:sldMasterMk cId="2471958374" sldId="2147483720"/>
        </pc:sldMasterMkLst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3216596316" sldId="2147483721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4182010491" sldId="2147483722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3691724575" sldId="2147483723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2269854787" sldId="2147483724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1511202819" sldId="2147483725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1309786358" sldId="2147483726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204264909" sldId="2147483727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1608343070" sldId="2147483728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1550141794" sldId="2147483729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22519817" sldId="2147483730"/>
          </pc:sldLayoutMkLst>
        </pc:sldLayoutChg>
        <pc:sldLayoutChg chg="new replId">
          <pc:chgData name="Soumita Sengupta" userId="4afa6ce1-cb01-46c2-8538-4650222f0c96" providerId="ADAL" clId="{8571DC48-0C12-45E0-9BF7-0A12C0FA93C2}" dt="2021-05-17T14:23:26.206" v="434" actId="6938"/>
          <pc:sldLayoutMkLst>
            <pc:docMk/>
            <pc:sldMasterMk cId="2471958374" sldId="2147483720"/>
            <pc:sldLayoutMk cId="3094758414" sldId="2147483731"/>
          </pc:sldLayoutMkLst>
        </pc:sldLayoutChg>
      </pc:sldMasterChg>
    </pc:docChg>
  </pc:docChgLst>
  <pc:docChgLst>
    <pc:chgData name="Soumita Sengupta" userId="4afa6ce1-cb01-46c2-8538-4650222f0c96" providerId="ADAL" clId="{875F669D-74BC-4232-91C4-0841C4359CB3}"/>
    <pc:docChg chg="undo custSel addSld delSld modSld">
      <pc:chgData name="Soumita Sengupta" userId="4afa6ce1-cb01-46c2-8538-4650222f0c96" providerId="ADAL" clId="{875F669D-74BC-4232-91C4-0841C4359CB3}" dt="2021-09-08T11:45:05.601" v="1099"/>
      <pc:docMkLst>
        <pc:docMk/>
      </pc:docMkLst>
      <pc:sldChg chg="modSp mod">
        <pc:chgData name="Soumita Sengupta" userId="4afa6ce1-cb01-46c2-8538-4650222f0c96" providerId="ADAL" clId="{875F669D-74BC-4232-91C4-0841C4359CB3}" dt="2021-09-01T12:48:22.851" v="1043" actId="20577"/>
        <pc:sldMkLst>
          <pc:docMk/>
          <pc:sldMk cId="1912468287" sldId="260"/>
        </pc:sldMkLst>
        <pc:spChg chg="mod">
          <ac:chgData name="Soumita Sengupta" userId="4afa6ce1-cb01-46c2-8538-4650222f0c96" providerId="ADAL" clId="{875F669D-74BC-4232-91C4-0841C4359CB3}" dt="2021-09-01T12:48:22.851" v="1043" actId="20577"/>
          <ac:spMkLst>
            <pc:docMk/>
            <pc:sldMk cId="1912468287" sldId="260"/>
            <ac:spMk id="5" creationId="{00000000-0000-0000-0000-000000000000}"/>
          </ac:spMkLst>
        </pc:spChg>
      </pc:sldChg>
      <pc:sldChg chg="modSp add del mod">
        <pc:chgData name="Soumita Sengupta" userId="4afa6ce1-cb01-46c2-8538-4650222f0c96" providerId="ADAL" clId="{875F669D-74BC-4232-91C4-0841C4359CB3}" dt="2021-09-01T12:46:38.730" v="1039" actId="47"/>
        <pc:sldMkLst>
          <pc:docMk/>
          <pc:sldMk cId="633416662" sldId="262"/>
        </pc:sldMkLst>
        <pc:spChg chg="mod">
          <ac:chgData name="Soumita Sengupta" userId="4afa6ce1-cb01-46c2-8538-4650222f0c96" providerId="ADAL" clId="{875F669D-74BC-4232-91C4-0841C4359CB3}" dt="2021-09-01T12:41:59.250" v="917" actId="20577"/>
          <ac:spMkLst>
            <pc:docMk/>
            <pc:sldMk cId="633416662" sldId="262"/>
            <ac:spMk id="5" creationId="{00000000-0000-0000-0000-000000000000}"/>
          </ac:spMkLst>
        </pc:spChg>
        <pc:graphicFrameChg chg="mod">
          <ac:chgData name="Soumita Sengupta" userId="4afa6ce1-cb01-46c2-8538-4650222f0c96" providerId="ADAL" clId="{875F669D-74BC-4232-91C4-0841C4359CB3}" dt="2021-09-01T12:36:52.739" v="859" actId="1076"/>
          <ac:graphicFrameMkLst>
            <pc:docMk/>
            <pc:sldMk cId="633416662" sldId="262"/>
            <ac:graphicFrameMk id="6" creationId="{00000000-0000-0000-0000-000000000000}"/>
          </ac:graphicFrameMkLst>
        </pc:graphicFrameChg>
      </pc:sldChg>
      <pc:sldChg chg="addSp delSp modSp mod">
        <pc:chgData name="Soumita Sengupta" userId="4afa6ce1-cb01-46c2-8538-4650222f0c96" providerId="ADAL" clId="{875F669D-74BC-4232-91C4-0841C4359CB3}" dt="2021-09-08T11:45:05.601" v="1099"/>
        <pc:sldMkLst>
          <pc:docMk/>
          <pc:sldMk cId="2584036331" sldId="339"/>
        </pc:sldMkLst>
        <pc:spChg chg="del">
          <ac:chgData name="Soumita Sengupta" userId="4afa6ce1-cb01-46c2-8538-4650222f0c96" providerId="ADAL" clId="{875F669D-74BC-4232-91C4-0841C4359CB3}" dt="2021-09-08T11:41:48.189" v="1065" actId="478"/>
          <ac:spMkLst>
            <pc:docMk/>
            <pc:sldMk cId="2584036331" sldId="339"/>
            <ac:spMk id="4" creationId="{D8019484-B245-4689-86A6-9DA13F091F6C}"/>
          </ac:spMkLst>
        </pc:spChg>
        <pc:spChg chg="mod">
          <ac:chgData name="Soumita Sengupta" userId="4afa6ce1-cb01-46c2-8538-4650222f0c96" providerId="ADAL" clId="{875F669D-74BC-4232-91C4-0841C4359CB3}" dt="2021-09-08T11:43:45.673" v="1098" actId="1076"/>
          <ac:spMkLst>
            <pc:docMk/>
            <pc:sldMk cId="2584036331" sldId="339"/>
            <ac:spMk id="5" creationId="{6D1A1596-A8D7-4C1A-8956-0FA40A84EFCA}"/>
          </ac:spMkLst>
        </pc:spChg>
        <pc:spChg chg="mod">
          <ac:chgData name="Soumita Sengupta" userId="4afa6ce1-cb01-46c2-8538-4650222f0c96" providerId="ADAL" clId="{875F669D-74BC-4232-91C4-0841C4359CB3}" dt="2021-09-08T11:45:05.601" v="1099"/>
          <ac:spMkLst>
            <pc:docMk/>
            <pc:sldMk cId="2584036331" sldId="339"/>
            <ac:spMk id="6" creationId="{C8FE3195-D3A1-4850-9090-DFEED874F1D9}"/>
          </ac:spMkLst>
        </pc:spChg>
        <pc:picChg chg="add mod">
          <ac:chgData name="Soumita Sengupta" userId="4afa6ce1-cb01-46c2-8538-4650222f0c96" providerId="ADAL" clId="{875F669D-74BC-4232-91C4-0841C4359CB3}" dt="2021-09-08T11:42:16.235" v="1066"/>
          <ac:picMkLst>
            <pc:docMk/>
            <pc:sldMk cId="2584036331" sldId="339"/>
            <ac:picMk id="7" creationId="{20779C2E-4356-4D10-AEB6-84B89B88EAA0}"/>
          </ac:picMkLst>
        </pc:picChg>
      </pc:sldChg>
      <pc:sldChg chg="modSp add mod">
        <pc:chgData name="Soumita Sengupta" userId="4afa6ce1-cb01-46c2-8538-4650222f0c96" providerId="ADAL" clId="{875F669D-74BC-4232-91C4-0841C4359CB3}" dt="2021-09-01T10:43:09.768" v="336" actId="2711"/>
        <pc:sldMkLst>
          <pc:docMk/>
          <pc:sldMk cId="3781635149" sldId="752"/>
        </pc:sldMkLst>
        <pc:spChg chg="mod">
          <ac:chgData name="Soumita Sengupta" userId="4afa6ce1-cb01-46c2-8538-4650222f0c96" providerId="ADAL" clId="{875F669D-74BC-4232-91C4-0841C4359CB3}" dt="2021-09-01T10:43:09.768" v="336" actId="2711"/>
          <ac:spMkLst>
            <pc:docMk/>
            <pc:sldMk cId="3781635149" sldId="752"/>
            <ac:spMk id="5" creationId="{00000000-0000-0000-0000-000000000000}"/>
          </ac:spMkLst>
        </pc:spChg>
        <pc:spChg chg="mod">
          <ac:chgData name="Soumita Sengupta" userId="4afa6ce1-cb01-46c2-8538-4650222f0c96" providerId="ADAL" clId="{875F669D-74BC-4232-91C4-0841C4359CB3}" dt="2021-09-01T10:20:17.988" v="229" actId="20577"/>
          <ac:spMkLst>
            <pc:docMk/>
            <pc:sldMk cId="3781635149" sldId="752"/>
            <ac:spMk id="11" creationId="{00000000-0000-0000-0000-000000000000}"/>
          </ac:spMkLst>
        </pc:spChg>
      </pc:sldChg>
      <pc:sldChg chg="modSp add mod">
        <pc:chgData name="Soumita Sengupta" userId="4afa6ce1-cb01-46c2-8538-4650222f0c96" providerId="ADAL" clId="{875F669D-74BC-4232-91C4-0841C4359CB3}" dt="2021-09-06T14:04:44.820" v="1061" actId="108"/>
        <pc:sldMkLst>
          <pc:docMk/>
          <pc:sldMk cId="1979540384" sldId="1330"/>
        </pc:sldMkLst>
        <pc:spChg chg="mod">
          <ac:chgData name="Soumita Sengupta" userId="4afa6ce1-cb01-46c2-8538-4650222f0c96" providerId="ADAL" clId="{875F669D-74BC-4232-91C4-0841C4359CB3}" dt="2021-09-06T14:04:44.820" v="1061" actId="108"/>
          <ac:spMkLst>
            <pc:docMk/>
            <pc:sldMk cId="1979540384" sldId="1330"/>
            <ac:spMk id="5" creationId="{00000000-0000-0000-0000-000000000000}"/>
          </ac:spMkLst>
        </pc:spChg>
        <pc:spChg chg="mod">
          <ac:chgData name="Soumita Sengupta" userId="4afa6ce1-cb01-46c2-8538-4650222f0c96" providerId="ADAL" clId="{875F669D-74BC-4232-91C4-0841C4359CB3}" dt="2021-09-01T10:20:28.263" v="238" actId="20577"/>
          <ac:spMkLst>
            <pc:docMk/>
            <pc:sldMk cId="1979540384" sldId="1330"/>
            <ac:spMk id="11" creationId="{00000000-0000-0000-0000-000000000000}"/>
          </ac:spMkLst>
        </pc:spChg>
      </pc:sldChg>
      <pc:sldChg chg="addSp delSp modSp add mod setBg">
        <pc:chgData name="Soumita Sengupta" userId="4afa6ce1-cb01-46c2-8538-4650222f0c96" providerId="ADAL" clId="{875F669D-74BC-4232-91C4-0841C4359CB3}" dt="2021-09-01T12:02:11.224" v="630" actId="1076"/>
        <pc:sldMkLst>
          <pc:docMk/>
          <pc:sldMk cId="3266634833" sldId="1331"/>
        </pc:sldMkLst>
        <pc:spChg chg="add del mod">
          <ac:chgData name="Soumita Sengupta" userId="4afa6ce1-cb01-46c2-8538-4650222f0c96" providerId="ADAL" clId="{875F669D-74BC-4232-91C4-0841C4359CB3}" dt="2021-09-01T12:02:11.224" v="630" actId="1076"/>
          <ac:spMkLst>
            <pc:docMk/>
            <pc:sldMk cId="3266634833" sldId="1331"/>
            <ac:spMk id="5" creationId="{00000000-0000-0000-0000-000000000000}"/>
          </ac:spMkLst>
        </pc:spChg>
        <pc:spChg chg="add del">
          <ac:chgData name="Soumita Sengupta" userId="4afa6ce1-cb01-46c2-8538-4650222f0c96" providerId="ADAL" clId="{875F669D-74BC-4232-91C4-0841C4359CB3}" dt="2021-09-01T11:22:39.150" v="379"/>
          <ac:spMkLst>
            <pc:docMk/>
            <pc:sldMk cId="3266634833" sldId="1331"/>
            <ac:spMk id="9" creationId="{E393783F-3D59-4A0A-A867-E89D6B47D1BF}"/>
          </ac:spMkLst>
        </pc:spChg>
        <pc:spChg chg="mod">
          <ac:chgData name="Soumita Sengupta" userId="4afa6ce1-cb01-46c2-8538-4650222f0c96" providerId="ADAL" clId="{875F669D-74BC-4232-91C4-0841C4359CB3}" dt="2021-09-01T10:20:50.547" v="253" actId="20577"/>
          <ac:spMkLst>
            <pc:docMk/>
            <pc:sldMk cId="3266634833" sldId="1331"/>
            <ac:spMk id="11" creationId="{00000000-0000-0000-0000-000000000000}"/>
          </ac:spMkLst>
        </pc:spChg>
        <pc:graphicFrameChg chg="add del mod">
          <ac:chgData name="Soumita Sengupta" userId="4afa6ce1-cb01-46c2-8538-4650222f0c96" providerId="ADAL" clId="{875F669D-74BC-4232-91C4-0841C4359CB3}" dt="2021-09-01T11:22:39.150" v="379"/>
          <ac:graphicFrameMkLst>
            <pc:docMk/>
            <pc:sldMk cId="3266634833" sldId="1331"/>
            <ac:graphicFrameMk id="2" creationId="{70B8D365-CF63-4B18-908D-56E3B24ACD1A}"/>
          </ac:graphicFrameMkLst>
        </pc:graphicFrameChg>
        <pc:graphicFrameChg chg="add del mod">
          <ac:chgData name="Soumita Sengupta" userId="4afa6ce1-cb01-46c2-8538-4650222f0c96" providerId="ADAL" clId="{875F669D-74BC-4232-91C4-0841C4359CB3}" dt="2021-09-01T11:22:39.150" v="379"/>
          <ac:graphicFrameMkLst>
            <pc:docMk/>
            <pc:sldMk cId="3266634833" sldId="1331"/>
            <ac:graphicFrameMk id="6" creationId="{652120F0-284C-4DD3-84F9-F09B4219CDC7}"/>
          </ac:graphicFrameMkLst>
        </pc:graphicFrameChg>
        <pc:graphicFrameChg chg="add del mod">
          <ac:chgData name="Soumita Sengupta" userId="4afa6ce1-cb01-46c2-8538-4650222f0c96" providerId="ADAL" clId="{875F669D-74BC-4232-91C4-0841C4359CB3}" dt="2021-09-01T11:22:39.150" v="379"/>
          <ac:graphicFrameMkLst>
            <pc:docMk/>
            <pc:sldMk cId="3266634833" sldId="1331"/>
            <ac:graphicFrameMk id="7" creationId="{DD98A5C8-5FC6-44D6-BCDC-5B0AF0B2E199}"/>
          </ac:graphicFrameMkLst>
        </pc:graphicFrameChg>
        <pc:graphicFrameChg chg="add del mod">
          <ac:chgData name="Soumita Sengupta" userId="4afa6ce1-cb01-46c2-8538-4650222f0c96" providerId="ADAL" clId="{875F669D-74BC-4232-91C4-0841C4359CB3}" dt="2021-09-01T11:22:39.150" v="379"/>
          <ac:graphicFrameMkLst>
            <pc:docMk/>
            <pc:sldMk cId="3266634833" sldId="1331"/>
            <ac:graphicFrameMk id="8" creationId="{AF9D3283-D6B0-4AFE-9980-4D20BDDC543F}"/>
          </ac:graphicFrameMkLst>
        </pc:graphicFrameChg>
      </pc:sldChg>
      <pc:sldChg chg="addSp delSp modSp add mod">
        <pc:chgData name="Soumita Sengupta" userId="4afa6ce1-cb01-46c2-8538-4650222f0c96" providerId="ADAL" clId="{875F669D-74BC-4232-91C4-0841C4359CB3}" dt="2021-09-01T12:23:27.691" v="741" actId="14100"/>
        <pc:sldMkLst>
          <pc:docMk/>
          <pc:sldMk cId="1603765030" sldId="1332"/>
        </pc:sldMkLst>
        <pc:spChg chg="mod">
          <ac:chgData name="Soumita Sengupta" userId="4afa6ce1-cb01-46c2-8538-4650222f0c96" providerId="ADAL" clId="{875F669D-74BC-4232-91C4-0841C4359CB3}" dt="2021-09-01T12:22:50.827" v="730" actId="20577"/>
          <ac:spMkLst>
            <pc:docMk/>
            <pc:sldMk cId="1603765030" sldId="1332"/>
            <ac:spMk id="5" creationId="{00000000-0000-0000-0000-000000000000}"/>
          </ac:spMkLst>
        </pc:spChg>
        <pc:spChg chg="add del mod">
          <ac:chgData name="Soumita Sengupta" userId="4afa6ce1-cb01-46c2-8538-4650222f0c96" providerId="ADAL" clId="{875F669D-74BC-4232-91C4-0841C4359CB3}" dt="2021-09-01T12:18:24.493" v="659" actId="478"/>
          <ac:spMkLst>
            <pc:docMk/>
            <pc:sldMk cId="1603765030" sldId="1332"/>
            <ac:spMk id="6" creationId="{A50875B5-66CF-4F6C-A38B-BE416A69F712}"/>
          </ac:spMkLst>
        </pc:spChg>
        <pc:spChg chg="add del">
          <ac:chgData name="Soumita Sengupta" userId="4afa6ce1-cb01-46c2-8538-4650222f0c96" providerId="ADAL" clId="{875F669D-74BC-4232-91C4-0841C4359CB3}" dt="2021-09-01T12:20:15.797" v="690" actId="478"/>
          <ac:spMkLst>
            <pc:docMk/>
            <pc:sldMk cId="1603765030" sldId="1332"/>
            <ac:spMk id="10" creationId="{D955BE8D-2D68-4E77-9942-C592E3631921}"/>
          </ac:spMkLst>
        </pc:spChg>
        <pc:spChg chg="mod">
          <ac:chgData name="Soumita Sengupta" userId="4afa6ce1-cb01-46c2-8538-4650222f0c96" providerId="ADAL" clId="{875F669D-74BC-4232-91C4-0841C4359CB3}" dt="2021-09-01T12:18:11.038" v="654" actId="20577"/>
          <ac:spMkLst>
            <pc:docMk/>
            <pc:sldMk cId="1603765030" sldId="1332"/>
            <ac:spMk id="11" creationId="{00000000-0000-0000-0000-000000000000}"/>
          </ac:spMkLst>
        </pc:spChg>
        <pc:spChg chg="add del mod">
          <ac:chgData name="Soumita Sengupta" userId="4afa6ce1-cb01-46c2-8538-4650222f0c96" providerId="ADAL" clId="{875F669D-74BC-4232-91C4-0841C4359CB3}" dt="2021-09-01T12:20:44.150" v="696"/>
          <ac:spMkLst>
            <pc:docMk/>
            <pc:sldMk cId="1603765030" sldId="1332"/>
            <ac:spMk id="12" creationId="{F032485D-D06F-48DD-9461-5C5040E2A16D}"/>
          </ac:spMkLst>
        </pc:spChg>
        <pc:graphicFrameChg chg="add del mod">
          <ac:chgData name="Soumita Sengupta" userId="4afa6ce1-cb01-46c2-8538-4650222f0c96" providerId="ADAL" clId="{875F669D-74BC-4232-91C4-0841C4359CB3}" dt="2021-09-01T12:18:24.493" v="659" actId="478"/>
          <ac:graphicFrameMkLst>
            <pc:docMk/>
            <pc:sldMk cId="1603765030" sldId="1332"/>
            <ac:graphicFrameMk id="2" creationId="{4DEFE204-2CD9-41F4-9F1F-2CA2C4FA1603}"/>
          </ac:graphicFrameMkLst>
        </pc:graphicFrameChg>
        <pc:picChg chg="add mod">
          <ac:chgData name="Soumita Sengupta" userId="4afa6ce1-cb01-46c2-8538-4650222f0c96" providerId="ADAL" clId="{875F669D-74BC-4232-91C4-0841C4359CB3}" dt="2021-09-01T12:23:27.691" v="741" actId="14100"/>
          <ac:picMkLst>
            <pc:docMk/>
            <pc:sldMk cId="1603765030" sldId="1332"/>
            <ac:picMk id="8" creationId="{4F4C2D7F-27A4-43EC-8E0A-FC3C3328EBE0}"/>
          </ac:picMkLst>
        </pc:picChg>
        <pc:picChg chg="add mod">
          <ac:chgData name="Soumita Sengupta" userId="4afa6ce1-cb01-46c2-8538-4650222f0c96" providerId="ADAL" clId="{875F669D-74BC-4232-91C4-0841C4359CB3}" dt="2021-09-01T12:23:18.486" v="739" actId="1076"/>
          <ac:picMkLst>
            <pc:docMk/>
            <pc:sldMk cId="1603765030" sldId="1332"/>
            <ac:picMk id="13" creationId="{9DF1C9E4-AE75-4A7F-B606-54CEE6A4D3CD}"/>
          </ac:picMkLst>
        </pc:picChg>
      </pc:sldChg>
      <pc:sldChg chg="modSp add mod modNotesTx">
        <pc:chgData name="Soumita Sengupta" userId="4afa6ce1-cb01-46c2-8538-4650222f0c96" providerId="ADAL" clId="{875F669D-74BC-4232-91C4-0841C4359CB3}" dt="2021-09-01T12:47:47.850" v="1042" actId="20577"/>
        <pc:sldMkLst>
          <pc:docMk/>
          <pc:sldMk cId="3669618802" sldId="1333"/>
        </pc:sldMkLst>
        <pc:spChg chg="mod">
          <ac:chgData name="Soumita Sengupta" userId="4afa6ce1-cb01-46c2-8538-4650222f0c96" providerId="ADAL" clId="{875F669D-74BC-4232-91C4-0841C4359CB3}" dt="2021-09-01T12:46:47.394" v="1041" actId="255"/>
          <ac:spMkLst>
            <pc:docMk/>
            <pc:sldMk cId="3669618802" sldId="1333"/>
            <ac:spMk id="5" creationId="{00000000-0000-0000-0000-000000000000}"/>
          </ac:spMkLst>
        </pc:spChg>
        <pc:spChg chg="mod">
          <ac:chgData name="Soumita Sengupta" userId="4afa6ce1-cb01-46c2-8538-4650222f0c96" providerId="ADAL" clId="{875F669D-74BC-4232-91C4-0841C4359CB3}" dt="2021-09-01T12:47:47.850" v="1042" actId="20577"/>
          <ac:spMkLst>
            <pc:docMk/>
            <pc:sldMk cId="3669618802" sldId="1333"/>
            <ac:spMk id="11" creationId="{00000000-0000-0000-0000-000000000000}"/>
          </ac:spMkLst>
        </pc:spChg>
      </pc:sldChg>
      <pc:sldChg chg="modSp add mod">
        <pc:chgData name="Soumita Sengupta" userId="4afa6ce1-cb01-46c2-8538-4650222f0c96" providerId="ADAL" clId="{875F669D-74BC-4232-91C4-0841C4359CB3}" dt="2021-09-01T11:19:57.534" v="376" actId="1076"/>
        <pc:sldMkLst>
          <pc:docMk/>
          <pc:sldMk cId="3050391229" sldId="1334"/>
        </pc:sldMkLst>
        <pc:spChg chg="mod">
          <ac:chgData name="Soumita Sengupta" userId="4afa6ce1-cb01-46c2-8538-4650222f0c96" providerId="ADAL" clId="{875F669D-74BC-4232-91C4-0841C4359CB3}" dt="2021-09-01T11:19:57.534" v="376" actId="1076"/>
          <ac:spMkLst>
            <pc:docMk/>
            <pc:sldMk cId="3050391229" sldId="1334"/>
            <ac:spMk id="5" creationId="{00000000-0000-0000-0000-000000000000}"/>
          </ac:spMkLst>
        </pc:spChg>
      </pc:sldChg>
      <pc:sldChg chg="addSp delSp modSp add mod setBg">
        <pc:chgData name="Soumita Sengupta" userId="4afa6ce1-cb01-46c2-8538-4650222f0c96" providerId="ADAL" clId="{875F669D-74BC-4232-91C4-0841C4359CB3}" dt="2021-09-01T12:08:32.319" v="638" actId="20577"/>
        <pc:sldMkLst>
          <pc:docMk/>
          <pc:sldMk cId="156829643" sldId="1335"/>
        </pc:sldMkLst>
        <pc:spChg chg="add del mod">
          <ac:chgData name="Soumita Sengupta" userId="4afa6ce1-cb01-46c2-8538-4650222f0c96" providerId="ADAL" clId="{875F669D-74BC-4232-91C4-0841C4359CB3}" dt="2021-09-01T11:51:04.217" v="541" actId="478"/>
          <ac:spMkLst>
            <pc:docMk/>
            <pc:sldMk cId="156829643" sldId="1335"/>
            <ac:spMk id="2" creationId="{4BA67EEC-23FA-4F20-84C2-192816FD7288}"/>
          </ac:spMkLst>
        </pc:spChg>
        <pc:spChg chg="mod">
          <ac:chgData name="Soumita Sengupta" userId="4afa6ce1-cb01-46c2-8538-4650222f0c96" providerId="ADAL" clId="{875F669D-74BC-4232-91C4-0841C4359CB3}" dt="2021-09-01T12:08:32.319" v="638" actId="20577"/>
          <ac:spMkLst>
            <pc:docMk/>
            <pc:sldMk cId="156829643" sldId="1335"/>
            <ac:spMk id="5" creationId="{00000000-0000-0000-0000-000000000000}"/>
          </ac:spMkLst>
        </pc:spChg>
        <pc:spChg chg="add del mod">
          <ac:chgData name="Soumita Sengupta" userId="4afa6ce1-cb01-46c2-8538-4650222f0c96" providerId="ADAL" clId="{875F669D-74BC-4232-91C4-0841C4359CB3}" dt="2021-09-01T11:37:11.010" v="465"/>
          <ac:spMkLst>
            <pc:docMk/>
            <pc:sldMk cId="156829643" sldId="1335"/>
            <ac:spMk id="6" creationId="{06C2455B-B24F-4FAB-8E9E-A5DFED35FF77}"/>
          </ac:spMkLst>
        </pc:spChg>
        <pc:spChg chg="add del mod">
          <ac:chgData name="Soumita Sengupta" userId="4afa6ce1-cb01-46c2-8538-4650222f0c96" providerId="ADAL" clId="{875F669D-74BC-4232-91C4-0841C4359CB3}" dt="2021-09-01T11:50:59.854" v="539" actId="478"/>
          <ac:spMkLst>
            <pc:docMk/>
            <pc:sldMk cId="156829643" sldId="1335"/>
            <ac:spMk id="7" creationId="{88E6260F-9E8D-4DFA-8D91-C44FF26E8266}"/>
          </ac:spMkLst>
        </pc:spChg>
        <pc:spChg chg="add del mod">
          <ac:chgData name="Soumita Sengupta" userId="4afa6ce1-cb01-46c2-8538-4650222f0c96" providerId="ADAL" clId="{875F669D-74BC-4232-91C4-0841C4359CB3}" dt="2021-09-01T11:39:15.731" v="480"/>
          <ac:spMkLst>
            <pc:docMk/>
            <pc:sldMk cId="156829643" sldId="1335"/>
            <ac:spMk id="8" creationId="{256C46E8-BE11-4E27-BCF4-4E1700ED5A40}"/>
          </ac:spMkLst>
        </pc:spChg>
      </pc:sldChg>
      <pc:sldChg chg="modSp add del mod setBg addCm modCm">
        <pc:chgData name="Soumita Sengupta" userId="4afa6ce1-cb01-46c2-8538-4650222f0c96" providerId="ADAL" clId="{875F669D-74BC-4232-91C4-0841C4359CB3}" dt="2021-09-06T14:05:37.333" v="1064" actId="47"/>
        <pc:sldMkLst>
          <pc:docMk/>
          <pc:sldMk cId="3400465644" sldId="1336"/>
        </pc:sldMkLst>
        <pc:spChg chg="mod">
          <ac:chgData name="Soumita Sengupta" userId="4afa6ce1-cb01-46c2-8538-4650222f0c96" providerId="ADAL" clId="{875F669D-74BC-4232-91C4-0841C4359CB3}" dt="2021-09-01T12:08:46.516" v="640" actId="14100"/>
          <ac:spMkLst>
            <pc:docMk/>
            <pc:sldMk cId="3400465644" sldId="1336"/>
            <ac:spMk id="5" creationId="{00000000-0000-0000-0000-000000000000}"/>
          </ac:spMkLst>
        </pc:spChg>
      </pc:sldChg>
      <pc:sldChg chg="addSp delSp modSp add mod setBg">
        <pc:chgData name="Soumita Sengupta" userId="4afa6ce1-cb01-46c2-8538-4650222f0c96" providerId="ADAL" clId="{875F669D-74BC-4232-91C4-0841C4359CB3}" dt="2021-09-01T12:09:44.833" v="643" actId="1076"/>
        <pc:sldMkLst>
          <pc:docMk/>
          <pc:sldMk cId="231907562" sldId="1337"/>
        </pc:sldMkLst>
        <pc:spChg chg="add del">
          <ac:chgData name="Soumita Sengupta" userId="4afa6ce1-cb01-46c2-8538-4650222f0c96" providerId="ADAL" clId="{875F669D-74BC-4232-91C4-0841C4359CB3}" dt="2021-09-01T11:54:34.748" v="560"/>
          <ac:spMkLst>
            <pc:docMk/>
            <pc:sldMk cId="231907562" sldId="1337"/>
            <ac:spMk id="2" creationId="{5AF3D2B1-E875-4523-85B4-47D9A4A36EFC}"/>
          </ac:spMkLst>
        </pc:spChg>
        <pc:spChg chg="mod">
          <ac:chgData name="Soumita Sengupta" userId="4afa6ce1-cb01-46c2-8538-4650222f0c96" providerId="ADAL" clId="{875F669D-74BC-4232-91C4-0841C4359CB3}" dt="2021-09-01T12:09:44.833" v="643" actId="1076"/>
          <ac:spMkLst>
            <pc:docMk/>
            <pc:sldMk cId="231907562" sldId="1337"/>
            <ac:spMk id="5" creationId="{00000000-0000-0000-0000-000000000000}"/>
          </ac:spMkLst>
        </pc:spChg>
      </pc:sldChg>
      <pc:sldChg chg="addSp delSp modSp add mod">
        <pc:chgData name="Soumita Sengupta" userId="4afa6ce1-cb01-46c2-8538-4650222f0c96" providerId="ADAL" clId="{875F669D-74BC-4232-91C4-0841C4359CB3}" dt="2021-09-01T12:32:43.989" v="836" actId="255"/>
        <pc:sldMkLst>
          <pc:docMk/>
          <pc:sldMk cId="2906011464" sldId="1338"/>
        </pc:sldMkLst>
        <pc:spChg chg="add del">
          <ac:chgData name="Soumita Sengupta" userId="4afa6ce1-cb01-46c2-8538-4650222f0c96" providerId="ADAL" clId="{875F669D-74BC-4232-91C4-0841C4359CB3}" dt="2021-09-01T12:26:49.073" v="766"/>
          <ac:spMkLst>
            <pc:docMk/>
            <pc:sldMk cId="2906011464" sldId="1338"/>
            <ac:spMk id="2" creationId="{6F62A149-21BD-4525-889E-1DAF650ABAA1}"/>
          </ac:spMkLst>
        </pc:spChg>
        <pc:spChg chg="mod">
          <ac:chgData name="Soumita Sengupta" userId="4afa6ce1-cb01-46c2-8538-4650222f0c96" providerId="ADAL" clId="{875F669D-74BC-4232-91C4-0841C4359CB3}" dt="2021-09-01T12:32:43.989" v="836" actId="255"/>
          <ac:spMkLst>
            <pc:docMk/>
            <pc:sldMk cId="2906011464" sldId="1338"/>
            <ac:spMk id="5" creationId="{00000000-0000-0000-0000-000000000000}"/>
          </ac:spMkLst>
        </pc:spChg>
        <pc:spChg chg="add del">
          <ac:chgData name="Soumita Sengupta" userId="4afa6ce1-cb01-46c2-8538-4650222f0c96" providerId="ADAL" clId="{875F669D-74BC-4232-91C4-0841C4359CB3}" dt="2021-09-01T12:27:01.458" v="768"/>
          <ac:spMkLst>
            <pc:docMk/>
            <pc:sldMk cId="2906011464" sldId="1338"/>
            <ac:spMk id="6" creationId="{9676CD39-21F6-4D8F-98E5-B157C1F186D1}"/>
          </ac:spMkLst>
        </pc:spChg>
        <pc:spChg chg="mod">
          <ac:chgData name="Soumita Sengupta" userId="4afa6ce1-cb01-46c2-8538-4650222f0c96" providerId="ADAL" clId="{875F669D-74BC-4232-91C4-0841C4359CB3}" dt="2021-09-01T12:24:39.379" v="751" actId="20577"/>
          <ac:spMkLst>
            <pc:docMk/>
            <pc:sldMk cId="2906011464" sldId="1338"/>
            <ac:spMk id="11" creationId="{00000000-0000-0000-0000-000000000000}"/>
          </ac:spMkLst>
        </pc:spChg>
        <pc:picChg chg="del">
          <ac:chgData name="Soumita Sengupta" userId="4afa6ce1-cb01-46c2-8538-4650222f0c96" providerId="ADAL" clId="{875F669D-74BC-4232-91C4-0841C4359CB3}" dt="2021-09-01T12:24:11.737" v="744" actId="478"/>
          <ac:picMkLst>
            <pc:docMk/>
            <pc:sldMk cId="2906011464" sldId="1338"/>
            <ac:picMk id="8" creationId="{4F4C2D7F-27A4-43EC-8E0A-FC3C3328EBE0}"/>
          </ac:picMkLst>
        </pc:picChg>
        <pc:picChg chg="del">
          <ac:chgData name="Soumita Sengupta" userId="4afa6ce1-cb01-46c2-8538-4650222f0c96" providerId="ADAL" clId="{875F669D-74BC-4232-91C4-0841C4359CB3}" dt="2021-09-01T12:24:12.964" v="745" actId="478"/>
          <ac:picMkLst>
            <pc:docMk/>
            <pc:sldMk cId="2906011464" sldId="1338"/>
            <ac:picMk id="13" creationId="{9DF1C9E4-AE75-4A7F-B606-54CEE6A4D3CD}"/>
          </ac:picMkLst>
        </pc:picChg>
      </pc:sldChg>
      <pc:sldChg chg="addSp delSp modSp add mod">
        <pc:chgData name="Soumita Sengupta" userId="4afa6ce1-cb01-46c2-8538-4650222f0c96" providerId="ADAL" clId="{875F669D-74BC-4232-91C4-0841C4359CB3}" dt="2021-09-01T12:35:19.569" v="857" actId="14100"/>
        <pc:sldMkLst>
          <pc:docMk/>
          <pc:sldMk cId="3348771293" sldId="1339"/>
        </pc:sldMkLst>
        <pc:spChg chg="add del">
          <ac:chgData name="Soumita Sengupta" userId="4afa6ce1-cb01-46c2-8538-4650222f0c96" providerId="ADAL" clId="{875F669D-74BC-4232-91C4-0841C4359CB3}" dt="2021-09-01T12:27:55.011" v="796"/>
          <ac:spMkLst>
            <pc:docMk/>
            <pc:sldMk cId="3348771293" sldId="1339"/>
            <ac:spMk id="2" creationId="{C6271F7E-813A-47CF-98AA-D15DF4CAB5D4}"/>
          </ac:spMkLst>
        </pc:spChg>
        <pc:spChg chg="del mod">
          <ac:chgData name="Soumita Sengupta" userId="4afa6ce1-cb01-46c2-8538-4650222f0c96" providerId="ADAL" clId="{875F669D-74BC-4232-91C4-0841C4359CB3}" dt="2021-09-01T12:28:04.586" v="798"/>
          <ac:spMkLst>
            <pc:docMk/>
            <pc:sldMk cId="3348771293" sldId="1339"/>
            <ac:spMk id="5" creationId="{00000000-0000-0000-0000-000000000000}"/>
          </ac:spMkLst>
        </pc:spChg>
        <pc:spChg chg="add mod">
          <ac:chgData name="Soumita Sengupta" userId="4afa6ce1-cb01-46c2-8538-4650222f0c96" providerId="ADAL" clId="{875F669D-74BC-4232-91C4-0841C4359CB3}" dt="2021-09-01T12:34:46.042" v="844" actId="1076"/>
          <ac:spMkLst>
            <pc:docMk/>
            <pc:sldMk cId="3348771293" sldId="1339"/>
            <ac:spMk id="6" creationId="{F00071AB-516F-4D80-97AC-2AC784A80031}"/>
          </ac:spMkLst>
        </pc:spChg>
        <pc:spChg chg="add del">
          <ac:chgData name="Soumita Sengupta" userId="4afa6ce1-cb01-46c2-8538-4650222f0c96" providerId="ADAL" clId="{875F669D-74BC-4232-91C4-0841C4359CB3}" dt="2021-09-01T12:34:50.827" v="847"/>
          <ac:spMkLst>
            <pc:docMk/>
            <pc:sldMk cId="3348771293" sldId="1339"/>
            <ac:spMk id="9" creationId="{02099F85-9131-465E-93FF-BDE746124003}"/>
          </ac:spMkLst>
        </pc:spChg>
        <pc:spChg chg="mod">
          <ac:chgData name="Soumita Sengupta" userId="4afa6ce1-cb01-46c2-8538-4650222f0c96" providerId="ADAL" clId="{875F669D-74BC-4232-91C4-0841C4359CB3}" dt="2021-09-01T12:27:40.630" v="794" actId="20577"/>
          <ac:spMkLst>
            <pc:docMk/>
            <pc:sldMk cId="3348771293" sldId="1339"/>
            <ac:spMk id="11" creationId="{00000000-0000-0000-0000-000000000000}"/>
          </ac:spMkLst>
        </pc:spChg>
        <pc:spChg chg="add mod">
          <ac:chgData name="Soumita Sengupta" userId="4afa6ce1-cb01-46c2-8538-4650222f0c96" providerId="ADAL" clId="{875F669D-74BC-4232-91C4-0841C4359CB3}" dt="2021-09-01T12:35:19.569" v="857" actId="14100"/>
          <ac:spMkLst>
            <pc:docMk/>
            <pc:sldMk cId="3348771293" sldId="1339"/>
            <ac:spMk id="12" creationId="{3FE0ACA9-FD7A-47A2-94A6-4FCB0002FCE0}"/>
          </ac:spMkLst>
        </pc:spChg>
        <pc:picChg chg="add mod modCrop">
          <ac:chgData name="Soumita Sengupta" userId="4afa6ce1-cb01-46c2-8538-4650222f0c96" providerId="ADAL" clId="{875F669D-74BC-4232-91C4-0841C4359CB3}" dt="2021-09-01T12:34:47.471" v="845" actId="1076"/>
          <ac:picMkLst>
            <pc:docMk/>
            <pc:sldMk cId="3348771293" sldId="1339"/>
            <ac:picMk id="8" creationId="{BA3A3D0D-4984-4C2D-8DE8-9FB88F87E7F0}"/>
          </ac:picMkLst>
        </pc:picChg>
      </pc:sldChg>
      <pc:sldChg chg="add del">
        <pc:chgData name="Soumita Sengupta" userId="4afa6ce1-cb01-46c2-8538-4650222f0c96" providerId="ADAL" clId="{875F669D-74BC-4232-91C4-0841C4359CB3}" dt="2021-09-01T12:45:48.546" v="949" actId="47"/>
        <pc:sldMkLst>
          <pc:docMk/>
          <pc:sldMk cId="4020549611" sldId="1340"/>
        </pc:sldMkLst>
      </pc:sldChg>
    </pc:docChg>
  </pc:docChgLst>
  <pc:docChgLst>
    <pc:chgData name="Smita Jain" userId="d38d6004-c34d-46b5-9dac-bd2165f4bacc" providerId="ADAL" clId="{3682AC0D-F42B-4F7A-9477-8DCE3C42C27B}"/>
    <pc:docChg chg="modSld">
      <pc:chgData name="Smita Jain" userId="d38d6004-c34d-46b5-9dac-bd2165f4bacc" providerId="ADAL" clId="{3682AC0D-F42B-4F7A-9477-8DCE3C42C27B}" dt="2021-09-06T06:07:37.176" v="0"/>
      <pc:docMkLst>
        <pc:docMk/>
      </pc:docMkLst>
      <pc:sldChg chg="modCm">
        <pc:chgData name="Smita Jain" userId="d38d6004-c34d-46b5-9dac-bd2165f4bacc" providerId="ADAL" clId="{3682AC0D-F42B-4F7A-9477-8DCE3C42C27B}" dt="2021-09-06T06:07:37.176" v="0"/>
        <pc:sldMkLst>
          <pc:docMk/>
          <pc:sldMk cId="3266634833" sldId="1331"/>
        </pc:sldMkLst>
      </pc:sldChg>
    </pc:docChg>
  </pc:docChgLst>
  <pc:docChgLst>
    <pc:chgData name="Soumita Sengupta" userId="4afa6ce1-cb01-46c2-8538-4650222f0c96" providerId="ADAL" clId="{2571C0C7-060E-48EE-9E7D-00F1E2A5D45C}"/>
    <pc:docChg chg="undo custSel addSld delSld modSld sldOrd modMainMaster">
      <pc:chgData name="Soumita Sengupta" userId="4afa6ce1-cb01-46c2-8538-4650222f0c96" providerId="ADAL" clId="{2571C0C7-060E-48EE-9E7D-00F1E2A5D45C}" dt="2021-06-24T11:15:39.967" v="148" actId="207"/>
      <pc:docMkLst>
        <pc:docMk/>
      </pc:docMkLst>
      <pc:sldChg chg="del">
        <pc:chgData name="Soumita Sengupta" userId="4afa6ce1-cb01-46c2-8538-4650222f0c96" providerId="ADAL" clId="{2571C0C7-060E-48EE-9E7D-00F1E2A5D45C}" dt="2021-06-24T08:49:04.858" v="70" actId="47"/>
        <pc:sldMkLst>
          <pc:docMk/>
          <pc:sldMk cId="1912468287" sldId="260"/>
        </pc:sldMkLst>
      </pc:sldChg>
      <pc:sldChg chg="del">
        <pc:chgData name="Soumita Sengupta" userId="4afa6ce1-cb01-46c2-8538-4650222f0c96" providerId="ADAL" clId="{2571C0C7-060E-48EE-9E7D-00F1E2A5D45C}" dt="2021-06-24T08:30:15.381" v="21" actId="47"/>
        <pc:sldMkLst>
          <pc:docMk/>
          <pc:sldMk cId="3916458465" sldId="274"/>
        </pc:sldMkLst>
      </pc:sldChg>
      <pc:sldChg chg="del">
        <pc:chgData name="Soumita Sengupta" userId="4afa6ce1-cb01-46c2-8538-4650222f0c96" providerId="ADAL" clId="{2571C0C7-060E-48EE-9E7D-00F1E2A5D45C}" dt="2021-06-24T08:30:15.544" v="22" actId="47"/>
        <pc:sldMkLst>
          <pc:docMk/>
          <pc:sldMk cId="1769911636" sldId="275"/>
        </pc:sldMkLst>
      </pc:sldChg>
      <pc:sldChg chg="del">
        <pc:chgData name="Soumita Sengupta" userId="4afa6ce1-cb01-46c2-8538-4650222f0c96" providerId="ADAL" clId="{2571C0C7-060E-48EE-9E7D-00F1E2A5D45C}" dt="2021-06-24T08:30:15.698" v="23" actId="47"/>
        <pc:sldMkLst>
          <pc:docMk/>
          <pc:sldMk cId="3249280852" sldId="276"/>
        </pc:sldMkLst>
      </pc:sldChg>
      <pc:sldChg chg="del">
        <pc:chgData name="Soumita Sengupta" userId="4afa6ce1-cb01-46c2-8538-4650222f0c96" providerId="ADAL" clId="{2571C0C7-060E-48EE-9E7D-00F1E2A5D45C}" dt="2021-06-24T08:30:15.866" v="24" actId="47"/>
        <pc:sldMkLst>
          <pc:docMk/>
          <pc:sldMk cId="269360884" sldId="279"/>
        </pc:sldMkLst>
      </pc:sldChg>
      <pc:sldChg chg="del">
        <pc:chgData name="Soumita Sengupta" userId="4afa6ce1-cb01-46c2-8538-4650222f0c96" providerId="ADAL" clId="{2571C0C7-060E-48EE-9E7D-00F1E2A5D45C}" dt="2021-06-24T08:30:16.214" v="26" actId="47"/>
        <pc:sldMkLst>
          <pc:docMk/>
          <pc:sldMk cId="3621967906" sldId="280"/>
        </pc:sldMkLst>
      </pc:sldChg>
      <pc:sldChg chg="del">
        <pc:chgData name="Soumita Sengupta" userId="4afa6ce1-cb01-46c2-8538-4650222f0c96" providerId="ADAL" clId="{2571C0C7-060E-48EE-9E7D-00F1E2A5D45C}" dt="2021-06-24T08:30:16.853" v="30" actId="47"/>
        <pc:sldMkLst>
          <pc:docMk/>
          <pc:sldMk cId="2998439583" sldId="286"/>
        </pc:sldMkLst>
      </pc:sldChg>
      <pc:sldChg chg="del">
        <pc:chgData name="Soumita Sengupta" userId="4afa6ce1-cb01-46c2-8538-4650222f0c96" providerId="ADAL" clId="{2571C0C7-060E-48EE-9E7D-00F1E2A5D45C}" dt="2021-06-24T08:30:18.156" v="35" actId="47"/>
        <pc:sldMkLst>
          <pc:docMk/>
          <pc:sldMk cId="2747257436" sldId="287"/>
        </pc:sldMkLst>
      </pc:sldChg>
      <pc:sldChg chg="del">
        <pc:chgData name="Soumita Sengupta" userId="4afa6ce1-cb01-46c2-8538-4650222f0c96" providerId="ADAL" clId="{2571C0C7-060E-48EE-9E7D-00F1E2A5D45C}" dt="2021-06-24T08:30:18.938" v="38" actId="47"/>
        <pc:sldMkLst>
          <pc:docMk/>
          <pc:sldMk cId="497692830" sldId="288"/>
        </pc:sldMkLst>
      </pc:sldChg>
      <pc:sldChg chg="del">
        <pc:chgData name="Soumita Sengupta" userId="4afa6ce1-cb01-46c2-8538-4650222f0c96" providerId="ADAL" clId="{2571C0C7-060E-48EE-9E7D-00F1E2A5D45C}" dt="2021-06-24T08:30:19.593" v="39" actId="47"/>
        <pc:sldMkLst>
          <pc:docMk/>
          <pc:sldMk cId="1690934009" sldId="289"/>
        </pc:sldMkLst>
      </pc:sldChg>
      <pc:sldChg chg="del">
        <pc:chgData name="Soumita Sengupta" userId="4afa6ce1-cb01-46c2-8538-4650222f0c96" providerId="ADAL" clId="{2571C0C7-060E-48EE-9E7D-00F1E2A5D45C}" dt="2021-06-24T08:30:20.546" v="40" actId="47"/>
        <pc:sldMkLst>
          <pc:docMk/>
          <pc:sldMk cId="3987752600" sldId="290"/>
        </pc:sldMkLst>
      </pc:sldChg>
      <pc:sldChg chg="modSp mod">
        <pc:chgData name="Soumita Sengupta" userId="4afa6ce1-cb01-46c2-8538-4650222f0c96" providerId="ADAL" clId="{2571C0C7-060E-48EE-9E7D-00F1E2A5D45C}" dt="2021-06-24T08:30:12.618" v="20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2571C0C7-060E-48EE-9E7D-00F1E2A5D45C}" dt="2021-06-24T08:30:12.618" v="20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modSp add mod">
        <pc:chgData name="Soumita Sengupta" userId="4afa6ce1-cb01-46c2-8538-4650222f0c96" providerId="ADAL" clId="{2571C0C7-060E-48EE-9E7D-00F1E2A5D45C}" dt="2021-06-24T08:54:08.320" v="76" actId="255"/>
        <pc:sldMkLst>
          <pc:docMk/>
          <pc:sldMk cId="3006812007" sldId="727"/>
        </pc:sldMkLst>
        <pc:spChg chg="mod">
          <ac:chgData name="Soumita Sengupta" userId="4afa6ce1-cb01-46c2-8538-4650222f0c96" providerId="ADAL" clId="{2571C0C7-060E-48EE-9E7D-00F1E2A5D45C}" dt="2021-06-24T08:54:08.320" v="76" actId="255"/>
          <ac:spMkLst>
            <pc:docMk/>
            <pc:sldMk cId="3006812007" sldId="727"/>
            <ac:spMk id="3" creationId="{00000000-0000-0000-0000-000000000000}"/>
          </ac:spMkLst>
        </pc:spChg>
        <pc:spChg chg="mod">
          <ac:chgData name="Soumita Sengupta" userId="4afa6ce1-cb01-46c2-8538-4650222f0c96" providerId="ADAL" clId="{2571C0C7-060E-48EE-9E7D-00F1E2A5D45C}" dt="2021-06-24T08:51:45.036" v="74" actId="207"/>
          <ac:spMkLst>
            <pc:docMk/>
            <pc:sldMk cId="3006812007" sldId="727"/>
            <ac:spMk id="4" creationId="{00000000-0000-0000-0000-000000000000}"/>
          </ac:spMkLst>
        </pc:spChg>
        <pc:spChg chg="mod">
          <ac:chgData name="Soumita Sengupta" userId="4afa6ce1-cb01-46c2-8538-4650222f0c96" providerId="ADAL" clId="{2571C0C7-060E-48EE-9E7D-00F1E2A5D45C}" dt="2021-06-24T08:51:43.117" v="73" actId="207"/>
          <ac:spMkLst>
            <pc:docMk/>
            <pc:sldMk cId="3006812007" sldId="727"/>
            <ac:spMk id="6" creationId="{00000000-0000-0000-0000-000000000000}"/>
          </ac:spMkLst>
        </pc:spChg>
      </pc:sldChg>
      <pc:sldChg chg="delSp modSp add mod">
        <pc:chgData name="Soumita Sengupta" userId="4afa6ce1-cb01-46c2-8538-4650222f0c96" providerId="ADAL" clId="{2571C0C7-060E-48EE-9E7D-00F1E2A5D45C}" dt="2021-06-24T08:37:54.495" v="46" actId="1076"/>
        <pc:sldMkLst>
          <pc:docMk/>
          <pc:sldMk cId="361969412" sldId="729"/>
        </pc:sldMkLst>
        <pc:spChg chg="del">
          <ac:chgData name="Soumita Sengupta" userId="4afa6ce1-cb01-46c2-8538-4650222f0c96" providerId="ADAL" clId="{2571C0C7-060E-48EE-9E7D-00F1E2A5D45C}" dt="2021-06-24T08:37:49.011" v="44" actId="478"/>
          <ac:spMkLst>
            <pc:docMk/>
            <pc:sldMk cId="361969412" sldId="729"/>
            <ac:spMk id="7" creationId="{09CEF575-2E6E-4C6B-BD54-867FDEAAC162}"/>
          </ac:spMkLst>
        </pc:spChg>
        <pc:picChg chg="mod">
          <ac:chgData name="Soumita Sengupta" userId="4afa6ce1-cb01-46c2-8538-4650222f0c96" providerId="ADAL" clId="{2571C0C7-060E-48EE-9E7D-00F1E2A5D45C}" dt="2021-06-24T08:37:54.495" v="46" actId="1076"/>
          <ac:picMkLst>
            <pc:docMk/>
            <pc:sldMk cId="361969412" sldId="729"/>
            <ac:picMk id="8" creationId="{03BD3932-399E-4A6A-AD03-6057279D9E8C}"/>
          </ac:picMkLst>
        </pc:picChg>
      </pc:sldChg>
      <pc:sldChg chg="modSp add mod">
        <pc:chgData name="Soumita Sengupta" userId="4afa6ce1-cb01-46c2-8538-4650222f0c96" providerId="ADAL" clId="{2571C0C7-060E-48EE-9E7D-00F1E2A5D45C}" dt="2021-06-24T08:54:18.874" v="77" actId="255"/>
        <pc:sldMkLst>
          <pc:docMk/>
          <pc:sldMk cId="1915874701" sldId="730"/>
        </pc:sldMkLst>
        <pc:spChg chg="mod">
          <ac:chgData name="Soumita Sengupta" userId="4afa6ce1-cb01-46c2-8538-4650222f0c96" providerId="ADAL" clId="{2571C0C7-060E-48EE-9E7D-00F1E2A5D45C}" dt="2021-06-24T08:54:18.874" v="77" actId="255"/>
          <ac:spMkLst>
            <pc:docMk/>
            <pc:sldMk cId="1915874701" sldId="730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4:39.173" v="85" actId="5793"/>
        <pc:sldMkLst>
          <pc:docMk/>
          <pc:sldMk cId="1595993787" sldId="731"/>
        </pc:sldMkLst>
        <pc:spChg chg="mod">
          <ac:chgData name="Soumita Sengupta" userId="4afa6ce1-cb01-46c2-8538-4650222f0c96" providerId="ADAL" clId="{2571C0C7-060E-48EE-9E7D-00F1E2A5D45C}" dt="2021-06-24T08:54:39.173" v="85" actId="5793"/>
          <ac:spMkLst>
            <pc:docMk/>
            <pc:sldMk cId="1595993787" sldId="731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4:51.071" v="86" actId="255"/>
        <pc:sldMkLst>
          <pc:docMk/>
          <pc:sldMk cId="2222224942" sldId="732"/>
        </pc:sldMkLst>
        <pc:spChg chg="mod">
          <ac:chgData name="Soumita Sengupta" userId="4afa6ce1-cb01-46c2-8538-4650222f0c96" providerId="ADAL" clId="{2571C0C7-060E-48EE-9E7D-00F1E2A5D45C}" dt="2021-06-24T08:54:51.071" v="86" actId="255"/>
          <ac:spMkLst>
            <pc:docMk/>
            <pc:sldMk cId="2222224942" sldId="732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4:59.615" v="87" actId="255"/>
        <pc:sldMkLst>
          <pc:docMk/>
          <pc:sldMk cId="4207930121" sldId="733"/>
        </pc:sldMkLst>
        <pc:spChg chg="mod">
          <ac:chgData name="Soumita Sengupta" userId="4afa6ce1-cb01-46c2-8538-4650222f0c96" providerId="ADAL" clId="{2571C0C7-060E-48EE-9E7D-00F1E2A5D45C}" dt="2021-06-24T08:54:59.615" v="87" actId="255"/>
          <ac:spMkLst>
            <pc:docMk/>
            <pc:sldMk cId="4207930121" sldId="733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5:15.569" v="88" actId="255"/>
        <pc:sldMkLst>
          <pc:docMk/>
          <pc:sldMk cId="3931385810" sldId="734"/>
        </pc:sldMkLst>
        <pc:spChg chg="mod">
          <ac:chgData name="Soumita Sengupta" userId="4afa6ce1-cb01-46c2-8538-4650222f0c96" providerId="ADAL" clId="{2571C0C7-060E-48EE-9E7D-00F1E2A5D45C}" dt="2021-06-24T08:55:15.569" v="88" actId="255"/>
          <ac:spMkLst>
            <pc:docMk/>
            <pc:sldMk cId="3931385810" sldId="734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5:31.551" v="90" actId="255"/>
        <pc:sldMkLst>
          <pc:docMk/>
          <pc:sldMk cId="2633334292" sldId="735"/>
        </pc:sldMkLst>
        <pc:spChg chg="mod">
          <ac:chgData name="Soumita Sengupta" userId="4afa6ce1-cb01-46c2-8538-4650222f0c96" providerId="ADAL" clId="{2571C0C7-060E-48EE-9E7D-00F1E2A5D45C}" dt="2021-06-24T08:55:31.551" v="90" actId="255"/>
          <ac:spMkLst>
            <pc:docMk/>
            <pc:sldMk cId="2633334292" sldId="735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5:41.178" v="93" actId="5793"/>
        <pc:sldMkLst>
          <pc:docMk/>
          <pc:sldMk cId="2643369656" sldId="736"/>
        </pc:sldMkLst>
        <pc:spChg chg="mod">
          <ac:chgData name="Soumita Sengupta" userId="4afa6ce1-cb01-46c2-8538-4650222f0c96" providerId="ADAL" clId="{2571C0C7-060E-48EE-9E7D-00F1E2A5D45C}" dt="2021-06-24T08:55:41.178" v="93" actId="5793"/>
          <ac:spMkLst>
            <pc:docMk/>
            <pc:sldMk cId="2643369656" sldId="736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5:50.082" v="94" actId="255"/>
        <pc:sldMkLst>
          <pc:docMk/>
          <pc:sldMk cId="3894913924" sldId="737"/>
        </pc:sldMkLst>
        <pc:spChg chg="mod">
          <ac:chgData name="Soumita Sengupta" userId="4afa6ce1-cb01-46c2-8538-4650222f0c96" providerId="ADAL" clId="{2571C0C7-060E-48EE-9E7D-00F1E2A5D45C}" dt="2021-06-24T08:55:50.082" v="94" actId="255"/>
          <ac:spMkLst>
            <pc:docMk/>
            <pc:sldMk cId="3894913924" sldId="737"/>
            <ac:spMk id="5" creationId="{00000000-0000-0000-0000-000000000000}"/>
          </ac:spMkLst>
        </pc:spChg>
      </pc:sldChg>
      <pc:sldChg chg="add del">
        <pc:chgData name="Soumita Sengupta" userId="4afa6ce1-cb01-46c2-8538-4650222f0c96" providerId="ADAL" clId="{2571C0C7-060E-48EE-9E7D-00F1E2A5D45C}" dt="2021-06-24T08:46:14.346" v="56" actId="47"/>
        <pc:sldMkLst>
          <pc:docMk/>
          <pc:sldMk cId="3746418437" sldId="738"/>
        </pc:sldMkLst>
      </pc:sldChg>
      <pc:sldChg chg="modSp add mod">
        <pc:chgData name="Soumita Sengupta" userId="4afa6ce1-cb01-46c2-8538-4650222f0c96" providerId="ADAL" clId="{2571C0C7-060E-48EE-9E7D-00F1E2A5D45C}" dt="2021-06-24T08:56:05.485" v="97" actId="255"/>
        <pc:sldMkLst>
          <pc:docMk/>
          <pc:sldMk cId="4201402383" sldId="739"/>
        </pc:sldMkLst>
        <pc:spChg chg="mod">
          <ac:chgData name="Soumita Sengupta" userId="4afa6ce1-cb01-46c2-8538-4650222f0c96" providerId="ADAL" clId="{2571C0C7-060E-48EE-9E7D-00F1E2A5D45C}" dt="2021-06-24T08:56:05.485" v="97" actId="255"/>
          <ac:spMkLst>
            <pc:docMk/>
            <pc:sldMk cId="4201402383" sldId="739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6:24.276" v="100" actId="255"/>
        <pc:sldMkLst>
          <pc:docMk/>
          <pc:sldMk cId="2355219403" sldId="740"/>
        </pc:sldMkLst>
        <pc:spChg chg="mod">
          <ac:chgData name="Soumita Sengupta" userId="4afa6ce1-cb01-46c2-8538-4650222f0c96" providerId="ADAL" clId="{2571C0C7-060E-48EE-9E7D-00F1E2A5D45C}" dt="2021-06-24T08:56:19.107" v="99" actId="255"/>
          <ac:spMkLst>
            <pc:docMk/>
            <pc:sldMk cId="2355219403" sldId="740"/>
            <ac:spMk id="5" creationId="{00000000-0000-0000-0000-000000000000}"/>
          </ac:spMkLst>
        </pc:spChg>
        <pc:spChg chg="mod">
          <ac:chgData name="Soumita Sengupta" userId="4afa6ce1-cb01-46c2-8538-4650222f0c96" providerId="ADAL" clId="{2571C0C7-060E-48EE-9E7D-00F1E2A5D45C}" dt="2021-06-24T08:56:24.276" v="100" actId="255"/>
          <ac:spMkLst>
            <pc:docMk/>
            <pc:sldMk cId="2355219403" sldId="740"/>
            <ac:spMk id="9" creationId="{800D259A-3A87-4907-96BC-57B74BBE7814}"/>
          </ac:spMkLst>
        </pc:spChg>
      </pc:sldChg>
      <pc:sldChg chg="modSp add mod">
        <pc:chgData name="Soumita Sengupta" userId="4afa6ce1-cb01-46c2-8538-4650222f0c96" providerId="ADAL" clId="{2571C0C7-060E-48EE-9E7D-00F1E2A5D45C}" dt="2021-06-24T08:56:34.337" v="102" actId="1076"/>
        <pc:sldMkLst>
          <pc:docMk/>
          <pc:sldMk cId="3247647825" sldId="741"/>
        </pc:sldMkLst>
        <pc:spChg chg="mod">
          <ac:chgData name="Soumita Sengupta" userId="4afa6ce1-cb01-46c2-8538-4650222f0c96" providerId="ADAL" clId="{2571C0C7-060E-48EE-9E7D-00F1E2A5D45C}" dt="2021-06-24T08:56:31.479" v="101" actId="255"/>
          <ac:spMkLst>
            <pc:docMk/>
            <pc:sldMk cId="3247647825" sldId="741"/>
            <ac:spMk id="5" creationId="{00000000-0000-0000-0000-000000000000}"/>
          </ac:spMkLst>
        </pc:spChg>
        <pc:picChg chg="mod">
          <ac:chgData name="Soumita Sengupta" userId="4afa6ce1-cb01-46c2-8538-4650222f0c96" providerId="ADAL" clId="{2571C0C7-060E-48EE-9E7D-00F1E2A5D45C}" dt="2021-06-24T08:56:34.337" v="102" actId="1076"/>
          <ac:picMkLst>
            <pc:docMk/>
            <pc:sldMk cId="3247647825" sldId="741"/>
            <ac:picMk id="2" creationId="{542C35B7-A39D-499B-8EC2-499A02B01BF5}"/>
          </ac:picMkLst>
        </pc:picChg>
      </pc:sldChg>
      <pc:sldChg chg="modSp add mod">
        <pc:chgData name="Soumita Sengupta" userId="4afa6ce1-cb01-46c2-8538-4650222f0c96" providerId="ADAL" clId="{2571C0C7-060E-48EE-9E7D-00F1E2A5D45C}" dt="2021-06-24T08:56:51.071" v="105" actId="255"/>
        <pc:sldMkLst>
          <pc:docMk/>
          <pc:sldMk cId="524730391" sldId="742"/>
        </pc:sldMkLst>
        <pc:spChg chg="mod">
          <ac:chgData name="Soumita Sengupta" userId="4afa6ce1-cb01-46c2-8538-4650222f0c96" providerId="ADAL" clId="{2571C0C7-060E-48EE-9E7D-00F1E2A5D45C}" dt="2021-06-24T08:56:51.071" v="105" actId="255"/>
          <ac:spMkLst>
            <pc:docMk/>
            <pc:sldMk cId="524730391" sldId="742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19.913" v="117" actId="1076"/>
        <pc:sldMkLst>
          <pc:docMk/>
          <pc:sldMk cId="2982867143" sldId="743"/>
        </pc:sldMkLst>
        <pc:spChg chg="mod">
          <ac:chgData name="Soumita Sengupta" userId="4afa6ce1-cb01-46c2-8538-4650222f0c96" providerId="ADAL" clId="{2571C0C7-060E-48EE-9E7D-00F1E2A5D45C}" dt="2021-06-24T08:57:19.913" v="117" actId="1076"/>
          <ac:spMkLst>
            <pc:docMk/>
            <pc:sldMk cId="2982867143" sldId="743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31.559" v="119" actId="255"/>
        <pc:sldMkLst>
          <pc:docMk/>
          <pc:sldMk cId="1375910068" sldId="744"/>
        </pc:sldMkLst>
        <pc:spChg chg="mod">
          <ac:chgData name="Soumita Sengupta" userId="4afa6ce1-cb01-46c2-8538-4650222f0c96" providerId="ADAL" clId="{2571C0C7-060E-48EE-9E7D-00F1E2A5D45C}" dt="2021-06-24T08:57:31.559" v="119" actId="255"/>
          <ac:spMkLst>
            <pc:docMk/>
            <pc:sldMk cId="1375910068" sldId="744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43.512" v="122" actId="255"/>
        <pc:sldMkLst>
          <pc:docMk/>
          <pc:sldMk cId="1321172283" sldId="745"/>
        </pc:sldMkLst>
        <pc:spChg chg="mod">
          <ac:chgData name="Soumita Sengupta" userId="4afa6ce1-cb01-46c2-8538-4650222f0c96" providerId="ADAL" clId="{2571C0C7-060E-48EE-9E7D-00F1E2A5D45C}" dt="2021-06-24T08:57:43.512" v="122" actId="255"/>
          <ac:spMkLst>
            <pc:docMk/>
            <pc:sldMk cId="1321172283" sldId="745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8:03.637" v="125" actId="1076"/>
        <pc:sldMkLst>
          <pc:docMk/>
          <pc:sldMk cId="591059380" sldId="746"/>
        </pc:sldMkLst>
        <pc:spChg chg="mod">
          <ac:chgData name="Soumita Sengupta" userId="4afa6ce1-cb01-46c2-8538-4650222f0c96" providerId="ADAL" clId="{2571C0C7-060E-48EE-9E7D-00F1E2A5D45C}" dt="2021-06-24T08:57:57.100" v="124" actId="255"/>
          <ac:spMkLst>
            <pc:docMk/>
            <pc:sldMk cId="591059380" sldId="746"/>
            <ac:spMk id="5" creationId="{00000000-0000-0000-0000-000000000000}"/>
          </ac:spMkLst>
        </pc:spChg>
        <pc:picChg chg="mod">
          <ac:chgData name="Soumita Sengupta" userId="4afa6ce1-cb01-46c2-8538-4650222f0c96" providerId="ADAL" clId="{2571C0C7-060E-48EE-9E7D-00F1E2A5D45C}" dt="2021-06-24T08:58:03.637" v="125" actId="1076"/>
          <ac:picMkLst>
            <pc:docMk/>
            <pc:sldMk cId="591059380" sldId="746"/>
            <ac:picMk id="9" creationId="{00000000-0000-0000-0000-000000000000}"/>
          </ac:picMkLst>
        </pc:picChg>
      </pc:sldChg>
      <pc:sldChg chg="modSp add mod">
        <pc:chgData name="Soumita Sengupta" userId="4afa6ce1-cb01-46c2-8538-4650222f0c96" providerId="ADAL" clId="{2571C0C7-060E-48EE-9E7D-00F1E2A5D45C}" dt="2021-06-24T08:58:08.981" v="126" actId="255"/>
        <pc:sldMkLst>
          <pc:docMk/>
          <pc:sldMk cId="3475117086" sldId="747"/>
        </pc:sldMkLst>
        <pc:spChg chg="mod">
          <ac:chgData name="Soumita Sengupta" userId="4afa6ce1-cb01-46c2-8538-4650222f0c96" providerId="ADAL" clId="{2571C0C7-060E-48EE-9E7D-00F1E2A5D45C}" dt="2021-06-24T08:58:08.981" v="126" actId="255"/>
          <ac:spMkLst>
            <pc:docMk/>
            <pc:sldMk cId="3475117086" sldId="747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8:26.639" v="131" actId="20577"/>
        <pc:sldMkLst>
          <pc:docMk/>
          <pc:sldMk cId="405216084" sldId="748"/>
        </pc:sldMkLst>
        <pc:spChg chg="mod">
          <ac:chgData name="Soumita Sengupta" userId="4afa6ce1-cb01-46c2-8538-4650222f0c96" providerId="ADAL" clId="{2571C0C7-060E-48EE-9E7D-00F1E2A5D45C}" dt="2021-06-24T08:58:26.639" v="131" actId="20577"/>
          <ac:spMkLst>
            <pc:docMk/>
            <pc:sldMk cId="405216084" sldId="748"/>
            <ac:spMk id="5" creationId="{00000000-0000-0000-0000-000000000000}"/>
          </ac:spMkLst>
        </pc:spChg>
      </pc:sldChg>
      <pc:sldChg chg="delSp modSp add mod">
        <pc:chgData name="Soumita Sengupta" userId="4afa6ce1-cb01-46c2-8538-4650222f0c96" providerId="ADAL" clId="{2571C0C7-060E-48EE-9E7D-00F1E2A5D45C}" dt="2021-06-24T08:58:44.551" v="142" actId="1076"/>
        <pc:sldMkLst>
          <pc:docMk/>
          <pc:sldMk cId="3372552821" sldId="749"/>
        </pc:sldMkLst>
        <pc:spChg chg="del">
          <ac:chgData name="Soumita Sengupta" userId="4afa6ce1-cb01-46c2-8538-4650222f0c96" providerId="ADAL" clId="{2571C0C7-060E-48EE-9E7D-00F1E2A5D45C}" dt="2021-06-24T08:45:28.313" v="48" actId="478"/>
          <ac:spMkLst>
            <pc:docMk/>
            <pc:sldMk cId="3372552821" sldId="749"/>
            <ac:spMk id="2" creationId="{99AB7701-456C-4D2E-99AA-9F94D4CA635F}"/>
          </ac:spMkLst>
        </pc:spChg>
        <pc:spChg chg="del">
          <ac:chgData name="Soumita Sengupta" userId="4afa6ce1-cb01-46c2-8538-4650222f0c96" providerId="ADAL" clId="{2571C0C7-060E-48EE-9E7D-00F1E2A5D45C}" dt="2021-06-24T08:45:25.649" v="47" actId="478"/>
          <ac:spMkLst>
            <pc:docMk/>
            <pc:sldMk cId="3372552821" sldId="749"/>
            <ac:spMk id="16" creationId="{00000000-0000-0000-0000-000000000000}"/>
          </ac:spMkLst>
        </pc:spChg>
        <pc:picChg chg="mod">
          <ac:chgData name="Soumita Sengupta" userId="4afa6ce1-cb01-46c2-8538-4650222f0c96" providerId="ADAL" clId="{2571C0C7-060E-48EE-9E7D-00F1E2A5D45C}" dt="2021-06-24T08:58:44.551" v="142" actId="1076"/>
          <ac:picMkLst>
            <pc:docMk/>
            <pc:sldMk cId="3372552821" sldId="749"/>
            <ac:picMk id="8" creationId="{BF708B6C-5834-402C-A0A0-BB62B2F4F7EB}"/>
          </ac:picMkLst>
        </pc:picChg>
      </pc:sldChg>
      <pc:sldChg chg="modSp add mod">
        <pc:chgData name="Soumita Sengupta" userId="4afa6ce1-cb01-46c2-8538-4650222f0c96" providerId="ADAL" clId="{2571C0C7-060E-48EE-9E7D-00F1E2A5D45C}" dt="2021-06-24T08:58:50.075" v="143" actId="255"/>
        <pc:sldMkLst>
          <pc:docMk/>
          <pc:sldMk cId="2342434088" sldId="750"/>
        </pc:sldMkLst>
        <pc:spChg chg="mod">
          <ac:chgData name="Soumita Sengupta" userId="4afa6ce1-cb01-46c2-8538-4650222f0c96" providerId="ADAL" clId="{2571C0C7-060E-48EE-9E7D-00F1E2A5D45C}" dt="2021-06-24T08:58:50.075" v="143" actId="255"/>
          <ac:spMkLst>
            <pc:docMk/>
            <pc:sldMk cId="2342434088" sldId="750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11:14:16.699" v="145" actId="207"/>
        <pc:sldMkLst>
          <pc:docMk/>
          <pc:sldMk cId="3820407078" sldId="887"/>
        </pc:sldMkLst>
        <pc:spChg chg="mod">
          <ac:chgData name="Soumita Sengupta" userId="4afa6ce1-cb01-46c2-8538-4650222f0c96" providerId="ADAL" clId="{2571C0C7-060E-48EE-9E7D-00F1E2A5D45C}" dt="2021-06-24T11:14:16.699" v="145" actId="207"/>
          <ac:spMkLst>
            <pc:docMk/>
            <pc:sldMk cId="3820407078" sldId="887"/>
            <ac:spMk id="4" creationId="{00000000-0000-0000-0000-000000000000}"/>
          </ac:spMkLst>
        </pc:spChg>
        <pc:spChg chg="mod">
          <ac:chgData name="Soumita Sengupta" userId="4afa6ce1-cb01-46c2-8538-4650222f0c96" providerId="ADAL" clId="{2571C0C7-060E-48EE-9E7D-00F1E2A5D45C}" dt="2021-06-24T09:00:19.668" v="144" actId="255"/>
          <ac:spMkLst>
            <pc:docMk/>
            <pc:sldMk cId="3820407078" sldId="887"/>
            <ac:spMk id="5" creationId="{00000000-0000-0000-0000-000000000000}"/>
          </ac:spMkLst>
        </pc:spChg>
        <pc:spChg chg="mod">
          <ac:chgData name="Soumita Sengupta" userId="4afa6ce1-cb01-46c2-8538-4650222f0c96" providerId="ADAL" clId="{2571C0C7-060E-48EE-9E7D-00F1E2A5D45C}" dt="2021-06-24T11:14:16.699" v="145" actId="207"/>
          <ac:spMkLst>
            <pc:docMk/>
            <pc:sldMk cId="3820407078" sldId="887"/>
            <ac:spMk id="7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4:30.712" v="82" actId="5793"/>
        <pc:sldMkLst>
          <pc:docMk/>
          <pc:sldMk cId="2554462038" sldId="888"/>
        </pc:sldMkLst>
        <pc:spChg chg="mod">
          <ac:chgData name="Soumita Sengupta" userId="4afa6ce1-cb01-46c2-8538-4650222f0c96" providerId="ADAL" clId="{2571C0C7-060E-48EE-9E7D-00F1E2A5D45C}" dt="2021-06-24T08:54:30.712" v="82" actId="5793"/>
          <ac:spMkLst>
            <pc:docMk/>
            <pc:sldMk cId="2554462038" sldId="888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5:21.636" v="89" actId="255"/>
        <pc:sldMkLst>
          <pc:docMk/>
          <pc:sldMk cId="945208216" sldId="889"/>
        </pc:sldMkLst>
        <pc:spChg chg="mod">
          <ac:chgData name="Soumita Sengupta" userId="4afa6ce1-cb01-46c2-8538-4650222f0c96" providerId="ADAL" clId="{2571C0C7-060E-48EE-9E7D-00F1E2A5D45C}" dt="2021-06-24T08:55:21.636" v="89" actId="255"/>
          <ac:spMkLst>
            <pc:docMk/>
            <pc:sldMk cId="945208216" sldId="889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6:09.543" v="98" actId="255"/>
        <pc:sldMkLst>
          <pc:docMk/>
          <pc:sldMk cId="2233172498" sldId="890"/>
        </pc:sldMkLst>
        <pc:spChg chg="mod">
          <ac:chgData name="Soumita Sengupta" userId="4afa6ce1-cb01-46c2-8538-4650222f0c96" providerId="ADAL" clId="{2571C0C7-060E-48EE-9E7D-00F1E2A5D45C}" dt="2021-06-24T08:56:09.543" v="98" actId="255"/>
          <ac:spMkLst>
            <pc:docMk/>
            <pc:sldMk cId="2233172498" sldId="890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6:46.092" v="104" actId="14100"/>
        <pc:sldMkLst>
          <pc:docMk/>
          <pc:sldMk cId="3665284836" sldId="891"/>
        </pc:sldMkLst>
        <pc:spChg chg="mod">
          <ac:chgData name="Soumita Sengupta" userId="4afa6ce1-cb01-46c2-8538-4650222f0c96" providerId="ADAL" clId="{2571C0C7-060E-48EE-9E7D-00F1E2A5D45C}" dt="2021-06-24T08:56:46.092" v="104" actId="14100"/>
          <ac:spMkLst>
            <pc:docMk/>
            <pc:sldMk cId="3665284836" sldId="891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26.061" v="118" actId="255"/>
        <pc:sldMkLst>
          <pc:docMk/>
          <pc:sldMk cId="2541011516" sldId="892"/>
        </pc:sldMkLst>
        <pc:spChg chg="mod">
          <ac:chgData name="Soumita Sengupta" userId="4afa6ce1-cb01-46c2-8538-4650222f0c96" providerId="ADAL" clId="{2571C0C7-060E-48EE-9E7D-00F1E2A5D45C}" dt="2021-06-24T08:57:26.061" v="118" actId="255"/>
          <ac:spMkLst>
            <pc:docMk/>
            <pc:sldMk cId="2541011516" sldId="892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37.540" v="121" actId="27636"/>
        <pc:sldMkLst>
          <pc:docMk/>
          <pc:sldMk cId="2706045134" sldId="893"/>
        </pc:sldMkLst>
        <pc:spChg chg="mod">
          <ac:chgData name="Soumita Sengupta" userId="4afa6ce1-cb01-46c2-8538-4650222f0c96" providerId="ADAL" clId="{2571C0C7-060E-48EE-9E7D-00F1E2A5D45C}" dt="2021-06-24T08:57:37.540" v="121" actId="27636"/>
          <ac:spMkLst>
            <pc:docMk/>
            <pc:sldMk cId="2706045134" sldId="893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7:50.088" v="123" actId="255"/>
        <pc:sldMkLst>
          <pc:docMk/>
          <pc:sldMk cId="3684676909" sldId="894"/>
        </pc:sldMkLst>
        <pc:spChg chg="mod">
          <ac:chgData name="Soumita Sengupta" userId="4afa6ce1-cb01-46c2-8538-4650222f0c96" providerId="ADAL" clId="{2571C0C7-060E-48EE-9E7D-00F1E2A5D45C}" dt="2021-06-24T08:57:50.088" v="123" actId="255"/>
          <ac:spMkLst>
            <pc:docMk/>
            <pc:sldMk cId="3684676909" sldId="894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8:15.229" v="127" actId="255"/>
        <pc:sldMkLst>
          <pc:docMk/>
          <pc:sldMk cId="240143812" sldId="895"/>
        </pc:sldMkLst>
        <pc:spChg chg="mod">
          <ac:chgData name="Soumita Sengupta" userId="4afa6ce1-cb01-46c2-8538-4650222f0c96" providerId="ADAL" clId="{2571C0C7-060E-48EE-9E7D-00F1E2A5D45C}" dt="2021-06-24T08:58:15.229" v="127" actId="255"/>
          <ac:spMkLst>
            <pc:docMk/>
            <pc:sldMk cId="240143812" sldId="895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2571C0C7-060E-48EE-9E7D-00F1E2A5D45C}" dt="2021-06-24T08:58:42.107" v="141" actId="20577"/>
        <pc:sldMkLst>
          <pc:docMk/>
          <pc:sldMk cId="2514170485" sldId="896"/>
        </pc:sldMkLst>
        <pc:spChg chg="mod">
          <ac:chgData name="Soumita Sengupta" userId="4afa6ce1-cb01-46c2-8538-4650222f0c96" providerId="ADAL" clId="{2571C0C7-060E-48EE-9E7D-00F1E2A5D45C}" dt="2021-06-24T08:58:42.107" v="141" actId="20577"/>
          <ac:spMkLst>
            <pc:docMk/>
            <pc:sldMk cId="2514170485" sldId="896"/>
            <ac:spMk id="17" creationId="{00000000-0000-0000-0000-000000000000}"/>
          </ac:spMkLst>
        </pc:spChg>
      </pc:sldChg>
      <pc:sldChg chg="del">
        <pc:chgData name="Soumita Sengupta" userId="4afa6ce1-cb01-46c2-8538-4650222f0c96" providerId="ADAL" clId="{2571C0C7-060E-48EE-9E7D-00F1E2A5D45C}" dt="2021-06-24T08:30:16.383" v="27" actId="47"/>
        <pc:sldMkLst>
          <pc:docMk/>
          <pc:sldMk cId="2306519255" sldId="912"/>
        </pc:sldMkLst>
      </pc:sldChg>
      <pc:sldChg chg="del">
        <pc:chgData name="Soumita Sengupta" userId="4afa6ce1-cb01-46c2-8538-4650222f0c96" providerId="ADAL" clId="{2571C0C7-060E-48EE-9E7D-00F1E2A5D45C}" dt="2021-06-24T08:49:03.386" v="69" actId="47"/>
        <pc:sldMkLst>
          <pc:docMk/>
          <pc:sldMk cId="3693191466" sldId="1327"/>
        </pc:sldMkLst>
      </pc:sldChg>
      <pc:sldChg chg="modSp add mod">
        <pc:chgData name="Soumita Sengupta" userId="4afa6ce1-cb01-46c2-8538-4650222f0c96" providerId="ADAL" clId="{2571C0C7-060E-48EE-9E7D-00F1E2A5D45C}" dt="2021-06-24T08:46:12.648" v="55"/>
        <pc:sldMkLst>
          <pc:docMk/>
          <pc:sldMk cId="260074369" sldId="1328"/>
        </pc:sldMkLst>
        <pc:spChg chg="mod">
          <ac:chgData name="Soumita Sengupta" userId="4afa6ce1-cb01-46c2-8538-4650222f0c96" providerId="ADAL" clId="{2571C0C7-060E-48EE-9E7D-00F1E2A5D45C}" dt="2021-06-24T08:46:12.648" v="55"/>
          <ac:spMkLst>
            <pc:docMk/>
            <pc:sldMk cId="260074369" sldId="1328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2571C0C7-060E-48EE-9E7D-00F1E2A5D45C}" dt="2021-06-24T08:30:15.998" v="25" actId="47"/>
        <pc:sldMkLst>
          <pc:docMk/>
          <pc:sldMk cId="3560475705" sldId="1328"/>
        </pc:sldMkLst>
      </pc:sldChg>
      <pc:sldChg chg="del">
        <pc:chgData name="Soumita Sengupta" userId="4afa6ce1-cb01-46c2-8538-4650222f0c96" providerId="ADAL" clId="{2571C0C7-060E-48EE-9E7D-00F1E2A5D45C}" dt="2021-06-24T08:30:16.552" v="28" actId="47"/>
        <pc:sldMkLst>
          <pc:docMk/>
          <pc:sldMk cId="42831603" sldId="1329"/>
        </pc:sldMkLst>
      </pc:sldChg>
      <pc:sldChg chg="modSp add mod ord">
        <pc:chgData name="Soumita Sengupta" userId="4afa6ce1-cb01-46c2-8538-4650222f0c96" providerId="ADAL" clId="{2571C0C7-060E-48EE-9E7D-00F1E2A5D45C}" dt="2021-06-24T08:47:17.875" v="63"/>
        <pc:sldMkLst>
          <pc:docMk/>
          <pc:sldMk cId="4294574429" sldId="1329"/>
        </pc:sldMkLst>
        <pc:spChg chg="mod">
          <ac:chgData name="Soumita Sengupta" userId="4afa6ce1-cb01-46c2-8538-4650222f0c96" providerId="ADAL" clId="{2571C0C7-060E-48EE-9E7D-00F1E2A5D45C}" dt="2021-06-24T08:46:56.573" v="61" actId="20577"/>
          <ac:spMkLst>
            <pc:docMk/>
            <pc:sldMk cId="4294574429" sldId="1329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2571C0C7-060E-48EE-9E7D-00F1E2A5D45C}" dt="2021-06-24T08:47:52.229" v="68" actId="20577"/>
        <pc:sldMkLst>
          <pc:docMk/>
          <pc:sldMk cId="1948634782" sldId="1330"/>
        </pc:sldMkLst>
        <pc:spChg chg="mod">
          <ac:chgData name="Soumita Sengupta" userId="4afa6ce1-cb01-46c2-8538-4650222f0c96" providerId="ADAL" clId="{2571C0C7-060E-48EE-9E7D-00F1E2A5D45C}" dt="2021-06-24T08:47:52.229" v="68" actId="20577"/>
          <ac:spMkLst>
            <pc:docMk/>
            <pc:sldMk cId="1948634782" sldId="1330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2571C0C7-060E-48EE-9E7D-00F1E2A5D45C}" dt="2021-06-24T08:30:16.684" v="29" actId="47"/>
        <pc:sldMkLst>
          <pc:docMk/>
          <pc:sldMk cId="4042070132" sldId="1330"/>
        </pc:sldMkLst>
      </pc:sldChg>
      <pc:sldChg chg="del">
        <pc:chgData name="Soumita Sengupta" userId="4afa6ce1-cb01-46c2-8538-4650222f0c96" providerId="ADAL" clId="{2571C0C7-060E-48EE-9E7D-00F1E2A5D45C}" dt="2021-06-24T08:30:17.016" v="31" actId="47"/>
        <pc:sldMkLst>
          <pc:docMk/>
          <pc:sldMk cId="3744767317" sldId="1331"/>
        </pc:sldMkLst>
      </pc:sldChg>
      <pc:sldChg chg="del">
        <pc:chgData name="Soumita Sengupta" userId="4afa6ce1-cb01-46c2-8538-4650222f0c96" providerId="ADAL" clId="{2571C0C7-060E-48EE-9E7D-00F1E2A5D45C}" dt="2021-06-24T08:30:17.185" v="32" actId="47"/>
        <pc:sldMkLst>
          <pc:docMk/>
          <pc:sldMk cId="3523257164" sldId="1332"/>
        </pc:sldMkLst>
      </pc:sldChg>
      <pc:sldChg chg="del">
        <pc:chgData name="Soumita Sengupta" userId="4afa6ce1-cb01-46c2-8538-4650222f0c96" providerId="ADAL" clId="{2571C0C7-060E-48EE-9E7D-00F1E2A5D45C}" dt="2021-06-24T08:30:17.348" v="33" actId="47"/>
        <pc:sldMkLst>
          <pc:docMk/>
          <pc:sldMk cId="2835351086" sldId="1333"/>
        </pc:sldMkLst>
      </pc:sldChg>
      <pc:sldChg chg="del">
        <pc:chgData name="Soumita Sengupta" userId="4afa6ce1-cb01-46c2-8538-4650222f0c96" providerId="ADAL" clId="{2571C0C7-060E-48EE-9E7D-00F1E2A5D45C}" dt="2021-06-24T08:30:17.517" v="34" actId="47"/>
        <pc:sldMkLst>
          <pc:docMk/>
          <pc:sldMk cId="826410433" sldId="1334"/>
        </pc:sldMkLst>
      </pc:sldChg>
      <pc:sldChg chg="del">
        <pc:chgData name="Soumita Sengupta" userId="4afa6ce1-cb01-46c2-8538-4650222f0c96" providerId="ADAL" clId="{2571C0C7-060E-48EE-9E7D-00F1E2A5D45C}" dt="2021-06-24T08:30:18.590" v="37" actId="47"/>
        <pc:sldMkLst>
          <pc:docMk/>
          <pc:sldMk cId="1172614157" sldId="1335"/>
        </pc:sldMkLst>
      </pc:sldChg>
      <pc:sldChg chg="del">
        <pc:chgData name="Soumita Sengupta" userId="4afa6ce1-cb01-46c2-8538-4650222f0c96" providerId="ADAL" clId="{2571C0C7-060E-48EE-9E7D-00F1E2A5D45C}" dt="2021-06-24T08:30:18.320" v="36" actId="47"/>
        <pc:sldMkLst>
          <pc:docMk/>
          <pc:sldMk cId="1838583949" sldId="1336"/>
        </pc:sldMkLst>
      </pc:sldChg>
      <pc:sldMasterChg chg="modSp delSldLayout modSldLayout">
        <pc:chgData name="Soumita Sengupta" userId="4afa6ce1-cb01-46c2-8538-4650222f0c96" providerId="ADAL" clId="{2571C0C7-060E-48EE-9E7D-00F1E2A5D45C}" dt="2021-06-24T11:15:39.967" v="148" actId="207"/>
        <pc:sldMasterMkLst>
          <pc:docMk/>
          <pc:sldMasterMk cId="1029875623" sldId="2147483678"/>
        </pc:sldMasterMkLst>
        <pc:spChg chg="mod">
          <ac:chgData name="Soumita Sengupta" userId="4afa6ce1-cb01-46c2-8538-4650222f0c96" providerId="ADAL" clId="{2571C0C7-060E-48EE-9E7D-00F1E2A5D45C}" dt="2021-06-24T08:53:27.313" v="75" actId="207"/>
          <ac:spMkLst>
            <pc:docMk/>
            <pc:sldMasterMk cId="1029875623" sldId="2147483678"/>
            <ac:spMk id="10" creationId="{93E6BF79-D03F-4EC1-99A8-F7AB036C42D1}"/>
          </ac:spMkLst>
        </pc:spChg>
        <pc:spChg chg="mod">
          <ac:chgData name="Soumita Sengupta" userId="4afa6ce1-cb01-46c2-8538-4650222f0c96" providerId="ADAL" clId="{2571C0C7-060E-48EE-9E7D-00F1E2A5D45C}" dt="2021-06-24T08:50:33.389" v="72" actId="207"/>
          <ac:spMkLst>
            <pc:docMk/>
            <pc:sldMasterMk cId="1029875623" sldId="2147483678"/>
            <ac:spMk id="11" creationId="{E41563B2-506F-49E4-8762-C6EAB193E7BF}"/>
          </ac:spMkLst>
        </pc:spChg>
        <pc:sldLayoutChg chg="modSp">
          <pc:chgData name="Soumita Sengupta" userId="4afa6ce1-cb01-46c2-8538-4650222f0c96" providerId="ADAL" clId="{2571C0C7-060E-48EE-9E7D-00F1E2A5D45C}" dt="2021-06-24T11:14:46.768" v="146" actId="207"/>
          <pc:sldLayoutMkLst>
            <pc:docMk/>
            <pc:sldMasterMk cId="1029875623" sldId="2147483678"/>
            <pc:sldLayoutMk cId="2439129452" sldId="2147483686"/>
          </pc:sldLayoutMkLst>
          <pc:spChg chg="mod">
            <ac:chgData name="Soumita Sengupta" userId="4afa6ce1-cb01-46c2-8538-4650222f0c96" providerId="ADAL" clId="{2571C0C7-060E-48EE-9E7D-00F1E2A5D45C}" dt="2021-06-24T11:14:46.768" v="146" actId="207"/>
            <ac:spMkLst>
              <pc:docMk/>
              <pc:sldMasterMk cId="1029875623" sldId="2147483678"/>
              <pc:sldLayoutMk cId="2439129452" sldId="2147483686"/>
              <ac:spMk id="5" creationId="{00000000-0000-0000-0000-000000000000}"/>
            </ac:spMkLst>
          </pc:spChg>
          <pc:spChg chg="mod">
            <ac:chgData name="Soumita Sengupta" userId="4afa6ce1-cb01-46c2-8538-4650222f0c96" providerId="ADAL" clId="{2571C0C7-060E-48EE-9E7D-00F1E2A5D45C}" dt="2021-06-24T11:14:46.768" v="146" actId="207"/>
            <ac:spMkLst>
              <pc:docMk/>
              <pc:sldMasterMk cId="1029875623" sldId="2147483678"/>
              <pc:sldLayoutMk cId="2439129452" sldId="2147483686"/>
              <ac:spMk id="6" creationId="{00000000-0000-0000-0000-000000000000}"/>
            </ac:spMkLst>
          </pc:spChg>
        </pc:sldLayoutChg>
        <pc:sldLayoutChg chg="modSp">
          <pc:chgData name="Soumita Sengupta" userId="4afa6ce1-cb01-46c2-8538-4650222f0c96" providerId="ADAL" clId="{2571C0C7-060E-48EE-9E7D-00F1E2A5D45C}" dt="2021-06-24T11:15:39.967" v="148" actId="207"/>
          <pc:sldLayoutMkLst>
            <pc:docMk/>
            <pc:sldMasterMk cId="1029875623" sldId="2147483678"/>
            <pc:sldLayoutMk cId="700349446" sldId="2147483713"/>
          </pc:sldLayoutMkLst>
          <pc:spChg chg="mod">
            <ac:chgData name="Soumita Sengupta" userId="4afa6ce1-cb01-46c2-8538-4650222f0c96" providerId="ADAL" clId="{2571C0C7-060E-48EE-9E7D-00F1E2A5D45C}" dt="2021-06-24T11:15:34.471" v="147" actId="207"/>
            <ac:spMkLst>
              <pc:docMk/>
              <pc:sldMasterMk cId="1029875623" sldId="2147483678"/>
              <pc:sldLayoutMk cId="700349446" sldId="2147483713"/>
              <ac:spMk id="5" creationId="{00000000-0000-0000-0000-000000000000}"/>
            </ac:spMkLst>
          </pc:spChg>
          <pc:spChg chg="mod">
            <ac:chgData name="Soumita Sengupta" userId="4afa6ce1-cb01-46c2-8538-4650222f0c96" providerId="ADAL" clId="{2571C0C7-060E-48EE-9E7D-00F1E2A5D45C}" dt="2021-06-24T11:15:39.967" v="148" actId="207"/>
            <ac:spMkLst>
              <pc:docMk/>
              <pc:sldMasterMk cId="1029875623" sldId="2147483678"/>
              <pc:sldLayoutMk cId="700349446" sldId="2147483713"/>
              <ac:spMk id="6" creationId="{00000000-0000-0000-0000-000000000000}"/>
            </ac:spMkLst>
          </pc:spChg>
        </pc:sldLayoutChg>
        <pc:sldLayoutChg chg="del">
          <pc:chgData name="Soumita Sengupta" userId="4afa6ce1-cb01-46c2-8538-4650222f0c96" providerId="ADAL" clId="{2571C0C7-060E-48EE-9E7D-00F1E2A5D45C}" dt="2021-06-24T08:46:14.346" v="56" actId="47"/>
          <pc:sldLayoutMkLst>
            <pc:docMk/>
            <pc:sldMasterMk cId="1029875623" sldId="2147483678"/>
            <pc:sldLayoutMk cId="1796046941" sldId="2147483732"/>
          </pc:sldLayoutMkLst>
        </pc:sldLayoutChg>
        <pc:sldLayoutChg chg="del">
          <pc:chgData name="Soumita Sengupta" userId="4afa6ce1-cb01-46c2-8538-4650222f0c96" providerId="ADAL" clId="{2571C0C7-060E-48EE-9E7D-00F1E2A5D45C}" dt="2021-06-24T08:30:19.593" v="39" actId="47"/>
          <pc:sldLayoutMkLst>
            <pc:docMk/>
            <pc:sldMasterMk cId="1029875623" sldId="2147483678"/>
            <pc:sldLayoutMk cId="2463364972" sldId="2147483732"/>
          </pc:sldLayoutMkLst>
        </pc:sldLayoutChg>
      </pc:sldMasterChg>
    </pc:docChg>
  </pc:docChgLst>
  <pc:docChgLst>
    <pc:chgData name="Soumita Sengupta" userId="4afa6ce1-cb01-46c2-8538-4650222f0c96" providerId="ADAL" clId="{36A5475D-3ADB-4C86-A0F2-D5010D2E9340}"/>
    <pc:docChg chg="undo custSel addSld delSld modSld">
      <pc:chgData name="Soumita Sengupta" userId="4afa6ce1-cb01-46c2-8538-4650222f0c96" providerId="ADAL" clId="{36A5475D-3ADB-4C86-A0F2-D5010D2E9340}" dt="2021-06-23T13:16:03.695" v="2375" actId="1076"/>
      <pc:docMkLst>
        <pc:docMk/>
      </pc:docMkLst>
      <pc:sldChg chg="modSp mod">
        <pc:chgData name="Soumita Sengupta" userId="4afa6ce1-cb01-46c2-8538-4650222f0c96" providerId="ADAL" clId="{36A5475D-3ADB-4C86-A0F2-D5010D2E9340}" dt="2021-06-23T11:27:34.481" v="809" actId="20577"/>
        <pc:sldMkLst>
          <pc:docMk/>
          <pc:sldMk cId="1912468287" sldId="260"/>
        </pc:sldMkLst>
        <pc:spChg chg="mod">
          <ac:chgData name="Soumita Sengupta" userId="4afa6ce1-cb01-46c2-8538-4650222f0c96" providerId="ADAL" clId="{36A5475D-3ADB-4C86-A0F2-D5010D2E9340}" dt="2021-06-23T11:27:34.481" v="809" actId="20577"/>
          <ac:spMkLst>
            <pc:docMk/>
            <pc:sldMk cId="1912468287" sldId="260"/>
            <ac:spMk id="5" creationId="{00000000-0000-0000-0000-000000000000}"/>
          </ac:spMkLst>
        </pc:spChg>
      </pc:sldChg>
      <pc:sldChg chg="addSp delSp modSp add del mod">
        <pc:chgData name="Soumita Sengupta" userId="4afa6ce1-cb01-46c2-8538-4650222f0c96" providerId="ADAL" clId="{36A5475D-3ADB-4C86-A0F2-D5010D2E9340}" dt="2021-06-18T14:13:20.608" v="137" actId="1076"/>
        <pc:sldMkLst>
          <pc:docMk/>
          <pc:sldMk cId="3916458465" sldId="274"/>
        </pc:sldMkLst>
        <pc:spChg chg="mod">
          <ac:chgData name="Soumita Sengupta" userId="4afa6ce1-cb01-46c2-8538-4650222f0c96" providerId="ADAL" clId="{36A5475D-3ADB-4C86-A0F2-D5010D2E9340}" dt="2021-06-18T14:13:14.943" v="136" actId="255"/>
          <ac:spMkLst>
            <pc:docMk/>
            <pc:sldMk cId="3916458465" sldId="274"/>
            <ac:spMk id="10" creationId="{00000000-0000-0000-0000-000000000000}"/>
          </ac:spMkLst>
        </pc:spChg>
        <pc:picChg chg="del">
          <ac:chgData name="Soumita Sengupta" userId="4afa6ce1-cb01-46c2-8538-4650222f0c96" providerId="ADAL" clId="{36A5475D-3ADB-4C86-A0F2-D5010D2E9340}" dt="2021-06-17T13:07:39.917" v="43" actId="478"/>
          <ac:picMkLst>
            <pc:docMk/>
            <pc:sldMk cId="3916458465" sldId="274"/>
            <ac:picMk id="3" creationId="{00000000-0000-0000-0000-000000000000}"/>
          </ac:picMkLst>
        </pc:picChg>
        <pc:picChg chg="add mod">
          <ac:chgData name="Soumita Sengupta" userId="4afa6ce1-cb01-46c2-8538-4650222f0c96" providerId="ADAL" clId="{36A5475D-3ADB-4C86-A0F2-D5010D2E9340}" dt="2021-06-18T14:13:20.608" v="137" actId="1076"/>
          <ac:picMkLst>
            <pc:docMk/>
            <pc:sldMk cId="3916458465" sldId="274"/>
            <ac:picMk id="6" creationId="{9A531B62-B554-496E-88F1-A1FCA4057395}"/>
          </ac:picMkLst>
        </pc:picChg>
      </pc:sldChg>
      <pc:sldChg chg="modSp add del mod">
        <pc:chgData name="Soumita Sengupta" userId="4afa6ce1-cb01-46c2-8538-4650222f0c96" providerId="ADAL" clId="{36A5475D-3ADB-4C86-A0F2-D5010D2E9340}" dt="2021-06-23T11:33:53.255" v="810" actId="13926"/>
        <pc:sldMkLst>
          <pc:docMk/>
          <pc:sldMk cId="1769911636" sldId="275"/>
        </pc:sldMkLst>
        <pc:spChg chg="mod">
          <ac:chgData name="Soumita Sengupta" userId="4afa6ce1-cb01-46c2-8538-4650222f0c96" providerId="ADAL" clId="{36A5475D-3ADB-4C86-A0F2-D5010D2E9340}" dt="2021-06-23T11:33:53.255" v="810" actId="13926"/>
          <ac:spMkLst>
            <pc:docMk/>
            <pc:sldMk cId="1769911636" sldId="275"/>
            <ac:spMk id="9" creationId="{00000000-0000-0000-0000-000000000000}"/>
          </ac:spMkLst>
        </pc:spChg>
      </pc:sldChg>
      <pc:sldChg chg="modSp add mod">
        <pc:chgData name="Soumita Sengupta" userId="4afa6ce1-cb01-46c2-8538-4650222f0c96" providerId="ADAL" clId="{36A5475D-3ADB-4C86-A0F2-D5010D2E9340}" dt="2021-06-18T11:36:07.746" v="108" actId="13926"/>
        <pc:sldMkLst>
          <pc:docMk/>
          <pc:sldMk cId="3249280852" sldId="276"/>
        </pc:sldMkLst>
        <pc:spChg chg="mod">
          <ac:chgData name="Soumita Sengupta" userId="4afa6ce1-cb01-46c2-8538-4650222f0c96" providerId="ADAL" clId="{36A5475D-3ADB-4C86-A0F2-D5010D2E9340}" dt="2021-06-18T11:36:07.746" v="108" actId="13926"/>
          <ac:spMkLst>
            <pc:docMk/>
            <pc:sldMk cId="3249280852" sldId="276"/>
            <ac:spMk id="2" creationId="{00000000-0000-0000-0000-000000000000}"/>
          </ac:spMkLst>
        </pc:spChg>
      </pc:sldChg>
      <pc:sldChg chg="modSp add del mod">
        <pc:chgData name="Soumita Sengupta" userId="4afa6ce1-cb01-46c2-8538-4650222f0c96" providerId="ADAL" clId="{36A5475D-3ADB-4C86-A0F2-D5010D2E9340}" dt="2021-06-23T11:43:27.878" v="1178" actId="47"/>
        <pc:sldMkLst>
          <pc:docMk/>
          <pc:sldMk cId="273729914" sldId="278"/>
        </pc:sldMkLst>
        <pc:spChg chg="mod">
          <ac:chgData name="Soumita Sengupta" userId="4afa6ce1-cb01-46c2-8538-4650222f0c96" providerId="ADAL" clId="{36A5475D-3ADB-4C86-A0F2-D5010D2E9340}" dt="2021-06-18T14:18:39.307" v="373" actId="13926"/>
          <ac:spMkLst>
            <pc:docMk/>
            <pc:sldMk cId="273729914" sldId="278"/>
            <ac:spMk id="2" creationId="{00000000-0000-0000-0000-000000000000}"/>
          </ac:spMkLst>
        </pc:spChg>
        <pc:spChg chg="mod">
          <ac:chgData name="Soumita Sengupta" userId="4afa6ce1-cb01-46c2-8538-4650222f0c96" providerId="ADAL" clId="{36A5475D-3ADB-4C86-A0F2-D5010D2E9340}" dt="2021-06-23T11:35:39.055" v="880" actId="20577"/>
          <ac:spMkLst>
            <pc:docMk/>
            <pc:sldMk cId="273729914" sldId="278"/>
            <ac:spMk id="9" creationId="{00000000-0000-0000-0000-000000000000}"/>
          </ac:spMkLst>
        </pc:spChg>
      </pc:sldChg>
      <pc:sldChg chg="modSp add del mod">
        <pc:chgData name="Soumita Sengupta" userId="4afa6ce1-cb01-46c2-8538-4650222f0c96" providerId="ADAL" clId="{36A5475D-3ADB-4C86-A0F2-D5010D2E9340}" dt="2021-06-23T12:22:32.055" v="1906" actId="20577"/>
        <pc:sldMkLst>
          <pc:docMk/>
          <pc:sldMk cId="269360884" sldId="279"/>
        </pc:sldMkLst>
        <pc:spChg chg="mod">
          <ac:chgData name="Soumita Sengupta" userId="4afa6ce1-cb01-46c2-8538-4650222f0c96" providerId="ADAL" clId="{36A5475D-3ADB-4C86-A0F2-D5010D2E9340}" dt="2021-06-23T11:50:00.372" v="1264" actId="13926"/>
          <ac:spMkLst>
            <pc:docMk/>
            <pc:sldMk cId="269360884" sldId="279"/>
            <ac:spMk id="2" creationId="{00000000-0000-0000-0000-000000000000}"/>
          </ac:spMkLst>
        </pc:spChg>
        <pc:spChg chg="mod">
          <ac:chgData name="Soumita Sengupta" userId="4afa6ce1-cb01-46c2-8538-4650222f0c96" providerId="ADAL" clId="{36A5475D-3ADB-4C86-A0F2-D5010D2E9340}" dt="2021-06-23T12:22:32.055" v="1906" actId="20577"/>
          <ac:spMkLst>
            <pc:docMk/>
            <pc:sldMk cId="269360884" sldId="279"/>
            <ac:spMk id="10" creationId="{00000000-0000-0000-0000-000000000000}"/>
          </ac:spMkLst>
        </pc:spChg>
      </pc:sldChg>
      <pc:sldChg chg="addSp delSp modSp add mod">
        <pc:chgData name="Soumita Sengupta" userId="4afa6ce1-cb01-46c2-8538-4650222f0c96" providerId="ADAL" clId="{36A5475D-3ADB-4C86-A0F2-D5010D2E9340}" dt="2021-06-23T12:24:15.811" v="2002" actId="1076"/>
        <pc:sldMkLst>
          <pc:docMk/>
          <pc:sldMk cId="3621967906" sldId="280"/>
        </pc:sldMkLst>
        <pc:spChg chg="add del mod">
          <ac:chgData name="Soumita Sengupta" userId="4afa6ce1-cb01-46c2-8538-4650222f0c96" providerId="ADAL" clId="{36A5475D-3ADB-4C86-A0F2-D5010D2E9340}" dt="2021-06-23T11:41:23.591" v="1084"/>
          <ac:spMkLst>
            <pc:docMk/>
            <pc:sldMk cId="3621967906" sldId="280"/>
            <ac:spMk id="8" creationId="{C6683A8D-8FB9-42EE-84AA-5B5B8FA4F597}"/>
          </ac:spMkLst>
        </pc:spChg>
        <pc:spChg chg="mod">
          <ac:chgData name="Soumita Sengupta" userId="4afa6ce1-cb01-46c2-8538-4650222f0c96" providerId="ADAL" clId="{36A5475D-3ADB-4C86-A0F2-D5010D2E9340}" dt="2021-06-23T12:24:15.811" v="2002" actId="1076"/>
          <ac:spMkLst>
            <pc:docMk/>
            <pc:sldMk cId="3621967906" sldId="280"/>
            <ac:spMk id="9" creationId="{00000000-0000-0000-0000-000000000000}"/>
          </ac:spMkLst>
        </pc:spChg>
      </pc:sldChg>
      <pc:sldChg chg="add del">
        <pc:chgData name="Soumita Sengupta" userId="4afa6ce1-cb01-46c2-8538-4650222f0c96" providerId="ADAL" clId="{36A5475D-3ADB-4C86-A0F2-D5010D2E9340}" dt="2021-06-23T12:24:25.628" v="2003" actId="47"/>
        <pc:sldMkLst>
          <pc:docMk/>
          <pc:sldMk cId="3384384337" sldId="281"/>
        </pc:sldMkLst>
      </pc:sldChg>
      <pc:sldChg chg="modSp add del mod">
        <pc:chgData name="Soumita Sengupta" userId="4afa6ce1-cb01-46c2-8538-4650222f0c96" providerId="ADAL" clId="{36A5475D-3ADB-4C86-A0F2-D5010D2E9340}" dt="2021-06-23T12:26:06.717" v="2005" actId="47"/>
        <pc:sldMkLst>
          <pc:docMk/>
          <pc:sldMk cId="1365856972" sldId="282"/>
        </pc:sldMkLst>
        <pc:spChg chg="mod">
          <ac:chgData name="Soumita Sengupta" userId="4afa6ce1-cb01-46c2-8538-4650222f0c96" providerId="ADAL" clId="{36A5475D-3ADB-4C86-A0F2-D5010D2E9340}" dt="2021-06-23T12:25:57.021" v="2004" actId="6549"/>
          <ac:spMkLst>
            <pc:docMk/>
            <pc:sldMk cId="1365856972" sldId="282"/>
            <ac:spMk id="9" creationId="{00000000-0000-0000-0000-000000000000}"/>
          </ac:spMkLst>
        </pc:spChg>
      </pc:sldChg>
      <pc:sldChg chg="add del">
        <pc:chgData name="Soumita Sengupta" userId="4afa6ce1-cb01-46c2-8538-4650222f0c96" providerId="ADAL" clId="{36A5475D-3ADB-4C86-A0F2-D5010D2E9340}" dt="2021-06-23T12:26:10.084" v="2006" actId="47"/>
        <pc:sldMkLst>
          <pc:docMk/>
          <pc:sldMk cId="2959855628" sldId="283"/>
        </pc:sldMkLst>
      </pc:sldChg>
      <pc:sldChg chg="add del">
        <pc:chgData name="Soumita Sengupta" userId="4afa6ce1-cb01-46c2-8538-4650222f0c96" providerId="ADAL" clId="{36A5475D-3ADB-4C86-A0F2-D5010D2E9340}" dt="2021-06-23T12:30:58.109" v="2080" actId="2696"/>
        <pc:sldMkLst>
          <pc:docMk/>
          <pc:sldMk cId="2822785928" sldId="285"/>
        </pc:sldMkLst>
      </pc:sldChg>
      <pc:sldChg chg="addSp delSp modSp add mod">
        <pc:chgData name="Soumita Sengupta" userId="4afa6ce1-cb01-46c2-8538-4650222f0c96" providerId="ADAL" clId="{36A5475D-3ADB-4C86-A0F2-D5010D2E9340}" dt="2021-06-23T12:34:33.338" v="2179" actId="208"/>
        <pc:sldMkLst>
          <pc:docMk/>
          <pc:sldMk cId="2998439583" sldId="286"/>
        </pc:sldMkLst>
        <pc:spChg chg="mod">
          <ac:chgData name="Soumita Sengupta" userId="4afa6ce1-cb01-46c2-8538-4650222f0c96" providerId="ADAL" clId="{36A5475D-3ADB-4C86-A0F2-D5010D2E9340}" dt="2021-06-23T12:33:58.390" v="2170" actId="20577"/>
          <ac:spMkLst>
            <pc:docMk/>
            <pc:sldMk cId="2998439583" sldId="286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34:24.958" v="2173"/>
          <ac:spMkLst>
            <pc:docMk/>
            <pc:sldMk cId="2998439583" sldId="286"/>
            <ac:spMk id="5" creationId="{DAF38F27-62AE-4A72-AE69-C80C27FD3581}"/>
          </ac:spMkLst>
        </pc:spChg>
        <pc:picChg chg="add mod">
          <ac:chgData name="Soumita Sengupta" userId="4afa6ce1-cb01-46c2-8538-4650222f0c96" providerId="ADAL" clId="{36A5475D-3ADB-4C86-A0F2-D5010D2E9340}" dt="2021-06-23T12:34:33.338" v="2179" actId="208"/>
          <ac:picMkLst>
            <pc:docMk/>
            <pc:sldMk cId="2998439583" sldId="286"/>
            <ac:picMk id="6" creationId="{6E2A7E2F-FFAB-461D-BF9E-D3F8ABAEC706}"/>
          </ac:picMkLst>
        </pc:picChg>
        <pc:picChg chg="del">
          <ac:chgData name="Soumita Sengupta" userId="4afa6ce1-cb01-46c2-8538-4650222f0c96" providerId="ADAL" clId="{36A5475D-3ADB-4C86-A0F2-D5010D2E9340}" dt="2021-06-23T12:34:01.188" v="2171" actId="478"/>
          <ac:picMkLst>
            <pc:docMk/>
            <pc:sldMk cId="2998439583" sldId="286"/>
            <ac:picMk id="15" creationId="{36C82030-3C6A-4F09-ACFD-5CE2627DF551}"/>
          </ac:picMkLst>
        </pc:picChg>
      </pc:sldChg>
      <pc:sldChg chg="addSp delSp modSp add mod">
        <pc:chgData name="Soumita Sengupta" userId="4afa6ce1-cb01-46c2-8538-4650222f0c96" providerId="ADAL" clId="{36A5475D-3ADB-4C86-A0F2-D5010D2E9340}" dt="2021-06-23T12:41:09.488" v="2249" actId="1076"/>
        <pc:sldMkLst>
          <pc:docMk/>
          <pc:sldMk cId="2747257436" sldId="287"/>
        </pc:sldMkLst>
        <pc:spChg chg="mod">
          <ac:chgData name="Soumita Sengupta" userId="4afa6ce1-cb01-46c2-8538-4650222f0c96" providerId="ADAL" clId="{36A5475D-3ADB-4C86-A0F2-D5010D2E9340}" dt="2021-06-23T12:40:34.073" v="2240" actId="20577"/>
          <ac:spMkLst>
            <pc:docMk/>
            <pc:sldMk cId="2747257436" sldId="287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39:40.807" v="2226"/>
          <ac:spMkLst>
            <pc:docMk/>
            <pc:sldMk cId="2747257436" sldId="287"/>
            <ac:spMk id="5" creationId="{41867F17-8006-4C0D-BC8D-FB5060AB98EF}"/>
          </ac:spMkLst>
        </pc:spChg>
        <pc:spChg chg="add del">
          <ac:chgData name="Soumita Sengupta" userId="4afa6ce1-cb01-46c2-8538-4650222f0c96" providerId="ADAL" clId="{36A5475D-3ADB-4C86-A0F2-D5010D2E9340}" dt="2021-06-23T12:41:01.322" v="2243"/>
          <ac:spMkLst>
            <pc:docMk/>
            <pc:sldMk cId="2747257436" sldId="287"/>
            <ac:spMk id="8" creationId="{E40D4C6E-C740-46DD-B603-3683DDB170C2}"/>
          </ac:spMkLst>
        </pc:spChg>
        <pc:picChg chg="del">
          <ac:chgData name="Soumita Sengupta" userId="4afa6ce1-cb01-46c2-8538-4650222f0c96" providerId="ADAL" clId="{36A5475D-3ADB-4C86-A0F2-D5010D2E9340}" dt="2021-06-23T12:38:15.931" v="2219" actId="478"/>
          <ac:picMkLst>
            <pc:docMk/>
            <pc:sldMk cId="2747257436" sldId="287"/>
            <ac:picMk id="6" creationId="{3525355F-7AA3-453B-A921-FFF4727F8363}"/>
          </ac:picMkLst>
        </pc:picChg>
        <pc:picChg chg="add del mod">
          <ac:chgData name="Soumita Sengupta" userId="4afa6ce1-cb01-46c2-8538-4650222f0c96" providerId="ADAL" clId="{36A5475D-3ADB-4C86-A0F2-D5010D2E9340}" dt="2021-06-23T12:40:35.734" v="2241" actId="478"/>
          <ac:picMkLst>
            <pc:docMk/>
            <pc:sldMk cId="2747257436" sldId="287"/>
            <ac:picMk id="7" creationId="{34CE5381-B826-4240-AFC6-C4F2E7432677}"/>
          </ac:picMkLst>
        </pc:picChg>
        <pc:picChg chg="add mod">
          <ac:chgData name="Soumita Sengupta" userId="4afa6ce1-cb01-46c2-8538-4650222f0c96" providerId="ADAL" clId="{36A5475D-3ADB-4C86-A0F2-D5010D2E9340}" dt="2021-06-23T12:41:09.488" v="2249" actId="1076"/>
          <ac:picMkLst>
            <pc:docMk/>
            <pc:sldMk cId="2747257436" sldId="287"/>
            <ac:picMk id="9" creationId="{A7762DBD-9FB0-46E1-88FB-8EC324A6B3FC}"/>
          </ac:picMkLst>
        </pc:picChg>
      </pc:sldChg>
      <pc:sldChg chg="addSp delSp modSp add mod">
        <pc:chgData name="Soumita Sengupta" userId="4afa6ce1-cb01-46c2-8538-4650222f0c96" providerId="ADAL" clId="{36A5475D-3ADB-4C86-A0F2-D5010D2E9340}" dt="2021-06-23T12:44:21.183" v="2325" actId="208"/>
        <pc:sldMkLst>
          <pc:docMk/>
          <pc:sldMk cId="497692830" sldId="288"/>
        </pc:sldMkLst>
        <pc:spChg chg="mod">
          <ac:chgData name="Soumita Sengupta" userId="4afa6ce1-cb01-46c2-8538-4650222f0c96" providerId="ADAL" clId="{36A5475D-3ADB-4C86-A0F2-D5010D2E9340}" dt="2021-06-23T12:43:19.485" v="2321" actId="20577"/>
          <ac:spMkLst>
            <pc:docMk/>
            <pc:sldMk cId="497692830" sldId="288"/>
            <ac:spMk id="2" creationId="{00000000-0000-0000-0000-000000000000}"/>
          </ac:spMkLst>
        </pc:spChg>
        <pc:picChg chg="del">
          <ac:chgData name="Soumita Sengupta" userId="4afa6ce1-cb01-46c2-8538-4650222f0c96" providerId="ADAL" clId="{36A5475D-3ADB-4C86-A0F2-D5010D2E9340}" dt="2021-06-23T12:43:06.818" v="2272" actId="478"/>
          <ac:picMkLst>
            <pc:docMk/>
            <pc:sldMk cId="497692830" sldId="288"/>
            <ac:picMk id="6" creationId="{DBB9FEF3-CF3F-4ECB-9F53-E316FAB0227E}"/>
          </ac:picMkLst>
        </pc:picChg>
        <pc:picChg chg="add mod">
          <ac:chgData name="Soumita Sengupta" userId="4afa6ce1-cb01-46c2-8538-4650222f0c96" providerId="ADAL" clId="{36A5475D-3ADB-4C86-A0F2-D5010D2E9340}" dt="2021-06-23T12:44:21.183" v="2325" actId="208"/>
          <ac:picMkLst>
            <pc:docMk/>
            <pc:sldMk cId="497692830" sldId="288"/>
            <ac:picMk id="7" creationId="{912463E7-14CC-4AEE-8BA2-1E4635BA35A2}"/>
          </ac:picMkLst>
        </pc:picChg>
      </pc:sldChg>
      <pc:sldChg chg="addSp delSp modSp add mod">
        <pc:chgData name="Soumita Sengupta" userId="4afa6ce1-cb01-46c2-8538-4650222f0c96" providerId="ADAL" clId="{36A5475D-3ADB-4C86-A0F2-D5010D2E9340}" dt="2021-06-23T13:16:03.695" v="2375" actId="1076"/>
        <pc:sldMkLst>
          <pc:docMk/>
          <pc:sldMk cId="1690934009" sldId="289"/>
        </pc:sldMkLst>
        <pc:spChg chg="mod">
          <ac:chgData name="Soumita Sengupta" userId="4afa6ce1-cb01-46c2-8538-4650222f0c96" providerId="ADAL" clId="{36A5475D-3ADB-4C86-A0F2-D5010D2E9340}" dt="2021-06-23T12:44:56.071" v="2332" actId="20577"/>
          <ac:spMkLst>
            <pc:docMk/>
            <pc:sldMk cId="1690934009" sldId="289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44:59.857" v="2335"/>
          <ac:spMkLst>
            <pc:docMk/>
            <pc:sldMk cId="1690934009" sldId="289"/>
            <ac:spMk id="5" creationId="{D5B99B6F-6255-435D-B94B-730BF9B0F14A}"/>
          </ac:spMkLst>
        </pc:spChg>
        <pc:spChg chg="add mod">
          <ac:chgData name="Soumita Sengupta" userId="4afa6ce1-cb01-46c2-8538-4650222f0c96" providerId="ADAL" clId="{36A5475D-3ADB-4C86-A0F2-D5010D2E9340}" dt="2021-06-23T13:16:01.224" v="2374" actId="1076"/>
          <ac:spMkLst>
            <pc:docMk/>
            <pc:sldMk cId="1690934009" sldId="289"/>
            <ac:spMk id="11" creationId="{7122915E-D11E-46AF-A363-B6E15F52BEFF}"/>
          </ac:spMkLst>
        </pc:spChg>
        <pc:picChg chg="add mod">
          <ac:chgData name="Soumita Sengupta" userId="4afa6ce1-cb01-46c2-8538-4650222f0c96" providerId="ADAL" clId="{36A5475D-3ADB-4C86-A0F2-D5010D2E9340}" dt="2021-06-23T13:16:03.695" v="2375" actId="1076"/>
          <ac:picMkLst>
            <pc:docMk/>
            <pc:sldMk cId="1690934009" sldId="289"/>
            <ac:picMk id="6" creationId="{A7719E5C-64AB-4F91-AC94-647AB66CC114}"/>
          </ac:picMkLst>
        </pc:picChg>
        <pc:picChg chg="add mod">
          <ac:chgData name="Soumita Sengupta" userId="4afa6ce1-cb01-46c2-8538-4650222f0c96" providerId="ADAL" clId="{36A5475D-3ADB-4C86-A0F2-D5010D2E9340}" dt="2021-06-23T12:46:38.516" v="2370" actId="1076"/>
          <ac:picMkLst>
            <pc:docMk/>
            <pc:sldMk cId="1690934009" sldId="289"/>
            <ac:picMk id="8" creationId="{55FBBF07-C4A9-426A-A748-7D603913DFE7}"/>
          </ac:picMkLst>
        </pc:picChg>
        <pc:picChg chg="del mod">
          <ac:chgData name="Soumita Sengupta" userId="4afa6ce1-cb01-46c2-8538-4650222f0c96" providerId="ADAL" clId="{36A5475D-3ADB-4C86-A0F2-D5010D2E9340}" dt="2021-06-23T12:44:57.646" v="2333" actId="478"/>
          <ac:picMkLst>
            <pc:docMk/>
            <pc:sldMk cId="1690934009" sldId="289"/>
            <ac:picMk id="10" creationId="{00000000-0000-0000-0000-000000000000}"/>
          </ac:picMkLst>
        </pc:picChg>
      </pc:sldChg>
      <pc:sldChg chg="add del">
        <pc:chgData name="Soumita Sengupta" userId="4afa6ce1-cb01-46c2-8538-4650222f0c96" providerId="ADAL" clId="{36A5475D-3ADB-4C86-A0F2-D5010D2E9340}" dt="2021-06-17T13:04:15.939" v="41"/>
        <pc:sldMkLst>
          <pc:docMk/>
          <pc:sldMk cId="3987752600" sldId="290"/>
        </pc:sldMkLst>
      </pc:sldChg>
      <pc:sldChg chg="del">
        <pc:chgData name="Soumita Sengupta" userId="4afa6ce1-cb01-46c2-8538-4650222f0c96" providerId="ADAL" clId="{36A5475D-3ADB-4C86-A0F2-D5010D2E9340}" dt="2021-06-17T11:27:08.600" v="14" actId="47"/>
        <pc:sldMkLst>
          <pc:docMk/>
          <pc:sldMk cId="1095455151" sldId="303"/>
        </pc:sldMkLst>
      </pc:sldChg>
      <pc:sldChg chg="modSp mod">
        <pc:chgData name="Soumita Sengupta" userId="4afa6ce1-cb01-46c2-8538-4650222f0c96" providerId="ADAL" clId="{36A5475D-3ADB-4C86-A0F2-D5010D2E9340}" dt="2021-06-17T11:27:03.932" v="8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36A5475D-3ADB-4C86-A0F2-D5010D2E9340}" dt="2021-06-17T11:27:03.932" v="8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addSp delSp modSp add mod">
        <pc:chgData name="Soumita Sengupta" userId="4afa6ce1-cb01-46c2-8538-4650222f0c96" providerId="ADAL" clId="{36A5475D-3ADB-4C86-A0F2-D5010D2E9340}" dt="2021-06-23T12:28:47.046" v="2030" actId="208"/>
        <pc:sldMkLst>
          <pc:docMk/>
          <pc:sldMk cId="2306519255" sldId="912"/>
        </pc:sldMkLst>
        <pc:spChg chg="mod">
          <ac:chgData name="Soumita Sengupta" userId="4afa6ce1-cb01-46c2-8538-4650222f0c96" providerId="ADAL" clId="{36A5475D-3ADB-4C86-A0F2-D5010D2E9340}" dt="2021-06-23T12:28:06.461" v="2023" actId="5793"/>
          <ac:spMkLst>
            <pc:docMk/>
            <pc:sldMk cId="2306519255" sldId="912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28:38.828" v="2026"/>
          <ac:spMkLst>
            <pc:docMk/>
            <pc:sldMk cId="2306519255" sldId="912"/>
            <ac:spMk id="5" creationId="{0EE74282-AE66-4DA2-9CD2-8EDFA75FDD6F}"/>
          </ac:spMkLst>
        </pc:spChg>
        <pc:picChg chg="add mod">
          <ac:chgData name="Soumita Sengupta" userId="4afa6ce1-cb01-46c2-8538-4650222f0c96" providerId="ADAL" clId="{36A5475D-3ADB-4C86-A0F2-D5010D2E9340}" dt="2021-06-23T12:28:47.046" v="2030" actId="208"/>
          <ac:picMkLst>
            <pc:docMk/>
            <pc:sldMk cId="2306519255" sldId="912"/>
            <ac:picMk id="6" creationId="{B08067EB-D6CB-4440-B2F9-65D1D1721410}"/>
          </ac:picMkLst>
        </pc:picChg>
        <pc:picChg chg="del mod">
          <ac:chgData name="Soumita Sengupta" userId="4afa6ce1-cb01-46c2-8538-4650222f0c96" providerId="ADAL" clId="{36A5475D-3ADB-4C86-A0F2-D5010D2E9340}" dt="2021-06-23T12:28:08.886" v="2024" actId="478"/>
          <ac:picMkLst>
            <pc:docMk/>
            <pc:sldMk cId="2306519255" sldId="912"/>
            <ac:picMk id="8" creationId="{00000000-0000-0000-0000-000000000000}"/>
          </ac:picMkLst>
        </pc:picChg>
      </pc:sldChg>
      <pc:sldChg chg="modSp mod">
        <pc:chgData name="Soumita Sengupta" userId="4afa6ce1-cb01-46c2-8538-4650222f0c96" providerId="ADAL" clId="{36A5475D-3ADB-4C86-A0F2-D5010D2E9340}" dt="2021-06-17T11:29:55.644" v="40" actId="1076"/>
        <pc:sldMkLst>
          <pc:docMk/>
          <pc:sldMk cId="3693191466" sldId="1327"/>
        </pc:sldMkLst>
        <pc:spChg chg="mod">
          <ac:chgData name="Soumita Sengupta" userId="4afa6ce1-cb01-46c2-8538-4650222f0c96" providerId="ADAL" clId="{36A5475D-3ADB-4C86-A0F2-D5010D2E9340}" dt="2021-06-17T11:29:55.644" v="40" actId="1076"/>
          <ac:spMkLst>
            <pc:docMk/>
            <pc:sldMk cId="3693191466" sldId="1327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36A5475D-3ADB-4C86-A0F2-D5010D2E9340}" dt="2021-06-23T12:22:48.133" v="1907" actId="12"/>
        <pc:sldMkLst>
          <pc:docMk/>
          <pc:sldMk cId="3560475705" sldId="1328"/>
        </pc:sldMkLst>
        <pc:spChg chg="mod">
          <ac:chgData name="Soumita Sengupta" userId="4afa6ce1-cb01-46c2-8538-4650222f0c96" providerId="ADAL" clId="{36A5475D-3ADB-4C86-A0F2-D5010D2E9340}" dt="2021-06-23T12:12:02.491" v="1610" actId="13926"/>
          <ac:spMkLst>
            <pc:docMk/>
            <pc:sldMk cId="3560475705" sldId="1328"/>
            <ac:spMk id="2" creationId="{00000000-0000-0000-0000-000000000000}"/>
          </ac:spMkLst>
        </pc:spChg>
        <pc:spChg chg="mod">
          <ac:chgData name="Soumita Sengupta" userId="4afa6ce1-cb01-46c2-8538-4650222f0c96" providerId="ADAL" clId="{36A5475D-3ADB-4C86-A0F2-D5010D2E9340}" dt="2021-06-23T12:22:48.133" v="1907" actId="12"/>
          <ac:spMkLst>
            <pc:docMk/>
            <pc:sldMk cId="3560475705" sldId="1328"/>
            <ac:spMk id="10" creationId="{00000000-0000-0000-0000-000000000000}"/>
          </ac:spMkLst>
        </pc:spChg>
      </pc:sldChg>
      <pc:sldChg chg="del">
        <pc:chgData name="Soumita Sengupta" userId="4afa6ce1-cb01-46c2-8538-4650222f0c96" providerId="ADAL" clId="{36A5475D-3ADB-4C86-A0F2-D5010D2E9340}" dt="2021-06-17T11:27:10.790" v="19" actId="47"/>
        <pc:sldMkLst>
          <pc:docMk/>
          <pc:sldMk cId="4051698625" sldId="1328"/>
        </pc:sldMkLst>
      </pc:sldChg>
      <pc:sldChg chg="addSp delSp modSp add mod">
        <pc:chgData name="Soumita Sengupta" userId="4afa6ce1-cb01-46c2-8538-4650222f0c96" providerId="ADAL" clId="{36A5475D-3ADB-4C86-A0F2-D5010D2E9340}" dt="2021-06-23T12:29:29.741" v="2057" actId="1076"/>
        <pc:sldMkLst>
          <pc:docMk/>
          <pc:sldMk cId="42831603" sldId="1329"/>
        </pc:sldMkLst>
        <pc:spChg chg="mod">
          <ac:chgData name="Soumita Sengupta" userId="4afa6ce1-cb01-46c2-8538-4650222f0c96" providerId="ADAL" clId="{36A5475D-3ADB-4C86-A0F2-D5010D2E9340}" dt="2021-06-23T12:29:00.243" v="2047" actId="5793"/>
          <ac:spMkLst>
            <pc:docMk/>
            <pc:sldMk cId="42831603" sldId="1329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29:14.560" v="2050"/>
          <ac:spMkLst>
            <pc:docMk/>
            <pc:sldMk cId="42831603" sldId="1329"/>
            <ac:spMk id="5" creationId="{61AB3965-B13A-4252-98F5-349D20D576DC}"/>
          </ac:spMkLst>
        </pc:spChg>
        <pc:picChg chg="del">
          <ac:chgData name="Soumita Sengupta" userId="4afa6ce1-cb01-46c2-8538-4650222f0c96" providerId="ADAL" clId="{36A5475D-3ADB-4C86-A0F2-D5010D2E9340}" dt="2021-06-23T12:29:11.911" v="2048" actId="478"/>
          <ac:picMkLst>
            <pc:docMk/>
            <pc:sldMk cId="42831603" sldId="1329"/>
            <ac:picMk id="6" creationId="{B08067EB-D6CB-4440-B2F9-65D1D1721410}"/>
          </ac:picMkLst>
        </pc:picChg>
        <pc:picChg chg="add mod">
          <ac:chgData name="Soumita Sengupta" userId="4afa6ce1-cb01-46c2-8538-4650222f0c96" providerId="ADAL" clId="{36A5475D-3ADB-4C86-A0F2-D5010D2E9340}" dt="2021-06-23T12:29:29.741" v="2057" actId="1076"/>
          <ac:picMkLst>
            <pc:docMk/>
            <pc:sldMk cId="42831603" sldId="1329"/>
            <ac:picMk id="7" creationId="{82EEFCFA-916F-4EFE-BB3E-73A80EC1A1C5}"/>
          </ac:picMkLst>
        </pc:picChg>
      </pc:sldChg>
      <pc:sldChg chg="del">
        <pc:chgData name="Soumita Sengupta" userId="4afa6ce1-cb01-46c2-8538-4650222f0c96" providerId="ADAL" clId="{36A5475D-3ADB-4C86-A0F2-D5010D2E9340}" dt="2021-06-17T11:27:07.396" v="9" actId="47"/>
        <pc:sldMkLst>
          <pc:docMk/>
          <pc:sldMk cId="4227866224" sldId="1329"/>
        </pc:sldMkLst>
      </pc:sldChg>
      <pc:sldChg chg="addSp modSp add del mod">
        <pc:chgData name="Soumita Sengupta" userId="4afa6ce1-cb01-46c2-8538-4650222f0c96" providerId="ADAL" clId="{36A5475D-3ADB-4C86-A0F2-D5010D2E9340}" dt="2021-06-23T12:30:56.272" v="2079" actId="2696"/>
        <pc:sldMkLst>
          <pc:docMk/>
          <pc:sldMk cId="602120299" sldId="1330"/>
        </pc:sldMkLst>
        <pc:spChg chg="mod">
          <ac:chgData name="Soumita Sengupta" userId="4afa6ce1-cb01-46c2-8538-4650222f0c96" providerId="ADAL" clId="{36A5475D-3ADB-4C86-A0F2-D5010D2E9340}" dt="2021-06-23T12:30:42.333" v="2076" actId="21"/>
          <ac:spMkLst>
            <pc:docMk/>
            <pc:sldMk cId="602120299" sldId="1330"/>
            <ac:spMk id="2" creationId="{00000000-0000-0000-0000-000000000000}"/>
          </ac:spMkLst>
        </pc:spChg>
        <pc:spChg chg="add mod">
          <ac:chgData name="Soumita Sengupta" userId="4afa6ce1-cb01-46c2-8538-4650222f0c96" providerId="ADAL" clId="{36A5475D-3ADB-4C86-A0F2-D5010D2E9340}" dt="2021-06-23T12:30:47.214" v="2078" actId="1076"/>
          <ac:spMkLst>
            <pc:docMk/>
            <pc:sldMk cId="602120299" sldId="1330"/>
            <ac:spMk id="8" creationId="{20E7A16B-F7DA-48B7-B45A-84B44240D0C7}"/>
          </ac:spMkLst>
        </pc:spChg>
        <pc:picChg chg="mod">
          <ac:chgData name="Soumita Sengupta" userId="4afa6ce1-cb01-46c2-8538-4650222f0c96" providerId="ADAL" clId="{36A5475D-3ADB-4C86-A0F2-D5010D2E9340}" dt="2021-06-23T12:30:45.244" v="2077" actId="1076"/>
          <ac:picMkLst>
            <pc:docMk/>
            <pc:sldMk cId="602120299" sldId="1330"/>
            <ac:picMk id="7" creationId="{82EEFCFA-916F-4EFE-BB3E-73A80EC1A1C5}"/>
          </ac:picMkLst>
        </pc:picChg>
      </pc:sldChg>
      <pc:sldChg chg="del">
        <pc:chgData name="Soumita Sengupta" userId="4afa6ce1-cb01-46c2-8538-4650222f0c96" providerId="ADAL" clId="{36A5475D-3ADB-4C86-A0F2-D5010D2E9340}" dt="2021-06-17T11:27:08.083" v="12" actId="47"/>
        <pc:sldMkLst>
          <pc:docMk/>
          <pc:sldMk cId="2689733765" sldId="1330"/>
        </pc:sldMkLst>
      </pc:sldChg>
      <pc:sldChg chg="addSp delSp modSp add mod">
        <pc:chgData name="Soumita Sengupta" userId="4afa6ce1-cb01-46c2-8538-4650222f0c96" providerId="ADAL" clId="{36A5475D-3ADB-4C86-A0F2-D5010D2E9340}" dt="2021-06-23T12:32:43.233" v="2136" actId="1076"/>
        <pc:sldMkLst>
          <pc:docMk/>
          <pc:sldMk cId="4042070132" sldId="1330"/>
        </pc:sldMkLst>
        <pc:spChg chg="add del">
          <ac:chgData name="Soumita Sengupta" userId="4afa6ce1-cb01-46c2-8538-4650222f0c96" providerId="ADAL" clId="{36A5475D-3ADB-4C86-A0F2-D5010D2E9340}" dt="2021-06-23T12:32:01.984" v="2105"/>
          <ac:spMkLst>
            <pc:docMk/>
            <pc:sldMk cId="4042070132" sldId="1330"/>
            <ac:spMk id="5" creationId="{901E5E06-2270-474F-9D8B-FAA5B742249D}"/>
          </ac:spMkLst>
        </pc:spChg>
        <pc:spChg chg="add mod">
          <ac:chgData name="Soumita Sengupta" userId="4afa6ce1-cb01-46c2-8538-4650222f0c96" providerId="ADAL" clId="{36A5475D-3ADB-4C86-A0F2-D5010D2E9340}" dt="2021-06-23T12:32:37.741" v="2135" actId="2711"/>
          <ac:spMkLst>
            <pc:docMk/>
            <pc:sldMk cId="4042070132" sldId="1330"/>
            <ac:spMk id="8" creationId="{2AA84AE1-921B-4893-B6C8-9BA72B24D2FB}"/>
          </ac:spMkLst>
        </pc:spChg>
        <pc:picChg chg="add mod">
          <ac:chgData name="Soumita Sengupta" userId="4afa6ce1-cb01-46c2-8538-4650222f0c96" providerId="ADAL" clId="{36A5475D-3ADB-4C86-A0F2-D5010D2E9340}" dt="2021-06-23T12:32:43.233" v="2136" actId="1076"/>
          <ac:picMkLst>
            <pc:docMk/>
            <pc:sldMk cId="4042070132" sldId="1330"/>
            <ac:picMk id="6" creationId="{D46540CB-95AC-4F87-879D-6452D53FA385}"/>
          </ac:picMkLst>
        </pc:picChg>
        <pc:picChg chg="del">
          <ac:chgData name="Soumita Sengupta" userId="4afa6ce1-cb01-46c2-8538-4650222f0c96" providerId="ADAL" clId="{36A5475D-3ADB-4C86-A0F2-D5010D2E9340}" dt="2021-06-23T12:31:09.315" v="2082" actId="478"/>
          <ac:picMkLst>
            <pc:docMk/>
            <pc:sldMk cId="4042070132" sldId="1330"/>
            <ac:picMk id="7" creationId="{82EEFCFA-916F-4EFE-BB3E-73A80EC1A1C5}"/>
          </ac:picMkLst>
        </pc:picChg>
      </pc:sldChg>
      <pc:sldChg chg="addSp delSp modSp add mod">
        <pc:chgData name="Soumita Sengupta" userId="4afa6ce1-cb01-46c2-8538-4650222f0c96" providerId="ADAL" clId="{36A5475D-3ADB-4C86-A0F2-D5010D2E9340}" dt="2021-06-23T12:35:05.521" v="2188" actId="208"/>
        <pc:sldMkLst>
          <pc:docMk/>
          <pc:sldMk cId="3744767317" sldId="1331"/>
        </pc:sldMkLst>
        <pc:spChg chg="add del">
          <ac:chgData name="Soumita Sengupta" userId="4afa6ce1-cb01-46c2-8538-4650222f0c96" providerId="ADAL" clId="{36A5475D-3ADB-4C86-A0F2-D5010D2E9340}" dt="2021-06-23T12:34:58.761" v="2183"/>
          <ac:spMkLst>
            <pc:docMk/>
            <pc:sldMk cId="3744767317" sldId="1331"/>
            <ac:spMk id="5" creationId="{6CDC2C1C-F19B-4522-A931-4694F5F3E785}"/>
          </ac:spMkLst>
        </pc:spChg>
        <pc:picChg chg="del">
          <ac:chgData name="Soumita Sengupta" userId="4afa6ce1-cb01-46c2-8538-4650222f0c96" providerId="ADAL" clId="{36A5475D-3ADB-4C86-A0F2-D5010D2E9340}" dt="2021-06-23T12:34:56.011" v="2181" actId="478"/>
          <ac:picMkLst>
            <pc:docMk/>
            <pc:sldMk cId="3744767317" sldId="1331"/>
            <ac:picMk id="6" creationId="{6E2A7E2F-FFAB-461D-BF9E-D3F8ABAEC706}"/>
          </ac:picMkLst>
        </pc:picChg>
        <pc:picChg chg="add mod">
          <ac:chgData name="Soumita Sengupta" userId="4afa6ce1-cb01-46c2-8538-4650222f0c96" providerId="ADAL" clId="{36A5475D-3ADB-4C86-A0F2-D5010D2E9340}" dt="2021-06-23T12:35:05.521" v="2188" actId="208"/>
          <ac:picMkLst>
            <pc:docMk/>
            <pc:sldMk cId="3744767317" sldId="1331"/>
            <ac:picMk id="7" creationId="{4F0F5168-8C85-4992-97B8-024A416A267C}"/>
          </ac:picMkLst>
        </pc:picChg>
      </pc:sldChg>
      <pc:sldChg chg="del">
        <pc:chgData name="Soumita Sengupta" userId="4afa6ce1-cb01-46c2-8538-4650222f0c96" providerId="ADAL" clId="{36A5475D-3ADB-4C86-A0F2-D5010D2E9340}" dt="2021-06-17T11:27:10.151" v="17" actId="47"/>
        <pc:sldMkLst>
          <pc:docMk/>
          <pc:sldMk cId="3825885641" sldId="1331"/>
        </pc:sldMkLst>
      </pc:sldChg>
      <pc:sldChg chg="del">
        <pc:chgData name="Soumita Sengupta" userId="4afa6ce1-cb01-46c2-8538-4650222f0c96" providerId="ADAL" clId="{36A5475D-3ADB-4C86-A0F2-D5010D2E9340}" dt="2021-06-17T11:27:10.991" v="20" actId="47"/>
        <pc:sldMkLst>
          <pc:docMk/>
          <pc:sldMk cId="3080214361" sldId="1332"/>
        </pc:sldMkLst>
      </pc:sldChg>
      <pc:sldChg chg="addSp delSp modSp add mod">
        <pc:chgData name="Soumita Sengupta" userId="4afa6ce1-cb01-46c2-8538-4650222f0c96" providerId="ADAL" clId="{36A5475D-3ADB-4C86-A0F2-D5010D2E9340}" dt="2021-06-23T12:35:41.127" v="2197" actId="208"/>
        <pc:sldMkLst>
          <pc:docMk/>
          <pc:sldMk cId="3523257164" sldId="1332"/>
        </pc:sldMkLst>
        <pc:spChg chg="add del">
          <ac:chgData name="Soumita Sengupta" userId="4afa6ce1-cb01-46c2-8538-4650222f0c96" providerId="ADAL" clId="{36A5475D-3ADB-4C86-A0F2-D5010D2E9340}" dt="2021-06-23T12:35:34.772" v="2192"/>
          <ac:spMkLst>
            <pc:docMk/>
            <pc:sldMk cId="3523257164" sldId="1332"/>
            <ac:spMk id="5" creationId="{D285A1D1-1773-4AB9-B225-D9848DE10097}"/>
          </ac:spMkLst>
        </pc:spChg>
        <pc:picChg chg="add mod">
          <ac:chgData name="Soumita Sengupta" userId="4afa6ce1-cb01-46c2-8538-4650222f0c96" providerId="ADAL" clId="{36A5475D-3ADB-4C86-A0F2-D5010D2E9340}" dt="2021-06-23T12:35:41.127" v="2197" actId="208"/>
          <ac:picMkLst>
            <pc:docMk/>
            <pc:sldMk cId="3523257164" sldId="1332"/>
            <ac:picMk id="6" creationId="{CD1A3F25-98FC-4AA5-B1EE-D82AE4A13688}"/>
          </ac:picMkLst>
        </pc:picChg>
        <pc:picChg chg="del">
          <ac:chgData name="Soumita Sengupta" userId="4afa6ce1-cb01-46c2-8538-4650222f0c96" providerId="ADAL" clId="{36A5475D-3ADB-4C86-A0F2-D5010D2E9340}" dt="2021-06-23T12:35:31.895" v="2190" actId="478"/>
          <ac:picMkLst>
            <pc:docMk/>
            <pc:sldMk cId="3523257164" sldId="1332"/>
            <ac:picMk id="7" creationId="{4F0F5168-8C85-4992-97B8-024A416A267C}"/>
          </ac:picMkLst>
        </pc:picChg>
      </pc:sldChg>
      <pc:sldChg chg="addSp delSp modSp add mod">
        <pc:chgData name="Soumita Sengupta" userId="4afa6ce1-cb01-46c2-8538-4650222f0c96" providerId="ADAL" clId="{36A5475D-3ADB-4C86-A0F2-D5010D2E9340}" dt="2021-06-23T12:36:02.713" v="2205" actId="208"/>
        <pc:sldMkLst>
          <pc:docMk/>
          <pc:sldMk cId="2835351086" sldId="1333"/>
        </pc:sldMkLst>
        <pc:spChg chg="add del">
          <ac:chgData name="Soumita Sengupta" userId="4afa6ce1-cb01-46c2-8538-4650222f0c96" providerId="ADAL" clId="{36A5475D-3ADB-4C86-A0F2-D5010D2E9340}" dt="2021-06-23T12:35:57.607" v="2201"/>
          <ac:spMkLst>
            <pc:docMk/>
            <pc:sldMk cId="2835351086" sldId="1333"/>
            <ac:spMk id="5" creationId="{2EE94A37-BDF6-4151-8044-928716A7FC26}"/>
          </ac:spMkLst>
        </pc:spChg>
        <pc:picChg chg="del">
          <ac:chgData name="Soumita Sengupta" userId="4afa6ce1-cb01-46c2-8538-4650222f0c96" providerId="ADAL" clId="{36A5475D-3ADB-4C86-A0F2-D5010D2E9340}" dt="2021-06-23T12:35:54.987" v="2199" actId="478"/>
          <ac:picMkLst>
            <pc:docMk/>
            <pc:sldMk cId="2835351086" sldId="1333"/>
            <ac:picMk id="6" creationId="{CD1A3F25-98FC-4AA5-B1EE-D82AE4A13688}"/>
          </ac:picMkLst>
        </pc:picChg>
        <pc:picChg chg="add mod">
          <ac:chgData name="Soumita Sengupta" userId="4afa6ce1-cb01-46c2-8538-4650222f0c96" providerId="ADAL" clId="{36A5475D-3ADB-4C86-A0F2-D5010D2E9340}" dt="2021-06-23T12:36:02.713" v="2205" actId="208"/>
          <ac:picMkLst>
            <pc:docMk/>
            <pc:sldMk cId="2835351086" sldId="1333"/>
            <ac:picMk id="7" creationId="{3FE4B06F-076E-49D6-AA85-9BB12BB99D23}"/>
          </ac:picMkLst>
        </pc:picChg>
      </pc:sldChg>
      <pc:sldChg chg="del">
        <pc:chgData name="Soumita Sengupta" userId="4afa6ce1-cb01-46c2-8538-4650222f0c96" providerId="ADAL" clId="{36A5475D-3ADB-4C86-A0F2-D5010D2E9340}" dt="2021-06-17T11:27:11.856" v="25" actId="47"/>
        <pc:sldMkLst>
          <pc:docMk/>
          <pc:sldMk cId="3051288005" sldId="1333"/>
        </pc:sldMkLst>
      </pc:sldChg>
      <pc:sldChg chg="addSp delSp modSp add mod">
        <pc:chgData name="Soumita Sengupta" userId="4afa6ce1-cb01-46c2-8538-4650222f0c96" providerId="ADAL" clId="{36A5475D-3ADB-4C86-A0F2-D5010D2E9340}" dt="2021-06-23T12:37:03.495" v="2215" actId="1076"/>
        <pc:sldMkLst>
          <pc:docMk/>
          <pc:sldMk cId="826410433" sldId="1334"/>
        </pc:sldMkLst>
        <pc:spChg chg="add del">
          <ac:chgData name="Soumita Sengupta" userId="4afa6ce1-cb01-46c2-8538-4650222f0c96" providerId="ADAL" clId="{36A5475D-3ADB-4C86-A0F2-D5010D2E9340}" dt="2021-06-23T12:36:54.719" v="2209"/>
          <ac:spMkLst>
            <pc:docMk/>
            <pc:sldMk cId="826410433" sldId="1334"/>
            <ac:spMk id="5" creationId="{E4FFD85F-A35E-46F5-9746-CF02985C0E8A}"/>
          </ac:spMkLst>
        </pc:spChg>
        <pc:spChg chg="mod">
          <ac:chgData name="Soumita Sengupta" userId="4afa6ce1-cb01-46c2-8538-4650222f0c96" providerId="ADAL" clId="{36A5475D-3ADB-4C86-A0F2-D5010D2E9340}" dt="2021-06-23T12:37:01.945" v="2214" actId="20577"/>
          <ac:spMkLst>
            <pc:docMk/>
            <pc:sldMk cId="826410433" sldId="1334"/>
            <ac:spMk id="8" creationId="{00000000-0000-0000-0000-000000000000}"/>
          </ac:spMkLst>
        </pc:spChg>
        <pc:picChg chg="add mod">
          <ac:chgData name="Soumita Sengupta" userId="4afa6ce1-cb01-46c2-8538-4650222f0c96" providerId="ADAL" clId="{36A5475D-3ADB-4C86-A0F2-D5010D2E9340}" dt="2021-06-23T12:37:03.495" v="2215" actId="1076"/>
          <ac:picMkLst>
            <pc:docMk/>
            <pc:sldMk cId="826410433" sldId="1334"/>
            <ac:picMk id="6" creationId="{C1CC93A0-198E-4479-818C-D639E028C917}"/>
          </ac:picMkLst>
        </pc:picChg>
        <pc:picChg chg="del">
          <ac:chgData name="Soumita Sengupta" userId="4afa6ce1-cb01-46c2-8538-4650222f0c96" providerId="ADAL" clId="{36A5475D-3ADB-4C86-A0F2-D5010D2E9340}" dt="2021-06-23T12:36:51.614" v="2207" actId="478"/>
          <ac:picMkLst>
            <pc:docMk/>
            <pc:sldMk cId="826410433" sldId="1334"/>
            <ac:picMk id="7" creationId="{3FE4B06F-076E-49D6-AA85-9BB12BB99D23}"/>
          </ac:picMkLst>
        </pc:picChg>
      </pc:sldChg>
      <pc:sldChg chg="del">
        <pc:chgData name="Soumita Sengupta" userId="4afa6ce1-cb01-46c2-8538-4650222f0c96" providerId="ADAL" clId="{36A5475D-3ADB-4C86-A0F2-D5010D2E9340}" dt="2021-06-17T11:27:12.025" v="26" actId="47"/>
        <pc:sldMkLst>
          <pc:docMk/>
          <pc:sldMk cId="3612439745" sldId="1334"/>
        </pc:sldMkLst>
      </pc:sldChg>
      <pc:sldChg chg="del">
        <pc:chgData name="Soumita Sengupta" userId="4afa6ce1-cb01-46c2-8538-4650222f0c96" providerId="ADAL" clId="{36A5475D-3ADB-4C86-A0F2-D5010D2E9340}" dt="2021-06-17T11:27:12.226" v="27" actId="47"/>
        <pc:sldMkLst>
          <pc:docMk/>
          <pc:sldMk cId="4631750" sldId="1335"/>
        </pc:sldMkLst>
      </pc:sldChg>
      <pc:sldChg chg="add">
        <pc:chgData name="Soumita Sengupta" userId="4afa6ce1-cb01-46c2-8538-4650222f0c96" providerId="ADAL" clId="{36A5475D-3ADB-4C86-A0F2-D5010D2E9340}" dt="2021-06-23T12:40:27.181" v="2233" actId="2890"/>
        <pc:sldMkLst>
          <pc:docMk/>
          <pc:sldMk cId="1172614157" sldId="1335"/>
        </pc:sldMkLst>
      </pc:sldChg>
      <pc:sldChg chg="del">
        <pc:chgData name="Soumita Sengupta" userId="4afa6ce1-cb01-46c2-8538-4650222f0c96" providerId="ADAL" clId="{36A5475D-3ADB-4C86-A0F2-D5010D2E9340}" dt="2021-06-17T11:27:12.394" v="28" actId="47"/>
        <pc:sldMkLst>
          <pc:docMk/>
          <pc:sldMk cId="736621240" sldId="1336"/>
        </pc:sldMkLst>
      </pc:sldChg>
      <pc:sldChg chg="addSp delSp modSp add mod">
        <pc:chgData name="Soumita Sengupta" userId="4afa6ce1-cb01-46c2-8538-4650222f0c96" providerId="ADAL" clId="{36A5475D-3ADB-4C86-A0F2-D5010D2E9340}" dt="2021-06-23T12:41:54.508" v="2271" actId="5793"/>
        <pc:sldMkLst>
          <pc:docMk/>
          <pc:sldMk cId="1838583949" sldId="1336"/>
        </pc:sldMkLst>
        <pc:spChg chg="mod">
          <ac:chgData name="Soumita Sengupta" userId="4afa6ce1-cb01-46c2-8538-4650222f0c96" providerId="ADAL" clId="{36A5475D-3ADB-4C86-A0F2-D5010D2E9340}" dt="2021-06-23T12:41:54.508" v="2271" actId="5793"/>
          <ac:spMkLst>
            <pc:docMk/>
            <pc:sldMk cId="1838583949" sldId="1336"/>
            <ac:spMk id="2" creationId="{00000000-0000-0000-0000-000000000000}"/>
          </ac:spMkLst>
        </pc:spChg>
        <pc:spChg chg="add del">
          <ac:chgData name="Soumita Sengupta" userId="4afa6ce1-cb01-46c2-8538-4650222f0c96" providerId="ADAL" clId="{36A5475D-3ADB-4C86-A0F2-D5010D2E9340}" dt="2021-06-23T12:41:41.834" v="2253"/>
          <ac:spMkLst>
            <pc:docMk/>
            <pc:sldMk cId="1838583949" sldId="1336"/>
            <ac:spMk id="5" creationId="{ACE29150-FB53-4AD1-B0BD-8E59EB3D8521}"/>
          </ac:spMkLst>
        </pc:spChg>
        <pc:picChg chg="add mod">
          <ac:chgData name="Soumita Sengupta" userId="4afa6ce1-cb01-46c2-8538-4650222f0c96" providerId="ADAL" clId="{36A5475D-3ADB-4C86-A0F2-D5010D2E9340}" dt="2021-06-23T12:41:48.550" v="2257" actId="208"/>
          <ac:picMkLst>
            <pc:docMk/>
            <pc:sldMk cId="1838583949" sldId="1336"/>
            <ac:picMk id="6" creationId="{B7CF53F7-F774-4FD1-9A1E-E51D39F11791}"/>
          </ac:picMkLst>
        </pc:picChg>
        <pc:picChg chg="del">
          <ac:chgData name="Soumita Sengupta" userId="4afa6ce1-cb01-46c2-8538-4650222f0c96" providerId="ADAL" clId="{36A5475D-3ADB-4C86-A0F2-D5010D2E9340}" dt="2021-06-23T12:41:38.616" v="2251" actId="478"/>
          <ac:picMkLst>
            <pc:docMk/>
            <pc:sldMk cId="1838583949" sldId="1336"/>
            <ac:picMk id="9" creationId="{A7762DBD-9FB0-46E1-88FB-8EC324A6B3FC}"/>
          </ac:picMkLst>
        </pc:picChg>
      </pc:sldChg>
      <pc:sldChg chg="del">
        <pc:chgData name="Soumita Sengupta" userId="4afa6ce1-cb01-46c2-8538-4650222f0c96" providerId="ADAL" clId="{36A5475D-3ADB-4C86-A0F2-D5010D2E9340}" dt="2021-06-17T11:27:13.082" v="29" actId="47"/>
        <pc:sldMkLst>
          <pc:docMk/>
          <pc:sldMk cId="2486887644" sldId="1337"/>
        </pc:sldMkLst>
      </pc:sldChg>
      <pc:sldChg chg="del">
        <pc:chgData name="Soumita Sengupta" userId="4afa6ce1-cb01-46c2-8538-4650222f0c96" providerId="ADAL" clId="{36A5475D-3ADB-4C86-A0F2-D5010D2E9340}" dt="2021-06-17T11:27:14.288" v="30" actId="47"/>
        <pc:sldMkLst>
          <pc:docMk/>
          <pc:sldMk cId="2283558231" sldId="1338"/>
        </pc:sldMkLst>
      </pc:sldChg>
      <pc:sldChg chg="del">
        <pc:chgData name="Soumita Sengupta" userId="4afa6ce1-cb01-46c2-8538-4650222f0c96" providerId="ADAL" clId="{36A5475D-3ADB-4C86-A0F2-D5010D2E9340}" dt="2021-06-17T11:27:09.132" v="15" actId="47"/>
        <pc:sldMkLst>
          <pc:docMk/>
          <pc:sldMk cId="2506302366" sldId="1339"/>
        </pc:sldMkLst>
      </pc:sldChg>
      <pc:sldChg chg="del">
        <pc:chgData name="Soumita Sengupta" userId="4afa6ce1-cb01-46c2-8538-4650222f0c96" providerId="ADAL" clId="{36A5475D-3ADB-4C86-A0F2-D5010D2E9340}" dt="2021-06-17T11:27:08.284" v="13" actId="47"/>
        <pc:sldMkLst>
          <pc:docMk/>
          <pc:sldMk cId="3821216101" sldId="1340"/>
        </pc:sldMkLst>
      </pc:sldChg>
      <pc:sldChg chg="del">
        <pc:chgData name="Soumita Sengupta" userId="4afa6ce1-cb01-46c2-8538-4650222f0c96" providerId="ADAL" clId="{36A5475D-3ADB-4C86-A0F2-D5010D2E9340}" dt="2021-06-17T11:27:11.138" v="21" actId="47"/>
        <pc:sldMkLst>
          <pc:docMk/>
          <pc:sldMk cId="2288279991" sldId="1341"/>
        </pc:sldMkLst>
      </pc:sldChg>
      <pc:sldChg chg="del">
        <pc:chgData name="Soumita Sengupta" userId="4afa6ce1-cb01-46c2-8538-4650222f0c96" providerId="ADAL" clId="{36A5475D-3ADB-4C86-A0F2-D5010D2E9340}" dt="2021-06-17T11:27:11.524" v="23" actId="47"/>
        <pc:sldMkLst>
          <pc:docMk/>
          <pc:sldMk cId="4156669174" sldId="1342"/>
        </pc:sldMkLst>
      </pc:sldChg>
      <pc:sldChg chg="del">
        <pc:chgData name="Soumita Sengupta" userId="4afa6ce1-cb01-46c2-8538-4650222f0c96" providerId="ADAL" clId="{36A5475D-3ADB-4C86-A0F2-D5010D2E9340}" dt="2021-06-17T11:27:11.708" v="24" actId="47"/>
        <pc:sldMkLst>
          <pc:docMk/>
          <pc:sldMk cId="3268168444" sldId="1343"/>
        </pc:sldMkLst>
      </pc:sldChg>
      <pc:sldChg chg="del">
        <pc:chgData name="Soumita Sengupta" userId="4afa6ce1-cb01-46c2-8538-4650222f0c96" providerId="ADAL" clId="{36A5475D-3ADB-4C86-A0F2-D5010D2E9340}" dt="2021-06-17T11:27:11.354" v="22" actId="47"/>
        <pc:sldMkLst>
          <pc:docMk/>
          <pc:sldMk cId="580919392" sldId="1344"/>
        </pc:sldMkLst>
      </pc:sldChg>
      <pc:sldMasterChg chg="delSldLayout">
        <pc:chgData name="Soumita Sengupta" userId="4afa6ce1-cb01-46c2-8538-4650222f0c96" providerId="ADAL" clId="{36A5475D-3ADB-4C86-A0F2-D5010D2E9340}" dt="2021-06-17T11:27:08.284" v="13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36A5475D-3ADB-4C86-A0F2-D5010D2E9340}" dt="2021-06-17T11:27:08.284" v="13" actId="47"/>
          <pc:sldLayoutMkLst>
            <pc:docMk/>
            <pc:sldMasterMk cId="1029875623" sldId="2147483678"/>
            <pc:sldLayoutMk cId="2205136909" sldId="2147483732"/>
          </pc:sldLayoutMkLst>
        </pc:sldLayoutChg>
      </pc:sldMasterChg>
    </pc:docChg>
  </pc:docChgLst>
  <pc:docChgLst>
    <pc:chgData name="Soumita Sengupta" userId="4afa6ce1-cb01-46c2-8538-4650222f0c96" providerId="ADAL" clId="{0A78EE60-BBCD-4A76-81BC-E7FB80E1D58E}"/>
    <pc:docChg chg="undo redo custSel addSld delSld modSld sldOrd">
      <pc:chgData name="Soumita Sengupta" userId="4afa6ce1-cb01-46c2-8538-4650222f0c96" providerId="ADAL" clId="{0A78EE60-BBCD-4A76-81BC-E7FB80E1D58E}" dt="2021-08-24T03:07:51.702" v="1159" actId="1076"/>
      <pc:docMkLst>
        <pc:docMk/>
      </pc:docMkLst>
      <pc:sldChg chg="modSp mod">
        <pc:chgData name="Soumita Sengupta" userId="4afa6ce1-cb01-46c2-8538-4650222f0c96" providerId="ADAL" clId="{0A78EE60-BBCD-4A76-81BC-E7FB80E1D58E}" dt="2021-08-23T12:26:48.667" v="1146" actId="12"/>
        <pc:sldMkLst>
          <pc:docMk/>
          <pc:sldMk cId="1912468287" sldId="260"/>
        </pc:sldMkLst>
        <pc:spChg chg="mod">
          <ac:chgData name="Soumita Sengupta" userId="4afa6ce1-cb01-46c2-8538-4650222f0c96" providerId="ADAL" clId="{0A78EE60-BBCD-4A76-81BC-E7FB80E1D58E}" dt="2021-08-23T12:26:48.667" v="1146" actId="12"/>
          <ac:spMkLst>
            <pc:docMk/>
            <pc:sldMk cId="1912468287" sldId="260"/>
            <ac:spMk id="5" creationId="{00000000-0000-0000-0000-000000000000}"/>
          </ac:spMkLst>
        </pc:spChg>
      </pc:sldChg>
      <pc:sldChg chg="modSp mod">
        <pc:chgData name="Soumita Sengupta" userId="4afa6ce1-cb01-46c2-8538-4650222f0c96" providerId="ADAL" clId="{0A78EE60-BBCD-4A76-81BC-E7FB80E1D58E}" dt="2021-08-23T12:29:17.416" v="1155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0A78EE60-BBCD-4A76-81BC-E7FB80E1D58E}" dt="2021-08-23T12:29:17.416" v="1155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modSp mod">
        <pc:chgData name="Soumita Sengupta" userId="4afa6ce1-cb01-46c2-8538-4650222f0c96" providerId="ADAL" clId="{0A78EE60-BBCD-4A76-81BC-E7FB80E1D58E}" dt="2021-08-20T08:32:52.160" v="19" actId="13926"/>
        <pc:sldMkLst>
          <pc:docMk/>
          <pc:sldMk cId="2863234239" sldId="525"/>
        </pc:sldMkLst>
        <pc:spChg chg="mod">
          <ac:chgData name="Soumita Sengupta" userId="4afa6ce1-cb01-46c2-8538-4650222f0c96" providerId="ADAL" clId="{0A78EE60-BBCD-4A76-81BC-E7FB80E1D58E}" dt="2021-08-20T08:32:52.160" v="19" actId="13926"/>
          <ac:spMkLst>
            <pc:docMk/>
            <pc:sldMk cId="2863234239" sldId="525"/>
            <ac:spMk id="13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08:32:46.254" v="18" actId="13926"/>
          <ac:spMkLst>
            <pc:docMk/>
            <pc:sldMk cId="2863234239" sldId="525"/>
            <ac:spMk id="24" creationId="{00000000-0000-0000-0000-000000000000}"/>
          </ac:spMkLst>
        </pc:spChg>
      </pc:sldChg>
      <pc:sldChg chg="modSp mod">
        <pc:chgData name="Soumita Sengupta" userId="4afa6ce1-cb01-46c2-8538-4650222f0c96" providerId="ADAL" clId="{0A78EE60-BBCD-4A76-81BC-E7FB80E1D58E}" dt="2021-08-20T08:32:13.491" v="17" actId="33524"/>
        <pc:sldMkLst>
          <pc:docMk/>
          <pc:sldMk cId="3781635149" sldId="752"/>
        </pc:sldMkLst>
        <pc:spChg chg="mod">
          <ac:chgData name="Soumita Sengupta" userId="4afa6ce1-cb01-46c2-8538-4650222f0c96" providerId="ADAL" clId="{0A78EE60-BBCD-4A76-81BC-E7FB80E1D58E}" dt="2021-08-20T08:32:13.491" v="17" actId="33524"/>
          <ac:spMkLst>
            <pc:docMk/>
            <pc:sldMk cId="3781635149" sldId="752"/>
            <ac:spMk id="5" creationId="{00000000-0000-0000-0000-000000000000}"/>
          </ac:spMkLst>
        </pc:spChg>
      </pc:sldChg>
      <pc:sldChg chg="modSp mod modClrScheme chgLayout">
        <pc:chgData name="Soumita Sengupta" userId="4afa6ce1-cb01-46c2-8538-4650222f0c96" providerId="ADAL" clId="{0A78EE60-BBCD-4A76-81BC-E7FB80E1D58E}" dt="2021-08-23T11:40:30.837" v="977" actId="700"/>
        <pc:sldMkLst>
          <pc:docMk/>
          <pc:sldMk cId="3563480216" sldId="756"/>
        </pc:sldMkLst>
        <pc:spChg chg="mod ord">
          <ac:chgData name="Soumita Sengupta" userId="4afa6ce1-cb01-46c2-8538-4650222f0c96" providerId="ADAL" clId="{0A78EE60-BBCD-4A76-81BC-E7FB80E1D58E}" dt="2021-08-23T11:40:30.837" v="977" actId="700"/>
          <ac:spMkLst>
            <pc:docMk/>
            <pc:sldMk cId="3563480216" sldId="756"/>
            <ac:spMk id="3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0:30.837" v="977" actId="700"/>
          <ac:spMkLst>
            <pc:docMk/>
            <pc:sldMk cId="3563480216" sldId="756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0:30.837" v="977" actId="700"/>
          <ac:spMkLst>
            <pc:docMk/>
            <pc:sldMk cId="3563480216" sldId="756"/>
            <ac:spMk id="5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0:30.837" v="977" actId="700"/>
          <ac:spMkLst>
            <pc:docMk/>
            <pc:sldMk cId="3563480216" sldId="756"/>
            <ac:spMk id="11" creationId="{00000000-0000-0000-0000-000000000000}"/>
          </ac:spMkLst>
        </pc:spChg>
      </pc:sldChg>
      <pc:sldChg chg="modSp mod">
        <pc:chgData name="Soumita Sengupta" userId="4afa6ce1-cb01-46c2-8538-4650222f0c96" providerId="ADAL" clId="{0A78EE60-BBCD-4A76-81BC-E7FB80E1D58E}" dt="2021-08-23T11:39:25.753" v="974" actId="1076"/>
        <pc:sldMkLst>
          <pc:docMk/>
          <pc:sldMk cId="2304859679" sldId="759"/>
        </pc:sldMkLst>
        <pc:spChg chg="mod">
          <ac:chgData name="Soumita Sengupta" userId="4afa6ce1-cb01-46c2-8538-4650222f0c96" providerId="ADAL" clId="{0A78EE60-BBCD-4A76-81BC-E7FB80E1D58E}" dt="2021-08-23T11:39:25.753" v="974" actId="1076"/>
          <ac:spMkLst>
            <pc:docMk/>
            <pc:sldMk cId="2304859679" sldId="759"/>
            <ac:spMk id="9" creationId="{00000000-0000-0000-0000-000000000000}"/>
          </ac:spMkLst>
        </pc:spChg>
      </pc:sldChg>
      <pc:sldChg chg="del">
        <pc:chgData name="Soumita Sengupta" userId="4afa6ce1-cb01-46c2-8538-4650222f0c96" providerId="ADAL" clId="{0A78EE60-BBCD-4A76-81BC-E7FB80E1D58E}" dt="2021-08-23T08:39:56.653" v="258" actId="47"/>
        <pc:sldMkLst>
          <pc:docMk/>
          <pc:sldMk cId="1292349193" sldId="898"/>
        </pc:sldMkLst>
      </pc:sldChg>
      <pc:sldChg chg="modSp add del mod">
        <pc:chgData name="Soumita Sengupta" userId="4afa6ce1-cb01-46c2-8538-4650222f0c96" providerId="ADAL" clId="{0A78EE60-BBCD-4A76-81BC-E7FB80E1D58E}" dt="2021-08-20T11:33:21.154" v="224" actId="47"/>
        <pc:sldMkLst>
          <pc:docMk/>
          <pc:sldMk cId="1019518089" sldId="1304"/>
        </pc:sldMkLst>
        <pc:spChg chg="mod">
          <ac:chgData name="Soumita Sengupta" userId="4afa6ce1-cb01-46c2-8538-4650222f0c96" providerId="ADAL" clId="{0A78EE60-BBCD-4A76-81BC-E7FB80E1D58E}" dt="2021-08-20T10:59:49.498" v="215" actId="6549"/>
          <ac:spMkLst>
            <pc:docMk/>
            <pc:sldMk cId="1019518089" sldId="1304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0:59:29.224" v="213" actId="1076"/>
          <ac:spMkLst>
            <pc:docMk/>
            <pc:sldMk cId="1019518089" sldId="1304"/>
            <ac:spMk id="8" creationId="{00000000-0000-0000-0000-000000000000}"/>
          </ac:spMkLst>
        </pc:spChg>
        <pc:picChg chg="mod">
          <ac:chgData name="Soumita Sengupta" userId="4afa6ce1-cb01-46c2-8538-4650222f0c96" providerId="ADAL" clId="{0A78EE60-BBCD-4A76-81BC-E7FB80E1D58E}" dt="2021-08-20T08:48:58.134" v="55" actId="208"/>
          <ac:picMkLst>
            <pc:docMk/>
            <pc:sldMk cId="1019518089" sldId="1304"/>
            <ac:picMk id="3" creationId="{00000000-0000-0000-0000-000000000000}"/>
          </ac:picMkLst>
        </pc:picChg>
      </pc:sldChg>
      <pc:sldChg chg="modSp add mod">
        <pc:chgData name="Soumita Sengupta" userId="4afa6ce1-cb01-46c2-8538-4650222f0c96" providerId="ADAL" clId="{0A78EE60-BBCD-4A76-81BC-E7FB80E1D58E}" dt="2021-08-20T08:25:50.808" v="6"/>
        <pc:sldMkLst>
          <pc:docMk/>
          <pc:sldMk cId="53564333" sldId="1330"/>
        </pc:sldMkLst>
        <pc:spChg chg="mod">
          <ac:chgData name="Soumita Sengupta" userId="4afa6ce1-cb01-46c2-8538-4650222f0c96" providerId="ADAL" clId="{0A78EE60-BBCD-4A76-81BC-E7FB80E1D58E}" dt="2021-08-20T08:25:50.808" v="6"/>
          <ac:spMkLst>
            <pc:docMk/>
            <pc:sldMk cId="53564333" sldId="1330"/>
            <ac:spMk id="2" creationId="{57983F62-BBB9-431B-A37F-BDA0DC7153F6}"/>
          </ac:spMkLst>
        </pc:spChg>
      </pc:sldChg>
      <pc:sldChg chg="addSp delSp modSp add del mod">
        <pc:chgData name="Soumita Sengupta" userId="4afa6ce1-cb01-46c2-8538-4650222f0c96" providerId="ADAL" clId="{0A78EE60-BBCD-4A76-81BC-E7FB80E1D58E}" dt="2021-08-20T12:56:18.606" v="236" actId="47"/>
        <pc:sldMkLst>
          <pc:docMk/>
          <pc:sldMk cId="2409457827" sldId="1411"/>
        </pc:sldMkLst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3:51.649" v="226" actId="1076"/>
          <ac:spMkLst>
            <pc:docMk/>
            <pc:sldMk cId="2409457827" sldId="1411"/>
            <ac:spMk id="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0:43:49.535" v="172" actId="255"/>
          <ac:spMkLst>
            <pc:docMk/>
            <pc:sldMk cId="2409457827" sldId="1411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07.602" v="229" actId="21"/>
          <ac:spMkLst>
            <pc:docMk/>
            <pc:sldMk cId="2409457827" sldId="1411"/>
            <ac:spMk id="8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10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11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16" creationId="{00000000-0000-0000-0000-000000000000}"/>
          </ac:spMkLst>
        </pc:spChg>
        <pc:spChg chg="add del mod">
          <ac:chgData name="Soumita Sengupta" userId="4afa6ce1-cb01-46c2-8538-4650222f0c96" providerId="ADAL" clId="{0A78EE60-BBCD-4A76-81BC-E7FB80E1D58E}" dt="2021-08-20T08:52:30.256" v="74" actId="478"/>
          <ac:spMkLst>
            <pc:docMk/>
            <pc:sldMk cId="2409457827" sldId="1411"/>
            <ac:spMk id="2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24" creationId="{00000000-0000-0000-0000-000000000000}"/>
          </ac:spMkLst>
        </pc:spChg>
        <pc:spChg chg="add 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26" creationId="{049D4EA3-BBF3-42BD-830A-D9D6C6DF29AB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28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0T08:59:19.788" v="126" actId="22"/>
          <ac:spMkLst>
            <pc:docMk/>
            <pc:sldMk cId="2409457827" sldId="1411"/>
            <ac:spMk id="29" creationId="{F2465777-2446-40F7-B512-9AE463A7AD18}"/>
          </ac:spMkLst>
        </pc:spChg>
        <pc:spChg chg="add 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30" creationId="{58F02FE8-42E9-44C3-B760-FD2F36523733}"/>
          </ac:spMkLst>
        </pc:spChg>
        <pc:spChg chg="del mod">
          <ac:chgData name="Soumita Sengupta" userId="4afa6ce1-cb01-46c2-8538-4650222f0c96" providerId="ADAL" clId="{0A78EE60-BBCD-4A76-81BC-E7FB80E1D58E}" dt="2021-08-20T08:52:47.433" v="79" actId="478"/>
          <ac:spMkLst>
            <pc:docMk/>
            <pc:sldMk cId="2409457827" sldId="1411"/>
            <ac:spMk id="31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33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3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41.125" v="233" actId="164"/>
          <ac:spMkLst>
            <pc:docMk/>
            <pc:sldMk cId="2409457827" sldId="1411"/>
            <ac:spMk id="35" creationId="{00000000-0000-0000-0000-000000000000}"/>
          </ac:spMkLst>
        </pc:spChg>
        <pc:grpChg chg="add mod">
          <ac:chgData name="Soumita Sengupta" userId="4afa6ce1-cb01-46c2-8538-4650222f0c96" providerId="ADAL" clId="{0A78EE60-BBCD-4A76-81BC-E7FB80E1D58E}" dt="2021-08-20T12:55:41.125" v="233" actId="164"/>
          <ac:grpSpMkLst>
            <pc:docMk/>
            <pc:sldMk cId="2409457827" sldId="1411"/>
            <ac:grpSpMk id="3" creationId="{31D2C36E-F6C5-4FCB-BFF5-6E2F855ED19D}"/>
          </ac:grpSpMkLst>
        </pc:grp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6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12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13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15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17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23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25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5:41.125" v="233" actId="164"/>
          <ac:cxnSpMkLst>
            <pc:docMk/>
            <pc:sldMk cId="2409457827" sldId="1411"/>
            <ac:cxnSpMk id="27" creationId="{00000000-0000-0000-0000-000000000000}"/>
          </ac:cxnSpMkLst>
        </pc:cxnChg>
      </pc:sldChg>
      <pc:sldChg chg="addSp modSp add del mod">
        <pc:chgData name="Soumita Sengupta" userId="4afa6ce1-cb01-46c2-8538-4650222f0c96" providerId="ADAL" clId="{0A78EE60-BBCD-4A76-81BC-E7FB80E1D58E}" dt="2021-08-20T12:59:49.809" v="245" actId="47"/>
        <pc:sldMkLst>
          <pc:docMk/>
          <pc:sldMk cId="1722423472" sldId="1412"/>
        </pc:sldMkLst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3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0:52:40.975" v="194" actId="1076"/>
          <ac:spMkLst>
            <pc:docMk/>
            <pc:sldMk cId="1722423472" sldId="1412"/>
            <ac:spMk id="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0:51:14.211" v="180" actId="1076"/>
          <ac:spMkLst>
            <pc:docMk/>
            <pc:sldMk cId="1722423472" sldId="1412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0:44:10.127" v="175" actId="1076"/>
          <ac:spMkLst>
            <pc:docMk/>
            <pc:sldMk cId="1722423472" sldId="1412"/>
            <ac:spMk id="8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10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11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2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2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26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2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47.735" v="240" actId="164"/>
          <ac:spMkLst>
            <pc:docMk/>
            <pc:sldMk cId="1722423472" sldId="1412"/>
            <ac:spMk id="35" creationId="{00000000-0000-0000-0000-000000000000}"/>
          </ac:spMkLst>
        </pc:spChg>
        <pc:grpChg chg="add mod">
          <ac:chgData name="Soumita Sengupta" userId="4afa6ce1-cb01-46c2-8538-4650222f0c96" providerId="ADAL" clId="{0A78EE60-BBCD-4A76-81BC-E7FB80E1D58E}" dt="2021-08-20T12:58:47.735" v="240" actId="164"/>
          <ac:grpSpMkLst>
            <pc:docMk/>
            <pc:sldMk cId="1722423472" sldId="1412"/>
            <ac:grpSpMk id="5" creationId="{3A94D4A9-F6A9-4709-BA98-13E70FFFDE6C}"/>
          </ac:grpSpMkLst>
        </pc:grpChg>
        <pc:cxnChg chg="mod">
          <ac:chgData name="Soumita Sengupta" userId="4afa6ce1-cb01-46c2-8538-4650222f0c96" providerId="ADAL" clId="{0A78EE60-BBCD-4A76-81BC-E7FB80E1D58E}" dt="2021-08-20T12:58:47.735" v="240" actId="164"/>
          <ac:cxnSpMkLst>
            <pc:docMk/>
            <pc:sldMk cId="1722423472" sldId="1412"/>
            <ac:cxnSpMk id="6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8:47.735" v="240" actId="164"/>
          <ac:cxnSpMkLst>
            <pc:docMk/>
            <pc:sldMk cId="1722423472" sldId="1412"/>
            <ac:cxnSpMk id="12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8:47.735" v="240" actId="164"/>
          <ac:cxnSpMkLst>
            <pc:docMk/>
            <pc:sldMk cId="1722423472" sldId="1412"/>
            <ac:cxnSpMk id="13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8:47.735" v="240" actId="164"/>
          <ac:cxnSpMkLst>
            <pc:docMk/>
            <pc:sldMk cId="1722423472" sldId="1412"/>
            <ac:cxnSpMk id="17" creationId="{00000000-0000-0000-0000-000000000000}"/>
          </ac:cxnSpMkLst>
        </pc:cxnChg>
        <pc:cxnChg chg="mod">
          <ac:chgData name="Soumita Sengupta" userId="4afa6ce1-cb01-46c2-8538-4650222f0c96" providerId="ADAL" clId="{0A78EE60-BBCD-4A76-81BC-E7FB80E1D58E}" dt="2021-08-20T12:58:47.735" v="240" actId="164"/>
          <ac:cxnSpMkLst>
            <pc:docMk/>
            <pc:sldMk cId="1722423472" sldId="1412"/>
            <ac:cxnSpMk id="23" creationId="{00000000-0000-0000-0000-000000000000}"/>
          </ac:cxnSpMkLst>
        </pc:cxnChg>
      </pc:sldChg>
      <pc:sldChg chg="addSp delSp modSp add mod modClrScheme chgLayout">
        <pc:chgData name="Soumita Sengupta" userId="4afa6ce1-cb01-46c2-8538-4650222f0c96" providerId="ADAL" clId="{0A78EE60-BBCD-4A76-81BC-E7FB80E1D58E}" dt="2021-08-23T11:42:34.916" v="999" actId="11"/>
        <pc:sldMkLst>
          <pc:docMk/>
          <pc:sldMk cId="3054948585" sldId="1413"/>
        </pc:sldMkLst>
        <pc:spChg chg="add del mod ord">
          <ac:chgData name="Soumita Sengupta" userId="4afa6ce1-cb01-46c2-8538-4650222f0c96" providerId="ADAL" clId="{0A78EE60-BBCD-4A76-81BC-E7FB80E1D58E}" dt="2021-08-23T11:41:58.310" v="993" actId="478"/>
          <ac:spMkLst>
            <pc:docMk/>
            <pc:sldMk cId="3054948585" sldId="1413"/>
            <ac:spMk id="2" creationId="{4BFB504E-062C-441A-BC81-4D101061FCD7}"/>
          </ac:spMkLst>
        </pc:spChg>
        <pc:spChg chg="add del mod ord">
          <ac:chgData name="Soumita Sengupta" userId="4afa6ce1-cb01-46c2-8538-4650222f0c96" providerId="ADAL" clId="{0A78EE60-BBCD-4A76-81BC-E7FB80E1D58E}" dt="2021-08-23T11:40:54.192" v="980" actId="478"/>
          <ac:spMkLst>
            <pc:docMk/>
            <pc:sldMk cId="3054948585" sldId="1413"/>
            <ac:spMk id="3" creationId="{6196E8DF-7AFC-446E-B1E8-D9C5A4422411}"/>
          </ac:spMkLst>
        </pc:spChg>
        <pc:spChg chg="mod ord">
          <ac:chgData name="Soumita Sengupta" userId="4afa6ce1-cb01-46c2-8538-4650222f0c96" providerId="ADAL" clId="{0A78EE60-BBCD-4A76-81BC-E7FB80E1D58E}" dt="2021-08-23T11:40:40.306" v="978" actId="700"/>
          <ac:spMkLst>
            <pc:docMk/>
            <pc:sldMk cId="3054948585" sldId="1413"/>
            <ac:spMk id="4" creationId="{00000000-0000-0000-0000-000000000000}"/>
          </ac:spMkLst>
        </pc:spChg>
        <pc:spChg chg="add del mod">
          <ac:chgData name="Soumita Sengupta" userId="4afa6ce1-cb01-46c2-8538-4650222f0c96" providerId="ADAL" clId="{0A78EE60-BBCD-4A76-81BC-E7FB80E1D58E}" dt="2021-08-23T11:42:00.289" v="994" actId="478"/>
          <ac:spMkLst>
            <pc:docMk/>
            <pc:sldMk cId="3054948585" sldId="1413"/>
            <ac:spMk id="6" creationId="{A96024C4-96BC-4F29-8E73-C9410C7DCF43}"/>
          </ac:spMkLst>
        </pc:spChg>
        <pc:spChg chg="mod">
          <ac:chgData name="Soumita Sengupta" userId="4afa6ce1-cb01-46c2-8538-4650222f0c96" providerId="ADAL" clId="{0A78EE60-BBCD-4A76-81BC-E7FB80E1D58E}" dt="2021-08-23T11:42:34.916" v="999" actId="11"/>
          <ac:spMkLst>
            <pc:docMk/>
            <pc:sldMk cId="3054948585" sldId="1413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42:04.146" v="995" actId="1076"/>
          <ac:spMkLst>
            <pc:docMk/>
            <pc:sldMk cId="3054948585" sldId="1413"/>
            <ac:spMk id="8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0:40.306" v="978" actId="700"/>
          <ac:spMkLst>
            <pc:docMk/>
            <pc:sldMk cId="3054948585" sldId="1413"/>
            <ac:spMk id="9" creationId="{00000000-0000-0000-0000-000000000000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43:38.205" v="1004" actId="478"/>
        <pc:sldMkLst>
          <pc:docMk/>
          <pc:sldMk cId="122248758" sldId="1414"/>
        </pc:sldMkLst>
        <pc:spChg chg="mod ord">
          <ac:chgData name="Soumita Sengupta" userId="4afa6ce1-cb01-46c2-8538-4650222f0c96" providerId="ADAL" clId="{0A78EE60-BBCD-4A76-81BC-E7FB80E1D58E}" dt="2021-08-23T11:43:25.377" v="1000" actId="700"/>
          <ac:spMkLst>
            <pc:docMk/>
            <pc:sldMk cId="122248758" sldId="1414"/>
            <ac:spMk id="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09:02:02.005" v="319" actId="11"/>
          <ac:spMkLst>
            <pc:docMk/>
            <pc:sldMk cId="122248758" sldId="1414"/>
            <ac:spMk id="7" creationId="{00000000-0000-0000-0000-000000000000}"/>
          </ac:spMkLst>
        </pc:spChg>
        <pc:spChg chg="del">
          <ac:chgData name="Soumita Sengupta" userId="4afa6ce1-cb01-46c2-8538-4650222f0c96" providerId="ADAL" clId="{0A78EE60-BBCD-4A76-81BC-E7FB80E1D58E}" dt="2021-08-23T08:55:21.673" v="282" actId="478"/>
          <ac:spMkLst>
            <pc:docMk/>
            <pc:sldMk cId="122248758" sldId="1414"/>
            <ac:spMk id="8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3:25.377" v="1000" actId="700"/>
          <ac:spMkLst>
            <pc:docMk/>
            <pc:sldMk cId="122248758" sldId="1414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08:55:25.067" v="284" actId="22"/>
          <ac:spMkLst>
            <pc:docMk/>
            <pc:sldMk cId="122248758" sldId="1414"/>
            <ac:spMk id="10" creationId="{069A8DF2-A83E-45FF-B3BD-0E04EEEC0E00}"/>
          </ac:spMkLst>
        </pc:spChg>
        <pc:spChg chg="add del mod">
          <ac:chgData name="Soumita Sengupta" userId="4afa6ce1-cb01-46c2-8538-4650222f0c96" providerId="ADAL" clId="{0A78EE60-BBCD-4A76-81BC-E7FB80E1D58E}" dt="2021-08-23T08:55:36.606" v="287" actId="478"/>
          <ac:spMkLst>
            <pc:docMk/>
            <pc:sldMk cId="122248758" sldId="1414"/>
            <ac:spMk id="11" creationId="{6C61ABAD-9132-42A7-9EB0-24B776BAB1B8}"/>
          </ac:spMkLst>
        </pc:spChg>
        <pc:spChg chg="add del">
          <ac:chgData name="Soumita Sengupta" userId="4afa6ce1-cb01-46c2-8538-4650222f0c96" providerId="ADAL" clId="{0A78EE60-BBCD-4A76-81BC-E7FB80E1D58E}" dt="2021-08-23T08:55:41.758" v="289" actId="22"/>
          <ac:spMkLst>
            <pc:docMk/>
            <pc:sldMk cId="122248758" sldId="1414"/>
            <ac:spMk id="12" creationId="{94B16EFA-3083-4C8F-A263-EA93C8E7DBC5}"/>
          </ac:spMkLst>
        </pc:spChg>
        <pc:spChg chg="add del">
          <ac:chgData name="Soumita Sengupta" userId="4afa6ce1-cb01-46c2-8538-4650222f0c96" providerId="ADAL" clId="{0A78EE60-BBCD-4A76-81BC-E7FB80E1D58E}" dt="2021-08-23T08:55:43.714" v="291" actId="22"/>
          <ac:spMkLst>
            <pc:docMk/>
            <pc:sldMk cId="122248758" sldId="1414"/>
            <ac:spMk id="13" creationId="{24519C8D-489F-4632-9028-F4347C51DC1A}"/>
          </ac:spMkLst>
        </pc:spChg>
        <pc:spChg chg="add del">
          <ac:chgData name="Soumita Sengupta" userId="4afa6ce1-cb01-46c2-8538-4650222f0c96" providerId="ADAL" clId="{0A78EE60-BBCD-4A76-81BC-E7FB80E1D58E}" dt="2021-08-23T08:55:44.865" v="293" actId="22"/>
          <ac:spMkLst>
            <pc:docMk/>
            <pc:sldMk cId="122248758" sldId="1414"/>
            <ac:spMk id="15" creationId="{393AADFF-4FF0-4182-8910-912AA21B634B}"/>
          </ac:spMkLst>
        </pc:spChg>
        <pc:spChg chg="add mod">
          <ac:chgData name="Soumita Sengupta" userId="4afa6ce1-cb01-46c2-8538-4650222f0c96" providerId="ADAL" clId="{0A78EE60-BBCD-4A76-81BC-E7FB80E1D58E}" dt="2021-08-23T11:43:36.067" v="1003" actId="1076"/>
          <ac:spMkLst>
            <pc:docMk/>
            <pc:sldMk cId="122248758" sldId="1414"/>
            <ac:spMk id="17" creationId="{01A46B45-C92B-48C2-95E0-8DE80C508751}"/>
          </ac:spMkLst>
        </pc:spChg>
        <pc:spChg chg="add del mod ord">
          <ac:chgData name="Soumita Sengupta" userId="4afa6ce1-cb01-46c2-8538-4650222f0c96" providerId="ADAL" clId="{0A78EE60-BBCD-4A76-81BC-E7FB80E1D58E}" dt="2021-08-23T11:43:32.424" v="1002" actId="478"/>
          <ac:spMkLst>
            <pc:docMk/>
            <pc:sldMk cId="122248758" sldId="1414"/>
            <ac:spMk id="18" creationId="{8C42DE99-93B4-4275-99FB-01FE0E03BD1A}"/>
          </ac:spMkLst>
        </pc:spChg>
        <pc:spChg chg="add del mod ord">
          <ac:chgData name="Soumita Sengupta" userId="4afa6ce1-cb01-46c2-8538-4650222f0c96" providerId="ADAL" clId="{0A78EE60-BBCD-4A76-81BC-E7FB80E1D58E}" dt="2021-08-23T11:43:38.205" v="1004" actId="478"/>
          <ac:spMkLst>
            <pc:docMk/>
            <pc:sldMk cId="122248758" sldId="1414"/>
            <ac:spMk id="19" creationId="{73C97289-236C-48A1-A75C-7DA994315E48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46:08.676" v="1008" actId="1076"/>
        <pc:sldMkLst>
          <pc:docMk/>
          <pc:sldMk cId="3465650862" sldId="1415"/>
        </pc:sldMkLst>
        <pc:spChg chg="mod ord">
          <ac:chgData name="Soumita Sengupta" userId="4afa6ce1-cb01-46c2-8538-4650222f0c96" providerId="ADAL" clId="{0A78EE60-BBCD-4A76-81BC-E7FB80E1D58E}" dt="2021-08-23T11:45:55.268" v="1005" actId="700"/>
          <ac:spMkLst>
            <pc:docMk/>
            <pc:sldMk cId="3465650862" sldId="1415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46:05.103" v="1007" actId="478"/>
          <ac:spMkLst>
            <pc:docMk/>
            <pc:sldMk cId="3465650862" sldId="1415"/>
            <ac:spMk id="6" creationId="{A5E2927A-BBB2-4ABD-AADA-9D23EB4D1EBD}"/>
          </ac:spMkLst>
        </pc:spChg>
        <pc:spChg chg="mod">
          <ac:chgData name="Soumita Sengupta" userId="4afa6ce1-cb01-46c2-8538-4650222f0c96" providerId="ADAL" clId="{0A78EE60-BBCD-4A76-81BC-E7FB80E1D58E}" dt="2021-08-23T11:46:08.676" v="1008" actId="1076"/>
          <ac:spMkLst>
            <pc:docMk/>
            <pc:sldMk cId="3465650862" sldId="1415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09:02:13.853" v="324"/>
          <ac:spMkLst>
            <pc:docMk/>
            <pc:sldMk cId="3465650862" sldId="1415"/>
            <ac:spMk id="8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45:55.268" v="1005" actId="700"/>
          <ac:spMkLst>
            <pc:docMk/>
            <pc:sldMk cId="3465650862" sldId="1415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09:02:47.746" v="326" actId="22"/>
          <ac:spMkLst>
            <pc:docMk/>
            <pc:sldMk cId="3465650862" sldId="1415"/>
            <ac:spMk id="10" creationId="{BF5884D7-6779-4C36-BD97-A96EDB5D8615}"/>
          </ac:spMkLst>
        </pc:spChg>
        <pc:spChg chg="add del">
          <ac:chgData name="Soumita Sengupta" userId="4afa6ce1-cb01-46c2-8538-4650222f0c96" providerId="ADAL" clId="{0A78EE60-BBCD-4A76-81BC-E7FB80E1D58E}" dt="2021-08-23T09:02:49.095" v="328" actId="22"/>
          <ac:spMkLst>
            <pc:docMk/>
            <pc:sldMk cId="3465650862" sldId="1415"/>
            <ac:spMk id="11" creationId="{2EECAB8A-141D-422A-B3AE-45805516E8E6}"/>
          </ac:spMkLst>
        </pc:spChg>
        <pc:spChg chg="add mod">
          <ac:chgData name="Soumita Sengupta" userId="4afa6ce1-cb01-46c2-8538-4650222f0c96" providerId="ADAL" clId="{0A78EE60-BBCD-4A76-81BC-E7FB80E1D58E}" dt="2021-08-23T09:03:22.994" v="333" actId="1076"/>
          <ac:spMkLst>
            <pc:docMk/>
            <pc:sldMk cId="3465650862" sldId="1415"/>
            <ac:spMk id="12" creationId="{22D153AA-7C04-4067-8571-D3BD8013E971}"/>
          </ac:spMkLst>
        </pc:spChg>
        <pc:spChg chg="add del mod ord">
          <ac:chgData name="Soumita Sengupta" userId="4afa6ce1-cb01-46c2-8538-4650222f0c96" providerId="ADAL" clId="{0A78EE60-BBCD-4A76-81BC-E7FB80E1D58E}" dt="2021-08-23T11:46:02.145" v="1006" actId="478"/>
          <ac:spMkLst>
            <pc:docMk/>
            <pc:sldMk cId="3465650862" sldId="1415"/>
            <ac:spMk id="13" creationId="{6F1449DC-3848-4922-9099-9D165C625889}"/>
          </ac:spMkLst>
        </pc:spChg>
      </pc:sldChg>
      <pc:sldChg chg="addSp delSp modSp add mod">
        <pc:chgData name="Soumita Sengupta" userId="4afa6ce1-cb01-46c2-8538-4650222f0c96" providerId="ADAL" clId="{0A78EE60-BBCD-4A76-81BC-E7FB80E1D58E}" dt="2021-08-20T11:33:17.613" v="223" actId="1076"/>
        <pc:sldMkLst>
          <pc:docMk/>
          <pc:sldMk cId="1798438021" sldId="1416"/>
        </pc:sldMkLst>
        <pc:spChg chg="mod">
          <ac:chgData name="Soumita Sengupta" userId="4afa6ce1-cb01-46c2-8538-4650222f0c96" providerId="ADAL" clId="{0A78EE60-BBCD-4A76-81BC-E7FB80E1D58E}" dt="2021-08-20T10:59:37.684" v="214"/>
          <ac:spMkLst>
            <pc:docMk/>
            <pc:sldMk cId="1798438021" sldId="1416"/>
            <ac:spMk id="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1:00:12.860" v="219" actId="14100"/>
          <ac:spMkLst>
            <pc:docMk/>
            <pc:sldMk cId="1798438021" sldId="1416"/>
            <ac:spMk id="5" creationId="{00000000-0000-0000-0000-000000000000}"/>
          </ac:spMkLst>
        </pc:spChg>
        <pc:spChg chg="del mod">
          <ac:chgData name="Soumita Sengupta" userId="4afa6ce1-cb01-46c2-8538-4650222f0c96" providerId="ADAL" clId="{0A78EE60-BBCD-4A76-81BC-E7FB80E1D58E}" dt="2021-08-20T11:33:14.229" v="221" actId="478"/>
          <ac:spMkLst>
            <pc:docMk/>
            <pc:sldMk cId="1798438021" sldId="1416"/>
            <ac:spMk id="6" creationId="{05E7F7E3-9E8C-4121-88D2-4C4B236DAF24}"/>
          </ac:spMkLst>
        </pc:spChg>
        <pc:picChg chg="add mod">
          <ac:chgData name="Soumita Sengupta" userId="4afa6ce1-cb01-46c2-8538-4650222f0c96" providerId="ADAL" clId="{0A78EE60-BBCD-4A76-81BC-E7FB80E1D58E}" dt="2021-08-20T11:33:17.613" v="223" actId="1076"/>
          <ac:picMkLst>
            <pc:docMk/>
            <pc:sldMk cId="1798438021" sldId="1416"/>
            <ac:picMk id="7" creationId="{7C3407F8-93EB-4C75-9B6C-38DCC4322245}"/>
          </ac:picMkLst>
        </pc:picChg>
      </pc:sldChg>
      <pc:sldChg chg="addSp delSp modSp add mod modNotesTx">
        <pc:chgData name="Soumita Sengupta" userId="4afa6ce1-cb01-46c2-8538-4650222f0c96" providerId="ADAL" clId="{0A78EE60-BBCD-4A76-81BC-E7FB80E1D58E}" dt="2021-08-23T08:48:07.819" v="262" actId="255"/>
        <pc:sldMkLst>
          <pc:docMk/>
          <pc:sldMk cId="2922319439" sldId="1417"/>
        </pc:sldMkLst>
        <pc:spChg chg="mod">
          <ac:chgData name="Soumita Sengupta" userId="4afa6ce1-cb01-46c2-8538-4650222f0c96" providerId="ADAL" clId="{0A78EE60-BBCD-4A76-81BC-E7FB80E1D58E}" dt="2021-08-20T12:55:11.653" v="230"/>
          <ac:spMkLst>
            <pc:docMk/>
            <pc:sldMk cId="2922319439" sldId="1417"/>
            <ac:spMk id="2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6:33.425" v="237" actId="1076"/>
          <ac:spMkLst>
            <pc:docMk/>
            <pc:sldMk cId="2922319439" sldId="1417"/>
            <ac:spMk id="5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9" creationId="{92BBAD37-FEC4-42B3-B139-5A4AA146843A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10" creationId="{5F18C57D-223A-4973-9B9F-61DBD7B7D2E7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11" creationId="{7C45C755-0ED5-44E1-9E4A-D880AE2FC87E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16" creationId="{8EA91E18-B4B1-4C85-9763-153927FB26E3}"/>
          </ac:spMkLst>
        </pc:spChg>
        <pc:spChg chg="mod">
          <ac:chgData name="Soumita Sengupta" userId="4afa6ce1-cb01-46c2-8538-4650222f0c96" providerId="ADAL" clId="{0A78EE60-BBCD-4A76-81BC-E7FB80E1D58E}" dt="2021-08-23T08:45:14.555" v="260" actId="20577"/>
          <ac:spMkLst>
            <pc:docMk/>
            <pc:sldMk cId="2922319439" sldId="1417"/>
            <ac:spMk id="19" creationId="{A23D790B-8461-490F-83F9-6BEA8B4516B2}"/>
          </ac:spMkLst>
        </pc:spChg>
        <pc:spChg chg="mod">
          <ac:chgData name="Soumita Sengupta" userId="4afa6ce1-cb01-46c2-8538-4650222f0c96" providerId="ADAL" clId="{0A78EE60-BBCD-4A76-81BC-E7FB80E1D58E}" dt="2021-08-23T08:48:07.819" v="262" actId="255"/>
          <ac:spMkLst>
            <pc:docMk/>
            <pc:sldMk cId="2922319439" sldId="1417"/>
            <ac:spMk id="22" creationId="{07E2B30F-F86E-4917-9771-560553E5FA0C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23" creationId="{517AB679-C0A4-4AF4-B213-DB36C2E7E7D3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24" creationId="{D2DABE28-CAE1-4970-A955-0EB0FD0C0794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25" creationId="{E12DD977-BCAE-41C5-9DCE-9B07BF50C9EA}"/>
          </ac:spMkLst>
        </pc:spChg>
        <pc:spChg chg="mod">
          <ac:chgData name="Soumita Sengupta" userId="4afa6ce1-cb01-46c2-8538-4650222f0c96" providerId="ADAL" clId="{0A78EE60-BBCD-4A76-81BC-E7FB80E1D58E}" dt="2021-08-23T08:45:16.400" v="261" actId="20577"/>
          <ac:spMkLst>
            <pc:docMk/>
            <pc:sldMk cId="2922319439" sldId="1417"/>
            <ac:spMk id="26" creationId="{5C469254-7DFF-42AF-A743-94813D5D24ED}"/>
          </ac:spMkLst>
        </pc:spChg>
        <pc:spChg chg="mod">
          <ac:chgData name="Soumita Sengupta" userId="4afa6ce1-cb01-46c2-8538-4650222f0c96" providerId="ADAL" clId="{0A78EE60-BBCD-4A76-81BC-E7FB80E1D58E}" dt="2021-08-20T12:55:52.495" v="235"/>
          <ac:spMkLst>
            <pc:docMk/>
            <pc:sldMk cId="2922319439" sldId="1417"/>
            <ac:spMk id="27" creationId="{FA85C00B-2BB2-44D5-AB49-6515E48E63C9}"/>
          </ac:spMkLst>
        </pc:spChg>
        <pc:grpChg chg="add mod">
          <ac:chgData name="Soumita Sengupta" userId="4afa6ce1-cb01-46c2-8538-4650222f0c96" providerId="ADAL" clId="{0A78EE60-BBCD-4A76-81BC-E7FB80E1D58E}" dt="2021-08-20T12:55:52.495" v="235"/>
          <ac:grpSpMkLst>
            <pc:docMk/>
            <pc:sldMk cId="2922319439" sldId="1417"/>
            <ac:grpSpMk id="8" creationId="{DF5FC6ED-8892-474B-AEB1-A18539D7CE42}"/>
          </ac:grpSpMkLst>
        </pc:grpChg>
        <pc:picChg chg="del">
          <ac:chgData name="Soumita Sengupta" userId="4afa6ce1-cb01-46c2-8538-4650222f0c96" providerId="ADAL" clId="{0A78EE60-BBCD-4A76-81BC-E7FB80E1D58E}" dt="2021-08-20T12:55:51.287" v="234" actId="478"/>
          <ac:picMkLst>
            <pc:docMk/>
            <pc:sldMk cId="2922319439" sldId="1417"/>
            <ac:picMk id="7" creationId="{7C3407F8-93EB-4C75-9B6C-38DCC4322245}"/>
          </ac:picMkLst>
        </pc:pic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2" creationId="{4022A6BB-DB0B-4E2B-BF12-25F9DAE18B9F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3" creationId="{97A4F8A6-8F22-48DF-8048-461733626B55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4" creationId="{6FFA3DB7-064E-47CA-80FB-F724077C898A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5" creationId="{360E224E-FF35-4481-A319-6E396FD645A3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7" creationId="{E5E9C9FC-3874-43B5-A05F-91B45110B00C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18" creationId="{7D8EECF7-E039-4C9E-8BE9-4F208883B728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20" creationId="{79E6BDE1-FDD5-493D-A511-02A9279B43D0}"/>
          </ac:cxnSpMkLst>
        </pc:cxnChg>
        <pc:cxnChg chg="mod">
          <ac:chgData name="Soumita Sengupta" userId="4afa6ce1-cb01-46c2-8538-4650222f0c96" providerId="ADAL" clId="{0A78EE60-BBCD-4A76-81BC-E7FB80E1D58E}" dt="2021-08-20T12:55:52.495" v="235"/>
          <ac:cxnSpMkLst>
            <pc:docMk/>
            <pc:sldMk cId="2922319439" sldId="1417"/>
            <ac:cxnSpMk id="21" creationId="{B1C28120-A82A-456C-B3F2-A20D7081ABF9}"/>
          </ac:cxnSpMkLst>
        </pc:cxnChg>
      </pc:sldChg>
      <pc:sldChg chg="addSp delSp modSp add mod modNotesTx">
        <pc:chgData name="Soumita Sengupta" userId="4afa6ce1-cb01-46c2-8538-4650222f0c96" providerId="ADAL" clId="{0A78EE60-BBCD-4A76-81BC-E7FB80E1D58E}" dt="2021-08-23T08:51:18.164" v="267" actId="255"/>
        <pc:sldMkLst>
          <pc:docMk/>
          <pc:sldMk cId="1424513111" sldId="1418"/>
        </pc:sldMkLst>
        <pc:spChg chg="mod">
          <ac:chgData name="Soumita Sengupta" userId="4afa6ce1-cb01-46c2-8538-4650222f0c96" providerId="ADAL" clId="{0A78EE60-BBCD-4A76-81BC-E7FB80E1D58E}" dt="2021-08-20T12:58:39.514" v="239"/>
          <ac:spMkLst>
            <pc:docMk/>
            <pc:sldMk cId="1424513111" sldId="1418"/>
            <ac:spMk id="5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0T12:58:54.867" v="242"/>
          <ac:spMkLst>
            <pc:docMk/>
            <pc:sldMk cId="1424513111" sldId="1418"/>
            <ac:spMk id="29" creationId="{468E4488-E1A3-4EBA-AA5D-B5898AA1DDEF}"/>
          </ac:spMkLst>
        </pc:spChg>
        <pc:spChg chg="mod">
          <ac:chgData name="Soumita Sengupta" userId="4afa6ce1-cb01-46c2-8538-4650222f0c96" providerId="ADAL" clId="{0A78EE60-BBCD-4A76-81BC-E7FB80E1D58E}" dt="2021-08-20T12:58:54.867" v="242"/>
          <ac:spMkLst>
            <pc:docMk/>
            <pc:sldMk cId="1424513111" sldId="1418"/>
            <ac:spMk id="30" creationId="{E1727E8D-A2E8-4BB7-88AB-B83797FBEA07}"/>
          </ac:spMkLst>
        </pc:spChg>
        <pc:spChg chg="mod">
          <ac:chgData name="Soumita Sengupta" userId="4afa6ce1-cb01-46c2-8538-4650222f0c96" providerId="ADAL" clId="{0A78EE60-BBCD-4A76-81BC-E7FB80E1D58E}" dt="2021-08-20T12:58:54.867" v="242"/>
          <ac:spMkLst>
            <pc:docMk/>
            <pc:sldMk cId="1424513111" sldId="1418"/>
            <ac:spMk id="31" creationId="{F5EAE197-5AA3-486C-9D1F-352DE096A7AA}"/>
          </ac:spMkLst>
        </pc:spChg>
        <pc:spChg chg="mod">
          <ac:chgData name="Soumita Sengupta" userId="4afa6ce1-cb01-46c2-8538-4650222f0c96" providerId="ADAL" clId="{0A78EE60-BBCD-4A76-81BC-E7FB80E1D58E}" dt="2021-08-23T08:49:50.557" v="263" actId="20577"/>
          <ac:spMkLst>
            <pc:docMk/>
            <pc:sldMk cId="1424513111" sldId="1418"/>
            <ac:spMk id="36" creationId="{76262FAC-EC94-4F82-AD38-DBE2654024DB}"/>
          </ac:spMkLst>
        </pc:spChg>
        <pc:spChg chg="mod">
          <ac:chgData name="Soumita Sengupta" userId="4afa6ce1-cb01-46c2-8538-4650222f0c96" providerId="ADAL" clId="{0A78EE60-BBCD-4A76-81BC-E7FB80E1D58E}" dt="2021-08-23T08:49:57.145" v="265" actId="20577"/>
          <ac:spMkLst>
            <pc:docMk/>
            <pc:sldMk cId="1424513111" sldId="1418"/>
            <ac:spMk id="38" creationId="{2A2F1C4D-905F-47B5-8779-CEB0273A78CC}"/>
          </ac:spMkLst>
        </pc:spChg>
        <pc:spChg chg="mod">
          <ac:chgData name="Soumita Sengupta" userId="4afa6ce1-cb01-46c2-8538-4650222f0c96" providerId="ADAL" clId="{0A78EE60-BBCD-4A76-81BC-E7FB80E1D58E}" dt="2021-08-20T12:58:54.867" v="242"/>
          <ac:spMkLst>
            <pc:docMk/>
            <pc:sldMk cId="1424513111" sldId="1418"/>
            <ac:spMk id="39" creationId="{F070A4CA-836B-475C-B9ED-F9683A8F142B}"/>
          </ac:spMkLst>
        </pc:spChg>
        <pc:spChg chg="mod">
          <ac:chgData name="Soumita Sengupta" userId="4afa6ce1-cb01-46c2-8538-4650222f0c96" providerId="ADAL" clId="{0A78EE60-BBCD-4A76-81BC-E7FB80E1D58E}" dt="2021-08-23T08:51:13.143" v="266" actId="255"/>
          <ac:spMkLst>
            <pc:docMk/>
            <pc:sldMk cId="1424513111" sldId="1418"/>
            <ac:spMk id="40" creationId="{33C22979-B46F-419E-B162-2BFB056DADC3}"/>
          </ac:spMkLst>
        </pc:spChg>
        <pc:spChg chg="mod">
          <ac:chgData name="Soumita Sengupta" userId="4afa6ce1-cb01-46c2-8538-4650222f0c96" providerId="ADAL" clId="{0A78EE60-BBCD-4A76-81BC-E7FB80E1D58E}" dt="2021-08-20T12:58:54.867" v="242"/>
          <ac:spMkLst>
            <pc:docMk/>
            <pc:sldMk cId="1424513111" sldId="1418"/>
            <ac:spMk id="41" creationId="{29BD56F6-9EBC-4271-B67C-B9571A7E79E7}"/>
          </ac:spMkLst>
        </pc:spChg>
        <pc:spChg chg="mod">
          <ac:chgData name="Soumita Sengupta" userId="4afa6ce1-cb01-46c2-8538-4650222f0c96" providerId="ADAL" clId="{0A78EE60-BBCD-4A76-81BC-E7FB80E1D58E}" dt="2021-08-23T08:51:18.164" v="267" actId="255"/>
          <ac:spMkLst>
            <pc:docMk/>
            <pc:sldMk cId="1424513111" sldId="1418"/>
            <ac:spMk id="42" creationId="{DCEB88B9-3019-414C-A544-E7C72ED00314}"/>
          </ac:spMkLst>
        </pc:spChg>
        <pc:grpChg chg="del">
          <ac:chgData name="Soumita Sengupta" userId="4afa6ce1-cb01-46c2-8538-4650222f0c96" providerId="ADAL" clId="{0A78EE60-BBCD-4A76-81BC-E7FB80E1D58E}" dt="2021-08-20T12:58:53.688" v="241" actId="478"/>
          <ac:grpSpMkLst>
            <pc:docMk/>
            <pc:sldMk cId="1424513111" sldId="1418"/>
            <ac:grpSpMk id="8" creationId="{DF5FC6ED-8892-474B-AEB1-A18539D7CE42}"/>
          </ac:grpSpMkLst>
        </pc:grpChg>
        <pc:grpChg chg="add mod">
          <ac:chgData name="Soumita Sengupta" userId="4afa6ce1-cb01-46c2-8538-4650222f0c96" providerId="ADAL" clId="{0A78EE60-BBCD-4A76-81BC-E7FB80E1D58E}" dt="2021-08-20T12:58:56.790" v="243" actId="1076"/>
          <ac:grpSpMkLst>
            <pc:docMk/>
            <pc:sldMk cId="1424513111" sldId="1418"/>
            <ac:grpSpMk id="28" creationId="{3C4B48F6-C4C0-40E8-8B72-679FDFA5A468}"/>
          </ac:grpSpMkLst>
        </pc:grpChg>
        <pc:cxnChg chg="mod">
          <ac:chgData name="Soumita Sengupta" userId="4afa6ce1-cb01-46c2-8538-4650222f0c96" providerId="ADAL" clId="{0A78EE60-BBCD-4A76-81BC-E7FB80E1D58E}" dt="2021-08-20T12:58:53.688" v="241" actId="478"/>
          <ac:cxnSpMkLst>
            <pc:docMk/>
            <pc:sldMk cId="1424513111" sldId="1418"/>
            <ac:cxnSpMk id="12" creationId="{4022A6BB-DB0B-4E2B-BF12-25F9DAE18B9F}"/>
          </ac:cxnSpMkLst>
        </pc:cxnChg>
        <pc:cxnChg chg="mod">
          <ac:chgData name="Soumita Sengupta" userId="4afa6ce1-cb01-46c2-8538-4650222f0c96" providerId="ADAL" clId="{0A78EE60-BBCD-4A76-81BC-E7FB80E1D58E}" dt="2021-08-20T12:58:54.867" v="242"/>
          <ac:cxnSpMkLst>
            <pc:docMk/>
            <pc:sldMk cId="1424513111" sldId="1418"/>
            <ac:cxnSpMk id="32" creationId="{E261C2A5-5674-40BE-A0AE-A803FADA9E5E}"/>
          </ac:cxnSpMkLst>
        </pc:cxnChg>
        <pc:cxnChg chg="mod">
          <ac:chgData name="Soumita Sengupta" userId="4afa6ce1-cb01-46c2-8538-4650222f0c96" providerId="ADAL" clId="{0A78EE60-BBCD-4A76-81BC-E7FB80E1D58E}" dt="2021-08-20T12:58:54.867" v="242"/>
          <ac:cxnSpMkLst>
            <pc:docMk/>
            <pc:sldMk cId="1424513111" sldId="1418"/>
            <ac:cxnSpMk id="33" creationId="{A0299A7E-F3F5-45EE-B70A-6C3339DBFD80}"/>
          </ac:cxnSpMkLst>
        </pc:cxnChg>
        <pc:cxnChg chg="mod">
          <ac:chgData name="Soumita Sengupta" userId="4afa6ce1-cb01-46c2-8538-4650222f0c96" providerId="ADAL" clId="{0A78EE60-BBCD-4A76-81BC-E7FB80E1D58E}" dt="2021-08-20T12:58:54.867" v="242"/>
          <ac:cxnSpMkLst>
            <pc:docMk/>
            <pc:sldMk cId="1424513111" sldId="1418"/>
            <ac:cxnSpMk id="34" creationId="{63526915-DABD-490B-B192-406DAB55F64F}"/>
          </ac:cxnSpMkLst>
        </pc:cxnChg>
        <pc:cxnChg chg="mod">
          <ac:chgData name="Soumita Sengupta" userId="4afa6ce1-cb01-46c2-8538-4650222f0c96" providerId="ADAL" clId="{0A78EE60-BBCD-4A76-81BC-E7FB80E1D58E}" dt="2021-08-20T12:58:54.867" v="242"/>
          <ac:cxnSpMkLst>
            <pc:docMk/>
            <pc:sldMk cId="1424513111" sldId="1418"/>
            <ac:cxnSpMk id="35" creationId="{956D0CA8-E206-4308-BBC0-995BB0EE3986}"/>
          </ac:cxnSpMkLst>
        </pc:cxnChg>
        <pc:cxnChg chg="mod">
          <ac:chgData name="Soumita Sengupta" userId="4afa6ce1-cb01-46c2-8538-4650222f0c96" providerId="ADAL" clId="{0A78EE60-BBCD-4A76-81BC-E7FB80E1D58E}" dt="2021-08-20T12:58:54.867" v="242"/>
          <ac:cxnSpMkLst>
            <pc:docMk/>
            <pc:sldMk cId="1424513111" sldId="1418"/>
            <ac:cxnSpMk id="37" creationId="{2965C013-4659-4AA3-8BCD-AB851E0A9414}"/>
          </ac:cxnSpMkLst>
        </pc:cxnChg>
      </pc:sldChg>
      <pc:sldChg chg="delSp modSp add del mod">
        <pc:chgData name="Soumita Sengupta" userId="4afa6ce1-cb01-46c2-8538-4650222f0c96" providerId="ADAL" clId="{0A78EE60-BBCD-4A76-81BC-E7FB80E1D58E}" dt="2021-08-23T09:08:45.907" v="380" actId="47"/>
        <pc:sldMkLst>
          <pc:docMk/>
          <pc:sldMk cId="3887220288" sldId="1419"/>
        </pc:sldMkLst>
        <pc:spChg chg="del mod">
          <ac:chgData name="Soumita Sengupta" userId="4afa6ce1-cb01-46c2-8538-4650222f0c96" providerId="ADAL" clId="{0A78EE60-BBCD-4A76-81BC-E7FB80E1D58E}" dt="2021-08-23T09:08:21.502" v="375"/>
          <ac:spMkLst>
            <pc:docMk/>
            <pc:sldMk cId="3887220288" sldId="1419"/>
            <ac:spMk id="7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09:06:18.886" v="372" actId="20577"/>
          <ac:spMkLst>
            <pc:docMk/>
            <pc:sldMk cId="3887220288" sldId="1419"/>
            <ac:spMk id="12" creationId="{22D153AA-7C04-4067-8571-D3BD8013E971}"/>
          </ac:spMkLst>
        </pc:spChg>
      </pc:sldChg>
      <pc:sldChg chg="modSp add mod">
        <pc:chgData name="Soumita Sengupta" userId="4afa6ce1-cb01-46c2-8538-4650222f0c96" providerId="ADAL" clId="{0A78EE60-BBCD-4A76-81BC-E7FB80E1D58E}" dt="2021-08-23T09:08:42.619" v="379"/>
        <pc:sldMkLst>
          <pc:docMk/>
          <pc:sldMk cId="647596170" sldId="1420"/>
        </pc:sldMkLst>
        <pc:spChg chg="mod">
          <ac:chgData name="Soumita Sengupta" userId="4afa6ce1-cb01-46c2-8538-4650222f0c96" providerId="ADAL" clId="{0A78EE60-BBCD-4A76-81BC-E7FB80E1D58E}" dt="2021-08-23T09:08:42.619" v="379"/>
          <ac:spMkLst>
            <pc:docMk/>
            <pc:sldMk cId="647596170" sldId="1420"/>
            <ac:spMk id="2" creationId="{57983F62-BBB9-431B-A37F-BDA0DC7153F6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52:58.964" v="1016" actId="1076"/>
        <pc:sldMkLst>
          <pc:docMk/>
          <pc:sldMk cId="3641482099" sldId="1421"/>
        </pc:sldMkLst>
        <pc:spChg chg="mod ord">
          <ac:chgData name="Soumita Sengupta" userId="4afa6ce1-cb01-46c2-8538-4650222f0c96" providerId="ADAL" clId="{0A78EE60-BBCD-4A76-81BC-E7FB80E1D58E}" dt="2021-08-23T11:52:31.189" v="1009" actId="700"/>
          <ac:spMkLst>
            <pc:docMk/>
            <pc:sldMk cId="3641482099" sldId="1421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2:49.608" v="1013" actId="478"/>
          <ac:spMkLst>
            <pc:docMk/>
            <pc:sldMk cId="3641482099" sldId="1421"/>
            <ac:spMk id="5" creationId="{FDEB54AE-F75C-4B67-8B03-D68ACB000849}"/>
          </ac:spMkLst>
        </pc:spChg>
        <pc:spChg chg="add del mod ord">
          <ac:chgData name="Soumita Sengupta" userId="4afa6ce1-cb01-46c2-8538-4650222f0c96" providerId="ADAL" clId="{0A78EE60-BBCD-4A76-81BC-E7FB80E1D58E}" dt="2021-08-23T11:52:35.450" v="1010" actId="478"/>
          <ac:spMkLst>
            <pc:docMk/>
            <pc:sldMk cId="3641482099" sldId="1421"/>
            <ac:spMk id="6" creationId="{C399AC79-3D51-4771-AE12-D165ECD32967}"/>
          </ac:spMkLst>
        </pc:spChg>
        <pc:spChg chg="del mod">
          <ac:chgData name="Soumita Sengupta" userId="4afa6ce1-cb01-46c2-8538-4650222f0c96" providerId="ADAL" clId="{0A78EE60-BBCD-4A76-81BC-E7FB80E1D58E}" dt="2021-08-23T09:09:29.538" v="387"/>
          <ac:spMkLst>
            <pc:docMk/>
            <pc:sldMk cId="3641482099" sldId="1421"/>
            <ac:spMk id="7" creationId="{00000000-0000-0000-0000-000000000000}"/>
          </ac:spMkLst>
        </pc:spChg>
        <pc:spChg chg="del">
          <ac:chgData name="Soumita Sengupta" userId="4afa6ce1-cb01-46c2-8538-4650222f0c96" providerId="ADAL" clId="{0A78EE60-BBCD-4A76-81BC-E7FB80E1D58E}" dt="2021-08-23T11:52:46.233" v="1012" actId="478"/>
          <ac:spMkLst>
            <pc:docMk/>
            <pc:sldMk cId="3641482099" sldId="1421"/>
            <ac:spMk id="8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2:31.189" v="1009" actId="700"/>
          <ac:spMkLst>
            <pc:docMk/>
            <pc:sldMk cId="3641482099" sldId="1421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09:09:39.484" v="389" actId="22"/>
          <ac:spMkLst>
            <pc:docMk/>
            <pc:sldMk cId="3641482099" sldId="1421"/>
            <ac:spMk id="10" creationId="{FE397D5A-3935-4E48-BB78-90A802EF96A6}"/>
          </ac:spMkLst>
        </pc:spChg>
        <pc:spChg chg="add mod">
          <ac:chgData name="Soumita Sengupta" userId="4afa6ce1-cb01-46c2-8538-4650222f0c96" providerId="ADAL" clId="{0A78EE60-BBCD-4A76-81BC-E7FB80E1D58E}" dt="2021-08-23T11:52:58.964" v="1016" actId="1076"/>
          <ac:spMkLst>
            <pc:docMk/>
            <pc:sldMk cId="3641482099" sldId="1421"/>
            <ac:spMk id="11" creationId="{72DFE88F-9300-4DED-B7C5-6DC75B8FEE13}"/>
          </ac:spMkLst>
        </pc:spChg>
        <pc:spChg chg="mod">
          <ac:chgData name="Soumita Sengupta" userId="4afa6ce1-cb01-46c2-8538-4650222f0c96" providerId="ADAL" clId="{0A78EE60-BBCD-4A76-81BC-E7FB80E1D58E}" dt="2021-08-23T11:52:56.027" v="1015" actId="1076"/>
          <ac:spMkLst>
            <pc:docMk/>
            <pc:sldMk cId="3641482099" sldId="1421"/>
            <ac:spMk id="12" creationId="{22D153AA-7C04-4067-8571-D3BD8013E971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53:17.898" v="1020" actId="478"/>
        <pc:sldMkLst>
          <pc:docMk/>
          <pc:sldMk cId="3474625581" sldId="1422"/>
        </pc:sldMkLst>
        <pc:spChg chg="mod ord">
          <ac:chgData name="Soumita Sengupta" userId="4afa6ce1-cb01-46c2-8538-4650222f0c96" providerId="ADAL" clId="{0A78EE60-BBCD-4A76-81BC-E7FB80E1D58E}" dt="2021-08-23T11:53:09.733" v="1017" actId="700"/>
          <ac:spMkLst>
            <pc:docMk/>
            <pc:sldMk cId="3474625581" sldId="1422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3:17.898" v="1020" actId="478"/>
          <ac:spMkLst>
            <pc:docMk/>
            <pc:sldMk cId="3474625581" sldId="1422"/>
            <ac:spMk id="5" creationId="{F04A1AB5-FD95-4EEF-BF3C-B7473878E02F}"/>
          </ac:spMkLst>
        </pc:spChg>
        <pc:spChg chg="add del mod ord">
          <ac:chgData name="Soumita Sengupta" userId="4afa6ce1-cb01-46c2-8538-4650222f0c96" providerId="ADAL" clId="{0A78EE60-BBCD-4A76-81BC-E7FB80E1D58E}" dt="2021-08-23T11:53:13.614" v="1018" actId="478"/>
          <ac:spMkLst>
            <pc:docMk/>
            <pc:sldMk cId="3474625581" sldId="1422"/>
            <ac:spMk id="6" creationId="{2EE7E668-D09D-4AE9-9F7E-C9A2C8365D2F}"/>
          </ac:spMkLst>
        </pc:spChg>
        <pc:spChg chg="mod ord">
          <ac:chgData name="Soumita Sengupta" userId="4afa6ce1-cb01-46c2-8538-4650222f0c96" providerId="ADAL" clId="{0A78EE60-BBCD-4A76-81BC-E7FB80E1D58E}" dt="2021-08-23T11:53:09.733" v="1017" actId="700"/>
          <ac:spMkLst>
            <pc:docMk/>
            <pc:sldMk cId="3474625581" sldId="1422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09:55:41.036" v="423" actId="22"/>
          <ac:spMkLst>
            <pc:docMk/>
            <pc:sldMk cId="3474625581" sldId="1422"/>
            <ac:spMk id="10" creationId="{D988C8D0-71F3-4E89-ABEC-B842388EA216}"/>
          </ac:spMkLst>
        </pc:spChg>
        <pc:spChg chg="del mod">
          <ac:chgData name="Soumita Sengupta" userId="4afa6ce1-cb01-46c2-8538-4650222f0c96" providerId="ADAL" clId="{0A78EE60-BBCD-4A76-81BC-E7FB80E1D58E}" dt="2021-08-23T09:55:19.162" v="419"/>
          <ac:spMkLst>
            <pc:docMk/>
            <pc:sldMk cId="3474625581" sldId="1422"/>
            <ac:spMk id="11" creationId="{72DFE88F-9300-4DED-B7C5-6DC75B8FEE13}"/>
          </ac:spMkLst>
        </pc:spChg>
        <pc:spChg chg="add mod">
          <ac:chgData name="Soumita Sengupta" userId="4afa6ce1-cb01-46c2-8538-4650222f0c96" providerId="ADAL" clId="{0A78EE60-BBCD-4A76-81BC-E7FB80E1D58E}" dt="2021-08-23T09:55:51.625" v="428" actId="1076"/>
          <ac:spMkLst>
            <pc:docMk/>
            <pc:sldMk cId="3474625581" sldId="1422"/>
            <ac:spMk id="13" creationId="{8AACE167-0640-4E6C-933F-E5095A52BDDA}"/>
          </ac:spMkLst>
        </pc:spChg>
        <pc:picChg chg="add mod">
          <ac:chgData name="Soumita Sengupta" userId="4afa6ce1-cb01-46c2-8538-4650222f0c96" providerId="ADAL" clId="{0A78EE60-BBCD-4A76-81BC-E7FB80E1D58E}" dt="2021-08-23T09:56:07.287" v="431" actId="1076"/>
          <ac:picMkLst>
            <pc:docMk/>
            <pc:sldMk cId="3474625581" sldId="1422"/>
            <ac:picMk id="7" creationId="{10E488C1-6605-4F10-9035-A2DEDBFE3F45}"/>
          </ac:picMkLst>
        </pc:picChg>
      </pc:sldChg>
      <pc:sldChg chg="modSp add mod">
        <pc:chgData name="Soumita Sengupta" userId="4afa6ce1-cb01-46c2-8538-4650222f0c96" providerId="ADAL" clId="{0A78EE60-BBCD-4A76-81BC-E7FB80E1D58E}" dt="2021-08-23T09:57:06.020" v="439" actId="1076"/>
        <pc:sldMkLst>
          <pc:docMk/>
          <pc:sldMk cId="1290964860" sldId="1423"/>
        </pc:sldMkLst>
        <pc:spChg chg="mod">
          <ac:chgData name="Soumita Sengupta" userId="4afa6ce1-cb01-46c2-8538-4650222f0c96" providerId="ADAL" clId="{0A78EE60-BBCD-4A76-81BC-E7FB80E1D58E}" dt="2021-08-23T09:57:06.020" v="439" actId="1076"/>
          <ac:spMkLst>
            <pc:docMk/>
            <pc:sldMk cId="1290964860" sldId="1423"/>
            <ac:spMk id="2" creationId="{57983F62-BBB9-431B-A37F-BDA0DC7153F6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53:52.736" v="1031" actId="1076"/>
        <pc:sldMkLst>
          <pc:docMk/>
          <pc:sldMk cId="160926858" sldId="1424"/>
        </pc:sldMkLst>
        <pc:spChg chg="add del mod ord">
          <ac:chgData name="Soumita Sengupta" userId="4afa6ce1-cb01-46c2-8538-4650222f0c96" providerId="ADAL" clId="{0A78EE60-BBCD-4A76-81BC-E7FB80E1D58E}" dt="2021-08-23T11:53:33.726" v="1024" actId="478"/>
          <ac:spMkLst>
            <pc:docMk/>
            <pc:sldMk cId="160926858" sldId="1424"/>
            <ac:spMk id="2" creationId="{B8DC2D32-DEBA-4D1B-8243-2B5DB1FEBFBB}"/>
          </ac:spMkLst>
        </pc:spChg>
        <pc:spChg chg="add del mod ord">
          <ac:chgData name="Soumita Sengupta" userId="4afa6ce1-cb01-46c2-8538-4650222f0c96" providerId="ADAL" clId="{0A78EE60-BBCD-4A76-81BC-E7FB80E1D58E}" dt="2021-08-23T11:53:39.377" v="1025" actId="478"/>
          <ac:spMkLst>
            <pc:docMk/>
            <pc:sldMk cId="160926858" sldId="1424"/>
            <ac:spMk id="3" creationId="{BDE0462B-4718-4622-BCB5-3E165D4934DF}"/>
          </ac:spMkLst>
        </pc:spChg>
        <pc:spChg chg="mod ord">
          <ac:chgData name="Soumita Sengupta" userId="4afa6ce1-cb01-46c2-8538-4650222f0c96" providerId="ADAL" clId="{0A78EE60-BBCD-4A76-81BC-E7FB80E1D58E}" dt="2021-08-23T11:53:26.034" v="1021" actId="700"/>
          <ac:spMkLst>
            <pc:docMk/>
            <pc:sldMk cId="160926858" sldId="1424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3:26.034" v="1021" actId="700"/>
          <ac:spMkLst>
            <pc:docMk/>
            <pc:sldMk cId="160926858" sldId="1424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53:43.141" v="1026" actId="1076"/>
          <ac:spMkLst>
            <pc:docMk/>
            <pc:sldMk cId="160926858" sldId="1424"/>
            <ac:spMk id="11" creationId="{72DFE88F-9300-4DED-B7C5-6DC75B8FEE13}"/>
          </ac:spMkLst>
        </pc:spChg>
        <pc:spChg chg="add del mod">
          <ac:chgData name="Soumita Sengupta" userId="4afa6ce1-cb01-46c2-8538-4650222f0c96" providerId="ADAL" clId="{0A78EE60-BBCD-4A76-81BC-E7FB80E1D58E}" dt="2021-08-23T11:53:30.514" v="1023" actId="478"/>
          <ac:spMkLst>
            <pc:docMk/>
            <pc:sldMk cId="160926858" sldId="1424"/>
            <ac:spMk id="12" creationId="{22D153AA-7C04-4067-8571-D3BD8013E971}"/>
          </ac:spMkLst>
        </pc:spChg>
        <pc:picChg chg="add mod">
          <ac:chgData name="Soumita Sengupta" userId="4afa6ce1-cb01-46c2-8538-4650222f0c96" providerId="ADAL" clId="{0A78EE60-BBCD-4A76-81BC-E7FB80E1D58E}" dt="2021-08-23T11:53:52.736" v="1031" actId="1076"/>
          <ac:picMkLst>
            <pc:docMk/>
            <pc:sldMk cId="160926858" sldId="1424"/>
            <ac:picMk id="7" creationId="{A23C111A-4101-439A-ABE1-5A83264C65D6}"/>
          </ac:picMkLst>
        </pc:picChg>
      </pc:sldChg>
      <pc:sldChg chg="add del">
        <pc:chgData name="Soumita Sengupta" userId="4afa6ce1-cb01-46c2-8538-4650222f0c96" providerId="ADAL" clId="{0A78EE60-BBCD-4A76-81BC-E7FB80E1D58E}" dt="2021-08-23T09:56:34.388" v="434" actId="47"/>
        <pc:sldMkLst>
          <pc:docMk/>
          <pc:sldMk cId="282403262" sldId="1424"/>
        </pc:sldMkLst>
      </pc:sldChg>
      <pc:sldChg chg="addSp delSp modSp add mod modClrScheme chgLayout">
        <pc:chgData name="Soumita Sengupta" userId="4afa6ce1-cb01-46c2-8538-4650222f0c96" providerId="ADAL" clId="{0A78EE60-BBCD-4A76-81BC-E7FB80E1D58E}" dt="2021-08-23T11:54:44.707" v="1046" actId="1076"/>
        <pc:sldMkLst>
          <pc:docMk/>
          <pc:sldMk cId="3344684391" sldId="1425"/>
        </pc:sldMkLst>
        <pc:spChg chg="add del mod ord">
          <ac:chgData name="Soumita Sengupta" userId="4afa6ce1-cb01-46c2-8538-4650222f0c96" providerId="ADAL" clId="{0A78EE60-BBCD-4A76-81BC-E7FB80E1D58E}" dt="2021-08-23T11:54:13.271" v="1033" actId="478"/>
          <ac:spMkLst>
            <pc:docMk/>
            <pc:sldMk cId="3344684391" sldId="1425"/>
            <ac:spMk id="2" creationId="{FC5A867E-66F2-4147-8D0A-43783156A757}"/>
          </ac:spMkLst>
        </pc:spChg>
        <pc:spChg chg="add del mod ord">
          <ac:chgData name="Soumita Sengupta" userId="4afa6ce1-cb01-46c2-8538-4650222f0c96" providerId="ADAL" clId="{0A78EE60-BBCD-4A76-81BC-E7FB80E1D58E}" dt="2021-08-23T11:54:02.513" v="1032" actId="478"/>
          <ac:spMkLst>
            <pc:docMk/>
            <pc:sldMk cId="3344684391" sldId="1425"/>
            <ac:spMk id="3" creationId="{899B94CD-77D0-4DE0-A4E5-33D05D5CEAAD}"/>
          </ac:spMkLst>
        </pc:spChg>
        <pc:spChg chg="mod ord">
          <ac:chgData name="Soumita Sengupta" userId="4afa6ce1-cb01-46c2-8538-4650222f0c96" providerId="ADAL" clId="{0A78EE60-BBCD-4A76-81BC-E7FB80E1D58E}" dt="2021-08-23T11:53:26.034" v="1021" actId="700"/>
          <ac:spMkLst>
            <pc:docMk/>
            <pc:sldMk cId="3344684391" sldId="1425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3:26.034" v="1021" actId="700"/>
          <ac:spMkLst>
            <pc:docMk/>
            <pc:sldMk cId="3344684391" sldId="1425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54:17.503" v="1034" actId="1076"/>
          <ac:spMkLst>
            <pc:docMk/>
            <pc:sldMk cId="3344684391" sldId="1425"/>
            <ac:spMk id="11" creationId="{72DFE88F-9300-4DED-B7C5-6DC75B8FEE13}"/>
          </ac:spMkLst>
        </pc:spChg>
        <pc:spChg chg="mod">
          <ac:chgData name="Soumita Sengupta" userId="4afa6ce1-cb01-46c2-8538-4650222f0c96" providerId="ADAL" clId="{0A78EE60-BBCD-4A76-81BC-E7FB80E1D58E}" dt="2021-08-23T10:08:16.061" v="465"/>
          <ac:spMkLst>
            <pc:docMk/>
            <pc:sldMk cId="3344684391" sldId="1425"/>
            <ac:spMk id="12" creationId="{22D153AA-7C04-4067-8571-D3BD8013E971}"/>
          </ac:spMkLst>
        </pc:spChg>
        <pc:picChg chg="del">
          <ac:chgData name="Soumita Sengupta" userId="4afa6ce1-cb01-46c2-8538-4650222f0c96" providerId="ADAL" clId="{0A78EE60-BBCD-4A76-81BC-E7FB80E1D58E}" dt="2021-08-23T10:08:21.213" v="466" actId="478"/>
          <ac:picMkLst>
            <pc:docMk/>
            <pc:sldMk cId="3344684391" sldId="1425"/>
            <ac:picMk id="7" creationId="{A23C111A-4101-439A-ABE1-5A83264C65D6}"/>
          </ac:picMkLst>
        </pc:picChg>
        <pc:picChg chg="add mod">
          <ac:chgData name="Soumita Sengupta" userId="4afa6ce1-cb01-46c2-8538-4650222f0c96" providerId="ADAL" clId="{0A78EE60-BBCD-4A76-81BC-E7FB80E1D58E}" dt="2021-08-23T11:54:42.680" v="1045" actId="1076"/>
          <ac:picMkLst>
            <pc:docMk/>
            <pc:sldMk cId="3344684391" sldId="1425"/>
            <ac:picMk id="10" creationId="{9AFC5167-B4A1-420A-B33C-A8EFA45875E8}"/>
          </ac:picMkLst>
        </pc:picChg>
        <pc:picChg chg="add mod">
          <ac:chgData name="Soumita Sengupta" userId="4afa6ce1-cb01-46c2-8538-4650222f0c96" providerId="ADAL" clId="{0A78EE60-BBCD-4A76-81BC-E7FB80E1D58E}" dt="2021-08-23T11:54:44.707" v="1046" actId="1076"/>
          <ac:picMkLst>
            <pc:docMk/>
            <pc:sldMk cId="3344684391" sldId="1425"/>
            <ac:picMk id="13" creationId="{64E05E30-9487-4497-8FFD-99DF5C12457B}"/>
          </ac:picMkLst>
        </pc:picChg>
        <pc:picChg chg="add mod">
          <ac:chgData name="Soumita Sengupta" userId="4afa6ce1-cb01-46c2-8538-4650222f0c96" providerId="ADAL" clId="{0A78EE60-BBCD-4A76-81BC-E7FB80E1D58E}" dt="2021-08-23T11:54:40.408" v="1044" actId="1076"/>
          <ac:picMkLst>
            <pc:docMk/>
            <pc:sldMk cId="3344684391" sldId="1425"/>
            <ac:picMk id="14" creationId="{BBACCA3A-51A9-4082-958A-7DA7AA429684}"/>
          </ac:picMkLst>
        </pc:picChg>
      </pc:sldChg>
      <pc:sldChg chg="modSp add mod">
        <pc:chgData name="Soumita Sengupta" userId="4afa6ce1-cb01-46c2-8538-4650222f0c96" providerId="ADAL" clId="{0A78EE60-BBCD-4A76-81BC-E7FB80E1D58E}" dt="2021-08-23T10:10:19.744" v="514" actId="20577"/>
        <pc:sldMkLst>
          <pc:docMk/>
          <pc:sldMk cId="2759214351" sldId="1426"/>
        </pc:sldMkLst>
        <pc:spChg chg="mod">
          <ac:chgData name="Soumita Sengupta" userId="4afa6ce1-cb01-46c2-8538-4650222f0c96" providerId="ADAL" clId="{0A78EE60-BBCD-4A76-81BC-E7FB80E1D58E}" dt="2021-08-23T10:10:19.744" v="514" actId="20577"/>
          <ac:spMkLst>
            <pc:docMk/>
            <pc:sldMk cId="2759214351" sldId="1426"/>
            <ac:spMk id="2" creationId="{57983F62-BBB9-431B-A37F-BDA0DC7153F6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1:55:06.140" v="1049" actId="478"/>
        <pc:sldMkLst>
          <pc:docMk/>
          <pc:sldMk cId="2419167630" sldId="1427"/>
        </pc:sldMkLst>
        <pc:spChg chg="add del mod ord">
          <ac:chgData name="Soumita Sengupta" userId="4afa6ce1-cb01-46c2-8538-4650222f0c96" providerId="ADAL" clId="{0A78EE60-BBCD-4A76-81BC-E7FB80E1D58E}" dt="2021-08-23T11:55:06.140" v="1049" actId="478"/>
          <ac:spMkLst>
            <pc:docMk/>
            <pc:sldMk cId="2419167630" sldId="1427"/>
            <ac:spMk id="2" creationId="{E6B9F8D8-0E14-4E2E-B350-2D6B84CC9ECF}"/>
          </ac:spMkLst>
        </pc:spChg>
        <pc:spChg chg="add del mod ord">
          <ac:chgData name="Soumita Sengupta" userId="4afa6ce1-cb01-46c2-8538-4650222f0c96" providerId="ADAL" clId="{0A78EE60-BBCD-4A76-81BC-E7FB80E1D58E}" dt="2021-08-23T11:55:03.575" v="1048" actId="478"/>
          <ac:spMkLst>
            <pc:docMk/>
            <pc:sldMk cId="2419167630" sldId="1427"/>
            <ac:spMk id="3" creationId="{0394B356-194A-4FA9-AF4A-45F6E8D21CAE}"/>
          </ac:spMkLst>
        </pc:spChg>
        <pc:spChg chg="mod ord">
          <ac:chgData name="Soumita Sengupta" userId="4afa6ce1-cb01-46c2-8538-4650222f0c96" providerId="ADAL" clId="{0A78EE60-BBCD-4A76-81BC-E7FB80E1D58E}" dt="2021-08-23T11:54:59.287" v="1047" actId="700"/>
          <ac:spMkLst>
            <pc:docMk/>
            <pc:sldMk cId="2419167630" sldId="1427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4:59.287" v="1047" actId="700"/>
          <ac:spMkLst>
            <pc:docMk/>
            <pc:sldMk cId="2419167630" sldId="1427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0:12:05.747" v="541" actId="5793"/>
          <ac:spMkLst>
            <pc:docMk/>
            <pc:sldMk cId="2419167630" sldId="1427"/>
            <ac:spMk id="11" creationId="{72DFE88F-9300-4DED-B7C5-6DC75B8FEE13}"/>
          </ac:spMkLst>
        </pc:spChg>
        <pc:spChg chg="mod">
          <ac:chgData name="Soumita Sengupta" userId="4afa6ce1-cb01-46c2-8538-4650222f0c96" providerId="ADAL" clId="{0A78EE60-BBCD-4A76-81BC-E7FB80E1D58E}" dt="2021-08-23T10:11:11.486" v="519" actId="14100"/>
          <ac:spMkLst>
            <pc:docMk/>
            <pc:sldMk cId="2419167630" sldId="1427"/>
            <ac:spMk id="12" creationId="{22D153AA-7C04-4067-8571-D3BD8013E971}"/>
          </ac:spMkLst>
        </pc:spChg>
        <pc:picChg chg="del">
          <ac:chgData name="Soumita Sengupta" userId="4afa6ce1-cb01-46c2-8538-4650222f0c96" providerId="ADAL" clId="{0A78EE60-BBCD-4A76-81BC-E7FB80E1D58E}" dt="2021-08-23T10:11:19.523" v="521" actId="478"/>
          <ac:picMkLst>
            <pc:docMk/>
            <pc:sldMk cId="2419167630" sldId="1427"/>
            <ac:picMk id="10" creationId="{9AFC5167-B4A1-420A-B33C-A8EFA45875E8}"/>
          </ac:picMkLst>
        </pc:picChg>
        <pc:picChg chg="del">
          <ac:chgData name="Soumita Sengupta" userId="4afa6ce1-cb01-46c2-8538-4650222f0c96" providerId="ADAL" clId="{0A78EE60-BBCD-4A76-81BC-E7FB80E1D58E}" dt="2021-08-23T10:11:17.563" v="520" actId="478"/>
          <ac:picMkLst>
            <pc:docMk/>
            <pc:sldMk cId="2419167630" sldId="1427"/>
            <ac:picMk id="13" creationId="{64E05E30-9487-4497-8FFD-99DF5C12457B}"/>
          </ac:picMkLst>
        </pc:picChg>
        <pc:picChg chg="del">
          <ac:chgData name="Soumita Sengupta" userId="4afa6ce1-cb01-46c2-8538-4650222f0c96" providerId="ADAL" clId="{0A78EE60-BBCD-4A76-81BC-E7FB80E1D58E}" dt="2021-08-23T10:11:20.460" v="522" actId="478"/>
          <ac:picMkLst>
            <pc:docMk/>
            <pc:sldMk cId="2419167630" sldId="1427"/>
            <ac:picMk id="14" creationId="{BBACCA3A-51A9-4082-958A-7DA7AA429684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5:26.842" v="1052" actId="478"/>
        <pc:sldMkLst>
          <pc:docMk/>
          <pc:sldMk cId="2239575331" sldId="1428"/>
        </pc:sldMkLst>
        <pc:spChg chg="mod ord">
          <ac:chgData name="Soumita Sengupta" userId="4afa6ce1-cb01-46c2-8538-4650222f0c96" providerId="ADAL" clId="{0A78EE60-BBCD-4A76-81BC-E7FB80E1D58E}" dt="2021-08-23T11:55:18.898" v="1050" actId="700"/>
          <ac:spMkLst>
            <pc:docMk/>
            <pc:sldMk cId="2239575331" sldId="1428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5:26.842" v="1052" actId="478"/>
          <ac:spMkLst>
            <pc:docMk/>
            <pc:sldMk cId="2239575331" sldId="1428"/>
            <ac:spMk id="5" creationId="{0027D141-6E0A-4D08-9E3E-88A9F3FAB47A}"/>
          </ac:spMkLst>
        </pc:spChg>
        <pc:spChg chg="add del mod ord">
          <ac:chgData name="Soumita Sengupta" userId="4afa6ce1-cb01-46c2-8538-4650222f0c96" providerId="ADAL" clId="{0A78EE60-BBCD-4A76-81BC-E7FB80E1D58E}" dt="2021-08-23T11:55:21.685" v="1051" actId="478"/>
          <ac:spMkLst>
            <pc:docMk/>
            <pc:sldMk cId="2239575331" sldId="1428"/>
            <ac:spMk id="6" creationId="{2ADC3AE3-B776-4E6A-8D69-A3657126BEA6}"/>
          </ac:spMkLst>
        </pc:spChg>
        <pc:spChg chg="mod ord">
          <ac:chgData name="Soumita Sengupta" userId="4afa6ce1-cb01-46c2-8538-4650222f0c96" providerId="ADAL" clId="{0A78EE60-BBCD-4A76-81BC-E7FB80E1D58E}" dt="2021-08-23T11:55:18.898" v="1050" actId="700"/>
          <ac:spMkLst>
            <pc:docMk/>
            <pc:sldMk cId="2239575331" sldId="1428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10:12:38.068" v="547" actId="22"/>
          <ac:spMkLst>
            <pc:docMk/>
            <pc:sldMk cId="2239575331" sldId="1428"/>
            <ac:spMk id="10" creationId="{920C2E4D-2DF1-44C7-88CD-2ECDEC88DB89}"/>
          </ac:spMkLst>
        </pc:spChg>
        <pc:spChg chg="del mod">
          <ac:chgData name="Soumita Sengupta" userId="4afa6ce1-cb01-46c2-8538-4650222f0c96" providerId="ADAL" clId="{0A78EE60-BBCD-4A76-81BC-E7FB80E1D58E}" dt="2021-08-23T10:12:18.422" v="545"/>
          <ac:spMkLst>
            <pc:docMk/>
            <pc:sldMk cId="2239575331" sldId="1428"/>
            <ac:spMk id="11" creationId="{72DFE88F-9300-4DED-B7C5-6DC75B8FEE13}"/>
          </ac:spMkLst>
        </pc:spChg>
        <pc:spChg chg="add mod">
          <ac:chgData name="Soumita Sengupta" userId="4afa6ce1-cb01-46c2-8538-4650222f0c96" providerId="ADAL" clId="{0A78EE60-BBCD-4A76-81BC-E7FB80E1D58E}" dt="2021-08-23T10:16:52.288" v="579" actId="948"/>
          <ac:spMkLst>
            <pc:docMk/>
            <pc:sldMk cId="2239575331" sldId="1428"/>
            <ac:spMk id="13" creationId="{8ACF8C8A-F9D5-420E-97AA-5EEBE37EDF45}"/>
          </ac:spMkLst>
        </pc:spChg>
        <pc:picChg chg="add mod">
          <ac:chgData name="Soumita Sengupta" userId="4afa6ce1-cb01-46c2-8538-4650222f0c96" providerId="ADAL" clId="{0A78EE60-BBCD-4A76-81BC-E7FB80E1D58E}" dt="2021-08-23T10:14:19.638" v="573" actId="1076"/>
          <ac:picMkLst>
            <pc:docMk/>
            <pc:sldMk cId="2239575331" sldId="1428"/>
            <ac:picMk id="14" creationId="{57F093EF-FC80-4317-92B9-200A9F25F5C6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6:21.719" v="1067" actId="1076"/>
        <pc:sldMkLst>
          <pc:docMk/>
          <pc:sldMk cId="304666948" sldId="1429"/>
        </pc:sldMkLst>
        <pc:spChg chg="add del mod ord">
          <ac:chgData name="Soumita Sengupta" userId="4afa6ce1-cb01-46c2-8538-4650222f0c96" providerId="ADAL" clId="{0A78EE60-BBCD-4A76-81BC-E7FB80E1D58E}" dt="2021-08-23T11:56:09.684" v="1062" actId="478"/>
          <ac:spMkLst>
            <pc:docMk/>
            <pc:sldMk cId="304666948" sldId="1429"/>
            <ac:spMk id="2" creationId="{32C2350F-3179-4444-9242-1C3ABF452289}"/>
          </ac:spMkLst>
        </pc:spChg>
        <pc:spChg chg="add del mod ord">
          <ac:chgData name="Soumita Sengupta" userId="4afa6ce1-cb01-46c2-8538-4650222f0c96" providerId="ADAL" clId="{0A78EE60-BBCD-4A76-81BC-E7FB80E1D58E}" dt="2021-08-23T11:55:36.217" v="1054" actId="478"/>
          <ac:spMkLst>
            <pc:docMk/>
            <pc:sldMk cId="304666948" sldId="1429"/>
            <ac:spMk id="3" creationId="{5AE222EF-B951-4F73-A17D-788F84584752}"/>
          </ac:spMkLst>
        </pc:spChg>
        <pc:spChg chg="mod ord">
          <ac:chgData name="Soumita Sengupta" userId="4afa6ce1-cb01-46c2-8538-4650222f0c96" providerId="ADAL" clId="{0A78EE60-BBCD-4A76-81BC-E7FB80E1D58E}" dt="2021-08-23T11:55:31.265" v="1053" actId="700"/>
          <ac:spMkLst>
            <pc:docMk/>
            <pc:sldMk cId="304666948" sldId="1429"/>
            <ac:spMk id="4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56:02.748" v="1060" actId="1076"/>
          <ac:spMkLst>
            <pc:docMk/>
            <pc:sldMk cId="304666948" sldId="1429"/>
            <ac:spMk id="8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5:31.265" v="1053" actId="700"/>
          <ac:spMkLst>
            <pc:docMk/>
            <pc:sldMk cId="304666948" sldId="1429"/>
            <ac:spMk id="9" creationId="{00000000-0000-0000-0000-000000000000}"/>
          </ac:spMkLst>
        </pc:spChg>
        <pc:spChg chg="add del mod">
          <ac:chgData name="Soumita Sengupta" userId="4afa6ce1-cb01-46c2-8538-4650222f0c96" providerId="ADAL" clId="{0A78EE60-BBCD-4A76-81BC-E7FB80E1D58E}" dt="2021-08-23T11:56:14.446" v="1063" actId="1076"/>
          <ac:spMkLst>
            <pc:docMk/>
            <pc:sldMk cId="304666948" sldId="1429"/>
            <ac:spMk id="12" creationId="{22D153AA-7C04-4067-8571-D3BD8013E971}"/>
          </ac:spMkLst>
        </pc:spChg>
        <pc:spChg chg="mod">
          <ac:chgData name="Soumita Sengupta" userId="4afa6ce1-cb01-46c2-8538-4650222f0c96" providerId="ADAL" clId="{0A78EE60-BBCD-4A76-81BC-E7FB80E1D58E}" dt="2021-08-23T10:17:46.039" v="585" actId="1076"/>
          <ac:spMkLst>
            <pc:docMk/>
            <pc:sldMk cId="304666948" sldId="1429"/>
            <ac:spMk id="13" creationId="{8ACF8C8A-F9D5-420E-97AA-5EEBE37EDF45}"/>
          </ac:spMkLst>
        </pc:spChg>
        <pc:picChg chg="add mod">
          <ac:chgData name="Soumita Sengupta" userId="4afa6ce1-cb01-46c2-8538-4650222f0c96" providerId="ADAL" clId="{0A78EE60-BBCD-4A76-81BC-E7FB80E1D58E}" dt="2021-08-23T11:56:21.719" v="1067" actId="1076"/>
          <ac:picMkLst>
            <pc:docMk/>
            <pc:sldMk cId="304666948" sldId="1429"/>
            <ac:picMk id="10" creationId="{D17F3FE0-B2B6-467E-A5E2-D1BD88FAECFE}"/>
          </ac:picMkLst>
        </pc:picChg>
        <pc:picChg chg="del">
          <ac:chgData name="Soumita Sengupta" userId="4afa6ce1-cb01-46c2-8538-4650222f0c96" providerId="ADAL" clId="{0A78EE60-BBCD-4A76-81BC-E7FB80E1D58E}" dt="2021-08-23T10:17:24.580" v="582" actId="478"/>
          <ac:picMkLst>
            <pc:docMk/>
            <pc:sldMk cId="304666948" sldId="1429"/>
            <ac:picMk id="14" creationId="{57F093EF-FC80-4317-92B9-200A9F25F5C6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6:46.910" v="1073" actId="1076"/>
        <pc:sldMkLst>
          <pc:docMk/>
          <pc:sldMk cId="1574462772" sldId="1430"/>
        </pc:sldMkLst>
        <pc:spChg chg="add del mod ord">
          <ac:chgData name="Soumita Sengupta" userId="4afa6ce1-cb01-46c2-8538-4650222f0c96" providerId="ADAL" clId="{0A78EE60-BBCD-4A76-81BC-E7FB80E1D58E}" dt="2021-08-23T11:56:40.321" v="1071" actId="478"/>
          <ac:spMkLst>
            <pc:docMk/>
            <pc:sldMk cId="1574462772" sldId="1430"/>
            <ac:spMk id="3" creationId="{AAEE869A-2E08-48BA-8A22-FFE23DA8D1C1}"/>
          </ac:spMkLst>
        </pc:spChg>
        <pc:spChg chg="mod ord">
          <ac:chgData name="Soumita Sengupta" userId="4afa6ce1-cb01-46c2-8538-4650222f0c96" providerId="ADAL" clId="{0A78EE60-BBCD-4A76-81BC-E7FB80E1D58E}" dt="2021-08-23T11:56:32.590" v="1068" actId="700"/>
          <ac:spMkLst>
            <pc:docMk/>
            <pc:sldMk cId="1574462772" sldId="1430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6:35.704" v="1069" actId="478"/>
          <ac:spMkLst>
            <pc:docMk/>
            <pc:sldMk cId="1574462772" sldId="1430"/>
            <ac:spMk id="5" creationId="{161B14BC-CEC9-4A64-92F2-92409DCBF7EA}"/>
          </ac:spMkLst>
        </pc:spChg>
        <pc:spChg chg="mod ord">
          <ac:chgData name="Soumita Sengupta" userId="4afa6ce1-cb01-46c2-8538-4650222f0c96" providerId="ADAL" clId="{0A78EE60-BBCD-4A76-81BC-E7FB80E1D58E}" dt="2021-08-23T11:56:32.590" v="1068" actId="700"/>
          <ac:spMkLst>
            <pc:docMk/>
            <pc:sldMk cId="1574462772" sldId="1430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56:44.486" v="1072" actId="1076"/>
          <ac:spMkLst>
            <pc:docMk/>
            <pc:sldMk cId="1574462772" sldId="1430"/>
            <ac:spMk id="13" creationId="{8ACF8C8A-F9D5-420E-97AA-5EEBE37EDF45}"/>
          </ac:spMkLst>
        </pc:spChg>
        <pc:graphicFrameChg chg="add del mod">
          <ac:chgData name="Soumita Sengupta" userId="4afa6ce1-cb01-46c2-8538-4650222f0c96" providerId="ADAL" clId="{0A78EE60-BBCD-4A76-81BC-E7FB80E1D58E}" dt="2021-08-23T10:18:26.903" v="596"/>
          <ac:graphicFrameMkLst>
            <pc:docMk/>
            <pc:sldMk cId="1574462772" sldId="1430"/>
            <ac:graphicFrameMk id="11" creationId="{15A4EA1F-7C38-4CCF-924B-514FC2DFAD84}"/>
          </ac:graphicFrameMkLst>
        </pc:graphicFrameChg>
        <pc:picChg chg="add mod">
          <ac:chgData name="Soumita Sengupta" userId="4afa6ce1-cb01-46c2-8538-4650222f0c96" providerId="ADAL" clId="{0A78EE60-BBCD-4A76-81BC-E7FB80E1D58E}" dt="2021-08-23T11:56:46.910" v="1073" actId="1076"/>
          <ac:picMkLst>
            <pc:docMk/>
            <pc:sldMk cId="1574462772" sldId="1430"/>
            <ac:picMk id="2" creationId="{8FFC2E21-1373-4335-A1AA-CCB37D571885}"/>
          </ac:picMkLst>
        </pc:picChg>
        <pc:picChg chg="del">
          <ac:chgData name="Soumita Sengupta" userId="4afa6ce1-cb01-46c2-8538-4650222f0c96" providerId="ADAL" clId="{0A78EE60-BBCD-4A76-81BC-E7FB80E1D58E}" dt="2021-08-23T10:18:23.269" v="594" actId="478"/>
          <ac:picMkLst>
            <pc:docMk/>
            <pc:sldMk cId="1574462772" sldId="1430"/>
            <ac:picMk id="10" creationId="{D17F3FE0-B2B6-467E-A5E2-D1BD88FAECFE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7:00.465" v="1076" actId="478"/>
        <pc:sldMkLst>
          <pc:docMk/>
          <pc:sldMk cId="1672728295" sldId="1431"/>
        </pc:sldMkLst>
        <pc:spChg chg="add del mod ord">
          <ac:chgData name="Soumita Sengupta" userId="4afa6ce1-cb01-46c2-8538-4650222f0c96" providerId="ADAL" clId="{0A78EE60-BBCD-4A76-81BC-E7FB80E1D58E}" dt="2021-08-23T11:57:00.465" v="1076" actId="478"/>
          <ac:spMkLst>
            <pc:docMk/>
            <pc:sldMk cId="1672728295" sldId="1431"/>
            <ac:spMk id="3" creationId="{DAD72AA4-1B74-40BE-9954-01DB7EC86773}"/>
          </ac:spMkLst>
        </pc:spChg>
        <pc:spChg chg="mod ord">
          <ac:chgData name="Soumita Sengupta" userId="4afa6ce1-cb01-46c2-8538-4650222f0c96" providerId="ADAL" clId="{0A78EE60-BBCD-4A76-81BC-E7FB80E1D58E}" dt="2021-08-23T11:56:52.593" v="1074" actId="700"/>
          <ac:spMkLst>
            <pc:docMk/>
            <pc:sldMk cId="1672728295" sldId="1431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6:57.502" v="1075" actId="478"/>
          <ac:spMkLst>
            <pc:docMk/>
            <pc:sldMk cId="1672728295" sldId="1431"/>
            <ac:spMk id="5" creationId="{6B641390-7E32-4FA8-AD0B-CBE140AF1279}"/>
          </ac:spMkLst>
        </pc:spChg>
        <pc:spChg chg="mod ord">
          <ac:chgData name="Soumita Sengupta" userId="4afa6ce1-cb01-46c2-8538-4650222f0c96" providerId="ADAL" clId="{0A78EE60-BBCD-4A76-81BC-E7FB80E1D58E}" dt="2021-08-23T11:56:52.593" v="1074" actId="700"/>
          <ac:spMkLst>
            <pc:docMk/>
            <pc:sldMk cId="1672728295" sldId="1431"/>
            <ac:spMk id="9" creationId="{00000000-0000-0000-0000-000000000000}"/>
          </ac:spMkLst>
        </pc:spChg>
        <pc:graphicFrameChg chg="add mod modGraphic">
          <ac:chgData name="Soumita Sengupta" userId="4afa6ce1-cb01-46c2-8538-4650222f0c96" providerId="ADAL" clId="{0A78EE60-BBCD-4A76-81BC-E7FB80E1D58E}" dt="2021-08-23T10:21:11.374" v="616" actId="14100"/>
          <ac:graphicFrameMkLst>
            <pc:docMk/>
            <pc:sldMk cId="1672728295" sldId="1431"/>
            <ac:graphicFrameMk id="10" creationId="{A12279C7-33A8-4E95-BA7A-A7595445398C}"/>
          </ac:graphicFrameMkLst>
        </pc:graphicFrameChg>
        <pc:picChg chg="del">
          <ac:chgData name="Soumita Sengupta" userId="4afa6ce1-cb01-46c2-8538-4650222f0c96" providerId="ADAL" clId="{0A78EE60-BBCD-4A76-81BC-E7FB80E1D58E}" dt="2021-08-23T10:20:23.587" v="609" actId="478"/>
          <ac:picMkLst>
            <pc:docMk/>
            <pc:sldMk cId="1672728295" sldId="1431"/>
            <ac:picMk id="2" creationId="{8FFC2E21-1373-4335-A1AA-CCB37D571885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7:34.475" v="1081" actId="1076"/>
        <pc:sldMkLst>
          <pc:docMk/>
          <pc:sldMk cId="2163140918" sldId="1432"/>
        </pc:sldMkLst>
        <pc:spChg chg="add del mod ord">
          <ac:chgData name="Soumita Sengupta" userId="4afa6ce1-cb01-46c2-8538-4650222f0c96" providerId="ADAL" clId="{0A78EE60-BBCD-4A76-81BC-E7FB80E1D58E}" dt="2021-08-23T11:57:31.246" v="1080" actId="478"/>
          <ac:spMkLst>
            <pc:docMk/>
            <pc:sldMk cId="2163140918" sldId="1432"/>
            <ac:spMk id="2" creationId="{465ADF43-9647-444D-B1A3-F3F0076DEC72}"/>
          </ac:spMkLst>
        </pc:spChg>
        <pc:spChg chg="add del mod ord">
          <ac:chgData name="Soumita Sengupta" userId="4afa6ce1-cb01-46c2-8538-4650222f0c96" providerId="ADAL" clId="{0A78EE60-BBCD-4A76-81BC-E7FB80E1D58E}" dt="2021-08-23T11:57:13.233" v="1078" actId="478"/>
          <ac:spMkLst>
            <pc:docMk/>
            <pc:sldMk cId="2163140918" sldId="1432"/>
            <ac:spMk id="3" creationId="{CD1DF70B-9E23-4048-82C2-659D549D06B3}"/>
          </ac:spMkLst>
        </pc:spChg>
        <pc:spChg chg="mod ord">
          <ac:chgData name="Soumita Sengupta" userId="4afa6ce1-cb01-46c2-8538-4650222f0c96" providerId="ADAL" clId="{0A78EE60-BBCD-4A76-81BC-E7FB80E1D58E}" dt="2021-08-23T11:57:10.502" v="1077" actId="700"/>
          <ac:spMkLst>
            <pc:docMk/>
            <pc:sldMk cId="2163140918" sldId="1432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1:57:10.502" v="1077" actId="700"/>
          <ac:spMkLst>
            <pc:docMk/>
            <pc:sldMk cId="2163140918" sldId="1432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57:34.475" v="1081" actId="1076"/>
          <ac:spMkLst>
            <pc:docMk/>
            <pc:sldMk cId="2163140918" sldId="1432"/>
            <ac:spMk id="12" creationId="{22D153AA-7C04-4067-8571-D3BD8013E971}"/>
          </ac:spMkLst>
        </pc:spChg>
        <pc:spChg chg="mod">
          <ac:chgData name="Soumita Sengupta" userId="4afa6ce1-cb01-46c2-8538-4650222f0c96" providerId="ADAL" clId="{0A78EE60-BBCD-4A76-81BC-E7FB80E1D58E}" dt="2021-08-23T10:25:24.167" v="631" actId="12"/>
          <ac:spMkLst>
            <pc:docMk/>
            <pc:sldMk cId="2163140918" sldId="1432"/>
            <ac:spMk id="13" creationId="{8ACF8C8A-F9D5-420E-97AA-5EEBE37EDF45}"/>
          </ac:spMkLst>
        </pc:spChg>
        <pc:picChg chg="del">
          <ac:chgData name="Soumita Sengupta" userId="4afa6ce1-cb01-46c2-8538-4650222f0c96" providerId="ADAL" clId="{0A78EE60-BBCD-4A76-81BC-E7FB80E1D58E}" dt="2021-08-23T10:24:20.677" v="618" actId="478"/>
          <ac:picMkLst>
            <pc:docMk/>
            <pc:sldMk cId="2163140918" sldId="1432"/>
            <ac:picMk id="10" creationId="{D17F3FE0-B2B6-467E-A5E2-D1BD88FAECFE}"/>
          </ac:picMkLst>
        </pc:picChg>
        <pc:picChg chg="add mod">
          <ac:chgData name="Soumita Sengupta" userId="4afa6ce1-cb01-46c2-8538-4650222f0c96" providerId="ADAL" clId="{0A78EE60-BBCD-4A76-81BC-E7FB80E1D58E}" dt="2021-08-23T10:25:14.891" v="630" actId="1076"/>
          <ac:picMkLst>
            <pc:docMk/>
            <pc:sldMk cId="2163140918" sldId="1432"/>
            <ac:picMk id="11" creationId="{731B5BC1-FF4B-4867-A6E4-938485721F7F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1:59:58.023" v="1087" actId="14100"/>
        <pc:sldMkLst>
          <pc:docMk/>
          <pc:sldMk cId="2231482636" sldId="1433"/>
        </pc:sldMkLst>
        <pc:spChg chg="mod ord">
          <ac:chgData name="Soumita Sengupta" userId="4afa6ce1-cb01-46c2-8538-4650222f0c96" providerId="ADAL" clId="{0A78EE60-BBCD-4A76-81BC-E7FB80E1D58E}" dt="2021-08-23T11:59:43.097" v="1082" actId="700"/>
          <ac:spMkLst>
            <pc:docMk/>
            <pc:sldMk cId="2231482636" sldId="1433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1:59:50.199" v="1084" actId="478"/>
          <ac:spMkLst>
            <pc:docMk/>
            <pc:sldMk cId="2231482636" sldId="1433"/>
            <ac:spMk id="7" creationId="{94E26495-5E99-4CAD-9C4A-DD17463E577F}"/>
          </ac:spMkLst>
        </pc:spChg>
        <pc:spChg chg="mod ord">
          <ac:chgData name="Soumita Sengupta" userId="4afa6ce1-cb01-46c2-8538-4650222f0c96" providerId="ADAL" clId="{0A78EE60-BBCD-4A76-81BC-E7FB80E1D58E}" dt="2021-08-23T11:59:43.097" v="1082" actId="700"/>
          <ac:spMkLst>
            <pc:docMk/>
            <pc:sldMk cId="2231482636" sldId="1433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0:28:05.469" v="633" actId="6549"/>
          <ac:spMkLst>
            <pc:docMk/>
            <pc:sldMk cId="2231482636" sldId="1433"/>
            <ac:spMk id="13" creationId="{8ACF8C8A-F9D5-420E-97AA-5EEBE37EDF45}"/>
          </ac:spMkLst>
        </pc:spChg>
        <pc:spChg chg="add del">
          <ac:chgData name="Soumita Sengupta" userId="4afa6ce1-cb01-46c2-8538-4650222f0c96" providerId="ADAL" clId="{0A78EE60-BBCD-4A76-81BC-E7FB80E1D58E}" dt="2021-08-23T10:28:23.395" v="638" actId="22"/>
          <ac:spMkLst>
            <pc:docMk/>
            <pc:sldMk cId="2231482636" sldId="1433"/>
            <ac:spMk id="14" creationId="{DD5623FD-1A0A-40C6-B90A-0866A808C323}"/>
          </ac:spMkLst>
        </pc:spChg>
        <pc:spChg chg="add mod">
          <ac:chgData name="Soumita Sengupta" userId="4afa6ce1-cb01-46c2-8538-4650222f0c96" providerId="ADAL" clId="{0A78EE60-BBCD-4A76-81BC-E7FB80E1D58E}" dt="2021-08-23T10:29:15.102" v="654" actId="1076"/>
          <ac:spMkLst>
            <pc:docMk/>
            <pc:sldMk cId="2231482636" sldId="1433"/>
            <ac:spMk id="15" creationId="{D35998FF-C74B-4C47-A881-2A0BB3239E0B}"/>
          </ac:spMkLst>
        </pc:spChg>
        <pc:spChg chg="add">
          <ac:chgData name="Soumita Sengupta" userId="4afa6ce1-cb01-46c2-8538-4650222f0c96" providerId="ADAL" clId="{0A78EE60-BBCD-4A76-81BC-E7FB80E1D58E}" dt="2021-08-23T10:28:45.089" v="645" actId="22"/>
          <ac:spMkLst>
            <pc:docMk/>
            <pc:sldMk cId="2231482636" sldId="1433"/>
            <ac:spMk id="16" creationId="{D4872EC0-5D64-4EA9-A7CF-1D31FB874C6D}"/>
          </ac:spMkLst>
        </pc:spChg>
        <pc:spChg chg="add del mod ord">
          <ac:chgData name="Soumita Sengupta" userId="4afa6ce1-cb01-46c2-8538-4650222f0c96" providerId="ADAL" clId="{0A78EE60-BBCD-4A76-81BC-E7FB80E1D58E}" dt="2021-08-23T11:59:47.507" v="1083" actId="478"/>
          <ac:spMkLst>
            <pc:docMk/>
            <pc:sldMk cId="2231482636" sldId="1433"/>
            <ac:spMk id="18" creationId="{50A1BCE4-0A4A-4EE4-BCB4-E7CCA2684DD4}"/>
          </ac:spMkLst>
        </pc:spChg>
        <pc:graphicFrameChg chg="add del mod">
          <ac:chgData name="Soumita Sengupta" userId="4afa6ce1-cb01-46c2-8538-4650222f0c96" providerId="ADAL" clId="{0A78EE60-BBCD-4A76-81BC-E7FB80E1D58E}" dt="2021-08-23T10:28:59.175" v="647"/>
          <ac:graphicFrameMkLst>
            <pc:docMk/>
            <pc:sldMk cId="2231482636" sldId="1433"/>
            <ac:graphicFrameMk id="17" creationId="{DE674871-890F-44F2-B4A2-EA9230C08AED}"/>
          </ac:graphicFrameMkLst>
        </pc:graphicFrameChg>
        <pc:picChg chg="add del mod">
          <ac:chgData name="Soumita Sengupta" userId="4afa6ce1-cb01-46c2-8538-4650222f0c96" providerId="ADAL" clId="{0A78EE60-BBCD-4A76-81BC-E7FB80E1D58E}" dt="2021-08-23T11:59:54.111" v="1085" actId="1076"/>
          <ac:picMkLst>
            <pc:docMk/>
            <pc:sldMk cId="2231482636" sldId="1433"/>
            <ac:picMk id="6" creationId="{E7E99D2F-B8E9-4BD6-8E8B-ECFFE80B0665}"/>
          </ac:picMkLst>
        </pc:picChg>
        <pc:picChg chg="add mod">
          <ac:chgData name="Soumita Sengupta" userId="4afa6ce1-cb01-46c2-8538-4650222f0c96" providerId="ADAL" clId="{0A78EE60-BBCD-4A76-81BC-E7FB80E1D58E}" dt="2021-08-23T11:59:58.023" v="1087" actId="14100"/>
          <ac:picMkLst>
            <pc:docMk/>
            <pc:sldMk cId="2231482636" sldId="1433"/>
            <ac:picMk id="10" creationId="{DEA2FAD2-CF6A-4EB2-9CB5-D03818DA33FB}"/>
          </ac:picMkLst>
        </pc:picChg>
        <pc:picChg chg="del">
          <ac:chgData name="Soumita Sengupta" userId="4afa6ce1-cb01-46c2-8538-4650222f0c96" providerId="ADAL" clId="{0A78EE60-BBCD-4A76-81BC-E7FB80E1D58E}" dt="2021-08-23T10:28:07.863" v="634" actId="478"/>
          <ac:picMkLst>
            <pc:docMk/>
            <pc:sldMk cId="2231482636" sldId="1433"/>
            <ac:picMk id="11" creationId="{731B5BC1-FF4B-4867-A6E4-938485721F7F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00:27.770" v="1094" actId="1076"/>
        <pc:sldMkLst>
          <pc:docMk/>
          <pc:sldMk cId="3775871403" sldId="1434"/>
        </pc:sldMkLst>
        <pc:spChg chg="add del mod ord">
          <ac:chgData name="Soumita Sengupta" userId="4afa6ce1-cb01-46c2-8538-4650222f0c96" providerId="ADAL" clId="{0A78EE60-BBCD-4A76-81BC-E7FB80E1D58E}" dt="2021-08-23T12:00:18.475" v="1091" actId="478"/>
          <ac:spMkLst>
            <pc:docMk/>
            <pc:sldMk cId="3775871403" sldId="1434"/>
            <ac:spMk id="2" creationId="{710A98FF-C5DC-4EE8-9A8E-B6A5AC77D68B}"/>
          </ac:spMkLst>
        </pc:spChg>
        <pc:spChg chg="add del mod ord">
          <ac:chgData name="Soumita Sengupta" userId="4afa6ce1-cb01-46c2-8538-4650222f0c96" providerId="ADAL" clId="{0A78EE60-BBCD-4A76-81BC-E7FB80E1D58E}" dt="2021-08-23T12:00:07.119" v="1089" actId="478"/>
          <ac:spMkLst>
            <pc:docMk/>
            <pc:sldMk cId="3775871403" sldId="1434"/>
            <ac:spMk id="3" creationId="{4183E404-ADCF-4746-8300-505475C6AC81}"/>
          </ac:spMkLst>
        </pc:spChg>
        <pc:spChg chg="mod ord">
          <ac:chgData name="Soumita Sengupta" userId="4afa6ce1-cb01-46c2-8538-4650222f0c96" providerId="ADAL" clId="{0A78EE60-BBCD-4A76-81BC-E7FB80E1D58E}" dt="2021-08-23T12:00:03.450" v="1088" actId="700"/>
          <ac:spMkLst>
            <pc:docMk/>
            <pc:sldMk cId="3775871403" sldId="1434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00:03.450" v="1088" actId="700"/>
          <ac:spMkLst>
            <pc:docMk/>
            <pc:sldMk cId="3775871403" sldId="1434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2:00:27.770" v="1094" actId="1076"/>
          <ac:spMkLst>
            <pc:docMk/>
            <pc:sldMk cId="3775871403" sldId="1434"/>
            <ac:spMk id="12" creationId="{22D153AA-7C04-4067-8571-D3BD8013E971}"/>
          </ac:spMkLst>
        </pc:spChg>
        <pc:spChg chg="mod">
          <ac:chgData name="Soumita Sengupta" userId="4afa6ce1-cb01-46c2-8538-4650222f0c96" providerId="ADAL" clId="{0A78EE60-BBCD-4A76-81BC-E7FB80E1D58E}" dt="2021-08-23T10:31:38.597" v="677" actId="21"/>
          <ac:spMkLst>
            <pc:docMk/>
            <pc:sldMk cId="3775871403" sldId="1434"/>
            <ac:spMk id="13" creationId="{8ACF8C8A-F9D5-420E-97AA-5EEBE37EDF45}"/>
          </ac:spMkLst>
        </pc:spChg>
        <pc:spChg chg="mod">
          <ac:chgData name="Soumita Sengupta" userId="4afa6ce1-cb01-46c2-8538-4650222f0c96" providerId="ADAL" clId="{0A78EE60-BBCD-4A76-81BC-E7FB80E1D58E}" dt="2021-08-23T12:00:24.623" v="1093" actId="1076"/>
          <ac:spMkLst>
            <pc:docMk/>
            <pc:sldMk cId="3775871403" sldId="1434"/>
            <ac:spMk id="15" creationId="{D35998FF-C74B-4C47-A881-2A0BB3239E0B}"/>
          </ac:spMkLst>
        </pc:spChg>
        <pc:picChg chg="del">
          <ac:chgData name="Soumita Sengupta" userId="4afa6ce1-cb01-46c2-8538-4650222f0c96" providerId="ADAL" clId="{0A78EE60-BBCD-4A76-81BC-E7FB80E1D58E}" dt="2021-08-23T10:30:02.427" v="658" actId="478"/>
          <ac:picMkLst>
            <pc:docMk/>
            <pc:sldMk cId="3775871403" sldId="1434"/>
            <ac:picMk id="6" creationId="{E7E99D2F-B8E9-4BD6-8E8B-ECFFE80B0665}"/>
          </ac:picMkLst>
        </pc:picChg>
        <pc:picChg chg="del">
          <ac:chgData name="Soumita Sengupta" userId="4afa6ce1-cb01-46c2-8538-4650222f0c96" providerId="ADAL" clId="{0A78EE60-BBCD-4A76-81BC-E7FB80E1D58E}" dt="2021-08-23T10:30:09.226" v="659" actId="478"/>
          <ac:picMkLst>
            <pc:docMk/>
            <pc:sldMk cId="3775871403" sldId="1434"/>
            <ac:picMk id="10" creationId="{DEA2FAD2-CF6A-4EB2-9CB5-D03818DA33FB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18:12.468" v="1098" actId="478"/>
        <pc:sldMkLst>
          <pc:docMk/>
          <pc:sldMk cId="707183902" sldId="1435"/>
        </pc:sldMkLst>
        <pc:spChg chg="add del mod ord">
          <ac:chgData name="Soumita Sengupta" userId="4afa6ce1-cb01-46c2-8538-4650222f0c96" providerId="ADAL" clId="{0A78EE60-BBCD-4A76-81BC-E7FB80E1D58E}" dt="2021-08-23T12:18:12.468" v="1098" actId="478"/>
          <ac:spMkLst>
            <pc:docMk/>
            <pc:sldMk cId="707183902" sldId="1435"/>
            <ac:spMk id="2" creationId="{30EAC005-C1C9-4166-8AAC-4019A6B5E3FA}"/>
          </ac:spMkLst>
        </pc:spChg>
        <pc:spChg chg="add del mod ord">
          <ac:chgData name="Soumita Sengupta" userId="4afa6ce1-cb01-46c2-8538-4650222f0c96" providerId="ADAL" clId="{0A78EE60-BBCD-4A76-81BC-E7FB80E1D58E}" dt="2021-08-23T12:18:07.228" v="1096" actId="478"/>
          <ac:spMkLst>
            <pc:docMk/>
            <pc:sldMk cId="707183902" sldId="1435"/>
            <ac:spMk id="3" creationId="{61E12A14-EE53-4D97-95E6-F549850403F6}"/>
          </ac:spMkLst>
        </pc:spChg>
        <pc:spChg chg="mod ord">
          <ac:chgData name="Soumita Sengupta" userId="4afa6ce1-cb01-46c2-8538-4650222f0c96" providerId="ADAL" clId="{0A78EE60-BBCD-4A76-81BC-E7FB80E1D58E}" dt="2021-08-23T12:18:03.522" v="1095" actId="700"/>
          <ac:spMkLst>
            <pc:docMk/>
            <pc:sldMk cId="707183902" sldId="1435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18:03.522" v="1095" actId="700"/>
          <ac:spMkLst>
            <pc:docMk/>
            <pc:sldMk cId="707183902" sldId="1435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0:42:45" v="727" actId="33524"/>
          <ac:spMkLst>
            <pc:docMk/>
            <pc:sldMk cId="707183902" sldId="1435"/>
            <ac:spMk id="15" creationId="{D35998FF-C74B-4C47-A881-2A0BB3239E0B}"/>
          </ac:spMkLst>
        </pc:spChg>
        <pc:spChg chg="del">
          <ac:chgData name="Soumita Sengupta" userId="4afa6ce1-cb01-46c2-8538-4650222f0c96" providerId="ADAL" clId="{0A78EE60-BBCD-4A76-81BC-E7FB80E1D58E}" dt="2021-08-23T10:34:03.181" v="696" actId="478"/>
          <ac:spMkLst>
            <pc:docMk/>
            <pc:sldMk cId="707183902" sldId="1435"/>
            <ac:spMk id="16" creationId="{D4872EC0-5D64-4EA9-A7CF-1D31FB874C6D}"/>
          </ac:spMkLst>
        </pc:spChg>
        <pc:picChg chg="add mod">
          <ac:chgData name="Soumita Sengupta" userId="4afa6ce1-cb01-46c2-8538-4650222f0c96" providerId="ADAL" clId="{0A78EE60-BBCD-4A76-81BC-E7FB80E1D58E}" dt="2021-08-23T10:42:37.321" v="726" actId="1076"/>
          <ac:picMkLst>
            <pc:docMk/>
            <pc:sldMk cId="707183902" sldId="1435"/>
            <ac:picMk id="10" creationId="{AE893B6F-B003-408C-972A-89EE71CE3CF5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18:26.764" v="1101" actId="478"/>
        <pc:sldMkLst>
          <pc:docMk/>
          <pc:sldMk cId="2259711440" sldId="1436"/>
        </pc:sldMkLst>
        <pc:spChg chg="add del mod ord">
          <ac:chgData name="Soumita Sengupta" userId="4afa6ce1-cb01-46c2-8538-4650222f0c96" providerId="ADAL" clId="{0A78EE60-BBCD-4A76-81BC-E7FB80E1D58E}" dt="2021-08-23T12:18:24.091" v="1100" actId="478"/>
          <ac:spMkLst>
            <pc:docMk/>
            <pc:sldMk cId="2259711440" sldId="1436"/>
            <ac:spMk id="2" creationId="{E35F405B-F276-47A5-9220-6A369FFE4141}"/>
          </ac:spMkLst>
        </pc:spChg>
        <pc:spChg chg="add del mod ord">
          <ac:chgData name="Soumita Sengupta" userId="4afa6ce1-cb01-46c2-8538-4650222f0c96" providerId="ADAL" clId="{0A78EE60-BBCD-4A76-81BC-E7FB80E1D58E}" dt="2021-08-23T12:18:26.764" v="1101" actId="478"/>
          <ac:spMkLst>
            <pc:docMk/>
            <pc:sldMk cId="2259711440" sldId="1436"/>
            <ac:spMk id="3" creationId="{34DF079F-25B5-4473-A4DD-7427616A2567}"/>
          </ac:spMkLst>
        </pc:spChg>
        <pc:spChg chg="mod ord">
          <ac:chgData name="Soumita Sengupta" userId="4afa6ce1-cb01-46c2-8538-4650222f0c96" providerId="ADAL" clId="{0A78EE60-BBCD-4A76-81BC-E7FB80E1D58E}" dt="2021-08-23T12:18:21.260" v="1099" actId="700"/>
          <ac:spMkLst>
            <pc:docMk/>
            <pc:sldMk cId="2259711440" sldId="1436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18:21.260" v="1099" actId="700"/>
          <ac:spMkLst>
            <pc:docMk/>
            <pc:sldMk cId="2259711440" sldId="1436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21:22.510" v="774" actId="1076"/>
          <ac:spMkLst>
            <pc:docMk/>
            <pc:sldMk cId="2259711440" sldId="1436"/>
            <ac:spMk id="13" creationId="{8ACF8C8A-F9D5-420E-97AA-5EEBE37EDF45}"/>
          </ac:spMkLst>
        </pc:spChg>
        <pc:spChg chg="del mod">
          <ac:chgData name="Soumita Sengupta" userId="4afa6ce1-cb01-46c2-8538-4650222f0c96" providerId="ADAL" clId="{0A78EE60-BBCD-4A76-81BC-E7FB80E1D58E}" dt="2021-08-23T10:43:01.251" v="730"/>
          <ac:spMkLst>
            <pc:docMk/>
            <pc:sldMk cId="2259711440" sldId="1436"/>
            <ac:spMk id="15" creationId="{D35998FF-C74B-4C47-A881-2A0BB3239E0B}"/>
          </ac:spMkLst>
        </pc:spChg>
        <pc:picChg chg="add mod">
          <ac:chgData name="Soumita Sengupta" userId="4afa6ce1-cb01-46c2-8538-4650222f0c96" providerId="ADAL" clId="{0A78EE60-BBCD-4A76-81BC-E7FB80E1D58E}" dt="2021-08-23T11:21:23.994" v="775" actId="1076"/>
          <ac:picMkLst>
            <pc:docMk/>
            <pc:sldMk cId="2259711440" sldId="1436"/>
            <ac:picMk id="10" creationId="{1CB49ECA-9F4D-4A48-AE6C-3DE3CD899259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4T03:07:51.702" v="1159" actId="1076"/>
        <pc:sldMkLst>
          <pc:docMk/>
          <pc:sldMk cId="446448066" sldId="1437"/>
        </pc:sldMkLst>
        <pc:spChg chg="add del mod ord">
          <ac:chgData name="Soumita Sengupta" userId="4afa6ce1-cb01-46c2-8538-4650222f0c96" providerId="ADAL" clId="{0A78EE60-BBCD-4A76-81BC-E7FB80E1D58E}" dt="2021-08-23T12:18:38.803" v="1105" actId="478"/>
          <ac:spMkLst>
            <pc:docMk/>
            <pc:sldMk cId="446448066" sldId="1437"/>
            <ac:spMk id="2" creationId="{0B8E06B9-6A98-4615-B8D4-D1A9C2B6A6F8}"/>
          </ac:spMkLst>
        </pc:spChg>
        <pc:spChg chg="add del mod ord">
          <ac:chgData name="Soumita Sengupta" userId="4afa6ce1-cb01-46c2-8538-4650222f0c96" providerId="ADAL" clId="{0A78EE60-BBCD-4A76-81BC-E7FB80E1D58E}" dt="2021-08-23T12:18:33.904" v="1103" actId="478"/>
          <ac:spMkLst>
            <pc:docMk/>
            <pc:sldMk cId="446448066" sldId="1437"/>
            <ac:spMk id="3" creationId="{0AB1599D-1843-4B12-8F2F-2663835017FA}"/>
          </ac:spMkLst>
        </pc:spChg>
        <pc:spChg chg="mod ord">
          <ac:chgData name="Soumita Sengupta" userId="4afa6ce1-cb01-46c2-8538-4650222f0c96" providerId="ADAL" clId="{0A78EE60-BBCD-4A76-81BC-E7FB80E1D58E}" dt="2021-08-23T12:18:31.104" v="1102" actId="700"/>
          <ac:spMkLst>
            <pc:docMk/>
            <pc:sldMk cId="446448066" sldId="1437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18:31.104" v="1102" actId="700"/>
          <ac:spMkLst>
            <pc:docMk/>
            <pc:sldMk cId="446448066" sldId="1437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24:02.690" v="796" actId="1076"/>
          <ac:spMkLst>
            <pc:docMk/>
            <pc:sldMk cId="446448066" sldId="1437"/>
            <ac:spMk id="13" creationId="{8ACF8C8A-F9D5-420E-97AA-5EEBE37EDF45}"/>
          </ac:spMkLst>
        </pc:spChg>
        <pc:graphicFrameChg chg="add mod modGraphic">
          <ac:chgData name="Soumita Sengupta" userId="4afa6ce1-cb01-46c2-8538-4650222f0c96" providerId="ADAL" clId="{0A78EE60-BBCD-4A76-81BC-E7FB80E1D58E}" dt="2021-08-24T03:07:51.702" v="1159" actId="1076"/>
          <ac:graphicFrameMkLst>
            <pc:docMk/>
            <pc:sldMk cId="446448066" sldId="1437"/>
            <ac:graphicFrameMk id="11" creationId="{E75C991E-A708-47B2-A098-13EDAE73E63C}"/>
          </ac:graphicFrameMkLst>
        </pc:graphicFrameChg>
        <pc:picChg chg="del">
          <ac:chgData name="Soumita Sengupta" userId="4afa6ce1-cb01-46c2-8538-4650222f0c96" providerId="ADAL" clId="{0A78EE60-BBCD-4A76-81BC-E7FB80E1D58E}" dt="2021-08-23T10:46:23.475" v="753" actId="478"/>
          <ac:picMkLst>
            <pc:docMk/>
            <pc:sldMk cId="446448066" sldId="1437"/>
            <ac:picMk id="10" creationId="{1CB49ECA-9F4D-4A48-AE6C-3DE3CD899259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4T03:07:25.711" v="1156" actId="1076"/>
        <pc:sldMkLst>
          <pc:docMk/>
          <pc:sldMk cId="3714464262" sldId="1438"/>
        </pc:sldMkLst>
        <pc:spChg chg="mod ord">
          <ac:chgData name="Soumita Sengupta" userId="4afa6ce1-cb01-46c2-8538-4650222f0c96" providerId="ADAL" clId="{0A78EE60-BBCD-4A76-81BC-E7FB80E1D58E}" dt="2021-08-23T12:18:55.432" v="1109" actId="700"/>
          <ac:spMkLst>
            <pc:docMk/>
            <pc:sldMk cId="3714464262" sldId="1438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2:19:04.993" v="1113" actId="478"/>
          <ac:spMkLst>
            <pc:docMk/>
            <pc:sldMk cId="3714464262" sldId="1438"/>
            <ac:spMk id="5" creationId="{FFD7F6A1-E7F6-476B-A519-6F6F83942A91}"/>
          </ac:spMkLst>
        </pc:spChg>
        <pc:spChg chg="add del mod ord">
          <ac:chgData name="Soumita Sengupta" userId="4afa6ce1-cb01-46c2-8538-4650222f0c96" providerId="ADAL" clId="{0A78EE60-BBCD-4A76-81BC-E7FB80E1D58E}" dt="2021-08-23T12:18:58.857" v="1110" actId="478"/>
          <ac:spMkLst>
            <pc:docMk/>
            <pc:sldMk cId="3714464262" sldId="1438"/>
            <ac:spMk id="6" creationId="{B783C390-7257-4BC1-9503-3E57A40E8F8F}"/>
          </ac:spMkLst>
        </pc:spChg>
        <pc:spChg chg="mod ord">
          <ac:chgData name="Soumita Sengupta" userId="4afa6ce1-cb01-46c2-8538-4650222f0c96" providerId="ADAL" clId="{0A78EE60-BBCD-4A76-81BC-E7FB80E1D58E}" dt="2021-08-23T12:18:55.432" v="1109" actId="700"/>
          <ac:spMkLst>
            <pc:docMk/>
            <pc:sldMk cId="3714464262" sldId="1438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11:27:00.445" v="831" actId="22"/>
          <ac:spMkLst>
            <pc:docMk/>
            <pc:sldMk cId="3714464262" sldId="1438"/>
            <ac:spMk id="10" creationId="{5A1B6AC9-B753-441C-878E-FD59708486B8}"/>
          </ac:spMkLst>
        </pc:spChg>
        <pc:spChg chg="mod">
          <ac:chgData name="Soumita Sengupta" userId="4afa6ce1-cb01-46c2-8538-4650222f0c96" providerId="ADAL" clId="{0A78EE60-BBCD-4A76-81BC-E7FB80E1D58E}" dt="2021-08-23T12:19:02.979" v="1112" actId="1076"/>
          <ac:spMkLst>
            <pc:docMk/>
            <pc:sldMk cId="3714464262" sldId="1438"/>
            <ac:spMk id="12" creationId="{22D153AA-7C04-4067-8571-D3BD8013E971}"/>
          </ac:spMkLst>
        </pc:spChg>
        <pc:spChg chg="del">
          <ac:chgData name="Soumita Sengupta" userId="4afa6ce1-cb01-46c2-8538-4650222f0c96" providerId="ADAL" clId="{0A78EE60-BBCD-4A76-81BC-E7FB80E1D58E}" dt="2021-08-23T11:22:33.314" v="776" actId="478"/>
          <ac:spMkLst>
            <pc:docMk/>
            <pc:sldMk cId="3714464262" sldId="1438"/>
            <ac:spMk id="13" creationId="{8ACF8C8A-F9D5-420E-97AA-5EEBE37EDF45}"/>
          </ac:spMkLst>
        </pc:spChg>
        <pc:spChg chg="add mod">
          <ac:chgData name="Soumita Sengupta" userId="4afa6ce1-cb01-46c2-8538-4650222f0c96" providerId="ADAL" clId="{0A78EE60-BBCD-4A76-81BC-E7FB80E1D58E}" dt="2021-08-24T03:07:25.711" v="1156" actId="1076"/>
          <ac:spMkLst>
            <pc:docMk/>
            <pc:sldMk cId="3714464262" sldId="1438"/>
            <ac:spMk id="14" creationId="{07BCC080-47BC-4B2F-9817-971974A93E51}"/>
          </ac:spMkLst>
        </pc:spChg>
        <pc:graphicFrameChg chg="del modGraphic">
          <ac:chgData name="Soumita Sengupta" userId="4afa6ce1-cb01-46c2-8538-4650222f0c96" providerId="ADAL" clId="{0A78EE60-BBCD-4A76-81BC-E7FB80E1D58E}" dt="2021-08-23T11:21:02.620" v="773" actId="478"/>
          <ac:graphicFrameMkLst>
            <pc:docMk/>
            <pc:sldMk cId="3714464262" sldId="1438"/>
            <ac:graphicFrameMk id="11" creationId="{E75C991E-A708-47B2-A098-13EDAE73E63C}"/>
          </ac:graphicFrameMkLst>
        </pc:graphicFrameChg>
      </pc:sldChg>
      <pc:sldChg chg="addSp delSp modSp add mod ord modClrScheme chgLayout">
        <pc:chgData name="Soumita Sengupta" userId="4afa6ce1-cb01-46c2-8538-4650222f0c96" providerId="ADAL" clId="{0A78EE60-BBCD-4A76-81BC-E7FB80E1D58E}" dt="2021-08-23T12:18:50.858" v="1108" actId="478"/>
        <pc:sldMkLst>
          <pc:docMk/>
          <pc:sldMk cId="3172902306" sldId="1439"/>
        </pc:sldMkLst>
        <pc:spChg chg="add del mod ord">
          <ac:chgData name="Soumita Sengupta" userId="4afa6ce1-cb01-46c2-8538-4650222f0c96" providerId="ADAL" clId="{0A78EE60-BBCD-4A76-81BC-E7FB80E1D58E}" dt="2021-08-23T12:18:50.858" v="1108" actId="478"/>
          <ac:spMkLst>
            <pc:docMk/>
            <pc:sldMk cId="3172902306" sldId="1439"/>
            <ac:spMk id="3" creationId="{54D38B3E-B30A-43BC-960B-C1336F8852F9}"/>
          </ac:spMkLst>
        </pc:spChg>
        <pc:spChg chg="mod ord">
          <ac:chgData name="Soumita Sengupta" userId="4afa6ce1-cb01-46c2-8538-4650222f0c96" providerId="ADAL" clId="{0A78EE60-BBCD-4A76-81BC-E7FB80E1D58E}" dt="2021-08-23T12:18:45.345" v="1106" actId="700"/>
          <ac:spMkLst>
            <pc:docMk/>
            <pc:sldMk cId="3172902306" sldId="1439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2:18:47.894" v="1107" actId="478"/>
          <ac:spMkLst>
            <pc:docMk/>
            <pc:sldMk cId="3172902306" sldId="1439"/>
            <ac:spMk id="5" creationId="{25D22E63-CFD1-4102-81D5-B70E3D93C6D4}"/>
          </ac:spMkLst>
        </pc:spChg>
        <pc:spChg chg="mod ord">
          <ac:chgData name="Soumita Sengupta" userId="4afa6ce1-cb01-46c2-8538-4650222f0c96" providerId="ADAL" clId="{0A78EE60-BBCD-4A76-81BC-E7FB80E1D58E}" dt="2021-08-23T12:18:45.345" v="1106" actId="700"/>
          <ac:spMkLst>
            <pc:docMk/>
            <pc:sldMk cId="3172902306" sldId="1439"/>
            <ac:spMk id="9" creationId="{00000000-0000-0000-0000-000000000000}"/>
          </ac:spMkLst>
        </pc:spChg>
        <pc:spChg chg="del">
          <ac:chgData name="Soumita Sengupta" userId="4afa6ce1-cb01-46c2-8538-4650222f0c96" providerId="ADAL" clId="{0A78EE60-BBCD-4A76-81BC-E7FB80E1D58E}" dt="2021-08-23T11:23:20.058" v="783" actId="478"/>
          <ac:spMkLst>
            <pc:docMk/>
            <pc:sldMk cId="3172902306" sldId="1439"/>
            <ac:spMk id="13" creationId="{8ACF8C8A-F9D5-420E-97AA-5EEBE37EDF45}"/>
          </ac:spMkLst>
        </pc:spChg>
        <pc:graphicFrameChg chg="add del mod">
          <ac:chgData name="Soumita Sengupta" userId="4afa6ce1-cb01-46c2-8538-4650222f0c96" providerId="ADAL" clId="{0A78EE60-BBCD-4A76-81BC-E7FB80E1D58E}" dt="2021-08-23T11:24:29.715" v="800"/>
          <ac:graphicFrameMkLst>
            <pc:docMk/>
            <pc:sldMk cId="3172902306" sldId="1439"/>
            <ac:graphicFrameMk id="10" creationId="{4CE5765B-2531-4ECF-A3C7-6D6926D71D62}"/>
          </ac:graphicFrameMkLst>
        </pc:graphicFrameChg>
        <pc:graphicFrameChg chg="del">
          <ac:chgData name="Soumita Sengupta" userId="4afa6ce1-cb01-46c2-8538-4650222f0c96" providerId="ADAL" clId="{0A78EE60-BBCD-4A76-81BC-E7FB80E1D58E}" dt="2021-08-23T11:23:17.419" v="782" actId="478"/>
          <ac:graphicFrameMkLst>
            <pc:docMk/>
            <pc:sldMk cId="3172902306" sldId="1439"/>
            <ac:graphicFrameMk id="11" creationId="{E75C991E-A708-47B2-A098-13EDAE73E63C}"/>
          </ac:graphicFrameMkLst>
        </pc:graphicFrameChg>
        <pc:graphicFrameChg chg="add mod modGraphic">
          <ac:chgData name="Soumita Sengupta" userId="4afa6ce1-cb01-46c2-8538-4650222f0c96" providerId="ADAL" clId="{0A78EE60-BBCD-4A76-81BC-E7FB80E1D58E}" dt="2021-08-23T11:26:28.061" v="829" actId="1076"/>
          <ac:graphicFrameMkLst>
            <pc:docMk/>
            <pc:sldMk cId="3172902306" sldId="1439"/>
            <ac:graphicFrameMk id="14" creationId="{60E2BBB5-1AAD-4777-8189-A655B1F417F4}"/>
          </ac:graphicFrameMkLst>
        </pc:graphicFrameChg>
        <pc:picChg chg="add del">
          <ac:chgData name="Soumita Sengupta" userId="4afa6ce1-cb01-46c2-8538-4650222f0c96" providerId="ADAL" clId="{0A78EE60-BBCD-4A76-81BC-E7FB80E1D58E}" dt="2021-08-23T11:24:30.978" v="802"/>
          <ac:picMkLst>
            <pc:docMk/>
            <pc:sldMk cId="3172902306" sldId="1439"/>
            <ac:picMk id="2" creationId="{D4DA24CB-7809-4A47-B7E6-2747D09712AF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19:15.777" v="1117" actId="478"/>
        <pc:sldMkLst>
          <pc:docMk/>
          <pc:sldMk cId="3568035736" sldId="1440"/>
        </pc:sldMkLst>
        <pc:spChg chg="mod ord">
          <ac:chgData name="Soumita Sengupta" userId="4afa6ce1-cb01-46c2-8538-4650222f0c96" providerId="ADAL" clId="{0A78EE60-BBCD-4A76-81BC-E7FB80E1D58E}" dt="2021-08-23T12:19:09.817" v="1114" actId="700"/>
          <ac:spMkLst>
            <pc:docMk/>
            <pc:sldMk cId="3568035736" sldId="1440"/>
            <ac:spMk id="4" creationId="{00000000-0000-0000-0000-000000000000}"/>
          </ac:spMkLst>
        </pc:spChg>
        <pc:spChg chg="add del mod ord">
          <ac:chgData name="Soumita Sengupta" userId="4afa6ce1-cb01-46c2-8538-4650222f0c96" providerId="ADAL" clId="{0A78EE60-BBCD-4A76-81BC-E7FB80E1D58E}" dt="2021-08-23T12:19:15.777" v="1117" actId="478"/>
          <ac:spMkLst>
            <pc:docMk/>
            <pc:sldMk cId="3568035736" sldId="1440"/>
            <ac:spMk id="5" creationId="{20010C12-6144-43DA-BD69-67BAC9674F41}"/>
          </ac:spMkLst>
        </pc:spChg>
        <pc:spChg chg="add del mod ord">
          <ac:chgData name="Soumita Sengupta" userId="4afa6ce1-cb01-46c2-8538-4650222f0c96" providerId="ADAL" clId="{0A78EE60-BBCD-4A76-81BC-E7FB80E1D58E}" dt="2021-08-23T12:19:12.160" v="1115" actId="478"/>
          <ac:spMkLst>
            <pc:docMk/>
            <pc:sldMk cId="3568035736" sldId="1440"/>
            <ac:spMk id="6" creationId="{9A90CBB9-2629-4545-9B3F-84CE84B27E96}"/>
          </ac:spMkLst>
        </pc:spChg>
        <pc:spChg chg="mod ord">
          <ac:chgData name="Soumita Sengupta" userId="4afa6ce1-cb01-46c2-8538-4650222f0c96" providerId="ADAL" clId="{0A78EE60-BBCD-4A76-81BC-E7FB80E1D58E}" dt="2021-08-23T12:19:09.817" v="1114" actId="700"/>
          <ac:spMkLst>
            <pc:docMk/>
            <pc:sldMk cId="3568035736" sldId="1440"/>
            <ac:spMk id="9" creationId="{00000000-0000-0000-0000-000000000000}"/>
          </ac:spMkLst>
        </pc:spChg>
        <pc:spChg chg="add del">
          <ac:chgData name="Soumita Sengupta" userId="4afa6ce1-cb01-46c2-8538-4650222f0c96" providerId="ADAL" clId="{0A78EE60-BBCD-4A76-81BC-E7FB80E1D58E}" dt="2021-08-23T11:29:57.177" v="859" actId="22"/>
          <ac:spMkLst>
            <pc:docMk/>
            <pc:sldMk cId="3568035736" sldId="1440"/>
            <ac:spMk id="10" creationId="{3092B2F5-EBD1-4350-8176-741A9264B25E}"/>
          </ac:spMkLst>
        </pc:spChg>
        <pc:spChg chg="add mod">
          <ac:chgData name="Soumita Sengupta" userId="4afa6ce1-cb01-46c2-8538-4650222f0c96" providerId="ADAL" clId="{0A78EE60-BBCD-4A76-81BC-E7FB80E1D58E}" dt="2021-08-23T11:30:48.183" v="879" actId="1076"/>
          <ac:spMkLst>
            <pc:docMk/>
            <pc:sldMk cId="3568035736" sldId="1440"/>
            <ac:spMk id="11" creationId="{1E09815E-38A2-44A7-926C-CD1E4B0A7838}"/>
          </ac:spMkLst>
        </pc:spChg>
        <pc:spChg chg="del mod">
          <ac:chgData name="Soumita Sengupta" userId="4afa6ce1-cb01-46c2-8538-4650222f0c96" providerId="ADAL" clId="{0A78EE60-BBCD-4A76-81BC-E7FB80E1D58E}" dt="2021-08-23T11:29:40.158" v="857"/>
          <ac:spMkLst>
            <pc:docMk/>
            <pc:sldMk cId="3568035736" sldId="1440"/>
            <ac:spMk id="14" creationId="{07BCC080-47BC-4B2F-9817-971974A93E51}"/>
          </ac:spMkLst>
        </pc:spChg>
      </pc:sldChg>
      <pc:sldChg chg="addSp delSp modSp add mod modClrScheme chgLayout">
        <pc:chgData name="Soumita Sengupta" userId="4afa6ce1-cb01-46c2-8538-4650222f0c96" providerId="ADAL" clId="{0A78EE60-BBCD-4A76-81BC-E7FB80E1D58E}" dt="2021-08-23T12:19:26.936" v="1120" actId="478"/>
        <pc:sldMkLst>
          <pc:docMk/>
          <pc:sldMk cId="68183755" sldId="1441"/>
        </pc:sldMkLst>
        <pc:spChg chg="add del mod ord">
          <ac:chgData name="Soumita Sengupta" userId="4afa6ce1-cb01-46c2-8538-4650222f0c96" providerId="ADAL" clId="{0A78EE60-BBCD-4A76-81BC-E7FB80E1D58E}" dt="2021-08-23T12:19:26.936" v="1120" actId="478"/>
          <ac:spMkLst>
            <pc:docMk/>
            <pc:sldMk cId="68183755" sldId="1441"/>
            <ac:spMk id="2" creationId="{6ACB1106-D684-4AA8-BAFA-0B43AF735390}"/>
          </ac:spMkLst>
        </pc:spChg>
        <pc:spChg chg="add del mod ord">
          <ac:chgData name="Soumita Sengupta" userId="4afa6ce1-cb01-46c2-8538-4650222f0c96" providerId="ADAL" clId="{0A78EE60-BBCD-4A76-81BC-E7FB80E1D58E}" dt="2021-08-23T12:19:23.940" v="1119" actId="478"/>
          <ac:spMkLst>
            <pc:docMk/>
            <pc:sldMk cId="68183755" sldId="1441"/>
            <ac:spMk id="3" creationId="{341B1FBE-C354-430D-8FE5-E8DEA0B383C1}"/>
          </ac:spMkLst>
        </pc:spChg>
        <pc:spChg chg="mod ord">
          <ac:chgData name="Soumita Sengupta" userId="4afa6ce1-cb01-46c2-8538-4650222f0c96" providerId="ADAL" clId="{0A78EE60-BBCD-4A76-81BC-E7FB80E1D58E}" dt="2021-08-23T12:19:19.518" v="1118" actId="700"/>
          <ac:spMkLst>
            <pc:docMk/>
            <pc:sldMk cId="68183755" sldId="1441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19:19.518" v="1118" actId="700"/>
          <ac:spMkLst>
            <pc:docMk/>
            <pc:sldMk cId="68183755" sldId="1441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1:32:08.855" v="898" actId="14100"/>
          <ac:spMkLst>
            <pc:docMk/>
            <pc:sldMk cId="68183755" sldId="1441"/>
            <ac:spMk id="11" creationId="{1E09815E-38A2-44A7-926C-CD1E4B0A7838}"/>
          </ac:spMkLst>
        </pc:spChg>
        <pc:picChg chg="add mod">
          <ac:chgData name="Soumita Sengupta" userId="4afa6ce1-cb01-46c2-8538-4650222f0c96" providerId="ADAL" clId="{0A78EE60-BBCD-4A76-81BC-E7FB80E1D58E}" dt="2021-08-23T11:31:52.713" v="897" actId="1076"/>
          <ac:picMkLst>
            <pc:docMk/>
            <pc:sldMk cId="68183755" sldId="1441"/>
            <ac:picMk id="7" creationId="{6DF998C1-9EEB-4C68-9CF2-52F47ACA0A9D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26:21.504" v="1143" actId="1076"/>
        <pc:sldMkLst>
          <pc:docMk/>
          <pc:sldMk cId="2346687962" sldId="1442"/>
        </pc:sldMkLst>
        <pc:spChg chg="add del mod ord">
          <ac:chgData name="Soumita Sengupta" userId="4afa6ce1-cb01-46c2-8538-4650222f0c96" providerId="ADAL" clId="{0A78EE60-BBCD-4A76-81BC-E7FB80E1D58E}" dt="2021-08-23T12:19:43.912" v="1125" actId="478"/>
          <ac:spMkLst>
            <pc:docMk/>
            <pc:sldMk cId="2346687962" sldId="1442"/>
            <ac:spMk id="2" creationId="{82FF8851-06E9-4D40-8368-343970A7F312}"/>
          </ac:spMkLst>
        </pc:spChg>
        <pc:spChg chg="add del mod ord">
          <ac:chgData name="Soumita Sengupta" userId="4afa6ce1-cb01-46c2-8538-4650222f0c96" providerId="ADAL" clId="{0A78EE60-BBCD-4A76-81BC-E7FB80E1D58E}" dt="2021-08-23T12:19:36.586" v="1122" actId="478"/>
          <ac:spMkLst>
            <pc:docMk/>
            <pc:sldMk cId="2346687962" sldId="1442"/>
            <ac:spMk id="3" creationId="{1FDC286C-C4D1-4940-8B40-E16BFC32B821}"/>
          </ac:spMkLst>
        </pc:spChg>
        <pc:spChg chg="mod ord">
          <ac:chgData name="Soumita Sengupta" userId="4afa6ce1-cb01-46c2-8538-4650222f0c96" providerId="ADAL" clId="{0A78EE60-BBCD-4A76-81BC-E7FB80E1D58E}" dt="2021-08-23T12:19:32.797" v="1121" actId="700"/>
          <ac:spMkLst>
            <pc:docMk/>
            <pc:sldMk cId="2346687962" sldId="1442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19:32.797" v="1121" actId="700"/>
          <ac:spMkLst>
            <pc:docMk/>
            <pc:sldMk cId="2346687962" sldId="1442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2:26:15.267" v="1140" actId="1076"/>
          <ac:spMkLst>
            <pc:docMk/>
            <pc:sldMk cId="2346687962" sldId="1442"/>
            <ac:spMk id="11" creationId="{1E09815E-38A2-44A7-926C-CD1E4B0A7838}"/>
          </ac:spMkLst>
        </pc:spChg>
        <pc:spChg chg="add del">
          <ac:chgData name="Soumita Sengupta" userId="4afa6ce1-cb01-46c2-8538-4650222f0c96" providerId="ADAL" clId="{0A78EE60-BBCD-4A76-81BC-E7FB80E1D58E}" dt="2021-08-23T12:19:41.249" v="1124" actId="478"/>
          <ac:spMkLst>
            <pc:docMk/>
            <pc:sldMk cId="2346687962" sldId="1442"/>
            <ac:spMk id="12" creationId="{22D153AA-7C04-4067-8571-D3BD8013E971}"/>
          </ac:spMkLst>
        </pc:spChg>
        <pc:picChg chg="del">
          <ac:chgData name="Soumita Sengupta" userId="4afa6ce1-cb01-46c2-8538-4650222f0c96" providerId="ADAL" clId="{0A78EE60-BBCD-4A76-81BC-E7FB80E1D58E}" dt="2021-08-23T11:32:36.091" v="900" actId="478"/>
          <ac:picMkLst>
            <pc:docMk/>
            <pc:sldMk cId="2346687962" sldId="1442"/>
            <ac:picMk id="7" creationId="{6DF998C1-9EEB-4C68-9CF2-52F47ACA0A9D}"/>
          </ac:picMkLst>
        </pc:picChg>
        <pc:picChg chg="add mod">
          <ac:chgData name="Soumita Sengupta" userId="4afa6ce1-cb01-46c2-8538-4650222f0c96" providerId="ADAL" clId="{0A78EE60-BBCD-4A76-81BC-E7FB80E1D58E}" dt="2021-08-23T12:26:21.504" v="1143" actId="1076"/>
          <ac:picMkLst>
            <pc:docMk/>
            <pc:sldMk cId="2346687962" sldId="1442"/>
            <ac:picMk id="10" creationId="{7B6B2AD3-BEC6-4087-85C8-D986D355BB37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26:00.858" v="1138" actId="1076"/>
        <pc:sldMkLst>
          <pc:docMk/>
          <pc:sldMk cId="2260615317" sldId="1443"/>
        </pc:sldMkLst>
        <pc:spChg chg="add del mod ord">
          <ac:chgData name="Soumita Sengupta" userId="4afa6ce1-cb01-46c2-8538-4650222f0c96" providerId="ADAL" clId="{0A78EE60-BBCD-4A76-81BC-E7FB80E1D58E}" dt="2021-08-23T12:21:17.256" v="1130" actId="478"/>
          <ac:spMkLst>
            <pc:docMk/>
            <pc:sldMk cId="2260615317" sldId="1443"/>
            <ac:spMk id="2" creationId="{904230B4-EE88-422E-A126-A2F16BC144B7}"/>
          </ac:spMkLst>
        </pc:spChg>
        <pc:spChg chg="add del mod ord">
          <ac:chgData name="Soumita Sengupta" userId="4afa6ce1-cb01-46c2-8538-4650222f0c96" providerId="ADAL" clId="{0A78EE60-BBCD-4A76-81BC-E7FB80E1D58E}" dt="2021-08-23T12:21:07.035" v="1127" actId="478"/>
          <ac:spMkLst>
            <pc:docMk/>
            <pc:sldMk cId="2260615317" sldId="1443"/>
            <ac:spMk id="3" creationId="{643BBF1A-7651-4BF9-9EA4-AE133BC36745}"/>
          </ac:spMkLst>
        </pc:spChg>
        <pc:spChg chg="mod ord">
          <ac:chgData name="Soumita Sengupta" userId="4afa6ce1-cb01-46c2-8538-4650222f0c96" providerId="ADAL" clId="{0A78EE60-BBCD-4A76-81BC-E7FB80E1D58E}" dt="2021-08-23T12:21:04.443" v="1126" actId="700"/>
          <ac:spMkLst>
            <pc:docMk/>
            <pc:sldMk cId="2260615317" sldId="1443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21:04.443" v="1126" actId="700"/>
          <ac:spMkLst>
            <pc:docMk/>
            <pc:sldMk cId="2260615317" sldId="1443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2:25:57.771" v="1137" actId="1076"/>
          <ac:spMkLst>
            <pc:docMk/>
            <pc:sldMk cId="2260615317" sldId="1443"/>
            <ac:spMk id="11" creationId="{1E09815E-38A2-44A7-926C-CD1E4B0A7838}"/>
          </ac:spMkLst>
        </pc:spChg>
        <pc:spChg chg="add del">
          <ac:chgData name="Soumita Sengupta" userId="4afa6ce1-cb01-46c2-8538-4650222f0c96" providerId="ADAL" clId="{0A78EE60-BBCD-4A76-81BC-E7FB80E1D58E}" dt="2021-08-23T12:21:13.946" v="1129" actId="478"/>
          <ac:spMkLst>
            <pc:docMk/>
            <pc:sldMk cId="2260615317" sldId="1443"/>
            <ac:spMk id="12" creationId="{22D153AA-7C04-4067-8571-D3BD8013E971}"/>
          </ac:spMkLst>
        </pc:spChg>
        <pc:graphicFrameChg chg="add mod modGraphic">
          <ac:chgData name="Soumita Sengupta" userId="4afa6ce1-cb01-46c2-8538-4650222f0c96" providerId="ADAL" clId="{0A78EE60-BBCD-4A76-81BC-E7FB80E1D58E}" dt="2021-08-23T12:26:00.858" v="1138" actId="1076"/>
          <ac:graphicFrameMkLst>
            <pc:docMk/>
            <pc:sldMk cId="2260615317" sldId="1443"/>
            <ac:graphicFrameMk id="13" creationId="{7A34417B-F59A-4522-85A5-1AB0115EB122}"/>
          </ac:graphicFrameMkLst>
        </pc:graphicFrameChg>
        <pc:picChg chg="del">
          <ac:chgData name="Soumita Sengupta" userId="4afa6ce1-cb01-46c2-8538-4650222f0c96" providerId="ADAL" clId="{0A78EE60-BBCD-4A76-81BC-E7FB80E1D58E}" dt="2021-08-23T11:36:20.047" v="921" actId="478"/>
          <ac:picMkLst>
            <pc:docMk/>
            <pc:sldMk cId="2260615317" sldId="1443"/>
            <ac:picMk id="10" creationId="{7B6B2AD3-BEC6-4087-85C8-D986D355BB37}"/>
          </ac:picMkLst>
        </pc:picChg>
      </pc:sldChg>
      <pc:sldChg chg="addSp delSp modSp add mod modClrScheme chgLayout">
        <pc:chgData name="Soumita Sengupta" userId="4afa6ce1-cb01-46c2-8538-4650222f0c96" providerId="ADAL" clId="{0A78EE60-BBCD-4A76-81BC-E7FB80E1D58E}" dt="2021-08-23T12:26:06.912" v="1139" actId="1076"/>
        <pc:sldMkLst>
          <pc:docMk/>
          <pc:sldMk cId="1700556363" sldId="1444"/>
        </pc:sldMkLst>
        <pc:spChg chg="add del mod ord">
          <ac:chgData name="Soumita Sengupta" userId="4afa6ce1-cb01-46c2-8538-4650222f0c96" providerId="ADAL" clId="{0A78EE60-BBCD-4A76-81BC-E7FB80E1D58E}" dt="2021-08-23T12:25:35.783" v="1132" actId="478"/>
          <ac:spMkLst>
            <pc:docMk/>
            <pc:sldMk cId="1700556363" sldId="1444"/>
            <ac:spMk id="2" creationId="{AA149F04-6639-4D61-B871-0223BBAFF1D1}"/>
          </ac:spMkLst>
        </pc:spChg>
        <pc:spChg chg="add del mod ord">
          <ac:chgData name="Soumita Sengupta" userId="4afa6ce1-cb01-46c2-8538-4650222f0c96" providerId="ADAL" clId="{0A78EE60-BBCD-4A76-81BC-E7FB80E1D58E}" dt="2021-08-23T12:25:39.932" v="1133" actId="478"/>
          <ac:spMkLst>
            <pc:docMk/>
            <pc:sldMk cId="1700556363" sldId="1444"/>
            <ac:spMk id="3" creationId="{55661B5A-3E81-4FB9-9615-8A578ECAA2E0}"/>
          </ac:spMkLst>
        </pc:spChg>
        <pc:spChg chg="mod ord">
          <ac:chgData name="Soumita Sengupta" userId="4afa6ce1-cb01-46c2-8538-4650222f0c96" providerId="ADAL" clId="{0A78EE60-BBCD-4A76-81BC-E7FB80E1D58E}" dt="2021-08-23T12:21:23.107" v="1131" actId="700"/>
          <ac:spMkLst>
            <pc:docMk/>
            <pc:sldMk cId="1700556363" sldId="1444"/>
            <ac:spMk id="4" creationId="{00000000-0000-0000-0000-000000000000}"/>
          </ac:spMkLst>
        </pc:spChg>
        <pc:spChg chg="mod ord">
          <ac:chgData name="Soumita Sengupta" userId="4afa6ce1-cb01-46c2-8538-4650222f0c96" providerId="ADAL" clId="{0A78EE60-BBCD-4A76-81BC-E7FB80E1D58E}" dt="2021-08-23T12:21:23.107" v="1131" actId="700"/>
          <ac:spMkLst>
            <pc:docMk/>
            <pc:sldMk cId="1700556363" sldId="1444"/>
            <ac:spMk id="9" creationId="{00000000-0000-0000-0000-000000000000}"/>
          </ac:spMkLst>
        </pc:spChg>
        <pc:spChg chg="mod">
          <ac:chgData name="Soumita Sengupta" userId="4afa6ce1-cb01-46c2-8538-4650222f0c96" providerId="ADAL" clId="{0A78EE60-BBCD-4A76-81BC-E7FB80E1D58E}" dt="2021-08-23T12:25:47.788" v="1135" actId="1076"/>
          <ac:spMkLst>
            <pc:docMk/>
            <pc:sldMk cId="1700556363" sldId="1444"/>
            <ac:spMk id="11" creationId="{1E09815E-38A2-44A7-926C-CD1E4B0A7838}"/>
          </ac:spMkLst>
        </pc:spChg>
        <pc:graphicFrameChg chg="add mod modGraphic">
          <ac:chgData name="Soumita Sengupta" userId="4afa6ce1-cb01-46c2-8538-4650222f0c96" providerId="ADAL" clId="{0A78EE60-BBCD-4A76-81BC-E7FB80E1D58E}" dt="2021-08-23T12:26:06.912" v="1139" actId="1076"/>
          <ac:graphicFrameMkLst>
            <pc:docMk/>
            <pc:sldMk cId="1700556363" sldId="1444"/>
            <ac:graphicFrameMk id="10" creationId="{5F211C8A-8847-46DC-A2A0-6C1C27CF2F62}"/>
          </ac:graphicFrameMkLst>
        </pc:graphicFrameChg>
        <pc:graphicFrameChg chg="del modGraphic">
          <ac:chgData name="Soumita Sengupta" userId="4afa6ce1-cb01-46c2-8538-4650222f0c96" providerId="ADAL" clId="{0A78EE60-BBCD-4A76-81BC-E7FB80E1D58E}" dt="2021-08-23T11:37:46.528" v="941" actId="478"/>
          <ac:graphicFrameMkLst>
            <pc:docMk/>
            <pc:sldMk cId="1700556363" sldId="1444"/>
            <ac:graphicFrameMk id="13" creationId="{7A34417B-F59A-4522-85A5-1AB0115EB122}"/>
          </ac:graphicFrameMkLst>
        </pc:graphicFrameChg>
      </pc:sldChg>
      <pc:sldChg chg="modSp add mod ord">
        <pc:chgData name="Soumita Sengupta" userId="4afa6ce1-cb01-46c2-8538-4650222f0c96" providerId="ADAL" clId="{0A78EE60-BBCD-4A76-81BC-E7FB80E1D58E}" dt="2021-08-23T11:39:15.521" v="973"/>
        <pc:sldMkLst>
          <pc:docMk/>
          <pc:sldMk cId="964145454" sldId="1445"/>
        </pc:sldMkLst>
        <pc:spChg chg="mod">
          <ac:chgData name="Soumita Sengupta" userId="4afa6ce1-cb01-46c2-8538-4650222f0c96" providerId="ADAL" clId="{0A78EE60-BBCD-4A76-81BC-E7FB80E1D58E}" dt="2021-08-23T11:39:10.337" v="971" actId="20577"/>
          <ac:spMkLst>
            <pc:docMk/>
            <pc:sldMk cId="964145454" sldId="1445"/>
            <ac:spMk id="2" creationId="{57983F62-BBB9-431B-A37F-BDA0DC7153F6}"/>
          </ac:spMkLst>
        </pc:spChg>
      </pc:sldChg>
    </pc:docChg>
  </pc:docChgLst>
  <pc:docChgLst>
    <pc:chgData name="Soumita Sengupta" userId="4afa6ce1-cb01-46c2-8538-4650222f0c96" providerId="ADAL" clId="{223AD6F7-43E6-4D12-9E97-BB09D3B3238B}"/>
    <pc:docChg chg="delSld">
      <pc:chgData name="Soumita Sengupta" userId="4afa6ce1-cb01-46c2-8538-4650222f0c96" providerId="ADAL" clId="{223AD6F7-43E6-4D12-9E97-BB09D3B3238B}" dt="2021-08-19T10:56:01.414" v="1" actId="47"/>
      <pc:docMkLst>
        <pc:docMk/>
      </pc:docMkLst>
      <pc:sldChg chg="del">
        <pc:chgData name="Soumita Sengupta" userId="4afa6ce1-cb01-46c2-8538-4650222f0c96" providerId="ADAL" clId="{223AD6F7-43E6-4D12-9E97-BB09D3B3238B}" dt="2021-08-19T10:55:56.566" v="0" actId="47"/>
        <pc:sldMkLst>
          <pc:docMk/>
          <pc:sldMk cId="3209581276" sldId="754"/>
        </pc:sldMkLst>
      </pc:sldChg>
      <pc:sldChg chg="del">
        <pc:chgData name="Soumita Sengupta" userId="4afa6ce1-cb01-46c2-8538-4650222f0c96" providerId="ADAL" clId="{223AD6F7-43E6-4D12-9E97-BB09D3B3238B}" dt="2021-08-19T10:56:01.414" v="1" actId="47"/>
        <pc:sldMkLst>
          <pc:docMk/>
          <pc:sldMk cId="3780801346" sldId="897"/>
        </pc:sldMkLst>
      </pc:sldChg>
    </pc:docChg>
  </pc:docChgLst>
  <pc:docChgLst>
    <pc:chgData name="Soumita Sengupta" userId="4afa6ce1-cb01-46c2-8538-4650222f0c96" providerId="ADAL" clId="{B0AE7DB9-0830-4674-80CF-8FE714AF9B7B}"/>
    <pc:docChg chg="undo custSel addSld delSld modSld sldOrd">
      <pc:chgData name="Soumita Sengupta" userId="4afa6ce1-cb01-46c2-8538-4650222f0c96" providerId="ADAL" clId="{B0AE7DB9-0830-4674-80CF-8FE714AF9B7B}" dt="2021-05-31T12:13:12.331" v="575" actId="5793"/>
      <pc:docMkLst>
        <pc:docMk/>
      </pc:docMkLst>
      <pc:sldChg chg="addSp delSp modSp mod">
        <pc:chgData name="Soumita Sengupta" userId="4afa6ce1-cb01-46c2-8538-4650222f0c96" providerId="ADAL" clId="{B0AE7DB9-0830-4674-80CF-8FE714AF9B7B}" dt="2021-05-31T11:19:45.865" v="9" actId="478"/>
        <pc:sldMkLst>
          <pc:docMk/>
          <pc:sldMk cId="3505707011" sldId="258"/>
        </pc:sldMkLst>
        <pc:spChg chg="mod">
          <ac:chgData name="Soumita Sengupta" userId="4afa6ce1-cb01-46c2-8538-4650222f0c96" providerId="ADAL" clId="{B0AE7DB9-0830-4674-80CF-8FE714AF9B7B}" dt="2021-05-31T11:19:35.964" v="7"/>
          <ac:spMkLst>
            <pc:docMk/>
            <pc:sldMk cId="3505707011" sldId="258"/>
            <ac:spMk id="5" creationId="{00000000-0000-0000-0000-000000000000}"/>
          </ac:spMkLst>
        </pc:spChg>
        <pc:spChg chg="del">
          <ac:chgData name="Soumita Sengupta" userId="4afa6ce1-cb01-46c2-8538-4650222f0c96" providerId="ADAL" clId="{B0AE7DB9-0830-4674-80CF-8FE714AF9B7B}" dt="2021-05-31T11:19:39.941" v="8" actId="478"/>
          <ac:spMkLst>
            <pc:docMk/>
            <pc:sldMk cId="3505707011" sldId="258"/>
            <ac:spMk id="6" creationId="{59C3A4C2-17E3-4EC2-B0BA-CBC8305B62A2}"/>
          </ac:spMkLst>
        </pc:spChg>
        <pc:spChg chg="add del mod">
          <ac:chgData name="Soumita Sengupta" userId="4afa6ce1-cb01-46c2-8538-4650222f0c96" providerId="ADAL" clId="{B0AE7DB9-0830-4674-80CF-8FE714AF9B7B}" dt="2021-05-31T11:19:45.865" v="9" actId="478"/>
          <ac:spMkLst>
            <pc:docMk/>
            <pc:sldMk cId="3505707011" sldId="258"/>
            <ac:spMk id="8" creationId="{C391CAAB-3BDD-4CDC-80A7-0F622274AB5C}"/>
          </ac:spMkLst>
        </pc:spChg>
      </pc:sldChg>
      <pc:sldChg chg="addSp delSp modSp add mod">
        <pc:chgData name="Soumita Sengupta" userId="4afa6ce1-cb01-46c2-8538-4650222f0c96" providerId="ADAL" clId="{B0AE7DB9-0830-4674-80CF-8FE714AF9B7B}" dt="2021-05-31T12:13:12.331" v="575" actId="5793"/>
        <pc:sldMkLst>
          <pc:docMk/>
          <pc:sldMk cId="4213263748" sldId="268"/>
        </pc:sldMkLst>
        <pc:spChg chg="add del">
          <ac:chgData name="Soumita Sengupta" userId="4afa6ce1-cb01-46c2-8538-4650222f0c96" providerId="ADAL" clId="{B0AE7DB9-0830-4674-80CF-8FE714AF9B7B}" dt="2021-05-31T12:12:47.362" v="568"/>
          <ac:spMkLst>
            <pc:docMk/>
            <pc:sldMk cId="4213263748" sldId="268"/>
            <ac:spMk id="3" creationId="{33E0D7C3-92D8-45C1-AE4F-4471581FD895}"/>
          </ac:spMkLst>
        </pc:spChg>
        <pc:spChg chg="mod">
          <ac:chgData name="Soumita Sengupta" userId="4afa6ce1-cb01-46c2-8538-4650222f0c96" providerId="ADAL" clId="{B0AE7DB9-0830-4674-80CF-8FE714AF9B7B}" dt="2021-05-31T12:13:12.331" v="575" actId="5793"/>
          <ac:spMkLst>
            <pc:docMk/>
            <pc:sldMk cId="4213263748" sldId="268"/>
            <ac:spMk id="9" creationId="{00000000-0000-0000-0000-000000000000}"/>
          </ac:spMkLst>
        </pc:spChg>
        <pc:picChg chg="add mod">
          <ac:chgData name="Soumita Sengupta" userId="4afa6ce1-cb01-46c2-8538-4650222f0c96" providerId="ADAL" clId="{B0AE7DB9-0830-4674-80CF-8FE714AF9B7B}" dt="2021-05-31T12:13:09.453" v="573" actId="1076"/>
          <ac:picMkLst>
            <pc:docMk/>
            <pc:sldMk cId="4213263748" sldId="268"/>
            <ac:picMk id="5" creationId="{D2C807F8-B2A0-4B46-A61D-3733CA446D42}"/>
          </ac:picMkLst>
        </pc:picChg>
      </pc:sldChg>
      <pc:sldChg chg="modSp add mod">
        <pc:chgData name="Soumita Sengupta" userId="4afa6ce1-cb01-46c2-8538-4650222f0c96" providerId="ADAL" clId="{B0AE7DB9-0830-4674-80CF-8FE714AF9B7B}" dt="2021-05-31T11:24:16.557" v="223" actId="255"/>
        <pc:sldMkLst>
          <pc:docMk/>
          <pc:sldMk cId="458674981" sldId="269"/>
        </pc:sldMkLst>
        <pc:spChg chg="mod">
          <ac:chgData name="Soumita Sengupta" userId="4afa6ce1-cb01-46c2-8538-4650222f0c96" providerId="ADAL" clId="{B0AE7DB9-0830-4674-80CF-8FE714AF9B7B}" dt="2021-05-31T11:24:16.557" v="223" actId="255"/>
          <ac:spMkLst>
            <pc:docMk/>
            <pc:sldMk cId="458674981" sldId="269"/>
            <ac:spMk id="10" creationId="{00000000-0000-0000-0000-000000000000}"/>
          </ac:spMkLst>
        </pc:spChg>
      </pc:sldChg>
      <pc:sldChg chg="modSp add mod">
        <pc:chgData name="Soumita Sengupta" userId="4afa6ce1-cb01-46c2-8538-4650222f0c96" providerId="ADAL" clId="{B0AE7DB9-0830-4674-80CF-8FE714AF9B7B}" dt="2021-05-31T11:24:23.712" v="224" actId="255"/>
        <pc:sldMkLst>
          <pc:docMk/>
          <pc:sldMk cId="2152186373" sldId="270"/>
        </pc:sldMkLst>
        <pc:spChg chg="mod">
          <ac:chgData name="Soumita Sengupta" userId="4afa6ce1-cb01-46c2-8538-4650222f0c96" providerId="ADAL" clId="{B0AE7DB9-0830-4674-80CF-8FE714AF9B7B}" dt="2021-05-31T11:24:23.712" v="224" actId="255"/>
          <ac:spMkLst>
            <pc:docMk/>
            <pc:sldMk cId="2152186373" sldId="270"/>
            <ac:spMk id="3" creationId="{0637C1A2-011F-49DB-90F2-9F5006489823}"/>
          </ac:spMkLst>
        </pc:spChg>
      </pc:sldChg>
      <pc:sldChg chg="delSp modSp add mod">
        <pc:chgData name="Soumita Sengupta" userId="4afa6ce1-cb01-46c2-8538-4650222f0c96" providerId="ADAL" clId="{B0AE7DB9-0830-4674-80CF-8FE714AF9B7B}" dt="2021-05-31T11:53:20.718" v="230" actId="478"/>
        <pc:sldMkLst>
          <pc:docMk/>
          <pc:sldMk cId="2097761920" sldId="272"/>
        </pc:sldMkLst>
        <pc:spChg chg="mod">
          <ac:chgData name="Soumita Sengupta" userId="4afa6ce1-cb01-46c2-8538-4650222f0c96" providerId="ADAL" clId="{B0AE7DB9-0830-4674-80CF-8FE714AF9B7B}" dt="2021-05-31T11:24:48.888" v="229" actId="5793"/>
          <ac:spMkLst>
            <pc:docMk/>
            <pc:sldMk cId="2097761920" sldId="272"/>
            <ac:spMk id="9" creationId="{00000000-0000-0000-0000-000000000000}"/>
          </ac:spMkLst>
        </pc:spChg>
        <pc:spChg chg="del">
          <ac:chgData name="Soumita Sengupta" userId="4afa6ce1-cb01-46c2-8538-4650222f0c96" providerId="ADAL" clId="{B0AE7DB9-0830-4674-80CF-8FE714AF9B7B}" dt="2021-05-31T11:53:20.718" v="230" actId="478"/>
          <ac:spMkLst>
            <pc:docMk/>
            <pc:sldMk cId="2097761920" sldId="272"/>
            <ac:spMk id="14" creationId="{00000000-0000-0000-0000-000000000000}"/>
          </ac:spMkLst>
        </pc:spChg>
      </pc:sldChg>
      <pc:sldChg chg="del">
        <pc:chgData name="Soumita Sengupta" userId="4afa6ce1-cb01-46c2-8538-4650222f0c96" providerId="ADAL" clId="{B0AE7DB9-0830-4674-80CF-8FE714AF9B7B}" dt="2021-05-31T11:20:41.185" v="10" actId="47"/>
        <pc:sldMkLst>
          <pc:docMk/>
          <pc:sldMk cId="3879588154" sldId="290"/>
        </pc:sldMkLst>
      </pc:sldChg>
      <pc:sldChg chg="del">
        <pc:chgData name="Soumita Sengupta" userId="4afa6ce1-cb01-46c2-8538-4650222f0c96" providerId="ADAL" clId="{B0AE7DB9-0830-4674-80CF-8FE714AF9B7B}" dt="2021-05-31T11:20:58.478" v="20" actId="47"/>
        <pc:sldMkLst>
          <pc:docMk/>
          <pc:sldMk cId="2478915525" sldId="296"/>
        </pc:sldMkLst>
      </pc:sldChg>
      <pc:sldChg chg="del">
        <pc:chgData name="Soumita Sengupta" userId="4afa6ce1-cb01-46c2-8538-4650222f0c96" providerId="ADAL" clId="{B0AE7DB9-0830-4674-80CF-8FE714AF9B7B}" dt="2021-05-31T11:20:58.927" v="21" actId="47"/>
        <pc:sldMkLst>
          <pc:docMk/>
          <pc:sldMk cId="1092620403" sldId="297"/>
        </pc:sldMkLst>
      </pc:sldChg>
      <pc:sldChg chg="del">
        <pc:chgData name="Soumita Sengupta" userId="4afa6ce1-cb01-46c2-8538-4650222f0c96" providerId="ADAL" clId="{B0AE7DB9-0830-4674-80CF-8FE714AF9B7B}" dt="2021-05-31T11:20:59.197" v="22" actId="47"/>
        <pc:sldMkLst>
          <pc:docMk/>
          <pc:sldMk cId="665055627" sldId="298"/>
        </pc:sldMkLst>
      </pc:sldChg>
      <pc:sldChg chg="del">
        <pc:chgData name="Soumita Sengupta" userId="4afa6ce1-cb01-46c2-8538-4650222f0c96" providerId="ADAL" clId="{B0AE7DB9-0830-4674-80CF-8FE714AF9B7B}" dt="2021-05-31T11:20:59.482" v="23" actId="47"/>
        <pc:sldMkLst>
          <pc:docMk/>
          <pc:sldMk cId="3976154013" sldId="300"/>
        </pc:sldMkLst>
      </pc:sldChg>
      <pc:sldChg chg="modSp mod">
        <pc:chgData name="Soumita Sengupta" userId="4afa6ce1-cb01-46c2-8538-4650222f0c96" providerId="ADAL" clId="{B0AE7DB9-0830-4674-80CF-8FE714AF9B7B}" dt="2021-05-31T11:17:21.153" v="2"/>
        <pc:sldMkLst>
          <pc:docMk/>
          <pc:sldMk cId="2584036331" sldId="339"/>
        </pc:sldMkLst>
        <pc:spChg chg="mod">
          <ac:chgData name="Soumita Sengupta" userId="4afa6ce1-cb01-46c2-8538-4650222f0c96" providerId="ADAL" clId="{B0AE7DB9-0830-4674-80CF-8FE714AF9B7B}" dt="2021-05-31T11:17:21.153" v="2"/>
          <ac:spMkLst>
            <pc:docMk/>
            <pc:sldMk cId="2584036331" sldId="339"/>
            <ac:spMk id="5" creationId="{6D1A1596-A8D7-4C1A-8956-0FA40A84EFCA}"/>
          </ac:spMkLst>
        </pc:spChg>
      </pc:sldChg>
      <pc:sldChg chg="del">
        <pc:chgData name="Soumita Sengupta" userId="4afa6ce1-cb01-46c2-8538-4650222f0c96" providerId="ADAL" clId="{B0AE7DB9-0830-4674-80CF-8FE714AF9B7B}" dt="2021-05-31T11:21:02.373" v="34" actId="47"/>
        <pc:sldMkLst>
          <pc:docMk/>
          <pc:sldMk cId="1746907881" sldId="473"/>
        </pc:sldMkLst>
      </pc:sldChg>
      <pc:sldChg chg="del">
        <pc:chgData name="Soumita Sengupta" userId="4afa6ce1-cb01-46c2-8538-4650222f0c96" providerId="ADAL" clId="{B0AE7DB9-0830-4674-80CF-8FE714AF9B7B}" dt="2021-05-31T11:21:03.338" v="38" actId="47"/>
        <pc:sldMkLst>
          <pc:docMk/>
          <pc:sldMk cId="98495870" sldId="476"/>
        </pc:sldMkLst>
      </pc:sldChg>
      <pc:sldChg chg="del">
        <pc:chgData name="Soumita Sengupta" userId="4afa6ce1-cb01-46c2-8538-4650222f0c96" providerId="ADAL" clId="{B0AE7DB9-0830-4674-80CF-8FE714AF9B7B}" dt="2021-05-31T11:21:04.727" v="44" actId="47"/>
        <pc:sldMkLst>
          <pc:docMk/>
          <pc:sldMk cId="1973532725" sldId="479"/>
        </pc:sldMkLst>
      </pc:sldChg>
      <pc:sldChg chg="del">
        <pc:chgData name="Soumita Sengupta" userId="4afa6ce1-cb01-46c2-8538-4650222f0c96" providerId="ADAL" clId="{B0AE7DB9-0830-4674-80CF-8FE714AF9B7B}" dt="2021-05-31T11:21:08.461" v="58" actId="47"/>
        <pc:sldMkLst>
          <pc:docMk/>
          <pc:sldMk cId="4081721116" sldId="482"/>
        </pc:sldMkLst>
      </pc:sldChg>
      <pc:sldChg chg="modSp mod">
        <pc:chgData name="Soumita Sengupta" userId="4afa6ce1-cb01-46c2-8538-4650222f0c96" providerId="ADAL" clId="{B0AE7DB9-0830-4674-80CF-8FE714AF9B7B}" dt="2021-05-31T11:18:09.543" v="5"/>
        <pc:sldMkLst>
          <pc:docMk/>
          <pc:sldMk cId="247062728" sldId="492"/>
        </pc:sldMkLst>
        <pc:spChg chg="mod">
          <ac:chgData name="Soumita Sengupta" userId="4afa6ce1-cb01-46c2-8538-4650222f0c96" providerId="ADAL" clId="{B0AE7DB9-0830-4674-80CF-8FE714AF9B7B}" dt="2021-05-31T11:18:09.543" v="5"/>
          <ac:spMkLst>
            <pc:docMk/>
            <pc:sldMk cId="247062728" sldId="492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B0AE7DB9-0830-4674-80CF-8FE714AF9B7B}" dt="2021-05-31T11:21:05.366" v="47" actId="47"/>
        <pc:sldMkLst>
          <pc:docMk/>
          <pc:sldMk cId="3513540522" sldId="493"/>
        </pc:sldMkLst>
      </pc:sldChg>
      <pc:sldChg chg="del">
        <pc:chgData name="Soumita Sengupta" userId="4afa6ce1-cb01-46c2-8538-4650222f0c96" providerId="ADAL" clId="{B0AE7DB9-0830-4674-80CF-8FE714AF9B7B}" dt="2021-05-31T11:21:08.847" v="59" actId="47"/>
        <pc:sldMkLst>
          <pc:docMk/>
          <pc:sldMk cId="3201109162" sldId="495"/>
        </pc:sldMkLst>
      </pc:sldChg>
      <pc:sldChg chg="del">
        <pc:chgData name="Soumita Sengupta" userId="4afa6ce1-cb01-46c2-8538-4650222f0c96" providerId="ADAL" clId="{B0AE7DB9-0830-4674-80CF-8FE714AF9B7B}" dt="2021-05-31T11:21:09.063" v="60" actId="47"/>
        <pc:sldMkLst>
          <pc:docMk/>
          <pc:sldMk cId="2730795599" sldId="496"/>
        </pc:sldMkLst>
      </pc:sldChg>
      <pc:sldChg chg="del">
        <pc:chgData name="Soumita Sengupta" userId="4afa6ce1-cb01-46c2-8538-4650222f0c96" providerId="ADAL" clId="{B0AE7DB9-0830-4674-80CF-8FE714AF9B7B}" dt="2021-05-31T11:21:09.549" v="62" actId="47"/>
        <pc:sldMkLst>
          <pc:docMk/>
          <pc:sldMk cId="4235573198" sldId="497"/>
        </pc:sldMkLst>
      </pc:sldChg>
      <pc:sldChg chg="del">
        <pc:chgData name="Soumita Sengupta" userId="4afa6ce1-cb01-46c2-8538-4650222f0c96" providerId="ADAL" clId="{B0AE7DB9-0830-4674-80CF-8FE714AF9B7B}" dt="2021-05-31T11:21:10.042" v="64" actId="47"/>
        <pc:sldMkLst>
          <pc:docMk/>
          <pc:sldMk cId="3201341972" sldId="498"/>
        </pc:sldMkLst>
      </pc:sldChg>
      <pc:sldChg chg="del">
        <pc:chgData name="Soumita Sengupta" userId="4afa6ce1-cb01-46c2-8538-4650222f0c96" providerId="ADAL" clId="{B0AE7DB9-0830-4674-80CF-8FE714AF9B7B}" dt="2021-05-31T11:21:11.369" v="70" actId="47"/>
        <pc:sldMkLst>
          <pc:docMk/>
          <pc:sldMk cId="51554605" sldId="502"/>
        </pc:sldMkLst>
      </pc:sldChg>
      <pc:sldChg chg="del">
        <pc:chgData name="Soumita Sengupta" userId="4afa6ce1-cb01-46c2-8538-4650222f0c96" providerId="ADAL" clId="{B0AE7DB9-0830-4674-80CF-8FE714AF9B7B}" dt="2021-05-31T11:21:11.569" v="71" actId="47"/>
        <pc:sldMkLst>
          <pc:docMk/>
          <pc:sldMk cId="966716634" sldId="503"/>
        </pc:sldMkLst>
      </pc:sldChg>
      <pc:sldChg chg="del">
        <pc:chgData name="Soumita Sengupta" userId="4afa6ce1-cb01-46c2-8538-4650222f0c96" providerId="ADAL" clId="{B0AE7DB9-0830-4674-80CF-8FE714AF9B7B}" dt="2021-05-31T11:21:11.769" v="72" actId="47"/>
        <pc:sldMkLst>
          <pc:docMk/>
          <pc:sldMk cId="1902268106" sldId="504"/>
        </pc:sldMkLst>
      </pc:sldChg>
      <pc:sldChg chg="del">
        <pc:chgData name="Soumita Sengupta" userId="4afa6ce1-cb01-46c2-8538-4650222f0c96" providerId="ADAL" clId="{B0AE7DB9-0830-4674-80CF-8FE714AF9B7B}" dt="2021-05-31T11:21:12.132" v="74" actId="47"/>
        <pc:sldMkLst>
          <pc:docMk/>
          <pc:sldMk cId="4046367649" sldId="505"/>
        </pc:sldMkLst>
      </pc:sldChg>
      <pc:sldChg chg="del">
        <pc:chgData name="Soumita Sengupta" userId="4afa6ce1-cb01-46c2-8538-4650222f0c96" providerId="ADAL" clId="{B0AE7DB9-0830-4674-80CF-8FE714AF9B7B}" dt="2021-05-31T11:21:12.401" v="75" actId="47"/>
        <pc:sldMkLst>
          <pc:docMk/>
          <pc:sldMk cId="3681553546" sldId="506"/>
        </pc:sldMkLst>
      </pc:sldChg>
      <pc:sldChg chg="del">
        <pc:chgData name="Soumita Sengupta" userId="4afa6ce1-cb01-46c2-8538-4650222f0c96" providerId="ADAL" clId="{B0AE7DB9-0830-4674-80CF-8FE714AF9B7B}" dt="2021-05-31T11:21:12.787" v="77" actId="47"/>
        <pc:sldMkLst>
          <pc:docMk/>
          <pc:sldMk cId="3736971921" sldId="507"/>
        </pc:sldMkLst>
      </pc:sldChg>
      <pc:sldChg chg="del">
        <pc:chgData name="Soumita Sengupta" userId="4afa6ce1-cb01-46c2-8538-4650222f0c96" providerId="ADAL" clId="{B0AE7DB9-0830-4674-80CF-8FE714AF9B7B}" dt="2021-05-31T11:21:14.122" v="82" actId="47"/>
        <pc:sldMkLst>
          <pc:docMk/>
          <pc:sldMk cId="125891335" sldId="510"/>
        </pc:sldMkLst>
      </pc:sldChg>
      <pc:sldChg chg="del">
        <pc:chgData name="Soumita Sengupta" userId="4afa6ce1-cb01-46c2-8538-4650222f0c96" providerId="ADAL" clId="{B0AE7DB9-0830-4674-80CF-8FE714AF9B7B}" dt="2021-05-31T11:21:14.338" v="83" actId="47"/>
        <pc:sldMkLst>
          <pc:docMk/>
          <pc:sldMk cId="4105329583" sldId="511"/>
        </pc:sldMkLst>
      </pc:sldChg>
      <pc:sldChg chg="del">
        <pc:chgData name="Soumita Sengupta" userId="4afa6ce1-cb01-46c2-8538-4650222f0c96" providerId="ADAL" clId="{B0AE7DB9-0830-4674-80CF-8FE714AF9B7B}" dt="2021-05-31T11:21:14.577" v="84" actId="47"/>
        <pc:sldMkLst>
          <pc:docMk/>
          <pc:sldMk cId="1263259725" sldId="512"/>
        </pc:sldMkLst>
      </pc:sldChg>
      <pc:sldChg chg="del">
        <pc:chgData name="Soumita Sengupta" userId="4afa6ce1-cb01-46c2-8538-4650222f0c96" providerId="ADAL" clId="{B0AE7DB9-0830-4674-80CF-8FE714AF9B7B}" dt="2021-05-31T11:21:14.824" v="85" actId="47"/>
        <pc:sldMkLst>
          <pc:docMk/>
          <pc:sldMk cId="1013096958" sldId="513"/>
        </pc:sldMkLst>
      </pc:sldChg>
      <pc:sldChg chg="del">
        <pc:chgData name="Soumita Sengupta" userId="4afa6ce1-cb01-46c2-8538-4650222f0c96" providerId="ADAL" clId="{B0AE7DB9-0830-4674-80CF-8FE714AF9B7B}" dt="2021-05-31T11:21:15.063" v="86" actId="47"/>
        <pc:sldMkLst>
          <pc:docMk/>
          <pc:sldMk cId="376726005" sldId="514"/>
        </pc:sldMkLst>
      </pc:sldChg>
      <pc:sldChg chg="del">
        <pc:chgData name="Soumita Sengupta" userId="4afa6ce1-cb01-46c2-8538-4650222f0c96" providerId="ADAL" clId="{B0AE7DB9-0830-4674-80CF-8FE714AF9B7B}" dt="2021-05-31T11:21:15.479" v="88" actId="47"/>
        <pc:sldMkLst>
          <pc:docMk/>
          <pc:sldMk cId="2413661491" sldId="515"/>
        </pc:sldMkLst>
      </pc:sldChg>
      <pc:sldChg chg="del">
        <pc:chgData name="Soumita Sengupta" userId="4afa6ce1-cb01-46c2-8538-4650222f0c96" providerId="ADAL" clId="{B0AE7DB9-0830-4674-80CF-8FE714AF9B7B}" dt="2021-05-31T11:21:15.943" v="90" actId="47"/>
        <pc:sldMkLst>
          <pc:docMk/>
          <pc:sldMk cId="1605938043" sldId="527"/>
        </pc:sldMkLst>
      </pc:sldChg>
      <pc:sldChg chg="del">
        <pc:chgData name="Soumita Sengupta" userId="4afa6ce1-cb01-46c2-8538-4650222f0c96" providerId="ADAL" clId="{B0AE7DB9-0830-4674-80CF-8FE714AF9B7B}" dt="2021-05-31T11:21:16.181" v="91" actId="47"/>
        <pc:sldMkLst>
          <pc:docMk/>
          <pc:sldMk cId="4105988392" sldId="528"/>
        </pc:sldMkLst>
      </pc:sldChg>
      <pc:sldChg chg="del">
        <pc:chgData name="Soumita Sengupta" userId="4afa6ce1-cb01-46c2-8538-4650222f0c96" providerId="ADAL" clId="{B0AE7DB9-0830-4674-80CF-8FE714AF9B7B}" dt="2021-05-31T11:21:16.381" v="92" actId="47"/>
        <pc:sldMkLst>
          <pc:docMk/>
          <pc:sldMk cId="2600651979" sldId="529"/>
        </pc:sldMkLst>
      </pc:sldChg>
      <pc:sldChg chg="del">
        <pc:chgData name="Soumita Sengupta" userId="4afa6ce1-cb01-46c2-8538-4650222f0c96" providerId="ADAL" clId="{B0AE7DB9-0830-4674-80CF-8FE714AF9B7B}" dt="2021-05-31T11:21:17.569" v="97" actId="47"/>
        <pc:sldMkLst>
          <pc:docMk/>
          <pc:sldMk cId="3709622581" sldId="538"/>
        </pc:sldMkLst>
      </pc:sldChg>
      <pc:sldChg chg="del">
        <pc:chgData name="Soumita Sengupta" userId="4afa6ce1-cb01-46c2-8538-4650222f0c96" providerId="ADAL" clId="{B0AE7DB9-0830-4674-80CF-8FE714AF9B7B}" dt="2021-05-31T11:21:27.985" v="139" actId="47"/>
        <pc:sldMkLst>
          <pc:docMk/>
          <pc:sldMk cId="2752539856" sldId="596"/>
        </pc:sldMkLst>
      </pc:sldChg>
      <pc:sldChg chg="del">
        <pc:chgData name="Soumita Sengupta" userId="4afa6ce1-cb01-46c2-8538-4650222f0c96" providerId="ADAL" clId="{B0AE7DB9-0830-4674-80CF-8FE714AF9B7B}" dt="2021-05-31T11:21:28.238" v="140" actId="47"/>
        <pc:sldMkLst>
          <pc:docMk/>
          <pc:sldMk cId="1366182979" sldId="597"/>
        </pc:sldMkLst>
      </pc:sldChg>
      <pc:sldChg chg="del">
        <pc:chgData name="Soumita Sengupta" userId="4afa6ce1-cb01-46c2-8538-4650222f0c96" providerId="ADAL" clId="{B0AE7DB9-0830-4674-80CF-8FE714AF9B7B}" dt="2021-05-31T11:21:28.857" v="143" actId="47"/>
        <pc:sldMkLst>
          <pc:docMk/>
          <pc:sldMk cId="2739226745" sldId="599"/>
        </pc:sldMkLst>
      </pc:sldChg>
      <pc:sldChg chg="del">
        <pc:chgData name="Soumita Sengupta" userId="4afa6ce1-cb01-46c2-8538-4650222f0c96" providerId="ADAL" clId="{B0AE7DB9-0830-4674-80CF-8FE714AF9B7B}" dt="2021-05-31T11:21:29.342" v="144" actId="47"/>
        <pc:sldMkLst>
          <pc:docMk/>
          <pc:sldMk cId="1306066386" sldId="600"/>
        </pc:sldMkLst>
      </pc:sldChg>
      <pc:sldChg chg="del ord">
        <pc:chgData name="Soumita Sengupta" userId="4afa6ce1-cb01-46c2-8538-4650222f0c96" providerId="ADAL" clId="{B0AE7DB9-0830-4674-80CF-8FE714AF9B7B}" dt="2021-05-31T11:22:31.375" v="149" actId="47"/>
        <pc:sldMkLst>
          <pc:docMk/>
          <pc:sldMk cId="536837091" sldId="601"/>
        </pc:sldMkLst>
      </pc:sldChg>
      <pc:sldChg chg="del">
        <pc:chgData name="Soumita Sengupta" userId="4afa6ce1-cb01-46c2-8538-4650222f0c96" providerId="ADAL" clId="{B0AE7DB9-0830-4674-80CF-8FE714AF9B7B}" dt="2021-05-31T11:23:02.945" v="151" actId="47"/>
        <pc:sldMkLst>
          <pc:docMk/>
          <pc:sldMk cId="3069890481" sldId="602"/>
        </pc:sldMkLst>
      </pc:sldChg>
      <pc:sldChg chg="del">
        <pc:chgData name="Soumita Sengupta" userId="4afa6ce1-cb01-46c2-8538-4650222f0c96" providerId="ADAL" clId="{B0AE7DB9-0830-4674-80CF-8FE714AF9B7B}" dt="2021-05-31T11:23:03.463" v="152" actId="47"/>
        <pc:sldMkLst>
          <pc:docMk/>
          <pc:sldMk cId="1654328000" sldId="603"/>
        </pc:sldMkLst>
      </pc:sldChg>
      <pc:sldChg chg="del">
        <pc:chgData name="Soumita Sengupta" userId="4afa6ce1-cb01-46c2-8538-4650222f0c96" providerId="ADAL" clId="{B0AE7DB9-0830-4674-80CF-8FE714AF9B7B}" dt="2021-05-31T11:23:04.381" v="154" actId="47"/>
        <pc:sldMkLst>
          <pc:docMk/>
          <pc:sldMk cId="390194341" sldId="604"/>
        </pc:sldMkLst>
      </pc:sldChg>
      <pc:sldChg chg="del">
        <pc:chgData name="Soumita Sengupta" userId="4afa6ce1-cb01-46c2-8538-4650222f0c96" providerId="ADAL" clId="{B0AE7DB9-0830-4674-80CF-8FE714AF9B7B}" dt="2021-05-31T11:23:04.920" v="155" actId="47"/>
        <pc:sldMkLst>
          <pc:docMk/>
          <pc:sldMk cId="1727804845" sldId="605"/>
        </pc:sldMkLst>
      </pc:sldChg>
      <pc:sldChg chg="del">
        <pc:chgData name="Soumita Sengupta" userId="4afa6ce1-cb01-46c2-8538-4650222f0c96" providerId="ADAL" clId="{B0AE7DB9-0830-4674-80CF-8FE714AF9B7B}" dt="2021-05-31T11:23:05.383" v="156" actId="47"/>
        <pc:sldMkLst>
          <pc:docMk/>
          <pc:sldMk cId="4150797766" sldId="606"/>
        </pc:sldMkLst>
      </pc:sldChg>
      <pc:sldChg chg="del">
        <pc:chgData name="Soumita Sengupta" userId="4afa6ce1-cb01-46c2-8538-4650222f0c96" providerId="ADAL" clId="{B0AE7DB9-0830-4674-80CF-8FE714AF9B7B}" dt="2021-05-31T11:23:06.671" v="158" actId="47"/>
        <pc:sldMkLst>
          <pc:docMk/>
          <pc:sldMk cId="2998912537" sldId="608"/>
        </pc:sldMkLst>
      </pc:sldChg>
      <pc:sldChg chg="del">
        <pc:chgData name="Soumita Sengupta" userId="4afa6ce1-cb01-46c2-8538-4650222f0c96" providerId="ADAL" clId="{B0AE7DB9-0830-4674-80CF-8FE714AF9B7B}" dt="2021-05-31T11:23:07.207" v="160" actId="47"/>
        <pc:sldMkLst>
          <pc:docMk/>
          <pc:sldMk cId="2513612184" sldId="609"/>
        </pc:sldMkLst>
      </pc:sldChg>
      <pc:sldChg chg="del">
        <pc:chgData name="Soumita Sengupta" userId="4afa6ce1-cb01-46c2-8538-4650222f0c96" providerId="ADAL" clId="{B0AE7DB9-0830-4674-80CF-8FE714AF9B7B}" dt="2021-05-31T11:23:07.025" v="159" actId="47"/>
        <pc:sldMkLst>
          <pc:docMk/>
          <pc:sldMk cId="2469314218" sldId="610"/>
        </pc:sldMkLst>
      </pc:sldChg>
      <pc:sldChg chg="del">
        <pc:chgData name="Soumita Sengupta" userId="4afa6ce1-cb01-46c2-8538-4650222f0c96" providerId="ADAL" clId="{B0AE7DB9-0830-4674-80CF-8FE714AF9B7B}" dt="2021-05-31T11:23:07.704" v="161" actId="47"/>
        <pc:sldMkLst>
          <pc:docMk/>
          <pc:sldMk cId="1649629401" sldId="611"/>
        </pc:sldMkLst>
      </pc:sldChg>
      <pc:sldChg chg="del">
        <pc:chgData name="Soumita Sengupta" userId="4afa6ce1-cb01-46c2-8538-4650222f0c96" providerId="ADAL" clId="{B0AE7DB9-0830-4674-80CF-8FE714AF9B7B}" dt="2021-05-31T11:23:07.927" v="162" actId="47"/>
        <pc:sldMkLst>
          <pc:docMk/>
          <pc:sldMk cId="3588579200" sldId="612"/>
        </pc:sldMkLst>
      </pc:sldChg>
      <pc:sldChg chg="del">
        <pc:chgData name="Soumita Sengupta" userId="4afa6ce1-cb01-46c2-8538-4650222f0c96" providerId="ADAL" clId="{B0AE7DB9-0830-4674-80CF-8FE714AF9B7B}" dt="2021-05-31T11:23:08.206" v="163" actId="47"/>
        <pc:sldMkLst>
          <pc:docMk/>
          <pc:sldMk cId="918964389" sldId="613"/>
        </pc:sldMkLst>
      </pc:sldChg>
      <pc:sldChg chg="del">
        <pc:chgData name="Soumita Sengupta" userId="4afa6ce1-cb01-46c2-8538-4650222f0c96" providerId="ADAL" clId="{B0AE7DB9-0830-4674-80CF-8FE714AF9B7B}" dt="2021-05-31T11:23:08.429" v="164" actId="47"/>
        <pc:sldMkLst>
          <pc:docMk/>
          <pc:sldMk cId="1152959613" sldId="614"/>
        </pc:sldMkLst>
      </pc:sldChg>
      <pc:sldChg chg="del">
        <pc:chgData name="Soumita Sengupta" userId="4afa6ce1-cb01-46c2-8538-4650222f0c96" providerId="ADAL" clId="{B0AE7DB9-0830-4674-80CF-8FE714AF9B7B}" dt="2021-05-31T11:23:09.247" v="166" actId="47"/>
        <pc:sldMkLst>
          <pc:docMk/>
          <pc:sldMk cId="4180479736" sldId="615"/>
        </pc:sldMkLst>
      </pc:sldChg>
      <pc:sldChg chg="del">
        <pc:chgData name="Soumita Sengupta" userId="4afa6ce1-cb01-46c2-8538-4650222f0c96" providerId="ADAL" clId="{B0AE7DB9-0830-4674-80CF-8FE714AF9B7B}" dt="2021-05-31T11:23:09.595" v="167" actId="47"/>
        <pc:sldMkLst>
          <pc:docMk/>
          <pc:sldMk cId="945563877" sldId="616"/>
        </pc:sldMkLst>
      </pc:sldChg>
      <pc:sldChg chg="del">
        <pc:chgData name="Soumita Sengupta" userId="4afa6ce1-cb01-46c2-8538-4650222f0c96" providerId="ADAL" clId="{B0AE7DB9-0830-4674-80CF-8FE714AF9B7B}" dt="2021-05-31T11:23:09.849" v="168" actId="47"/>
        <pc:sldMkLst>
          <pc:docMk/>
          <pc:sldMk cId="3378954170" sldId="618"/>
        </pc:sldMkLst>
      </pc:sldChg>
      <pc:sldChg chg="del">
        <pc:chgData name="Soumita Sengupta" userId="4afa6ce1-cb01-46c2-8538-4650222f0c96" providerId="ADAL" clId="{B0AE7DB9-0830-4674-80CF-8FE714AF9B7B}" dt="2021-05-31T11:23:10.397" v="169" actId="47"/>
        <pc:sldMkLst>
          <pc:docMk/>
          <pc:sldMk cId="3175453255" sldId="619"/>
        </pc:sldMkLst>
      </pc:sldChg>
      <pc:sldChg chg="del">
        <pc:chgData name="Soumita Sengupta" userId="4afa6ce1-cb01-46c2-8538-4650222f0c96" providerId="ADAL" clId="{B0AE7DB9-0830-4674-80CF-8FE714AF9B7B}" dt="2021-05-31T11:23:12.102" v="172" actId="47"/>
        <pc:sldMkLst>
          <pc:docMk/>
          <pc:sldMk cId="1796439600" sldId="622"/>
        </pc:sldMkLst>
      </pc:sldChg>
      <pc:sldChg chg="del">
        <pc:chgData name="Soumita Sengupta" userId="4afa6ce1-cb01-46c2-8538-4650222f0c96" providerId="ADAL" clId="{B0AE7DB9-0830-4674-80CF-8FE714AF9B7B}" dt="2021-05-31T11:23:12.604" v="173" actId="47"/>
        <pc:sldMkLst>
          <pc:docMk/>
          <pc:sldMk cId="3566022154" sldId="623"/>
        </pc:sldMkLst>
      </pc:sldChg>
      <pc:sldChg chg="del">
        <pc:chgData name="Soumita Sengupta" userId="4afa6ce1-cb01-46c2-8538-4650222f0c96" providerId="ADAL" clId="{B0AE7DB9-0830-4674-80CF-8FE714AF9B7B}" dt="2021-05-31T11:23:14.192" v="176" actId="47"/>
        <pc:sldMkLst>
          <pc:docMk/>
          <pc:sldMk cId="4149358472" sldId="625"/>
        </pc:sldMkLst>
      </pc:sldChg>
      <pc:sldChg chg="del">
        <pc:chgData name="Soumita Sengupta" userId="4afa6ce1-cb01-46c2-8538-4650222f0c96" providerId="ADAL" clId="{B0AE7DB9-0830-4674-80CF-8FE714AF9B7B}" dt="2021-05-31T11:23:14.647" v="177" actId="47"/>
        <pc:sldMkLst>
          <pc:docMk/>
          <pc:sldMk cId="2979335379" sldId="626"/>
        </pc:sldMkLst>
      </pc:sldChg>
      <pc:sldChg chg="del">
        <pc:chgData name="Soumita Sengupta" userId="4afa6ce1-cb01-46c2-8538-4650222f0c96" providerId="ADAL" clId="{B0AE7DB9-0830-4674-80CF-8FE714AF9B7B}" dt="2021-05-31T11:23:15.064" v="178" actId="47"/>
        <pc:sldMkLst>
          <pc:docMk/>
          <pc:sldMk cId="2143778835" sldId="627"/>
        </pc:sldMkLst>
      </pc:sldChg>
      <pc:sldChg chg="del">
        <pc:chgData name="Soumita Sengupta" userId="4afa6ce1-cb01-46c2-8538-4650222f0c96" providerId="ADAL" clId="{B0AE7DB9-0830-4674-80CF-8FE714AF9B7B}" dt="2021-05-31T11:23:16.032" v="179" actId="47"/>
        <pc:sldMkLst>
          <pc:docMk/>
          <pc:sldMk cId="1840417079" sldId="628"/>
        </pc:sldMkLst>
      </pc:sldChg>
      <pc:sldChg chg="del">
        <pc:chgData name="Soumita Sengupta" userId="4afa6ce1-cb01-46c2-8538-4650222f0c96" providerId="ADAL" clId="{B0AE7DB9-0830-4674-80CF-8FE714AF9B7B}" dt="2021-05-31T11:23:18.972" v="185" actId="47"/>
        <pc:sldMkLst>
          <pc:docMk/>
          <pc:sldMk cId="96484799" sldId="633"/>
        </pc:sldMkLst>
      </pc:sldChg>
      <pc:sldChg chg="del">
        <pc:chgData name="Soumita Sengupta" userId="4afa6ce1-cb01-46c2-8538-4650222f0c96" providerId="ADAL" clId="{B0AE7DB9-0830-4674-80CF-8FE714AF9B7B}" dt="2021-05-31T11:23:19.991" v="187" actId="47"/>
        <pc:sldMkLst>
          <pc:docMk/>
          <pc:sldMk cId="4018720682" sldId="634"/>
        </pc:sldMkLst>
      </pc:sldChg>
      <pc:sldChg chg="del">
        <pc:chgData name="Soumita Sengupta" userId="4afa6ce1-cb01-46c2-8538-4650222f0c96" providerId="ADAL" clId="{B0AE7DB9-0830-4674-80CF-8FE714AF9B7B}" dt="2021-05-31T11:23:26.962" v="199" actId="47"/>
        <pc:sldMkLst>
          <pc:docMk/>
          <pc:sldMk cId="1101439345" sldId="636"/>
        </pc:sldMkLst>
      </pc:sldChg>
      <pc:sldChg chg="del">
        <pc:chgData name="Soumita Sengupta" userId="4afa6ce1-cb01-46c2-8538-4650222f0c96" providerId="ADAL" clId="{B0AE7DB9-0830-4674-80CF-8FE714AF9B7B}" dt="2021-05-31T11:23:27.934" v="201" actId="47"/>
        <pc:sldMkLst>
          <pc:docMk/>
          <pc:sldMk cId="583779290" sldId="637"/>
        </pc:sldMkLst>
      </pc:sldChg>
      <pc:sldChg chg="del">
        <pc:chgData name="Soumita Sengupta" userId="4afa6ce1-cb01-46c2-8538-4650222f0c96" providerId="ADAL" clId="{B0AE7DB9-0830-4674-80CF-8FE714AF9B7B}" dt="2021-05-31T11:23:28.482" v="202" actId="47"/>
        <pc:sldMkLst>
          <pc:docMk/>
          <pc:sldMk cId="4285856727" sldId="638"/>
        </pc:sldMkLst>
      </pc:sldChg>
      <pc:sldChg chg="del">
        <pc:chgData name="Soumita Sengupta" userId="4afa6ce1-cb01-46c2-8538-4650222f0c96" providerId="ADAL" clId="{B0AE7DB9-0830-4674-80CF-8FE714AF9B7B}" dt="2021-05-31T11:23:31.173" v="208" actId="47"/>
        <pc:sldMkLst>
          <pc:docMk/>
          <pc:sldMk cId="994777911" sldId="642"/>
        </pc:sldMkLst>
      </pc:sldChg>
      <pc:sldChg chg="del">
        <pc:chgData name="Soumita Sengupta" userId="4afa6ce1-cb01-46c2-8538-4650222f0c96" providerId="ADAL" clId="{B0AE7DB9-0830-4674-80CF-8FE714AF9B7B}" dt="2021-05-31T11:23:31.891" v="209" actId="47"/>
        <pc:sldMkLst>
          <pc:docMk/>
          <pc:sldMk cId="2095642720" sldId="643"/>
        </pc:sldMkLst>
      </pc:sldChg>
      <pc:sldChg chg="del">
        <pc:chgData name="Soumita Sengupta" userId="4afa6ce1-cb01-46c2-8538-4650222f0c96" providerId="ADAL" clId="{B0AE7DB9-0830-4674-80CF-8FE714AF9B7B}" dt="2021-05-31T11:23:32.630" v="211" actId="47"/>
        <pc:sldMkLst>
          <pc:docMk/>
          <pc:sldMk cId="1181531667" sldId="644"/>
        </pc:sldMkLst>
      </pc:sldChg>
      <pc:sldChg chg="del">
        <pc:chgData name="Soumita Sengupta" userId="4afa6ce1-cb01-46c2-8538-4650222f0c96" providerId="ADAL" clId="{B0AE7DB9-0830-4674-80CF-8FE714AF9B7B}" dt="2021-05-31T11:23:32.995" v="212" actId="47"/>
        <pc:sldMkLst>
          <pc:docMk/>
          <pc:sldMk cId="3152158587" sldId="645"/>
        </pc:sldMkLst>
      </pc:sldChg>
      <pc:sldChg chg="del">
        <pc:chgData name="Soumita Sengupta" userId="4afa6ce1-cb01-46c2-8538-4650222f0c96" providerId="ADAL" clId="{B0AE7DB9-0830-4674-80CF-8FE714AF9B7B}" dt="2021-05-31T11:23:33.390" v="213" actId="47"/>
        <pc:sldMkLst>
          <pc:docMk/>
          <pc:sldMk cId="3694302526" sldId="646"/>
        </pc:sldMkLst>
      </pc:sldChg>
      <pc:sldChg chg="del">
        <pc:chgData name="Soumita Sengupta" userId="4afa6ce1-cb01-46c2-8538-4650222f0c96" providerId="ADAL" clId="{B0AE7DB9-0830-4674-80CF-8FE714AF9B7B}" dt="2021-05-31T11:23:33.715" v="214" actId="47"/>
        <pc:sldMkLst>
          <pc:docMk/>
          <pc:sldMk cId="3358312975" sldId="647"/>
        </pc:sldMkLst>
      </pc:sldChg>
      <pc:sldChg chg="del">
        <pc:chgData name="Soumita Sengupta" userId="4afa6ce1-cb01-46c2-8538-4650222f0c96" providerId="ADAL" clId="{B0AE7DB9-0830-4674-80CF-8FE714AF9B7B}" dt="2021-05-31T11:23:34.265" v="215" actId="47"/>
        <pc:sldMkLst>
          <pc:docMk/>
          <pc:sldMk cId="2361541675" sldId="648"/>
        </pc:sldMkLst>
      </pc:sldChg>
      <pc:sldChg chg="del">
        <pc:chgData name="Soumita Sengupta" userId="4afa6ce1-cb01-46c2-8538-4650222f0c96" providerId="ADAL" clId="{B0AE7DB9-0830-4674-80CF-8FE714AF9B7B}" dt="2021-05-31T11:23:34.616" v="216" actId="47"/>
        <pc:sldMkLst>
          <pc:docMk/>
          <pc:sldMk cId="2222658692" sldId="649"/>
        </pc:sldMkLst>
      </pc:sldChg>
      <pc:sldChg chg="del">
        <pc:chgData name="Soumita Sengupta" userId="4afa6ce1-cb01-46c2-8538-4650222f0c96" providerId="ADAL" clId="{B0AE7DB9-0830-4674-80CF-8FE714AF9B7B}" dt="2021-05-31T11:23:34.983" v="217" actId="47"/>
        <pc:sldMkLst>
          <pc:docMk/>
          <pc:sldMk cId="510060166" sldId="650"/>
        </pc:sldMkLst>
      </pc:sldChg>
      <pc:sldChg chg="del">
        <pc:chgData name="Soumita Sengupta" userId="4afa6ce1-cb01-46c2-8538-4650222f0c96" providerId="ADAL" clId="{B0AE7DB9-0830-4674-80CF-8FE714AF9B7B}" dt="2021-05-31T11:23:35.500" v="218" actId="47"/>
        <pc:sldMkLst>
          <pc:docMk/>
          <pc:sldMk cId="1129792128" sldId="666"/>
        </pc:sldMkLst>
      </pc:sldChg>
      <pc:sldChg chg="del">
        <pc:chgData name="Soumita Sengupta" userId="4afa6ce1-cb01-46c2-8538-4650222f0c96" providerId="ADAL" clId="{B0AE7DB9-0830-4674-80CF-8FE714AF9B7B}" dt="2021-05-31T11:21:05.784" v="49" actId="47"/>
        <pc:sldMkLst>
          <pc:docMk/>
          <pc:sldMk cId="2849411837" sldId="668"/>
        </pc:sldMkLst>
      </pc:sldChg>
      <pc:sldChg chg="del">
        <pc:chgData name="Soumita Sengupta" userId="4afa6ce1-cb01-46c2-8538-4650222f0c96" providerId="ADAL" clId="{B0AE7DB9-0830-4674-80CF-8FE714AF9B7B}" dt="2021-05-31T11:21:06.001" v="50" actId="47"/>
        <pc:sldMkLst>
          <pc:docMk/>
          <pc:sldMk cId="1823865472" sldId="669"/>
        </pc:sldMkLst>
      </pc:sldChg>
      <pc:sldChg chg="del">
        <pc:chgData name="Soumita Sengupta" userId="4afa6ce1-cb01-46c2-8538-4650222f0c96" providerId="ADAL" clId="{B0AE7DB9-0830-4674-80CF-8FE714AF9B7B}" dt="2021-05-31T11:21:06.231" v="51" actId="47"/>
        <pc:sldMkLst>
          <pc:docMk/>
          <pc:sldMk cId="3322344175" sldId="670"/>
        </pc:sldMkLst>
      </pc:sldChg>
      <pc:sldChg chg="del">
        <pc:chgData name="Soumita Sengupta" userId="4afa6ce1-cb01-46c2-8538-4650222f0c96" providerId="ADAL" clId="{B0AE7DB9-0830-4674-80CF-8FE714AF9B7B}" dt="2021-05-31T11:21:06.764" v="52" actId="47"/>
        <pc:sldMkLst>
          <pc:docMk/>
          <pc:sldMk cId="1858348461" sldId="671"/>
        </pc:sldMkLst>
      </pc:sldChg>
      <pc:sldChg chg="del">
        <pc:chgData name="Soumita Sengupta" userId="4afa6ce1-cb01-46c2-8538-4650222f0c96" providerId="ADAL" clId="{B0AE7DB9-0830-4674-80CF-8FE714AF9B7B}" dt="2021-05-31T11:21:07.535" v="54" actId="47"/>
        <pc:sldMkLst>
          <pc:docMk/>
          <pc:sldMk cId="2643689726" sldId="673"/>
        </pc:sldMkLst>
      </pc:sldChg>
      <pc:sldChg chg="del">
        <pc:chgData name="Soumita Sengupta" userId="4afa6ce1-cb01-46c2-8538-4650222f0c96" providerId="ADAL" clId="{B0AE7DB9-0830-4674-80CF-8FE714AF9B7B}" dt="2021-05-31T11:21:07.759" v="55" actId="47"/>
        <pc:sldMkLst>
          <pc:docMk/>
          <pc:sldMk cId="1058378958" sldId="674"/>
        </pc:sldMkLst>
      </pc:sldChg>
      <pc:sldChg chg="del">
        <pc:chgData name="Soumita Sengupta" userId="4afa6ce1-cb01-46c2-8538-4650222f0c96" providerId="ADAL" clId="{B0AE7DB9-0830-4674-80CF-8FE714AF9B7B}" dt="2021-05-31T11:21:08.223" v="57" actId="47"/>
        <pc:sldMkLst>
          <pc:docMk/>
          <pc:sldMk cId="1466538347" sldId="675"/>
        </pc:sldMkLst>
      </pc:sldChg>
      <pc:sldChg chg="del">
        <pc:chgData name="Soumita Sengupta" userId="4afa6ce1-cb01-46c2-8538-4650222f0c96" providerId="ADAL" clId="{B0AE7DB9-0830-4674-80CF-8FE714AF9B7B}" dt="2021-05-31T11:21:22.327" v="113" actId="47"/>
        <pc:sldMkLst>
          <pc:docMk/>
          <pc:sldMk cId="1877917348" sldId="682"/>
        </pc:sldMkLst>
      </pc:sldChg>
      <pc:sldChg chg="del">
        <pc:chgData name="Soumita Sengupta" userId="4afa6ce1-cb01-46c2-8538-4650222f0c96" providerId="ADAL" clId="{B0AE7DB9-0830-4674-80CF-8FE714AF9B7B}" dt="2021-05-31T11:21:00.099" v="25" actId="47"/>
        <pc:sldMkLst>
          <pc:docMk/>
          <pc:sldMk cId="1349535947" sldId="690"/>
        </pc:sldMkLst>
      </pc:sldChg>
      <pc:sldChg chg="del">
        <pc:chgData name="Soumita Sengupta" userId="4afa6ce1-cb01-46c2-8538-4650222f0c96" providerId="ADAL" clId="{B0AE7DB9-0830-4674-80CF-8FE714AF9B7B}" dt="2021-05-31T11:21:00.632" v="27" actId="47"/>
        <pc:sldMkLst>
          <pc:docMk/>
          <pc:sldMk cId="2783950847" sldId="691"/>
        </pc:sldMkLst>
      </pc:sldChg>
      <pc:sldChg chg="del">
        <pc:chgData name="Soumita Sengupta" userId="4afa6ce1-cb01-46c2-8538-4650222f0c96" providerId="ADAL" clId="{B0AE7DB9-0830-4674-80CF-8FE714AF9B7B}" dt="2021-05-31T11:21:00.854" v="28" actId="47"/>
        <pc:sldMkLst>
          <pc:docMk/>
          <pc:sldMk cId="3881707545" sldId="692"/>
        </pc:sldMkLst>
      </pc:sldChg>
      <pc:sldChg chg="del">
        <pc:chgData name="Soumita Sengupta" userId="4afa6ce1-cb01-46c2-8538-4650222f0c96" providerId="ADAL" clId="{B0AE7DB9-0830-4674-80CF-8FE714AF9B7B}" dt="2021-05-31T11:21:01.102" v="29" actId="47"/>
        <pc:sldMkLst>
          <pc:docMk/>
          <pc:sldMk cId="732789534" sldId="693"/>
        </pc:sldMkLst>
      </pc:sldChg>
      <pc:sldChg chg="del">
        <pc:chgData name="Soumita Sengupta" userId="4afa6ce1-cb01-46c2-8538-4650222f0c96" providerId="ADAL" clId="{B0AE7DB9-0830-4674-80CF-8FE714AF9B7B}" dt="2021-05-31T11:21:01.386" v="30" actId="47"/>
        <pc:sldMkLst>
          <pc:docMk/>
          <pc:sldMk cId="1650069667" sldId="694"/>
        </pc:sldMkLst>
      </pc:sldChg>
      <pc:sldChg chg="del">
        <pc:chgData name="Soumita Sengupta" userId="4afa6ce1-cb01-46c2-8538-4650222f0c96" providerId="ADAL" clId="{B0AE7DB9-0830-4674-80CF-8FE714AF9B7B}" dt="2021-05-31T11:21:01.571" v="31" actId="47"/>
        <pc:sldMkLst>
          <pc:docMk/>
          <pc:sldMk cId="3977964455" sldId="695"/>
        </pc:sldMkLst>
      </pc:sldChg>
      <pc:sldChg chg="del">
        <pc:chgData name="Soumita Sengupta" userId="4afa6ce1-cb01-46c2-8538-4650222f0c96" providerId="ADAL" clId="{B0AE7DB9-0830-4674-80CF-8FE714AF9B7B}" dt="2021-05-31T11:21:02.119" v="33" actId="47"/>
        <pc:sldMkLst>
          <pc:docMk/>
          <pc:sldMk cId="2989975256" sldId="697"/>
        </pc:sldMkLst>
      </pc:sldChg>
      <pc:sldChg chg="del">
        <pc:chgData name="Soumita Sengupta" userId="4afa6ce1-cb01-46c2-8538-4650222f0c96" providerId="ADAL" clId="{B0AE7DB9-0830-4674-80CF-8FE714AF9B7B}" dt="2021-05-31T11:21:02.673" v="35" actId="47"/>
        <pc:sldMkLst>
          <pc:docMk/>
          <pc:sldMk cId="3242929" sldId="699"/>
        </pc:sldMkLst>
      </pc:sldChg>
      <pc:sldChg chg="del">
        <pc:chgData name="Soumita Sengupta" userId="4afa6ce1-cb01-46c2-8538-4650222f0c96" providerId="ADAL" clId="{B0AE7DB9-0830-4674-80CF-8FE714AF9B7B}" dt="2021-05-31T11:21:02.936" v="36" actId="47"/>
        <pc:sldMkLst>
          <pc:docMk/>
          <pc:sldMk cId="2833213052" sldId="700"/>
        </pc:sldMkLst>
      </pc:sldChg>
      <pc:sldChg chg="del">
        <pc:chgData name="Soumita Sengupta" userId="4afa6ce1-cb01-46c2-8538-4650222f0c96" providerId="ADAL" clId="{B0AE7DB9-0830-4674-80CF-8FE714AF9B7B}" dt="2021-05-31T11:21:03.106" v="37" actId="47"/>
        <pc:sldMkLst>
          <pc:docMk/>
          <pc:sldMk cId="67063222" sldId="701"/>
        </pc:sldMkLst>
      </pc:sldChg>
      <pc:sldChg chg="del">
        <pc:chgData name="Soumita Sengupta" userId="4afa6ce1-cb01-46c2-8538-4650222f0c96" providerId="ADAL" clId="{B0AE7DB9-0830-4674-80CF-8FE714AF9B7B}" dt="2021-05-31T11:21:03.608" v="39" actId="47"/>
        <pc:sldMkLst>
          <pc:docMk/>
          <pc:sldMk cId="394688444" sldId="703"/>
        </pc:sldMkLst>
      </pc:sldChg>
      <pc:sldChg chg="del">
        <pc:chgData name="Soumita Sengupta" userId="4afa6ce1-cb01-46c2-8538-4650222f0c96" providerId="ADAL" clId="{B0AE7DB9-0830-4674-80CF-8FE714AF9B7B}" dt="2021-05-31T11:21:03.862" v="40" actId="47"/>
        <pc:sldMkLst>
          <pc:docMk/>
          <pc:sldMk cId="2559343463" sldId="704"/>
        </pc:sldMkLst>
      </pc:sldChg>
      <pc:sldChg chg="del">
        <pc:chgData name="Soumita Sengupta" userId="4afa6ce1-cb01-46c2-8538-4650222f0c96" providerId="ADAL" clId="{B0AE7DB9-0830-4674-80CF-8FE714AF9B7B}" dt="2021-05-31T11:21:04.043" v="41" actId="47"/>
        <pc:sldMkLst>
          <pc:docMk/>
          <pc:sldMk cId="2847207556" sldId="705"/>
        </pc:sldMkLst>
      </pc:sldChg>
      <pc:sldChg chg="del">
        <pc:chgData name="Soumita Sengupta" userId="4afa6ce1-cb01-46c2-8538-4650222f0c96" providerId="ADAL" clId="{B0AE7DB9-0830-4674-80CF-8FE714AF9B7B}" dt="2021-05-31T11:21:04.210" v="42" actId="47"/>
        <pc:sldMkLst>
          <pc:docMk/>
          <pc:sldMk cId="2525000584" sldId="706"/>
        </pc:sldMkLst>
      </pc:sldChg>
      <pc:sldChg chg="del">
        <pc:chgData name="Soumita Sengupta" userId="4afa6ce1-cb01-46c2-8538-4650222f0c96" providerId="ADAL" clId="{B0AE7DB9-0830-4674-80CF-8FE714AF9B7B}" dt="2021-05-31T11:21:04.464" v="43" actId="47"/>
        <pc:sldMkLst>
          <pc:docMk/>
          <pc:sldMk cId="1118961763" sldId="707"/>
        </pc:sldMkLst>
      </pc:sldChg>
      <pc:sldChg chg="del">
        <pc:chgData name="Soumita Sengupta" userId="4afa6ce1-cb01-46c2-8538-4650222f0c96" providerId="ADAL" clId="{B0AE7DB9-0830-4674-80CF-8FE714AF9B7B}" dt="2021-05-31T11:21:21.641" v="110" actId="47"/>
        <pc:sldMkLst>
          <pc:docMk/>
          <pc:sldMk cId="3842062754" sldId="708"/>
        </pc:sldMkLst>
      </pc:sldChg>
      <pc:sldChg chg="del">
        <pc:chgData name="Soumita Sengupta" userId="4afa6ce1-cb01-46c2-8538-4650222f0c96" providerId="ADAL" clId="{B0AE7DB9-0830-4674-80CF-8FE714AF9B7B}" dt="2021-05-31T11:21:21.857" v="111" actId="47"/>
        <pc:sldMkLst>
          <pc:docMk/>
          <pc:sldMk cId="1385205329" sldId="709"/>
        </pc:sldMkLst>
      </pc:sldChg>
      <pc:sldChg chg="del">
        <pc:chgData name="Soumita Sengupta" userId="4afa6ce1-cb01-46c2-8538-4650222f0c96" providerId="ADAL" clId="{B0AE7DB9-0830-4674-80CF-8FE714AF9B7B}" dt="2021-05-31T11:21:22.111" v="112" actId="47"/>
        <pc:sldMkLst>
          <pc:docMk/>
          <pc:sldMk cId="3511327653" sldId="710"/>
        </pc:sldMkLst>
      </pc:sldChg>
      <pc:sldChg chg="del">
        <pc:chgData name="Soumita Sengupta" userId="4afa6ce1-cb01-46c2-8538-4650222f0c96" providerId="ADAL" clId="{B0AE7DB9-0830-4674-80CF-8FE714AF9B7B}" dt="2021-05-31T11:21:23.012" v="116" actId="47"/>
        <pc:sldMkLst>
          <pc:docMk/>
          <pc:sldMk cId="3137745536" sldId="712"/>
        </pc:sldMkLst>
      </pc:sldChg>
      <pc:sldChg chg="del">
        <pc:chgData name="Soumita Sengupta" userId="4afa6ce1-cb01-46c2-8538-4650222f0c96" providerId="ADAL" clId="{B0AE7DB9-0830-4674-80CF-8FE714AF9B7B}" dt="2021-05-31T11:21:23.244" v="117" actId="47"/>
        <pc:sldMkLst>
          <pc:docMk/>
          <pc:sldMk cId="2872170972" sldId="713"/>
        </pc:sldMkLst>
      </pc:sldChg>
      <pc:sldChg chg="del">
        <pc:chgData name="Soumita Sengupta" userId="4afa6ce1-cb01-46c2-8538-4650222f0c96" providerId="ADAL" clId="{B0AE7DB9-0830-4674-80CF-8FE714AF9B7B}" dt="2021-05-31T11:21:23.461" v="118" actId="47"/>
        <pc:sldMkLst>
          <pc:docMk/>
          <pc:sldMk cId="910368742" sldId="714"/>
        </pc:sldMkLst>
      </pc:sldChg>
      <pc:sldChg chg="del">
        <pc:chgData name="Soumita Sengupta" userId="4afa6ce1-cb01-46c2-8538-4650222f0c96" providerId="ADAL" clId="{B0AE7DB9-0830-4674-80CF-8FE714AF9B7B}" dt="2021-05-31T11:21:23.862" v="120" actId="47"/>
        <pc:sldMkLst>
          <pc:docMk/>
          <pc:sldMk cId="2173025332" sldId="716"/>
        </pc:sldMkLst>
      </pc:sldChg>
      <pc:sldChg chg="del">
        <pc:chgData name="Soumita Sengupta" userId="4afa6ce1-cb01-46c2-8538-4650222f0c96" providerId="ADAL" clId="{B0AE7DB9-0830-4674-80CF-8FE714AF9B7B}" dt="2021-05-31T11:20:42.505" v="11" actId="47"/>
        <pc:sldMkLst>
          <pc:docMk/>
          <pc:sldMk cId="4197784673" sldId="718"/>
        </pc:sldMkLst>
      </pc:sldChg>
      <pc:sldChg chg="del">
        <pc:chgData name="Soumita Sengupta" userId="4afa6ce1-cb01-46c2-8538-4650222f0c96" providerId="ADAL" clId="{B0AE7DB9-0830-4674-80CF-8FE714AF9B7B}" dt="2021-05-31T11:20:43.531" v="13" actId="47"/>
        <pc:sldMkLst>
          <pc:docMk/>
          <pc:sldMk cId="1817621787" sldId="719"/>
        </pc:sldMkLst>
      </pc:sldChg>
      <pc:sldChg chg="del">
        <pc:chgData name="Soumita Sengupta" userId="4afa6ce1-cb01-46c2-8538-4650222f0c96" providerId="ADAL" clId="{B0AE7DB9-0830-4674-80CF-8FE714AF9B7B}" dt="2021-05-31T11:20:44.674" v="14" actId="47"/>
        <pc:sldMkLst>
          <pc:docMk/>
          <pc:sldMk cId="2472564179" sldId="720"/>
        </pc:sldMkLst>
      </pc:sldChg>
      <pc:sldChg chg="del">
        <pc:chgData name="Soumita Sengupta" userId="4afa6ce1-cb01-46c2-8538-4650222f0c96" providerId="ADAL" clId="{B0AE7DB9-0830-4674-80CF-8FE714AF9B7B}" dt="2021-05-31T11:20:55.371" v="15" actId="47"/>
        <pc:sldMkLst>
          <pc:docMk/>
          <pc:sldMk cId="2557363682" sldId="726"/>
        </pc:sldMkLst>
      </pc:sldChg>
      <pc:sldChg chg="del">
        <pc:chgData name="Soumita Sengupta" userId="4afa6ce1-cb01-46c2-8538-4650222f0c96" providerId="ADAL" clId="{B0AE7DB9-0830-4674-80CF-8FE714AF9B7B}" dt="2021-05-31T11:20:56.505" v="17" actId="47"/>
        <pc:sldMkLst>
          <pc:docMk/>
          <pc:sldMk cId="2533192149" sldId="727"/>
        </pc:sldMkLst>
      </pc:sldChg>
      <pc:sldChg chg="del">
        <pc:chgData name="Soumita Sengupta" userId="4afa6ce1-cb01-46c2-8538-4650222f0c96" providerId="ADAL" clId="{B0AE7DB9-0830-4674-80CF-8FE714AF9B7B}" dt="2021-05-31T11:20:56.944" v="18" actId="47"/>
        <pc:sldMkLst>
          <pc:docMk/>
          <pc:sldMk cId="267288945" sldId="728"/>
        </pc:sldMkLst>
      </pc:sldChg>
      <pc:sldChg chg="del">
        <pc:chgData name="Soumita Sengupta" userId="4afa6ce1-cb01-46c2-8538-4650222f0c96" providerId="ADAL" clId="{B0AE7DB9-0830-4674-80CF-8FE714AF9B7B}" dt="2021-05-31T11:20:56.042" v="16" actId="47"/>
        <pc:sldMkLst>
          <pc:docMk/>
          <pc:sldMk cId="1657360727" sldId="729"/>
        </pc:sldMkLst>
      </pc:sldChg>
      <pc:sldChg chg="del">
        <pc:chgData name="Soumita Sengupta" userId="4afa6ce1-cb01-46c2-8538-4650222f0c96" providerId="ADAL" clId="{B0AE7DB9-0830-4674-80CF-8FE714AF9B7B}" dt="2021-05-31T11:20:43.059" v="12" actId="47"/>
        <pc:sldMkLst>
          <pc:docMk/>
          <pc:sldMk cId="452156479" sldId="736"/>
        </pc:sldMkLst>
      </pc:sldChg>
      <pc:sldChg chg="del">
        <pc:chgData name="Soumita Sengupta" userId="4afa6ce1-cb01-46c2-8538-4650222f0c96" providerId="ADAL" clId="{B0AE7DB9-0830-4674-80CF-8FE714AF9B7B}" dt="2021-05-31T11:23:02.375" v="150" actId="47"/>
        <pc:sldMkLst>
          <pc:docMk/>
          <pc:sldMk cId="1013292222" sldId="737"/>
        </pc:sldMkLst>
      </pc:sldChg>
      <pc:sldChg chg="del">
        <pc:chgData name="Soumita Sengupta" userId="4afa6ce1-cb01-46c2-8538-4650222f0c96" providerId="ADAL" clId="{B0AE7DB9-0830-4674-80CF-8FE714AF9B7B}" dt="2021-05-31T11:20:58.062" v="19" actId="47"/>
        <pc:sldMkLst>
          <pc:docMk/>
          <pc:sldMk cId="481063857" sldId="738"/>
        </pc:sldMkLst>
      </pc:sldChg>
      <pc:sldChg chg="del">
        <pc:chgData name="Soumita Sengupta" userId="4afa6ce1-cb01-46c2-8538-4650222f0c96" providerId="ADAL" clId="{B0AE7DB9-0830-4674-80CF-8FE714AF9B7B}" dt="2021-05-31T11:20:59.783" v="24" actId="47"/>
        <pc:sldMkLst>
          <pc:docMk/>
          <pc:sldMk cId="1233064520" sldId="739"/>
        </pc:sldMkLst>
      </pc:sldChg>
      <pc:sldChg chg="del">
        <pc:chgData name="Soumita Sengupta" userId="4afa6ce1-cb01-46c2-8538-4650222f0c96" providerId="ADAL" clId="{B0AE7DB9-0830-4674-80CF-8FE714AF9B7B}" dt="2021-05-31T11:21:07.991" v="56" actId="47"/>
        <pc:sldMkLst>
          <pc:docMk/>
          <pc:sldMk cId="506531162" sldId="786"/>
        </pc:sldMkLst>
      </pc:sldChg>
      <pc:sldChg chg="del">
        <pc:chgData name="Soumita Sengupta" userId="4afa6ce1-cb01-46c2-8538-4650222f0c96" providerId="ADAL" clId="{B0AE7DB9-0830-4674-80CF-8FE714AF9B7B}" dt="2021-05-31T11:21:11.985" v="73" actId="47"/>
        <pc:sldMkLst>
          <pc:docMk/>
          <pc:sldMk cId="1187423674" sldId="788"/>
        </pc:sldMkLst>
      </pc:sldChg>
      <pc:sldChg chg="del">
        <pc:chgData name="Soumita Sengupta" userId="4afa6ce1-cb01-46c2-8538-4650222f0c96" providerId="ADAL" clId="{B0AE7DB9-0830-4674-80CF-8FE714AF9B7B}" dt="2021-05-31T11:21:12.617" v="76" actId="47"/>
        <pc:sldMkLst>
          <pc:docMk/>
          <pc:sldMk cId="2446929124" sldId="789"/>
        </pc:sldMkLst>
      </pc:sldChg>
      <pc:sldChg chg="del">
        <pc:chgData name="Soumita Sengupta" userId="4afa6ce1-cb01-46c2-8538-4650222f0c96" providerId="ADAL" clId="{B0AE7DB9-0830-4674-80CF-8FE714AF9B7B}" dt="2021-05-31T11:21:13.419" v="79" actId="47"/>
        <pc:sldMkLst>
          <pc:docMk/>
          <pc:sldMk cId="3045271607" sldId="794"/>
        </pc:sldMkLst>
      </pc:sldChg>
      <pc:sldChg chg="del">
        <pc:chgData name="Soumita Sengupta" userId="4afa6ce1-cb01-46c2-8538-4650222f0c96" providerId="ADAL" clId="{B0AE7DB9-0830-4674-80CF-8FE714AF9B7B}" dt="2021-05-31T11:21:15.279" v="87" actId="47"/>
        <pc:sldMkLst>
          <pc:docMk/>
          <pc:sldMk cId="2268596285" sldId="796"/>
        </pc:sldMkLst>
      </pc:sldChg>
      <pc:sldChg chg="del">
        <pc:chgData name="Soumita Sengupta" userId="4afa6ce1-cb01-46c2-8538-4650222f0c96" providerId="ADAL" clId="{B0AE7DB9-0830-4674-80CF-8FE714AF9B7B}" dt="2021-05-31T11:21:29.944" v="145" actId="47"/>
        <pc:sldMkLst>
          <pc:docMk/>
          <pc:sldMk cId="575536835" sldId="803"/>
        </pc:sldMkLst>
      </pc:sldChg>
      <pc:sldChg chg="del">
        <pc:chgData name="Soumita Sengupta" userId="4afa6ce1-cb01-46c2-8538-4650222f0c96" providerId="ADAL" clId="{B0AE7DB9-0830-4674-80CF-8FE714AF9B7B}" dt="2021-05-31T11:23:27.463" v="200" actId="47"/>
        <pc:sldMkLst>
          <pc:docMk/>
          <pc:sldMk cId="3221674416" sldId="804"/>
        </pc:sldMkLst>
      </pc:sldChg>
      <pc:sldChg chg="del">
        <pc:chgData name="Soumita Sengupta" userId="4afa6ce1-cb01-46c2-8538-4650222f0c96" providerId="ADAL" clId="{B0AE7DB9-0830-4674-80CF-8FE714AF9B7B}" dt="2021-05-31T11:23:28.967" v="203" actId="47"/>
        <pc:sldMkLst>
          <pc:docMk/>
          <pc:sldMk cId="87442308" sldId="805"/>
        </pc:sldMkLst>
      </pc:sldChg>
      <pc:sldChg chg="del">
        <pc:chgData name="Soumita Sengupta" userId="4afa6ce1-cb01-46c2-8538-4650222f0c96" providerId="ADAL" clId="{B0AE7DB9-0830-4674-80CF-8FE714AF9B7B}" dt="2021-05-31T11:21:24.332" v="122" actId="47"/>
        <pc:sldMkLst>
          <pc:docMk/>
          <pc:sldMk cId="2726919898" sldId="808"/>
        </pc:sldMkLst>
      </pc:sldChg>
      <pc:sldChg chg="del">
        <pc:chgData name="Soumita Sengupta" userId="4afa6ce1-cb01-46c2-8538-4650222f0c96" providerId="ADAL" clId="{B0AE7DB9-0830-4674-80CF-8FE714AF9B7B}" dt="2021-05-31T11:21:24.585" v="123" actId="47"/>
        <pc:sldMkLst>
          <pc:docMk/>
          <pc:sldMk cId="3656546334" sldId="809"/>
        </pc:sldMkLst>
      </pc:sldChg>
      <pc:sldChg chg="del">
        <pc:chgData name="Soumita Sengupta" userId="4afa6ce1-cb01-46c2-8538-4650222f0c96" providerId="ADAL" clId="{B0AE7DB9-0830-4674-80CF-8FE714AF9B7B}" dt="2021-05-31T11:21:24.786" v="124" actId="47"/>
        <pc:sldMkLst>
          <pc:docMk/>
          <pc:sldMk cId="3895102673" sldId="810"/>
        </pc:sldMkLst>
      </pc:sldChg>
      <pc:sldChg chg="del">
        <pc:chgData name="Soumita Sengupta" userId="4afa6ce1-cb01-46c2-8538-4650222f0c96" providerId="ADAL" clId="{B0AE7DB9-0830-4674-80CF-8FE714AF9B7B}" dt="2021-05-31T11:21:24.901" v="125" actId="47"/>
        <pc:sldMkLst>
          <pc:docMk/>
          <pc:sldMk cId="2442620785" sldId="811"/>
        </pc:sldMkLst>
      </pc:sldChg>
      <pc:sldChg chg="del">
        <pc:chgData name="Soumita Sengupta" userId="4afa6ce1-cb01-46c2-8538-4650222f0c96" providerId="ADAL" clId="{B0AE7DB9-0830-4674-80CF-8FE714AF9B7B}" dt="2021-05-31T11:23:13.120" v="174" actId="47"/>
        <pc:sldMkLst>
          <pc:docMk/>
          <pc:sldMk cId="1600615961" sldId="822"/>
        </pc:sldMkLst>
      </pc:sldChg>
      <pc:sldChg chg="del">
        <pc:chgData name="Soumita Sengupta" userId="4afa6ce1-cb01-46c2-8538-4650222f0c96" providerId="ADAL" clId="{B0AE7DB9-0830-4674-80CF-8FE714AF9B7B}" dt="2021-05-31T11:23:25.503" v="197" actId="47"/>
        <pc:sldMkLst>
          <pc:docMk/>
          <pc:sldMk cId="646275432" sldId="823"/>
        </pc:sldMkLst>
      </pc:sldChg>
      <pc:sldChg chg="del">
        <pc:chgData name="Soumita Sengupta" userId="4afa6ce1-cb01-46c2-8538-4650222f0c96" providerId="ADAL" clId="{B0AE7DB9-0830-4674-80CF-8FE714AF9B7B}" dt="2021-05-31T11:23:35.917" v="219" actId="47"/>
        <pc:sldMkLst>
          <pc:docMk/>
          <pc:sldMk cId="609144779" sldId="824"/>
        </pc:sldMkLst>
      </pc:sldChg>
      <pc:sldChg chg="del">
        <pc:chgData name="Soumita Sengupta" userId="4afa6ce1-cb01-46c2-8538-4650222f0c96" providerId="ADAL" clId="{B0AE7DB9-0830-4674-80CF-8FE714AF9B7B}" dt="2021-05-31T11:23:22.450" v="192" actId="47"/>
        <pc:sldMkLst>
          <pc:docMk/>
          <pc:sldMk cId="2061984971" sldId="826"/>
        </pc:sldMkLst>
      </pc:sldChg>
      <pc:sldChg chg="del">
        <pc:chgData name="Soumita Sengupta" userId="4afa6ce1-cb01-46c2-8538-4650222f0c96" providerId="ADAL" clId="{B0AE7DB9-0830-4674-80CF-8FE714AF9B7B}" dt="2021-05-31T11:23:23.715" v="194" actId="47"/>
        <pc:sldMkLst>
          <pc:docMk/>
          <pc:sldMk cId="2916609019" sldId="827"/>
        </pc:sldMkLst>
      </pc:sldChg>
      <pc:sldChg chg="del">
        <pc:chgData name="Soumita Sengupta" userId="4afa6ce1-cb01-46c2-8538-4650222f0c96" providerId="ADAL" clId="{B0AE7DB9-0830-4674-80CF-8FE714AF9B7B}" dt="2021-05-31T11:23:24.169" v="195" actId="47"/>
        <pc:sldMkLst>
          <pc:docMk/>
          <pc:sldMk cId="3965900230" sldId="828"/>
        </pc:sldMkLst>
      </pc:sldChg>
      <pc:sldChg chg="del">
        <pc:chgData name="Soumita Sengupta" userId="4afa6ce1-cb01-46c2-8538-4650222f0c96" providerId="ADAL" clId="{B0AE7DB9-0830-4674-80CF-8FE714AF9B7B}" dt="2021-05-31T11:23:24.986" v="196" actId="47"/>
        <pc:sldMkLst>
          <pc:docMk/>
          <pc:sldMk cId="860800460" sldId="829"/>
        </pc:sldMkLst>
      </pc:sldChg>
      <pc:sldChg chg="del">
        <pc:chgData name="Soumita Sengupta" userId="4afa6ce1-cb01-46c2-8538-4650222f0c96" providerId="ADAL" clId="{B0AE7DB9-0830-4674-80CF-8FE714AF9B7B}" dt="2021-05-31T11:21:25.433" v="127" actId="47"/>
        <pc:sldMkLst>
          <pc:docMk/>
          <pc:sldMk cId="1968607313" sldId="833"/>
        </pc:sldMkLst>
      </pc:sldChg>
      <pc:sldChg chg="del">
        <pc:chgData name="Soumita Sengupta" userId="4afa6ce1-cb01-46c2-8538-4650222f0c96" providerId="ADAL" clId="{B0AE7DB9-0830-4674-80CF-8FE714AF9B7B}" dt="2021-05-31T11:21:25.649" v="128" actId="47"/>
        <pc:sldMkLst>
          <pc:docMk/>
          <pc:sldMk cId="3495316257" sldId="834"/>
        </pc:sldMkLst>
      </pc:sldChg>
      <pc:sldChg chg="del">
        <pc:chgData name="Soumita Sengupta" userId="4afa6ce1-cb01-46c2-8538-4650222f0c96" providerId="ADAL" clId="{B0AE7DB9-0830-4674-80CF-8FE714AF9B7B}" dt="2021-05-31T11:21:25.865" v="129" actId="47"/>
        <pc:sldMkLst>
          <pc:docMk/>
          <pc:sldMk cId="3157366253" sldId="835"/>
        </pc:sldMkLst>
      </pc:sldChg>
      <pc:sldChg chg="del">
        <pc:chgData name="Soumita Sengupta" userId="4afa6ce1-cb01-46c2-8538-4650222f0c96" providerId="ADAL" clId="{B0AE7DB9-0830-4674-80CF-8FE714AF9B7B}" dt="2021-05-31T11:21:26.466" v="131" actId="47"/>
        <pc:sldMkLst>
          <pc:docMk/>
          <pc:sldMk cId="116401671" sldId="837"/>
        </pc:sldMkLst>
      </pc:sldChg>
      <pc:sldChg chg="del">
        <pc:chgData name="Soumita Sengupta" userId="4afa6ce1-cb01-46c2-8538-4650222f0c96" providerId="ADAL" clId="{B0AE7DB9-0830-4674-80CF-8FE714AF9B7B}" dt="2021-05-31T11:21:26.650" v="132" actId="47"/>
        <pc:sldMkLst>
          <pc:docMk/>
          <pc:sldMk cId="2218938682" sldId="838"/>
        </pc:sldMkLst>
      </pc:sldChg>
      <pc:sldChg chg="del">
        <pc:chgData name="Soumita Sengupta" userId="4afa6ce1-cb01-46c2-8538-4650222f0c96" providerId="ADAL" clId="{B0AE7DB9-0830-4674-80CF-8FE714AF9B7B}" dt="2021-05-31T11:21:26.867" v="133" actId="47"/>
        <pc:sldMkLst>
          <pc:docMk/>
          <pc:sldMk cId="3790829099" sldId="839"/>
        </pc:sldMkLst>
      </pc:sldChg>
      <pc:sldChg chg="del">
        <pc:chgData name="Soumita Sengupta" userId="4afa6ce1-cb01-46c2-8538-4650222f0c96" providerId="ADAL" clId="{B0AE7DB9-0830-4674-80CF-8FE714AF9B7B}" dt="2021-05-31T11:21:27.052" v="134" actId="47"/>
        <pc:sldMkLst>
          <pc:docMk/>
          <pc:sldMk cId="137161310" sldId="840"/>
        </pc:sldMkLst>
      </pc:sldChg>
      <pc:sldChg chg="del">
        <pc:chgData name="Soumita Sengupta" userId="4afa6ce1-cb01-46c2-8538-4650222f0c96" providerId="ADAL" clId="{B0AE7DB9-0830-4674-80CF-8FE714AF9B7B}" dt="2021-05-31T11:21:27.237" v="135" actId="47"/>
        <pc:sldMkLst>
          <pc:docMk/>
          <pc:sldMk cId="2895645912" sldId="841"/>
        </pc:sldMkLst>
      </pc:sldChg>
      <pc:sldChg chg="del">
        <pc:chgData name="Soumita Sengupta" userId="4afa6ce1-cb01-46c2-8538-4650222f0c96" providerId="ADAL" clId="{B0AE7DB9-0830-4674-80CF-8FE714AF9B7B}" dt="2021-05-31T11:21:27.422" v="136" actId="47"/>
        <pc:sldMkLst>
          <pc:docMk/>
          <pc:sldMk cId="3451605243" sldId="842"/>
        </pc:sldMkLst>
      </pc:sldChg>
      <pc:sldChg chg="del">
        <pc:chgData name="Soumita Sengupta" userId="4afa6ce1-cb01-46c2-8538-4650222f0c96" providerId="ADAL" clId="{B0AE7DB9-0830-4674-80CF-8FE714AF9B7B}" dt="2021-05-31T11:21:27.607" v="137" actId="47"/>
        <pc:sldMkLst>
          <pc:docMk/>
          <pc:sldMk cId="3520553567" sldId="843"/>
        </pc:sldMkLst>
      </pc:sldChg>
      <pc:sldChg chg="del">
        <pc:chgData name="Soumita Sengupta" userId="4afa6ce1-cb01-46c2-8538-4650222f0c96" providerId="ADAL" clId="{B0AE7DB9-0830-4674-80CF-8FE714AF9B7B}" dt="2021-05-31T11:23:21.395" v="190" actId="47"/>
        <pc:sldMkLst>
          <pc:docMk/>
          <pc:sldMk cId="739307135" sldId="845"/>
        </pc:sldMkLst>
      </pc:sldChg>
      <pc:sldChg chg="del">
        <pc:chgData name="Soumita Sengupta" userId="4afa6ce1-cb01-46c2-8538-4650222f0c96" providerId="ADAL" clId="{B0AE7DB9-0830-4674-80CF-8FE714AF9B7B}" dt="2021-05-31T11:23:20.446" v="188" actId="47"/>
        <pc:sldMkLst>
          <pc:docMk/>
          <pc:sldMk cId="2149126909" sldId="846"/>
        </pc:sldMkLst>
      </pc:sldChg>
      <pc:sldChg chg="del">
        <pc:chgData name="Soumita Sengupta" userId="4afa6ce1-cb01-46c2-8538-4650222f0c96" providerId="ADAL" clId="{B0AE7DB9-0830-4674-80CF-8FE714AF9B7B}" dt="2021-05-31T11:23:21.865" v="191" actId="47"/>
        <pc:sldMkLst>
          <pc:docMk/>
          <pc:sldMk cId="3396759169" sldId="847"/>
        </pc:sldMkLst>
      </pc:sldChg>
      <pc:sldChg chg="del">
        <pc:chgData name="Soumita Sengupta" userId="4afa6ce1-cb01-46c2-8538-4650222f0c96" providerId="ADAL" clId="{B0AE7DB9-0830-4674-80CF-8FE714AF9B7B}" dt="2021-05-31T11:23:22.898" v="193" actId="47"/>
        <pc:sldMkLst>
          <pc:docMk/>
          <pc:sldMk cId="2403941356" sldId="848"/>
        </pc:sldMkLst>
      </pc:sldChg>
      <pc:sldChg chg="del">
        <pc:chgData name="Soumita Sengupta" userId="4afa6ce1-cb01-46c2-8538-4650222f0c96" providerId="ADAL" clId="{B0AE7DB9-0830-4674-80CF-8FE714AF9B7B}" dt="2021-05-31T11:21:18.601" v="100" actId="47"/>
        <pc:sldMkLst>
          <pc:docMk/>
          <pc:sldMk cId="254607577" sldId="868"/>
        </pc:sldMkLst>
      </pc:sldChg>
      <pc:sldChg chg="del">
        <pc:chgData name="Soumita Sengupta" userId="4afa6ce1-cb01-46c2-8538-4650222f0c96" providerId="ADAL" clId="{B0AE7DB9-0830-4674-80CF-8FE714AF9B7B}" dt="2021-05-31T11:21:18.934" v="101" actId="47"/>
        <pc:sldMkLst>
          <pc:docMk/>
          <pc:sldMk cId="1693671457" sldId="869"/>
        </pc:sldMkLst>
      </pc:sldChg>
      <pc:sldChg chg="del">
        <pc:chgData name="Soumita Sengupta" userId="4afa6ce1-cb01-46c2-8538-4650222f0c96" providerId="ADAL" clId="{B0AE7DB9-0830-4674-80CF-8FE714AF9B7B}" dt="2021-05-31T11:21:19.187" v="102" actId="47"/>
        <pc:sldMkLst>
          <pc:docMk/>
          <pc:sldMk cId="2521651456" sldId="870"/>
        </pc:sldMkLst>
      </pc:sldChg>
      <pc:sldChg chg="del">
        <pc:chgData name="Soumita Sengupta" userId="4afa6ce1-cb01-46c2-8538-4650222f0c96" providerId="ADAL" clId="{B0AE7DB9-0830-4674-80CF-8FE714AF9B7B}" dt="2021-05-31T11:21:19.989" v="104" actId="47"/>
        <pc:sldMkLst>
          <pc:docMk/>
          <pc:sldMk cId="2056228496" sldId="872"/>
        </pc:sldMkLst>
      </pc:sldChg>
      <pc:sldChg chg="del">
        <pc:chgData name="Soumita Sengupta" userId="4afa6ce1-cb01-46c2-8538-4650222f0c96" providerId="ADAL" clId="{B0AE7DB9-0830-4674-80CF-8FE714AF9B7B}" dt="2021-05-31T11:21:20.320" v="105" actId="47"/>
        <pc:sldMkLst>
          <pc:docMk/>
          <pc:sldMk cId="2816898881" sldId="873"/>
        </pc:sldMkLst>
      </pc:sldChg>
      <pc:sldChg chg="del">
        <pc:chgData name="Soumita Sengupta" userId="4afa6ce1-cb01-46c2-8538-4650222f0c96" providerId="ADAL" clId="{B0AE7DB9-0830-4674-80CF-8FE714AF9B7B}" dt="2021-05-31T11:21:20.869" v="107" actId="47"/>
        <pc:sldMkLst>
          <pc:docMk/>
          <pc:sldMk cId="53408869" sldId="874"/>
        </pc:sldMkLst>
      </pc:sldChg>
      <pc:sldChg chg="del">
        <pc:chgData name="Soumita Sengupta" userId="4afa6ce1-cb01-46c2-8538-4650222f0c96" providerId="ADAL" clId="{B0AE7DB9-0830-4674-80CF-8FE714AF9B7B}" dt="2021-05-31T11:21:21.123" v="108" actId="47"/>
        <pc:sldMkLst>
          <pc:docMk/>
          <pc:sldMk cId="1332674554" sldId="875"/>
        </pc:sldMkLst>
      </pc:sldChg>
      <pc:sldChg chg="del">
        <pc:chgData name="Soumita Sengupta" userId="4afa6ce1-cb01-46c2-8538-4650222f0c96" providerId="ADAL" clId="{B0AE7DB9-0830-4674-80CF-8FE714AF9B7B}" dt="2021-05-31T11:23:37.762" v="221" actId="47"/>
        <pc:sldMkLst>
          <pc:docMk/>
          <pc:sldMk cId="202006007" sldId="879"/>
        </pc:sldMkLst>
      </pc:sldChg>
      <pc:sldChg chg="del">
        <pc:chgData name="Soumita Sengupta" userId="4afa6ce1-cb01-46c2-8538-4650222f0c96" providerId="ADAL" clId="{B0AE7DB9-0830-4674-80CF-8FE714AF9B7B}" dt="2021-05-31T11:21:06.789" v="53" actId="47"/>
        <pc:sldMkLst>
          <pc:docMk/>
          <pc:sldMk cId="1639061617" sldId="880"/>
        </pc:sldMkLst>
      </pc:sldChg>
      <pc:sldChg chg="del">
        <pc:chgData name="Soumita Sengupta" userId="4afa6ce1-cb01-46c2-8538-4650222f0c96" providerId="ADAL" clId="{B0AE7DB9-0830-4674-80CF-8FE714AF9B7B}" dt="2021-05-31T11:21:09.342" v="61" actId="47"/>
        <pc:sldMkLst>
          <pc:docMk/>
          <pc:sldMk cId="2139875260" sldId="881"/>
        </pc:sldMkLst>
      </pc:sldChg>
      <pc:sldChg chg="del">
        <pc:chgData name="Soumita Sengupta" userId="4afa6ce1-cb01-46c2-8538-4650222f0c96" providerId="ADAL" clId="{B0AE7DB9-0830-4674-80CF-8FE714AF9B7B}" dt="2021-05-31T11:21:09.828" v="63" actId="47"/>
        <pc:sldMkLst>
          <pc:docMk/>
          <pc:sldMk cId="4074590590" sldId="882"/>
        </pc:sldMkLst>
      </pc:sldChg>
      <pc:sldChg chg="del">
        <pc:chgData name="Soumita Sengupta" userId="4afa6ce1-cb01-46c2-8538-4650222f0c96" providerId="ADAL" clId="{B0AE7DB9-0830-4674-80CF-8FE714AF9B7B}" dt="2021-05-31T11:21:10.283" v="65" actId="47"/>
        <pc:sldMkLst>
          <pc:docMk/>
          <pc:sldMk cId="2047864383" sldId="883"/>
        </pc:sldMkLst>
      </pc:sldChg>
      <pc:sldChg chg="del">
        <pc:chgData name="Soumita Sengupta" userId="4afa6ce1-cb01-46c2-8538-4650222f0c96" providerId="ADAL" clId="{B0AE7DB9-0830-4674-80CF-8FE714AF9B7B}" dt="2021-05-31T11:21:10.568" v="66" actId="47"/>
        <pc:sldMkLst>
          <pc:docMk/>
          <pc:sldMk cId="3568281701" sldId="884"/>
        </pc:sldMkLst>
      </pc:sldChg>
      <pc:sldChg chg="del">
        <pc:chgData name="Soumita Sengupta" userId="4afa6ce1-cb01-46c2-8538-4650222f0c96" providerId="ADAL" clId="{B0AE7DB9-0830-4674-80CF-8FE714AF9B7B}" dt="2021-05-31T11:21:10.783" v="67" actId="47"/>
        <pc:sldMkLst>
          <pc:docMk/>
          <pc:sldMk cId="3658751047" sldId="885"/>
        </pc:sldMkLst>
      </pc:sldChg>
      <pc:sldChg chg="del">
        <pc:chgData name="Soumita Sengupta" userId="4afa6ce1-cb01-46c2-8538-4650222f0c96" providerId="ADAL" clId="{B0AE7DB9-0830-4674-80CF-8FE714AF9B7B}" dt="2021-05-31T11:21:10.984" v="68" actId="47"/>
        <pc:sldMkLst>
          <pc:docMk/>
          <pc:sldMk cId="225487929" sldId="886"/>
        </pc:sldMkLst>
      </pc:sldChg>
      <pc:sldChg chg="del">
        <pc:chgData name="Soumita Sengupta" userId="4afa6ce1-cb01-46c2-8538-4650222f0c96" providerId="ADAL" clId="{B0AE7DB9-0830-4674-80CF-8FE714AF9B7B}" dt="2021-05-31T11:21:11.199" v="69" actId="47"/>
        <pc:sldMkLst>
          <pc:docMk/>
          <pc:sldMk cId="1268566176" sldId="887"/>
        </pc:sldMkLst>
      </pc:sldChg>
      <pc:sldChg chg="del">
        <pc:chgData name="Soumita Sengupta" userId="4afa6ce1-cb01-46c2-8538-4650222f0c96" providerId="ADAL" clId="{B0AE7DB9-0830-4674-80CF-8FE714AF9B7B}" dt="2021-05-31T11:21:13.072" v="78" actId="47"/>
        <pc:sldMkLst>
          <pc:docMk/>
          <pc:sldMk cId="2151746763" sldId="888"/>
        </pc:sldMkLst>
      </pc:sldChg>
      <pc:sldChg chg="del">
        <pc:chgData name="Soumita Sengupta" userId="4afa6ce1-cb01-46c2-8538-4650222f0c96" providerId="ADAL" clId="{B0AE7DB9-0830-4674-80CF-8FE714AF9B7B}" dt="2021-05-31T11:21:13.673" v="80" actId="47"/>
        <pc:sldMkLst>
          <pc:docMk/>
          <pc:sldMk cId="2990392643" sldId="889"/>
        </pc:sldMkLst>
      </pc:sldChg>
      <pc:sldChg chg="del">
        <pc:chgData name="Soumita Sengupta" userId="4afa6ce1-cb01-46c2-8538-4650222f0c96" providerId="ADAL" clId="{B0AE7DB9-0830-4674-80CF-8FE714AF9B7B}" dt="2021-05-31T11:21:13.889" v="81" actId="47"/>
        <pc:sldMkLst>
          <pc:docMk/>
          <pc:sldMk cId="4152093735" sldId="890"/>
        </pc:sldMkLst>
      </pc:sldChg>
      <pc:sldChg chg="del">
        <pc:chgData name="Soumita Sengupta" userId="4afa6ce1-cb01-46c2-8538-4650222f0c96" providerId="ADAL" clId="{B0AE7DB9-0830-4674-80CF-8FE714AF9B7B}" dt="2021-05-31T11:21:16.566" v="93" actId="47"/>
        <pc:sldMkLst>
          <pc:docMk/>
          <pc:sldMk cId="3419036602" sldId="891"/>
        </pc:sldMkLst>
      </pc:sldChg>
      <pc:sldChg chg="del">
        <pc:chgData name="Soumita Sengupta" userId="4afa6ce1-cb01-46c2-8538-4650222f0c96" providerId="ADAL" clId="{B0AE7DB9-0830-4674-80CF-8FE714AF9B7B}" dt="2021-05-31T11:21:16.744" v="94" actId="47"/>
        <pc:sldMkLst>
          <pc:docMk/>
          <pc:sldMk cId="2610132345" sldId="892"/>
        </pc:sldMkLst>
      </pc:sldChg>
      <pc:sldChg chg="del">
        <pc:chgData name="Soumita Sengupta" userId="4afa6ce1-cb01-46c2-8538-4650222f0c96" providerId="ADAL" clId="{B0AE7DB9-0830-4674-80CF-8FE714AF9B7B}" dt="2021-05-31T11:21:16.945" v="95" actId="47"/>
        <pc:sldMkLst>
          <pc:docMk/>
          <pc:sldMk cId="44910485" sldId="893"/>
        </pc:sldMkLst>
      </pc:sldChg>
      <pc:sldChg chg="del">
        <pc:chgData name="Soumita Sengupta" userId="4afa6ce1-cb01-46c2-8538-4650222f0c96" providerId="ADAL" clId="{B0AE7DB9-0830-4674-80CF-8FE714AF9B7B}" dt="2021-05-31T11:21:17.167" v="96" actId="47"/>
        <pc:sldMkLst>
          <pc:docMk/>
          <pc:sldMk cId="3136716027" sldId="894"/>
        </pc:sldMkLst>
      </pc:sldChg>
      <pc:sldChg chg="del">
        <pc:chgData name="Soumita Sengupta" userId="4afa6ce1-cb01-46c2-8538-4650222f0c96" providerId="ADAL" clId="{B0AE7DB9-0830-4674-80CF-8FE714AF9B7B}" dt="2021-05-31T11:21:20.606" v="106" actId="47"/>
        <pc:sldMkLst>
          <pc:docMk/>
          <pc:sldMk cId="1567628064" sldId="895"/>
        </pc:sldMkLst>
      </pc:sldChg>
      <pc:sldChg chg="del">
        <pc:chgData name="Soumita Sengupta" userId="4afa6ce1-cb01-46c2-8538-4650222f0c96" providerId="ADAL" clId="{B0AE7DB9-0830-4674-80CF-8FE714AF9B7B}" dt="2021-05-31T11:21:22.527" v="114" actId="47"/>
        <pc:sldMkLst>
          <pc:docMk/>
          <pc:sldMk cId="3581655586" sldId="897"/>
        </pc:sldMkLst>
      </pc:sldChg>
      <pc:sldChg chg="del">
        <pc:chgData name="Soumita Sengupta" userId="4afa6ce1-cb01-46c2-8538-4650222f0c96" providerId="ADAL" clId="{B0AE7DB9-0830-4674-80CF-8FE714AF9B7B}" dt="2021-05-31T11:21:22.781" v="115" actId="47"/>
        <pc:sldMkLst>
          <pc:docMk/>
          <pc:sldMk cId="2881927986" sldId="898"/>
        </pc:sldMkLst>
      </pc:sldChg>
      <pc:sldChg chg="del">
        <pc:chgData name="Soumita Sengupta" userId="4afa6ce1-cb01-46c2-8538-4650222f0c96" providerId="ADAL" clId="{B0AE7DB9-0830-4674-80CF-8FE714AF9B7B}" dt="2021-05-31T11:21:23.684" v="119" actId="47"/>
        <pc:sldMkLst>
          <pc:docMk/>
          <pc:sldMk cId="2274002417" sldId="900"/>
        </pc:sldMkLst>
      </pc:sldChg>
      <pc:sldChg chg="del">
        <pc:chgData name="Soumita Sengupta" userId="4afa6ce1-cb01-46c2-8538-4650222f0c96" providerId="ADAL" clId="{B0AE7DB9-0830-4674-80CF-8FE714AF9B7B}" dt="2021-05-31T11:21:26.281" v="130" actId="47"/>
        <pc:sldMkLst>
          <pc:docMk/>
          <pc:sldMk cId="764318788" sldId="902"/>
        </pc:sldMkLst>
      </pc:sldChg>
      <pc:sldChg chg="del">
        <pc:chgData name="Soumita Sengupta" userId="4afa6ce1-cb01-46c2-8538-4650222f0c96" providerId="ADAL" clId="{B0AE7DB9-0830-4674-80CF-8FE714AF9B7B}" dt="2021-05-31T11:21:28.455" v="141" actId="47"/>
        <pc:sldMkLst>
          <pc:docMk/>
          <pc:sldMk cId="1489738380" sldId="903"/>
        </pc:sldMkLst>
      </pc:sldChg>
      <pc:sldChg chg="del">
        <pc:chgData name="Soumita Sengupta" userId="4afa6ce1-cb01-46c2-8538-4650222f0c96" providerId="ADAL" clId="{B0AE7DB9-0830-4674-80CF-8FE714AF9B7B}" dt="2021-05-31T11:21:28.687" v="142" actId="47"/>
        <pc:sldMkLst>
          <pc:docMk/>
          <pc:sldMk cId="3148603224" sldId="904"/>
        </pc:sldMkLst>
      </pc:sldChg>
      <pc:sldChg chg="del">
        <pc:chgData name="Soumita Sengupta" userId="4afa6ce1-cb01-46c2-8538-4650222f0c96" providerId="ADAL" clId="{B0AE7DB9-0830-4674-80CF-8FE714AF9B7B}" dt="2021-05-31T11:23:03.895" v="153" actId="47"/>
        <pc:sldMkLst>
          <pc:docMk/>
          <pc:sldMk cId="1190720650" sldId="905"/>
        </pc:sldMkLst>
      </pc:sldChg>
      <pc:sldChg chg="del">
        <pc:chgData name="Soumita Sengupta" userId="4afa6ce1-cb01-46c2-8538-4650222f0c96" providerId="ADAL" clId="{B0AE7DB9-0830-4674-80CF-8FE714AF9B7B}" dt="2021-05-31T11:23:19.474" v="186" actId="47"/>
        <pc:sldMkLst>
          <pc:docMk/>
          <pc:sldMk cId="2516332578" sldId="906"/>
        </pc:sldMkLst>
      </pc:sldChg>
      <pc:sldChg chg="del">
        <pc:chgData name="Soumita Sengupta" userId="4afa6ce1-cb01-46c2-8538-4650222f0c96" providerId="ADAL" clId="{B0AE7DB9-0830-4674-80CF-8FE714AF9B7B}" dt="2021-05-31T11:23:20.932" v="189" actId="47"/>
        <pc:sldMkLst>
          <pc:docMk/>
          <pc:sldMk cId="2973615240" sldId="907"/>
        </pc:sldMkLst>
      </pc:sldChg>
      <pc:sldChg chg="del">
        <pc:chgData name="Soumita Sengupta" userId="4afa6ce1-cb01-46c2-8538-4650222f0c96" providerId="ADAL" clId="{B0AE7DB9-0830-4674-80CF-8FE714AF9B7B}" dt="2021-05-31T11:23:29.384" v="204" actId="47"/>
        <pc:sldMkLst>
          <pc:docMk/>
          <pc:sldMk cId="1602332024" sldId="908"/>
        </pc:sldMkLst>
      </pc:sldChg>
      <pc:sldChg chg="del">
        <pc:chgData name="Soumita Sengupta" userId="4afa6ce1-cb01-46c2-8538-4650222f0c96" providerId="ADAL" clId="{B0AE7DB9-0830-4674-80CF-8FE714AF9B7B}" dt="2021-05-31T11:23:29.870" v="205" actId="47"/>
        <pc:sldMkLst>
          <pc:docMk/>
          <pc:sldMk cId="2713866988" sldId="909"/>
        </pc:sldMkLst>
      </pc:sldChg>
      <pc:sldChg chg="del">
        <pc:chgData name="Soumita Sengupta" userId="4afa6ce1-cb01-46c2-8538-4650222f0c96" providerId="ADAL" clId="{B0AE7DB9-0830-4674-80CF-8FE714AF9B7B}" dt="2021-05-31T11:23:30.302" v="206" actId="47"/>
        <pc:sldMkLst>
          <pc:docMk/>
          <pc:sldMk cId="959984758" sldId="910"/>
        </pc:sldMkLst>
      </pc:sldChg>
      <pc:sldChg chg="del">
        <pc:chgData name="Soumita Sengupta" userId="4afa6ce1-cb01-46c2-8538-4650222f0c96" providerId="ADAL" clId="{B0AE7DB9-0830-4674-80CF-8FE714AF9B7B}" dt="2021-05-31T11:23:30.788" v="207" actId="47"/>
        <pc:sldMkLst>
          <pc:docMk/>
          <pc:sldMk cId="2701152022" sldId="911"/>
        </pc:sldMkLst>
      </pc:sldChg>
      <pc:sldChg chg="del">
        <pc:chgData name="Soumita Sengupta" userId="4afa6ce1-cb01-46c2-8538-4650222f0c96" providerId="ADAL" clId="{B0AE7DB9-0830-4674-80CF-8FE714AF9B7B}" dt="2021-05-31T11:23:32.293" v="210" actId="47"/>
        <pc:sldMkLst>
          <pc:docMk/>
          <pc:sldMk cId="7820174" sldId="912"/>
        </pc:sldMkLst>
      </pc:sldChg>
      <pc:sldChg chg="del">
        <pc:chgData name="Soumita Sengupta" userId="4afa6ce1-cb01-46c2-8538-4650222f0c96" providerId="ADAL" clId="{B0AE7DB9-0830-4674-80CF-8FE714AF9B7B}" dt="2021-05-31T11:23:16.452" v="180" actId="47"/>
        <pc:sldMkLst>
          <pc:docMk/>
          <pc:sldMk cId="2358187163" sldId="913"/>
        </pc:sldMkLst>
      </pc:sldChg>
      <pc:sldChg chg="del">
        <pc:chgData name="Soumita Sengupta" userId="4afa6ce1-cb01-46c2-8538-4650222f0c96" providerId="ADAL" clId="{B0AE7DB9-0830-4674-80CF-8FE714AF9B7B}" dt="2021-05-31T11:23:16.931" v="181" actId="47"/>
        <pc:sldMkLst>
          <pc:docMk/>
          <pc:sldMk cId="1544824064" sldId="914"/>
        </pc:sldMkLst>
      </pc:sldChg>
      <pc:sldChg chg="del">
        <pc:chgData name="Soumita Sengupta" userId="4afa6ce1-cb01-46c2-8538-4650222f0c96" providerId="ADAL" clId="{B0AE7DB9-0830-4674-80CF-8FE714AF9B7B}" dt="2021-05-31T11:23:17.433" v="182" actId="47"/>
        <pc:sldMkLst>
          <pc:docMk/>
          <pc:sldMk cId="3465040682" sldId="915"/>
        </pc:sldMkLst>
      </pc:sldChg>
      <pc:sldChg chg="del">
        <pc:chgData name="Soumita Sengupta" userId="4afa6ce1-cb01-46c2-8538-4650222f0c96" providerId="ADAL" clId="{B0AE7DB9-0830-4674-80CF-8FE714AF9B7B}" dt="2021-05-31T11:23:17.902" v="183" actId="47"/>
        <pc:sldMkLst>
          <pc:docMk/>
          <pc:sldMk cId="3794074273" sldId="916"/>
        </pc:sldMkLst>
      </pc:sldChg>
      <pc:sldChg chg="del">
        <pc:chgData name="Soumita Sengupta" userId="4afa6ce1-cb01-46c2-8538-4650222f0c96" providerId="ADAL" clId="{B0AE7DB9-0830-4674-80CF-8FE714AF9B7B}" dt="2021-05-31T11:23:18.435" v="184" actId="47"/>
        <pc:sldMkLst>
          <pc:docMk/>
          <pc:sldMk cId="187595524" sldId="917"/>
        </pc:sldMkLst>
      </pc:sldChg>
      <pc:sldChg chg="del">
        <pc:chgData name="Soumita Sengupta" userId="4afa6ce1-cb01-46c2-8538-4650222f0c96" providerId="ADAL" clId="{B0AE7DB9-0830-4674-80CF-8FE714AF9B7B}" dt="2021-05-31T11:23:10.799" v="170" actId="47"/>
        <pc:sldMkLst>
          <pc:docMk/>
          <pc:sldMk cId="2852893372" sldId="918"/>
        </pc:sldMkLst>
      </pc:sldChg>
      <pc:sldChg chg="del">
        <pc:chgData name="Soumita Sengupta" userId="4afa6ce1-cb01-46c2-8538-4650222f0c96" providerId="ADAL" clId="{B0AE7DB9-0830-4674-80CF-8FE714AF9B7B}" dt="2021-05-31T11:23:08.893" v="165" actId="47"/>
        <pc:sldMkLst>
          <pc:docMk/>
          <pc:sldMk cId="2759954250" sldId="919"/>
        </pc:sldMkLst>
      </pc:sldChg>
      <pc:sldChg chg="del">
        <pc:chgData name="Soumita Sengupta" userId="4afa6ce1-cb01-46c2-8538-4650222f0c96" providerId="ADAL" clId="{B0AE7DB9-0830-4674-80CF-8FE714AF9B7B}" dt="2021-05-31T11:21:00.385" v="26" actId="47"/>
        <pc:sldMkLst>
          <pc:docMk/>
          <pc:sldMk cId="3295062282" sldId="927"/>
        </pc:sldMkLst>
      </pc:sldChg>
      <pc:sldChg chg="del">
        <pc:chgData name="Soumita Sengupta" userId="4afa6ce1-cb01-46c2-8538-4650222f0c96" providerId="ADAL" clId="{B0AE7DB9-0830-4674-80CF-8FE714AF9B7B}" dt="2021-05-31T11:21:01.919" v="32" actId="47"/>
        <pc:sldMkLst>
          <pc:docMk/>
          <pc:sldMk cId="2217130885" sldId="928"/>
        </pc:sldMkLst>
      </pc:sldChg>
      <pc:sldChg chg="del">
        <pc:chgData name="Soumita Sengupta" userId="4afa6ce1-cb01-46c2-8538-4650222f0c96" providerId="ADAL" clId="{B0AE7DB9-0830-4674-80CF-8FE714AF9B7B}" dt="2021-05-31T11:21:04.981" v="45" actId="47"/>
        <pc:sldMkLst>
          <pc:docMk/>
          <pc:sldMk cId="1748012018" sldId="929"/>
        </pc:sldMkLst>
      </pc:sldChg>
      <pc:sldChg chg="del">
        <pc:chgData name="Soumita Sengupta" userId="4afa6ce1-cb01-46c2-8538-4650222f0c96" providerId="ADAL" clId="{B0AE7DB9-0830-4674-80CF-8FE714AF9B7B}" dt="2021-05-31T11:21:05.213" v="46" actId="47"/>
        <pc:sldMkLst>
          <pc:docMk/>
          <pc:sldMk cId="2923169041" sldId="930"/>
        </pc:sldMkLst>
      </pc:sldChg>
      <pc:sldChg chg="del">
        <pc:chgData name="Soumita Sengupta" userId="4afa6ce1-cb01-46c2-8538-4650222f0c96" providerId="ADAL" clId="{B0AE7DB9-0830-4674-80CF-8FE714AF9B7B}" dt="2021-05-31T11:21:05.582" v="48" actId="47"/>
        <pc:sldMkLst>
          <pc:docMk/>
          <pc:sldMk cId="1035846895" sldId="931"/>
        </pc:sldMkLst>
      </pc:sldChg>
      <pc:sldChg chg="del">
        <pc:chgData name="Soumita Sengupta" userId="4afa6ce1-cb01-46c2-8538-4650222f0c96" providerId="ADAL" clId="{B0AE7DB9-0830-4674-80CF-8FE714AF9B7B}" dt="2021-05-31T11:21:17.832" v="98" actId="47"/>
        <pc:sldMkLst>
          <pc:docMk/>
          <pc:sldMk cId="76057407" sldId="932"/>
        </pc:sldMkLst>
      </pc:sldChg>
      <pc:sldChg chg="del">
        <pc:chgData name="Soumita Sengupta" userId="4afa6ce1-cb01-46c2-8538-4650222f0c96" providerId="ADAL" clId="{B0AE7DB9-0830-4674-80CF-8FE714AF9B7B}" dt="2021-05-31T11:21:15.696" v="89" actId="47"/>
        <pc:sldMkLst>
          <pc:docMk/>
          <pc:sldMk cId="571070298" sldId="933"/>
        </pc:sldMkLst>
      </pc:sldChg>
      <pc:sldChg chg="del">
        <pc:chgData name="Soumita Sengupta" userId="4afa6ce1-cb01-46c2-8538-4650222f0c96" providerId="ADAL" clId="{B0AE7DB9-0830-4674-80CF-8FE714AF9B7B}" dt="2021-05-31T11:21:18.263" v="99" actId="47"/>
        <pc:sldMkLst>
          <pc:docMk/>
          <pc:sldMk cId="4227295208" sldId="934"/>
        </pc:sldMkLst>
      </pc:sldChg>
      <pc:sldChg chg="del">
        <pc:chgData name="Soumita Sengupta" userId="4afa6ce1-cb01-46c2-8538-4650222f0c96" providerId="ADAL" clId="{B0AE7DB9-0830-4674-80CF-8FE714AF9B7B}" dt="2021-05-31T11:21:19.651" v="103" actId="47"/>
        <pc:sldMkLst>
          <pc:docMk/>
          <pc:sldMk cId="714188267" sldId="935"/>
        </pc:sldMkLst>
      </pc:sldChg>
      <pc:sldChg chg="del">
        <pc:chgData name="Soumita Sengupta" userId="4afa6ce1-cb01-46c2-8538-4650222f0c96" providerId="ADAL" clId="{B0AE7DB9-0830-4674-80CF-8FE714AF9B7B}" dt="2021-05-31T11:21:21.340" v="109" actId="47"/>
        <pc:sldMkLst>
          <pc:docMk/>
          <pc:sldMk cId="3232398204" sldId="936"/>
        </pc:sldMkLst>
      </pc:sldChg>
      <pc:sldChg chg="del">
        <pc:chgData name="Soumita Sengupta" userId="4afa6ce1-cb01-46c2-8538-4650222f0c96" providerId="ADAL" clId="{B0AE7DB9-0830-4674-80CF-8FE714AF9B7B}" dt="2021-05-31T11:21:24.116" v="121" actId="47"/>
        <pc:sldMkLst>
          <pc:docMk/>
          <pc:sldMk cId="3642712085" sldId="937"/>
        </pc:sldMkLst>
      </pc:sldChg>
      <pc:sldChg chg="del">
        <pc:chgData name="Soumita Sengupta" userId="4afa6ce1-cb01-46c2-8538-4650222f0c96" providerId="ADAL" clId="{B0AE7DB9-0830-4674-80CF-8FE714AF9B7B}" dt="2021-05-31T11:21:25.180" v="126" actId="47"/>
        <pc:sldMkLst>
          <pc:docMk/>
          <pc:sldMk cId="7191770" sldId="938"/>
        </pc:sldMkLst>
      </pc:sldChg>
      <pc:sldChg chg="del">
        <pc:chgData name="Soumita Sengupta" userId="4afa6ce1-cb01-46c2-8538-4650222f0c96" providerId="ADAL" clId="{B0AE7DB9-0830-4674-80CF-8FE714AF9B7B}" dt="2021-05-31T11:21:27.784" v="138" actId="47"/>
        <pc:sldMkLst>
          <pc:docMk/>
          <pc:sldMk cId="1629828719" sldId="939"/>
        </pc:sldMkLst>
      </pc:sldChg>
      <pc:sldChg chg="del">
        <pc:chgData name="Soumita Sengupta" userId="4afa6ce1-cb01-46c2-8538-4650222f0c96" providerId="ADAL" clId="{B0AE7DB9-0830-4674-80CF-8FE714AF9B7B}" dt="2021-05-31T11:23:06.169" v="157" actId="47"/>
        <pc:sldMkLst>
          <pc:docMk/>
          <pc:sldMk cId="2290130803" sldId="940"/>
        </pc:sldMkLst>
      </pc:sldChg>
      <pc:sldChg chg="del">
        <pc:chgData name="Soumita Sengupta" userId="4afa6ce1-cb01-46c2-8538-4650222f0c96" providerId="ADAL" clId="{B0AE7DB9-0830-4674-80CF-8FE714AF9B7B}" dt="2021-05-31T11:23:11.803" v="171" actId="47"/>
        <pc:sldMkLst>
          <pc:docMk/>
          <pc:sldMk cId="2474761129" sldId="941"/>
        </pc:sldMkLst>
      </pc:sldChg>
      <pc:sldChg chg="del">
        <pc:chgData name="Soumita Sengupta" userId="4afa6ce1-cb01-46c2-8538-4650222f0c96" providerId="ADAL" clId="{B0AE7DB9-0830-4674-80CF-8FE714AF9B7B}" dt="2021-05-31T11:23:13.643" v="175" actId="47"/>
        <pc:sldMkLst>
          <pc:docMk/>
          <pc:sldMk cId="3331102589" sldId="942"/>
        </pc:sldMkLst>
      </pc:sldChg>
      <pc:sldChg chg="del">
        <pc:chgData name="Soumita Sengupta" userId="4afa6ce1-cb01-46c2-8538-4650222f0c96" providerId="ADAL" clId="{B0AE7DB9-0830-4674-80CF-8FE714AF9B7B}" dt="2021-05-31T11:23:26.592" v="198" actId="47"/>
        <pc:sldMkLst>
          <pc:docMk/>
          <pc:sldMk cId="1168179596" sldId="943"/>
        </pc:sldMkLst>
      </pc:sldChg>
      <pc:sldChg chg="del">
        <pc:chgData name="Soumita Sengupta" userId="4afa6ce1-cb01-46c2-8538-4650222f0c96" providerId="ADAL" clId="{B0AE7DB9-0830-4674-80CF-8FE714AF9B7B}" dt="2021-05-31T11:23:36.550" v="220" actId="47"/>
        <pc:sldMkLst>
          <pc:docMk/>
          <pc:sldMk cId="2402883476" sldId="944"/>
        </pc:sldMkLst>
      </pc:sldChg>
      <pc:sldChg chg="modSp add mod">
        <pc:chgData name="Soumita Sengupta" userId="4afa6ce1-cb01-46c2-8538-4650222f0c96" providerId="ADAL" clId="{B0AE7DB9-0830-4674-80CF-8FE714AF9B7B}" dt="2021-05-31T12:10:05.012" v="561" actId="20577"/>
        <pc:sldMkLst>
          <pc:docMk/>
          <pc:sldMk cId="2658743009" sldId="1320"/>
        </pc:sldMkLst>
        <pc:spChg chg="mod">
          <ac:chgData name="Soumita Sengupta" userId="4afa6ce1-cb01-46c2-8538-4650222f0c96" providerId="ADAL" clId="{B0AE7DB9-0830-4674-80CF-8FE714AF9B7B}" dt="2021-05-31T11:24:35.847" v="225" actId="255"/>
          <ac:spMkLst>
            <pc:docMk/>
            <pc:sldMk cId="2658743009" sldId="1320"/>
            <ac:spMk id="3" creationId="{0637C1A2-011F-49DB-90F2-9F5006489823}"/>
          </ac:spMkLst>
        </pc:spChg>
        <pc:graphicFrameChg chg="mod modGraphic">
          <ac:chgData name="Soumita Sengupta" userId="4afa6ce1-cb01-46c2-8538-4650222f0c96" providerId="ADAL" clId="{B0AE7DB9-0830-4674-80CF-8FE714AF9B7B}" dt="2021-05-31T12:10:05.012" v="561" actId="20577"/>
          <ac:graphicFrameMkLst>
            <pc:docMk/>
            <pc:sldMk cId="2658743009" sldId="1320"/>
            <ac:graphicFrameMk id="10" creationId="{00000000-0000-0000-0000-000000000000}"/>
          </ac:graphicFrameMkLst>
        </pc:graphicFrameChg>
      </pc:sldChg>
      <pc:sldMasterChg chg="delSldLayout">
        <pc:chgData name="Soumita Sengupta" userId="4afa6ce1-cb01-46c2-8538-4650222f0c96" providerId="ADAL" clId="{B0AE7DB9-0830-4674-80CF-8FE714AF9B7B}" dt="2021-05-31T11:21:27.237" v="135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B0AE7DB9-0830-4674-80CF-8FE714AF9B7B}" dt="2021-05-31T11:21:27.237" v="135" actId="47"/>
          <pc:sldLayoutMkLst>
            <pc:docMk/>
            <pc:sldMasterMk cId="1029875623" sldId="2147483678"/>
            <pc:sldLayoutMk cId="2170229222" sldId="2147483718"/>
          </pc:sldLayoutMkLst>
        </pc:sldLayoutChg>
      </pc:sldMasterChg>
    </pc:docChg>
  </pc:docChgLst>
  <pc:docChgLst>
    <pc:chgData name="Soumita Sengupta" userId="4afa6ce1-cb01-46c2-8538-4650222f0c96" providerId="ADAL" clId="{C57B405C-1328-424D-990D-2F85E0044F4C}"/>
    <pc:docChg chg="undo custSel addSld delSld modSld sldOrd">
      <pc:chgData name="Soumita Sengupta" userId="4afa6ce1-cb01-46c2-8538-4650222f0c96" providerId="ADAL" clId="{C57B405C-1328-424D-990D-2F85E0044F4C}" dt="2021-06-16T12:04:53.610" v="4101" actId="14100"/>
      <pc:docMkLst>
        <pc:docMk/>
      </pc:docMkLst>
      <pc:sldChg chg="modSp mod">
        <pc:chgData name="Soumita Sengupta" userId="4afa6ce1-cb01-46c2-8538-4650222f0c96" providerId="ADAL" clId="{C57B405C-1328-424D-990D-2F85E0044F4C}" dt="2021-06-16T11:23:13.240" v="3677" actId="13926"/>
        <pc:sldMkLst>
          <pc:docMk/>
          <pc:sldMk cId="1912468287" sldId="260"/>
        </pc:sldMkLst>
        <pc:spChg chg="mod">
          <ac:chgData name="Soumita Sengupta" userId="4afa6ce1-cb01-46c2-8538-4650222f0c96" providerId="ADAL" clId="{C57B405C-1328-424D-990D-2F85E0044F4C}" dt="2021-06-16T07:07:18.630" v="2655" actId="13926"/>
          <ac:spMkLst>
            <pc:docMk/>
            <pc:sldMk cId="1912468287" sldId="260"/>
            <ac:spMk id="2" creationId="{00000000-0000-0000-0000-000000000000}"/>
          </ac:spMkLst>
        </pc:spChg>
        <pc:spChg chg="mod">
          <ac:chgData name="Soumita Sengupta" userId="4afa6ce1-cb01-46c2-8538-4650222f0c96" providerId="ADAL" clId="{C57B405C-1328-424D-990D-2F85E0044F4C}" dt="2021-06-16T11:23:13.240" v="3677" actId="13926"/>
          <ac:spMkLst>
            <pc:docMk/>
            <pc:sldMk cId="1912468287" sldId="260"/>
            <ac:spMk id="5" creationId="{00000000-0000-0000-0000-000000000000}"/>
          </ac:spMkLst>
        </pc:spChg>
      </pc:sldChg>
      <pc:sldChg chg="addSp delSp modSp add mod">
        <pc:chgData name="Soumita Sengupta" userId="4afa6ce1-cb01-46c2-8538-4650222f0c96" providerId="ADAL" clId="{C57B405C-1328-424D-990D-2F85E0044F4C}" dt="2021-06-09T10:24:56.237" v="326" actId="1076"/>
        <pc:sldMkLst>
          <pc:docMk/>
          <pc:sldMk cId="3916458465" sldId="274"/>
        </pc:sldMkLst>
        <pc:spChg chg="mod">
          <ac:chgData name="Soumita Sengupta" userId="4afa6ce1-cb01-46c2-8538-4650222f0c96" providerId="ADAL" clId="{C57B405C-1328-424D-990D-2F85E0044F4C}" dt="2021-06-09T10:24:53.515" v="325" actId="255"/>
          <ac:spMkLst>
            <pc:docMk/>
            <pc:sldMk cId="3916458465" sldId="274"/>
            <ac:spMk id="10" creationId="{00000000-0000-0000-0000-000000000000}"/>
          </ac:spMkLst>
        </pc:spChg>
        <pc:picChg chg="del">
          <ac:chgData name="Soumita Sengupta" userId="4afa6ce1-cb01-46c2-8538-4650222f0c96" providerId="ADAL" clId="{C57B405C-1328-424D-990D-2F85E0044F4C}" dt="2021-06-09T10:24:17.535" v="316" actId="478"/>
          <ac:picMkLst>
            <pc:docMk/>
            <pc:sldMk cId="3916458465" sldId="274"/>
            <ac:picMk id="3" creationId="{00000000-0000-0000-0000-000000000000}"/>
          </ac:picMkLst>
        </pc:picChg>
        <pc:picChg chg="add mod">
          <ac:chgData name="Soumita Sengupta" userId="4afa6ce1-cb01-46c2-8538-4650222f0c96" providerId="ADAL" clId="{C57B405C-1328-424D-990D-2F85E0044F4C}" dt="2021-06-09T10:24:56.237" v="326" actId="1076"/>
          <ac:picMkLst>
            <pc:docMk/>
            <pc:sldMk cId="3916458465" sldId="274"/>
            <ac:picMk id="6" creationId="{E4A348C4-31AD-4742-93F8-EE15910F376B}"/>
          </ac:picMkLst>
        </pc:picChg>
      </pc:sldChg>
      <pc:sldChg chg="modSp add mod">
        <pc:chgData name="Soumita Sengupta" userId="4afa6ce1-cb01-46c2-8538-4650222f0c96" providerId="ADAL" clId="{C57B405C-1328-424D-990D-2F85E0044F4C}" dt="2021-06-16T11:46:51.549" v="3883" actId="5793"/>
        <pc:sldMkLst>
          <pc:docMk/>
          <pc:sldMk cId="1769911636" sldId="275"/>
        </pc:sldMkLst>
        <pc:spChg chg="mod">
          <ac:chgData name="Soumita Sengupta" userId="4afa6ce1-cb01-46c2-8538-4650222f0c96" providerId="ADAL" clId="{C57B405C-1328-424D-990D-2F85E0044F4C}" dt="2021-06-16T11:46:51.549" v="3883" actId="5793"/>
          <ac:spMkLst>
            <pc:docMk/>
            <pc:sldMk cId="1769911636" sldId="275"/>
            <ac:spMk id="9" creationId="{00000000-0000-0000-0000-000000000000}"/>
          </ac:spMkLst>
        </pc:spChg>
      </pc:sldChg>
      <pc:sldChg chg="add del">
        <pc:chgData name="Soumita Sengupta" userId="4afa6ce1-cb01-46c2-8538-4650222f0c96" providerId="ADAL" clId="{C57B405C-1328-424D-990D-2F85E0044F4C}" dt="2021-06-09T10:14:32.047" v="294" actId="47"/>
        <pc:sldMkLst>
          <pc:docMk/>
          <pc:sldMk cId="3249280852" sldId="276"/>
        </pc:sldMkLst>
      </pc:sldChg>
      <pc:sldChg chg="modSp add mod">
        <pc:chgData name="Soumita Sengupta" userId="4afa6ce1-cb01-46c2-8538-4650222f0c96" providerId="ADAL" clId="{C57B405C-1328-424D-990D-2F85E0044F4C}" dt="2021-06-16T07:34:56.523" v="3093" actId="13926"/>
        <pc:sldMkLst>
          <pc:docMk/>
          <pc:sldMk cId="269360884" sldId="279"/>
        </pc:sldMkLst>
        <pc:spChg chg="mod">
          <ac:chgData name="Soumita Sengupta" userId="4afa6ce1-cb01-46c2-8538-4650222f0c96" providerId="ADAL" clId="{C57B405C-1328-424D-990D-2F85E0044F4C}" dt="2021-06-16T07:34:56.523" v="3093" actId="13926"/>
          <ac:spMkLst>
            <pc:docMk/>
            <pc:sldMk cId="269360884" sldId="279"/>
            <ac:spMk id="2" creationId="{00000000-0000-0000-0000-000000000000}"/>
          </ac:spMkLst>
        </pc:spChg>
        <pc:spChg chg="mod">
          <ac:chgData name="Soumita Sengupta" userId="4afa6ce1-cb01-46c2-8538-4650222f0c96" providerId="ADAL" clId="{C57B405C-1328-424D-990D-2F85E0044F4C}" dt="2021-06-09T12:10:08.128" v="2157" actId="20577"/>
          <ac:spMkLst>
            <pc:docMk/>
            <pc:sldMk cId="269360884" sldId="279"/>
            <ac:spMk id="10" creationId="{00000000-0000-0000-0000-000000000000}"/>
          </ac:spMkLst>
        </pc:spChg>
      </pc:sldChg>
      <pc:sldChg chg="add del">
        <pc:chgData name="Soumita Sengupta" userId="4afa6ce1-cb01-46c2-8538-4650222f0c96" providerId="ADAL" clId="{C57B405C-1328-424D-990D-2F85E0044F4C}" dt="2021-06-09T12:07:28.332" v="2028" actId="47"/>
        <pc:sldMkLst>
          <pc:docMk/>
          <pc:sldMk cId="3621967906" sldId="280"/>
        </pc:sldMkLst>
      </pc:sldChg>
      <pc:sldChg chg="add del">
        <pc:chgData name="Soumita Sengupta" userId="4afa6ce1-cb01-46c2-8538-4650222f0c96" providerId="ADAL" clId="{C57B405C-1328-424D-990D-2F85E0044F4C}" dt="2021-06-09T12:10:45.969" v="2159" actId="47"/>
        <pc:sldMkLst>
          <pc:docMk/>
          <pc:sldMk cId="3384384337" sldId="281"/>
        </pc:sldMkLst>
      </pc:sldChg>
      <pc:sldChg chg="add del">
        <pc:chgData name="Soumita Sengupta" userId="4afa6ce1-cb01-46c2-8538-4650222f0c96" providerId="ADAL" clId="{C57B405C-1328-424D-990D-2F85E0044F4C}" dt="2021-06-09T12:11:17.738" v="2160" actId="47"/>
        <pc:sldMkLst>
          <pc:docMk/>
          <pc:sldMk cId="1365856972" sldId="282"/>
        </pc:sldMkLst>
      </pc:sldChg>
      <pc:sldChg chg="add del">
        <pc:chgData name="Soumita Sengupta" userId="4afa6ce1-cb01-46c2-8538-4650222f0c96" providerId="ADAL" clId="{C57B405C-1328-424D-990D-2F85E0044F4C}" dt="2021-06-09T12:10:40.562" v="2158" actId="47"/>
        <pc:sldMkLst>
          <pc:docMk/>
          <pc:sldMk cId="2959855628" sldId="283"/>
        </pc:sldMkLst>
      </pc:sldChg>
      <pc:sldChg chg="add del">
        <pc:chgData name="Soumita Sengupta" userId="4afa6ce1-cb01-46c2-8538-4650222f0c96" providerId="ADAL" clId="{C57B405C-1328-424D-990D-2F85E0044F4C}" dt="2021-06-09T12:12:59.350" v="2199" actId="47"/>
        <pc:sldMkLst>
          <pc:docMk/>
          <pc:sldMk cId="2822785928" sldId="285"/>
        </pc:sldMkLst>
      </pc:sldChg>
      <pc:sldChg chg="add del">
        <pc:chgData name="Soumita Sengupta" userId="4afa6ce1-cb01-46c2-8538-4650222f0c96" providerId="ADAL" clId="{C57B405C-1328-424D-990D-2F85E0044F4C}" dt="2021-06-09T12:13:00.052" v="2200" actId="47"/>
        <pc:sldMkLst>
          <pc:docMk/>
          <pc:sldMk cId="2998439583" sldId="286"/>
        </pc:sldMkLst>
      </pc:sldChg>
      <pc:sldChg chg="add del">
        <pc:chgData name="Soumita Sengupta" userId="4afa6ce1-cb01-46c2-8538-4650222f0c96" providerId="ADAL" clId="{C57B405C-1328-424D-990D-2F85E0044F4C}" dt="2021-06-09T12:13:00.729" v="2201" actId="47"/>
        <pc:sldMkLst>
          <pc:docMk/>
          <pc:sldMk cId="2747257436" sldId="287"/>
        </pc:sldMkLst>
      </pc:sldChg>
      <pc:sldChg chg="add del">
        <pc:chgData name="Soumita Sengupta" userId="4afa6ce1-cb01-46c2-8538-4650222f0c96" providerId="ADAL" clId="{C57B405C-1328-424D-990D-2F85E0044F4C}" dt="2021-06-09T12:13:01.532" v="2202" actId="47"/>
        <pc:sldMkLst>
          <pc:docMk/>
          <pc:sldMk cId="497692830" sldId="288"/>
        </pc:sldMkLst>
      </pc:sldChg>
      <pc:sldChg chg="add del">
        <pc:chgData name="Soumita Sengupta" userId="4afa6ce1-cb01-46c2-8538-4650222f0c96" providerId="ADAL" clId="{C57B405C-1328-424D-990D-2F85E0044F4C}" dt="2021-06-09T12:13:02.154" v="2203" actId="47"/>
        <pc:sldMkLst>
          <pc:docMk/>
          <pc:sldMk cId="1690934009" sldId="289"/>
        </pc:sldMkLst>
      </pc:sldChg>
      <pc:sldChg chg="addSp delSp modSp add mod">
        <pc:chgData name="Soumita Sengupta" userId="4afa6ce1-cb01-46c2-8538-4650222f0c96" providerId="ADAL" clId="{C57B405C-1328-424D-990D-2F85E0044F4C}" dt="2021-06-16T12:04:53.610" v="4101" actId="14100"/>
        <pc:sldMkLst>
          <pc:docMk/>
          <pc:sldMk cId="3987752600" sldId="290"/>
        </pc:sldMkLst>
        <pc:spChg chg="del">
          <ac:chgData name="Soumita Sengupta" userId="4afa6ce1-cb01-46c2-8538-4650222f0c96" providerId="ADAL" clId="{C57B405C-1328-424D-990D-2F85E0044F4C}" dt="2021-06-16T12:02:19.995" v="4075" actId="478"/>
          <ac:spMkLst>
            <pc:docMk/>
            <pc:sldMk cId="3987752600" sldId="290"/>
            <ac:spMk id="8" creationId="{00000000-0000-0000-0000-000000000000}"/>
          </ac:spMkLst>
        </pc:spChg>
        <pc:spChg chg="mod">
          <ac:chgData name="Soumita Sengupta" userId="4afa6ce1-cb01-46c2-8538-4650222f0c96" providerId="ADAL" clId="{C57B405C-1328-424D-990D-2F85E0044F4C}" dt="2021-06-16T12:03:07.441" v="4091" actId="5793"/>
          <ac:spMkLst>
            <pc:docMk/>
            <pc:sldMk cId="3987752600" sldId="290"/>
            <ac:spMk id="10" creationId="{00000000-0000-0000-0000-000000000000}"/>
          </ac:spMkLst>
        </pc:spChg>
        <pc:picChg chg="add mod modCrop">
          <ac:chgData name="Soumita Sengupta" userId="4afa6ce1-cb01-46c2-8538-4650222f0c96" providerId="ADAL" clId="{C57B405C-1328-424D-990D-2F85E0044F4C}" dt="2021-06-16T12:04:53.610" v="4101" actId="14100"/>
          <ac:picMkLst>
            <pc:docMk/>
            <pc:sldMk cId="3987752600" sldId="290"/>
            <ac:picMk id="6" creationId="{B86AD456-61DC-4EA6-BEE6-55B865514880}"/>
          </ac:picMkLst>
        </pc:picChg>
      </pc:sldChg>
      <pc:sldChg chg="modSp add mod">
        <pc:chgData name="Soumita Sengupta" userId="4afa6ce1-cb01-46c2-8538-4650222f0c96" providerId="ADAL" clId="{C57B405C-1328-424D-990D-2F85E0044F4C}" dt="2021-06-16T11:59:56.455" v="4073" actId="207"/>
        <pc:sldMkLst>
          <pc:docMk/>
          <pc:sldMk cId="1095455151" sldId="303"/>
        </pc:sldMkLst>
        <pc:spChg chg="mod">
          <ac:chgData name="Soumita Sengupta" userId="4afa6ce1-cb01-46c2-8538-4650222f0c96" providerId="ADAL" clId="{C57B405C-1328-424D-990D-2F85E0044F4C}" dt="2021-06-09T11:06:53.245" v="538"/>
          <ac:spMkLst>
            <pc:docMk/>
            <pc:sldMk cId="1095455151" sldId="303"/>
            <ac:spMk id="2" creationId="{00000000-0000-0000-0000-000000000000}"/>
          </ac:spMkLst>
        </pc:spChg>
        <pc:spChg chg="mod">
          <ac:chgData name="Soumita Sengupta" userId="4afa6ce1-cb01-46c2-8538-4650222f0c96" providerId="ADAL" clId="{C57B405C-1328-424D-990D-2F85E0044F4C}" dt="2021-06-16T11:59:56.455" v="4073" actId="207"/>
          <ac:spMkLst>
            <pc:docMk/>
            <pc:sldMk cId="1095455151" sldId="303"/>
            <ac:spMk id="5" creationId="{00000000-0000-0000-0000-000000000000}"/>
          </ac:spMkLst>
        </pc:spChg>
      </pc:sldChg>
      <pc:sldChg chg="modSp mod">
        <pc:chgData name="Soumita Sengupta" userId="4afa6ce1-cb01-46c2-8538-4650222f0c96" providerId="ADAL" clId="{C57B405C-1328-424D-990D-2F85E0044F4C}" dt="2021-06-09T10:16:11.493" v="315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C57B405C-1328-424D-990D-2F85E0044F4C}" dt="2021-06-09T10:16:11.493" v="315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del">
        <pc:chgData name="Soumita Sengupta" userId="4afa6ce1-cb01-46c2-8538-4650222f0c96" providerId="ADAL" clId="{C57B405C-1328-424D-990D-2F85E0044F4C}" dt="2021-06-09T04:55:23.658" v="25" actId="47"/>
        <pc:sldMkLst>
          <pc:docMk/>
          <pc:sldMk cId="1212641514" sldId="881"/>
        </pc:sldMkLst>
      </pc:sldChg>
      <pc:sldChg chg="del">
        <pc:chgData name="Soumita Sengupta" userId="4afa6ce1-cb01-46c2-8538-4650222f0c96" providerId="ADAL" clId="{C57B405C-1328-424D-990D-2F85E0044F4C}" dt="2021-06-09T04:55:22.972" v="24" actId="47"/>
        <pc:sldMkLst>
          <pc:docMk/>
          <pc:sldMk cId="1491434200" sldId="882"/>
        </pc:sldMkLst>
      </pc:sldChg>
      <pc:sldChg chg="del">
        <pc:chgData name="Soumita Sengupta" userId="4afa6ce1-cb01-46c2-8538-4650222f0c96" providerId="ADAL" clId="{C57B405C-1328-424D-990D-2F85E0044F4C}" dt="2021-06-09T04:55:25.073" v="26" actId="47"/>
        <pc:sldMkLst>
          <pc:docMk/>
          <pc:sldMk cId="3274614110" sldId="883"/>
        </pc:sldMkLst>
      </pc:sldChg>
      <pc:sldChg chg="del">
        <pc:chgData name="Soumita Sengupta" userId="4afa6ce1-cb01-46c2-8538-4650222f0c96" providerId="ADAL" clId="{C57B405C-1328-424D-990D-2F85E0044F4C}" dt="2021-06-09T04:55:25.489" v="27" actId="47"/>
        <pc:sldMkLst>
          <pc:docMk/>
          <pc:sldMk cId="2860083836" sldId="884"/>
        </pc:sldMkLst>
      </pc:sldChg>
      <pc:sldChg chg="del">
        <pc:chgData name="Soumita Sengupta" userId="4afa6ce1-cb01-46c2-8538-4650222f0c96" providerId="ADAL" clId="{C57B405C-1328-424D-990D-2F85E0044F4C}" dt="2021-06-09T04:55:26.027" v="28" actId="47"/>
        <pc:sldMkLst>
          <pc:docMk/>
          <pc:sldMk cId="1217453013" sldId="885"/>
        </pc:sldMkLst>
      </pc:sldChg>
      <pc:sldChg chg="del">
        <pc:chgData name="Soumita Sengupta" userId="4afa6ce1-cb01-46c2-8538-4650222f0c96" providerId="ADAL" clId="{C57B405C-1328-424D-990D-2F85E0044F4C}" dt="2021-06-09T04:55:26.513" v="29" actId="47"/>
        <pc:sldMkLst>
          <pc:docMk/>
          <pc:sldMk cId="864205736" sldId="886"/>
        </pc:sldMkLst>
      </pc:sldChg>
      <pc:sldChg chg="del">
        <pc:chgData name="Soumita Sengupta" userId="4afa6ce1-cb01-46c2-8538-4650222f0c96" providerId="ADAL" clId="{C57B405C-1328-424D-990D-2F85E0044F4C}" dt="2021-06-09T04:55:26.884" v="30" actId="47"/>
        <pc:sldMkLst>
          <pc:docMk/>
          <pc:sldMk cId="3930354458" sldId="887"/>
        </pc:sldMkLst>
      </pc:sldChg>
      <pc:sldChg chg="del">
        <pc:chgData name="Soumita Sengupta" userId="4afa6ce1-cb01-46c2-8538-4650222f0c96" providerId="ADAL" clId="{C57B405C-1328-424D-990D-2F85E0044F4C}" dt="2021-06-09T04:55:27.705" v="32" actId="47"/>
        <pc:sldMkLst>
          <pc:docMk/>
          <pc:sldMk cId="3369415015" sldId="888"/>
        </pc:sldMkLst>
      </pc:sldChg>
      <pc:sldChg chg="del">
        <pc:chgData name="Soumita Sengupta" userId="4afa6ce1-cb01-46c2-8538-4650222f0c96" providerId="ADAL" clId="{C57B405C-1328-424D-990D-2F85E0044F4C}" dt="2021-06-09T04:55:27.261" v="31" actId="47"/>
        <pc:sldMkLst>
          <pc:docMk/>
          <pc:sldMk cId="1235970176" sldId="889"/>
        </pc:sldMkLst>
      </pc:sldChg>
      <pc:sldChg chg="del">
        <pc:chgData name="Soumita Sengupta" userId="4afa6ce1-cb01-46c2-8538-4650222f0c96" providerId="ADAL" clId="{C57B405C-1328-424D-990D-2F85E0044F4C}" dt="2021-06-09T04:55:28.275" v="33" actId="47"/>
        <pc:sldMkLst>
          <pc:docMk/>
          <pc:sldMk cId="2775940916" sldId="890"/>
        </pc:sldMkLst>
      </pc:sldChg>
      <pc:sldChg chg="del">
        <pc:chgData name="Soumita Sengupta" userId="4afa6ce1-cb01-46c2-8538-4650222f0c96" providerId="ADAL" clId="{C57B405C-1328-424D-990D-2F85E0044F4C}" dt="2021-06-09T04:55:28.625" v="34" actId="47"/>
        <pc:sldMkLst>
          <pc:docMk/>
          <pc:sldMk cId="1653010389" sldId="891"/>
        </pc:sldMkLst>
      </pc:sldChg>
      <pc:sldChg chg="del">
        <pc:chgData name="Soumita Sengupta" userId="4afa6ce1-cb01-46c2-8538-4650222f0c96" providerId="ADAL" clId="{C57B405C-1328-424D-990D-2F85E0044F4C}" dt="2021-06-09T04:55:29.871" v="36" actId="47"/>
        <pc:sldMkLst>
          <pc:docMk/>
          <pc:sldMk cId="1390551958" sldId="892"/>
        </pc:sldMkLst>
      </pc:sldChg>
      <pc:sldChg chg="del">
        <pc:chgData name="Soumita Sengupta" userId="4afa6ce1-cb01-46c2-8538-4650222f0c96" providerId="ADAL" clId="{C57B405C-1328-424D-990D-2F85E0044F4C}" dt="2021-06-09T04:55:29.034" v="35" actId="47"/>
        <pc:sldMkLst>
          <pc:docMk/>
          <pc:sldMk cId="744508730" sldId="893"/>
        </pc:sldMkLst>
      </pc:sldChg>
      <pc:sldChg chg="del">
        <pc:chgData name="Soumita Sengupta" userId="4afa6ce1-cb01-46c2-8538-4650222f0c96" providerId="ADAL" clId="{C57B405C-1328-424D-990D-2F85E0044F4C}" dt="2021-06-09T04:55:30.177" v="37" actId="47"/>
        <pc:sldMkLst>
          <pc:docMk/>
          <pc:sldMk cId="3073096925" sldId="894"/>
        </pc:sldMkLst>
      </pc:sldChg>
      <pc:sldChg chg="del">
        <pc:chgData name="Soumita Sengupta" userId="4afa6ce1-cb01-46c2-8538-4650222f0c96" providerId="ADAL" clId="{C57B405C-1328-424D-990D-2F85E0044F4C}" dt="2021-06-09T04:55:30.744" v="38" actId="47"/>
        <pc:sldMkLst>
          <pc:docMk/>
          <pc:sldMk cId="1291504349" sldId="895"/>
        </pc:sldMkLst>
      </pc:sldChg>
      <pc:sldChg chg="del">
        <pc:chgData name="Soumita Sengupta" userId="4afa6ce1-cb01-46c2-8538-4650222f0c96" providerId="ADAL" clId="{C57B405C-1328-424D-990D-2F85E0044F4C}" dt="2021-06-09T04:55:31.450" v="40" actId="47"/>
        <pc:sldMkLst>
          <pc:docMk/>
          <pc:sldMk cId="3548325935" sldId="896"/>
        </pc:sldMkLst>
      </pc:sldChg>
      <pc:sldChg chg="del">
        <pc:chgData name="Soumita Sengupta" userId="4afa6ce1-cb01-46c2-8538-4650222f0c96" providerId="ADAL" clId="{C57B405C-1328-424D-990D-2F85E0044F4C}" dt="2021-06-09T04:55:31.051" v="39" actId="47"/>
        <pc:sldMkLst>
          <pc:docMk/>
          <pc:sldMk cId="2692143165" sldId="897"/>
        </pc:sldMkLst>
      </pc:sldChg>
      <pc:sldChg chg="del">
        <pc:chgData name="Soumita Sengupta" userId="4afa6ce1-cb01-46c2-8538-4650222f0c96" providerId="ADAL" clId="{C57B405C-1328-424D-990D-2F85E0044F4C}" dt="2021-06-09T04:55:31.957" v="41" actId="47"/>
        <pc:sldMkLst>
          <pc:docMk/>
          <pc:sldMk cId="554284285" sldId="898"/>
        </pc:sldMkLst>
      </pc:sldChg>
      <pc:sldChg chg="del">
        <pc:chgData name="Soumita Sengupta" userId="4afa6ce1-cb01-46c2-8538-4650222f0c96" providerId="ADAL" clId="{C57B405C-1328-424D-990D-2F85E0044F4C}" dt="2021-06-09T04:55:32.419" v="42" actId="47"/>
        <pc:sldMkLst>
          <pc:docMk/>
          <pc:sldMk cId="2350677783" sldId="899"/>
        </pc:sldMkLst>
      </pc:sldChg>
      <pc:sldChg chg="del">
        <pc:chgData name="Soumita Sengupta" userId="4afa6ce1-cb01-46c2-8538-4650222f0c96" providerId="ADAL" clId="{C57B405C-1328-424D-990D-2F85E0044F4C}" dt="2021-06-09T04:55:33.004" v="43" actId="47"/>
        <pc:sldMkLst>
          <pc:docMk/>
          <pc:sldMk cId="3785164751" sldId="900"/>
        </pc:sldMkLst>
      </pc:sldChg>
      <pc:sldChg chg="del">
        <pc:chgData name="Soumita Sengupta" userId="4afa6ce1-cb01-46c2-8538-4650222f0c96" providerId="ADAL" clId="{C57B405C-1328-424D-990D-2F85E0044F4C}" dt="2021-06-09T04:55:33.504" v="44" actId="47"/>
        <pc:sldMkLst>
          <pc:docMk/>
          <pc:sldMk cId="4293752383" sldId="901"/>
        </pc:sldMkLst>
      </pc:sldChg>
      <pc:sldChg chg="del">
        <pc:chgData name="Soumita Sengupta" userId="4afa6ce1-cb01-46c2-8538-4650222f0c96" providerId="ADAL" clId="{C57B405C-1328-424D-990D-2F85E0044F4C}" dt="2021-06-09T04:55:33.927" v="45" actId="47"/>
        <pc:sldMkLst>
          <pc:docMk/>
          <pc:sldMk cId="3357936513" sldId="902"/>
        </pc:sldMkLst>
      </pc:sldChg>
      <pc:sldChg chg="del">
        <pc:chgData name="Soumita Sengupta" userId="4afa6ce1-cb01-46c2-8538-4650222f0c96" providerId="ADAL" clId="{C57B405C-1328-424D-990D-2F85E0044F4C}" dt="2021-06-09T04:55:34.324" v="46" actId="47"/>
        <pc:sldMkLst>
          <pc:docMk/>
          <pc:sldMk cId="1027484415" sldId="903"/>
        </pc:sldMkLst>
      </pc:sldChg>
      <pc:sldChg chg="del">
        <pc:chgData name="Soumita Sengupta" userId="4afa6ce1-cb01-46c2-8538-4650222f0c96" providerId="ADAL" clId="{C57B405C-1328-424D-990D-2F85E0044F4C}" dt="2021-06-09T04:55:34.666" v="47" actId="47"/>
        <pc:sldMkLst>
          <pc:docMk/>
          <pc:sldMk cId="414747998" sldId="904"/>
        </pc:sldMkLst>
      </pc:sldChg>
      <pc:sldChg chg="del">
        <pc:chgData name="Soumita Sengupta" userId="4afa6ce1-cb01-46c2-8538-4650222f0c96" providerId="ADAL" clId="{C57B405C-1328-424D-990D-2F85E0044F4C}" dt="2021-06-09T04:55:35.042" v="48" actId="47"/>
        <pc:sldMkLst>
          <pc:docMk/>
          <pc:sldMk cId="953297308" sldId="905"/>
        </pc:sldMkLst>
      </pc:sldChg>
      <pc:sldChg chg="del">
        <pc:chgData name="Soumita Sengupta" userId="4afa6ce1-cb01-46c2-8538-4650222f0c96" providerId="ADAL" clId="{C57B405C-1328-424D-990D-2F85E0044F4C}" dt="2021-06-09T04:55:35.428" v="49" actId="47"/>
        <pc:sldMkLst>
          <pc:docMk/>
          <pc:sldMk cId="3855319927" sldId="906"/>
        </pc:sldMkLst>
      </pc:sldChg>
      <pc:sldChg chg="del">
        <pc:chgData name="Soumita Sengupta" userId="4afa6ce1-cb01-46c2-8538-4650222f0c96" providerId="ADAL" clId="{C57B405C-1328-424D-990D-2F85E0044F4C}" dt="2021-06-09T04:55:35.869" v="50" actId="47"/>
        <pc:sldMkLst>
          <pc:docMk/>
          <pc:sldMk cId="455529772" sldId="907"/>
        </pc:sldMkLst>
      </pc:sldChg>
      <pc:sldChg chg="del">
        <pc:chgData name="Soumita Sengupta" userId="4afa6ce1-cb01-46c2-8538-4650222f0c96" providerId="ADAL" clId="{C57B405C-1328-424D-990D-2F85E0044F4C}" dt="2021-06-09T04:55:36.192" v="51" actId="47"/>
        <pc:sldMkLst>
          <pc:docMk/>
          <pc:sldMk cId="1317934090" sldId="908"/>
        </pc:sldMkLst>
      </pc:sldChg>
      <pc:sldChg chg="del">
        <pc:chgData name="Soumita Sengupta" userId="4afa6ce1-cb01-46c2-8538-4650222f0c96" providerId="ADAL" clId="{C57B405C-1328-424D-990D-2F85E0044F4C}" dt="2021-06-09T04:55:36.478" v="52" actId="47"/>
        <pc:sldMkLst>
          <pc:docMk/>
          <pc:sldMk cId="3362010297" sldId="909"/>
        </pc:sldMkLst>
      </pc:sldChg>
      <pc:sldChg chg="del">
        <pc:chgData name="Soumita Sengupta" userId="4afa6ce1-cb01-46c2-8538-4650222f0c96" providerId="ADAL" clId="{C57B405C-1328-424D-990D-2F85E0044F4C}" dt="2021-06-09T04:55:36.775" v="53" actId="47"/>
        <pc:sldMkLst>
          <pc:docMk/>
          <pc:sldMk cId="2860101323" sldId="910"/>
        </pc:sldMkLst>
      </pc:sldChg>
      <pc:sldChg chg="del">
        <pc:chgData name="Soumita Sengupta" userId="4afa6ce1-cb01-46c2-8538-4650222f0c96" providerId="ADAL" clId="{C57B405C-1328-424D-990D-2F85E0044F4C}" dt="2021-06-09T04:55:37.060" v="54" actId="47"/>
        <pc:sldMkLst>
          <pc:docMk/>
          <pc:sldMk cId="1849334363" sldId="911"/>
        </pc:sldMkLst>
      </pc:sldChg>
      <pc:sldChg chg="add del">
        <pc:chgData name="Soumita Sengupta" userId="4afa6ce1-cb01-46c2-8538-4650222f0c96" providerId="ADAL" clId="{C57B405C-1328-424D-990D-2F85E0044F4C}" dt="2021-06-09T12:12:57.996" v="2198" actId="47"/>
        <pc:sldMkLst>
          <pc:docMk/>
          <pc:sldMk cId="2306519255" sldId="912"/>
        </pc:sldMkLst>
      </pc:sldChg>
      <pc:sldChg chg="del">
        <pc:chgData name="Soumita Sengupta" userId="4afa6ce1-cb01-46c2-8538-4650222f0c96" providerId="ADAL" clId="{C57B405C-1328-424D-990D-2F85E0044F4C}" dt="2021-06-09T04:55:37.351" v="55" actId="47"/>
        <pc:sldMkLst>
          <pc:docMk/>
          <pc:sldMk cId="3559517792" sldId="912"/>
        </pc:sldMkLst>
      </pc:sldChg>
      <pc:sldChg chg="del">
        <pc:chgData name="Soumita Sengupta" userId="4afa6ce1-cb01-46c2-8538-4650222f0c96" providerId="ADAL" clId="{C57B405C-1328-424D-990D-2F85E0044F4C}" dt="2021-06-09T04:55:37.996" v="56" actId="47"/>
        <pc:sldMkLst>
          <pc:docMk/>
          <pc:sldMk cId="1995712021" sldId="913"/>
        </pc:sldMkLst>
      </pc:sldChg>
      <pc:sldChg chg="del">
        <pc:chgData name="Soumita Sengupta" userId="4afa6ce1-cb01-46c2-8538-4650222f0c96" providerId="ADAL" clId="{C57B405C-1328-424D-990D-2F85E0044F4C}" dt="2021-06-09T04:55:39.801" v="57" actId="47"/>
        <pc:sldMkLst>
          <pc:docMk/>
          <pc:sldMk cId="3460310019" sldId="914"/>
        </pc:sldMkLst>
      </pc:sldChg>
      <pc:sldChg chg="modSp new mod">
        <pc:chgData name="Soumita Sengupta" userId="4afa6ce1-cb01-46c2-8538-4650222f0c96" providerId="ADAL" clId="{C57B405C-1328-424D-990D-2F85E0044F4C}" dt="2021-06-16T12:02:36.671" v="4085" actId="20577"/>
        <pc:sldMkLst>
          <pc:docMk/>
          <pc:sldMk cId="4051698625" sldId="1328"/>
        </pc:sldMkLst>
        <pc:spChg chg="mod">
          <ac:chgData name="Soumita Sengupta" userId="4afa6ce1-cb01-46c2-8538-4650222f0c96" providerId="ADAL" clId="{C57B405C-1328-424D-990D-2F85E0044F4C}" dt="2021-06-15T13:21:29.886" v="2222" actId="20577"/>
          <ac:spMkLst>
            <pc:docMk/>
            <pc:sldMk cId="4051698625" sldId="1328"/>
            <ac:spMk id="2" creationId="{28798FC0-737C-4EAE-92DC-7EE712C795F3}"/>
          </ac:spMkLst>
        </pc:spChg>
        <pc:spChg chg="mod">
          <ac:chgData name="Soumita Sengupta" userId="4afa6ce1-cb01-46c2-8538-4650222f0c96" providerId="ADAL" clId="{C57B405C-1328-424D-990D-2F85E0044F4C}" dt="2021-06-16T12:02:36.671" v="4085" actId="20577"/>
          <ac:spMkLst>
            <pc:docMk/>
            <pc:sldMk cId="4051698625" sldId="1328"/>
            <ac:spMk id="3" creationId="{D3677530-8219-4DBE-89C3-233B723060F9}"/>
          </ac:spMkLst>
        </pc:spChg>
      </pc:sldChg>
      <pc:sldChg chg="modSp add mod">
        <pc:chgData name="Soumita Sengupta" userId="4afa6ce1-cb01-46c2-8538-4650222f0c96" providerId="ADAL" clId="{C57B405C-1328-424D-990D-2F85E0044F4C}" dt="2021-06-09T10:10:12.012" v="267" actId="20577"/>
        <pc:sldMkLst>
          <pc:docMk/>
          <pc:sldMk cId="4227866224" sldId="1329"/>
        </pc:sldMkLst>
        <pc:spChg chg="mod">
          <ac:chgData name="Soumita Sengupta" userId="4afa6ce1-cb01-46c2-8538-4650222f0c96" providerId="ADAL" clId="{C57B405C-1328-424D-990D-2F85E0044F4C}" dt="2021-06-09T10:10:12.012" v="267" actId="20577"/>
          <ac:spMkLst>
            <pc:docMk/>
            <pc:sldMk cId="4227866224" sldId="1329"/>
            <ac:spMk id="2" creationId="{57983F62-BBB9-431B-A37F-BDA0DC7153F6}"/>
          </ac:spMkLst>
        </pc:spChg>
      </pc:sldChg>
      <pc:sldChg chg="addSp delSp modSp add mod ord">
        <pc:chgData name="Soumita Sengupta" userId="4afa6ce1-cb01-46c2-8538-4650222f0c96" providerId="ADAL" clId="{C57B405C-1328-424D-990D-2F85E0044F4C}" dt="2021-06-16T07:34:00.208" v="3086" actId="208"/>
        <pc:sldMkLst>
          <pc:docMk/>
          <pc:sldMk cId="2689733765" sldId="1330"/>
        </pc:sldMkLst>
        <pc:spChg chg="mod">
          <ac:chgData name="Soumita Sengupta" userId="4afa6ce1-cb01-46c2-8538-4650222f0c96" providerId="ADAL" clId="{C57B405C-1328-424D-990D-2F85E0044F4C}" dt="2021-06-09T10:29:59.765" v="363" actId="20577"/>
          <ac:spMkLst>
            <pc:docMk/>
            <pc:sldMk cId="2689733765" sldId="1330"/>
            <ac:spMk id="2" creationId="{00000000-0000-0000-0000-000000000000}"/>
          </ac:spMkLst>
        </pc:spChg>
        <pc:spChg chg="add mod">
          <ac:chgData name="Soumita Sengupta" userId="4afa6ce1-cb01-46c2-8538-4650222f0c96" providerId="ADAL" clId="{C57B405C-1328-424D-990D-2F85E0044F4C}" dt="2021-06-16T07:33:31.698" v="3084" actId="1076"/>
          <ac:spMkLst>
            <pc:docMk/>
            <pc:sldMk cId="2689733765" sldId="1330"/>
            <ac:spMk id="3" creationId="{61FA9E22-AAAB-44A6-9D64-B7EAD08FDD32}"/>
          </ac:spMkLst>
        </pc:spChg>
        <pc:spChg chg="mod">
          <ac:chgData name="Soumita Sengupta" userId="4afa6ce1-cb01-46c2-8538-4650222f0c96" providerId="ADAL" clId="{C57B405C-1328-424D-990D-2F85E0044F4C}" dt="2021-06-16T07:31:59.784" v="2959" actId="20577"/>
          <ac:spMkLst>
            <pc:docMk/>
            <pc:sldMk cId="2689733765" sldId="1330"/>
            <ac:spMk id="14" creationId="{00000000-0000-0000-0000-000000000000}"/>
          </ac:spMkLst>
        </pc:spChg>
        <pc:picChg chg="del">
          <ac:chgData name="Soumita Sengupta" userId="4afa6ce1-cb01-46c2-8538-4650222f0c96" providerId="ADAL" clId="{C57B405C-1328-424D-990D-2F85E0044F4C}" dt="2021-06-09T10:30:01.926" v="364" actId="478"/>
          <ac:picMkLst>
            <pc:docMk/>
            <pc:sldMk cId="2689733765" sldId="1330"/>
            <ac:picMk id="5" creationId="{00000000-0000-0000-0000-000000000000}"/>
          </ac:picMkLst>
        </pc:picChg>
        <pc:picChg chg="add del mod">
          <ac:chgData name="Soumita Sengupta" userId="4afa6ce1-cb01-46c2-8538-4650222f0c96" providerId="ADAL" clId="{C57B405C-1328-424D-990D-2F85E0044F4C}" dt="2021-06-16T07:30:36.678" v="2844" actId="478"/>
          <ac:picMkLst>
            <pc:docMk/>
            <pc:sldMk cId="2689733765" sldId="1330"/>
            <ac:picMk id="6" creationId="{FB68FA30-584D-461E-8C69-71D17EE9A70F}"/>
          </ac:picMkLst>
        </pc:picChg>
        <pc:picChg chg="add mod">
          <ac:chgData name="Soumita Sengupta" userId="4afa6ce1-cb01-46c2-8538-4650222f0c96" providerId="ADAL" clId="{C57B405C-1328-424D-990D-2F85E0044F4C}" dt="2021-06-16T07:34:00.208" v="3086" actId="208"/>
          <ac:picMkLst>
            <pc:docMk/>
            <pc:sldMk cId="2689733765" sldId="1330"/>
            <ac:picMk id="8" creationId="{848608D3-9C9F-469E-9BDF-8E1AD1B5C678}"/>
          </ac:picMkLst>
        </pc:picChg>
      </pc:sldChg>
      <pc:sldChg chg="addSp delSp modSp add del mod">
        <pc:chgData name="Soumita Sengupta" userId="4afa6ce1-cb01-46c2-8538-4650222f0c96" providerId="ADAL" clId="{C57B405C-1328-424D-990D-2F85E0044F4C}" dt="2021-06-09T11:06:56.100" v="539" actId="47"/>
        <pc:sldMkLst>
          <pc:docMk/>
          <pc:sldMk cId="1394899550" sldId="1331"/>
        </pc:sldMkLst>
        <pc:spChg chg="mod">
          <ac:chgData name="Soumita Sengupta" userId="4afa6ce1-cb01-46c2-8538-4650222f0c96" providerId="ADAL" clId="{C57B405C-1328-424D-990D-2F85E0044F4C}" dt="2021-06-09T11:06:47.413" v="537" actId="21"/>
          <ac:spMkLst>
            <pc:docMk/>
            <pc:sldMk cId="1394899550" sldId="1331"/>
            <ac:spMk id="2" creationId="{00000000-0000-0000-0000-000000000000}"/>
          </ac:spMkLst>
        </pc:spChg>
        <pc:spChg chg="add mod">
          <ac:chgData name="Soumita Sengupta" userId="4afa6ce1-cb01-46c2-8538-4650222f0c96" providerId="ADAL" clId="{C57B405C-1328-424D-990D-2F85E0044F4C}" dt="2021-06-09T11:03:57.136" v="395" actId="1076"/>
          <ac:spMkLst>
            <pc:docMk/>
            <pc:sldMk cId="1394899550" sldId="1331"/>
            <ac:spMk id="8" creationId="{06DEB593-1BBD-4DA3-AD88-16D6485A3E6E}"/>
          </ac:spMkLst>
        </pc:spChg>
        <pc:spChg chg="add mod">
          <ac:chgData name="Soumita Sengupta" userId="4afa6ce1-cb01-46c2-8538-4650222f0c96" providerId="ADAL" clId="{C57B405C-1328-424D-990D-2F85E0044F4C}" dt="2021-06-09T11:06:21.195" v="535" actId="21"/>
          <ac:spMkLst>
            <pc:docMk/>
            <pc:sldMk cId="1394899550" sldId="1331"/>
            <ac:spMk id="9" creationId="{1E1FE280-35BD-4B25-B76C-D4A3BE3458AB}"/>
          </ac:spMkLst>
        </pc:spChg>
        <pc:spChg chg="mod">
          <ac:chgData name="Soumita Sengupta" userId="4afa6ce1-cb01-46c2-8538-4650222f0c96" providerId="ADAL" clId="{C57B405C-1328-424D-990D-2F85E0044F4C}" dt="2021-06-09T11:04:06.460" v="398" actId="14100"/>
          <ac:spMkLst>
            <pc:docMk/>
            <pc:sldMk cId="1394899550" sldId="1331"/>
            <ac:spMk id="14" creationId="{00000000-0000-0000-0000-000000000000}"/>
          </ac:spMkLst>
        </pc:spChg>
        <pc:picChg chg="del">
          <ac:chgData name="Soumita Sengupta" userId="4afa6ce1-cb01-46c2-8538-4650222f0c96" providerId="ADAL" clId="{C57B405C-1328-424D-990D-2F85E0044F4C}" dt="2021-06-09T11:03:33.410" v="373" actId="478"/>
          <ac:picMkLst>
            <pc:docMk/>
            <pc:sldMk cId="1394899550" sldId="1331"/>
            <ac:picMk id="6" creationId="{FB68FA30-584D-461E-8C69-71D17EE9A70F}"/>
          </ac:picMkLst>
        </pc:picChg>
      </pc:sldChg>
      <pc:sldChg chg="modSp add mod">
        <pc:chgData name="Soumita Sengupta" userId="4afa6ce1-cb01-46c2-8538-4650222f0c96" providerId="ADAL" clId="{C57B405C-1328-424D-990D-2F85E0044F4C}" dt="2021-06-09T12:12:53.874" v="2197" actId="20577"/>
        <pc:sldMkLst>
          <pc:docMk/>
          <pc:sldMk cId="3825885641" sldId="1331"/>
        </pc:sldMkLst>
        <pc:spChg chg="mod">
          <ac:chgData name="Soumita Sengupta" userId="4afa6ce1-cb01-46c2-8538-4650222f0c96" providerId="ADAL" clId="{C57B405C-1328-424D-990D-2F85E0044F4C}" dt="2021-06-09T12:12:53.874" v="2197" actId="20577"/>
          <ac:spMkLst>
            <pc:docMk/>
            <pc:sldMk cId="3825885641" sldId="1331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6T07:49:40.235" v="3138" actId="27636"/>
        <pc:sldMkLst>
          <pc:docMk/>
          <pc:sldMk cId="3080214361" sldId="1332"/>
        </pc:sldMkLst>
        <pc:spChg chg="mod">
          <ac:chgData name="Soumita Sengupta" userId="4afa6ce1-cb01-46c2-8538-4650222f0c96" providerId="ADAL" clId="{C57B405C-1328-424D-990D-2F85E0044F4C}" dt="2021-06-15T13:22:14.398" v="2262" actId="20577"/>
          <ac:spMkLst>
            <pc:docMk/>
            <pc:sldMk cId="3080214361" sldId="1332"/>
            <ac:spMk id="2" creationId="{28798FC0-737C-4EAE-92DC-7EE712C795F3}"/>
          </ac:spMkLst>
        </pc:spChg>
        <pc:spChg chg="mod">
          <ac:chgData name="Soumita Sengupta" userId="4afa6ce1-cb01-46c2-8538-4650222f0c96" providerId="ADAL" clId="{C57B405C-1328-424D-990D-2F85E0044F4C}" dt="2021-06-16T07:49:40.235" v="3138" actId="27636"/>
          <ac:spMkLst>
            <pc:docMk/>
            <pc:sldMk cId="3080214361" sldId="1332"/>
            <ac:spMk id="3" creationId="{D3677530-8219-4DBE-89C3-233B723060F9}"/>
          </ac:spMkLst>
        </pc:spChg>
      </pc:sldChg>
      <pc:sldChg chg="modSp add mod ord">
        <pc:chgData name="Soumita Sengupta" userId="4afa6ce1-cb01-46c2-8538-4650222f0c96" providerId="ADAL" clId="{C57B405C-1328-424D-990D-2F85E0044F4C}" dt="2021-06-15T13:22:55.235" v="2285" actId="20577"/>
        <pc:sldMkLst>
          <pc:docMk/>
          <pc:sldMk cId="3051288005" sldId="1333"/>
        </pc:sldMkLst>
        <pc:spChg chg="mod">
          <ac:chgData name="Soumita Sengupta" userId="4afa6ce1-cb01-46c2-8538-4650222f0c96" providerId="ADAL" clId="{C57B405C-1328-424D-990D-2F85E0044F4C}" dt="2021-06-15T13:22:55.235" v="2285" actId="20577"/>
          <ac:spMkLst>
            <pc:docMk/>
            <pc:sldMk cId="3051288005" sldId="1333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5T13:26:49.185" v="2344" actId="20577"/>
        <pc:sldMkLst>
          <pc:docMk/>
          <pc:sldMk cId="3612439745" sldId="1334"/>
        </pc:sldMkLst>
        <pc:spChg chg="mod">
          <ac:chgData name="Soumita Sengupta" userId="4afa6ce1-cb01-46c2-8538-4650222f0c96" providerId="ADAL" clId="{C57B405C-1328-424D-990D-2F85E0044F4C}" dt="2021-06-15T13:26:49.185" v="2344" actId="20577"/>
          <ac:spMkLst>
            <pc:docMk/>
            <pc:sldMk cId="3612439745" sldId="1334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5T13:27:14.199" v="2367" actId="20577"/>
        <pc:sldMkLst>
          <pc:docMk/>
          <pc:sldMk cId="4631750" sldId="1335"/>
        </pc:sldMkLst>
        <pc:spChg chg="mod">
          <ac:chgData name="Soumita Sengupta" userId="4afa6ce1-cb01-46c2-8538-4650222f0c96" providerId="ADAL" clId="{C57B405C-1328-424D-990D-2F85E0044F4C}" dt="2021-06-15T13:27:14.199" v="2367" actId="20577"/>
          <ac:spMkLst>
            <pc:docMk/>
            <pc:sldMk cId="4631750" sldId="1335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5T13:27:39.767" v="2385" actId="20577"/>
        <pc:sldMkLst>
          <pc:docMk/>
          <pc:sldMk cId="736621240" sldId="1336"/>
        </pc:sldMkLst>
        <pc:spChg chg="mod">
          <ac:chgData name="Soumita Sengupta" userId="4afa6ce1-cb01-46c2-8538-4650222f0c96" providerId="ADAL" clId="{C57B405C-1328-424D-990D-2F85E0044F4C}" dt="2021-06-15T13:27:39.767" v="2385" actId="20577"/>
          <ac:spMkLst>
            <pc:docMk/>
            <pc:sldMk cId="736621240" sldId="1336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5T13:27:48.312" v="2393" actId="20577"/>
        <pc:sldMkLst>
          <pc:docMk/>
          <pc:sldMk cId="2486887644" sldId="1337"/>
        </pc:sldMkLst>
        <pc:spChg chg="mod">
          <ac:chgData name="Soumita Sengupta" userId="4afa6ce1-cb01-46c2-8538-4650222f0c96" providerId="ADAL" clId="{C57B405C-1328-424D-990D-2F85E0044F4C}" dt="2021-06-15T13:27:48.312" v="2393" actId="20577"/>
          <ac:spMkLst>
            <pc:docMk/>
            <pc:sldMk cId="2486887644" sldId="1337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C57B405C-1328-424D-990D-2F85E0044F4C}" dt="2021-06-15T13:27:58.861" v="2411" actId="20577"/>
        <pc:sldMkLst>
          <pc:docMk/>
          <pc:sldMk cId="2283558231" sldId="1338"/>
        </pc:sldMkLst>
        <pc:spChg chg="mod">
          <ac:chgData name="Soumita Sengupta" userId="4afa6ce1-cb01-46c2-8538-4650222f0c96" providerId="ADAL" clId="{C57B405C-1328-424D-990D-2F85E0044F4C}" dt="2021-06-15T13:27:58.861" v="2411" actId="20577"/>
          <ac:spMkLst>
            <pc:docMk/>
            <pc:sldMk cId="2283558231" sldId="1338"/>
            <ac:spMk id="2" creationId="{57983F62-BBB9-431B-A37F-BDA0DC7153F6}"/>
          </ac:spMkLst>
        </pc:spChg>
      </pc:sldChg>
      <pc:sldChg chg="addSp delSp modSp new mod">
        <pc:chgData name="Soumita Sengupta" userId="4afa6ce1-cb01-46c2-8538-4650222f0c96" providerId="ADAL" clId="{C57B405C-1328-424D-990D-2F85E0044F4C}" dt="2021-06-16T11:54:29.583" v="3938" actId="113"/>
        <pc:sldMkLst>
          <pc:docMk/>
          <pc:sldMk cId="2506302366" sldId="1339"/>
        </pc:sldMkLst>
        <pc:spChg chg="add del mod">
          <ac:chgData name="Soumita Sengupta" userId="4afa6ce1-cb01-46c2-8538-4650222f0c96" providerId="ADAL" clId="{C57B405C-1328-424D-990D-2F85E0044F4C}" dt="2021-06-16T10:45:40.497" v="3485" actId="20577"/>
          <ac:spMkLst>
            <pc:docMk/>
            <pc:sldMk cId="2506302366" sldId="1339"/>
            <ac:spMk id="2" creationId="{E95A8B90-5061-4744-9826-2849E3B2A867}"/>
          </ac:spMkLst>
        </pc:spChg>
        <pc:spChg chg="add del mod">
          <ac:chgData name="Soumita Sengupta" userId="4afa6ce1-cb01-46c2-8538-4650222f0c96" providerId="ADAL" clId="{C57B405C-1328-424D-990D-2F85E0044F4C}" dt="2021-06-16T11:54:29.583" v="3938" actId="113"/>
          <ac:spMkLst>
            <pc:docMk/>
            <pc:sldMk cId="2506302366" sldId="1339"/>
            <ac:spMk id="3" creationId="{1F4513C0-A900-4713-B675-AB3D1A29BA83}"/>
          </ac:spMkLst>
        </pc:spChg>
        <pc:spChg chg="add del mod">
          <ac:chgData name="Soumita Sengupta" userId="4afa6ce1-cb01-46c2-8538-4650222f0c96" providerId="ADAL" clId="{C57B405C-1328-424D-990D-2F85E0044F4C}" dt="2021-06-16T07:34:17.815" v="3089" actId="21"/>
          <ac:spMkLst>
            <pc:docMk/>
            <pc:sldMk cId="2506302366" sldId="1339"/>
            <ac:spMk id="7" creationId="{54D2CCC2-3600-4A14-8B5A-D9019646CACE}"/>
          </ac:spMkLst>
        </pc:spChg>
        <pc:spChg chg="add del mod">
          <ac:chgData name="Soumita Sengupta" userId="4afa6ce1-cb01-46c2-8538-4650222f0c96" providerId="ADAL" clId="{C57B405C-1328-424D-990D-2F85E0044F4C}" dt="2021-06-16T10:44:36.297" v="3456" actId="478"/>
          <ac:spMkLst>
            <pc:docMk/>
            <pc:sldMk cId="2506302366" sldId="1339"/>
            <ac:spMk id="10" creationId="{E237D4EA-2AE9-4E33-8D4F-A2DB802C5EB2}"/>
          </ac:spMkLst>
        </pc:spChg>
        <pc:spChg chg="mod">
          <ac:chgData name="Soumita Sengupta" userId="4afa6ce1-cb01-46c2-8538-4650222f0c96" providerId="ADAL" clId="{C57B405C-1328-424D-990D-2F85E0044F4C}" dt="2021-06-16T11:53:42.628" v="3928"/>
          <ac:spMkLst>
            <pc:docMk/>
            <pc:sldMk cId="2506302366" sldId="1339"/>
            <ac:spMk id="13" creationId="{475280A6-B1E5-40D1-B75D-03E16BA4205C}"/>
          </ac:spMkLst>
        </pc:spChg>
        <pc:spChg chg="mod">
          <ac:chgData name="Soumita Sengupta" userId="4afa6ce1-cb01-46c2-8538-4650222f0c96" providerId="ADAL" clId="{C57B405C-1328-424D-990D-2F85E0044F4C}" dt="2021-06-16T11:54:00.888" v="3933"/>
          <ac:spMkLst>
            <pc:docMk/>
            <pc:sldMk cId="2506302366" sldId="1339"/>
            <ac:spMk id="16" creationId="{40D8307D-6FB2-45FE-A214-86F479E834DF}"/>
          </ac:spMkLst>
        </pc:spChg>
        <pc:grpChg chg="add mod">
          <ac:chgData name="Soumita Sengupta" userId="4afa6ce1-cb01-46c2-8538-4650222f0c96" providerId="ADAL" clId="{C57B405C-1328-424D-990D-2F85E0044F4C}" dt="2021-06-16T11:53:49.303" v="3931" actId="1076"/>
          <ac:grpSpMkLst>
            <pc:docMk/>
            <pc:sldMk cId="2506302366" sldId="1339"/>
            <ac:grpSpMk id="11" creationId="{A2E79D37-8624-425A-B97A-72802C97AFA5}"/>
          </ac:grpSpMkLst>
        </pc:grpChg>
        <pc:grpChg chg="add mod">
          <ac:chgData name="Soumita Sengupta" userId="4afa6ce1-cb01-46c2-8538-4650222f0c96" providerId="ADAL" clId="{C57B405C-1328-424D-990D-2F85E0044F4C}" dt="2021-06-16T11:54:03.336" v="3934" actId="1076"/>
          <ac:grpSpMkLst>
            <pc:docMk/>
            <pc:sldMk cId="2506302366" sldId="1339"/>
            <ac:grpSpMk id="14" creationId="{0BEFA503-B366-46D0-A7E6-31F9E43619F1}"/>
          </ac:grpSpMkLst>
        </pc:grpChg>
        <pc:picChg chg="add del mod">
          <ac:chgData name="Soumita Sengupta" userId="4afa6ce1-cb01-46c2-8538-4650222f0c96" providerId="ADAL" clId="{C57B405C-1328-424D-990D-2F85E0044F4C}" dt="2021-06-16T10:24:31.861" v="3227"/>
          <ac:picMkLst>
            <pc:docMk/>
            <pc:sldMk cId="2506302366" sldId="1339"/>
            <ac:picMk id="8" creationId="{8391410F-900A-4B35-B0F2-88AAA2FDC488}"/>
          </ac:picMkLst>
        </pc:picChg>
        <pc:picChg chg="mod">
          <ac:chgData name="Soumita Sengupta" userId="4afa6ce1-cb01-46c2-8538-4650222f0c96" providerId="ADAL" clId="{C57B405C-1328-424D-990D-2F85E0044F4C}" dt="2021-06-16T11:53:42.628" v="3928"/>
          <ac:picMkLst>
            <pc:docMk/>
            <pc:sldMk cId="2506302366" sldId="1339"/>
            <ac:picMk id="12" creationId="{A0C1E231-2060-445F-8674-BF4FB6904AB9}"/>
          </ac:picMkLst>
        </pc:picChg>
        <pc:picChg chg="mod">
          <ac:chgData name="Soumita Sengupta" userId="4afa6ce1-cb01-46c2-8538-4650222f0c96" providerId="ADAL" clId="{C57B405C-1328-424D-990D-2F85E0044F4C}" dt="2021-06-16T11:54:00.888" v="3933"/>
          <ac:picMkLst>
            <pc:docMk/>
            <pc:sldMk cId="2506302366" sldId="1339"/>
            <ac:picMk id="15" creationId="{DE9EFFD6-8658-47CF-85DB-4A7B940D88A6}"/>
          </ac:picMkLst>
        </pc:picChg>
        <pc:cxnChg chg="add mod">
          <ac:chgData name="Soumita Sengupta" userId="4afa6ce1-cb01-46c2-8538-4650222f0c96" providerId="ADAL" clId="{C57B405C-1328-424D-990D-2F85E0044F4C}" dt="2021-06-16T11:54:11.654" v="3936" actId="1076"/>
          <ac:cxnSpMkLst>
            <pc:docMk/>
            <pc:sldMk cId="2506302366" sldId="1339"/>
            <ac:cxnSpMk id="17" creationId="{0712C3FE-6689-4A6F-B858-F53755022945}"/>
          </ac:cxnSpMkLst>
        </pc:cxnChg>
      </pc:sldChg>
      <pc:sldChg chg="new del">
        <pc:chgData name="Soumita Sengupta" userId="4afa6ce1-cb01-46c2-8538-4650222f0c96" providerId="ADAL" clId="{C57B405C-1328-424D-990D-2F85E0044F4C}" dt="2021-06-16T07:30:20.125" v="2842" actId="47"/>
        <pc:sldMkLst>
          <pc:docMk/>
          <pc:sldMk cId="1179560997" sldId="1340"/>
        </pc:sldMkLst>
      </pc:sldChg>
      <pc:sldChg chg="addSp modSp add mod">
        <pc:chgData name="Soumita Sengupta" userId="4afa6ce1-cb01-46c2-8538-4650222f0c96" providerId="ADAL" clId="{C57B405C-1328-424D-990D-2F85E0044F4C}" dt="2021-06-16T07:33:51.624" v="3085" actId="1076"/>
        <pc:sldMkLst>
          <pc:docMk/>
          <pc:sldMk cId="3821216101" sldId="1340"/>
        </pc:sldMkLst>
        <pc:spChg chg="add mod">
          <ac:chgData name="Soumita Sengupta" userId="4afa6ce1-cb01-46c2-8538-4650222f0c96" providerId="ADAL" clId="{C57B405C-1328-424D-990D-2F85E0044F4C}" dt="2021-06-16T07:32:45.267" v="3074" actId="20577"/>
          <ac:spMkLst>
            <pc:docMk/>
            <pc:sldMk cId="3821216101" sldId="1340"/>
            <ac:spMk id="8" creationId="{036C0413-D8F6-46EA-AB44-E5486C40922F}"/>
          </ac:spMkLst>
        </pc:spChg>
        <pc:picChg chg="mod">
          <ac:chgData name="Soumita Sengupta" userId="4afa6ce1-cb01-46c2-8538-4650222f0c96" providerId="ADAL" clId="{C57B405C-1328-424D-990D-2F85E0044F4C}" dt="2021-06-16T07:33:51.624" v="3085" actId="1076"/>
          <ac:picMkLst>
            <pc:docMk/>
            <pc:sldMk cId="3821216101" sldId="1340"/>
            <ac:picMk id="6" creationId="{FB68FA30-584D-461E-8C69-71D17EE9A70F}"/>
          </ac:picMkLst>
        </pc:picChg>
      </pc:sldChg>
      <pc:sldChg chg="modSp add mod">
        <pc:chgData name="Soumita Sengupta" userId="4afa6ce1-cb01-46c2-8538-4650222f0c96" providerId="ADAL" clId="{C57B405C-1328-424D-990D-2F85E0044F4C}" dt="2021-06-16T07:51:58.463" v="3146"/>
        <pc:sldMkLst>
          <pc:docMk/>
          <pc:sldMk cId="2288279991" sldId="1341"/>
        </pc:sldMkLst>
        <pc:spChg chg="mod">
          <ac:chgData name="Soumita Sengupta" userId="4afa6ce1-cb01-46c2-8538-4650222f0c96" providerId="ADAL" clId="{C57B405C-1328-424D-990D-2F85E0044F4C}" dt="2021-06-16T07:51:58.463" v="3146"/>
          <ac:spMkLst>
            <pc:docMk/>
            <pc:sldMk cId="2288279991" sldId="1341"/>
            <ac:spMk id="3" creationId="{D3677530-8219-4DBE-89C3-233B723060F9}"/>
          </ac:spMkLst>
        </pc:spChg>
      </pc:sldChg>
      <pc:sldChg chg="modSp add mod">
        <pc:chgData name="Soumita Sengupta" userId="4afa6ce1-cb01-46c2-8538-4650222f0c96" providerId="ADAL" clId="{C57B405C-1328-424D-990D-2F85E0044F4C}" dt="2021-06-16T07:55:20.399" v="3180"/>
        <pc:sldMkLst>
          <pc:docMk/>
          <pc:sldMk cId="4156669174" sldId="1342"/>
        </pc:sldMkLst>
        <pc:spChg chg="mod">
          <ac:chgData name="Soumita Sengupta" userId="4afa6ce1-cb01-46c2-8538-4650222f0c96" providerId="ADAL" clId="{C57B405C-1328-424D-990D-2F85E0044F4C}" dt="2021-06-16T07:53:13.684" v="3174" actId="20577"/>
          <ac:spMkLst>
            <pc:docMk/>
            <pc:sldMk cId="4156669174" sldId="1342"/>
            <ac:spMk id="2" creationId="{28798FC0-737C-4EAE-92DC-7EE712C795F3}"/>
          </ac:spMkLst>
        </pc:spChg>
        <pc:spChg chg="mod">
          <ac:chgData name="Soumita Sengupta" userId="4afa6ce1-cb01-46c2-8538-4650222f0c96" providerId="ADAL" clId="{C57B405C-1328-424D-990D-2F85E0044F4C}" dt="2021-06-16T07:55:20.399" v="3180"/>
          <ac:spMkLst>
            <pc:docMk/>
            <pc:sldMk cId="4156669174" sldId="1342"/>
            <ac:spMk id="3" creationId="{D3677530-8219-4DBE-89C3-233B723060F9}"/>
          </ac:spMkLst>
        </pc:spChg>
      </pc:sldChg>
      <pc:sldChg chg="modSp add mod">
        <pc:chgData name="Soumita Sengupta" userId="4afa6ce1-cb01-46c2-8538-4650222f0c96" providerId="ADAL" clId="{C57B405C-1328-424D-990D-2F85E0044F4C}" dt="2021-06-16T08:00:22.955" v="3196" actId="27636"/>
        <pc:sldMkLst>
          <pc:docMk/>
          <pc:sldMk cId="3268168444" sldId="1343"/>
        </pc:sldMkLst>
        <pc:spChg chg="mod">
          <ac:chgData name="Soumita Sengupta" userId="4afa6ce1-cb01-46c2-8538-4650222f0c96" providerId="ADAL" clId="{C57B405C-1328-424D-990D-2F85E0044F4C}" dt="2021-06-16T08:00:22.955" v="3196" actId="27636"/>
          <ac:spMkLst>
            <pc:docMk/>
            <pc:sldMk cId="3268168444" sldId="1343"/>
            <ac:spMk id="3" creationId="{D3677530-8219-4DBE-89C3-233B723060F9}"/>
          </ac:spMkLst>
        </pc:spChg>
      </pc:sldChg>
      <pc:sldChg chg="modSp add mod">
        <pc:chgData name="Soumita Sengupta" userId="4afa6ce1-cb01-46c2-8538-4650222f0c96" providerId="ADAL" clId="{C57B405C-1328-424D-990D-2F85E0044F4C}" dt="2021-06-16T07:58:49.064" v="3190" actId="20577"/>
        <pc:sldMkLst>
          <pc:docMk/>
          <pc:sldMk cId="580919392" sldId="1344"/>
        </pc:sldMkLst>
        <pc:spChg chg="mod">
          <ac:chgData name="Soumita Sengupta" userId="4afa6ce1-cb01-46c2-8538-4650222f0c96" providerId="ADAL" clId="{C57B405C-1328-424D-990D-2F85E0044F4C}" dt="2021-06-16T07:58:49.064" v="3190" actId="20577"/>
          <ac:spMkLst>
            <pc:docMk/>
            <pc:sldMk cId="580919392" sldId="1344"/>
            <ac:spMk id="3" creationId="{D3677530-8219-4DBE-89C3-233B723060F9}"/>
          </ac:spMkLst>
        </pc:spChg>
      </pc:sldChg>
      <pc:sldChg chg="addSp delSp modSp add del mod">
        <pc:chgData name="Soumita Sengupta" userId="4afa6ce1-cb01-46c2-8538-4650222f0c96" providerId="ADAL" clId="{C57B405C-1328-424D-990D-2F85E0044F4C}" dt="2021-06-16T11:54:20.018" v="3937" actId="47"/>
        <pc:sldMkLst>
          <pc:docMk/>
          <pc:sldMk cId="3246622478" sldId="1345"/>
        </pc:sldMkLst>
        <pc:spChg chg="mod">
          <ac:chgData name="Soumita Sengupta" userId="4afa6ce1-cb01-46c2-8538-4650222f0c96" providerId="ADAL" clId="{C57B405C-1328-424D-990D-2F85E0044F4C}" dt="2021-06-16T10:45:56.372" v="3489" actId="20577"/>
          <ac:spMkLst>
            <pc:docMk/>
            <pc:sldMk cId="3246622478" sldId="1345"/>
            <ac:spMk id="2" creationId="{E95A8B90-5061-4744-9826-2849E3B2A867}"/>
          </ac:spMkLst>
        </pc:spChg>
        <pc:spChg chg="mod">
          <ac:chgData name="Soumita Sengupta" userId="4afa6ce1-cb01-46c2-8538-4650222f0c96" providerId="ADAL" clId="{C57B405C-1328-424D-990D-2F85E0044F4C}" dt="2021-06-16T10:21:04.359" v="3199" actId="6549"/>
          <ac:spMkLst>
            <pc:docMk/>
            <pc:sldMk cId="3246622478" sldId="1345"/>
            <ac:spMk id="3" creationId="{1F4513C0-A900-4713-B675-AB3D1A29BA83}"/>
          </ac:spMkLst>
        </pc:spChg>
        <pc:spChg chg="add mod">
          <ac:chgData name="Soumita Sengupta" userId="4afa6ce1-cb01-46c2-8538-4650222f0c96" providerId="ADAL" clId="{C57B405C-1328-424D-990D-2F85E0044F4C}" dt="2021-06-16T11:53:57.541" v="3932" actId="164"/>
          <ac:spMkLst>
            <pc:docMk/>
            <pc:sldMk cId="3246622478" sldId="1345"/>
            <ac:spMk id="11" creationId="{675A5BEB-2D29-4E38-B825-25A99B709C97}"/>
          </ac:spMkLst>
        </pc:spChg>
        <pc:spChg chg="add mod">
          <ac:chgData name="Soumita Sengupta" userId="4afa6ce1-cb01-46c2-8538-4650222f0c96" providerId="ADAL" clId="{C57B405C-1328-424D-990D-2F85E0044F4C}" dt="2021-06-16T11:53:38.842" v="3927" actId="164"/>
          <ac:spMkLst>
            <pc:docMk/>
            <pc:sldMk cId="3246622478" sldId="1345"/>
            <ac:spMk id="12" creationId="{4859AC53-D239-4CD0-B5A3-D10C7BDF9453}"/>
          </ac:spMkLst>
        </pc:spChg>
        <pc:spChg chg="add mod">
          <ac:chgData name="Soumita Sengupta" userId="4afa6ce1-cb01-46c2-8538-4650222f0c96" providerId="ADAL" clId="{C57B405C-1328-424D-990D-2F85E0044F4C}" dt="2021-06-16T10:45:22.294" v="3483" actId="20577"/>
          <ac:spMkLst>
            <pc:docMk/>
            <pc:sldMk cId="3246622478" sldId="1345"/>
            <ac:spMk id="15" creationId="{ECB37FA7-C883-4753-8BDF-C1D36917B631}"/>
          </ac:spMkLst>
        </pc:spChg>
        <pc:spChg chg="add mod">
          <ac:chgData name="Soumita Sengupta" userId="4afa6ce1-cb01-46c2-8538-4650222f0c96" providerId="ADAL" clId="{C57B405C-1328-424D-990D-2F85E0044F4C}" dt="2021-06-16T10:45:53.906" v="3488" actId="20577"/>
          <ac:spMkLst>
            <pc:docMk/>
            <pc:sldMk cId="3246622478" sldId="1345"/>
            <ac:spMk id="16" creationId="{35AFCF8D-7764-4DA9-976D-0BDF001D6981}"/>
          </ac:spMkLst>
        </pc:spChg>
        <pc:grpChg chg="add mod">
          <ac:chgData name="Soumita Sengupta" userId="4afa6ce1-cb01-46c2-8538-4650222f0c96" providerId="ADAL" clId="{C57B405C-1328-424D-990D-2F85E0044F4C}" dt="2021-06-16T11:53:38.842" v="3927" actId="164"/>
          <ac:grpSpMkLst>
            <pc:docMk/>
            <pc:sldMk cId="3246622478" sldId="1345"/>
            <ac:grpSpMk id="17" creationId="{F2AB39D3-B298-4A06-976C-3C7FB653B6FA}"/>
          </ac:grpSpMkLst>
        </pc:grpChg>
        <pc:grpChg chg="add mod">
          <ac:chgData name="Soumita Sengupta" userId="4afa6ce1-cb01-46c2-8538-4650222f0c96" providerId="ADAL" clId="{C57B405C-1328-424D-990D-2F85E0044F4C}" dt="2021-06-16T11:53:57.541" v="3932" actId="164"/>
          <ac:grpSpMkLst>
            <pc:docMk/>
            <pc:sldMk cId="3246622478" sldId="1345"/>
            <ac:grpSpMk id="18" creationId="{A5EF4831-AACC-432F-A855-836A76953998}"/>
          </ac:grpSpMkLst>
        </pc:grpChg>
        <pc:picChg chg="add del mod modCrop">
          <ac:chgData name="Soumita Sengupta" userId="4afa6ce1-cb01-46c2-8538-4650222f0c96" providerId="ADAL" clId="{C57B405C-1328-424D-990D-2F85E0044F4C}" dt="2021-06-16T10:21:25.579" v="3204" actId="478"/>
          <ac:picMkLst>
            <pc:docMk/>
            <pc:sldMk cId="3246622478" sldId="1345"/>
            <ac:picMk id="7" creationId="{82CB9201-C8B6-46D8-9010-39B274FD080D}"/>
          </ac:picMkLst>
        </pc:picChg>
        <pc:picChg chg="add del mod modCrop">
          <ac:chgData name="Soumita Sengupta" userId="4afa6ce1-cb01-46c2-8538-4650222f0c96" providerId="ADAL" clId="{C57B405C-1328-424D-990D-2F85E0044F4C}" dt="2021-06-16T11:53:38.842" v="3927" actId="164"/>
          <ac:picMkLst>
            <pc:docMk/>
            <pc:sldMk cId="3246622478" sldId="1345"/>
            <ac:picMk id="9" creationId="{C239A9D0-7359-4FF7-B896-6FF8D6A0FA69}"/>
          </ac:picMkLst>
        </pc:picChg>
        <pc:picChg chg="add mod">
          <ac:chgData name="Soumita Sengupta" userId="4afa6ce1-cb01-46c2-8538-4650222f0c96" providerId="ADAL" clId="{C57B405C-1328-424D-990D-2F85E0044F4C}" dt="2021-06-16T11:53:57.541" v="3932" actId="164"/>
          <ac:picMkLst>
            <pc:docMk/>
            <pc:sldMk cId="3246622478" sldId="1345"/>
            <ac:picMk id="10" creationId="{20FE40E0-A7D3-4B11-AB38-7F752B9F1CED}"/>
          </ac:picMkLst>
        </pc:picChg>
        <pc:cxnChg chg="add mod">
          <ac:chgData name="Soumita Sengupta" userId="4afa6ce1-cb01-46c2-8538-4650222f0c96" providerId="ADAL" clId="{C57B405C-1328-424D-990D-2F85E0044F4C}" dt="2021-06-16T10:29:44.743" v="3273" actId="1076"/>
          <ac:cxnSpMkLst>
            <pc:docMk/>
            <pc:sldMk cId="3246622478" sldId="1345"/>
            <ac:cxnSpMk id="14" creationId="{4E37A35F-9082-4ADF-8278-49A1D6FB5858}"/>
          </ac:cxnSpMkLst>
        </pc:cxnChg>
      </pc:sldChg>
      <pc:sldChg chg="addSp delSp modSp new del mod">
        <pc:chgData name="Soumita Sengupta" userId="4afa6ce1-cb01-46c2-8538-4650222f0c96" providerId="ADAL" clId="{C57B405C-1328-424D-990D-2F85E0044F4C}" dt="2021-06-16T10:28:13.504" v="3258" actId="47"/>
        <pc:sldMkLst>
          <pc:docMk/>
          <pc:sldMk cId="3493942679" sldId="1346"/>
        </pc:sldMkLst>
        <pc:spChg chg="del">
          <ac:chgData name="Soumita Sengupta" userId="4afa6ce1-cb01-46c2-8538-4650222f0c96" providerId="ADAL" clId="{C57B405C-1328-424D-990D-2F85E0044F4C}" dt="2021-06-16T10:23:11.147" v="3212" actId="22"/>
          <ac:spMkLst>
            <pc:docMk/>
            <pc:sldMk cId="3493942679" sldId="1346"/>
            <ac:spMk id="3" creationId="{0438EA1F-BC57-4CC6-8820-A978FE1B2A96}"/>
          </ac:spMkLst>
        </pc:spChg>
        <pc:spChg chg="add mod">
          <ac:chgData name="Soumita Sengupta" userId="4afa6ce1-cb01-46c2-8538-4650222f0c96" providerId="ADAL" clId="{C57B405C-1328-424D-990D-2F85E0044F4C}" dt="2021-06-16T10:24:48.253" v="3231" actId="21"/>
          <ac:spMkLst>
            <pc:docMk/>
            <pc:sldMk cId="3493942679" sldId="1346"/>
            <ac:spMk id="9" creationId="{91CEF07F-EA01-48BB-BEFD-5EB28195DB5D}"/>
          </ac:spMkLst>
        </pc:spChg>
        <pc:picChg chg="add del mod ord modCrop">
          <ac:chgData name="Soumita Sengupta" userId="4afa6ce1-cb01-46c2-8538-4650222f0c96" providerId="ADAL" clId="{C57B405C-1328-424D-990D-2F85E0044F4C}" dt="2021-06-16T10:24:48.253" v="3231" actId="21"/>
          <ac:picMkLst>
            <pc:docMk/>
            <pc:sldMk cId="3493942679" sldId="1346"/>
            <ac:picMk id="7" creationId="{9CC70AC0-A6BB-4BBD-9897-221C4ED76452}"/>
          </ac:picMkLst>
        </pc:picChg>
      </pc:sldChg>
    </pc:docChg>
  </pc:docChgLst>
  <pc:docChgLst>
    <pc:chgData name="Soumita Sengupta" userId="4afa6ce1-cb01-46c2-8538-4650222f0c96" providerId="ADAL" clId="{EBCC04DE-33C6-4BF7-92A4-631C1E01E167}"/>
    <pc:docChg chg="undo custSel addSld delSld modSld">
      <pc:chgData name="Soumita Sengupta" userId="4afa6ce1-cb01-46c2-8538-4650222f0c96" providerId="ADAL" clId="{EBCC04DE-33C6-4BF7-92A4-631C1E01E167}" dt="2021-06-01T07:16:42.779" v="92" actId="207"/>
      <pc:docMkLst>
        <pc:docMk/>
      </pc:docMkLst>
      <pc:sldChg chg="del">
        <pc:chgData name="Soumita Sengupta" userId="4afa6ce1-cb01-46c2-8538-4650222f0c96" providerId="ADAL" clId="{EBCC04DE-33C6-4BF7-92A4-631C1E01E167}" dt="2021-06-01T06:51:49.751" v="2" actId="47"/>
        <pc:sldMkLst>
          <pc:docMk/>
          <pc:sldMk cId="3505707011" sldId="258"/>
        </pc:sldMkLst>
      </pc:sldChg>
      <pc:sldChg chg="modSp add mod">
        <pc:chgData name="Soumita Sengupta" userId="4afa6ce1-cb01-46c2-8538-4650222f0c96" providerId="ADAL" clId="{EBCC04DE-33C6-4BF7-92A4-631C1E01E167}" dt="2021-06-01T07:15:25.878" v="81" actId="207"/>
        <pc:sldMkLst>
          <pc:docMk/>
          <pc:sldMk cId="1022635140" sldId="259"/>
        </pc:sldMkLst>
        <pc:spChg chg="mod">
          <ac:chgData name="Soumita Sengupta" userId="4afa6ce1-cb01-46c2-8538-4650222f0c96" providerId="ADAL" clId="{EBCC04DE-33C6-4BF7-92A4-631C1E01E167}" dt="2021-06-01T07:05:19.111" v="26" actId="255"/>
          <ac:spMkLst>
            <pc:docMk/>
            <pc:sldMk cId="1022635140" sldId="259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5:25.878" v="81" actId="207"/>
          <ac:spMkLst>
            <pc:docMk/>
            <pc:sldMk cId="1022635140" sldId="259"/>
            <ac:spMk id="4" creationId="{8036B5C3-E622-4635-A937-F798BBCC23C4}"/>
          </ac:spMkLst>
        </pc:spChg>
        <pc:spChg chg="mod">
          <ac:chgData name="Soumita Sengupta" userId="4afa6ce1-cb01-46c2-8538-4650222f0c96" providerId="ADAL" clId="{EBCC04DE-33C6-4BF7-92A4-631C1E01E167}" dt="2021-06-01T07:15:25.878" v="81" actId="207"/>
          <ac:spMkLst>
            <pc:docMk/>
            <pc:sldMk cId="1022635140" sldId="259"/>
            <ac:spMk id="5" creationId="{A7C4FB5B-10CF-4442-879A-9E19985E0940}"/>
          </ac:spMkLst>
        </pc:spChg>
      </pc:sldChg>
      <pc:sldChg chg="del">
        <pc:chgData name="Soumita Sengupta" userId="4afa6ce1-cb01-46c2-8538-4650222f0c96" providerId="ADAL" clId="{EBCC04DE-33C6-4BF7-92A4-631C1E01E167}" dt="2021-06-01T07:12:10.665" v="54" actId="47"/>
        <pc:sldMkLst>
          <pc:docMk/>
          <pc:sldMk cId="1912468287" sldId="260"/>
        </pc:sldMkLst>
      </pc:sldChg>
      <pc:sldChg chg="modSp add mod">
        <pc:chgData name="Soumita Sengupta" userId="4afa6ce1-cb01-46c2-8538-4650222f0c96" providerId="ADAL" clId="{EBCC04DE-33C6-4BF7-92A4-631C1E01E167}" dt="2021-06-01T07:08:55.134" v="36" actId="255"/>
        <pc:sldMkLst>
          <pc:docMk/>
          <pc:sldMk cId="1672968615" sldId="261"/>
        </pc:sldMkLst>
        <pc:spChg chg="mod">
          <ac:chgData name="Soumita Sengupta" userId="4afa6ce1-cb01-46c2-8538-4650222f0c96" providerId="ADAL" clId="{EBCC04DE-33C6-4BF7-92A4-631C1E01E167}" dt="2021-06-01T07:08:55.134" v="36" actId="255"/>
          <ac:spMkLst>
            <pc:docMk/>
            <pc:sldMk cId="1672968615" sldId="261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08:49.966" v="35" actId="255"/>
          <ac:spMkLst>
            <pc:docMk/>
            <pc:sldMk cId="1672968615" sldId="261"/>
            <ac:spMk id="14" creationId="{912F0195-9D62-4171-BC6C-2154CEE1E887}"/>
          </ac:spMkLst>
        </pc:spChg>
      </pc:sldChg>
      <pc:sldChg chg="modSp add mod">
        <pc:chgData name="Soumita Sengupta" userId="4afa6ce1-cb01-46c2-8538-4650222f0c96" providerId="ADAL" clId="{EBCC04DE-33C6-4BF7-92A4-631C1E01E167}" dt="2021-06-01T07:15:55.986" v="85" actId="207"/>
        <pc:sldMkLst>
          <pc:docMk/>
          <pc:sldMk cId="1736851683" sldId="262"/>
        </pc:sldMkLst>
        <pc:spChg chg="mod">
          <ac:chgData name="Soumita Sengupta" userId="4afa6ce1-cb01-46c2-8538-4650222f0c96" providerId="ADAL" clId="{EBCC04DE-33C6-4BF7-92A4-631C1E01E167}" dt="2021-06-01T07:09:13.391" v="37" actId="255"/>
          <ac:spMkLst>
            <pc:docMk/>
            <pc:sldMk cId="1736851683" sldId="262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5:55.986" v="85" actId="207"/>
          <ac:spMkLst>
            <pc:docMk/>
            <pc:sldMk cId="1736851683" sldId="262"/>
            <ac:spMk id="4" creationId="{3AED4FD9-4B6D-4065-AB11-F7937A5A2050}"/>
          </ac:spMkLst>
        </pc:spChg>
        <pc:spChg chg="mod">
          <ac:chgData name="Soumita Sengupta" userId="4afa6ce1-cb01-46c2-8538-4650222f0c96" providerId="ADAL" clId="{EBCC04DE-33C6-4BF7-92A4-631C1E01E167}" dt="2021-06-01T07:15:55.986" v="85" actId="207"/>
          <ac:spMkLst>
            <pc:docMk/>
            <pc:sldMk cId="1736851683" sldId="262"/>
            <ac:spMk id="5" creationId="{8D26BC62-80E0-49EC-BAD2-29ABE7EC757D}"/>
          </ac:spMkLst>
        </pc:spChg>
      </pc:sldChg>
      <pc:sldChg chg="modSp add mod">
        <pc:chgData name="Soumita Sengupta" userId="4afa6ce1-cb01-46c2-8538-4650222f0c96" providerId="ADAL" clId="{EBCC04DE-33C6-4BF7-92A4-631C1E01E167}" dt="2021-06-01T07:16:04.496" v="86" actId="207"/>
        <pc:sldMkLst>
          <pc:docMk/>
          <pc:sldMk cId="2420192051" sldId="263"/>
        </pc:sldMkLst>
        <pc:spChg chg="mod">
          <ac:chgData name="Soumita Sengupta" userId="4afa6ce1-cb01-46c2-8538-4650222f0c96" providerId="ADAL" clId="{EBCC04DE-33C6-4BF7-92A4-631C1E01E167}" dt="2021-06-01T07:09:58.512" v="43" actId="255"/>
          <ac:spMkLst>
            <pc:docMk/>
            <pc:sldMk cId="2420192051" sldId="263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04.496" v="86" actId="207"/>
          <ac:spMkLst>
            <pc:docMk/>
            <pc:sldMk cId="2420192051" sldId="263"/>
            <ac:spMk id="4" creationId="{9D71E05F-FC71-4A1A-B8D2-044A50ED7CD5}"/>
          </ac:spMkLst>
        </pc:spChg>
        <pc:spChg chg="mod">
          <ac:chgData name="Soumita Sengupta" userId="4afa6ce1-cb01-46c2-8538-4650222f0c96" providerId="ADAL" clId="{EBCC04DE-33C6-4BF7-92A4-631C1E01E167}" dt="2021-06-01T07:16:04.496" v="86" actId="207"/>
          <ac:spMkLst>
            <pc:docMk/>
            <pc:sldMk cId="2420192051" sldId="263"/>
            <ac:spMk id="5" creationId="{0F5C877E-F40D-4D60-B0D7-3EE950DB68F1}"/>
          </ac:spMkLst>
        </pc:spChg>
      </pc:sldChg>
      <pc:sldChg chg="modSp add mod">
        <pc:chgData name="Soumita Sengupta" userId="4afa6ce1-cb01-46c2-8538-4650222f0c96" providerId="ADAL" clId="{EBCC04DE-33C6-4BF7-92A4-631C1E01E167}" dt="2021-06-01T07:16:10.165" v="87" actId="207"/>
        <pc:sldMkLst>
          <pc:docMk/>
          <pc:sldMk cId="2264191856" sldId="264"/>
        </pc:sldMkLst>
        <pc:spChg chg="mod">
          <ac:chgData name="Soumita Sengupta" userId="4afa6ce1-cb01-46c2-8538-4650222f0c96" providerId="ADAL" clId="{EBCC04DE-33C6-4BF7-92A4-631C1E01E167}" dt="2021-06-01T07:10:14.864" v="44" actId="255"/>
          <ac:spMkLst>
            <pc:docMk/>
            <pc:sldMk cId="2264191856" sldId="264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10.165" v="87" actId="207"/>
          <ac:spMkLst>
            <pc:docMk/>
            <pc:sldMk cId="2264191856" sldId="264"/>
            <ac:spMk id="4" creationId="{EEEC2EFD-7A8E-4D50-9CCF-8CBB63C5965E}"/>
          </ac:spMkLst>
        </pc:spChg>
        <pc:spChg chg="mod">
          <ac:chgData name="Soumita Sengupta" userId="4afa6ce1-cb01-46c2-8538-4650222f0c96" providerId="ADAL" clId="{EBCC04DE-33C6-4BF7-92A4-631C1E01E167}" dt="2021-06-01T07:16:10.165" v="87" actId="207"/>
          <ac:spMkLst>
            <pc:docMk/>
            <pc:sldMk cId="2264191856" sldId="264"/>
            <ac:spMk id="5" creationId="{BA202B0C-E076-450E-9DE0-4B0CD8239EF8}"/>
          </ac:spMkLst>
        </pc:spChg>
      </pc:sldChg>
      <pc:sldChg chg="modSp add mod">
        <pc:chgData name="Soumita Sengupta" userId="4afa6ce1-cb01-46c2-8538-4650222f0c96" providerId="ADAL" clId="{EBCC04DE-33C6-4BF7-92A4-631C1E01E167}" dt="2021-06-01T07:11:04.441" v="48" actId="20577"/>
        <pc:sldMkLst>
          <pc:docMk/>
          <pc:sldMk cId="3421038341" sldId="265"/>
        </pc:sldMkLst>
        <pc:spChg chg="mod">
          <ac:chgData name="Soumita Sengupta" userId="4afa6ce1-cb01-46c2-8538-4650222f0c96" providerId="ADAL" clId="{EBCC04DE-33C6-4BF7-92A4-631C1E01E167}" dt="2021-06-01T07:11:04.441" v="48" actId="20577"/>
          <ac:spMkLst>
            <pc:docMk/>
            <pc:sldMk cId="3421038341" sldId="265"/>
            <ac:spMk id="3" creationId="{00000000-0000-0000-0000-000000000000}"/>
          </ac:spMkLst>
        </pc:spChg>
      </pc:sldChg>
      <pc:sldChg chg="modSp add mod">
        <pc:chgData name="Soumita Sengupta" userId="4afa6ce1-cb01-46c2-8538-4650222f0c96" providerId="ADAL" clId="{EBCC04DE-33C6-4BF7-92A4-631C1E01E167}" dt="2021-06-01T07:16:23.941" v="89" actId="207"/>
        <pc:sldMkLst>
          <pc:docMk/>
          <pc:sldMk cId="1488796333" sldId="266"/>
        </pc:sldMkLst>
        <pc:spChg chg="mod">
          <ac:chgData name="Soumita Sengupta" userId="4afa6ce1-cb01-46c2-8538-4650222f0c96" providerId="ADAL" clId="{EBCC04DE-33C6-4BF7-92A4-631C1E01E167}" dt="2021-06-01T07:11:42.756" v="51" actId="255"/>
          <ac:spMkLst>
            <pc:docMk/>
            <pc:sldMk cId="1488796333" sldId="266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23.941" v="89" actId="207"/>
          <ac:spMkLst>
            <pc:docMk/>
            <pc:sldMk cId="1488796333" sldId="266"/>
            <ac:spMk id="4" creationId="{F522E753-83BF-45FE-B19B-991CC88F6453}"/>
          </ac:spMkLst>
        </pc:spChg>
        <pc:spChg chg="mod">
          <ac:chgData name="Soumita Sengupta" userId="4afa6ce1-cb01-46c2-8538-4650222f0c96" providerId="ADAL" clId="{EBCC04DE-33C6-4BF7-92A4-631C1E01E167}" dt="2021-06-01T07:16:23.941" v="89" actId="207"/>
          <ac:spMkLst>
            <pc:docMk/>
            <pc:sldMk cId="1488796333" sldId="266"/>
            <ac:spMk id="5" creationId="{82AC65A8-6AAC-4CB7-8E9E-D9FB8618C9B1}"/>
          </ac:spMkLst>
        </pc:spChg>
      </pc:sldChg>
      <pc:sldChg chg="del">
        <pc:chgData name="Soumita Sengupta" userId="4afa6ce1-cb01-46c2-8538-4650222f0c96" providerId="ADAL" clId="{EBCC04DE-33C6-4BF7-92A4-631C1E01E167}" dt="2021-06-01T07:12:15.234" v="56" actId="47"/>
        <pc:sldMkLst>
          <pc:docMk/>
          <pc:sldMk cId="4213263748" sldId="268"/>
        </pc:sldMkLst>
      </pc:sldChg>
      <pc:sldChg chg="del">
        <pc:chgData name="Soumita Sengupta" userId="4afa6ce1-cb01-46c2-8538-4650222f0c96" providerId="ADAL" clId="{EBCC04DE-33C6-4BF7-92A4-631C1E01E167}" dt="2021-06-01T07:12:16.671" v="57" actId="47"/>
        <pc:sldMkLst>
          <pc:docMk/>
          <pc:sldMk cId="458674981" sldId="269"/>
        </pc:sldMkLst>
      </pc:sldChg>
      <pc:sldChg chg="del">
        <pc:chgData name="Soumita Sengupta" userId="4afa6ce1-cb01-46c2-8538-4650222f0c96" providerId="ADAL" clId="{EBCC04DE-33C6-4BF7-92A4-631C1E01E167}" dt="2021-06-01T07:12:18.608" v="58" actId="47"/>
        <pc:sldMkLst>
          <pc:docMk/>
          <pc:sldMk cId="2152186373" sldId="270"/>
        </pc:sldMkLst>
      </pc:sldChg>
      <pc:sldChg chg="add del">
        <pc:chgData name="Soumita Sengupta" userId="4afa6ce1-cb01-46c2-8538-4650222f0c96" providerId="ADAL" clId="{EBCC04DE-33C6-4BF7-92A4-631C1E01E167}" dt="2021-06-01T07:05:11.169" v="25" actId="47"/>
        <pc:sldMkLst>
          <pc:docMk/>
          <pc:sldMk cId="4041059787" sldId="271"/>
        </pc:sldMkLst>
      </pc:sldChg>
      <pc:sldChg chg="add del">
        <pc:chgData name="Soumita Sengupta" userId="4afa6ce1-cb01-46c2-8538-4650222f0c96" providerId="ADAL" clId="{EBCC04DE-33C6-4BF7-92A4-631C1E01E167}" dt="2021-06-01T07:12:28.669" v="62" actId="47"/>
        <pc:sldMkLst>
          <pc:docMk/>
          <pc:sldMk cId="2097761920" sldId="272"/>
        </pc:sldMkLst>
      </pc:sldChg>
      <pc:sldChg chg="delSp modSp add mod">
        <pc:chgData name="Soumita Sengupta" userId="4afa6ce1-cb01-46c2-8538-4650222f0c96" providerId="ADAL" clId="{EBCC04DE-33C6-4BF7-92A4-631C1E01E167}" dt="2021-06-01T07:16:19.596" v="88" actId="207"/>
        <pc:sldMkLst>
          <pc:docMk/>
          <pc:sldMk cId="597918064" sldId="273"/>
        </pc:sldMkLst>
        <pc:spChg chg="del">
          <ac:chgData name="Soumita Sengupta" userId="4afa6ce1-cb01-46c2-8538-4650222f0c96" providerId="ADAL" clId="{EBCC04DE-33C6-4BF7-92A4-631C1E01E167}" dt="2021-06-01T07:10:26.083" v="45" actId="478"/>
          <ac:spMkLst>
            <pc:docMk/>
            <pc:sldMk cId="597918064" sldId="273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19.596" v="88" actId="207"/>
          <ac:spMkLst>
            <pc:docMk/>
            <pc:sldMk cId="597918064" sldId="273"/>
            <ac:spMk id="8" creationId="{886A4682-F2EB-4716-A330-85CE1E97E82F}"/>
          </ac:spMkLst>
        </pc:spChg>
        <pc:spChg chg="mod">
          <ac:chgData name="Soumita Sengupta" userId="4afa6ce1-cb01-46c2-8538-4650222f0c96" providerId="ADAL" clId="{EBCC04DE-33C6-4BF7-92A4-631C1E01E167}" dt="2021-06-01T07:16:19.596" v="88" actId="207"/>
          <ac:spMkLst>
            <pc:docMk/>
            <pc:sldMk cId="597918064" sldId="273"/>
            <ac:spMk id="9" creationId="{DB584F56-DA53-4D63-96F5-BB6E2E338917}"/>
          </ac:spMkLst>
        </pc:spChg>
      </pc:sldChg>
      <pc:sldChg chg="modSp add mod">
        <pc:chgData name="Soumita Sengupta" userId="4afa6ce1-cb01-46c2-8538-4650222f0c96" providerId="ADAL" clId="{EBCC04DE-33C6-4BF7-92A4-631C1E01E167}" dt="2021-06-01T07:16:36.792" v="91" actId="207"/>
        <pc:sldMkLst>
          <pc:docMk/>
          <pc:sldMk cId="2239544602" sldId="275"/>
        </pc:sldMkLst>
        <pc:spChg chg="mod">
          <ac:chgData name="Soumita Sengupta" userId="4afa6ce1-cb01-46c2-8538-4650222f0c96" providerId="ADAL" clId="{EBCC04DE-33C6-4BF7-92A4-631C1E01E167}" dt="2021-06-01T07:11:59.497" v="53" actId="27636"/>
          <ac:spMkLst>
            <pc:docMk/>
            <pc:sldMk cId="2239544602" sldId="275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36.792" v="91" actId="207"/>
          <ac:spMkLst>
            <pc:docMk/>
            <pc:sldMk cId="2239544602" sldId="275"/>
            <ac:spMk id="5" creationId="{2B4C5041-C411-49D2-A053-A551C0E7032C}"/>
          </ac:spMkLst>
        </pc:spChg>
        <pc:spChg chg="mod">
          <ac:chgData name="Soumita Sengupta" userId="4afa6ce1-cb01-46c2-8538-4650222f0c96" providerId="ADAL" clId="{EBCC04DE-33C6-4BF7-92A4-631C1E01E167}" dt="2021-06-01T07:16:36.792" v="91" actId="207"/>
          <ac:spMkLst>
            <pc:docMk/>
            <pc:sldMk cId="2239544602" sldId="275"/>
            <ac:spMk id="6" creationId="{B6099F1A-840E-4815-8FFF-B722E207FE90}"/>
          </ac:spMkLst>
        </pc:spChg>
      </pc:sldChg>
      <pc:sldChg chg="modSp add mod">
        <pc:chgData name="Soumita Sengupta" userId="4afa6ce1-cb01-46c2-8538-4650222f0c96" providerId="ADAL" clId="{EBCC04DE-33C6-4BF7-92A4-631C1E01E167}" dt="2021-06-01T07:15:18.939" v="80" actId="207"/>
        <pc:sldMkLst>
          <pc:docMk/>
          <pc:sldMk cId="1067621467" sldId="296"/>
        </pc:sldMkLst>
        <pc:spChg chg="mod">
          <ac:chgData name="Soumita Sengupta" userId="4afa6ce1-cb01-46c2-8538-4650222f0c96" providerId="ADAL" clId="{EBCC04DE-33C6-4BF7-92A4-631C1E01E167}" dt="2021-06-01T07:15:18.939" v="80" actId="207"/>
          <ac:spMkLst>
            <pc:docMk/>
            <pc:sldMk cId="1067621467" sldId="296"/>
            <ac:spMk id="4" creationId="{0B7AEDBB-0A41-4C35-BE55-F46D0CA94435}"/>
          </ac:spMkLst>
        </pc:spChg>
        <pc:spChg chg="mod">
          <ac:chgData name="Soumita Sengupta" userId="4afa6ce1-cb01-46c2-8538-4650222f0c96" providerId="ADAL" clId="{EBCC04DE-33C6-4BF7-92A4-631C1E01E167}" dt="2021-06-01T07:15:18.939" v="80" actId="207"/>
          <ac:spMkLst>
            <pc:docMk/>
            <pc:sldMk cId="1067621467" sldId="296"/>
            <ac:spMk id="5" creationId="{2176AF9F-4E1F-499E-95FC-3C830E07D3B2}"/>
          </ac:spMkLst>
        </pc:spChg>
        <pc:spChg chg="mod">
          <ac:chgData name="Soumita Sengupta" userId="4afa6ce1-cb01-46c2-8538-4650222f0c96" providerId="ADAL" clId="{EBCC04DE-33C6-4BF7-92A4-631C1E01E167}" dt="2021-06-01T07:03:55.053" v="10" actId="255"/>
          <ac:spMkLst>
            <pc:docMk/>
            <pc:sldMk cId="1067621467" sldId="296"/>
            <ac:spMk id="6" creationId="{E8B92EB7-B2DB-4719-A862-7FA74B112890}"/>
          </ac:spMkLst>
        </pc:spChg>
      </pc:sldChg>
      <pc:sldChg chg="modSp add mod">
        <pc:chgData name="Soumita Sengupta" userId="4afa6ce1-cb01-46c2-8538-4650222f0c96" providerId="ADAL" clId="{EBCC04DE-33C6-4BF7-92A4-631C1E01E167}" dt="2021-06-01T07:14:40.105" v="79" actId="207"/>
        <pc:sldMkLst>
          <pc:docMk/>
          <pc:sldMk cId="423898684" sldId="297"/>
        </pc:sldMkLst>
        <pc:spChg chg="mod">
          <ac:chgData name="Soumita Sengupta" userId="4afa6ce1-cb01-46c2-8538-4650222f0c96" providerId="ADAL" clId="{EBCC04DE-33C6-4BF7-92A4-631C1E01E167}" dt="2021-06-01T07:12:56.539" v="65" actId="14100"/>
          <ac:spMkLst>
            <pc:docMk/>
            <pc:sldMk cId="423898684" sldId="297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4:40.105" v="79" actId="207"/>
          <ac:spMkLst>
            <pc:docMk/>
            <pc:sldMk cId="423898684" sldId="297"/>
            <ac:spMk id="6" creationId="{0D77E2B2-4D77-41EC-8E80-D1D20A4D58E9}"/>
          </ac:spMkLst>
        </pc:spChg>
        <pc:spChg chg="mod">
          <ac:chgData name="Soumita Sengupta" userId="4afa6ce1-cb01-46c2-8538-4650222f0c96" providerId="ADAL" clId="{EBCC04DE-33C6-4BF7-92A4-631C1E01E167}" dt="2021-06-01T07:14:40.105" v="79" actId="207"/>
          <ac:spMkLst>
            <pc:docMk/>
            <pc:sldMk cId="423898684" sldId="297"/>
            <ac:spMk id="7" creationId="{BE15210E-5F51-44D9-861F-0C16142EEA69}"/>
          </ac:spMkLst>
        </pc:spChg>
      </pc:sldChg>
      <pc:sldChg chg="modSp add mod">
        <pc:chgData name="Soumita Sengupta" userId="4afa6ce1-cb01-46c2-8538-4650222f0c96" providerId="ADAL" clId="{EBCC04DE-33C6-4BF7-92A4-631C1E01E167}" dt="2021-06-01T07:15:32.044" v="82" actId="207"/>
        <pc:sldMkLst>
          <pc:docMk/>
          <pc:sldMk cId="1391298160" sldId="298"/>
        </pc:sldMkLst>
        <pc:spChg chg="mod">
          <ac:chgData name="Soumita Sengupta" userId="4afa6ce1-cb01-46c2-8538-4650222f0c96" providerId="ADAL" clId="{EBCC04DE-33C6-4BF7-92A4-631C1E01E167}" dt="2021-06-01T07:06:16.522" v="32" actId="20577"/>
          <ac:spMkLst>
            <pc:docMk/>
            <pc:sldMk cId="1391298160" sldId="298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5:32.044" v="82" actId="207"/>
          <ac:spMkLst>
            <pc:docMk/>
            <pc:sldMk cId="1391298160" sldId="298"/>
            <ac:spMk id="4" creationId="{8036B5C3-E622-4635-A937-F798BBCC23C4}"/>
          </ac:spMkLst>
        </pc:spChg>
        <pc:spChg chg="mod">
          <ac:chgData name="Soumita Sengupta" userId="4afa6ce1-cb01-46c2-8538-4650222f0c96" providerId="ADAL" clId="{EBCC04DE-33C6-4BF7-92A4-631C1E01E167}" dt="2021-06-01T07:15:32.044" v="82" actId="207"/>
          <ac:spMkLst>
            <pc:docMk/>
            <pc:sldMk cId="1391298160" sldId="298"/>
            <ac:spMk id="5" creationId="{A7C4FB5B-10CF-4442-879A-9E19985E0940}"/>
          </ac:spMkLst>
        </pc:spChg>
      </pc:sldChg>
      <pc:sldChg chg="modSp add mod">
        <pc:chgData name="Soumita Sengupta" userId="4afa6ce1-cb01-46c2-8538-4650222f0c96" providerId="ADAL" clId="{EBCC04DE-33C6-4BF7-92A4-631C1E01E167}" dt="2021-06-01T07:15:42.545" v="83" actId="207"/>
        <pc:sldMkLst>
          <pc:docMk/>
          <pc:sldMk cId="2991185092" sldId="299"/>
        </pc:sldMkLst>
        <pc:spChg chg="mod">
          <ac:chgData name="Soumita Sengupta" userId="4afa6ce1-cb01-46c2-8538-4650222f0c96" providerId="ADAL" clId="{EBCC04DE-33C6-4BF7-92A4-631C1E01E167}" dt="2021-06-01T07:06:25.994" v="33" actId="255"/>
          <ac:spMkLst>
            <pc:docMk/>
            <pc:sldMk cId="2991185092" sldId="299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5:42.545" v="83" actId="207"/>
          <ac:spMkLst>
            <pc:docMk/>
            <pc:sldMk cId="2991185092" sldId="299"/>
            <ac:spMk id="4" creationId="{8036B5C3-E622-4635-A937-F798BBCC23C4}"/>
          </ac:spMkLst>
        </pc:spChg>
        <pc:spChg chg="mod">
          <ac:chgData name="Soumita Sengupta" userId="4afa6ce1-cb01-46c2-8538-4650222f0c96" providerId="ADAL" clId="{EBCC04DE-33C6-4BF7-92A4-631C1E01E167}" dt="2021-06-01T07:15:42.545" v="83" actId="207"/>
          <ac:spMkLst>
            <pc:docMk/>
            <pc:sldMk cId="2991185092" sldId="299"/>
            <ac:spMk id="5" creationId="{A7C4FB5B-10CF-4442-879A-9E19985E0940}"/>
          </ac:spMkLst>
        </pc:spChg>
      </pc:sldChg>
      <pc:sldChg chg="delSp add mod">
        <pc:chgData name="Soumita Sengupta" userId="4afa6ce1-cb01-46c2-8538-4650222f0c96" providerId="ADAL" clId="{EBCC04DE-33C6-4BF7-92A4-631C1E01E167}" dt="2021-06-01T07:11:23.987" v="49" actId="478"/>
        <pc:sldMkLst>
          <pc:docMk/>
          <pc:sldMk cId="2793898638" sldId="300"/>
        </pc:sldMkLst>
        <pc:spChg chg="del">
          <ac:chgData name="Soumita Sengupta" userId="4afa6ce1-cb01-46c2-8538-4650222f0c96" providerId="ADAL" clId="{EBCC04DE-33C6-4BF7-92A4-631C1E01E167}" dt="2021-06-01T07:11:23.987" v="49" actId="478"/>
          <ac:spMkLst>
            <pc:docMk/>
            <pc:sldMk cId="2793898638" sldId="300"/>
            <ac:spMk id="3" creationId="{00000000-0000-0000-0000-000000000000}"/>
          </ac:spMkLst>
        </pc:spChg>
      </pc:sldChg>
      <pc:sldChg chg="modSp mod">
        <pc:chgData name="Soumita Sengupta" userId="4afa6ce1-cb01-46c2-8538-4650222f0c96" providerId="ADAL" clId="{EBCC04DE-33C6-4BF7-92A4-631C1E01E167}" dt="2021-06-01T07:14:09.615" v="78"/>
        <pc:sldMkLst>
          <pc:docMk/>
          <pc:sldMk cId="2584036331" sldId="339"/>
        </pc:sldMkLst>
        <pc:spChg chg="mod">
          <ac:chgData name="Soumita Sengupta" userId="4afa6ce1-cb01-46c2-8538-4650222f0c96" providerId="ADAL" clId="{EBCC04DE-33C6-4BF7-92A4-631C1E01E167}" dt="2021-06-01T07:14:09.615" v="78"/>
          <ac:spMkLst>
            <pc:docMk/>
            <pc:sldMk cId="2584036331" sldId="339"/>
            <ac:spMk id="5" creationId="{6D1A1596-A8D7-4C1A-8956-0FA40A84EFCA}"/>
          </ac:spMkLst>
        </pc:spChg>
      </pc:sldChg>
      <pc:sldChg chg="modSp add del mod">
        <pc:chgData name="Soumita Sengupta" userId="4afa6ce1-cb01-46c2-8538-4650222f0c96" providerId="ADAL" clId="{EBCC04DE-33C6-4BF7-92A4-631C1E01E167}" dt="2021-06-01T06:52:25.583" v="7" actId="47"/>
        <pc:sldMkLst>
          <pc:docMk/>
          <pc:sldMk cId="473323582" sldId="359"/>
        </pc:sldMkLst>
        <pc:spChg chg="mod">
          <ac:chgData name="Soumita Sengupta" userId="4afa6ce1-cb01-46c2-8538-4650222f0c96" providerId="ADAL" clId="{EBCC04DE-33C6-4BF7-92A4-631C1E01E167}" dt="2021-06-01T06:52:05.617" v="5"/>
          <ac:spMkLst>
            <pc:docMk/>
            <pc:sldMk cId="473323582" sldId="359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EBCC04DE-33C6-4BF7-92A4-631C1E01E167}" dt="2021-06-01T07:12:13.389" v="55" actId="47"/>
        <pc:sldMkLst>
          <pc:docMk/>
          <pc:sldMk cId="247062728" sldId="492"/>
        </pc:sldMkLst>
      </pc:sldChg>
      <pc:sldChg chg="del">
        <pc:chgData name="Soumita Sengupta" userId="4afa6ce1-cb01-46c2-8538-4650222f0c96" providerId="ADAL" clId="{EBCC04DE-33C6-4BF7-92A4-631C1E01E167}" dt="2021-06-01T07:12:19.364" v="59" actId="47"/>
        <pc:sldMkLst>
          <pc:docMk/>
          <pc:sldMk cId="2658743009" sldId="1320"/>
        </pc:sldMkLst>
      </pc:sldChg>
      <pc:sldChg chg="addSp delSp modSp add mod">
        <pc:chgData name="Soumita Sengupta" userId="4afa6ce1-cb01-46c2-8538-4650222f0c96" providerId="ADAL" clId="{EBCC04DE-33C6-4BF7-92A4-631C1E01E167}" dt="2021-06-01T07:13:28.059" v="69" actId="1076"/>
        <pc:sldMkLst>
          <pc:docMk/>
          <pc:sldMk cId="795492833" sldId="1321"/>
        </pc:sldMkLst>
        <pc:spChg chg="mod">
          <ac:chgData name="Soumita Sengupta" userId="4afa6ce1-cb01-46c2-8538-4650222f0c96" providerId="ADAL" clId="{EBCC04DE-33C6-4BF7-92A4-631C1E01E167}" dt="2021-06-01T07:12:48.676" v="64" actId="14100"/>
          <ac:spMkLst>
            <pc:docMk/>
            <pc:sldMk cId="795492833" sldId="1321"/>
            <ac:spMk id="5" creationId="{00000000-0000-0000-0000-000000000000}"/>
          </ac:spMkLst>
        </pc:spChg>
        <pc:spChg chg="add del mod">
          <ac:chgData name="Soumita Sengupta" userId="4afa6ce1-cb01-46c2-8538-4650222f0c96" providerId="ADAL" clId="{EBCC04DE-33C6-4BF7-92A4-631C1E01E167}" dt="2021-06-01T07:13:23.590" v="67"/>
          <ac:spMkLst>
            <pc:docMk/>
            <pc:sldMk cId="795492833" sldId="1321"/>
            <ac:spMk id="6" creationId="{A11BBD6E-857F-459D-BFC6-1C73689B181B}"/>
          </ac:spMkLst>
        </pc:spChg>
        <pc:spChg chg="add del mod">
          <ac:chgData name="Soumita Sengupta" userId="4afa6ce1-cb01-46c2-8538-4650222f0c96" providerId="ADAL" clId="{EBCC04DE-33C6-4BF7-92A4-631C1E01E167}" dt="2021-06-01T07:13:23.590" v="67"/>
          <ac:spMkLst>
            <pc:docMk/>
            <pc:sldMk cId="795492833" sldId="1321"/>
            <ac:spMk id="7" creationId="{37A4C525-4485-4A2F-B0D7-758051DE765F}"/>
          </ac:spMkLst>
        </pc:spChg>
        <pc:picChg chg="add mod">
          <ac:chgData name="Soumita Sengupta" userId="4afa6ce1-cb01-46c2-8538-4650222f0c96" providerId="ADAL" clId="{EBCC04DE-33C6-4BF7-92A4-631C1E01E167}" dt="2021-06-01T07:13:28.059" v="69" actId="1076"/>
          <ac:picMkLst>
            <pc:docMk/>
            <pc:sldMk cId="795492833" sldId="1321"/>
            <ac:picMk id="8" creationId="{45F2ED29-ACFE-4180-8FEF-B5759FDA722E}"/>
          </ac:picMkLst>
        </pc:picChg>
      </pc:sldChg>
      <pc:sldChg chg="modSp add mod">
        <pc:chgData name="Soumita Sengupta" userId="4afa6ce1-cb01-46c2-8538-4650222f0c96" providerId="ADAL" clId="{EBCC04DE-33C6-4BF7-92A4-631C1E01E167}" dt="2021-06-01T07:15:46.989" v="84" actId="207"/>
        <pc:sldMkLst>
          <pc:docMk/>
          <pc:sldMk cId="369802496" sldId="1322"/>
        </pc:sldMkLst>
        <pc:spChg chg="mod">
          <ac:chgData name="Soumita Sengupta" userId="4afa6ce1-cb01-46c2-8538-4650222f0c96" providerId="ADAL" clId="{EBCC04DE-33C6-4BF7-92A4-631C1E01E167}" dt="2021-06-01T07:06:40.819" v="34" actId="255"/>
          <ac:spMkLst>
            <pc:docMk/>
            <pc:sldMk cId="369802496" sldId="1322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5:46.989" v="84" actId="207"/>
          <ac:spMkLst>
            <pc:docMk/>
            <pc:sldMk cId="369802496" sldId="1322"/>
            <ac:spMk id="4" creationId="{24E09755-891C-4DE4-92FC-3976A17D3101}"/>
          </ac:spMkLst>
        </pc:spChg>
        <pc:spChg chg="mod">
          <ac:chgData name="Soumita Sengupta" userId="4afa6ce1-cb01-46c2-8538-4650222f0c96" providerId="ADAL" clId="{EBCC04DE-33C6-4BF7-92A4-631C1E01E167}" dt="2021-06-01T07:15:46.989" v="84" actId="207"/>
          <ac:spMkLst>
            <pc:docMk/>
            <pc:sldMk cId="369802496" sldId="1322"/>
            <ac:spMk id="5" creationId="{13EA9EA1-7B53-48F3-BD1C-755917D78E6C}"/>
          </ac:spMkLst>
        </pc:spChg>
      </pc:sldChg>
      <pc:sldChg chg="add del">
        <pc:chgData name="Soumita Sengupta" userId="4afa6ce1-cb01-46c2-8538-4650222f0c96" providerId="ADAL" clId="{EBCC04DE-33C6-4BF7-92A4-631C1E01E167}" dt="2021-06-01T07:09:49.832" v="42" actId="47"/>
        <pc:sldMkLst>
          <pc:docMk/>
          <pc:sldMk cId="3209556019" sldId="1323"/>
        </pc:sldMkLst>
      </pc:sldChg>
      <pc:sldChg chg="modSp add mod">
        <pc:chgData name="Soumita Sengupta" userId="4afa6ce1-cb01-46c2-8538-4650222f0c96" providerId="ADAL" clId="{EBCC04DE-33C6-4BF7-92A4-631C1E01E167}" dt="2021-06-01T07:16:28.138" v="90" actId="207"/>
        <pc:sldMkLst>
          <pc:docMk/>
          <pc:sldMk cId="1209534790" sldId="1324"/>
        </pc:sldMkLst>
        <pc:spChg chg="mod">
          <ac:chgData name="Soumita Sengupta" userId="4afa6ce1-cb01-46c2-8538-4650222f0c96" providerId="ADAL" clId="{EBCC04DE-33C6-4BF7-92A4-631C1E01E167}" dt="2021-06-01T07:16:28.138" v="90" actId="207"/>
          <ac:spMkLst>
            <pc:docMk/>
            <pc:sldMk cId="1209534790" sldId="1324"/>
            <ac:spMk id="9" creationId="{770CC1E9-FA18-40AE-87D9-0674D683D5EC}"/>
          </ac:spMkLst>
        </pc:spChg>
        <pc:spChg chg="mod">
          <ac:chgData name="Soumita Sengupta" userId="4afa6ce1-cb01-46c2-8538-4650222f0c96" providerId="ADAL" clId="{EBCC04DE-33C6-4BF7-92A4-631C1E01E167}" dt="2021-06-01T07:16:28.138" v="90" actId="207"/>
          <ac:spMkLst>
            <pc:docMk/>
            <pc:sldMk cId="1209534790" sldId="1324"/>
            <ac:spMk id="10" creationId="{A890B80F-A704-469B-B0CA-9098415DDD94}"/>
          </ac:spMkLst>
        </pc:spChg>
      </pc:sldChg>
      <pc:sldChg chg="modSp add mod">
        <pc:chgData name="Soumita Sengupta" userId="4afa6ce1-cb01-46c2-8538-4650222f0c96" providerId="ADAL" clId="{EBCC04DE-33C6-4BF7-92A4-631C1E01E167}" dt="2021-06-01T07:16:42.779" v="92" actId="207"/>
        <pc:sldMkLst>
          <pc:docMk/>
          <pc:sldMk cId="3906375660" sldId="1325"/>
        </pc:sldMkLst>
        <pc:spChg chg="mod">
          <ac:chgData name="Soumita Sengupta" userId="4afa6ce1-cb01-46c2-8538-4650222f0c96" providerId="ADAL" clId="{EBCC04DE-33C6-4BF7-92A4-631C1E01E167}" dt="2021-06-01T07:12:34.770" v="63" actId="255"/>
          <ac:spMkLst>
            <pc:docMk/>
            <pc:sldMk cId="3906375660" sldId="1325"/>
            <ac:spMk id="3" creationId="{00000000-0000-0000-0000-000000000000}"/>
          </ac:spMkLst>
        </pc:spChg>
        <pc:spChg chg="mod">
          <ac:chgData name="Soumita Sengupta" userId="4afa6ce1-cb01-46c2-8538-4650222f0c96" providerId="ADAL" clId="{EBCC04DE-33C6-4BF7-92A4-631C1E01E167}" dt="2021-06-01T07:16:42.779" v="92" actId="207"/>
          <ac:spMkLst>
            <pc:docMk/>
            <pc:sldMk cId="3906375660" sldId="1325"/>
            <ac:spMk id="4" creationId="{A44C85B3-CCA0-41EF-9899-99A7B4B26E09}"/>
          </ac:spMkLst>
        </pc:spChg>
        <pc:spChg chg="mod">
          <ac:chgData name="Soumita Sengupta" userId="4afa6ce1-cb01-46c2-8538-4650222f0c96" providerId="ADAL" clId="{EBCC04DE-33C6-4BF7-92A4-631C1E01E167}" dt="2021-06-01T07:16:42.779" v="92" actId="207"/>
          <ac:spMkLst>
            <pc:docMk/>
            <pc:sldMk cId="3906375660" sldId="1325"/>
            <ac:spMk id="5" creationId="{21108830-E41B-46A9-B762-E6BB4ABC2A3F}"/>
          </ac:spMkLst>
        </pc:spChg>
      </pc:sldChg>
      <pc:sldChg chg="modSp add mod">
        <pc:chgData name="Soumita Sengupta" userId="4afa6ce1-cb01-46c2-8538-4650222f0c96" providerId="ADAL" clId="{EBCC04DE-33C6-4BF7-92A4-631C1E01E167}" dt="2021-06-01T07:05:07.125" v="24" actId="20577"/>
        <pc:sldMkLst>
          <pc:docMk/>
          <pc:sldMk cId="2792125546" sldId="1326"/>
        </pc:sldMkLst>
        <pc:spChg chg="mod">
          <ac:chgData name="Soumita Sengupta" userId="4afa6ce1-cb01-46c2-8538-4650222f0c96" providerId="ADAL" clId="{EBCC04DE-33C6-4BF7-92A4-631C1E01E167}" dt="2021-06-01T07:05:07.125" v="24" actId="20577"/>
          <ac:spMkLst>
            <pc:docMk/>
            <pc:sldMk cId="2792125546" sldId="1326"/>
            <ac:spMk id="2" creationId="{57983F62-BBB9-431B-A37F-BDA0DC7153F6}"/>
          </ac:spMkLst>
        </pc:spChg>
      </pc:sldChg>
      <pc:sldChg chg="modSp add mod">
        <pc:chgData name="Soumita Sengupta" userId="4afa6ce1-cb01-46c2-8538-4650222f0c96" providerId="ADAL" clId="{EBCC04DE-33C6-4BF7-92A4-631C1E01E167}" dt="2021-06-01T07:09:48.113" v="41"/>
        <pc:sldMkLst>
          <pc:docMk/>
          <pc:sldMk cId="3693191466" sldId="1327"/>
        </pc:sldMkLst>
        <pc:spChg chg="mod">
          <ac:chgData name="Soumita Sengupta" userId="4afa6ce1-cb01-46c2-8538-4650222f0c96" providerId="ADAL" clId="{EBCC04DE-33C6-4BF7-92A4-631C1E01E167}" dt="2021-06-01T07:09:48.113" v="41"/>
          <ac:spMkLst>
            <pc:docMk/>
            <pc:sldMk cId="3693191466" sldId="1327"/>
            <ac:spMk id="2" creationId="{57983F62-BBB9-431B-A37F-BDA0DC7153F6}"/>
          </ac:spMkLst>
        </pc:spChg>
      </pc:sldChg>
      <pc:sldMasterChg chg="delSldLayout">
        <pc:chgData name="Soumita Sengupta" userId="4afa6ce1-cb01-46c2-8538-4650222f0c96" providerId="ADAL" clId="{EBCC04DE-33C6-4BF7-92A4-631C1E01E167}" dt="2021-06-01T07:09:49.832" v="42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EBCC04DE-33C6-4BF7-92A4-631C1E01E167}" dt="2021-06-01T06:51:49.751" v="2" actId="47"/>
          <pc:sldLayoutMkLst>
            <pc:docMk/>
            <pc:sldMasterMk cId="1029875623" sldId="2147483678"/>
            <pc:sldLayoutMk cId="1139513039" sldId="2147483716"/>
          </pc:sldLayoutMkLst>
        </pc:sldLayoutChg>
        <pc:sldLayoutChg chg="del">
          <pc:chgData name="Soumita Sengupta" userId="4afa6ce1-cb01-46c2-8538-4650222f0c96" providerId="ADAL" clId="{EBCC04DE-33C6-4BF7-92A4-631C1E01E167}" dt="2021-06-01T07:09:49.832" v="42" actId="47"/>
          <pc:sldLayoutMkLst>
            <pc:docMk/>
            <pc:sldMasterMk cId="1029875623" sldId="2147483678"/>
            <pc:sldLayoutMk cId="3607679162" sldId="2147483732"/>
          </pc:sldLayoutMkLst>
        </pc:sldLayoutChg>
      </pc:sldMasterChg>
    </pc:docChg>
  </pc:docChgLst>
  <pc:docChgLst>
    <pc:chgData name="Keshav Pareek" userId="S::keshav.pareek@alepo.com::3037c2a5-5507-480b-9484-e2bc49cfc6dc" providerId="AD" clId="Web-{3AEB950B-5AF4-58AA-1233-703FF975D233}"/>
    <pc:docChg chg="">
      <pc:chgData name="Keshav Pareek" userId="S::keshav.pareek@alepo.com::3037c2a5-5507-480b-9484-e2bc49cfc6dc" providerId="AD" clId="Web-{3AEB950B-5AF4-58AA-1233-703FF975D233}" dt="2021-09-06T04:39:44.913" v="1"/>
      <pc:docMkLst>
        <pc:docMk/>
      </pc:docMkLst>
      <pc:sldChg chg="addCm">
        <pc:chgData name="Keshav Pareek" userId="S::keshav.pareek@alepo.com::3037c2a5-5507-480b-9484-e2bc49cfc6dc" providerId="AD" clId="Web-{3AEB950B-5AF4-58AA-1233-703FF975D233}" dt="2021-09-06T04:39:10.428" v="0"/>
        <pc:sldMkLst>
          <pc:docMk/>
          <pc:sldMk cId="3266634833" sldId="1331"/>
        </pc:sldMkLst>
      </pc:sldChg>
      <pc:sldChg chg="addCm">
        <pc:chgData name="Keshav Pareek" userId="S::keshav.pareek@alepo.com::3037c2a5-5507-480b-9484-e2bc49cfc6dc" providerId="AD" clId="Web-{3AEB950B-5AF4-58AA-1233-703FF975D233}" dt="2021-09-06T04:39:44.913" v="1"/>
        <pc:sldMkLst>
          <pc:docMk/>
          <pc:sldMk cId="3400465644" sldId="1336"/>
        </pc:sldMkLst>
      </pc:sldChg>
    </pc:docChg>
  </pc:docChgLst>
  <pc:docChgLst>
    <pc:chgData name="Soumita Sengupta" userId="4afa6ce1-cb01-46c2-8538-4650222f0c96" providerId="ADAL" clId="{46DF16B1-DF4E-4810-B0DB-6F1B830FE49B}"/>
    <pc:docChg chg="undo custSel delSld modSld">
      <pc:chgData name="Soumita Sengupta" userId="4afa6ce1-cb01-46c2-8538-4650222f0c96" providerId="ADAL" clId="{46DF16B1-DF4E-4810-B0DB-6F1B830FE49B}" dt="2021-06-01T09:56:50.773" v="22" actId="47"/>
      <pc:docMkLst>
        <pc:docMk/>
      </pc:docMkLst>
      <pc:sldChg chg="del">
        <pc:chgData name="Soumita Sengupta" userId="4afa6ce1-cb01-46c2-8538-4650222f0c96" providerId="ADAL" clId="{46DF16B1-DF4E-4810-B0DB-6F1B830FE49B}" dt="2021-06-01T09:56:45.690" v="8" actId="47"/>
        <pc:sldMkLst>
          <pc:docMk/>
          <pc:sldMk cId="1022635140" sldId="259"/>
        </pc:sldMkLst>
      </pc:sldChg>
      <pc:sldChg chg="del">
        <pc:chgData name="Soumita Sengupta" userId="4afa6ce1-cb01-46c2-8538-4650222f0c96" providerId="ADAL" clId="{46DF16B1-DF4E-4810-B0DB-6F1B830FE49B}" dt="2021-06-01T09:56:46.392" v="12" actId="47"/>
        <pc:sldMkLst>
          <pc:docMk/>
          <pc:sldMk cId="1672968615" sldId="261"/>
        </pc:sldMkLst>
      </pc:sldChg>
      <pc:sldChg chg="del">
        <pc:chgData name="Soumita Sengupta" userId="4afa6ce1-cb01-46c2-8538-4650222f0c96" providerId="ADAL" clId="{46DF16B1-DF4E-4810-B0DB-6F1B830FE49B}" dt="2021-06-01T09:56:47.173" v="13" actId="47"/>
        <pc:sldMkLst>
          <pc:docMk/>
          <pc:sldMk cId="1736851683" sldId="262"/>
        </pc:sldMkLst>
      </pc:sldChg>
      <pc:sldChg chg="del">
        <pc:chgData name="Soumita Sengupta" userId="4afa6ce1-cb01-46c2-8538-4650222f0c96" providerId="ADAL" clId="{46DF16B1-DF4E-4810-B0DB-6F1B830FE49B}" dt="2021-06-01T09:56:49.102" v="14" actId="47"/>
        <pc:sldMkLst>
          <pc:docMk/>
          <pc:sldMk cId="2420192051" sldId="263"/>
        </pc:sldMkLst>
      </pc:sldChg>
      <pc:sldChg chg="del">
        <pc:chgData name="Soumita Sengupta" userId="4afa6ce1-cb01-46c2-8538-4650222f0c96" providerId="ADAL" clId="{46DF16B1-DF4E-4810-B0DB-6F1B830FE49B}" dt="2021-06-01T09:56:49.255" v="15" actId="47"/>
        <pc:sldMkLst>
          <pc:docMk/>
          <pc:sldMk cId="2264191856" sldId="264"/>
        </pc:sldMkLst>
      </pc:sldChg>
      <pc:sldChg chg="del">
        <pc:chgData name="Soumita Sengupta" userId="4afa6ce1-cb01-46c2-8538-4650222f0c96" providerId="ADAL" clId="{46DF16B1-DF4E-4810-B0DB-6F1B830FE49B}" dt="2021-06-01T09:56:49.872" v="17" actId="47"/>
        <pc:sldMkLst>
          <pc:docMk/>
          <pc:sldMk cId="3421038341" sldId="265"/>
        </pc:sldMkLst>
      </pc:sldChg>
      <pc:sldChg chg="del">
        <pc:chgData name="Soumita Sengupta" userId="4afa6ce1-cb01-46c2-8538-4650222f0c96" providerId="ADAL" clId="{46DF16B1-DF4E-4810-B0DB-6F1B830FE49B}" dt="2021-06-01T09:56:50.272" v="19" actId="47"/>
        <pc:sldMkLst>
          <pc:docMk/>
          <pc:sldMk cId="1488796333" sldId="266"/>
        </pc:sldMkLst>
      </pc:sldChg>
      <pc:sldChg chg="del">
        <pc:chgData name="Soumita Sengupta" userId="4afa6ce1-cb01-46c2-8538-4650222f0c96" providerId="ADAL" clId="{46DF16B1-DF4E-4810-B0DB-6F1B830FE49B}" dt="2021-06-01T09:56:49.440" v="16" actId="47"/>
        <pc:sldMkLst>
          <pc:docMk/>
          <pc:sldMk cId="597918064" sldId="273"/>
        </pc:sldMkLst>
      </pc:sldChg>
      <pc:sldChg chg="del">
        <pc:chgData name="Soumita Sengupta" userId="4afa6ce1-cb01-46c2-8538-4650222f0c96" providerId="ADAL" clId="{46DF16B1-DF4E-4810-B0DB-6F1B830FE49B}" dt="2021-06-01T09:56:50.604" v="21" actId="47"/>
        <pc:sldMkLst>
          <pc:docMk/>
          <pc:sldMk cId="2239544602" sldId="275"/>
        </pc:sldMkLst>
      </pc:sldChg>
      <pc:sldChg chg="del">
        <pc:chgData name="Soumita Sengupta" userId="4afa6ce1-cb01-46c2-8538-4650222f0c96" providerId="ADAL" clId="{46DF16B1-DF4E-4810-B0DB-6F1B830FE49B}" dt="2021-06-01T09:56:44.826" v="6" actId="47"/>
        <pc:sldMkLst>
          <pc:docMk/>
          <pc:sldMk cId="1067621467" sldId="296"/>
        </pc:sldMkLst>
      </pc:sldChg>
      <pc:sldChg chg="del">
        <pc:chgData name="Soumita Sengupta" userId="4afa6ce1-cb01-46c2-8538-4650222f0c96" providerId="ADAL" clId="{46DF16B1-DF4E-4810-B0DB-6F1B830FE49B}" dt="2021-06-01T09:56:44.588" v="5" actId="47"/>
        <pc:sldMkLst>
          <pc:docMk/>
          <pc:sldMk cId="423898684" sldId="297"/>
        </pc:sldMkLst>
      </pc:sldChg>
      <pc:sldChg chg="del">
        <pc:chgData name="Soumita Sengupta" userId="4afa6ce1-cb01-46c2-8538-4650222f0c96" providerId="ADAL" clId="{46DF16B1-DF4E-4810-B0DB-6F1B830FE49B}" dt="2021-06-01T09:56:45.875" v="9" actId="47"/>
        <pc:sldMkLst>
          <pc:docMk/>
          <pc:sldMk cId="1391298160" sldId="298"/>
        </pc:sldMkLst>
      </pc:sldChg>
      <pc:sldChg chg="del">
        <pc:chgData name="Soumita Sengupta" userId="4afa6ce1-cb01-46c2-8538-4650222f0c96" providerId="ADAL" clId="{46DF16B1-DF4E-4810-B0DB-6F1B830FE49B}" dt="2021-06-01T09:56:46.022" v="10" actId="47"/>
        <pc:sldMkLst>
          <pc:docMk/>
          <pc:sldMk cId="2991185092" sldId="299"/>
        </pc:sldMkLst>
      </pc:sldChg>
      <pc:sldChg chg="del">
        <pc:chgData name="Soumita Sengupta" userId="4afa6ce1-cb01-46c2-8538-4650222f0c96" providerId="ADAL" clId="{46DF16B1-DF4E-4810-B0DB-6F1B830FE49B}" dt="2021-06-01T09:56:50.088" v="18" actId="47"/>
        <pc:sldMkLst>
          <pc:docMk/>
          <pc:sldMk cId="2793898638" sldId="300"/>
        </pc:sldMkLst>
      </pc:sldChg>
      <pc:sldChg chg="modSp mod">
        <pc:chgData name="Soumita Sengupta" userId="4afa6ce1-cb01-46c2-8538-4650222f0c96" providerId="ADAL" clId="{46DF16B1-DF4E-4810-B0DB-6F1B830FE49B}" dt="2021-06-01T09:56:31.156" v="3" actId="14100"/>
        <pc:sldMkLst>
          <pc:docMk/>
          <pc:sldMk cId="2584036331" sldId="339"/>
        </pc:sldMkLst>
        <pc:spChg chg="mod">
          <ac:chgData name="Soumita Sengupta" userId="4afa6ce1-cb01-46c2-8538-4650222f0c96" providerId="ADAL" clId="{46DF16B1-DF4E-4810-B0DB-6F1B830FE49B}" dt="2021-06-01T09:56:31.156" v="3" actId="14100"/>
          <ac:spMkLst>
            <pc:docMk/>
            <pc:sldMk cId="2584036331" sldId="339"/>
            <ac:spMk id="5" creationId="{6D1A1596-A8D7-4C1A-8956-0FA40A84EFCA}"/>
          </ac:spMkLst>
        </pc:spChg>
      </pc:sldChg>
      <pc:sldChg chg="del">
        <pc:chgData name="Soumita Sengupta" userId="4afa6ce1-cb01-46c2-8538-4650222f0c96" providerId="ADAL" clId="{46DF16B1-DF4E-4810-B0DB-6F1B830FE49B}" dt="2021-06-01T09:56:44.480" v="4" actId="47"/>
        <pc:sldMkLst>
          <pc:docMk/>
          <pc:sldMk cId="473323582" sldId="359"/>
        </pc:sldMkLst>
      </pc:sldChg>
      <pc:sldChg chg="del">
        <pc:chgData name="Soumita Sengupta" userId="4afa6ce1-cb01-46c2-8538-4650222f0c96" providerId="ADAL" clId="{46DF16B1-DF4E-4810-B0DB-6F1B830FE49B}" dt="2021-06-01T09:56:46.176" v="11" actId="47"/>
        <pc:sldMkLst>
          <pc:docMk/>
          <pc:sldMk cId="369802496" sldId="1322"/>
        </pc:sldMkLst>
      </pc:sldChg>
      <pc:sldChg chg="del">
        <pc:chgData name="Soumita Sengupta" userId="4afa6ce1-cb01-46c2-8538-4650222f0c96" providerId="ADAL" clId="{46DF16B1-DF4E-4810-B0DB-6F1B830FE49B}" dt="2021-06-01T09:56:50.441" v="20" actId="47"/>
        <pc:sldMkLst>
          <pc:docMk/>
          <pc:sldMk cId="1209534790" sldId="1324"/>
        </pc:sldMkLst>
      </pc:sldChg>
      <pc:sldChg chg="del">
        <pc:chgData name="Soumita Sengupta" userId="4afa6ce1-cb01-46c2-8538-4650222f0c96" providerId="ADAL" clId="{46DF16B1-DF4E-4810-B0DB-6F1B830FE49B}" dt="2021-06-01T09:56:50.773" v="22" actId="47"/>
        <pc:sldMkLst>
          <pc:docMk/>
          <pc:sldMk cId="3906375660" sldId="1325"/>
        </pc:sldMkLst>
      </pc:sldChg>
      <pc:sldChg chg="del">
        <pc:chgData name="Soumita Sengupta" userId="4afa6ce1-cb01-46c2-8538-4650222f0c96" providerId="ADAL" clId="{46DF16B1-DF4E-4810-B0DB-6F1B830FE49B}" dt="2021-06-01T09:56:45.004" v="7" actId="47"/>
        <pc:sldMkLst>
          <pc:docMk/>
          <pc:sldMk cId="2792125546" sldId="1326"/>
        </pc:sldMkLst>
      </pc:sldChg>
      <pc:sldMasterChg chg="delSldLayout">
        <pc:chgData name="Soumita Sengupta" userId="4afa6ce1-cb01-46c2-8538-4650222f0c96" providerId="ADAL" clId="{46DF16B1-DF4E-4810-B0DB-6F1B830FE49B}" dt="2021-06-01T09:56:46.392" v="12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46DF16B1-DF4E-4810-B0DB-6F1B830FE49B}" dt="2021-06-01T09:56:46.392" v="12" actId="47"/>
          <pc:sldLayoutMkLst>
            <pc:docMk/>
            <pc:sldMasterMk cId="1029875623" sldId="2147483678"/>
            <pc:sldLayoutMk cId="3749695291" sldId="2147483733"/>
          </pc:sldLayoutMkLst>
        </pc:sldLayoutChg>
      </pc:sldMasterChg>
    </pc:docChg>
  </pc:docChgLst>
  <pc:docChgLst>
    <pc:chgData name="Soumita Sengupta" userId="4afa6ce1-cb01-46c2-8538-4650222f0c96" providerId="ADAL" clId="{B40F3650-4116-4162-BB34-2551B383FECC}"/>
    <pc:docChg chg="undo custSel addSld delSld modSld sldOrd">
      <pc:chgData name="Soumita Sengupta" userId="4afa6ce1-cb01-46c2-8538-4650222f0c96" providerId="ADAL" clId="{B40F3650-4116-4162-BB34-2551B383FECC}" dt="2021-08-19T10:49:06.306" v="166" actId="255"/>
      <pc:docMkLst>
        <pc:docMk/>
      </pc:docMkLst>
      <pc:sldChg chg="modSp add mod">
        <pc:chgData name="Soumita Sengupta" userId="4afa6ce1-cb01-46c2-8538-4650222f0c96" providerId="ADAL" clId="{B40F3650-4116-4162-BB34-2551B383FECC}" dt="2021-08-19T10:46:12.567" v="153" actId="20577"/>
        <pc:sldMkLst>
          <pc:docMk/>
          <pc:sldMk cId="1912468287" sldId="260"/>
        </pc:sldMkLst>
        <pc:spChg chg="mod">
          <ac:chgData name="Soumita Sengupta" userId="4afa6ce1-cb01-46c2-8538-4650222f0c96" providerId="ADAL" clId="{B40F3650-4116-4162-BB34-2551B383FECC}" dt="2021-08-19T10:46:12.567" v="153" actId="20577"/>
          <ac:spMkLst>
            <pc:docMk/>
            <pc:sldMk cId="1912468287" sldId="260"/>
            <ac:spMk id="5" creationId="{00000000-0000-0000-0000-000000000000}"/>
          </ac:spMkLst>
        </pc:spChg>
      </pc:sldChg>
      <pc:sldChg chg="modSp mod">
        <pc:chgData name="Soumita Sengupta" userId="4afa6ce1-cb01-46c2-8538-4650222f0c96" providerId="ADAL" clId="{B40F3650-4116-4162-BB34-2551B383FECC}" dt="2021-08-19T10:23:19.391" v="16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B40F3650-4116-4162-BB34-2551B383FECC}" dt="2021-08-19T10:23:19.391" v="16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modSp add mod">
        <pc:chgData name="Soumita Sengupta" userId="4afa6ce1-cb01-46c2-8538-4650222f0c96" providerId="ADAL" clId="{B40F3650-4116-4162-BB34-2551B383FECC}" dt="2021-08-19T10:48:12.913" v="156" actId="255"/>
        <pc:sldMkLst>
          <pc:docMk/>
          <pc:sldMk cId="1676893809" sldId="520"/>
        </pc:sldMkLst>
        <pc:spChg chg="mod">
          <ac:chgData name="Soumita Sengupta" userId="4afa6ce1-cb01-46c2-8538-4650222f0c96" providerId="ADAL" clId="{B40F3650-4116-4162-BB34-2551B383FECC}" dt="2021-08-19T10:48:12.913" v="156" actId="255"/>
          <ac:spMkLst>
            <pc:docMk/>
            <pc:sldMk cId="1676893809" sldId="520"/>
            <ac:spMk id="2" creationId="{00000000-0000-0000-0000-000000000000}"/>
          </ac:spMkLst>
        </pc:spChg>
      </pc:sldChg>
      <pc:sldChg chg="add del">
        <pc:chgData name="Soumita Sengupta" userId="4afa6ce1-cb01-46c2-8538-4650222f0c96" providerId="ADAL" clId="{B40F3650-4116-4162-BB34-2551B383FECC}" dt="2021-08-19T10:40:47.725" v="73" actId="47"/>
        <pc:sldMkLst>
          <pc:docMk/>
          <pc:sldMk cId="2622444170" sldId="523"/>
        </pc:sldMkLst>
      </pc:sldChg>
      <pc:sldChg chg="add ord">
        <pc:chgData name="Soumita Sengupta" userId="4afa6ce1-cb01-46c2-8538-4650222f0c96" providerId="ADAL" clId="{B40F3650-4116-4162-BB34-2551B383FECC}" dt="2021-08-19T10:41:46.237" v="76"/>
        <pc:sldMkLst>
          <pc:docMk/>
          <pc:sldMk cId="2863234239" sldId="525"/>
        </pc:sldMkLst>
      </pc:sldChg>
      <pc:sldChg chg="del">
        <pc:chgData name="Soumita Sengupta" userId="4afa6ce1-cb01-46c2-8538-4650222f0c96" providerId="ADAL" clId="{B40F3650-4116-4162-BB34-2551B383FECC}" dt="2021-08-19T10:24:50.704" v="17" actId="47"/>
        <pc:sldMkLst>
          <pc:docMk/>
          <pc:sldMk cId="3006812007" sldId="727"/>
        </pc:sldMkLst>
      </pc:sldChg>
      <pc:sldChg chg="del">
        <pc:chgData name="Soumita Sengupta" userId="4afa6ce1-cb01-46c2-8538-4650222f0c96" providerId="ADAL" clId="{B40F3650-4116-4162-BB34-2551B383FECC}" dt="2021-08-19T10:24:51.421" v="19" actId="47"/>
        <pc:sldMkLst>
          <pc:docMk/>
          <pc:sldMk cId="361969412" sldId="729"/>
        </pc:sldMkLst>
      </pc:sldChg>
      <pc:sldChg chg="del">
        <pc:chgData name="Soumita Sengupta" userId="4afa6ce1-cb01-46c2-8538-4650222f0c96" providerId="ADAL" clId="{B40F3650-4116-4162-BB34-2551B383FECC}" dt="2021-08-19T10:24:51.722" v="20" actId="47"/>
        <pc:sldMkLst>
          <pc:docMk/>
          <pc:sldMk cId="1915874701" sldId="730"/>
        </pc:sldMkLst>
      </pc:sldChg>
      <pc:sldChg chg="del">
        <pc:chgData name="Soumita Sengupta" userId="4afa6ce1-cb01-46c2-8538-4650222f0c96" providerId="ADAL" clId="{B40F3650-4116-4162-BB34-2551B383FECC}" dt="2021-08-19T10:24:53.145" v="22" actId="47"/>
        <pc:sldMkLst>
          <pc:docMk/>
          <pc:sldMk cId="1595993787" sldId="731"/>
        </pc:sldMkLst>
      </pc:sldChg>
      <pc:sldChg chg="del">
        <pc:chgData name="Soumita Sengupta" userId="4afa6ce1-cb01-46c2-8538-4650222f0c96" providerId="ADAL" clId="{B40F3650-4116-4162-BB34-2551B383FECC}" dt="2021-08-19T10:24:55.573" v="23" actId="47"/>
        <pc:sldMkLst>
          <pc:docMk/>
          <pc:sldMk cId="2222224942" sldId="732"/>
        </pc:sldMkLst>
      </pc:sldChg>
      <pc:sldChg chg="del">
        <pc:chgData name="Soumita Sengupta" userId="4afa6ce1-cb01-46c2-8538-4650222f0c96" providerId="ADAL" clId="{B40F3650-4116-4162-BB34-2551B383FECC}" dt="2021-08-19T10:24:55.873" v="24" actId="47"/>
        <pc:sldMkLst>
          <pc:docMk/>
          <pc:sldMk cId="4207930121" sldId="733"/>
        </pc:sldMkLst>
      </pc:sldChg>
      <pc:sldChg chg="del">
        <pc:chgData name="Soumita Sengupta" userId="4afa6ce1-cb01-46c2-8538-4650222f0c96" providerId="ADAL" clId="{B40F3650-4116-4162-BB34-2551B383FECC}" dt="2021-08-19T10:24:56.036" v="25" actId="47"/>
        <pc:sldMkLst>
          <pc:docMk/>
          <pc:sldMk cId="3931385810" sldId="734"/>
        </pc:sldMkLst>
      </pc:sldChg>
      <pc:sldChg chg="del">
        <pc:chgData name="Soumita Sengupta" userId="4afa6ce1-cb01-46c2-8538-4650222f0c96" providerId="ADAL" clId="{B40F3650-4116-4162-BB34-2551B383FECC}" dt="2021-08-19T10:24:57.378" v="28" actId="47"/>
        <pc:sldMkLst>
          <pc:docMk/>
          <pc:sldMk cId="2633334292" sldId="735"/>
        </pc:sldMkLst>
      </pc:sldChg>
      <pc:sldChg chg="del">
        <pc:chgData name="Soumita Sengupta" userId="4afa6ce1-cb01-46c2-8538-4650222f0c96" providerId="ADAL" clId="{B40F3650-4116-4162-BB34-2551B383FECC}" dt="2021-08-19T10:24:57.572" v="29" actId="47"/>
        <pc:sldMkLst>
          <pc:docMk/>
          <pc:sldMk cId="2643369656" sldId="736"/>
        </pc:sldMkLst>
      </pc:sldChg>
      <pc:sldChg chg="del">
        <pc:chgData name="Soumita Sengupta" userId="4afa6ce1-cb01-46c2-8538-4650222f0c96" providerId="ADAL" clId="{B40F3650-4116-4162-BB34-2551B383FECC}" dt="2021-08-19T10:24:57.695" v="30" actId="47"/>
        <pc:sldMkLst>
          <pc:docMk/>
          <pc:sldMk cId="3894913924" sldId="737"/>
        </pc:sldMkLst>
      </pc:sldChg>
      <pc:sldChg chg="del">
        <pc:chgData name="Soumita Sengupta" userId="4afa6ce1-cb01-46c2-8538-4650222f0c96" providerId="ADAL" clId="{B40F3650-4116-4162-BB34-2551B383FECC}" dt="2021-08-19T10:24:58.862" v="32" actId="47"/>
        <pc:sldMkLst>
          <pc:docMk/>
          <pc:sldMk cId="4201402383" sldId="739"/>
        </pc:sldMkLst>
      </pc:sldChg>
      <pc:sldChg chg="del">
        <pc:chgData name="Soumita Sengupta" userId="4afa6ce1-cb01-46c2-8538-4650222f0c96" providerId="ADAL" clId="{B40F3650-4116-4162-BB34-2551B383FECC}" dt="2021-08-19T10:24:59.586" v="34" actId="47"/>
        <pc:sldMkLst>
          <pc:docMk/>
          <pc:sldMk cId="2355219403" sldId="740"/>
        </pc:sldMkLst>
      </pc:sldChg>
      <pc:sldChg chg="del">
        <pc:chgData name="Soumita Sengupta" userId="4afa6ce1-cb01-46c2-8538-4650222f0c96" providerId="ADAL" clId="{B40F3650-4116-4162-BB34-2551B383FECC}" dt="2021-08-19T10:24:59.764" v="35" actId="47"/>
        <pc:sldMkLst>
          <pc:docMk/>
          <pc:sldMk cId="3247647825" sldId="741"/>
        </pc:sldMkLst>
      </pc:sldChg>
      <pc:sldChg chg="del">
        <pc:chgData name="Soumita Sengupta" userId="4afa6ce1-cb01-46c2-8538-4650222f0c96" providerId="ADAL" clId="{B40F3650-4116-4162-BB34-2551B383FECC}" dt="2021-08-19T10:25:00.603" v="37" actId="47"/>
        <pc:sldMkLst>
          <pc:docMk/>
          <pc:sldMk cId="524730391" sldId="742"/>
        </pc:sldMkLst>
      </pc:sldChg>
      <pc:sldChg chg="del">
        <pc:chgData name="Soumita Sengupta" userId="4afa6ce1-cb01-46c2-8538-4650222f0c96" providerId="ADAL" clId="{B40F3650-4116-4162-BB34-2551B383FECC}" dt="2021-08-19T10:25:00.734" v="38" actId="47"/>
        <pc:sldMkLst>
          <pc:docMk/>
          <pc:sldMk cId="2982867143" sldId="743"/>
        </pc:sldMkLst>
      </pc:sldChg>
      <pc:sldChg chg="del">
        <pc:chgData name="Soumita Sengupta" userId="4afa6ce1-cb01-46c2-8538-4650222f0c96" providerId="ADAL" clId="{B40F3650-4116-4162-BB34-2551B383FECC}" dt="2021-08-19T10:25:01.335" v="40" actId="47"/>
        <pc:sldMkLst>
          <pc:docMk/>
          <pc:sldMk cId="1375910068" sldId="744"/>
        </pc:sldMkLst>
      </pc:sldChg>
      <pc:sldChg chg="del">
        <pc:chgData name="Soumita Sengupta" userId="4afa6ce1-cb01-46c2-8538-4650222f0c96" providerId="ADAL" clId="{B40F3650-4116-4162-BB34-2551B383FECC}" dt="2021-08-19T10:25:01.868" v="42" actId="47"/>
        <pc:sldMkLst>
          <pc:docMk/>
          <pc:sldMk cId="1321172283" sldId="745"/>
        </pc:sldMkLst>
      </pc:sldChg>
      <pc:sldChg chg="del">
        <pc:chgData name="Soumita Sengupta" userId="4afa6ce1-cb01-46c2-8538-4650222f0c96" providerId="ADAL" clId="{B40F3650-4116-4162-BB34-2551B383FECC}" dt="2021-08-19T10:25:02.894" v="44" actId="47"/>
        <pc:sldMkLst>
          <pc:docMk/>
          <pc:sldMk cId="591059380" sldId="746"/>
        </pc:sldMkLst>
      </pc:sldChg>
      <pc:sldChg chg="del">
        <pc:chgData name="Soumita Sengupta" userId="4afa6ce1-cb01-46c2-8538-4650222f0c96" providerId="ADAL" clId="{B40F3650-4116-4162-BB34-2551B383FECC}" dt="2021-08-19T10:25:03.072" v="45" actId="47"/>
        <pc:sldMkLst>
          <pc:docMk/>
          <pc:sldMk cId="3475117086" sldId="747"/>
        </pc:sldMkLst>
      </pc:sldChg>
      <pc:sldChg chg="del">
        <pc:chgData name="Soumita Sengupta" userId="4afa6ce1-cb01-46c2-8538-4650222f0c96" providerId="ADAL" clId="{B40F3650-4116-4162-BB34-2551B383FECC}" dt="2021-08-19T10:25:04.230" v="47" actId="47"/>
        <pc:sldMkLst>
          <pc:docMk/>
          <pc:sldMk cId="405216084" sldId="748"/>
        </pc:sldMkLst>
      </pc:sldChg>
      <pc:sldChg chg="del">
        <pc:chgData name="Soumita Sengupta" userId="4afa6ce1-cb01-46c2-8538-4650222f0c96" providerId="ADAL" clId="{B40F3650-4116-4162-BB34-2551B383FECC}" dt="2021-08-19T10:25:05.565" v="49" actId="47"/>
        <pc:sldMkLst>
          <pc:docMk/>
          <pc:sldMk cId="3372552821" sldId="749"/>
        </pc:sldMkLst>
      </pc:sldChg>
      <pc:sldChg chg="del">
        <pc:chgData name="Soumita Sengupta" userId="4afa6ce1-cb01-46c2-8538-4650222f0c96" providerId="ADAL" clId="{B40F3650-4116-4162-BB34-2551B383FECC}" dt="2021-08-19T10:25:05.966" v="50" actId="47"/>
        <pc:sldMkLst>
          <pc:docMk/>
          <pc:sldMk cId="2342434088" sldId="750"/>
        </pc:sldMkLst>
      </pc:sldChg>
      <pc:sldChg chg="modSp add mod">
        <pc:chgData name="Soumita Sengupta" userId="4afa6ce1-cb01-46c2-8538-4650222f0c96" providerId="ADAL" clId="{B40F3650-4116-4162-BB34-2551B383FECC}" dt="2021-08-19T10:48:01.379" v="155" actId="255"/>
        <pc:sldMkLst>
          <pc:docMk/>
          <pc:sldMk cId="3781635149" sldId="752"/>
        </pc:sldMkLst>
        <pc:spChg chg="mod">
          <ac:chgData name="Soumita Sengupta" userId="4afa6ce1-cb01-46c2-8538-4650222f0c96" providerId="ADAL" clId="{B40F3650-4116-4162-BB34-2551B383FECC}" dt="2021-08-19T10:48:01.379" v="155" actId="255"/>
          <ac:spMkLst>
            <pc:docMk/>
            <pc:sldMk cId="3781635149" sldId="752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B40F3650-4116-4162-BB34-2551B383FECC}" dt="2021-08-19T10:48:18.147" v="157" actId="255"/>
        <pc:sldMkLst>
          <pc:docMk/>
          <pc:sldMk cId="3609704129" sldId="753"/>
        </pc:sldMkLst>
        <pc:spChg chg="mod">
          <ac:chgData name="Soumita Sengupta" userId="4afa6ce1-cb01-46c2-8538-4650222f0c96" providerId="ADAL" clId="{B40F3650-4116-4162-BB34-2551B383FECC}" dt="2021-08-19T10:48:18.147" v="157" actId="255"/>
          <ac:spMkLst>
            <pc:docMk/>
            <pc:sldMk cId="3609704129" sldId="753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B40F3650-4116-4162-BB34-2551B383FECC}" dt="2021-08-19T10:48:26.717" v="159" actId="27636"/>
        <pc:sldMkLst>
          <pc:docMk/>
          <pc:sldMk cId="3209581276" sldId="754"/>
        </pc:sldMkLst>
        <pc:spChg chg="mod">
          <ac:chgData name="Soumita Sengupta" userId="4afa6ce1-cb01-46c2-8538-4650222f0c96" providerId="ADAL" clId="{B40F3650-4116-4162-BB34-2551B383FECC}" dt="2021-08-19T10:48:26.717" v="159" actId="27636"/>
          <ac:spMkLst>
            <pc:docMk/>
            <pc:sldMk cId="3209581276" sldId="754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B40F3650-4116-4162-BB34-2551B383FECC}" dt="2021-08-19T10:48:39.692" v="161" actId="255"/>
        <pc:sldMkLst>
          <pc:docMk/>
          <pc:sldMk cId="3563480216" sldId="756"/>
        </pc:sldMkLst>
        <pc:spChg chg="mod">
          <ac:chgData name="Soumita Sengupta" userId="4afa6ce1-cb01-46c2-8538-4650222f0c96" providerId="ADAL" clId="{B40F3650-4116-4162-BB34-2551B383FECC}" dt="2021-08-19T10:48:39.692" v="161" actId="255"/>
          <ac:spMkLst>
            <pc:docMk/>
            <pc:sldMk cId="3563480216" sldId="756"/>
            <ac:spMk id="5" creationId="{00000000-0000-0000-0000-000000000000}"/>
          </ac:spMkLst>
        </pc:spChg>
      </pc:sldChg>
      <pc:sldChg chg="delSp modSp add mod">
        <pc:chgData name="Soumita Sengupta" userId="4afa6ce1-cb01-46c2-8538-4650222f0c96" providerId="ADAL" clId="{B40F3650-4116-4162-BB34-2551B383FECC}" dt="2021-08-19T10:48:49.065" v="163" actId="1076"/>
        <pc:sldMkLst>
          <pc:docMk/>
          <pc:sldMk cId="1011519630" sldId="757"/>
        </pc:sldMkLst>
        <pc:spChg chg="del">
          <ac:chgData name="Soumita Sengupta" userId="4afa6ce1-cb01-46c2-8538-4650222f0c96" providerId="ADAL" clId="{B40F3650-4116-4162-BB34-2551B383FECC}" dt="2021-08-19T10:44:10.393" v="77" actId="478"/>
          <ac:spMkLst>
            <pc:docMk/>
            <pc:sldMk cId="1011519630" sldId="757"/>
            <ac:spMk id="11" creationId="{00000000-0000-0000-0000-000000000000}"/>
          </ac:spMkLst>
        </pc:spChg>
        <pc:picChg chg="mod">
          <ac:chgData name="Soumita Sengupta" userId="4afa6ce1-cb01-46c2-8538-4650222f0c96" providerId="ADAL" clId="{B40F3650-4116-4162-BB34-2551B383FECC}" dt="2021-08-19T10:48:49.065" v="163" actId="1076"/>
          <ac:picMkLst>
            <pc:docMk/>
            <pc:sldMk cId="1011519630" sldId="757"/>
            <ac:picMk id="2" creationId="{00000000-0000-0000-0000-000000000000}"/>
          </ac:picMkLst>
        </pc:picChg>
      </pc:sldChg>
      <pc:sldChg chg="modSp add mod">
        <pc:chgData name="Soumita Sengupta" userId="4afa6ce1-cb01-46c2-8538-4650222f0c96" providerId="ADAL" clId="{B40F3650-4116-4162-BB34-2551B383FECC}" dt="2021-08-19T10:49:00.688" v="165" actId="255"/>
        <pc:sldMkLst>
          <pc:docMk/>
          <pc:sldMk cId="3902355907" sldId="758"/>
        </pc:sldMkLst>
        <pc:spChg chg="mod">
          <ac:chgData name="Soumita Sengupta" userId="4afa6ce1-cb01-46c2-8538-4650222f0c96" providerId="ADAL" clId="{B40F3650-4116-4162-BB34-2551B383FECC}" dt="2021-08-19T10:48:56.246" v="164" actId="255"/>
          <ac:spMkLst>
            <pc:docMk/>
            <pc:sldMk cId="3902355907" sldId="758"/>
            <ac:spMk id="5" creationId="{00000000-0000-0000-0000-000000000000}"/>
          </ac:spMkLst>
        </pc:spChg>
        <pc:spChg chg="mod">
          <ac:chgData name="Soumita Sengupta" userId="4afa6ce1-cb01-46c2-8538-4650222f0c96" providerId="ADAL" clId="{B40F3650-4116-4162-BB34-2551B383FECC}" dt="2021-08-19T10:49:00.688" v="165" actId="255"/>
          <ac:spMkLst>
            <pc:docMk/>
            <pc:sldMk cId="3902355907" sldId="758"/>
            <ac:spMk id="6" creationId="{05E7F7E3-9E8C-4121-88D2-4C4B236DAF24}"/>
          </ac:spMkLst>
        </pc:spChg>
      </pc:sldChg>
      <pc:sldChg chg="modSp add mod">
        <pc:chgData name="Soumita Sengupta" userId="4afa6ce1-cb01-46c2-8538-4650222f0c96" providerId="ADAL" clId="{B40F3650-4116-4162-BB34-2551B383FECC}" dt="2021-08-19T10:49:06.306" v="166" actId="255"/>
        <pc:sldMkLst>
          <pc:docMk/>
          <pc:sldMk cId="2304859679" sldId="759"/>
        </pc:sldMkLst>
        <pc:spChg chg="mod">
          <ac:chgData name="Soumita Sengupta" userId="4afa6ce1-cb01-46c2-8538-4650222f0c96" providerId="ADAL" clId="{B40F3650-4116-4162-BB34-2551B383FECC}" dt="2021-08-19T10:49:06.306" v="166" actId="255"/>
          <ac:spMkLst>
            <pc:docMk/>
            <pc:sldMk cId="2304859679" sldId="759"/>
            <ac:spMk id="5" creationId="{00000000-0000-0000-0000-000000000000}"/>
          </ac:spMkLst>
        </pc:spChg>
      </pc:sldChg>
      <pc:sldChg chg="del">
        <pc:chgData name="Soumita Sengupta" userId="4afa6ce1-cb01-46c2-8538-4650222f0c96" providerId="ADAL" clId="{B40F3650-4116-4162-BB34-2551B383FECC}" dt="2021-08-19T10:24:51.221" v="18" actId="47"/>
        <pc:sldMkLst>
          <pc:docMk/>
          <pc:sldMk cId="3820407078" sldId="887"/>
        </pc:sldMkLst>
      </pc:sldChg>
      <pc:sldChg chg="del">
        <pc:chgData name="Soumita Sengupta" userId="4afa6ce1-cb01-46c2-8538-4650222f0c96" providerId="ADAL" clId="{B40F3650-4116-4162-BB34-2551B383FECC}" dt="2021-08-19T10:24:52.255" v="21" actId="47"/>
        <pc:sldMkLst>
          <pc:docMk/>
          <pc:sldMk cId="2554462038" sldId="888"/>
        </pc:sldMkLst>
      </pc:sldChg>
      <pc:sldChg chg="del">
        <pc:chgData name="Soumita Sengupta" userId="4afa6ce1-cb01-46c2-8538-4650222f0c96" providerId="ADAL" clId="{B40F3650-4116-4162-BB34-2551B383FECC}" dt="2021-08-19T10:24:56.722" v="26" actId="47"/>
        <pc:sldMkLst>
          <pc:docMk/>
          <pc:sldMk cId="945208216" sldId="889"/>
        </pc:sldMkLst>
      </pc:sldChg>
      <pc:sldChg chg="del">
        <pc:chgData name="Soumita Sengupta" userId="4afa6ce1-cb01-46c2-8538-4650222f0c96" providerId="ADAL" clId="{B40F3650-4116-4162-BB34-2551B383FECC}" dt="2021-08-19T10:24:59.416" v="33" actId="47"/>
        <pc:sldMkLst>
          <pc:docMk/>
          <pc:sldMk cId="2233172498" sldId="890"/>
        </pc:sldMkLst>
      </pc:sldChg>
      <pc:sldChg chg="del">
        <pc:chgData name="Soumita Sengupta" userId="4afa6ce1-cb01-46c2-8538-4650222f0c96" providerId="ADAL" clId="{B40F3650-4116-4162-BB34-2551B383FECC}" dt="2021-08-19T10:25:00.333" v="36" actId="47"/>
        <pc:sldMkLst>
          <pc:docMk/>
          <pc:sldMk cId="3665284836" sldId="891"/>
        </pc:sldMkLst>
      </pc:sldChg>
      <pc:sldChg chg="del">
        <pc:chgData name="Soumita Sengupta" userId="4afa6ce1-cb01-46c2-8538-4650222f0c96" providerId="ADAL" clId="{B40F3650-4116-4162-BB34-2551B383FECC}" dt="2021-08-19T10:25:00.934" v="39" actId="47"/>
        <pc:sldMkLst>
          <pc:docMk/>
          <pc:sldMk cId="2541011516" sldId="892"/>
        </pc:sldMkLst>
      </pc:sldChg>
      <pc:sldChg chg="del">
        <pc:chgData name="Soumita Sengupta" userId="4afa6ce1-cb01-46c2-8538-4650222f0c96" providerId="ADAL" clId="{B40F3650-4116-4162-BB34-2551B383FECC}" dt="2021-08-19T10:25:01.652" v="41" actId="47"/>
        <pc:sldMkLst>
          <pc:docMk/>
          <pc:sldMk cId="2706045134" sldId="893"/>
        </pc:sldMkLst>
      </pc:sldChg>
      <pc:sldChg chg="del">
        <pc:chgData name="Soumita Sengupta" userId="4afa6ce1-cb01-46c2-8538-4650222f0c96" providerId="ADAL" clId="{B40F3650-4116-4162-BB34-2551B383FECC}" dt="2021-08-19T10:25:02.486" v="43" actId="47"/>
        <pc:sldMkLst>
          <pc:docMk/>
          <pc:sldMk cId="3684676909" sldId="894"/>
        </pc:sldMkLst>
      </pc:sldChg>
      <pc:sldChg chg="del">
        <pc:chgData name="Soumita Sengupta" userId="4afa6ce1-cb01-46c2-8538-4650222f0c96" providerId="ADAL" clId="{B40F3650-4116-4162-BB34-2551B383FECC}" dt="2021-08-19T10:25:03.257" v="46" actId="47"/>
        <pc:sldMkLst>
          <pc:docMk/>
          <pc:sldMk cId="240143812" sldId="895"/>
        </pc:sldMkLst>
      </pc:sldChg>
      <pc:sldChg chg="del">
        <pc:chgData name="Soumita Sengupta" userId="4afa6ce1-cb01-46c2-8538-4650222f0c96" providerId="ADAL" clId="{B40F3650-4116-4162-BB34-2551B383FECC}" dt="2021-08-19T10:25:04.732" v="48" actId="47"/>
        <pc:sldMkLst>
          <pc:docMk/>
          <pc:sldMk cId="2514170485" sldId="896"/>
        </pc:sldMkLst>
      </pc:sldChg>
      <pc:sldChg chg="modSp add mod">
        <pc:chgData name="Soumita Sengupta" userId="4afa6ce1-cb01-46c2-8538-4650222f0c96" providerId="ADAL" clId="{B40F3650-4116-4162-BB34-2551B383FECC}" dt="2021-08-19T10:48:33.551" v="160" actId="255"/>
        <pc:sldMkLst>
          <pc:docMk/>
          <pc:sldMk cId="3780801346" sldId="897"/>
        </pc:sldMkLst>
        <pc:spChg chg="mod">
          <ac:chgData name="Soumita Sengupta" userId="4afa6ce1-cb01-46c2-8538-4650222f0c96" providerId="ADAL" clId="{B40F3650-4116-4162-BB34-2551B383FECC}" dt="2021-08-19T10:48:33.551" v="160" actId="255"/>
          <ac:spMkLst>
            <pc:docMk/>
            <pc:sldMk cId="3780801346" sldId="897"/>
            <ac:spMk id="5" creationId="{00000000-0000-0000-0000-000000000000}"/>
          </ac:spMkLst>
        </pc:spChg>
      </pc:sldChg>
      <pc:sldChg chg="modSp add mod">
        <pc:chgData name="Soumita Sengupta" userId="4afa6ce1-cb01-46c2-8538-4650222f0c96" providerId="ADAL" clId="{B40F3650-4116-4162-BB34-2551B383FECC}" dt="2021-08-19T10:48:45.725" v="162" actId="255"/>
        <pc:sldMkLst>
          <pc:docMk/>
          <pc:sldMk cId="1292349193" sldId="898"/>
        </pc:sldMkLst>
        <pc:spChg chg="mod">
          <ac:chgData name="Soumita Sengupta" userId="4afa6ce1-cb01-46c2-8538-4650222f0c96" providerId="ADAL" clId="{B40F3650-4116-4162-BB34-2551B383FECC}" dt="2021-08-19T10:48:45.725" v="162" actId="255"/>
          <ac:spMkLst>
            <pc:docMk/>
            <pc:sldMk cId="1292349193" sldId="898"/>
            <ac:spMk id="5" creationId="{00000000-0000-0000-0000-000000000000}"/>
          </ac:spMkLst>
        </pc:spChg>
      </pc:sldChg>
      <pc:sldChg chg="del">
        <pc:chgData name="Soumita Sengupta" userId="4afa6ce1-cb01-46c2-8538-4650222f0c96" providerId="ADAL" clId="{B40F3650-4116-4162-BB34-2551B383FECC}" dt="2021-08-19T10:24:58.614" v="31" actId="47"/>
        <pc:sldMkLst>
          <pc:docMk/>
          <pc:sldMk cId="260074369" sldId="1328"/>
        </pc:sldMkLst>
      </pc:sldChg>
      <pc:sldChg chg="modSp mod">
        <pc:chgData name="Soumita Sengupta" userId="4afa6ce1-cb01-46c2-8538-4650222f0c96" providerId="ADAL" clId="{B40F3650-4116-4162-BB34-2551B383FECC}" dt="2021-08-19T10:25:24.407" v="70" actId="20577"/>
        <pc:sldMkLst>
          <pc:docMk/>
          <pc:sldMk cId="4294574429" sldId="1329"/>
        </pc:sldMkLst>
        <pc:spChg chg="mod">
          <ac:chgData name="Soumita Sengupta" userId="4afa6ce1-cb01-46c2-8538-4650222f0c96" providerId="ADAL" clId="{B40F3650-4116-4162-BB34-2551B383FECC}" dt="2021-08-19T10:25:24.407" v="70" actId="20577"/>
          <ac:spMkLst>
            <pc:docMk/>
            <pc:sldMk cId="4294574429" sldId="1329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B40F3650-4116-4162-BB34-2551B383FECC}" dt="2021-08-19T10:24:57.256" v="27" actId="47"/>
        <pc:sldMkLst>
          <pc:docMk/>
          <pc:sldMk cId="1948634782" sldId="1330"/>
        </pc:sldMkLst>
      </pc:sldChg>
      <pc:sldMasterChg chg="delSldLayout">
        <pc:chgData name="Soumita Sengupta" userId="4afa6ce1-cb01-46c2-8538-4650222f0c96" providerId="ADAL" clId="{B40F3650-4116-4162-BB34-2551B383FECC}" dt="2021-08-19T10:24:59.586" v="34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B40F3650-4116-4162-BB34-2551B383FECC}" dt="2021-08-19T10:24:59.586" v="34" actId="47"/>
          <pc:sldLayoutMkLst>
            <pc:docMk/>
            <pc:sldMasterMk cId="1029875623" sldId="2147483678"/>
            <pc:sldLayoutMk cId="3189769506" sldId="2147483733"/>
          </pc:sldLayoutMkLst>
        </pc:sldLayoutChg>
      </pc:sldMasterChg>
    </pc:docChg>
  </pc:docChgLst>
  <pc:docChgLst>
    <pc:chgData name="Soumita Sengupta" userId="4afa6ce1-cb01-46c2-8538-4650222f0c96" providerId="ADAL" clId="{6D014E28-5AC5-424B-B335-F0A00E851760}"/>
    <pc:docChg chg="undo custSel addSld delSld modSld sldOrd">
      <pc:chgData name="Soumita Sengupta" userId="4afa6ce1-cb01-46c2-8538-4650222f0c96" providerId="ADAL" clId="{6D014E28-5AC5-424B-B335-F0A00E851760}" dt="2021-04-09T06:25:34.661" v="414" actId="47"/>
      <pc:docMkLst>
        <pc:docMk/>
      </pc:docMkLst>
      <pc:sldChg chg="del">
        <pc:chgData name="Soumita Sengupta" userId="4afa6ce1-cb01-46c2-8538-4650222f0c96" providerId="ADAL" clId="{6D014E28-5AC5-424B-B335-F0A00E851760}" dt="2021-04-06T10:33:03.639" v="83" actId="47"/>
        <pc:sldMkLst>
          <pc:docMk/>
          <pc:sldMk cId="897743312" sldId="260"/>
        </pc:sldMkLst>
      </pc:sldChg>
      <pc:sldChg chg="del">
        <pc:chgData name="Soumita Sengupta" userId="4afa6ce1-cb01-46c2-8538-4650222f0c96" providerId="ADAL" clId="{6D014E28-5AC5-424B-B335-F0A00E851760}" dt="2021-04-06T11:12:32.703" v="220" actId="47"/>
        <pc:sldMkLst>
          <pc:docMk/>
          <pc:sldMk cId="633416662" sldId="262"/>
        </pc:sldMkLst>
      </pc:sldChg>
      <pc:sldChg chg="del">
        <pc:chgData name="Soumita Sengupta" userId="4afa6ce1-cb01-46c2-8538-4650222f0c96" providerId="ADAL" clId="{6D014E28-5AC5-424B-B335-F0A00E851760}" dt="2021-04-06T11:14:35.014" v="246" actId="47"/>
        <pc:sldMkLst>
          <pc:docMk/>
          <pc:sldMk cId="446307671" sldId="263"/>
        </pc:sldMkLst>
      </pc:sldChg>
      <pc:sldChg chg="addSp delSp modSp add mod">
        <pc:chgData name="Soumita Sengupta" userId="4afa6ce1-cb01-46c2-8538-4650222f0c96" providerId="ADAL" clId="{6D014E28-5AC5-424B-B335-F0A00E851760}" dt="2021-04-06T11:33:00.895" v="366"/>
        <pc:sldMkLst>
          <pc:docMk/>
          <pc:sldMk cId="4196682678" sldId="286"/>
        </pc:sldMkLst>
        <pc:spChg chg="del">
          <ac:chgData name="Soumita Sengupta" userId="4afa6ce1-cb01-46c2-8538-4650222f0c96" providerId="ADAL" clId="{6D014E28-5AC5-424B-B335-F0A00E851760}" dt="2021-04-06T11:32:57.255" v="364" actId="478"/>
          <ac:spMkLst>
            <pc:docMk/>
            <pc:sldMk cId="4196682678" sldId="286"/>
            <ac:spMk id="2" creationId="{601C711B-9295-4652-9ABE-066D256A2133}"/>
          </ac:spMkLst>
        </pc:spChg>
        <pc:spChg chg="del">
          <ac:chgData name="Soumita Sengupta" userId="4afa6ce1-cb01-46c2-8538-4650222f0c96" providerId="ADAL" clId="{6D014E28-5AC5-424B-B335-F0A00E851760}" dt="2021-04-06T11:32:59.336" v="365" actId="478"/>
          <ac:spMkLst>
            <pc:docMk/>
            <pc:sldMk cId="4196682678" sldId="286"/>
            <ac:spMk id="3" creationId="{69926989-36A1-4026-8037-8E95E7C4CAA4}"/>
          </ac:spMkLst>
        </pc:spChg>
        <pc:spChg chg="add mod">
          <ac:chgData name="Soumita Sengupta" userId="4afa6ce1-cb01-46c2-8538-4650222f0c96" providerId="ADAL" clId="{6D014E28-5AC5-424B-B335-F0A00E851760}" dt="2021-04-06T11:33:00.895" v="366"/>
          <ac:spMkLst>
            <pc:docMk/>
            <pc:sldMk cId="4196682678" sldId="286"/>
            <ac:spMk id="7" creationId="{CC8A216C-C5D2-4688-B2C4-7816EC783D76}"/>
          </ac:spMkLst>
        </pc:spChg>
        <pc:spChg chg="mod">
          <ac:chgData name="Soumita Sengupta" userId="4afa6ce1-cb01-46c2-8538-4650222f0c96" providerId="ADAL" clId="{6D014E28-5AC5-424B-B335-F0A00E851760}" dt="2021-04-06T10:48:54.159" v="192" actId="255"/>
          <ac:spMkLst>
            <pc:docMk/>
            <pc:sldMk cId="4196682678" sldId="286"/>
            <ac:spMk id="10" creationId="{1CEF220F-4F97-4E58-8F35-3888D7A16DD5}"/>
          </ac:spMkLst>
        </pc:spChg>
        <pc:picChg chg="add mod">
          <ac:chgData name="Soumita Sengupta" userId="4afa6ce1-cb01-46c2-8538-4650222f0c96" providerId="ADAL" clId="{6D014E28-5AC5-424B-B335-F0A00E851760}" dt="2021-04-06T11:33:00.895" v="366"/>
          <ac:picMkLst>
            <pc:docMk/>
            <pc:sldMk cId="4196682678" sldId="286"/>
            <ac:picMk id="6" creationId="{2F38D59A-3EDA-4ACD-8BE2-FAD988C40D97}"/>
          </ac:picMkLst>
        </pc:picChg>
      </pc:sldChg>
      <pc:sldChg chg="addSp delSp modSp add del mod">
        <pc:chgData name="Soumita Sengupta" userId="4afa6ce1-cb01-46c2-8538-4650222f0c96" providerId="ADAL" clId="{6D014E28-5AC5-424B-B335-F0A00E851760}" dt="2021-04-09T06:25:33.738" v="413" actId="47"/>
        <pc:sldMkLst>
          <pc:docMk/>
          <pc:sldMk cId="3445965952" sldId="287"/>
        </pc:sldMkLst>
        <pc:spChg chg="del">
          <ac:chgData name="Soumita Sengupta" userId="4afa6ce1-cb01-46c2-8538-4650222f0c96" providerId="ADAL" clId="{6D014E28-5AC5-424B-B335-F0A00E851760}" dt="2021-04-06T11:32:00.503" v="349" actId="478"/>
          <ac:spMkLst>
            <pc:docMk/>
            <pc:sldMk cId="3445965952" sldId="287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2:02.609" v="350" actId="478"/>
          <ac:spMkLst>
            <pc:docMk/>
            <pc:sldMk cId="3445965952" sldId="287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2:04.467" v="351"/>
          <ac:spMkLst>
            <pc:docMk/>
            <pc:sldMk cId="3445965952" sldId="287"/>
            <ac:spMk id="8" creationId="{F946BBD2-C62F-45F5-B703-216EEC30A172}"/>
          </ac:spMkLst>
        </pc:spChg>
        <pc:graphicFrameChg chg="mod">
          <ac:chgData name="Soumita Sengupta" userId="4afa6ce1-cb01-46c2-8538-4650222f0c96" providerId="ADAL" clId="{6D014E28-5AC5-424B-B335-F0A00E851760}" dt="2021-04-06T10:42:18.804" v="159" actId="108"/>
          <ac:graphicFrameMkLst>
            <pc:docMk/>
            <pc:sldMk cId="3445965952" sldId="287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2:04.467" v="351"/>
          <ac:picMkLst>
            <pc:docMk/>
            <pc:sldMk cId="3445965952" sldId="287"/>
            <ac:picMk id="7" creationId="{2756D2A9-510A-4961-8348-84F9D8FEC4F8}"/>
          </ac:picMkLst>
        </pc:picChg>
      </pc:sldChg>
      <pc:sldChg chg="addSp delSp modSp add del mod">
        <pc:chgData name="Soumita Sengupta" userId="4afa6ce1-cb01-46c2-8538-4650222f0c96" providerId="ADAL" clId="{6D014E28-5AC5-424B-B335-F0A00E851760}" dt="2021-04-09T06:25:34.661" v="414" actId="47"/>
        <pc:sldMkLst>
          <pc:docMk/>
          <pc:sldMk cId="3251029133" sldId="288"/>
        </pc:sldMkLst>
        <pc:spChg chg="del">
          <ac:chgData name="Soumita Sengupta" userId="4afa6ce1-cb01-46c2-8538-4650222f0c96" providerId="ADAL" clId="{6D014E28-5AC5-424B-B335-F0A00E851760}" dt="2021-04-06T11:32:11.846" v="352" actId="478"/>
          <ac:spMkLst>
            <pc:docMk/>
            <pc:sldMk cId="3251029133" sldId="288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2:14.376" v="353" actId="478"/>
          <ac:spMkLst>
            <pc:docMk/>
            <pc:sldMk cId="3251029133" sldId="288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2:16.059" v="354"/>
          <ac:spMkLst>
            <pc:docMk/>
            <pc:sldMk cId="3251029133" sldId="288"/>
            <ac:spMk id="8" creationId="{79399695-8344-4CD9-89EC-1DE36A0A5609}"/>
          </ac:spMkLst>
        </pc:spChg>
        <pc:graphicFrameChg chg="mod modGraphic">
          <ac:chgData name="Soumita Sengupta" userId="4afa6ce1-cb01-46c2-8538-4650222f0c96" providerId="ADAL" clId="{6D014E28-5AC5-424B-B335-F0A00E851760}" dt="2021-04-06T10:42:39.502" v="162" actId="255"/>
          <ac:graphicFrameMkLst>
            <pc:docMk/>
            <pc:sldMk cId="3251029133" sldId="288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2:16.059" v="354"/>
          <ac:picMkLst>
            <pc:docMk/>
            <pc:sldMk cId="3251029133" sldId="288"/>
            <ac:picMk id="7" creationId="{6C13166F-E210-4A02-9BD9-885CE8179C2A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29:52.198" v="318" actId="1076"/>
        <pc:sldMkLst>
          <pc:docMk/>
          <pc:sldMk cId="3879588154" sldId="290"/>
        </pc:sldMkLst>
        <pc:spChg chg="del">
          <ac:chgData name="Soumita Sengupta" userId="4afa6ce1-cb01-46c2-8538-4650222f0c96" providerId="ADAL" clId="{6D014E28-5AC5-424B-B335-F0A00E851760}" dt="2021-04-06T11:29:19.041" v="311" actId="478"/>
          <ac:spMkLst>
            <pc:docMk/>
            <pc:sldMk cId="3879588154" sldId="290"/>
            <ac:spMk id="2" creationId="{D91EEE62-42F2-4F1D-B8A3-FBAD6C650C8E}"/>
          </ac:spMkLst>
        </pc:spChg>
        <pc:spChg chg="del">
          <ac:chgData name="Soumita Sengupta" userId="4afa6ce1-cb01-46c2-8538-4650222f0c96" providerId="ADAL" clId="{6D014E28-5AC5-424B-B335-F0A00E851760}" dt="2021-04-06T11:29:22.653" v="312" actId="478"/>
          <ac:spMkLst>
            <pc:docMk/>
            <pc:sldMk cId="3879588154" sldId="290"/>
            <ac:spMk id="4" creationId="{3444EB40-04FA-4299-92D2-DF45857EA738}"/>
          </ac:spMkLst>
        </pc:spChg>
        <pc:spChg chg="add del mod">
          <ac:chgData name="Soumita Sengupta" userId="4afa6ce1-cb01-46c2-8538-4650222f0c96" providerId="ADAL" clId="{6D014E28-5AC5-424B-B335-F0A00E851760}" dt="2021-04-06T11:29:26.521" v="314"/>
          <ac:spMkLst>
            <pc:docMk/>
            <pc:sldMk cId="3879588154" sldId="290"/>
            <ac:spMk id="6" creationId="{4A68B003-77A7-437B-A30B-46606BC3B75E}"/>
          </ac:spMkLst>
        </pc:spChg>
        <pc:spChg chg="add mod">
          <ac:chgData name="Soumita Sengupta" userId="4afa6ce1-cb01-46c2-8538-4650222f0c96" providerId="ADAL" clId="{6D014E28-5AC5-424B-B335-F0A00E851760}" dt="2021-04-06T11:29:52.198" v="318" actId="1076"/>
          <ac:spMkLst>
            <pc:docMk/>
            <pc:sldMk cId="3879588154" sldId="290"/>
            <ac:spMk id="8" creationId="{8B8D271A-70E6-42E8-9673-1CD0392E2CE6}"/>
          </ac:spMkLst>
        </pc:spChg>
        <pc:spChg chg="del">
          <ac:chgData name="Soumita Sengupta" userId="4afa6ce1-cb01-46c2-8538-4650222f0c96" providerId="ADAL" clId="{6D014E28-5AC5-424B-B335-F0A00E851760}" dt="2021-04-06T10:27:48.707" v="26" actId="478"/>
          <ac:spMkLst>
            <pc:docMk/>
            <pc:sldMk cId="3879588154" sldId="290"/>
            <ac:spMk id="10" creationId="{31F121B9-728B-46F1-B056-A4E564A3B017}"/>
          </ac:spMkLst>
        </pc:spChg>
        <pc:picChg chg="add mod">
          <ac:chgData name="Soumita Sengupta" userId="4afa6ce1-cb01-46c2-8538-4650222f0c96" providerId="ADAL" clId="{6D014E28-5AC5-424B-B335-F0A00E851760}" dt="2021-04-06T11:29:30.627" v="316" actId="1076"/>
          <ac:picMkLst>
            <pc:docMk/>
            <pc:sldMk cId="3879588154" sldId="290"/>
            <ac:picMk id="3" creationId="{07E0BDF4-BE3D-48E3-B3B8-73695475CDBD}"/>
          </ac:picMkLst>
        </pc:picChg>
        <pc:picChg chg="mod">
          <ac:chgData name="Soumita Sengupta" userId="4afa6ce1-cb01-46c2-8538-4650222f0c96" providerId="ADAL" clId="{6D014E28-5AC5-424B-B335-F0A00E851760}" dt="2021-04-06T10:27:53.390" v="27" actId="1076"/>
          <ac:picMkLst>
            <pc:docMk/>
            <pc:sldMk cId="3879588154" sldId="290"/>
            <ac:picMk id="7" creationId="{7F152307-C1F8-47C6-A5BE-D147F2DA68FF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0:12.786" v="321"/>
        <pc:sldMkLst>
          <pc:docMk/>
          <pc:sldMk cId="1179459248" sldId="291"/>
        </pc:sldMkLst>
        <pc:spChg chg="del">
          <ac:chgData name="Soumita Sengupta" userId="4afa6ce1-cb01-46c2-8538-4650222f0c96" providerId="ADAL" clId="{6D014E28-5AC5-424B-B335-F0A00E851760}" dt="2021-04-06T11:30:07.448" v="319" actId="478"/>
          <ac:spMkLst>
            <pc:docMk/>
            <pc:sldMk cId="1179459248" sldId="291"/>
            <ac:spMk id="2" creationId="{A5545079-D53D-4204-BC3D-24CFC6CCA960}"/>
          </ac:spMkLst>
        </pc:spChg>
        <pc:spChg chg="del">
          <ac:chgData name="Soumita Sengupta" userId="4afa6ce1-cb01-46c2-8538-4650222f0c96" providerId="ADAL" clId="{6D014E28-5AC5-424B-B335-F0A00E851760}" dt="2021-04-06T11:30:10.766" v="320" actId="478"/>
          <ac:spMkLst>
            <pc:docMk/>
            <pc:sldMk cId="1179459248" sldId="291"/>
            <ac:spMk id="3" creationId="{CF66264A-2F27-4E94-9395-FD5D576B0B85}"/>
          </ac:spMkLst>
        </pc:spChg>
        <pc:spChg chg="add mod">
          <ac:chgData name="Soumita Sengupta" userId="4afa6ce1-cb01-46c2-8538-4650222f0c96" providerId="ADAL" clId="{6D014E28-5AC5-424B-B335-F0A00E851760}" dt="2021-04-06T11:30:12.786" v="321"/>
          <ac:spMkLst>
            <pc:docMk/>
            <pc:sldMk cId="1179459248" sldId="291"/>
            <ac:spMk id="8" creationId="{E5338E6C-3031-4B14-B954-C1758B845F2F}"/>
          </ac:spMkLst>
        </pc:spChg>
        <pc:graphicFrameChg chg="mod">
          <ac:chgData name="Soumita Sengupta" userId="4afa6ce1-cb01-46c2-8538-4650222f0c96" providerId="ADAL" clId="{6D014E28-5AC5-424B-B335-F0A00E851760}" dt="2021-04-06T10:29:10.749" v="42" actId="1076"/>
          <ac:graphicFrameMkLst>
            <pc:docMk/>
            <pc:sldMk cId="1179459248" sldId="291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0:12.786" v="321"/>
          <ac:picMkLst>
            <pc:docMk/>
            <pc:sldMk cId="1179459248" sldId="291"/>
            <ac:picMk id="7" creationId="{D0CDCA76-7101-49FB-9F61-9458A01E9EB3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0:20.285" v="324"/>
        <pc:sldMkLst>
          <pc:docMk/>
          <pc:sldMk cId="4035925901" sldId="292"/>
        </pc:sldMkLst>
        <pc:spChg chg="del">
          <ac:chgData name="Soumita Sengupta" userId="4afa6ce1-cb01-46c2-8538-4650222f0c96" providerId="ADAL" clId="{6D014E28-5AC5-424B-B335-F0A00E851760}" dt="2021-04-06T11:30:16.513" v="322" actId="478"/>
          <ac:spMkLst>
            <pc:docMk/>
            <pc:sldMk cId="4035925901" sldId="292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0:18.577" v="323" actId="478"/>
          <ac:spMkLst>
            <pc:docMk/>
            <pc:sldMk cId="4035925901" sldId="292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30:20.641" v="72" actId="5793"/>
          <ac:spMkLst>
            <pc:docMk/>
            <pc:sldMk cId="4035925901" sldId="292"/>
            <ac:spMk id="5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0:20.285" v="324"/>
          <ac:spMkLst>
            <pc:docMk/>
            <pc:sldMk cId="4035925901" sldId="292"/>
            <ac:spMk id="8" creationId="{CD558720-D4DD-4EFF-9F83-5B3E3F40688A}"/>
          </ac:spMkLst>
        </pc:spChg>
        <pc:graphicFrameChg chg="mod">
          <ac:chgData name="Soumita Sengupta" userId="4afa6ce1-cb01-46c2-8538-4650222f0c96" providerId="ADAL" clId="{6D014E28-5AC5-424B-B335-F0A00E851760}" dt="2021-04-06T10:30:03.025" v="59" actId="108"/>
          <ac:graphicFrameMkLst>
            <pc:docMk/>
            <pc:sldMk cId="4035925901" sldId="292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0:20.285" v="324"/>
          <ac:picMkLst>
            <pc:docMk/>
            <pc:sldMk cId="4035925901" sldId="292"/>
            <ac:picMk id="7" creationId="{CA1F9789-7C7C-4395-9DC5-7B02EAEC5DD4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1:13.617" v="336"/>
        <pc:sldMkLst>
          <pc:docMk/>
          <pc:sldMk cId="1447183784" sldId="293"/>
        </pc:sldMkLst>
        <pc:spChg chg="del">
          <ac:chgData name="Soumita Sengupta" userId="4afa6ce1-cb01-46c2-8538-4650222f0c96" providerId="ADAL" clId="{6D014E28-5AC5-424B-B335-F0A00E851760}" dt="2021-04-06T11:31:09.283" v="334" actId="478"/>
          <ac:spMkLst>
            <pc:docMk/>
            <pc:sldMk cId="1447183784" sldId="293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11.987" v="335" actId="478"/>
          <ac:spMkLst>
            <pc:docMk/>
            <pc:sldMk cId="1447183784" sldId="293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33:44.983" v="87" actId="27636"/>
          <ac:spMkLst>
            <pc:docMk/>
            <pc:sldMk cId="1447183784" sldId="293"/>
            <ac:spMk id="5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1:13.617" v="336"/>
          <ac:spMkLst>
            <pc:docMk/>
            <pc:sldMk cId="1447183784" sldId="293"/>
            <ac:spMk id="8" creationId="{DA5ECAA8-14F4-4E16-B435-807A3D718475}"/>
          </ac:spMkLst>
        </pc:spChg>
        <pc:graphicFrameChg chg="mod">
          <ac:chgData name="Soumita Sengupta" userId="4afa6ce1-cb01-46c2-8538-4650222f0c96" providerId="ADAL" clId="{6D014E28-5AC5-424B-B335-F0A00E851760}" dt="2021-04-06T10:35:41.844" v="110" actId="108"/>
          <ac:graphicFrameMkLst>
            <pc:docMk/>
            <pc:sldMk cId="1447183784" sldId="293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13.617" v="336"/>
          <ac:picMkLst>
            <pc:docMk/>
            <pc:sldMk cId="1447183784" sldId="293"/>
            <ac:picMk id="7" creationId="{310ECB26-5718-49CF-8AFF-89EF79FC7A6D}"/>
          </ac:picMkLst>
        </pc:picChg>
      </pc:sldChg>
      <pc:sldChg chg="modSp mod">
        <pc:chgData name="Soumita Sengupta" userId="4afa6ce1-cb01-46c2-8538-4650222f0c96" providerId="ADAL" clId="{6D014E28-5AC5-424B-B335-F0A00E851760}" dt="2021-04-06T10:26:10.949" v="24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6D014E28-5AC5-424B-B335-F0A00E851760}" dt="2021-04-06T10:26:10.949" v="24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modSp mod ord">
        <pc:chgData name="Soumita Sengupta" userId="4afa6ce1-cb01-46c2-8538-4650222f0c96" providerId="ADAL" clId="{6D014E28-5AC5-424B-B335-F0A00E851760}" dt="2021-04-06T10:31:23.957" v="79"/>
        <pc:sldMkLst>
          <pc:docMk/>
          <pc:sldMk cId="473323582" sldId="359"/>
        </pc:sldMkLst>
        <pc:spChg chg="mod">
          <ac:chgData name="Soumita Sengupta" userId="4afa6ce1-cb01-46c2-8538-4650222f0c96" providerId="ADAL" clId="{6D014E28-5AC5-424B-B335-F0A00E851760}" dt="2021-04-06T10:31:23.957" v="79"/>
          <ac:spMkLst>
            <pc:docMk/>
            <pc:sldMk cId="473323582" sldId="359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8T09:04:39.270" v="411" actId="20577"/>
        <pc:sldMkLst>
          <pc:docMk/>
          <pc:sldMk cId="3877073650" sldId="430"/>
        </pc:sldMkLst>
        <pc:spChg chg="del">
          <ac:chgData name="Soumita Sengupta" userId="4afa6ce1-cb01-46c2-8538-4650222f0c96" providerId="ADAL" clId="{6D014E28-5AC5-424B-B335-F0A00E851760}" dt="2021-04-06T11:31:20.616" v="337" actId="478"/>
          <ac:spMkLst>
            <pc:docMk/>
            <pc:sldMk cId="3877073650" sldId="430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25.503" v="338" actId="478"/>
          <ac:spMkLst>
            <pc:docMk/>
            <pc:sldMk cId="3877073650" sldId="430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40:13.449" v="129" actId="108"/>
          <ac:spMkLst>
            <pc:docMk/>
            <pc:sldMk cId="3877073650" sldId="430"/>
            <ac:spMk id="12" creationId="{1C263E02-A142-4874-9FC3-BD95A9151AC6}"/>
          </ac:spMkLst>
        </pc:spChg>
        <pc:spChg chg="mod">
          <ac:chgData name="Soumita Sengupta" userId="4afa6ce1-cb01-46c2-8538-4650222f0c96" providerId="ADAL" clId="{6D014E28-5AC5-424B-B335-F0A00E851760}" dt="2021-04-06T10:40:08.919" v="128" actId="108"/>
          <ac:spMkLst>
            <pc:docMk/>
            <pc:sldMk cId="3877073650" sldId="430"/>
            <ac:spMk id="14" creationId="{43512C94-6DDC-471B-BD2C-171EC74F8CB2}"/>
          </ac:spMkLst>
        </pc:spChg>
        <pc:spChg chg="mod">
          <ac:chgData name="Soumita Sengupta" userId="4afa6ce1-cb01-46c2-8538-4650222f0c96" providerId="ADAL" clId="{6D014E28-5AC5-424B-B335-F0A00E851760}" dt="2021-04-06T10:40:04.365" v="127" actId="108"/>
          <ac:spMkLst>
            <pc:docMk/>
            <pc:sldMk cId="3877073650" sldId="430"/>
            <ac:spMk id="16" creationId="{6A7CE17C-D6FB-46CF-8557-0A4908E55458}"/>
          </ac:spMkLst>
        </pc:spChg>
        <pc:spChg chg="add mod">
          <ac:chgData name="Soumita Sengupta" userId="4afa6ce1-cb01-46c2-8538-4650222f0c96" providerId="ADAL" clId="{6D014E28-5AC5-424B-B335-F0A00E851760}" dt="2021-04-06T11:31:27.414" v="339"/>
          <ac:spMkLst>
            <pc:docMk/>
            <pc:sldMk cId="3877073650" sldId="430"/>
            <ac:spMk id="20" creationId="{9CB889B1-CF3A-4A1C-8CCD-69D36C5EB271}"/>
          </ac:spMkLst>
        </pc:spChg>
        <pc:graphicFrameChg chg="mod">
          <ac:chgData name="Soumita Sengupta" userId="4afa6ce1-cb01-46c2-8538-4650222f0c96" providerId="ADAL" clId="{6D014E28-5AC5-424B-B335-F0A00E851760}" dt="2021-04-08T09:04:39.270" v="411" actId="20577"/>
          <ac:graphicFrameMkLst>
            <pc:docMk/>
            <pc:sldMk cId="3877073650" sldId="430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27.414" v="339"/>
          <ac:picMkLst>
            <pc:docMk/>
            <pc:sldMk cId="3877073650" sldId="430"/>
            <ac:picMk id="19" creationId="{A3EC2265-0BB0-49EE-9033-C09AF9E6E187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1:39.006" v="342"/>
        <pc:sldMkLst>
          <pc:docMk/>
          <pc:sldMk cId="282342653" sldId="431"/>
        </pc:sldMkLst>
        <pc:spChg chg="del">
          <ac:chgData name="Soumita Sengupta" userId="4afa6ce1-cb01-46c2-8538-4650222f0c96" providerId="ADAL" clId="{6D014E28-5AC5-424B-B335-F0A00E851760}" dt="2021-04-06T11:31:34.236" v="340" actId="478"/>
          <ac:spMkLst>
            <pc:docMk/>
            <pc:sldMk cId="282342653" sldId="431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37.245" v="341" actId="478"/>
          <ac:spMkLst>
            <pc:docMk/>
            <pc:sldMk cId="282342653" sldId="431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40:44.281" v="136" actId="108"/>
          <ac:spMkLst>
            <pc:docMk/>
            <pc:sldMk cId="282342653" sldId="431"/>
            <ac:spMk id="14" creationId="{43512C94-6DDC-471B-BD2C-171EC74F8CB2}"/>
          </ac:spMkLst>
        </pc:spChg>
        <pc:spChg chg="mod">
          <ac:chgData name="Soumita Sengupta" userId="4afa6ce1-cb01-46c2-8538-4650222f0c96" providerId="ADAL" clId="{6D014E28-5AC5-424B-B335-F0A00E851760}" dt="2021-04-06T10:40:31.916" v="135" actId="108"/>
          <ac:spMkLst>
            <pc:docMk/>
            <pc:sldMk cId="282342653" sldId="431"/>
            <ac:spMk id="16" creationId="{6A7CE17C-D6FB-46CF-8557-0A4908E55458}"/>
          </ac:spMkLst>
        </pc:spChg>
        <pc:spChg chg="add mod">
          <ac:chgData name="Soumita Sengupta" userId="4afa6ce1-cb01-46c2-8538-4650222f0c96" providerId="ADAL" clId="{6D014E28-5AC5-424B-B335-F0A00E851760}" dt="2021-04-06T11:31:39.006" v="342"/>
          <ac:spMkLst>
            <pc:docMk/>
            <pc:sldMk cId="282342653" sldId="431"/>
            <ac:spMk id="20" creationId="{E4E4FFAD-140F-40A2-BDA3-E20AC944E184}"/>
          </ac:spMkLst>
        </pc:spChg>
        <pc:graphicFrameChg chg="mod">
          <ac:chgData name="Soumita Sengupta" userId="4afa6ce1-cb01-46c2-8538-4650222f0c96" providerId="ADAL" clId="{6D014E28-5AC5-424B-B335-F0A00E851760}" dt="2021-04-06T10:40:30.271" v="134"/>
          <ac:graphicFrameMkLst>
            <pc:docMk/>
            <pc:sldMk cId="282342653" sldId="431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39.006" v="342"/>
          <ac:picMkLst>
            <pc:docMk/>
            <pc:sldMk cId="282342653" sldId="431"/>
            <ac:picMk id="19" creationId="{288E5FC9-E128-4042-AA5F-4DE03DBA8340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8T09:03:54.440" v="408" actId="255"/>
        <pc:sldMkLst>
          <pc:docMk/>
          <pc:sldMk cId="892776276" sldId="432"/>
        </pc:sldMkLst>
        <pc:spChg chg="del">
          <ac:chgData name="Soumita Sengupta" userId="4afa6ce1-cb01-46c2-8538-4650222f0c96" providerId="ADAL" clId="{6D014E28-5AC5-424B-B335-F0A00E851760}" dt="2021-04-06T11:31:43.261" v="343" actId="478"/>
          <ac:spMkLst>
            <pc:docMk/>
            <pc:sldMk cId="892776276" sldId="432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46.216" v="344" actId="478"/>
          <ac:spMkLst>
            <pc:docMk/>
            <pc:sldMk cId="892776276" sldId="432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8T09:03:54.440" v="408" actId="255"/>
          <ac:spMkLst>
            <pc:docMk/>
            <pc:sldMk cId="892776276" sldId="432"/>
            <ac:spMk id="27" creationId="{A976FBE3-570A-4551-B721-7E1D4F374A33}"/>
          </ac:spMkLst>
        </pc:spChg>
        <pc:spChg chg="mod">
          <ac:chgData name="Soumita Sengupta" userId="4afa6ce1-cb01-46c2-8538-4650222f0c96" providerId="ADAL" clId="{6D014E28-5AC5-424B-B335-F0A00E851760}" dt="2021-04-06T10:41:18.979" v="146" actId="108"/>
          <ac:spMkLst>
            <pc:docMk/>
            <pc:sldMk cId="892776276" sldId="432"/>
            <ac:spMk id="29" creationId="{1B6F2D4B-3312-4222-A72E-A2918F49E8A5}"/>
          </ac:spMkLst>
        </pc:spChg>
        <pc:spChg chg="mod">
          <ac:chgData name="Soumita Sengupta" userId="4afa6ce1-cb01-46c2-8538-4650222f0c96" providerId="ADAL" clId="{6D014E28-5AC5-424B-B335-F0A00E851760}" dt="2021-04-06T10:41:15.648" v="145" actId="108"/>
          <ac:spMkLst>
            <pc:docMk/>
            <pc:sldMk cId="892776276" sldId="432"/>
            <ac:spMk id="31" creationId="{1F3FC68A-FD16-438A-A393-637E05B7EE5E}"/>
          </ac:spMkLst>
        </pc:spChg>
        <pc:spChg chg="mod">
          <ac:chgData name="Soumita Sengupta" userId="4afa6ce1-cb01-46c2-8538-4650222f0c96" providerId="ADAL" clId="{6D014E28-5AC5-424B-B335-F0A00E851760}" dt="2021-04-06T10:41:12.454" v="144" actId="108"/>
          <ac:spMkLst>
            <pc:docMk/>
            <pc:sldMk cId="892776276" sldId="432"/>
            <ac:spMk id="33" creationId="{1D8CCF16-7D40-4F74-814F-AD21AC8E0F90}"/>
          </ac:spMkLst>
        </pc:spChg>
        <pc:spChg chg="mod">
          <ac:chgData name="Soumita Sengupta" userId="4afa6ce1-cb01-46c2-8538-4650222f0c96" providerId="ADAL" clId="{6D014E28-5AC5-424B-B335-F0A00E851760}" dt="2021-04-06T10:41:08.958" v="143" actId="108"/>
          <ac:spMkLst>
            <pc:docMk/>
            <pc:sldMk cId="892776276" sldId="432"/>
            <ac:spMk id="35" creationId="{90282522-2FCC-488C-8F6B-E7DC3AC867D4}"/>
          </ac:spMkLst>
        </pc:spChg>
        <pc:spChg chg="mod">
          <ac:chgData name="Soumita Sengupta" userId="4afa6ce1-cb01-46c2-8538-4650222f0c96" providerId="ADAL" clId="{6D014E28-5AC5-424B-B335-F0A00E851760}" dt="2021-04-06T10:41:05.173" v="142" actId="108"/>
          <ac:spMkLst>
            <pc:docMk/>
            <pc:sldMk cId="892776276" sldId="432"/>
            <ac:spMk id="37" creationId="{11E8A3D4-9254-4ABE-9A0F-5EF44B7F89D5}"/>
          </ac:spMkLst>
        </pc:spChg>
        <pc:spChg chg="mod">
          <ac:chgData name="Soumita Sengupta" userId="4afa6ce1-cb01-46c2-8538-4650222f0c96" providerId="ADAL" clId="{6D014E28-5AC5-424B-B335-F0A00E851760}" dt="2021-04-06T10:41:01.198" v="141" actId="255"/>
          <ac:spMkLst>
            <pc:docMk/>
            <pc:sldMk cId="892776276" sldId="432"/>
            <ac:spMk id="39" creationId="{8CF89A70-AAC8-4E83-ABC9-192683867934}"/>
          </ac:spMkLst>
        </pc:spChg>
        <pc:spChg chg="add mod">
          <ac:chgData name="Soumita Sengupta" userId="4afa6ce1-cb01-46c2-8538-4650222f0c96" providerId="ADAL" clId="{6D014E28-5AC5-424B-B335-F0A00E851760}" dt="2021-04-06T11:31:48.088" v="345"/>
          <ac:spMkLst>
            <pc:docMk/>
            <pc:sldMk cId="892776276" sldId="432"/>
            <ac:spMk id="44" creationId="{549F388A-B3A7-439C-A66C-B389B06BE3F8}"/>
          </ac:spMkLst>
        </pc:spChg>
        <pc:grpChg chg="mod">
          <ac:chgData name="Soumita Sengupta" userId="4afa6ce1-cb01-46c2-8538-4650222f0c96" providerId="ADAL" clId="{6D014E28-5AC5-424B-B335-F0A00E851760}" dt="2021-04-06T10:41:24.504" v="147" actId="1076"/>
          <ac:grpSpMkLst>
            <pc:docMk/>
            <pc:sldMk cId="892776276" sldId="432"/>
            <ac:grpSpMk id="25" creationId="{EA8FE4E8-5003-4BDC-86EE-BF7795A6EB04}"/>
          </ac:grpSpMkLst>
        </pc:grpChg>
        <pc:graphicFrameChg chg="mod">
          <ac:chgData name="Soumita Sengupta" userId="4afa6ce1-cb01-46c2-8538-4650222f0c96" providerId="ADAL" clId="{6D014E28-5AC5-424B-B335-F0A00E851760}" dt="2021-04-06T10:40:56.494" v="139"/>
          <ac:graphicFrameMkLst>
            <pc:docMk/>
            <pc:sldMk cId="892776276" sldId="432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48.088" v="345"/>
          <ac:picMkLst>
            <pc:docMk/>
            <pc:sldMk cId="892776276" sldId="432"/>
            <ac:picMk id="43" creationId="{12721721-C8B4-4EA7-943E-C06EFAE228C3}"/>
          </ac:picMkLst>
        </pc:picChg>
      </pc:sldChg>
      <pc:sldChg chg="del">
        <pc:chgData name="Soumita Sengupta" userId="4afa6ce1-cb01-46c2-8538-4650222f0c96" providerId="ADAL" clId="{6D014E28-5AC5-424B-B335-F0A00E851760}" dt="2021-04-06T11:12:31.653" v="219" actId="47"/>
        <pc:sldMkLst>
          <pc:docMk/>
          <pc:sldMk cId="536020238" sldId="459"/>
        </pc:sldMkLst>
      </pc:sldChg>
      <pc:sldChg chg="del">
        <pc:chgData name="Soumita Sengupta" userId="4afa6ce1-cb01-46c2-8538-4650222f0c96" providerId="ADAL" clId="{6D014E28-5AC5-424B-B335-F0A00E851760}" dt="2021-04-06T11:14:35.634" v="247" actId="47"/>
        <pc:sldMkLst>
          <pc:docMk/>
          <pc:sldMk cId="2675690424" sldId="460"/>
        </pc:sldMkLst>
      </pc:sldChg>
      <pc:sldChg chg="modSp mod ord">
        <pc:chgData name="Soumita Sengupta" userId="4afa6ce1-cb01-46c2-8538-4650222f0c96" providerId="ADAL" clId="{6D014E28-5AC5-424B-B335-F0A00E851760}" dt="2021-04-06T10:32:54.865" v="82"/>
        <pc:sldMkLst>
          <pc:docMk/>
          <pc:sldMk cId="4158948976" sldId="461"/>
        </pc:sldMkLst>
        <pc:spChg chg="mod">
          <ac:chgData name="Soumita Sengupta" userId="4afa6ce1-cb01-46c2-8538-4650222f0c96" providerId="ADAL" clId="{6D014E28-5AC5-424B-B335-F0A00E851760}" dt="2021-04-06T10:32:54.865" v="82"/>
          <ac:spMkLst>
            <pc:docMk/>
            <pc:sldMk cId="4158948976" sldId="461"/>
            <ac:spMk id="2" creationId="{57983F62-BBB9-431B-A37F-BDA0DC7153F6}"/>
          </ac:spMkLst>
        </pc:spChg>
      </pc:sldChg>
      <pc:sldChg chg="modSp mod ord">
        <pc:chgData name="Soumita Sengupta" userId="4afa6ce1-cb01-46c2-8538-4650222f0c96" providerId="ADAL" clId="{6D014E28-5AC5-424B-B335-F0A00E851760}" dt="2021-04-06T10:44:19.376" v="169"/>
        <pc:sldMkLst>
          <pc:docMk/>
          <pc:sldMk cId="2200198616" sldId="462"/>
        </pc:sldMkLst>
        <pc:spChg chg="mod">
          <ac:chgData name="Soumita Sengupta" userId="4afa6ce1-cb01-46c2-8538-4650222f0c96" providerId="ADAL" clId="{6D014E28-5AC5-424B-B335-F0A00E851760}" dt="2021-04-06T10:44:19.376" v="169"/>
          <ac:spMkLst>
            <pc:docMk/>
            <pc:sldMk cId="2200198616" sldId="462"/>
            <ac:spMk id="2" creationId="{57983F62-BBB9-431B-A37F-BDA0DC7153F6}"/>
          </ac:spMkLst>
        </pc:spChg>
      </pc:sldChg>
      <pc:sldChg chg="del">
        <pc:chgData name="Soumita Sengupta" userId="4afa6ce1-cb01-46c2-8538-4650222f0c96" providerId="ADAL" clId="{6D014E28-5AC5-424B-B335-F0A00E851760}" dt="2021-04-06T11:14:36.415" v="248" actId="47"/>
        <pc:sldMkLst>
          <pc:docMk/>
          <pc:sldMk cId="3508468486" sldId="463"/>
        </pc:sldMkLst>
      </pc:sldChg>
      <pc:sldChg chg="del">
        <pc:chgData name="Soumita Sengupta" userId="4afa6ce1-cb01-46c2-8538-4650222f0c96" providerId="ADAL" clId="{6D014E28-5AC5-424B-B335-F0A00E851760}" dt="2021-04-06T11:14:37.526" v="249" actId="47"/>
        <pc:sldMkLst>
          <pc:docMk/>
          <pc:sldMk cId="1610934708" sldId="464"/>
        </pc:sldMkLst>
      </pc:sldChg>
      <pc:sldChg chg="addSp delSp modSp add mod">
        <pc:chgData name="Soumita Sengupta" userId="4afa6ce1-cb01-46c2-8538-4650222f0c96" providerId="ADAL" clId="{6D014E28-5AC5-424B-B335-F0A00E851760}" dt="2021-04-06T11:30:39.390" v="327"/>
        <pc:sldMkLst>
          <pc:docMk/>
          <pc:sldMk cId="1128901314" sldId="465"/>
        </pc:sldMkLst>
        <pc:spChg chg="del">
          <ac:chgData name="Soumita Sengupta" userId="4afa6ce1-cb01-46c2-8538-4650222f0c96" providerId="ADAL" clId="{6D014E28-5AC5-424B-B335-F0A00E851760}" dt="2021-04-06T11:30:34.715" v="325" actId="478"/>
          <ac:spMkLst>
            <pc:docMk/>
            <pc:sldMk cId="1128901314" sldId="465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0:37.216" v="326" actId="478"/>
          <ac:spMkLst>
            <pc:docMk/>
            <pc:sldMk cId="1128901314" sldId="465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0:39.390" v="327"/>
          <ac:spMkLst>
            <pc:docMk/>
            <pc:sldMk cId="1128901314" sldId="465"/>
            <ac:spMk id="7" creationId="{60ECC8F5-6566-4039-AA5D-67A7DD3A2C61}"/>
          </ac:spMkLst>
        </pc:spChg>
        <pc:graphicFrameChg chg="mod">
          <ac:chgData name="Soumita Sengupta" userId="4afa6ce1-cb01-46c2-8538-4650222f0c96" providerId="ADAL" clId="{6D014E28-5AC5-424B-B335-F0A00E851760}" dt="2021-04-06T10:34:49.371" v="97" actId="108"/>
          <ac:graphicFrameMkLst>
            <pc:docMk/>
            <pc:sldMk cId="1128901314" sldId="465"/>
            <ac:graphicFrameMk id="10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0:39.390" v="327"/>
          <ac:picMkLst>
            <pc:docMk/>
            <pc:sldMk cId="1128901314" sldId="465"/>
            <ac:picMk id="6" creationId="{A1E25FBE-AB48-45BB-AFB8-C2A95500FA69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0:53.740" v="330"/>
        <pc:sldMkLst>
          <pc:docMk/>
          <pc:sldMk cId="814614294" sldId="466"/>
        </pc:sldMkLst>
        <pc:spChg chg="del">
          <ac:chgData name="Soumita Sengupta" userId="4afa6ce1-cb01-46c2-8538-4650222f0c96" providerId="ADAL" clId="{6D014E28-5AC5-424B-B335-F0A00E851760}" dt="2021-04-06T11:30:47.843" v="328" actId="478"/>
          <ac:spMkLst>
            <pc:docMk/>
            <pc:sldMk cId="814614294" sldId="466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0:51.784" v="329" actId="478"/>
          <ac:spMkLst>
            <pc:docMk/>
            <pc:sldMk cId="814614294" sldId="466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33:44.973" v="85" actId="27636"/>
          <ac:spMkLst>
            <pc:docMk/>
            <pc:sldMk cId="814614294" sldId="466"/>
            <ac:spMk id="5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0:53.740" v="330"/>
          <ac:spMkLst>
            <pc:docMk/>
            <pc:sldMk cId="814614294" sldId="466"/>
            <ac:spMk id="8" creationId="{BDDF7B8A-05AD-453C-A93F-AC67EDDD722B}"/>
          </ac:spMkLst>
        </pc:spChg>
        <pc:graphicFrameChg chg="mod">
          <ac:chgData name="Soumita Sengupta" userId="4afa6ce1-cb01-46c2-8538-4650222f0c96" providerId="ADAL" clId="{6D014E28-5AC5-424B-B335-F0A00E851760}" dt="2021-04-06T10:35:10.673" v="102" actId="108"/>
          <ac:graphicFrameMkLst>
            <pc:docMk/>
            <pc:sldMk cId="814614294" sldId="466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0:53.740" v="330"/>
          <ac:picMkLst>
            <pc:docMk/>
            <pc:sldMk cId="814614294" sldId="466"/>
            <ac:picMk id="7" creationId="{A7F9965C-674F-4777-813E-EDA2DFE98154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1:05.035" v="333"/>
        <pc:sldMkLst>
          <pc:docMk/>
          <pc:sldMk cId="2918944075" sldId="467"/>
        </pc:sldMkLst>
        <pc:spChg chg="del">
          <ac:chgData name="Soumita Sengupta" userId="4afa6ce1-cb01-46c2-8538-4650222f0c96" providerId="ADAL" clId="{6D014E28-5AC5-424B-B335-F0A00E851760}" dt="2021-04-06T11:30:59.936" v="331" actId="478"/>
          <ac:spMkLst>
            <pc:docMk/>
            <pc:sldMk cId="2918944075" sldId="467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03.206" v="332" actId="478"/>
          <ac:spMkLst>
            <pc:docMk/>
            <pc:sldMk cId="2918944075" sldId="467"/>
            <ac:spMk id="4" creationId="{00000000-0000-0000-0000-000000000000}"/>
          </ac:spMkLst>
        </pc:spChg>
        <pc:spChg chg="mod">
          <ac:chgData name="Soumita Sengupta" userId="4afa6ce1-cb01-46c2-8538-4650222f0c96" providerId="ADAL" clId="{6D014E28-5AC5-424B-B335-F0A00E851760}" dt="2021-04-06T10:33:44.976" v="86" actId="27636"/>
          <ac:spMkLst>
            <pc:docMk/>
            <pc:sldMk cId="2918944075" sldId="467"/>
            <ac:spMk id="5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1:05.035" v="333"/>
          <ac:spMkLst>
            <pc:docMk/>
            <pc:sldMk cId="2918944075" sldId="467"/>
            <ac:spMk id="8" creationId="{0E90E9AE-D712-43DD-BEEF-E074F1C0741C}"/>
          </ac:spMkLst>
        </pc:spChg>
        <pc:graphicFrameChg chg="mod">
          <ac:chgData name="Soumita Sengupta" userId="4afa6ce1-cb01-46c2-8538-4650222f0c96" providerId="ADAL" clId="{6D014E28-5AC5-424B-B335-F0A00E851760}" dt="2021-04-06T10:35:28.584" v="107" actId="108"/>
          <ac:graphicFrameMkLst>
            <pc:docMk/>
            <pc:sldMk cId="2918944075" sldId="467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05.035" v="333"/>
          <ac:picMkLst>
            <pc:docMk/>
            <pc:sldMk cId="2918944075" sldId="467"/>
            <ac:picMk id="7" creationId="{87A8A8EC-97A0-4F39-B969-8004BBABE137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0:38:32.301" v="122" actId="20577"/>
        <pc:sldMkLst>
          <pc:docMk/>
          <pc:sldMk cId="3129535754" sldId="468"/>
        </pc:sldMkLst>
        <pc:spChg chg="mod">
          <ac:chgData name="Soumita Sengupta" userId="4afa6ce1-cb01-46c2-8538-4650222f0c96" providerId="ADAL" clId="{6D014E28-5AC5-424B-B335-F0A00E851760}" dt="2021-04-06T10:38:32.301" v="122" actId="20577"/>
          <ac:spMkLst>
            <pc:docMk/>
            <pc:sldMk cId="3129535754" sldId="468"/>
            <ac:spMk id="2" creationId="{57983F62-BBB9-431B-A37F-BDA0DC7153F6}"/>
          </ac:spMkLst>
        </pc:spChg>
      </pc:sldChg>
      <pc:sldChg chg="add del">
        <pc:chgData name="Soumita Sengupta" userId="4afa6ce1-cb01-46c2-8538-4650222f0c96" providerId="ADAL" clId="{6D014E28-5AC5-424B-B335-F0A00E851760}" dt="2021-04-06T10:38:07.834" v="115" actId="47"/>
        <pc:sldMkLst>
          <pc:docMk/>
          <pc:sldMk cId="1609502928" sldId="469"/>
        </pc:sldMkLst>
      </pc:sldChg>
      <pc:sldChg chg="addSp delSp modSp add mod">
        <pc:chgData name="Soumita Sengupta" userId="4afa6ce1-cb01-46c2-8538-4650222f0c96" providerId="ADAL" clId="{6D014E28-5AC5-424B-B335-F0A00E851760}" dt="2021-04-08T09:05:48.339" v="412" actId="20577"/>
        <pc:sldMkLst>
          <pc:docMk/>
          <pc:sldMk cId="2572882987" sldId="469"/>
        </pc:sldMkLst>
        <pc:spChg chg="del">
          <ac:chgData name="Soumita Sengupta" userId="4afa6ce1-cb01-46c2-8538-4650222f0c96" providerId="ADAL" clId="{6D014E28-5AC5-424B-B335-F0A00E851760}" dt="2021-04-06T11:31:51.748" v="346" actId="478"/>
          <ac:spMkLst>
            <pc:docMk/>
            <pc:sldMk cId="2572882987" sldId="469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1:53.963" v="347" actId="478"/>
          <ac:spMkLst>
            <pc:docMk/>
            <pc:sldMk cId="2572882987" sldId="469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1:56.088" v="348"/>
          <ac:spMkLst>
            <pc:docMk/>
            <pc:sldMk cId="2572882987" sldId="469"/>
            <ac:spMk id="8" creationId="{80F516F6-BFCC-4B30-98C6-CA8DC7BB7A79}"/>
          </ac:spMkLst>
        </pc:spChg>
        <pc:graphicFrameChg chg="mod">
          <ac:chgData name="Soumita Sengupta" userId="4afa6ce1-cb01-46c2-8538-4650222f0c96" providerId="ADAL" clId="{6D014E28-5AC5-424B-B335-F0A00E851760}" dt="2021-04-08T09:05:48.339" v="412" actId="20577"/>
          <ac:graphicFrameMkLst>
            <pc:docMk/>
            <pc:sldMk cId="2572882987" sldId="469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1:56.088" v="348"/>
          <ac:picMkLst>
            <pc:docMk/>
            <pc:sldMk cId="2572882987" sldId="469"/>
            <ac:picMk id="7" creationId="{441F5ACF-E5F5-44A5-815C-C819F22A6AEC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2:29.899" v="357"/>
        <pc:sldMkLst>
          <pc:docMk/>
          <pc:sldMk cId="4174806997" sldId="470"/>
        </pc:sldMkLst>
        <pc:spChg chg="del">
          <ac:chgData name="Soumita Sengupta" userId="4afa6ce1-cb01-46c2-8538-4650222f0c96" providerId="ADAL" clId="{6D014E28-5AC5-424B-B335-F0A00E851760}" dt="2021-04-06T11:32:23.960" v="355" actId="478"/>
          <ac:spMkLst>
            <pc:docMk/>
            <pc:sldMk cId="4174806997" sldId="470"/>
            <ac:spMk id="2" creationId="{4886E191-B9DF-4548-ACFB-30F58B242C75}"/>
          </ac:spMkLst>
        </pc:spChg>
        <pc:spChg chg="del">
          <ac:chgData name="Soumita Sengupta" userId="4afa6ce1-cb01-46c2-8538-4650222f0c96" providerId="ADAL" clId="{6D014E28-5AC5-424B-B335-F0A00E851760}" dt="2021-04-06T10:45:20.271" v="171" actId="478"/>
          <ac:spMkLst>
            <pc:docMk/>
            <pc:sldMk cId="4174806997" sldId="470"/>
            <ac:spMk id="3" creationId="{2403F964-5DD4-4C7C-86C3-BA43436E81BB}"/>
          </ac:spMkLst>
        </pc:spChg>
        <pc:spChg chg="del">
          <ac:chgData name="Soumita Sengupta" userId="4afa6ce1-cb01-46c2-8538-4650222f0c96" providerId="ADAL" clId="{6D014E28-5AC5-424B-B335-F0A00E851760}" dt="2021-04-06T11:32:26.371" v="356" actId="478"/>
          <ac:spMkLst>
            <pc:docMk/>
            <pc:sldMk cId="4174806997" sldId="470"/>
            <ac:spMk id="4" creationId="{9C749F69-CF3B-460F-B6A3-FEA80E5BB57F}"/>
          </ac:spMkLst>
        </pc:spChg>
        <pc:spChg chg="add mod">
          <ac:chgData name="Soumita Sengupta" userId="4afa6ce1-cb01-46c2-8538-4650222f0c96" providerId="ADAL" clId="{6D014E28-5AC5-424B-B335-F0A00E851760}" dt="2021-04-06T11:32:29.899" v="357"/>
          <ac:spMkLst>
            <pc:docMk/>
            <pc:sldMk cId="4174806997" sldId="470"/>
            <ac:spMk id="72" creationId="{D4A13E9E-B546-472E-85B3-EF69B9675427}"/>
          </ac:spMkLst>
        </pc:spChg>
        <pc:picChg chg="add mod">
          <ac:chgData name="Soumita Sengupta" userId="4afa6ce1-cb01-46c2-8538-4650222f0c96" providerId="ADAL" clId="{6D014E28-5AC5-424B-B335-F0A00E851760}" dt="2021-04-06T11:32:29.899" v="357"/>
          <ac:picMkLst>
            <pc:docMk/>
            <pc:sldMk cId="4174806997" sldId="470"/>
            <ac:picMk id="71" creationId="{F533FDEF-B514-4C40-B9CF-1F88F4E588A5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2:38.583" v="360"/>
        <pc:sldMkLst>
          <pc:docMk/>
          <pc:sldMk cId="3622205205" sldId="471"/>
        </pc:sldMkLst>
        <pc:spChg chg="del">
          <ac:chgData name="Soumita Sengupta" userId="4afa6ce1-cb01-46c2-8538-4650222f0c96" providerId="ADAL" clId="{6D014E28-5AC5-424B-B335-F0A00E851760}" dt="2021-04-06T11:32:34.564" v="358" actId="478"/>
          <ac:spMkLst>
            <pc:docMk/>
            <pc:sldMk cId="3622205205" sldId="471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2:37.346" v="359" actId="478"/>
          <ac:spMkLst>
            <pc:docMk/>
            <pc:sldMk cId="3622205205" sldId="471"/>
            <ac:spMk id="4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0:45:23.860" v="172" actId="478"/>
          <ac:spMkLst>
            <pc:docMk/>
            <pc:sldMk cId="3622205205" sldId="471"/>
            <ac:spMk id="8" creationId="{9A1ADF70-1F4D-4090-9054-400064660638}"/>
          </ac:spMkLst>
        </pc:spChg>
        <pc:spChg chg="add mod">
          <ac:chgData name="Soumita Sengupta" userId="4afa6ce1-cb01-46c2-8538-4650222f0c96" providerId="ADAL" clId="{6D014E28-5AC5-424B-B335-F0A00E851760}" dt="2021-04-06T11:32:38.583" v="360"/>
          <ac:spMkLst>
            <pc:docMk/>
            <pc:sldMk cId="3622205205" sldId="471"/>
            <ac:spMk id="10" creationId="{F0025AC6-18C6-4F12-852A-8E0E8ECD555B}"/>
          </ac:spMkLst>
        </pc:spChg>
        <pc:picChg chg="add mod">
          <ac:chgData name="Soumita Sengupta" userId="4afa6ce1-cb01-46c2-8538-4650222f0c96" providerId="ADAL" clId="{6D014E28-5AC5-424B-B335-F0A00E851760}" dt="2021-04-06T11:32:38.583" v="360"/>
          <ac:picMkLst>
            <pc:docMk/>
            <pc:sldMk cId="3622205205" sldId="471"/>
            <ac:picMk id="9" creationId="{F1B32505-09BB-444D-B029-74B6448CDE46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2:49.981" v="363"/>
        <pc:sldMkLst>
          <pc:docMk/>
          <pc:sldMk cId="2123051012" sldId="472"/>
        </pc:sldMkLst>
        <pc:spChg chg="del">
          <ac:chgData name="Soumita Sengupta" userId="4afa6ce1-cb01-46c2-8538-4650222f0c96" providerId="ADAL" clId="{6D014E28-5AC5-424B-B335-F0A00E851760}" dt="2021-04-06T11:32:45.754" v="361" actId="478"/>
          <ac:spMkLst>
            <pc:docMk/>
            <pc:sldMk cId="2123051012" sldId="472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2:48.256" v="362" actId="478"/>
          <ac:spMkLst>
            <pc:docMk/>
            <pc:sldMk cId="2123051012" sldId="472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2:49.981" v="363"/>
          <ac:spMkLst>
            <pc:docMk/>
            <pc:sldMk cId="2123051012" sldId="472"/>
            <ac:spMk id="8" creationId="{5F3E35C0-8567-419F-89B3-0473435A916F}"/>
          </ac:spMkLst>
        </pc:spChg>
        <pc:graphicFrameChg chg="mod">
          <ac:chgData name="Soumita Sengupta" userId="4afa6ce1-cb01-46c2-8538-4650222f0c96" providerId="ADAL" clId="{6D014E28-5AC5-424B-B335-F0A00E851760}" dt="2021-04-06T10:45:59.443" v="178" actId="108"/>
          <ac:graphicFrameMkLst>
            <pc:docMk/>
            <pc:sldMk cId="2123051012" sldId="472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2:49.981" v="363"/>
          <ac:picMkLst>
            <pc:docMk/>
            <pc:sldMk cId="2123051012" sldId="472"/>
            <ac:picMk id="7" creationId="{5CEF9EEA-AC1D-409D-9251-6AE25E4E8A01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0:48:20.574" v="190" actId="20577"/>
        <pc:sldMkLst>
          <pc:docMk/>
          <pc:sldMk cId="1746907881" sldId="473"/>
        </pc:sldMkLst>
        <pc:spChg chg="mod">
          <ac:chgData name="Soumita Sengupta" userId="4afa6ce1-cb01-46c2-8538-4650222f0c96" providerId="ADAL" clId="{6D014E28-5AC5-424B-B335-F0A00E851760}" dt="2021-04-06T10:48:20.574" v="190" actId="20577"/>
          <ac:spMkLst>
            <pc:docMk/>
            <pc:sldMk cId="1746907881" sldId="473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6T11:33:07.430" v="369"/>
        <pc:sldMkLst>
          <pc:docMk/>
          <pc:sldMk cId="1835273428" sldId="474"/>
        </pc:sldMkLst>
        <pc:spChg chg="del">
          <ac:chgData name="Soumita Sengupta" userId="4afa6ce1-cb01-46c2-8538-4650222f0c96" providerId="ADAL" clId="{6D014E28-5AC5-424B-B335-F0A00E851760}" dt="2021-04-06T11:33:03.926" v="367" actId="478"/>
          <ac:spMkLst>
            <pc:docMk/>
            <pc:sldMk cId="1835273428" sldId="474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05.866" v="368" actId="478"/>
          <ac:spMkLst>
            <pc:docMk/>
            <pc:sldMk cId="1835273428" sldId="474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3:07.430" v="369"/>
          <ac:spMkLst>
            <pc:docMk/>
            <pc:sldMk cId="1835273428" sldId="474"/>
            <ac:spMk id="8" creationId="{B44B5F5A-D6D8-49E3-ACF9-93C6BDD36529}"/>
          </ac:spMkLst>
        </pc:spChg>
        <pc:graphicFrameChg chg="mod">
          <ac:chgData name="Soumita Sengupta" userId="4afa6ce1-cb01-46c2-8538-4650222f0c96" providerId="ADAL" clId="{6D014E28-5AC5-424B-B335-F0A00E851760}" dt="2021-04-06T10:49:10.080" v="194" actId="255"/>
          <ac:graphicFrameMkLst>
            <pc:docMk/>
            <pc:sldMk cId="1835273428" sldId="474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3:07.430" v="369"/>
          <ac:picMkLst>
            <pc:docMk/>
            <pc:sldMk cId="1835273428" sldId="474"/>
            <ac:picMk id="7" creationId="{4F8AA042-E576-47FB-959D-0B2972CDFD2A}"/>
          </ac:picMkLst>
        </pc:picChg>
      </pc:sldChg>
      <pc:sldChg chg="add del">
        <pc:chgData name="Soumita Sengupta" userId="4afa6ce1-cb01-46c2-8538-4650222f0c96" providerId="ADAL" clId="{6D014E28-5AC5-424B-B335-F0A00E851760}" dt="2021-04-06T10:47:19.599" v="183" actId="47"/>
        <pc:sldMkLst>
          <pc:docMk/>
          <pc:sldMk cId="2491786750" sldId="474"/>
        </pc:sldMkLst>
      </pc:sldChg>
      <pc:sldChg chg="addSp delSp modSp add mod">
        <pc:chgData name="Soumita Sengupta" userId="4afa6ce1-cb01-46c2-8538-4650222f0c96" providerId="ADAL" clId="{6D014E28-5AC5-424B-B335-F0A00E851760}" dt="2021-04-06T11:33:14.124" v="372"/>
        <pc:sldMkLst>
          <pc:docMk/>
          <pc:sldMk cId="2933197989" sldId="475"/>
        </pc:sldMkLst>
        <pc:spChg chg="del">
          <ac:chgData name="Soumita Sengupta" userId="4afa6ce1-cb01-46c2-8538-4650222f0c96" providerId="ADAL" clId="{6D014E28-5AC5-424B-B335-F0A00E851760}" dt="2021-04-06T11:33:10.592" v="370" actId="478"/>
          <ac:spMkLst>
            <pc:docMk/>
            <pc:sldMk cId="2933197989" sldId="475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12.323" v="371" actId="478"/>
          <ac:spMkLst>
            <pc:docMk/>
            <pc:sldMk cId="2933197989" sldId="475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3:14.124" v="372"/>
          <ac:spMkLst>
            <pc:docMk/>
            <pc:sldMk cId="2933197989" sldId="475"/>
            <ac:spMk id="8" creationId="{0CBB50C2-57C6-404C-82F3-51C751D41AEE}"/>
          </ac:spMkLst>
        </pc:spChg>
        <pc:graphicFrameChg chg="mod">
          <ac:chgData name="Soumita Sengupta" userId="4afa6ce1-cb01-46c2-8538-4650222f0c96" providerId="ADAL" clId="{6D014E28-5AC5-424B-B335-F0A00E851760}" dt="2021-04-06T10:49:52.748" v="199" actId="20577"/>
          <ac:graphicFrameMkLst>
            <pc:docMk/>
            <pc:sldMk cId="2933197989" sldId="475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3:14.124" v="372"/>
          <ac:picMkLst>
            <pc:docMk/>
            <pc:sldMk cId="2933197989" sldId="475"/>
            <ac:picMk id="7" creationId="{3A01FA65-EB37-470D-A3B4-E351AEA8BAE3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1:10:51.771" v="208"/>
        <pc:sldMkLst>
          <pc:docMk/>
          <pc:sldMk cId="98495870" sldId="476"/>
        </pc:sldMkLst>
        <pc:spChg chg="mod">
          <ac:chgData name="Soumita Sengupta" userId="4afa6ce1-cb01-46c2-8538-4650222f0c96" providerId="ADAL" clId="{6D014E28-5AC5-424B-B335-F0A00E851760}" dt="2021-04-06T11:10:51.771" v="208"/>
          <ac:spMkLst>
            <pc:docMk/>
            <pc:sldMk cId="98495870" sldId="476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6T11:33:26.224" v="375"/>
        <pc:sldMkLst>
          <pc:docMk/>
          <pc:sldMk cId="1241194053" sldId="477"/>
        </pc:sldMkLst>
        <pc:spChg chg="del">
          <ac:chgData name="Soumita Sengupta" userId="4afa6ce1-cb01-46c2-8538-4650222f0c96" providerId="ADAL" clId="{6D014E28-5AC5-424B-B335-F0A00E851760}" dt="2021-04-06T11:33:19.846" v="373" actId="478"/>
          <ac:spMkLst>
            <pc:docMk/>
            <pc:sldMk cId="1241194053" sldId="477"/>
            <ac:spMk id="2" creationId="{5066AD9C-BE1B-4B2E-8657-1705C22F502E}"/>
          </ac:spMkLst>
        </pc:spChg>
        <pc:spChg chg="del">
          <ac:chgData name="Soumita Sengupta" userId="4afa6ce1-cb01-46c2-8538-4650222f0c96" providerId="ADAL" clId="{6D014E28-5AC5-424B-B335-F0A00E851760}" dt="2021-04-06T11:33:22.282" v="374" actId="478"/>
          <ac:spMkLst>
            <pc:docMk/>
            <pc:sldMk cId="1241194053" sldId="477"/>
            <ac:spMk id="3" creationId="{27DFB158-0FF6-4E1B-9032-1C3D1A8681AD}"/>
          </ac:spMkLst>
        </pc:spChg>
        <pc:spChg chg="add mod">
          <ac:chgData name="Soumita Sengupta" userId="4afa6ce1-cb01-46c2-8538-4650222f0c96" providerId="ADAL" clId="{6D014E28-5AC5-424B-B335-F0A00E851760}" dt="2021-04-06T11:33:26.224" v="375"/>
          <ac:spMkLst>
            <pc:docMk/>
            <pc:sldMk cId="1241194053" sldId="477"/>
            <ac:spMk id="7" creationId="{259398D0-A461-435D-BF05-4E2F01123CE3}"/>
          </ac:spMkLst>
        </pc:spChg>
        <pc:spChg chg="mod">
          <ac:chgData name="Soumita Sengupta" userId="4afa6ce1-cb01-46c2-8538-4650222f0c96" providerId="ADAL" clId="{6D014E28-5AC5-424B-B335-F0A00E851760}" dt="2021-04-06T11:11:26.476" v="212" actId="5793"/>
          <ac:spMkLst>
            <pc:docMk/>
            <pc:sldMk cId="1241194053" sldId="477"/>
            <ac:spMk id="11" creationId="{162E94A1-5558-4A1A-88C9-167FC734AE54}"/>
          </ac:spMkLst>
        </pc:spChg>
        <pc:picChg chg="add mod">
          <ac:chgData name="Soumita Sengupta" userId="4afa6ce1-cb01-46c2-8538-4650222f0c96" providerId="ADAL" clId="{6D014E28-5AC5-424B-B335-F0A00E851760}" dt="2021-04-06T11:33:26.224" v="375"/>
          <ac:picMkLst>
            <pc:docMk/>
            <pc:sldMk cId="1241194053" sldId="477"/>
            <ac:picMk id="6" creationId="{DE1594C8-0177-4E35-A831-C1520F25F46C}"/>
          </ac:picMkLst>
        </pc:picChg>
      </pc:sldChg>
      <pc:sldChg chg="add del">
        <pc:chgData name="Soumita Sengupta" userId="4afa6ce1-cb01-46c2-8538-4650222f0c96" providerId="ADAL" clId="{6D014E28-5AC5-424B-B335-F0A00E851760}" dt="2021-04-06T11:10:36.998" v="205" actId="47"/>
        <pc:sldMkLst>
          <pc:docMk/>
          <pc:sldMk cId="2928427033" sldId="477"/>
        </pc:sldMkLst>
      </pc:sldChg>
      <pc:sldChg chg="addSp delSp modSp add mod">
        <pc:chgData name="Soumita Sengupta" userId="4afa6ce1-cb01-46c2-8538-4650222f0c96" providerId="ADAL" clId="{6D014E28-5AC5-424B-B335-F0A00E851760}" dt="2021-04-06T11:33:33.955" v="378"/>
        <pc:sldMkLst>
          <pc:docMk/>
          <pc:sldMk cId="3774298818" sldId="478"/>
        </pc:sldMkLst>
        <pc:spChg chg="del">
          <ac:chgData name="Soumita Sengupta" userId="4afa6ce1-cb01-46c2-8538-4650222f0c96" providerId="ADAL" clId="{6D014E28-5AC5-424B-B335-F0A00E851760}" dt="2021-04-06T11:33:29.969" v="376" actId="478"/>
          <ac:spMkLst>
            <pc:docMk/>
            <pc:sldMk cId="3774298818" sldId="478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32.181" v="377" actId="478"/>
          <ac:spMkLst>
            <pc:docMk/>
            <pc:sldMk cId="3774298818" sldId="478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3:33.955" v="378"/>
          <ac:spMkLst>
            <pc:docMk/>
            <pc:sldMk cId="3774298818" sldId="478"/>
            <ac:spMk id="8" creationId="{C128250E-9B4E-43D7-A4F3-3D5F8F213D0E}"/>
          </ac:spMkLst>
        </pc:spChg>
        <pc:graphicFrameChg chg="mod">
          <ac:chgData name="Soumita Sengupta" userId="4afa6ce1-cb01-46c2-8538-4650222f0c96" providerId="ADAL" clId="{6D014E28-5AC5-424B-B335-F0A00E851760}" dt="2021-04-06T11:11:43.136" v="215" actId="20577"/>
          <ac:graphicFrameMkLst>
            <pc:docMk/>
            <pc:sldMk cId="3774298818" sldId="478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3:33.955" v="378"/>
          <ac:picMkLst>
            <pc:docMk/>
            <pc:sldMk cId="3774298818" sldId="478"/>
            <ac:picMk id="7" creationId="{5E58AFAD-99E0-4795-B897-AF8351AABE30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1:12:49.213" v="223"/>
        <pc:sldMkLst>
          <pc:docMk/>
          <pc:sldMk cId="1973532725" sldId="479"/>
        </pc:sldMkLst>
        <pc:spChg chg="mod">
          <ac:chgData name="Soumita Sengupta" userId="4afa6ce1-cb01-46c2-8538-4650222f0c96" providerId="ADAL" clId="{6D014E28-5AC5-424B-B335-F0A00E851760}" dt="2021-04-06T11:12:49.213" v="223"/>
          <ac:spMkLst>
            <pc:docMk/>
            <pc:sldMk cId="1973532725" sldId="479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6T11:33:43.731" v="381"/>
        <pc:sldMkLst>
          <pc:docMk/>
          <pc:sldMk cId="994147715" sldId="480"/>
        </pc:sldMkLst>
        <pc:spChg chg="del">
          <ac:chgData name="Soumita Sengupta" userId="4afa6ce1-cb01-46c2-8538-4650222f0c96" providerId="ADAL" clId="{6D014E28-5AC5-424B-B335-F0A00E851760}" dt="2021-04-06T11:33:39.254" v="379" actId="478"/>
          <ac:spMkLst>
            <pc:docMk/>
            <pc:sldMk cId="994147715" sldId="480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42.019" v="380" actId="478"/>
          <ac:spMkLst>
            <pc:docMk/>
            <pc:sldMk cId="994147715" sldId="480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3:43.731" v="381"/>
          <ac:spMkLst>
            <pc:docMk/>
            <pc:sldMk cId="994147715" sldId="480"/>
            <ac:spMk id="8" creationId="{0F0E0C1C-9526-4817-B14F-AF997FCE8E6E}"/>
          </ac:spMkLst>
        </pc:spChg>
        <pc:graphicFrameChg chg="mod">
          <ac:chgData name="Soumita Sengupta" userId="4afa6ce1-cb01-46c2-8538-4650222f0c96" providerId="ADAL" clId="{6D014E28-5AC5-424B-B335-F0A00E851760}" dt="2021-04-06T11:14:04.852" v="238" actId="108"/>
          <ac:graphicFrameMkLst>
            <pc:docMk/>
            <pc:sldMk cId="994147715" sldId="480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3:43.731" v="381"/>
          <ac:picMkLst>
            <pc:docMk/>
            <pc:sldMk cId="994147715" sldId="480"/>
            <ac:picMk id="7" creationId="{DCFAA87D-0A1A-4340-AA80-EB95CFF904CA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3:51.395" v="384"/>
        <pc:sldMkLst>
          <pc:docMk/>
          <pc:sldMk cId="1207871582" sldId="481"/>
        </pc:sldMkLst>
        <pc:spChg chg="del">
          <ac:chgData name="Soumita Sengupta" userId="4afa6ce1-cb01-46c2-8538-4650222f0c96" providerId="ADAL" clId="{6D014E28-5AC5-424B-B335-F0A00E851760}" dt="2021-04-06T11:33:46.981" v="382" actId="478"/>
          <ac:spMkLst>
            <pc:docMk/>
            <pc:sldMk cId="1207871582" sldId="481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49.360" v="383" actId="478"/>
          <ac:spMkLst>
            <pc:docMk/>
            <pc:sldMk cId="1207871582" sldId="481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3:51.395" v="384"/>
          <ac:spMkLst>
            <pc:docMk/>
            <pc:sldMk cId="1207871582" sldId="481"/>
            <ac:spMk id="8" creationId="{484A41C7-1327-4B48-8B68-099849ED7C3F}"/>
          </ac:spMkLst>
        </pc:spChg>
        <pc:graphicFrameChg chg="mod">
          <ac:chgData name="Soumita Sengupta" userId="4afa6ce1-cb01-46c2-8538-4650222f0c96" providerId="ADAL" clId="{6D014E28-5AC5-424B-B335-F0A00E851760}" dt="2021-04-06T11:14:24.769" v="242" actId="108"/>
          <ac:graphicFrameMkLst>
            <pc:docMk/>
            <pc:sldMk cId="1207871582" sldId="481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3:51.395" v="384"/>
          <ac:picMkLst>
            <pc:docMk/>
            <pc:sldMk cId="1207871582" sldId="481"/>
            <ac:picMk id="7" creationId="{69BB296C-E55E-46D1-94CD-C2D6A43E2B29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1:16:13.054" v="255" actId="113"/>
        <pc:sldMkLst>
          <pc:docMk/>
          <pc:sldMk cId="4081721116" sldId="482"/>
        </pc:sldMkLst>
        <pc:spChg chg="mod">
          <ac:chgData name="Soumita Sengupta" userId="4afa6ce1-cb01-46c2-8538-4650222f0c96" providerId="ADAL" clId="{6D014E28-5AC5-424B-B335-F0A00E851760}" dt="2021-04-06T11:16:13.054" v="255" actId="113"/>
          <ac:spMkLst>
            <pc:docMk/>
            <pc:sldMk cId="4081721116" sldId="482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6T11:34:03.642" v="387"/>
        <pc:sldMkLst>
          <pc:docMk/>
          <pc:sldMk cId="1725077821" sldId="483"/>
        </pc:sldMkLst>
        <pc:spChg chg="del">
          <ac:chgData name="Soumita Sengupta" userId="4afa6ce1-cb01-46c2-8538-4650222f0c96" providerId="ADAL" clId="{6D014E28-5AC5-424B-B335-F0A00E851760}" dt="2021-04-06T11:33:57.501" v="385" actId="478"/>
          <ac:spMkLst>
            <pc:docMk/>
            <pc:sldMk cId="1725077821" sldId="483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3:59.696" v="386" actId="478"/>
          <ac:spMkLst>
            <pc:docMk/>
            <pc:sldMk cId="1725077821" sldId="483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03.642" v="387"/>
          <ac:spMkLst>
            <pc:docMk/>
            <pc:sldMk cId="1725077821" sldId="483"/>
            <ac:spMk id="8" creationId="{8F7B7D83-792B-4DE2-BFEF-3B65CB0DE452}"/>
          </ac:spMkLst>
        </pc:spChg>
        <pc:graphicFrameChg chg="mod">
          <ac:chgData name="Soumita Sengupta" userId="4afa6ce1-cb01-46c2-8538-4650222f0c96" providerId="ADAL" clId="{6D014E28-5AC5-424B-B335-F0A00E851760}" dt="2021-04-06T11:16:55.892" v="264" actId="108"/>
          <ac:graphicFrameMkLst>
            <pc:docMk/>
            <pc:sldMk cId="1725077821" sldId="483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03.642" v="387"/>
          <ac:picMkLst>
            <pc:docMk/>
            <pc:sldMk cId="1725077821" sldId="483"/>
            <ac:picMk id="7" creationId="{033D1B5E-8501-40C3-9B5C-534A21B8FC2A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4:11.065" v="390"/>
        <pc:sldMkLst>
          <pc:docMk/>
          <pc:sldMk cId="401624613" sldId="484"/>
        </pc:sldMkLst>
        <pc:spChg chg="del">
          <ac:chgData name="Soumita Sengupta" userId="4afa6ce1-cb01-46c2-8538-4650222f0c96" providerId="ADAL" clId="{6D014E28-5AC5-424B-B335-F0A00E851760}" dt="2021-04-06T11:34:07.368" v="388" actId="478"/>
          <ac:spMkLst>
            <pc:docMk/>
            <pc:sldMk cId="401624613" sldId="484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4:09.387" v="389" actId="478"/>
          <ac:spMkLst>
            <pc:docMk/>
            <pc:sldMk cId="401624613" sldId="484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11.065" v="390"/>
          <ac:spMkLst>
            <pc:docMk/>
            <pc:sldMk cId="401624613" sldId="484"/>
            <ac:spMk id="8" creationId="{D574F81B-227B-4F8F-8BBA-8437CFC2187D}"/>
          </ac:spMkLst>
        </pc:spChg>
        <pc:graphicFrameChg chg="mod">
          <ac:chgData name="Soumita Sengupta" userId="4afa6ce1-cb01-46c2-8538-4650222f0c96" providerId="ADAL" clId="{6D014E28-5AC5-424B-B335-F0A00E851760}" dt="2021-04-06T11:17:21.464" v="272" actId="108"/>
          <ac:graphicFrameMkLst>
            <pc:docMk/>
            <pc:sldMk cId="401624613" sldId="484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11.065" v="390"/>
          <ac:picMkLst>
            <pc:docMk/>
            <pc:sldMk cId="401624613" sldId="484"/>
            <ac:picMk id="7" creationId="{2F6F01EC-A790-4076-A618-FC637A30FF51}"/>
          </ac:picMkLst>
        </pc:picChg>
      </pc:sldChg>
      <pc:sldChg chg="modSp add del mod ord">
        <pc:chgData name="Soumita Sengupta" userId="4afa6ce1-cb01-46c2-8538-4650222f0c96" providerId="ADAL" clId="{6D014E28-5AC5-424B-B335-F0A00E851760}" dt="2021-04-06T11:18:10.340" v="278" actId="47"/>
        <pc:sldMkLst>
          <pc:docMk/>
          <pc:sldMk cId="3084910297" sldId="485"/>
        </pc:sldMkLst>
        <pc:spChg chg="mod">
          <ac:chgData name="Soumita Sengupta" userId="4afa6ce1-cb01-46c2-8538-4650222f0c96" providerId="ADAL" clId="{6D014E28-5AC5-424B-B335-F0A00E851760}" dt="2021-04-06T11:18:03.209" v="276" actId="6549"/>
          <ac:spMkLst>
            <pc:docMk/>
            <pc:sldMk cId="3084910297" sldId="485"/>
            <ac:spMk id="2" creationId="{57983F62-BBB9-431B-A37F-BDA0DC7153F6}"/>
          </ac:spMkLst>
        </pc:spChg>
      </pc:sldChg>
      <pc:sldChg chg="modSp add del mod">
        <pc:chgData name="Soumita Sengupta" userId="4afa6ce1-cb01-46c2-8538-4650222f0c96" providerId="ADAL" clId="{6D014E28-5AC5-424B-B335-F0A00E851760}" dt="2021-04-08T08:59:39.219" v="403" actId="47"/>
        <pc:sldMkLst>
          <pc:docMk/>
          <pc:sldMk cId="1051422832" sldId="486"/>
        </pc:sldMkLst>
        <pc:spChg chg="mod">
          <ac:chgData name="Soumita Sengupta" userId="4afa6ce1-cb01-46c2-8538-4650222f0c96" providerId="ADAL" clId="{6D014E28-5AC5-424B-B335-F0A00E851760}" dt="2021-04-06T11:18:28.261" v="282"/>
          <ac:spMkLst>
            <pc:docMk/>
            <pc:sldMk cId="1051422832" sldId="486"/>
            <ac:spMk id="2" creationId="{57983F62-BBB9-431B-A37F-BDA0DC7153F6}"/>
          </ac:spMkLst>
        </pc:spChg>
      </pc:sldChg>
      <pc:sldChg chg="addSp delSp modSp add del mod">
        <pc:chgData name="Soumita Sengupta" userId="4afa6ce1-cb01-46c2-8538-4650222f0c96" providerId="ADAL" clId="{6D014E28-5AC5-424B-B335-F0A00E851760}" dt="2021-04-08T08:59:41.082" v="404" actId="47"/>
        <pc:sldMkLst>
          <pc:docMk/>
          <pc:sldMk cId="3301539231" sldId="487"/>
        </pc:sldMkLst>
        <pc:spChg chg="del">
          <ac:chgData name="Soumita Sengupta" userId="4afa6ce1-cb01-46c2-8538-4650222f0c96" providerId="ADAL" clId="{6D014E28-5AC5-424B-B335-F0A00E851760}" dt="2021-04-06T11:34:22.966" v="391" actId="478"/>
          <ac:spMkLst>
            <pc:docMk/>
            <pc:sldMk cId="3301539231" sldId="487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4:25.495" v="392" actId="478"/>
          <ac:spMkLst>
            <pc:docMk/>
            <pc:sldMk cId="3301539231" sldId="487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27.026" v="393"/>
          <ac:spMkLst>
            <pc:docMk/>
            <pc:sldMk cId="3301539231" sldId="487"/>
            <ac:spMk id="8" creationId="{01B57924-6E5C-4A16-A9B4-78819B5D0E23}"/>
          </ac:spMkLst>
        </pc:spChg>
        <pc:graphicFrameChg chg="mod">
          <ac:chgData name="Soumita Sengupta" userId="4afa6ce1-cb01-46c2-8538-4650222f0c96" providerId="ADAL" clId="{6D014E28-5AC5-424B-B335-F0A00E851760}" dt="2021-04-06T11:19:17.704" v="293" actId="255"/>
          <ac:graphicFrameMkLst>
            <pc:docMk/>
            <pc:sldMk cId="3301539231" sldId="487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27.026" v="393"/>
          <ac:picMkLst>
            <pc:docMk/>
            <pc:sldMk cId="3301539231" sldId="487"/>
            <ac:picMk id="7" creationId="{441A97DD-C594-4635-877F-61F105504BC4}"/>
          </ac:picMkLst>
        </pc:picChg>
      </pc:sldChg>
      <pc:sldChg chg="addSp delSp modSp add del mod">
        <pc:chgData name="Soumita Sengupta" userId="4afa6ce1-cb01-46c2-8538-4650222f0c96" providerId="ADAL" clId="{6D014E28-5AC5-424B-B335-F0A00E851760}" dt="2021-04-08T08:59:42.101" v="405" actId="47"/>
        <pc:sldMkLst>
          <pc:docMk/>
          <pc:sldMk cId="3075750034" sldId="488"/>
        </pc:sldMkLst>
        <pc:spChg chg="del">
          <ac:chgData name="Soumita Sengupta" userId="4afa6ce1-cb01-46c2-8538-4650222f0c96" providerId="ADAL" clId="{6D014E28-5AC5-424B-B335-F0A00E851760}" dt="2021-04-06T11:34:30.922" v="394" actId="478"/>
          <ac:spMkLst>
            <pc:docMk/>
            <pc:sldMk cId="3075750034" sldId="488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4:32.799" v="395" actId="478"/>
          <ac:spMkLst>
            <pc:docMk/>
            <pc:sldMk cId="3075750034" sldId="488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34.441" v="396"/>
          <ac:spMkLst>
            <pc:docMk/>
            <pc:sldMk cId="3075750034" sldId="488"/>
            <ac:spMk id="8" creationId="{39B4C5F5-A2BF-46B4-BD86-C43103F6847E}"/>
          </ac:spMkLst>
        </pc:spChg>
        <pc:graphicFrameChg chg="mod">
          <ac:chgData name="Soumita Sengupta" userId="4afa6ce1-cb01-46c2-8538-4650222f0c96" providerId="ADAL" clId="{6D014E28-5AC5-424B-B335-F0A00E851760}" dt="2021-04-06T11:19:29.147" v="295" actId="255"/>
          <ac:graphicFrameMkLst>
            <pc:docMk/>
            <pc:sldMk cId="3075750034" sldId="488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34.441" v="396"/>
          <ac:picMkLst>
            <pc:docMk/>
            <pc:sldMk cId="3075750034" sldId="488"/>
            <ac:picMk id="7" creationId="{B5662F97-45B6-4308-A44A-03DC56923B94}"/>
          </ac:picMkLst>
        </pc:picChg>
      </pc:sldChg>
      <pc:sldChg chg="modSp add mod ord">
        <pc:chgData name="Soumita Sengupta" userId="4afa6ce1-cb01-46c2-8538-4650222f0c96" providerId="ADAL" clId="{6D014E28-5AC5-424B-B335-F0A00E851760}" dt="2021-04-06T11:20:07.227" v="302"/>
        <pc:sldMkLst>
          <pc:docMk/>
          <pc:sldMk cId="2562816360" sldId="489"/>
        </pc:sldMkLst>
        <pc:spChg chg="mod">
          <ac:chgData name="Soumita Sengupta" userId="4afa6ce1-cb01-46c2-8538-4650222f0c96" providerId="ADAL" clId="{6D014E28-5AC5-424B-B335-F0A00E851760}" dt="2021-04-06T11:20:07.227" v="302"/>
          <ac:spMkLst>
            <pc:docMk/>
            <pc:sldMk cId="2562816360" sldId="489"/>
            <ac:spMk id="2" creationId="{57983F62-BBB9-431B-A37F-BDA0DC7153F6}"/>
          </ac:spMkLst>
        </pc:spChg>
      </pc:sldChg>
      <pc:sldChg chg="addSp delSp modSp add mod">
        <pc:chgData name="Soumita Sengupta" userId="4afa6ce1-cb01-46c2-8538-4650222f0c96" providerId="ADAL" clId="{6D014E28-5AC5-424B-B335-F0A00E851760}" dt="2021-04-06T11:34:44.827" v="399"/>
        <pc:sldMkLst>
          <pc:docMk/>
          <pc:sldMk cId="587301050" sldId="490"/>
        </pc:sldMkLst>
        <pc:spChg chg="del">
          <ac:chgData name="Soumita Sengupta" userId="4afa6ce1-cb01-46c2-8538-4650222f0c96" providerId="ADAL" clId="{6D014E28-5AC5-424B-B335-F0A00E851760}" dt="2021-04-06T11:34:40.622" v="397" actId="478"/>
          <ac:spMkLst>
            <pc:docMk/>
            <pc:sldMk cId="587301050" sldId="490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4:42.621" v="398" actId="478"/>
          <ac:spMkLst>
            <pc:docMk/>
            <pc:sldMk cId="587301050" sldId="490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44.827" v="399"/>
          <ac:spMkLst>
            <pc:docMk/>
            <pc:sldMk cId="587301050" sldId="490"/>
            <ac:spMk id="8" creationId="{B5620C1A-C585-44A2-AB24-C74892DCA3EE}"/>
          </ac:spMkLst>
        </pc:spChg>
        <pc:graphicFrameChg chg="mod">
          <ac:chgData name="Soumita Sengupta" userId="4afa6ce1-cb01-46c2-8538-4650222f0c96" providerId="ADAL" clId="{6D014E28-5AC5-424B-B335-F0A00E851760}" dt="2021-04-06T11:20:53.289" v="307" actId="255"/>
          <ac:graphicFrameMkLst>
            <pc:docMk/>
            <pc:sldMk cId="587301050" sldId="490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44.827" v="399"/>
          <ac:picMkLst>
            <pc:docMk/>
            <pc:sldMk cId="587301050" sldId="490"/>
            <ac:picMk id="7" creationId="{BA0AE333-A933-4878-9F5A-472B3B806519}"/>
          </ac:picMkLst>
        </pc:picChg>
      </pc:sldChg>
      <pc:sldChg chg="addSp delSp modSp add mod">
        <pc:chgData name="Soumita Sengupta" userId="4afa6ce1-cb01-46c2-8538-4650222f0c96" providerId="ADAL" clId="{6D014E28-5AC5-424B-B335-F0A00E851760}" dt="2021-04-06T11:34:51.403" v="402"/>
        <pc:sldMkLst>
          <pc:docMk/>
          <pc:sldMk cId="1654427468" sldId="491"/>
        </pc:sldMkLst>
        <pc:spChg chg="del">
          <ac:chgData name="Soumita Sengupta" userId="4afa6ce1-cb01-46c2-8538-4650222f0c96" providerId="ADAL" clId="{6D014E28-5AC5-424B-B335-F0A00E851760}" dt="2021-04-06T11:34:47.739" v="400" actId="478"/>
          <ac:spMkLst>
            <pc:docMk/>
            <pc:sldMk cId="1654427468" sldId="491"/>
            <ac:spMk id="3" creationId="{00000000-0000-0000-0000-000000000000}"/>
          </ac:spMkLst>
        </pc:spChg>
        <pc:spChg chg="del">
          <ac:chgData name="Soumita Sengupta" userId="4afa6ce1-cb01-46c2-8538-4650222f0c96" providerId="ADAL" clId="{6D014E28-5AC5-424B-B335-F0A00E851760}" dt="2021-04-06T11:34:49.571" v="401" actId="478"/>
          <ac:spMkLst>
            <pc:docMk/>
            <pc:sldMk cId="1654427468" sldId="491"/>
            <ac:spMk id="4" creationId="{00000000-0000-0000-0000-000000000000}"/>
          </ac:spMkLst>
        </pc:spChg>
        <pc:spChg chg="add mod">
          <ac:chgData name="Soumita Sengupta" userId="4afa6ce1-cb01-46c2-8538-4650222f0c96" providerId="ADAL" clId="{6D014E28-5AC5-424B-B335-F0A00E851760}" dt="2021-04-06T11:34:51.403" v="402"/>
          <ac:spMkLst>
            <pc:docMk/>
            <pc:sldMk cId="1654427468" sldId="491"/>
            <ac:spMk id="8" creationId="{EFCC832C-E209-4A95-A02D-4FF671F60C42}"/>
          </ac:spMkLst>
        </pc:spChg>
        <pc:graphicFrameChg chg="mod">
          <ac:chgData name="Soumita Sengupta" userId="4afa6ce1-cb01-46c2-8538-4650222f0c96" providerId="ADAL" clId="{6D014E28-5AC5-424B-B335-F0A00E851760}" dt="2021-04-06T11:22:04.255" v="310" actId="255"/>
          <ac:graphicFrameMkLst>
            <pc:docMk/>
            <pc:sldMk cId="1654427468" sldId="491"/>
            <ac:graphicFrameMk id="6" creationId="{00000000-0000-0000-0000-000000000000}"/>
          </ac:graphicFrameMkLst>
        </pc:graphicFrameChg>
        <pc:picChg chg="add mod">
          <ac:chgData name="Soumita Sengupta" userId="4afa6ce1-cb01-46c2-8538-4650222f0c96" providerId="ADAL" clId="{6D014E28-5AC5-424B-B335-F0A00E851760}" dt="2021-04-06T11:34:51.403" v="402"/>
          <ac:picMkLst>
            <pc:docMk/>
            <pc:sldMk cId="1654427468" sldId="491"/>
            <ac:picMk id="7" creationId="{035D253D-EEEA-48CF-8AEC-825C5A976C88}"/>
          </ac:picMkLst>
        </pc:picChg>
      </pc:sldChg>
    </pc:docChg>
  </pc:docChgLst>
  <pc:docChgLst>
    <pc:chgData name="Soumita Sengupta" userId="4afa6ce1-cb01-46c2-8538-4650222f0c96" providerId="ADAL" clId="{0225210D-CC00-4104-A046-1BEDB6A2CC22}"/>
    <pc:docChg chg="undo custSel delSld modSld">
      <pc:chgData name="Soumita Sengupta" userId="4afa6ce1-cb01-46c2-8538-4650222f0c96" providerId="ADAL" clId="{0225210D-CC00-4104-A046-1BEDB6A2CC22}" dt="2021-08-26T12:43:45.907" v="180" actId="47"/>
      <pc:docMkLst>
        <pc:docMk/>
      </pc:docMkLst>
      <pc:sldChg chg="modSp mod">
        <pc:chgData name="Soumita Sengupta" userId="4afa6ce1-cb01-46c2-8538-4650222f0c96" providerId="ADAL" clId="{0225210D-CC00-4104-A046-1BEDB6A2CC22}" dt="2021-08-26T12:43:25.063" v="179"/>
        <pc:sldMkLst>
          <pc:docMk/>
          <pc:sldMk cId="1912468287" sldId="260"/>
        </pc:sldMkLst>
        <pc:spChg chg="mod">
          <ac:chgData name="Soumita Sengupta" userId="4afa6ce1-cb01-46c2-8538-4650222f0c96" providerId="ADAL" clId="{0225210D-CC00-4104-A046-1BEDB6A2CC22}" dt="2021-08-26T12:43:25.063" v="179"/>
          <ac:spMkLst>
            <pc:docMk/>
            <pc:sldMk cId="1912468287" sldId="260"/>
            <ac:spMk id="5" creationId="{00000000-0000-0000-0000-000000000000}"/>
          </ac:spMkLst>
        </pc:spChg>
      </pc:sldChg>
      <pc:sldChg chg="modSp mod">
        <pc:chgData name="Soumita Sengupta" userId="4afa6ce1-cb01-46c2-8538-4650222f0c96" providerId="ADAL" clId="{0225210D-CC00-4104-A046-1BEDB6A2CC22}" dt="2021-08-26T12:30:49.685" v="40" actId="20577"/>
        <pc:sldMkLst>
          <pc:docMk/>
          <pc:sldMk cId="2584036331" sldId="339"/>
        </pc:sldMkLst>
        <pc:spChg chg="mod">
          <ac:chgData name="Soumita Sengupta" userId="4afa6ce1-cb01-46c2-8538-4650222f0c96" providerId="ADAL" clId="{0225210D-CC00-4104-A046-1BEDB6A2CC22}" dt="2021-08-26T12:30:49.685" v="40" actId="20577"/>
          <ac:spMkLst>
            <pc:docMk/>
            <pc:sldMk cId="2584036331" sldId="339"/>
            <ac:spMk id="5" creationId="{6D1A1596-A8D7-4C1A-8956-0FA40A84EFCA}"/>
          </ac:spMkLst>
        </pc:spChg>
      </pc:sldChg>
      <pc:sldChg chg="del">
        <pc:chgData name="Soumita Sengupta" userId="4afa6ce1-cb01-46c2-8538-4650222f0c96" providerId="ADAL" clId="{0225210D-CC00-4104-A046-1BEDB6A2CC22}" dt="2021-08-26T12:31:04.171" v="44" actId="47"/>
        <pc:sldMkLst>
          <pc:docMk/>
          <pc:sldMk cId="1676893809" sldId="520"/>
        </pc:sldMkLst>
      </pc:sldChg>
      <pc:sldChg chg="del">
        <pc:chgData name="Soumita Sengupta" userId="4afa6ce1-cb01-46c2-8538-4650222f0c96" providerId="ADAL" clId="{0225210D-CC00-4104-A046-1BEDB6A2CC22}" dt="2021-08-26T12:31:03.549" v="43" actId="47"/>
        <pc:sldMkLst>
          <pc:docMk/>
          <pc:sldMk cId="2863234239" sldId="525"/>
        </pc:sldMkLst>
      </pc:sldChg>
      <pc:sldChg chg="del">
        <pc:chgData name="Soumita Sengupta" userId="4afa6ce1-cb01-46c2-8538-4650222f0c96" providerId="ADAL" clId="{0225210D-CC00-4104-A046-1BEDB6A2CC22}" dt="2021-08-26T12:31:03.120" v="42" actId="47"/>
        <pc:sldMkLst>
          <pc:docMk/>
          <pc:sldMk cId="3781635149" sldId="752"/>
        </pc:sldMkLst>
      </pc:sldChg>
      <pc:sldChg chg="del">
        <pc:chgData name="Soumita Sengupta" userId="4afa6ce1-cb01-46c2-8538-4650222f0c96" providerId="ADAL" clId="{0225210D-CC00-4104-A046-1BEDB6A2CC22}" dt="2021-08-26T12:31:04.606" v="45" actId="47"/>
        <pc:sldMkLst>
          <pc:docMk/>
          <pc:sldMk cId="3609704129" sldId="753"/>
        </pc:sldMkLst>
      </pc:sldChg>
      <pc:sldChg chg="del">
        <pc:chgData name="Soumita Sengupta" userId="4afa6ce1-cb01-46c2-8538-4650222f0c96" providerId="ADAL" clId="{0225210D-CC00-4104-A046-1BEDB6A2CC22}" dt="2021-08-26T12:31:05.107" v="46" actId="47"/>
        <pc:sldMkLst>
          <pc:docMk/>
          <pc:sldMk cId="3563480216" sldId="756"/>
        </pc:sldMkLst>
      </pc:sldChg>
      <pc:sldChg chg="del">
        <pc:chgData name="Soumita Sengupta" userId="4afa6ce1-cb01-46c2-8538-4650222f0c96" providerId="ADAL" clId="{0225210D-CC00-4104-A046-1BEDB6A2CC22}" dt="2021-08-26T12:31:05.424" v="47" actId="47"/>
        <pc:sldMkLst>
          <pc:docMk/>
          <pc:sldMk cId="1011519630" sldId="757"/>
        </pc:sldMkLst>
      </pc:sldChg>
      <pc:sldChg chg="del">
        <pc:chgData name="Soumita Sengupta" userId="4afa6ce1-cb01-46c2-8538-4650222f0c96" providerId="ADAL" clId="{0225210D-CC00-4104-A046-1BEDB6A2CC22}" dt="2021-08-26T12:31:06.218" v="48" actId="47"/>
        <pc:sldMkLst>
          <pc:docMk/>
          <pc:sldMk cId="3902355907" sldId="758"/>
        </pc:sldMkLst>
      </pc:sldChg>
      <pc:sldChg chg="del">
        <pc:chgData name="Soumita Sengupta" userId="4afa6ce1-cb01-46c2-8538-4650222f0c96" providerId="ADAL" clId="{0225210D-CC00-4104-A046-1BEDB6A2CC22}" dt="2021-08-26T12:43:45.907" v="180" actId="47"/>
        <pc:sldMkLst>
          <pc:docMk/>
          <pc:sldMk cId="2304859679" sldId="759"/>
        </pc:sldMkLst>
      </pc:sldChg>
      <pc:sldChg chg="del">
        <pc:chgData name="Soumita Sengupta" userId="4afa6ce1-cb01-46c2-8538-4650222f0c96" providerId="ADAL" clId="{0225210D-CC00-4104-A046-1BEDB6A2CC22}" dt="2021-08-26T12:31:01.299" v="41" actId="47"/>
        <pc:sldMkLst>
          <pc:docMk/>
          <pc:sldMk cId="53564333" sldId="1330"/>
        </pc:sldMkLst>
      </pc:sldChg>
      <pc:sldChg chg="del">
        <pc:chgData name="Soumita Sengupta" userId="4afa6ce1-cb01-46c2-8538-4650222f0c96" providerId="ADAL" clId="{0225210D-CC00-4104-A046-1BEDB6A2CC22}" dt="2021-08-26T12:31:07.375" v="52" actId="47"/>
        <pc:sldMkLst>
          <pc:docMk/>
          <pc:sldMk cId="3054948585" sldId="1413"/>
        </pc:sldMkLst>
      </pc:sldChg>
      <pc:sldChg chg="del">
        <pc:chgData name="Soumita Sengupta" userId="4afa6ce1-cb01-46c2-8538-4650222f0c96" providerId="ADAL" clId="{0225210D-CC00-4104-A046-1BEDB6A2CC22}" dt="2021-08-26T12:31:07.708" v="53" actId="47"/>
        <pc:sldMkLst>
          <pc:docMk/>
          <pc:sldMk cId="122248758" sldId="1414"/>
        </pc:sldMkLst>
      </pc:sldChg>
      <pc:sldChg chg="del">
        <pc:chgData name="Soumita Sengupta" userId="4afa6ce1-cb01-46c2-8538-4650222f0c96" providerId="ADAL" clId="{0225210D-CC00-4104-A046-1BEDB6A2CC22}" dt="2021-08-26T12:31:07.979" v="54" actId="47"/>
        <pc:sldMkLst>
          <pc:docMk/>
          <pc:sldMk cId="3465650862" sldId="1415"/>
        </pc:sldMkLst>
      </pc:sldChg>
      <pc:sldChg chg="del">
        <pc:chgData name="Soumita Sengupta" userId="4afa6ce1-cb01-46c2-8538-4650222f0c96" providerId="ADAL" clId="{0225210D-CC00-4104-A046-1BEDB6A2CC22}" dt="2021-08-26T12:31:06.569" v="49" actId="47"/>
        <pc:sldMkLst>
          <pc:docMk/>
          <pc:sldMk cId="1798438021" sldId="1416"/>
        </pc:sldMkLst>
      </pc:sldChg>
      <pc:sldChg chg="del">
        <pc:chgData name="Soumita Sengupta" userId="4afa6ce1-cb01-46c2-8538-4650222f0c96" providerId="ADAL" clId="{0225210D-CC00-4104-A046-1BEDB6A2CC22}" dt="2021-08-26T12:31:06.832" v="50" actId="47"/>
        <pc:sldMkLst>
          <pc:docMk/>
          <pc:sldMk cId="2922319439" sldId="1417"/>
        </pc:sldMkLst>
      </pc:sldChg>
      <pc:sldChg chg="del">
        <pc:chgData name="Soumita Sengupta" userId="4afa6ce1-cb01-46c2-8538-4650222f0c96" providerId="ADAL" clId="{0225210D-CC00-4104-A046-1BEDB6A2CC22}" dt="2021-08-26T12:31:07.097" v="51" actId="47"/>
        <pc:sldMkLst>
          <pc:docMk/>
          <pc:sldMk cId="1424513111" sldId="1418"/>
        </pc:sldMkLst>
      </pc:sldChg>
      <pc:sldChg chg="del">
        <pc:chgData name="Soumita Sengupta" userId="4afa6ce1-cb01-46c2-8538-4650222f0c96" providerId="ADAL" clId="{0225210D-CC00-4104-A046-1BEDB6A2CC22}" dt="2021-08-26T12:31:08.535" v="55" actId="47"/>
        <pc:sldMkLst>
          <pc:docMk/>
          <pc:sldMk cId="647596170" sldId="1420"/>
        </pc:sldMkLst>
      </pc:sldChg>
      <pc:sldChg chg="del">
        <pc:chgData name="Soumita Sengupta" userId="4afa6ce1-cb01-46c2-8538-4650222f0c96" providerId="ADAL" clId="{0225210D-CC00-4104-A046-1BEDB6A2CC22}" dt="2021-08-26T12:31:08.739" v="56" actId="47"/>
        <pc:sldMkLst>
          <pc:docMk/>
          <pc:sldMk cId="3641482099" sldId="1421"/>
        </pc:sldMkLst>
      </pc:sldChg>
      <pc:sldChg chg="del">
        <pc:chgData name="Soumita Sengupta" userId="4afa6ce1-cb01-46c2-8538-4650222f0c96" providerId="ADAL" clId="{0225210D-CC00-4104-A046-1BEDB6A2CC22}" dt="2021-08-26T12:31:08.960" v="57" actId="47"/>
        <pc:sldMkLst>
          <pc:docMk/>
          <pc:sldMk cId="3474625581" sldId="1422"/>
        </pc:sldMkLst>
      </pc:sldChg>
      <pc:sldChg chg="del">
        <pc:chgData name="Soumita Sengupta" userId="4afa6ce1-cb01-46c2-8538-4650222f0c96" providerId="ADAL" clId="{0225210D-CC00-4104-A046-1BEDB6A2CC22}" dt="2021-08-26T12:31:09.222" v="58" actId="47"/>
        <pc:sldMkLst>
          <pc:docMk/>
          <pc:sldMk cId="1290964860" sldId="1423"/>
        </pc:sldMkLst>
      </pc:sldChg>
      <pc:sldChg chg="del">
        <pc:chgData name="Soumita Sengupta" userId="4afa6ce1-cb01-46c2-8538-4650222f0c96" providerId="ADAL" clId="{0225210D-CC00-4104-A046-1BEDB6A2CC22}" dt="2021-08-26T12:31:09.664" v="59" actId="47"/>
        <pc:sldMkLst>
          <pc:docMk/>
          <pc:sldMk cId="160926858" sldId="1424"/>
        </pc:sldMkLst>
      </pc:sldChg>
      <pc:sldChg chg="del">
        <pc:chgData name="Soumita Sengupta" userId="4afa6ce1-cb01-46c2-8538-4650222f0c96" providerId="ADAL" clId="{0225210D-CC00-4104-A046-1BEDB6A2CC22}" dt="2021-08-26T12:31:09.895" v="60" actId="47"/>
        <pc:sldMkLst>
          <pc:docMk/>
          <pc:sldMk cId="3344684391" sldId="1425"/>
        </pc:sldMkLst>
      </pc:sldChg>
      <pc:sldChg chg="del">
        <pc:chgData name="Soumita Sengupta" userId="4afa6ce1-cb01-46c2-8538-4650222f0c96" providerId="ADAL" clId="{0225210D-CC00-4104-A046-1BEDB6A2CC22}" dt="2021-08-26T12:31:10.088" v="61" actId="47"/>
        <pc:sldMkLst>
          <pc:docMk/>
          <pc:sldMk cId="2759214351" sldId="1426"/>
        </pc:sldMkLst>
      </pc:sldChg>
      <pc:sldChg chg="del">
        <pc:chgData name="Soumita Sengupta" userId="4afa6ce1-cb01-46c2-8538-4650222f0c96" providerId="ADAL" clId="{0225210D-CC00-4104-A046-1BEDB6A2CC22}" dt="2021-08-26T12:31:10.255" v="62" actId="47"/>
        <pc:sldMkLst>
          <pc:docMk/>
          <pc:sldMk cId="2419167630" sldId="1427"/>
        </pc:sldMkLst>
      </pc:sldChg>
      <pc:sldChg chg="del">
        <pc:chgData name="Soumita Sengupta" userId="4afa6ce1-cb01-46c2-8538-4650222f0c96" providerId="ADAL" clId="{0225210D-CC00-4104-A046-1BEDB6A2CC22}" dt="2021-08-26T12:31:10.441" v="63" actId="47"/>
        <pc:sldMkLst>
          <pc:docMk/>
          <pc:sldMk cId="2239575331" sldId="1428"/>
        </pc:sldMkLst>
      </pc:sldChg>
      <pc:sldChg chg="del">
        <pc:chgData name="Soumita Sengupta" userId="4afa6ce1-cb01-46c2-8538-4650222f0c96" providerId="ADAL" clId="{0225210D-CC00-4104-A046-1BEDB6A2CC22}" dt="2021-08-26T12:31:10.634" v="64" actId="47"/>
        <pc:sldMkLst>
          <pc:docMk/>
          <pc:sldMk cId="304666948" sldId="1429"/>
        </pc:sldMkLst>
      </pc:sldChg>
      <pc:sldChg chg="del">
        <pc:chgData name="Soumita Sengupta" userId="4afa6ce1-cb01-46c2-8538-4650222f0c96" providerId="ADAL" clId="{0225210D-CC00-4104-A046-1BEDB6A2CC22}" dt="2021-08-26T12:31:10.821" v="65" actId="47"/>
        <pc:sldMkLst>
          <pc:docMk/>
          <pc:sldMk cId="1574462772" sldId="1430"/>
        </pc:sldMkLst>
      </pc:sldChg>
      <pc:sldChg chg="del">
        <pc:chgData name="Soumita Sengupta" userId="4afa6ce1-cb01-46c2-8538-4650222f0c96" providerId="ADAL" clId="{0225210D-CC00-4104-A046-1BEDB6A2CC22}" dt="2021-08-26T12:31:11.004" v="66" actId="47"/>
        <pc:sldMkLst>
          <pc:docMk/>
          <pc:sldMk cId="1672728295" sldId="1431"/>
        </pc:sldMkLst>
      </pc:sldChg>
      <pc:sldChg chg="del">
        <pc:chgData name="Soumita Sengupta" userId="4afa6ce1-cb01-46c2-8538-4650222f0c96" providerId="ADAL" clId="{0225210D-CC00-4104-A046-1BEDB6A2CC22}" dt="2021-08-26T12:31:11.308" v="67" actId="47"/>
        <pc:sldMkLst>
          <pc:docMk/>
          <pc:sldMk cId="2163140918" sldId="1432"/>
        </pc:sldMkLst>
      </pc:sldChg>
      <pc:sldChg chg="del">
        <pc:chgData name="Soumita Sengupta" userId="4afa6ce1-cb01-46c2-8538-4650222f0c96" providerId="ADAL" clId="{0225210D-CC00-4104-A046-1BEDB6A2CC22}" dt="2021-08-26T12:31:11.574" v="68" actId="47"/>
        <pc:sldMkLst>
          <pc:docMk/>
          <pc:sldMk cId="2231482636" sldId="1433"/>
        </pc:sldMkLst>
      </pc:sldChg>
      <pc:sldChg chg="del">
        <pc:chgData name="Soumita Sengupta" userId="4afa6ce1-cb01-46c2-8538-4650222f0c96" providerId="ADAL" clId="{0225210D-CC00-4104-A046-1BEDB6A2CC22}" dt="2021-08-26T12:31:11.770" v="69" actId="47"/>
        <pc:sldMkLst>
          <pc:docMk/>
          <pc:sldMk cId="3775871403" sldId="1434"/>
        </pc:sldMkLst>
      </pc:sldChg>
      <pc:sldChg chg="del">
        <pc:chgData name="Soumita Sengupta" userId="4afa6ce1-cb01-46c2-8538-4650222f0c96" providerId="ADAL" clId="{0225210D-CC00-4104-A046-1BEDB6A2CC22}" dt="2021-08-26T12:31:12.016" v="70" actId="47"/>
        <pc:sldMkLst>
          <pc:docMk/>
          <pc:sldMk cId="707183902" sldId="1435"/>
        </pc:sldMkLst>
      </pc:sldChg>
      <pc:sldChg chg="del">
        <pc:chgData name="Soumita Sengupta" userId="4afa6ce1-cb01-46c2-8538-4650222f0c96" providerId="ADAL" clId="{0225210D-CC00-4104-A046-1BEDB6A2CC22}" dt="2021-08-26T12:31:12.248" v="71" actId="47"/>
        <pc:sldMkLst>
          <pc:docMk/>
          <pc:sldMk cId="2259711440" sldId="1436"/>
        </pc:sldMkLst>
      </pc:sldChg>
      <pc:sldChg chg="del">
        <pc:chgData name="Soumita Sengupta" userId="4afa6ce1-cb01-46c2-8538-4650222f0c96" providerId="ADAL" clId="{0225210D-CC00-4104-A046-1BEDB6A2CC22}" dt="2021-08-26T12:31:12.499" v="72" actId="47"/>
        <pc:sldMkLst>
          <pc:docMk/>
          <pc:sldMk cId="446448066" sldId="1437"/>
        </pc:sldMkLst>
      </pc:sldChg>
      <pc:sldChg chg="del">
        <pc:chgData name="Soumita Sengupta" userId="4afa6ce1-cb01-46c2-8538-4650222f0c96" providerId="ADAL" clId="{0225210D-CC00-4104-A046-1BEDB6A2CC22}" dt="2021-08-26T12:31:13.067" v="74" actId="47"/>
        <pc:sldMkLst>
          <pc:docMk/>
          <pc:sldMk cId="3714464262" sldId="1438"/>
        </pc:sldMkLst>
      </pc:sldChg>
      <pc:sldChg chg="del">
        <pc:chgData name="Soumita Sengupta" userId="4afa6ce1-cb01-46c2-8538-4650222f0c96" providerId="ADAL" clId="{0225210D-CC00-4104-A046-1BEDB6A2CC22}" dt="2021-08-26T12:31:12.827" v="73" actId="47"/>
        <pc:sldMkLst>
          <pc:docMk/>
          <pc:sldMk cId="3172902306" sldId="1439"/>
        </pc:sldMkLst>
      </pc:sldChg>
      <pc:sldChg chg="del">
        <pc:chgData name="Soumita Sengupta" userId="4afa6ce1-cb01-46c2-8538-4650222f0c96" providerId="ADAL" clId="{0225210D-CC00-4104-A046-1BEDB6A2CC22}" dt="2021-08-26T12:31:13.327" v="75" actId="47"/>
        <pc:sldMkLst>
          <pc:docMk/>
          <pc:sldMk cId="3568035736" sldId="1440"/>
        </pc:sldMkLst>
      </pc:sldChg>
      <pc:sldChg chg="del">
        <pc:chgData name="Soumita Sengupta" userId="4afa6ce1-cb01-46c2-8538-4650222f0c96" providerId="ADAL" clId="{0225210D-CC00-4104-A046-1BEDB6A2CC22}" dt="2021-08-26T12:31:13.573" v="76" actId="47"/>
        <pc:sldMkLst>
          <pc:docMk/>
          <pc:sldMk cId="68183755" sldId="1441"/>
        </pc:sldMkLst>
      </pc:sldChg>
      <pc:sldChg chg="del">
        <pc:chgData name="Soumita Sengupta" userId="4afa6ce1-cb01-46c2-8538-4650222f0c96" providerId="ADAL" clId="{0225210D-CC00-4104-A046-1BEDB6A2CC22}" dt="2021-08-26T12:31:13.785" v="77" actId="47"/>
        <pc:sldMkLst>
          <pc:docMk/>
          <pc:sldMk cId="2346687962" sldId="1442"/>
        </pc:sldMkLst>
      </pc:sldChg>
      <pc:sldChg chg="del">
        <pc:chgData name="Soumita Sengupta" userId="4afa6ce1-cb01-46c2-8538-4650222f0c96" providerId="ADAL" clId="{0225210D-CC00-4104-A046-1BEDB6A2CC22}" dt="2021-08-26T12:31:13.994" v="78" actId="47"/>
        <pc:sldMkLst>
          <pc:docMk/>
          <pc:sldMk cId="2260615317" sldId="1443"/>
        </pc:sldMkLst>
      </pc:sldChg>
      <pc:sldChg chg="del">
        <pc:chgData name="Soumita Sengupta" userId="4afa6ce1-cb01-46c2-8538-4650222f0c96" providerId="ADAL" clId="{0225210D-CC00-4104-A046-1BEDB6A2CC22}" dt="2021-08-26T12:31:14.443" v="79" actId="47"/>
        <pc:sldMkLst>
          <pc:docMk/>
          <pc:sldMk cId="1700556363" sldId="1444"/>
        </pc:sldMkLst>
      </pc:sldChg>
      <pc:sldChg chg="del">
        <pc:chgData name="Soumita Sengupta" userId="4afa6ce1-cb01-46c2-8538-4650222f0c96" providerId="ADAL" clId="{0225210D-CC00-4104-A046-1BEDB6A2CC22}" dt="2021-08-26T12:31:15.137" v="80" actId="47"/>
        <pc:sldMkLst>
          <pc:docMk/>
          <pc:sldMk cId="964145454" sldId="1445"/>
        </pc:sldMkLst>
      </pc:sldChg>
      <pc:sldMasterChg chg="delSldLayout">
        <pc:chgData name="Soumita Sengupta" userId="4afa6ce1-cb01-46c2-8538-4650222f0c96" providerId="ADAL" clId="{0225210D-CC00-4104-A046-1BEDB6A2CC22}" dt="2021-08-26T12:31:07.097" v="51" actId="47"/>
        <pc:sldMasterMkLst>
          <pc:docMk/>
          <pc:sldMasterMk cId="1029875623" sldId="2147483678"/>
        </pc:sldMasterMkLst>
        <pc:sldLayoutChg chg="del">
          <pc:chgData name="Soumita Sengupta" userId="4afa6ce1-cb01-46c2-8538-4650222f0c96" providerId="ADAL" clId="{0225210D-CC00-4104-A046-1BEDB6A2CC22}" dt="2021-08-26T12:31:07.097" v="51" actId="47"/>
          <pc:sldLayoutMkLst>
            <pc:docMk/>
            <pc:sldMasterMk cId="1029875623" sldId="2147483678"/>
            <pc:sldLayoutMk cId="448269181" sldId="2147483732"/>
          </pc:sldLayoutMkLst>
        </pc:sldLayoutChg>
      </pc:sldMasterChg>
    </pc:docChg>
  </pc:docChgLst>
  <pc:docChgLst>
    <pc:chgData name="Keshav Pareek" userId="S::keshav.pareek@alepo.com::3037c2a5-5507-480b-9484-e2bc49cfc6dc" providerId="AD" clId="Web-{B3EC9601-7D97-E2A4-31EE-4F9DEB900AA0}"/>
    <pc:docChg chg="modSld">
      <pc:chgData name="Keshav Pareek" userId="S::keshav.pareek@alepo.com::3037c2a5-5507-480b-9484-e2bc49cfc6dc" providerId="AD" clId="Web-{B3EC9601-7D97-E2A4-31EE-4F9DEB900AA0}" dt="2021-09-06T13:43:13.113" v="5" actId="20577"/>
      <pc:docMkLst>
        <pc:docMk/>
      </pc:docMkLst>
      <pc:sldChg chg="modSp delCm">
        <pc:chgData name="Keshav Pareek" userId="S::keshav.pareek@alepo.com::3037c2a5-5507-480b-9484-e2bc49cfc6dc" providerId="AD" clId="Web-{B3EC9601-7D97-E2A4-31EE-4F9DEB900AA0}" dt="2021-09-06T13:43:13.113" v="5" actId="20577"/>
        <pc:sldMkLst>
          <pc:docMk/>
          <pc:sldMk cId="3266634833" sldId="1331"/>
        </pc:sldMkLst>
        <pc:spChg chg="mod">
          <ac:chgData name="Keshav Pareek" userId="S::keshav.pareek@alepo.com::3037c2a5-5507-480b-9484-e2bc49cfc6dc" providerId="AD" clId="Web-{B3EC9601-7D97-E2A4-31EE-4F9DEB900AA0}" dt="2021-09-06T13:43:13.113" v="5" actId="20577"/>
          <ac:spMkLst>
            <pc:docMk/>
            <pc:sldMk cId="3266634833" sldId="1331"/>
            <ac:spMk id="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AB1BBB55-7B87-4E63-A974-29766ECA53A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B2E94F5-E70B-4807-A59E-2D302623ACB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C93C8D7-F5EC-4784-81DC-261680A4FF73}" type="datetimeFigureOut">
              <a:rPr lang="en-IN" smtClean="0"/>
              <a:t>08-09-2021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412465-2BCC-4021-A033-06D150408B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D27308-B93A-4DD9-A2FD-8587AC74563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C37A4B-E001-4849-96A0-FF929ECDCD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4183428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35F557-19E7-DA4B-8684-8A738F1F68CC}" type="datetimeFigureOut">
              <a:rPr lang="en-US" smtClean="0"/>
              <a:t>9/8/2021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6376CFB-415C-254D-A8FB-F67DD40B981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4855280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E349DF6-6D44-4013-9C40-5BB8CE0C2D8E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411490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6CFB-415C-254D-A8FB-F67DD40B981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964026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ACL Show &amp; Tell Session to be performed on Time availability.</a:t>
            </a:r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6376CFB-415C-254D-A8FB-F67DD40B9817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1713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9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jp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3.sv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ustom Layou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067529C-CCF8-417A-AB5C-9AF5BF73136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67E8DDC-1349-408B-8736-65604577F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563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297AC0-ABD9-41D9-AA2E-A3122246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6565" y="319528"/>
            <a:ext cx="1324110" cy="408732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58D53D-E284-7E4F-A53F-873DBAD3A285}"/>
              </a:ext>
            </a:extLst>
          </p:cNvPr>
          <p:cNvSpPr/>
          <p:nvPr/>
        </p:nvSpPr>
        <p:spPr>
          <a:xfrm>
            <a:off x="10961226" y="6128795"/>
            <a:ext cx="902825" cy="72920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11" descr="A picture containing text, vector graphics&#10;&#10;Description automatically generated">
            <a:extLst>
              <a:ext uri="{FF2B5EF4-FFF2-40B4-BE49-F238E27FC236}">
                <a16:creationId xmlns:a16="http://schemas.microsoft.com/office/drawing/2014/main" id="{BD044C8A-9133-5E4F-96B9-FDC592B9E40C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tretch>
            <a:fillRect/>
          </a:stretch>
        </p:blipFill>
        <p:spPr>
          <a:xfrm>
            <a:off x="5392377" y="0"/>
            <a:ext cx="6948671" cy="7046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99876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E6D2-1F8E-45EB-8D88-B5B78810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79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479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1763-2E55-40B2-9107-DC4C9B71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479" y="178758"/>
            <a:ext cx="1703126" cy="5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55917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E6D2-1F8E-45EB-8D88-B5B78810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79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479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1763-2E55-40B2-9107-DC4C9B71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479" y="178758"/>
            <a:ext cx="1703126" cy="5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189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E6D2-1F8E-45EB-8D88-B5B78810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79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479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1763-2E55-40B2-9107-DC4C9B71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479" y="178758"/>
            <a:ext cx="1703126" cy="5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8025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E6D2-1F8E-45EB-8D88-B5B78810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82" b="282"/>
          <a:stretch/>
        </p:blipFill>
        <p:spPr>
          <a:xfrm>
            <a:off x="34532" y="1"/>
            <a:ext cx="12192000" cy="6858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79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479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1763-2E55-40B2-9107-DC4C9B71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479" y="178758"/>
            <a:ext cx="1703126" cy="5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27924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DC01E6D2-1F8E-45EB-8D88-B5B78810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532" y="1"/>
            <a:ext cx="12192000" cy="6858000"/>
          </a:xfrm>
          <a:prstGeom prst="rect">
            <a:avLst/>
          </a:prstGeom>
        </p:spPr>
      </p:pic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24479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/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4479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EBC91763-2E55-40B2-9107-DC4C9B71E9E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424479" y="178758"/>
            <a:ext cx="1703126" cy="5738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78900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7_Custom Layout">
    <p:bg>
      <p:bgPr>
        <a:solidFill>
          <a:srgbClr val="2D618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4469392-4C53-4AFC-BA62-9290665E418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4251960"/>
            <a:ext cx="7276011" cy="393700"/>
          </a:xfrm>
        </p:spPr>
        <p:txBody>
          <a:bodyPr vert="horz" lIns="91440" tIns="91440" rIns="91440" bIns="45720" rtlCol="0">
            <a:noAutofit/>
          </a:bodyPr>
          <a:lstStyle>
            <a:lvl1pPr>
              <a:defRPr lang="en-US" sz="1800" dirty="0">
                <a:solidFill>
                  <a:srgbClr val="F8F8F8"/>
                </a:solidFill>
              </a:defRPr>
            </a:lvl1pPr>
          </a:lstStyle>
          <a:p>
            <a:pPr marL="0" lvl="0" indent="0">
              <a:lnSpc>
                <a:spcPct val="100000"/>
              </a:lnSpc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6B33C585-CE88-41D7-9EF6-9DB453177C5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6563" y="2788920"/>
            <a:ext cx="6595401" cy="1312025"/>
          </a:xfrm>
        </p:spPr>
        <p:txBody>
          <a:bodyPr>
            <a:noAutofit/>
          </a:bodyPr>
          <a:lstStyle>
            <a:lvl1pPr marL="0" indent="0" algn="l">
              <a:buNone/>
              <a:defRPr sz="4700" b="1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3297AC0-ABD9-41D9-AA2E-A3122246B89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56563" y="388534"/>
            <a:ext cx="1636870" cy="573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2558D53D-E284-7E4F-A53F-873DBAD3A285}"/>
              </a:ext>
            </a:extLst>
          </p:cNvPr>
          <p:cNvSpPr/>
          <p:nvPr/>
        </p:nvSpPr>
        <p:spPr>
          <a:xfrm>
            <a:off x="10961226" y="6128795"/>
            <a:ext cx="902825" cy="729205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Graphic 9">
            <a:extLst>
              <a:ext uri="{FF2B5EF4-FFF2-40B4-BE49-F238E27FC236}">
                <a16:creationId xmlns:a16="http://schemas.microsoft.com/office/drawing/2014/main" id="{CD1948B9-D857-AC47-B55E-6900ABC6B190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9000"/>
          </a:blip>
          <a:srcRect/>
          <a:stretch/>
        </p:blipFill>
        <p:spPr>
          <a:xfrm>
            <a:off x="5580557" y="-123119"/>
            <a:ext cx="6793199" cy="72137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54784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buClr>
                <a:schemeClr val="bg2"/>
              </a:buClr>
              <a:buSzPct val="80000"/>
              <a:defRPr>
                <a:latin typeface="+mn-lt"/>
              </a:defRPr>
            </a:lvl1pPr>
            <a:lvl2pPr>
              <a:buClr>
                <a:schemeClr val="bg2"/>
              </a:buClr>
              <a:buSzPct val="80000"/>
              <a:defRPr>
                <a:latin typeface="+mn-lt"/>
              </a:defRPr>
            </a:lvl2pPr>
            <a:lvl3pPr>
              <a:buClr>
                <a:schemeClr val="bg2"/>
              </a:buClr>
              <a:buSzPct val="80000"/>
              <a:defRPr>
                <a:latin typeface="+mn-lt"/>
              </a:defRPr>
            </a:lvl3pPr>
            <a:lvl4pPr>
              <a:buClr>
                <a:schemeClr val="bg2"/>
              </a:buClr>
              <a:buSzPct val="80000"/>
              <a:defRPr>
                <a:latin typeface="+mn-lt"/>
              </a:defRPr>
            </a:lvl4pPr>
            <a:lvl5pPr>
              <a:buClr>
                <a:schemeClr val="bg2"/>
              </a:buClr>
              <a:buSzPct val="80000"/>
              <a:defRPr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COPYRIGHT 2021 ALEPO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0884FA-1782-2C46-B58F-16BA5B9E415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9129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Two people looking at a computer&#10;&#10;Description automatically generated with medium confidence">
            <a:extLst>
              <a:ext uri="{FF2B5EF4-FFF2-40B4-BE49-F238E27FC236}">
                <a16:creationId xmlns:a16="http://schemas.microsoft.com/office/drawing/2014/main" id="{463D3DDA-BC95-4899-B787-67CB87B778C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3600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2913" y="1315454"/>
            <a:ext cx="4928370" cy="4832128"/>
          </a:xfrm>
        </p:spPr>
        <p:txBody>
          <a:bodyPr/>
          <a:lstStyle>
            <a:lvl1pPr>
              <a:buClr>
                <a:schemeClr val="bg2"/>
              </a:buClr>
              <a:buSzPct val="80000"/>
              <a:defRPr>
                <a:latin typeface="+mn-lt"/>
              </a:defRPr>
            </a:lvl1pPr>
            <a:lvl2pPr>
              <a:buClr>
                <a:schemeClr val="bg2"/>
              </a:buClr>
              <a:buSzPct val="80000"/>
              <a:defRPr>
                <a:latin typeface="+mn-lt"/>
              </a:defRPr>
            </a:lvl2pPr>
            <a:lvl3pPr>
              <a:buClr>
                <a:schemeClr val="bg2"/>
              </a:buClr>
              <a:buSzPct val="80000"/>
              <a:defRPr>
                <a:latin typeface="+mn-lt"/>
              </a:defRPr>
            </a:lvl3pPr>
            <a:lvl4pPr>
              <a:buClr>
                <a:schemeClr val="bg2"/>
              </a:buClr>
              <a:buSzPct val="80000"/>
              <a:defRPr>
                <a:latin typeface="+mn-lt"/>
              </a:defRPr>
            </a:lvl4pPr>
            <a:lvl5pPr>
              <a:buClr>
                <a:schemeClr val="bg2"/>
              </a:buClr>
              <a:buSzPct val="80000"/>
              <a:defRPr>
                <a:latin typeface="+mn-lt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COPYRIGHT 2021 ALEPO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60884FA-1782-2C46-B58F-16BA5B9E415B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03494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Custom Layout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22A8-6D11-4CA9-AC39-511F3B74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>
                <a:solidFill>
                  <a:srgbClr val="2D618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2AC3A-5131-4BCE-B887-8109E9518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57876-651E-42C8-926D-A54BB81B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5ACE1-356B-44AB-89FE-954441DC3DBD}"/>
              </a:ext>
            </a:extLst>
          </p:cNvPr>
          <p:cNvSpPr/>
          <p:nvPr/>
        </p:nvSpPr>
        <p:spPr>
          <a:xfrm>
            <a:off x="3134251" y="2015638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97319A-AAB0-4811-A0BB-5E8BCCE705C1}"/>
              </a:ext>
            </a:extLst>
          </p:cNvPr>
          <p:cNvSpPr txBox="1">
            <a:spLocks/>
          </p:cNvSpPr>
          <p:nvPr/>
        </p:nvSpPr>
        <p:spPr>
          <a:xfrm>
            <a:off x="1150793" y="1895323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DCE6C-8CA6-4322-85DD-70B67509E587}"/>
              </a:ext>
            </a:extLst>
          </p:cNvPr>
          <p:cNvSpPr/>
          <p:nvPr/>
        </p:nvSpPr>
        <p:spPr>
          <a:xfrm>
            <a:off x="5568392" y="2015638"/>
            <a:ext cx="28800" cy="1587301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FD50F6-1C19-4D7B-87BE-9BDF59D74A4A}"/>
              </a:ext>
            </a:extLst>
          </p:cNvPr>
          <p:cNvSpPr txBox="1">
            <a:spLocks/>
          </p:cNvSpPr>
          <p:nvPr/>
        </p:nvSpPr>
        <p:spPr>
          <a:xfrm>
            <a:off x="3584933" y="1895323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FF3D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FB2DD-A0F3-4491-9726-E8BB176D46AF}"/>
              </a:ext>
            </a:extLst>
          </p:cNvPr>
          <p:cNvSpPr/>
          <p:nvPr/>
        </p:nvSpPr>
        <p:spPr>
          <a:xfrm>
            <a:off x="8002532" y="2015638"/>
            <a:ext cx="28800" cy="1587301"/>
          </a:xfrm>
          <a:prstGeom prst="rect">
            <a:avLst/>
          </a:prstGeom>
          <a:solidFill>
            <a:srgbClr val="1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94BB99-BA28-449F-B57C-D4BE12C9E718}"/>
              </a:ext>
            </a:extLst>
          </p:cNvPr>
          <p:cNvSpPr txBox="1">
            <a:spLocks/>
          </p:cNvSpPr>
          <p:nvPr/>
        </p:nvSpPr>
        <p:spPr>
          <a:xfrm>
            <a:off x="6019073" y="1895323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8C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A2BA3-D391-4357-A70B-7B37359D3973}"/>
              </a:ext>
            </a:extLst>
          </p:cNvPr>
          <p:cNvSpPr/>
          <p:nvPr/>
        </p:nvSpPr>
        <p:spPr>
          <a:xfrm>
            <a:off x="10320956" y="2015638"/>
            <a:ext cx="28800" cy="1587301"/>
          </a:xfrm>
          <a:prstGeom prst="rect">
            <a:avLst/>
          </a:prstGeom>
          <a:solidFill>
            <a:srgbClr val="27A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47191A-3406-43A7-AB62-3E0751139242}"/>
              </a:ext>
            </a:extLst>
          </p:cNvPr>
          <p:cNvSpPr txBox="1">
            <a:spLocks/>
          </p:cNvSpPr>
          <p:nvPr/>
        </p:nvSpPr>
        <p:spPr>
          <a:xfrm>
            <a:off x="8337497" y="1895323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7AB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0A879F-B2C0-422F-9092-4EB49C9806E3}"/>
              </a:ext>
            </a:extLst>
          </p:cNvPr>
          <p:cNvSpPr/>
          <p:nvPr/>
        </p:nvSpPr>
        <p:spPr>
          <a:xfrm>
            <a:off x="4538131" y="4126747"/>
            <a:ext cx="28800" cy="1587301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0F5BE09-6121-4982-B83F-B1ECE4BF5E12}"/>
              </a:ext>
            </a:extLst>
          </p:cNvPr>
          <p:cNvSpPr txBox="1">
            <a:spLocks/>
          </p:cNvSpPr>
          <p:nvPr/>
        </p:nvSpPr>
        <p:spPr>
          <a:xfrm>
            <a:off x="2554672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DF8707-C2D4-4814-ADD1-F5FAA1CDF01C}"/>
              </a:ext>
            </a:extLst>
          </p:cNvPr>
          <p:cNvSpPr/>
          <p:nvPr/>
        </p:nvSpPr>
        <p:spPr>
          <a:xfrm>
            <a:off x="6798840" y="4126747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42F964B-41FA-4CB5-A487-A420FFDE69C9}"/>
              </a:ext>
            </a:extLst>
          </p:cNvPr>
          <p:cNvSpPr txBox="1">
            <a:spLocks/>
          </p:cNvSpPr>
          <p:nvPr/>
        </p:nvSpPr>
        <p:spPr>
          <a:xfrm>
            <a:off x="4815381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3D8BDF-E1DA-4B5A-8A4A-C7C2E3ABC95B}"/>
              </a:ext>
            </a:extLst>
          </p:cNvPr>
          <p:cNvSpPr/>
          <p:nvPr/>
        </p:nvSpPr>
        <p:spPr>
          <a:xfrm>
            <a:off x="9232980" y="4126747"/>
            <a:ext cx="28800" cy="1587301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FABAD745-D916-4261-8909-3B1100E1E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81708" y="2532830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8635C6F-A8A1-419A-82D4-8E5201D07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835311" y="2532830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31D4F151-0D00-453E-88E8-0BA2F9ADC8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249989" y="2532830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9743D86-3841-44F3-8FD7-E602074015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81476" y="2532830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4A2F62E4-9B64-4FA5-83ED-C3AC5E7D26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790401" y="4643939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0D264C06-CC85-48E4-BBD7-86BF669085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046296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F3CA82DA-E94F-4704-91F6-5F43332B3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499899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68145BD-EA22-4482-9F71-903E11FB99FC}"/>
              </a:ext>
            </a:extLst>
          </p:cNvPr>
          <p:cNvSpPr txBox="1">
            <a:spLocks/>
          </p:cNvSpPr>
          <p:nvPr/>
        </p:nvSpPr>
        <p:spPr>
          <a:xfrm>
            <a:off x="7255921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FF3D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3626789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4_Custom Layout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22A8-6D11-4CA9-AC39-511F3B74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>
                <a:solidFill>
                  <a:srgbClr val="2D618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2AC3A-5131-4BCE-B887-8109E9518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57876-651E-42C8-926D-A54BB81B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5ACE1-356B-44AB-89FE-954441DC3DBD}"/>
              </a:ext>
            </a:extLst>
          </p:cNvPr>
          <p:cNvSpPr/>
          <p:nvPr/>
        </p:nvSpPr>
        <p:spPr>
          <a:xfrm>
            <a:off x="2069431" y="2021305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97319A-AAB0-4811-A0BB-5E8BCCE705C1}"/>
              </a:ext>
            </a:extLst>
          </p:cNvPr>
          <p:cNvSpPr txBox="1">
            <a:spLocks/>
          </p:cNvSpPr>
          <p:nvPr/>
        </p:nvSpPr>
        <p:spPr>
          <a:xfrm>
            <a:off x="8597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DCE6C-8CA6-4322-85DD-70B67509E587}"/>
              </a:ext>
            </a:extLst>
          </p:cNvPr>
          <p:cNvSpPr/>
          <p:nvPr/>
        </p:nvSpPr>
        <p:spPr>
          <a:xfrm>
            <a:off x="4503572" y="2021305"/>
            <a:ext cx="28800" cy="1587301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FD50F6-1C19-4D7B-87BE-9BDF59D74A4A}"/>
              </a:ext>
            </a:extLst>
          </p:cNvPr>
          <p:cNvSpPr txBox="1">
            <a:spLocks/>
          </p:cNvSpPr>
          <p:nvPr/>
        </p:nvSpPr>
        <p:spPr>
          <a:xfrm>
            <a:off x="252011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FF3D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FB2DD-A0F3-4491-9726-E8BB176D46AF}"/>
              </a:ext>
            </a:extLst>
          </p:cNvPr>
          <p:cNvSpPr/>
          <p:nvPr/>
        </p:nvSpPr>
        <p:spPr>
          <a:xfrm>
            <a:off x="6937712" y="2021305"/>
            <a:ext cx="28800" cy="1587301"/>
          </a:xfrm>
          <a:prstGeom prst="rect">
            <a:avLst/>
          </a:prstGeom>
          <a:solidFill>
            <a:srgbClr val="1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94BB99-BA28-449F-B57C-D4BE12C9E718}"/>
              </a:ext>
            </a:extLst>
          </p:cNvPr>
          <p:cNvSpPr txBox="1">
            <a:spLocks/>
          </p:cNvSpPr>
          <p:nvPr/>
        </p:nvSpPr>
        <p:spPr>
          <a:xfrm>
            <a:off x="495425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8C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A2BA3-D391-4357-A70B-7B37359D3973}"/>
              </a:ext>
            </a:extLst>
          </p:cNvPr>
          <p:cNvSpPr/>
          <p:nvPr/>
        </p:nvSpPr>
        <p:spPr>
          <a:xfrm>
            <a:off x="9256136" y="2021305"/>
            <a:ext cx="28800" cy="1587301"/>
          </a:xfrm>
          <a:prstGeom prst="rect">
            <a:avLst/>
          </a:prstGeom>
          <a:solidFill>
            <a:srgbClr val="27A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47191A-3406-43A7-AB62-3E0751139242}"/>
              </a:ext>
            </a:extLst>
          </p:cNvPr>
          <p:cNvSpPr txBox="1">
            <a:spLocks/>
          </p:cNvSpPr>
          <p:nvPr/>
        </p:nvSpPr>
        <p:spPr>
          <a:xfrm>
            <a:off x="7272677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7AB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60A879F-B2C0-422F-9092-4EB49C9806E3}"/>
              </a:ext>
            </a:extLst>
          </p:cNvPr>
          <p:cNvSpPr/>
          <p:nvPr/>
        </p:nvSpPr>
        <p:spPr>
          <a:xfrm>
            <a:off x="11574560" y="2021305"/>
            <a:ext cx="28800" cy="1587301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80F5BE09-6121-4982-B83F-B1ECE4BF5E12}"/>
              </a:ext>
            </a:extLst>
          </p:cNvPr>
          <p:cNvSpPr txBox="1">
            <a:spLocks/>
          </p:cNvSpPr>
          <p:nvPr/>
        </p:nvSpPr>
        <p:spPr>
          <a:xfrm>
            <a:off x="9591101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DF8707-C2D4-4814-ADD1-F5FAA1CDF01C}"/>
              </a:ext>
            </a:extLst>
          </p:cNvPr>
          <p:cNvSpPr/>
          <p:nvPr/>
        </p:nvSpPr>
        <p:spPr>
          <a:xfrm>
            <a:off x="2069432" y="4126747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42F964B-41FA-4CB5-A487-A420FFDE69C9}"/>
              </a:ext>
            </a:extLst>
          </p:cNvPr>
          <p:cNvSpPr txBox="1">
            <a:spLocks/>
          </p:cNvSpPr>
          <p:nvPr/>
        </p:nvSpPr>
        <p:spPr>
          <a:xfrm>
            <a:off x="85973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53D8BDF-E1DA-4B5A-8A4A-C7C2E3ABC95B}"/>
              </a:ext>
            </a:extLst>
          </p:cNvPr>
          <p:cNvSpPr/>
          <p:nvPr/>
        </p:nvSpPr>
        <p:spPr>
          <a:xfrm>
            <a:off x="4503572" y="4126747"/>
            <a:ext cx="28800" cy="1587301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2DEBC3F1-FD7B-47E6-BA65-486DD792053D}"/>
              </a:ext>
            </a:extLst>
          </p:cNvPr>
          <p:cNvSpPr/>
          <p:nvPr/>
        </p:nvSpPr>
        <p:spPr>
          <a:xfrm>
            <a:off x="6937712" y="4126747"/>
            <a:ext cx="28800" cy="1587301"/>
          </a:xfrm>
          <a:prstGeom prst="rect">
            <a:avLst/>
          </a:prstGeom>
          <a:solidFill>
            <a:srgbClr val="1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9288B415-474E-4513-9396-36C2B0F9A5BE}"/>
              </a:ext>
            </a:extLst>
          </p:cNvPr>
          <p:cNvSpPr txBox="1">
            <a:spLocks/>
          </p:cNvSpPr>
          <p:nvPr/>
        </p:nvSpPr>
        <p:spPr>
          <a:xfrm>
            <a:off x="4899595" y="396123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8C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8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6F2F0C67-FCE5-4661-B88A-E32A43621BFD}"/>
              </a:ext>
            </a:extLst>
          </p:cNvPr>
          <p:cNvSpPr/>
          <p:nvPr/>
        </p:nvSpPr>
        <p:spPr>
          <a:xfrm>
            <a:off x="9256136" y="4126747"/>
            <a:ext cx="28800" cy="1587301"/>
          </a:xfrm>
          <a:prstGeom prst="rect">
            <a:avLst/>
          </a:prstGeom>
          <a:solidFill>
            <a:srgbClr val="27A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 Placeholder 2">
            <a:extLst>
              <a:ext uri="{FF2B5EF4-FFF2-40B4-BE49-F238E27FC236}">
                <a16:creationId xmlns:a16="http://schemas.microsoft.com/office/drawing/2014/main" id="{C7742D72-E85F-4C07-AB77-F9957C7CF062}"/>
              </a:ext>
            </a:extLst>
          </p:cNvPr>
          <p:cNvSpPr txBox="1">
            <a:spLocks/>
          </p:cNvSpPr>
          <p:nvPr/>
        </p:nvSpPr>
        <p:spPr>
          <a:xfrm>
            <a:off x="7272677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7AB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9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3A8EA92B-455D-4020-9243-099B6A36D6B6}"/>
              </a:ext>
            </a:extLst>
          </p:cNvPr>
          <p:cNvSpPr/>
          <p:nvPr/>
        </p:nvSpPr>
        <p:spPr>
          <a:xfrm>
            <a:off x="11574560" y="4126747"/>
            <a:ext cx="28800" cy="1587301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 Placeholder 2">
            <a:extLst>
              <a:ext uri="{FF2B5EF4-FFF2-40B4-BE49-F238E27FC236}">
                <a16:creationId xmlns:a16="http://schemas.microsoft.com/office/drawing/2014/main" id="{471B9617-1D57-4439-BE2F-7F852849ACFB}"/>
              </a:ext>
            </a:extLst>
          </p:cNvPr>
          <p:cNvSpPr txBox="1">
            <a:spLocks/>
          </p:cNvSpPr>
          <p:nvPr/>
        </p:nvSpPr>
        <p:spPr>
          <a:xfrm>
            <a:off x="9591101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10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FABAD745-D916-4261-8909-3B1100E1E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16888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8635C6F-A8A1-419A-82D4-8E5201D07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70491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31D4F151-0D00-453E-88E8-0BA2F9ADC8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85169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9743D86-3841-44F3-8FD7-E602074015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7516656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3">
            <a:extLst>
              <a:ext uri="{FF2B5EF4-FFF2-40B4-BE49-F238E27FC236}">
                <a16:creationId xmlns:a16="http://schemas.microsoft.com/office/drawing/2014/main" id="{4A2F62E4-9B64-4FA5-83ED-C3AC5E7D26D6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9826830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0D264C06-CC85-48E4-BBD7-86BF669085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16888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3">
            <a:extLst>
              <a:ext uri="{FF2B5EF4-FFF2-40B4-BE49-F238E27FC236}">
                <a16:creationId xmlns:a16="http://schemas.microsoft.com/office/drawing/2014/main" id="{F3CA82DA-E94F-4704-91F6-5F43332B37E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2770491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3">
            <a:extLst>
              <a:ext uri="{FF2B5EF4-FFF2-40B4-BE49-F238E27FC236}">
                <a16:creationId xmlns:a16="http://schemas.microsoft.com/office/drawing/2014/main" id="{92B45430-028C-47EE-AB70-2AFD383B30F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85169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3">
            <a:extLst>
              <a:ext uri="{FF2B5EF4-FFF2-40B4-BE49-F238E27FC236}">
                <a16:creationId xmlns:a16="http://schemas.microsoft.com/office/drawing/2014/main" id="{F3F55306-D155-4055-9A21-7E0F35605BE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516656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3">
            <a:extLst>
              <a:ext uri="{FF2B5EF4-FFF2-40B4-BE49-F238E27FC236}">
                <a16:creationId xmlns:a16="http://schemas.microsoft.com/office/drawing/2014/main" id="{EB9C01AC-A86B-4482-913D-4643B853C98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826830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">
            <a:extLst>
              <a:ext uri="{FF2B5EF4-FFF2-40B4-BE49-F238E27FC236}">
                <a16:creationId xmlns:a16="http://schemas.microsoft.com/office/drawing/2014/main" id="{F68145BD-EA22-4482-9F71-903E11FB99FC}"/>
              </a:ext>
            </a:extLst>
          </p:cNvPr>
          <p:cNvSpPr txBox="1">
            <a:spLocks/>
          </p:cNvSpPr>
          <p:nvPr/>
        </p:nvSpPr>
        <p:spPr>
          <a:xfrm>
            <a:off x="2526513" y="4006432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FF3D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8390301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Custom Layout">
    <p:bg>
      <p:bgPr>
        <a:solidFill>
          <a:schemeClr val="tx1">
            <a:alpha val="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822A8-6D11-4CA9-AC39-511F3B748A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 algn="ctr">
              <a:defRPr sz="4400" b="1">
                <a:solidFill>
                  <a:srgbClr val="2D6188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A72AC3A-5131-4BCE-B887-8109E95182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C757876-651E-42C8-926D-A54BB81B93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335ACE1-356B-44AB-89FE-954441DC3DBD}"/>
              </a:ext>
            </a:extLst>
          </p:cNvPr>
          <p:cNvSpPr/>
          <p:nvPr/>
        </p:nvSpPr>
        <p:spPr>
          <a:xfrm>
            <a:off x="3079081" y="2021305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C897319A-AAB0-4811-A0BB-5E8BCCE705C1}"/>
              </a:ext>
            </a:extLst>
          </p:cNvPr>
          <p:cNvSpPr txBox="1">
            <a:spLocks/>
          </p:cNvSpPr>
          <p:nvPr/>
        </p:nvSpPr>
        <p:spPr>
          <a:xfrm>
            <a:off x="107657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A0DCE6C-8CA6-4322-85DD-70B67509E587}"/>
              </a:ext>
            </a:extLst>
          </p:cNvPr>
          <p:cNvSpPr/>
          <p:nvPr/>
        </p:nvSpPr>
        <p:spPr>
          <a:xfrm>
            <a:off x="5513222" y="2021305"/>
            <a:ext cx="28800" cy="1587301"/>
          </a:xfrm>
          <a:prstGeom prst="rect">
            <a:avLst/>
          </a:prstGeom>
          <a:solidFill>
            <a:srgbClr val="FF3D5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35FD50F6-1C19-4D7B-87BE-9BDF59D74A4A}"/>
              </a:ext>
            </a:extLst>
          </p:cNvPr>
          <p:cNvSpPr txBox="1">
            <a:spLocks/>
          </p:cNvSpPr>
          <p:nvPr/>
        </p:nvSpPr>
        <p:spPr>
          <a:xfrm>
            <a:off x="352976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FF3D57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A1FB2DD-A0F3-4491-9726-E8BB176D46AF}"/>
              </a:ext>
            </a:extLst>
          </p:cNvPr>
          <p:cNvSpPr/>
          <p:nvPr/>
        </p:nvSpPr>
        <p:spPr>
          <a:xfrm>
            <a:off x="7947362" y="2021305"/>
            <a:ext cx="28800" cy="1587301"/>
          </a:xfrm>
          <a:prstGeom prst="rect">
            <a:avLst/>
          </a:prstGeom>
          <a:solidFill>
            <a:srgbClr val="18C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894BB99-BA28-449F-B57C-D4BE12C9E718}"/>
              </a:ext>
            </a:extLst>
          </p:cNvPr>
          <p:cNvSpPr txBox="1">
            <a:spLocks/>
          </p:cNvSpPr>
          <p:nvPr/>
        </p:nvSpPr>
        <p:spPr>
          <a:xfrm>
            <a:off x="5963903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8C0FF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7B7A2BA3-D391-4357-A70B-7B37359D3973}"/>
              </a:ext>
            </a:extLst>
          </p:cNvPr>
          <p:cNvSpPr/>
          <p:nvPr/>
        </p:nvSpPr>
        <p:spPr>
          <a:xfrm>
            <a:off x="10265786" y="2021305"/>
            <a:ext cx="28800" cy="1587301"/>
          </a:xfrm>
          <a:prstGeom prst="rect">
            <a:avLst/>
          </a:prstGeom>
          <a:solidFill>
            <a:srgbClr val="27A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E047191A-3406-43A7-AB62-3E0751139242}"/>
              </a:ext>
            </a:extLst>
          </p:cNvPr>
          <p:cNvSpPr txBox="1">
            <a:spLocks/>
          </p:cNvSpPr>
          <p:nvPr/>
        </p:nvSpPr>
        <p:spPr>
          <a:xfrm>
            <a:off x="8282327" y="1900990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27ABB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7DF8707-C2D4-4814-ADD1-F5FAA1CDF01C}"/>
              </a:ext>
            </a:extLst>
          </p:cNvPr>
          <p:cNvSpPr/>
          <p:nvPr/>
        </p:nvSpPr>
        <p:spPr>
          <a:xfrm>
            <a:off x="5517482" y="4126747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 Placeholder 2">
            <a:extLst>
              <a:ext uri="{FF2B5EF4-FFF2-40B4-BE49-F238E27FC236}">
                <a16:creationId xmlns:a16="http://schemas.microsoft.com/office/drawing/2014/main" id="{742F964B-41FA-4CB5-A487-A420FFDE69C9}"/>
              </a:ext>
            </a:extLst>
          </p:cNvPr>
          <p:cNvSpPr txBox="1">
            <a:spLocks/>
          </p:cNvSpPr>
          <p:nvPr/>
        </p:nvSpPr>
        <p:spPr>
          <a:xfrm>
            <a:off x="3529763" y="3957529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5</a:t>
            </a:r>
          </a:p>
        </p:txBody>
      </p:sp>
      <p:sp>
        <p:nvSpPr>
          <p:cNvPr id="35" name="Text Placeholder 3">
            <a:extLst>
              <a:ext uri="{FF2B5EF4-FFF2-40B4-BE49-F238E27FC236}">
                <a16:creationId xmlns:a16="http://schemas.microsoft.com/office/drawing/2014/main" id="{FABAD745-D916-4261-8909-3B1100E1EB1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6538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" name="Text Placeholder 3">
            <a:extLst>
              <a:ext uri="{FF2B5EF4-FFF2-40B4-BE49-F238E27FC236}">
                <a16:creationId xmlns:a16="http://schemas.microsoft.com/office/drawing/2014/main" id="{98635C6F-A8A1-419A-82D4-8E5201D070B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80141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">
            <a:extLst>
              <a:ext uri="{FF2B5EF4-FFF2-40B4-BE49-F238E27FC236}">
                <a16:creationId xmlns:a16="http://schemas.microsoft.com/office/drawing/2014/main" id="{31D4F151-0D00-453E-88E8-0BA2F9ADC8B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6194819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3">
            <a:extLst>
              <a:ext uri="{FF2B5EF4-FFF2-40B4-BE49-F238E27FC236}">
                <a16:creationId xmlns:a16="http://schemas.microsoft.com/office/drawing/2014/main" id="{59743D86-3841-44F3-8FD7-E602074015A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526306" y="2538497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3">
            <a:extLst>
              <a:ext uri="{FF2B5EF4-FFF2-40B4-BE49-F238E27FC236}">
                <a16:creationId xmlns:a16="http://schemas.microsoft.com/office/drawing/2014/main" id="{0D264C06-CC85-48E4-BBD7-86BF6690854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764938" y="46421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">
            <a:extLst>
              <a:ext uri="{FF2B5EF4-FFF2-40B4-BE49-F238E27FC236}">
                <a16:creationId xmlns:a16="http://schemas.microsoft.com/office/drawing/2014/main" id="{F598E20F-8F70-464B-88E4-D7CACBA30DFF}"/>
              </a:ext>
            </a:extLst>
          </p:cNvPr>
          <p:cNvSpPr txBox="1">
            <a:spLocks/>
          </p:cNvSpPr>
          <p:nvPr userDrawn="1"/>
        </p:nvSpPr>
        <p:spPr>
          <a:xfrm>
            <a:off x="5983366" y="4010501"/>
            <a:ext cx="1963996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sz="4400" b="1" dirty="0">
                <a:solidFill>
                  <a:srgbClr val="1F3C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6</a:t>
            </a:r>
          </a:p>
        </p:txBody>
      </p:sp>
      <p:sp>
        <p:nvSpPr>
          <p:cNvPr id="47" name="Text Placeholder 3">
            <a:extLst>
              <a:ext uri="{FF2B5EF4-FFF2-40B4-BE49-F238E27FC236}">
                <a16:creationId xmlns:a16="http://schemas.microsoft.com/office/drawing/2014/main" id="{8DF7E864-9F9F-43D2-913C-62D3668AC49A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22388" y="4794522"/>
            <a:ext cx="1733080" cy="964164"/>
          </a:xfrm>
        </p:spPr>
        <p:txBody>
          <a:bodyPr>
            <a:normAutofit/>
          </a:bodyPr>
          <a:lstStyle>
            <a:lvl1pPr marL="0" indent="0" algn="r">
              <a:buNone/>
              <a:defRPr lang="en-US" sz="1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D9803B20-E309-4E4A-B102-E4D8E41A61D1}"/>
              </a:ext>
            </a:extLst>
          </p:cNvPr>
          <p:cNvSpPr/>
          <p:nvPr userDrawn="1"/>
        </p:nvSpPr>
        <p:spPr>
          <a:xfrm>
            <a:off x="7936832" y="4231522"/>
            <a:ext cx="28800" cy="1587301"/>
          </a:xfrm>
          <a:prstGeom prst="rect">
            <a:avLst/>
          </a:prstGeom>
          <a:solidFill>
            <a:srgbClr val="1F3C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276653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0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9FF004-B771-49CB-8B0D-6D0B16814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7ABB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D16D-3593-447E-8F89-AFF12AFB3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69" y="3086894"/>
            <a:ext cx="11269662" cy="684212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BREAK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CCD75-FD5A-41B9-A11F-7F3CAF1ED8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169" y="4135503"/>
            <a:ext cx="11269662" cy="3937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30834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59FF004-B771-49CB-8B0D-6D0B16814F1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8C3D16D-3593-447E-8F89-AFF12AFB36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69" y="3086894"/>
            <a:ext cx="11269662" cy="684212"/>
          </a:xfrm>
        </p:spPr>
        <p:txBody>
          <a:bodyPr>
            <a:noAutofit/>
          </a:bodyPr>
          <a:lstStyle>
            <a:lvl1pPr algn="ctr">
              <a:defRPr sz="6000" b="1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BREAK SLIDE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2ECCD75-FD5A-41B9-A11F-7F3CAF1ED83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61169" y="4135503"/>
            <a:ext cx="11269662" cy="393700"/>
          </a:xfrm>
        </p:spPr>
        <p:txBody>
          <a:bodyPr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628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CF2A402-F68C-47EB-8BE7-717BFC98AD8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29599" y="-13854"/>
            <a:ext cx="12251198" cy="688570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8163ED3-E5AA-43A7-90E6-F8610C9DF7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277970" y="1454697"/>
            <a:ext cx="5471111" cy="2102377"/>
          </a:xfrm>
        </p:spPr>
        <p:txBody>
          <a:bodyPr>
            <a:noAutofit/>
          </a:bodyPr>
          <a:lstStyle>
            <a:lvl1pPr>
              <a:defRPr sz="4800" b="1">
                <a:solidFill>
                  <a:schemeClr val="tx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A4E1088-528C-41E0-AF4B-1D46384F712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673764" y="6424178"/>
            <a:ext cx="1772920" cy="365125"/>
          </a:xfrm>
          <a:prstGeom prst="rect">
            <a:avLst/>
          </a:prstGeom>
        </p:spPr>
        <p:txBody>
          <a:bodyPr/>
          <a:lstStyle>
            <a:lvl1pPr algn="l">
              <a:defRPr>
                <a:solidFill>
                  <a:srgbClr val="FFFFFF"/>
                </a:solidFill>
              </a:defRPr>
            </a:lvl1pPr>
          </a:lstStyle>
          <a:p>
            <a:fld id="{E60884FA-1782-2C46-B58F-16BA5B9E415B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0047979-B4BD-4461-9E4F-CBDB78CE0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2" y="6424178"/>
            <a:ext cx="4361098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dirty="0"/>
              <a:t>COPYRIGHT 2021 ALEPO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23F6DCF-0F50-48FD-9CB5-D87CED4C090A}"/>
              </a:ext>
            </a:extLst>
          </p:cNvPr>
          <p:cNvSpPr/>
          <p:nvPr/>
        </p:nvSpPr>
        <p:spPr>
          <a:xfrm>
            <a:off x="442912" y="1266036"/>
            <a:ext cx="2529861" cy="2291038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F2EAF6-476C-4AE6-82D4-406AD7D98AAD}"/>
              </a:ext>
            </a:extLst>
          </p:cNvPr>
          <p:cNvSpPr/>
          <p:nvPr/>
        </p:nvSpPr>
        <p:spPr>
          <a:xfrm>
            <a:off x="442912" y="3864102"/>
            <a:ext cx="2529861" cy="2291038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B4BC47C-00C1-4F02-8D46-BCB1E74D8E84}"/>
              </a:ext>
            </a:extLst>
          </p:cNvPr>
          <p:cNvSpPr/>
          <p:nvPr/>
        </p:nvSpPr>
        <p:spPr>
          <a:xfrm>
            <a:off x="3308942" y="1266036"/>
            <a:ext cx="2529861" cy="2291038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96711C5-B582-478B-8ABA-E7B79419BC25}"/>
              </a:ext>
            </a:extLst>
          </p:cNvPr>
          <p:cNvSpPr/>
          <p:nvPr/>
        </p:nvSpPr>
        <p:spPr>
          <a:xfrm>
            <a:off x="3308942" y="3864102"/>
            <a:ext cx="2529861" cy="2291038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0745D4B0-F160-486F-AD2D-E38598EBCC6F}"/>
              </a:ext>
            </a:extLst>
          </p:cNvPr>
          <p:cNvSpPr/>
          <p:nvPr/>
        </p:nvSpPr>
        <p:spPr>
          <a:xfrm>
            <a:off x="6174972" y="3864102"/>
            <a:ext cx="2529861" cy="2291038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7E7C3C0-3F7E-481C-BECA-B6D376B21708}"/>
              </a:ext>
            </a:extLst>
          </p:cNvPr>
          <p:cNvCxnSpPr/>
          <p:nvPr/>
        </p:nvCxnSpPr>
        <p:spPr>
          <a:xfrm>
            <a:off x="442912" y="3698543"/>
            <a:ext cx="8261921" cy="0"/>
          </a:xfrm>
          <a:prstGeom prst="line">
            <a:avLst/>
          </a:prstGeom>
          <a:ln>
            <a:solidFill>
              <a:srgbClr val="C4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9522537-3BBD-4410-9BFE-C5DE4DB3FBAE}"/>
              </a:ext>
            </a:extLst>
          </p:cNvPr>
          <p:cNvCxnSpPr/>
          <p:nvPr/>
        </p:nvCxnSpPr>
        <p:spPr>
          <a:xfrm>
            <a:off x="3138985" y="1266036"/>
            <a:ext cx="0" cy="48891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569A0F84-D5A3-4DBE-9194-D3B3B628E5CE}"/>
              </a:ext>
            </a:extLst>
          </p:cNvPr>
          <p:cNvCxnSpPr/>
          <p:nvPr/>
        </p:nvCxnSpPr>
        <p:spPr>
          <a:xfrm>
            <a:off x="6003846" y="1266036"/>
            <a:ext cx="0" cy="4889104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itle 1">
            <a:extLst>
              <a:ext uri="{FF2B5EF4-FFF2-40B4-BE49-F238E27FC236}">
                <a16:creationId xmlns:a16="http://schemas.microsoft.com/office/drawing/2014/main" id="{3A1E244A-AA40-48A9-817D-1E7F958B71EA}"/>
              </a:ext>
            </a:extLst>
          </p:cNvPr>
          <p:cNvSpPr txBox="1">
            <a:spLocks/>
          </p:cNvSpPr>
          <p:nvPr/>
        </p:nvSpPr>
        <p:spPr>
          <a:xfrm>
            <a:off x="3564749" y="2532103"/>
            <a:ext cx="2015936" cy="862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800" b="1" kern="1200" cap="none" baseline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endParaRPr lang="en-US" sz="2000" b="0" dirty="0"/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BEB82473-F820-494E-B661-70B5B55990EE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3553542" y="2644357"/>
            <a:ext cx="2038350" cy="75071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E874AAD5-ADD0-4481-8A9C-F89B47F9EF9C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87380" y="2644357"/>
            <a:ext cx="2038350" cy="75071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7BC98197-0559-4323-8AF2-DEDA18ECCE1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87380" y="5216609"/>
            <a:ext cx="2038350" cy="75071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17D81D5C-2B29-4880-BC85-C7549389C815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3564749" y="5216609"/>
            <a:ext cx="2038350" cy="75071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6DB3685-9A8A-46D4-879D-213E11C10D6C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409351" y="5216609"/>
            <a:ext cx="2038350" cy="750710"/>
          </a:xfrm>
        </p:spPr>
        <p:txBody>
          <a:bodyPr>
            <a:no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Picture Placeholder 15">
            <a:extLst>
              <a:ext uri="{FF2B5EF4-FFF2-40B4-BE49-F238E27FC236}">
                <a16:creationId xmlns:a16="http://schemas.microsoft.com/office/drawing/2014/main" id="{132B3780-5087-47BF-A0B5-47163A1877B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1412330" y="1651938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33" name="Picture Placeholder 15">
            <a:extLst>
              <a:ext uri="{FF2B5EF4-FFF2-40B4-BE49-F238E27FC236}">
                <a16:creationId xmlns:a16="http://schemas.microsoft.com/office/drawing/2014/main" id="{A9EE916D-33DE-4200-95B7-91829E467F48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211775" y="1651938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34" name="Picture Placeholder 15">
            <a:extLst>
              <a:ext uri="{FF2B5EF4-FFF2-40B4-BE49-F238E27FC236}">
                <a16:creationId xmlns:a16="http://schemas.microsoft.com/office/drawing/2014/main" id="{952D114D-99C6-4A21-9059-A453B0B87BE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1327936" y="4196484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35" name="Picture Placeholder 15">
            <a:extLst>
              <a:ext uri="{FF2B5EF4-FFF2-40B4-BE49-F238E27FC236}">
                <a16:creationId xmlns:a16="http://schemas.microsoft.com/office/drawing/2014/main" id="{3CE2EF2C-ABB8-4B44-B6F4-50581B73AB3C}"/>
              </a:ext>
            </a:extLst>
          </p:cNvPr>
          <p:cNvSpPr>
            <a:spLocks noGrp="1"/>
          </p:cNvSpPr>
          <p:nvPr>
            <p:ph type="pic" sz="quarter" idx="33" hasCustomPrompt="1"/>
          </p:nvPr>
        </p:nvSpPr>
        <p:spPr>
          <a:xfrm>
            <a:off x="4205305" y="4196484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36" name="Picture Placeholder 15">
            <a:extLst>
              <a:ext uri="{FF2B5EF4-FFF2-40B4-BE49-F238E27FC236}">
                <a16:creationId xmlns:a16="http://schemas.microsoft.com/office/drawing/2014/main" id="{3FB457F4-0D62-4EA2-8519-04B93556F377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7084458" y="4196484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3260422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678EEB7-160F-4FD0-A2AD-1EA368A9136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/>
          <a:stretch/>
        </p:blipFill>
        <p:spPr>
          <a:xfrm>
            <a:off x="4755" y="6337"/>
            <a:ext cx="6086489" cy="4053423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5BB494F-39F0-4215-BA5F-90F95AE6D9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9FAA3C-344D-44E0-8BFF-991823AEC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2940466-D86B-46D1-84B6-DED4BEAF5F81}"/>
              </a:ext>
            </a:extLst>
          </p:cNvPr>
          <p:cNvSpPr/>
          <p:nvPr/>
        </p:nvSpPr>
        <p:spPr>
          <a:xfrm>
            <a:off x="6096000" y="-1"/>
            <a:ext cx="6096000" cy="4066101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D9095E8-4DA7-4E8F-A4E8-8BD7CF2C324C}"/>
              </a:ext>
            </a:extLst>
          </p:cNvPr>
          <p:cNvSpPr/>
          <p:nvPr/>
        </p:nvSpPr>
        <p:spPr>
          <a:xfrm>
            <a:off x="4711251" y="941696"/>
            <a:ext cx="2487304" cy="2487304"/>
          </a:xfrm>
          <a:prstGeom prst="rect">
            <a:avLst/>
          </a:prstGeom>
          <a:solidFill>
            <a:srgbClr val="FBF6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7661747C-C27F-4F65-BC73-78612E0F48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2119" y="5101124"/>
            <a:ext cx="2946174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6DC0C6C-56A8-4348-B52D-01C9EB8A34DD}"/>
              </a:ext>
            </a:extLst>
          </p:cNvPr>
          <p:cNvSpPr>
            <a:spLocks noGrp="1"/>
          </p:cNvSpPr>
          <p:nvPr>
            <p:ph type="body" idx="12" hasCustomPrompt="1"/>
          </p:nvPr>
        </p:nvSpPr>
        <p:spPr>
          <a:xfrm>
            <a:off x="452119" y="4368620"/>
            <a:ext cx="2946174" cy="573241"/>
          </a:xfr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0B39B7-7313-403B-A6BD-0AA03FB82605}"/>
              </a:ext>
            </a:extLst>
          </p:cNvPr>
          <p:cNvCxnSpPr/>
          <p:nvPr/>
        </p:nvCxnSpPr>
        <p:spPr>
          <a:xfrm>
            <a:off x="3821373" y="4368620"/>
            <a:ext cx="0" cy="1688179"/>
          </a:xfrm>
          <a:prstGeom prst="line">
            <a:avLst/>
          </a:prstGeom>
          <a:ln>
            <a:solidFill>
              <a:srgbClr val="27A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C7940E6D-D3EE-4F1B-863A-ED9295A61FED}"/>
              </a:ext>
            </a:extLst>
          </p:cNvPr>
          <p:cNvCxnSpPr/>
          <p:nvPr/>
        </p:nvCxnSpPr>
        <p:spPr>
          <a:xfrm>
            <a:off x="7992167" y="4368620"/>
            <a:ext cx="0" cy="1688179"/>
          </a:xfrm>
          <a:prstGeom prst="line">
            <a:avLst/>
          </a:prstGeom>
          <a:ln>
            <a:solidFill>
              <a:srgbClr val="27A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A531FC2E-EC1B-463C-96B2-BEB105EA8B79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5005136" y="2214173"/>
            <a:ext cx="1980399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6B0C70FC-DF24-48BE-B69F-06A8CCBE012D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4433683" y="5101124"/>
            <a:ext cx="2946174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D08F9B0D-B1B4-48D8-8125-779271F6E911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4433683" y="4368620"/>
            <a:ext cx="2946174" cy="573241"/>
          </a:xfr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A818EC7-5E06-4D07-B730-99515C7E93B5}"/>
              </a:ext>
            </a:extLst>
          </p:cNvPr>
          <p:cNvSpPr>
            <a:spLocks noGrp="1"/>
          </p:cNvSpPr>
          <p:nvPr>
            <p:ph type="body" idx="20"/>
          </p:nvPr>
        </p:nvSpPr>
        <p:spPr>
          <a:xfrm>
            <a:off x="8604476" y="5101124"/>
            <a:ext cx="2946174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E30723C0-A791-47CF-ABC3-0C52FEA036FB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8604476" y="4368620"/>
            <a:ext cx="2946174" cy="573241"/>
          </a:xfrm>
        </p:spPr>
        <p:txBody>
          <a:bodyPr>
            <a:normAutofit/>
          </a:bodyPr>
          <a:lstStyle>
            <a:lvl1pPr marL="0" indent="0" algn="l">
              <a:buNone/>
              <a:defRPr sz="4400" b="1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9" name="Picture Placeholder 15">
            <a:extLst>
              <a:ext uri="{FF2B5EF4-FFF2-40B4-BE49-F238E27FC236}">
                <a16:creationId xmlns:a16="http://schemas.microsoft.com/office/drawing/2014/main" id="{2A469210-70E7-4803-A154-1F7C4CA63D42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5528151" y="1315859"/>
            <a:ext cx="757237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680F79B9-5754-4380-AABF-914E5F5058EF}"/>
              </a:ext>
            </a:extLst>
          </p:cNvPr>
          <p:cNvSpPr>
            <a:spLocks noGrp="1"/>
          </p:cNvSpPr>
          <p:nvPr>
            <p:ph type="body" idx="22"/>
          </p:nvPr>
        </p:nvSpPr>
        <p:spPr>
          <a:xfrm>
            <a:off x="7392327" y="1173150"/>
            <a:ext cx="4352095" cy="955675"/>
          </a:xfr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chemeClr val="bg2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7786BCB4-9C4A-461E-8F18-32F1193088CF}"/>
              </a:ext>
            </a:extLst>
          </p:cNvPr>
          <p:cNvSpPr>
            <a:spLocks noGrp="1"/>
          </p:cNvSpPr>
          <p:nvPr>
            <p:ph type="body" idx="23"/>
          </p:nvPr>
        </p:nvSpPr>
        <p:spPr>
          <a:xfrm>
            <a:off x="7392327" y="2431345"/>
            <a:ext cx="4352095" cy="95567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92E44D7-D596-4B16-BF30-DD3154B5D12C}"/>
              </a:ext>
            </a:extLst>
          </p:cNvPr>
          <p:cNvCxnSpPr>
            <a:cxnSpLocks/>
          </p:cNvCxnSpPr>
          <p:nvPr/>
        </p:nvCxnSpPr>
        <p:spPr>
          <a:xfrm>
            <a:off x="7528981" y="2242723"/>
            <a:ext cx="3711728" cy="0"/>
          </a:xfrm>
          <a:prstGeom prst="line">
            <a:avLst/>
          </a:prstGeom>
          <a:ln>
            <a:solidFill>
              <a:srgbClr val="C4C4C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140262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E97184B1-D995-45A8-A4B5-8F82AE7359D7}"/>
              </a:ext>
            </a:extLst>
          </p:cNvPr>
          <p:cNvSpPr/>
          <p:nvPr/>
        </p:nvSpPr>
        <p:spPr>
          <a:xfrm>
            <a:off x="5634833" y="3429000"/>
            <a:ext cx="6557168" cy="3429000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CA2D6-D39D-48D8-9336-78EE01A6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169" y="315335"/>
            <a:ext cx="5025231" cy="1257300"/>
          </a:xfrm>
        </p:spPr>
        <p:txBody>
          <a:bodyPr/>
          <a:lstStyle>
            <a:lvl1pPr>
              <a:defRPr b="1">
                <a:solidFill>
                  <a:srgbClr val="2D6188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2AC87A-39E6-4AF0-875F-CDAA7D4CE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0968-7365-4E18-B2C6-4F20BD01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DF6C80B-5479-4A1A-AADE-59870BCB22A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3" r="33"/>
          <a:stretch/>
        </p:blipFill>
        <p:spPr>
          <a:xfrm>
            <a:off x="1" y="1"/>
            <a:ext cx="5634831" cy="3505058"/>
          </a:xfrm>
          <a:prstGeom prst="rect">
            <a:avLst/>
          </a:prstGeom>
        </p:spPr>
      </p:pic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74587A5-01B5-4219-8F0A-EA8AAFEE3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7168" y="1719170"/>
            <a:ext cx="5025231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4AA60C-651B-46D8-AE3E-847A9C1DAB0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92106" y="3597275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0D3D39D0-D744-435F-AC3F-F5E1D497396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1192106" y="4275755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14A5C8A-3742-4CAA-80AB-175D9807ED5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92106" y="5044993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2AC2CFFD-C164-43FB-B1C1-9350BB0932ED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1192106" y="5723473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888925F-3E33-4A5E-B7C6-6355F0E092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26677" y="3597275"/>
            <a:ext cx="865429" cy="669925"/>
          </a:xfr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A51D6B0-7F1F-4FFD-8D05-DC352848D14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26677" y="5008154"/>
            <a:ext cx="865429" cy="669925"/>
          </a:xfrm>
        </p:spPr>
        <p:txBody>
          <a:bodyPr>
            <a:norm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02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F984FAB3-82E0-43EE-A88E-63BB5E2865F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5935580" y="4052479"/>
            <a:ext cx="4010525" cy="95567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2">
            <a:extLst>
              <a:ext uri="{FF2B5EF4-FFF2-40B4-BE49-F238E27FC236}">
                <a16:creationId xmlns:a16="http://schemas.microsoft.com/office/drawing/2014/main" id="{144A1703-E9FD-40B6-90B7-8EEC66D1D01A}"/>
              </a:ext>
            </a:extLst>
          </p:cNvPr>
          <p:cNvSpPr>
            <a:spLocks noGrp="1"/>
          </p:cNvSpPr>
          <p:nvPr>
            <p:ph type="body" idx="19"/>
          </p:nvPr>
        </p:nvSpPr>
        <p:spPr>
          <a:xfrm>
            <a:off x="5935580" y="5245635"/>
            <a:ext cx="4010525" cy="95567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9142861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27CC59F1-765A-499A-8B9E-CE334D0C5D16}"/>
              </a:ext>
            </a:extLst>
          </p:cNvPr>
          <p:cNvSpPr/>
          <p:nvPr userDrawn="1"/>
        </p:nvSpPr>
        <p:spPr>
          <a:xfrm>
            <a:off x="5635625" y="0"/>
            <a:ext cx="6556375" cy="6858000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>
              <a:solidFill>
                <a:srgbClr val="FFFFFF"/>
              </a:solidFill>
            </a:endParaRP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2A8B0631-431D-4115-8C96-7B1C458D02D2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0" y="0"/>
            <a:ext cx="5635625" cy="3497263"/>
          </a:xfrm>
        </p:spPr>
        <p:txBody>
          <a:bodyPr/>
          <a:lstStyle/>
          <a:p>
            <a:endParaRPr lang="en-IN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8CA2D6-D39D-48D8-9336-78EE01A66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57169" y="315335"/>
            <a:ext cx="5025231" cy="12573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2AC87A-39E6-4AF0-875F-CDAA7D4CE94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190968-7365-4E18-B2C6-4F20BD01E2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D74587A5-01B5-4219-8F0A-EA8AAFEE3F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57168" y="1719170"/>
            <a:ext cx="5025231" cy="955675"/>
          </a:xfr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FFFFFF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C64AA60C-651B-46D8-AE3E-847A9C1DAB00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1192106" y="4021686"/>
            <a:ext cx="4179178" cy="66992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14A5C8A-3742-4CAA-80AB-175D9807ED51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1192106" y="5012335"/>
            <a:ext cx="4179178" cy="66992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3888925F-3E33-4A5E-B7C6-6355F0E09259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326677" y="4021686"/>
            <a:ext cx="865429" cy="669925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01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AA51D6B0-7F1F-4FFD-8D05-DC352848D14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326677" y="5008154"/>
            <a:ext cx="865429" cy="669925"/>
          </a:xfrm>
        </p:spPr>
        <p:txBody>
          <a:bodyPr anchor="ctr">
            <a:norm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8977084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D0292-6323-4512-B678-3A2B4E2F591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42913" y="394397"/>
            <a:ext cx="5861634" cy="1426213"/>
          </a:xfrm>
        </p:spPr>
        <p:txBody>
          <a:bodyPr>
            <a:normAutofit/>
          </a:bodyPr>
          <a:lstStyle>
            <a:lvl1pPr>
              <a:defRPr sz="4400" b="1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9B77DFD-397D-41BB-8194-EBFA39DD0BB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5F7F7CA-8167-425F-90DF-EC593EA2D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B95ACAC1-FE15-427F-9332-13E0DE69AAA3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6460852" y="394397"/>
            <a:ext cx="5272191" cy="1426213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">
            <a:extLst>
              <a:ext uri="{FF2B5EF4-FFF2-40B4-BE49-F238E27FC236}">
                <a16:creationId xmlns:a16="http://schemas.microsoft.com/office/drawing/2014/main" id="{259BB8CA-F377-434C-A745-0268B6606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4" y="1964750"/>
            <a:ext cx="3456432" cy="617320"/>
          </a:xfrm>
          <a:solidFill>
            <a:srgbClr val="2D6188"/>
          </a:solidFill>
        </p:spPr>
        <p:txBody>
          <a:bodyPr anchor="ctr">
            <a:noAutofit/>
          </a:bodyPr>
          <a:lstStyle>
            <a:lvl1pPr marL="0" indent="0" algn="l">
              <a:buNone/>
              <a:defRPr sz="1800" b="1" spc="11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6DE1E631-EBBF-4438-A920-4222C87E13C9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359762" y="1964750"/>
            <a:ext cx="3456432" cy="617320"/>
          </a:xfrm>
          <a:solidFill>
            <a:srgbClr val="FF3D57"/>
          </a:solidFill>
        </p:spPr>
        <p:txBody>
          <a:bodyPr anchor="ctr">
            <a:noAutofit/>
          </a:bodyPr>
          <a:lstStyle>
            <a:lvl1pPr marL="0" indent="0" algn="l">
              <a:buNone/>
              <a:defRPr sz="1800" b="1" spc="11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D55A3CFA-24E2-47A7-9B92-2E0FCD979711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8292654" y="1964750"/>
            <a:ext cx="3456432" cy="617320"/>
          </a:xfrm>
          <a:solidFill>
            <a:srgbClr val="18C0FF"/>
          </a:solidFill>
        </p:spPr>
        <p:txBody>
          <a:bodyPr anchor="ctr">
            <a:noAutofit/>
          </a:bodyPr>
          <a:lstStyle>
            <a:lvl1pPr marL="0" indent="0" algn="l">
              <a:buNone/>
              <a:defRPr sz="1800" b="1" spc="110" baseline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480CD9D-1885-4737-A296-CBDA3199AFC9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47981" y="2749670"/>
            <a:ext cx="3451366" cy="3180075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B8F3E378-B9A7-4997-A3C3-9A2A12E63482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354963" y="2749670"/>
            <a:ext cx="3451366" cy="3180075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BC5CEEF-F4BE-4BF5-9FF2-4F577F97D0B0}"/>
              </a:ext>
            </a:extLst>
          </p:cNvPr>
          <p:cNvSpPr>
            <a:spLocks noGrp="1"/>
          </p:cNvSpPr>
          <p:nvPr>
            <p:ph type="body" idx="18"/>
          </p:nvPr>
        </p:nvSpPr>
        <p:spPr>
          <a:xfrm>
            <a:off x="8303508" y="2749670"/>
            <a:ext cx="3451366" cy="3180075"/>
          </a:xfrm>
        </p:spPr>
        <p:txBody>
          <a:bodyPr>
            <a:normAutofit/>
          </a:bodyPr>
          <a:lstStyle>
            <a:lvl1pPr marL="171450" indent="-171450" algn="l">
              <a:buFont typeface="Arial" panose="020B0604020202020204" pitchFamily="34" charset="0"/>
              <a:buChar char="•"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0125212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A6964E42-AA62-4B66-95DC-A06476D9EC4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rcRect l="41" r="41"/>
          <a:stretch/>
        </p:blipFill>
        <p:spPr>
          <a:xfrm>
            <a:off x="1" y="-1"/>
            <a:ext cx="12192000" cy="685800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C31D5902-612A-47FA-BB6D-5F2FDB744276}"/>
              </a:ext>
            </a:extLst>
          </p:cNvPr>
          <p:cNvSpPr/>
          <p:nvPr/>
        </p:nvSpPr>
        <p:spPr>
          <a:xfrm>
            <a:off x="2961232" y="-2"/>
            <a:ext cx="6269537" cy="6858001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71875" y="296864"/>
            <a:ext cx="5048250" cy="1531936"/>
          </a:xfrm>
        </p:spPr>
        <p:txBody>
          <a:bodyPr>
            <a:normAutofit/>
          </a:bodyPr>
          <a:lstStyle>
            <a:lvl1pPr>
              <a:defRPr sz="4400" b="1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0908F444-E0C2-4BEF-BFD3-D0D573D0FA56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4440947" y="2125665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66FECE81-6A6C-461E-B52C-226214ECB2D0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40947" y="2804145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C740F9CA-1DAE-4765-B293-E056D988E74E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4440947" y="3669197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EF46FED3-A1B9-45E1-B85F-4E966FA1647C}"/>
              </a:ext>
            </a:extLst>
          </p:cNvPr>
          <p:cNvSpPr>
            <a:spLocks noGrp="1"/>
          </p:cNvSpPr>
          <p:nvPr>
            <p:ph type="body" idx="15"/>
          </p:nvPr>
        </p:nvSpPr>
        <p:spPr>
          <a:xfrm>
            <a:off x="4440947" y="4347677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329DDB0-4C31-42FB-8933-8AEFFDA00C73}"/>
              </a:ext>
            </a:extLst>
          </p:cNvPr>
          <p:cNvSpPr>
            <a:spLocks noGrp="1"/>
          </p:cNvSpPr>
          <p:nvPr>
            <p:ph type="body" idx="16"/>
          </p:nvPr>
        </p:nvSpPr>
        <p:spPr>
          <a:xfrm>
            <a:off x="4440947" y="5235833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2000" b="1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05F32347-7C89-43D0-8E85-59F4E2E13F8D}"/>
              </a:ext>
            </a:extLst>
          </p:cNvPr>
          <p:cNvSpPr>
            <a:spLocks noGrp="1"/>
          </p:cNvSpPr>
          <p:nvPr>
            <p:ph type="body" idx="17"/>
          </p:nvPr>
        </p:nvSpPr>
        <p:spPr>
          <a:xfrm>
            <a:off x="4440947" y="5914313"/>
            <a:ext cx="4179178" cy="669925"/>
          </a:xfr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2"/>
                </a:solidFill>
                <a:latin typeface="+mn-lt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33EC1A19-7BCE-4DE6-9A9A-051ADBE0CB5F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3546202" y="2125665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9D41EB8C-F814-49CC-8D7F-8EF9967E15FA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3546202" y="3669197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5161DAD0-FF9A-46BB-80D2-BF2E8B359A3E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3546202" y="5212729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6739968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7A08E085-C5F4-4477-802B-016936B664B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09683BF-BD27-4A0B-862F-4900C5D9DE8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sz="4000" b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0EF4EAE-029B-4F8C-9D29-76B8BF260A2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48A302D-2BDB-4959-BACE-984D7D4833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CD1D56BD-313E-4E37-AAD3-18A9731D4B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2913" y="1964750"/>
            <a:ext cx="5395057" cy="1642402"/>
          </a:xfrm>
          <a:solidFill>
            <a:srgbClr val="2D6188"/>
          </a:solidFill>
        </p:spPr>
        <p:txBody>
          <a:bodyPr lIns="1476000" anchor="ctr">
            <a:noAutofit/>
          </a:bodyPr>
          <a:lstStyle>
            <a:lvl1pPr marL="0" indent="0" algn="l">
              <a:buNone/>
              <a:defRPr sz="1800" b="0" spc="11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90575F6B-7A73-4865-8146-38C60464E181}"/>
              </a:ext>
            </a:extLst>
          </p:cNvPr>
          <p:cNvSpPr>
            <a:spLocks noGrp="1"/>
          </p:cNvSpPr>
          <p:nvPr>
            <p:ph type="body" idx="12"/>
          </p:nvPr>
        </p:nvSpPr>
        <p:spPr>
          <a:xfrm>
            <a:off x="6280884" y="1964750"/>
            <a:ext cx="5395057" cy="1642402"/>
          </a:xfrm>
          <a:solidFill>
            <a:srgbClr val="2D6188"/>
          </a:solidFill>
        </p:spPr>
        <p:txBody>
          <a:bodyPr vert="horz" lIns="1476000" tIns="91440" rIns="91440" bIns="45720" rtlCol="0" anchor="ctr">
            <a:noAutofit/>
          </a:bodyPr>
          <a:lstStyle>
            <a:lvl1pPr>
              <a:defRPr lang="en-US" sz="1800" b="0" spc="11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A3BCE59F-A692-4F3D-AC20-238857C880E8}"/>
              </a:ext>
            </a:extLst>
          </p:cNvPr>
          <p:cNvSpPr>
            <a:spLocks noGrp="1"/>
          </p:cNvSpPr>
          <p:nvPr>
            <p:ph type="body" idx="13"/>
          </p:nvPr>
        </p:nvSpPr>
        <p:spPr>
          <a:xfrm>
            <a:off x="442913" y="4003099"/>
            <a:ext cx="5395057" cy="1642402"/>
          </a:xfrm>
          <a:solidFill>
            <a:srgbClr val="2D6188"/>
          </a:solidFill>
        </p:spPr>
        <p:txBody>
          <a:bodyPr vert="horz" lIns="1476000" tIns="91440" rIns="91440" bIns="45720" rtlCol="0" anchor="ctr">
            <a:noAutofit/>
          </a:bodyPr>
          <a:lstStyle>
            <a:lvl1pPr>
              <a:defRPr lang="en-US" sz="1800" b="0" spc="11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812FB85E-D687-4419-96D9-AF4FA67EB38F}"/>
              </a:ext>
            </a:extLst>
          </p:cNvPr>
          <p:cNvSpPr>
            <a:spLocks noGrp="1"/>
          </p:cNvSpPr>
          <p:nvPr>
            <p:ph type="body" idx="14"/>
          </p:nvPr>
        </p:nvSpPr>
        <p:spPr>
          <a:xfrm>
            <a:off x="6280884" y="4003099"/>
            <a:ext cx="5395057" cy="1642402"/>
          </a:xfrm>
          <a:solidFill>
            <a:srgbClr val="2D6188"/>
          </a:solidFill>
        </p:spPr>
        <p:txBody>
          <a:bodyPr vert="horz" lIns="1476000" tIns="91440" rIns="91440" bIns="45720" rtlCol="0" anchor="ctr">
            <a:noAutofit/>
          </a:bodyPr>
          <a:lstStyle>
            <a:lvl1pPr>
              <a:defRPr lang="en-US" sz="1800" b="0" spc="110" baseline="0" dirty="0">
                <a:solidFill>
                  <a:schemeClr val="tx1"/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4" name="Picture Placeholder 15">
            <a:extLst>
              <a:ext uri="{FF2B5EF4-FFF2-40B4-BE49-F238E27FC236}">
                <a16:creationId xmlns:a16="http://schemas.microsoft.com/office/drawing/2014/main" id="{6728079F-A8A1-49F2-8FEE-B640B47D3AF5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51129" y="2407332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15" name="Picture Placeholder 15">
            <a:extLst>
              <a:ext uri="{FF2B5EF4-FFF2-40B4-BE49-F238E27FC236}">
                <a16:creationId xmlns:a16="http://schemas.microsoft.com/office/drawing/2014/main" id="{86041B90-31DF-448E-8A20-ACCDF749CF5B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6610244" y="2407332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6F8DBE-C89F-452C-BD71-38FA3FF0DFFB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851129" y="4374061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  <p:sp>
        <p:nvSpPr>
          <p:cNvPr id="17" name="Picture Placeholder 15">
            <a:extLst>
              <a:ext uri="{FF2B5EF4-FFF2-40B4-BE49-F238E27FC236}">
                <a16:creationId xmlns:a16="http://schemas.microsoft.com/office/drawing/2014/main" id="{E2C47282-318B-4A41-B61F-407363A7A9CB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>
          <a:xfrm>
            <a:off x="6610244" y="4374061"/>
            <a:ext cx="744312" cy="757237"/>
          </a:xfrm>
        </p:spPr>
        <p:txBody>
          <a:bodyPr/>
          <a:lstStyle>
            <a:lvl1pPr marL="0" indent="0" algn="ctr">
              <a:buNone/>
              <a:defRPr sz="1200">
                <a:solidFill>
                  <a:schemeClr val="bg2">
                    <a:lumMod val="60000"/>
                    <a:lumOff val="40000"/>
                  </a:schemeClr>
                </a:solidFill>
              </a:defRPr>
            </a:lvl1pPr>
          </a:lstStyle>
          <a:p>
            <a:r>
              <a:rPr lang="en-US" dirty="0"/>
              <a:t>Insert relevant icons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6212939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A750C01-9BC8-45EA-9F05-06D44521E818}"/>
              </a:ext>
            </a:extLst>
          </p:cNvPr>
          <p:cNvSpPr/>
          <p:nvPr/>
        </p:nvSpPr>
        <p:spPr>
          <a:xfrm>
            <a:off x="0" y="4186988"/>
            <a:ext cx="12192000" cy="2813419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AF899C-12F2-49DF-86F0-60B2BEBAF1B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69" y="449264"/>
            <a:ext cx="11269662" cy="684212"/>
          </a:xfrm>
        </p:spPr>
        <p:txBody>
          <a:bodyPr>
            <a:normAutofit/>
          </a:bodyPr>
          <a:lstStyle>
            <a:lvl1pPr algn="ctr">
              <a:defRPr sz="4000" b="1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C46CFFC-E262-46D8-85E8-16EBCE3751E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1F39266-179E-4F1D-95E7-89F20B26FF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COPYRIGHT 2021 ALEPO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CB7F93C5-B691-40AA-B3C2-EC8098647DD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75460" y="2037626"/>
            <a:ext cx="3174069" cy="563007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1C6050E-90DB-47B4-B1BD-8BC87378AA8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75460" y="2611503"/>
            <a:ext cx="3174069" cy="3937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CE19F7FC-79E5-4905-8BC2-1CDD0F13552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08965" y="2037626"/>
            <a:ext cx="3174069" cy="563007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0D8D2752-A084-44AE-A9E4-6E2127BFBF0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508965" y="2611503"/>
            <a:ext cx="3174069" cy="3937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95F683B4-F146-4225-8F0F-F445A7578C8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42471" y="2037626"/>
            <a:ext cx="3174069" cy="563007"/>
          </a:xfrm>
        </p:spPr>
        <p:txBody>
          <a:bodyPr>
            <a:noAutofit/>
          </a:bodyPr>
          <a:lstStyle>
            <a:lvl1pPr marL="0" indent="0" algn="ctr">
              <a:buNone/>
              <a:defRPr sz="24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404FC831-B148-4081-9994-14572C625B8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342471" y="2611503"/>
            <a:ext cx="3174069" cy="393700"/>
          </a:xfrm>
        </p:spPr>
        <p:txBody>
          <a:bodyPr>
            <a:normAutofit/>
          </a:bodyPr>
          <a:lstStyle>
            <a:lvl1pPr marL="0" indent="0" algn="ctr">
              <a:buNone/>
              <a:defRPr sz="14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2B3B1486-74BA-4143-A1DC-1A711FA16E2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68315" y="1249884"/>
            <a:ext cx="11055371" cy="393700"/>
          </a:xfrm>
        </p:spPr>
        <p:txBody>
          <a:bodyPr>
            <a:noAutofit/>
          </a:bodyPr>
          <a:lstStyle>
            <a:lvl1pPr marL="0" indent="0" algn="ctr"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F3BAC328-A6A6-463B-9B97-C88CE9A50B86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74688" y="3429000"/>
            <a:ext cx="3175000" cy="26304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1" name="Picture Placeholder 6">
            <a:extLst>
              <a:ext uri="{FF2B5EF4-FFF2-40B4-BE49-F238E27FC236}">
                <a16:creationId xmlns:a16="http://schemas.microsoft.com/office/drawing/2014/main" id="{98062D66-A84F-461D-BA1F-C13383FEAF94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528231" y="3429000"/>
            <a:ext cx="3175000" cy="26304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  <p:sp>
        <p:nvSpPr>
          <p:cNvPr id="22" name="Picture Placeholder 6">
            <a:extLst>
              <a:ext uri="{FF2B5EF4-FFF2-40B4-BE49-F238E27FC236}">
                <a16:creationId xmlns:a16="http://schemas.microsoft.com/office/drawing/2014/main" id="{71A33661-CA2D-42FF-BDEE-DA53094DD620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365445" y="3429000"/>
            <a:ext cx="3175000" cy="2630488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0755450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Graphic 17">
            <a:extLst>
              <a:ext uri="{FF2B5EF4-FFF2-40B4-BE49-F238E27FC236}">
                <a16:creationId xmlns:a16="http://schemas.microsoft.com/office/drawing/2014/main" id="{01769B99-BE30-4718-8D6A-62FF91EFCE4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69274" y="-97422"/>
            <a:ext cx="12330548" cy="7052844"/>
          </a:xfrm>
          <a:prstGeom prst="rect">
            <a:avLst/>
          </a:prstGeom>
          <a:effectLst>
            <a:outerShdw blurRad="50800" dist="50800" dir="5400000" algn="ctr" rotWithShape="0">
              <a:srgbClr val="000000">
                <a:alpha val="0"/>
              </a:srgbClr>
            </a:outerShdw>
          </a:effectLst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503A8742-7A0C-414B-AEF8-12DAA288FD0A}"/>
              </a:ext>
            </a:extLst>
          </p:cNvPr>
          <p:cNvSpPr txBox="1">
            <a:spLocks/>
          </p:cNvSpPr>
          <p:nvPr/>
        </p:nvSpPr>
        <p:spPr>
          <a:xfrm>
            <a:off x="838200" y="2077201"/>
            <a:ext cx="4720389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1</a:t>
            </a:r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5CB8433E-9405-4418-ADF2-2FC761D4FFE4}"/>
              </a:ext>
            </a:extLst>
          </p:cNvPr>
          <p:cNvSpPr txBox="1">
            <a:spLocks/>
          </p:cNvSpPr>
          <p:nvPr/>
        </p:nvSpPr>
        <p:spPr>
          <a:xfrm>
            <a:off x="838200" y="4182184"/>
            <a:ext cx="4720389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2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FFB74BE1-0BE1-44BD-AE46-240A7F7F0A67}"/>
              </a:ext>
            </a:extLst>
          </p:cNvPr>
          <p:cNvSpPr txBox="1">
            <a:spLocks/>
          </p:cNvSpPr>
          <p:nvPr/>
        </p:nvSpPr>
        <p:spPr>
          <a:xfrm>
            <a:off x="5823285" y="2077201"/>
            <a:ext cx="4720389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3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D3FC3367-586E-42AE-A5D3-640F4F0A5A9B}"/>
              </a:ext>
            </a:extLst>
          </p:cNvPr>
          <p:cNvSpPr txBox="1">
            <a:spLocks/>
          </p:cNvSpPr>
          <p:nvPr/>
        </p:nvSpPr>
        <p:spPr>
          <a:xfrm>
            <a:off x="5823285" y="4182184"/>
            <a:ext cx="4720389" cy="10588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6000" b="1" dirty="0">
                <a:solidFill>
                  <a:srgbClr val="2D6188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4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21B99C5A-B2B8-4889-BC9C-7E546ABC316B}"/>
              </a:ext>
            </a:extLst>
          </p:cNvPr>
          <p:cNvCxnSpPr/>
          <p:nvPr/>
        </p:nvCxnSpPr>
        <p:spPr>
          <a:xfrm>
            <a:off x="838200" y="1909010"/>
            <a:ext cx="6364705" cy="0"/>
          </a:xfrm>
          <a:prstGeom prst="line">
            <a:avLst/>
          </a:prstGeom>
          <a:ln>
            <a:solidFill>
              <a:srgbClr val="27A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 Placeholder 3">
            <a:extLst>
              <a:ext uri="{FF2B5EF4-FFF2-40B4-BE49-F238E27FC236}">
                <a16:creationId xmlns:a16="http://schemas.microsoft.com/office/drawing/2014/main" id="{52EF9A3E-85F5-450F-B043-B272F82AFF5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38201" y="3462274"/>
            <a:ext cx="4415631" cy="39370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>
            <a:extLst>
              <a:ext uri="{FF2B5EF4-FFF2-40B4-BE49-F238E27FC236}">
                <a16:creationId xmlns:a16="http://schemas.microsoft.com/office/drawing/2014/main" id="{E10570A0-9895-44C7-BD23-E3A88824BFF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632" y="3462274"/>
            <a:ext cx="4415631" cy="39370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3">
            <a:extLst>
              <a:ext uri="{FF2B5EF4-FFF2-40B4-BE49-F238E27FC236}">
                <a16:creationId xmlns:a16="http://schemas.microsoft.com/office/drawing/2014/main" id="{5EC5216D-19E2-490A-BA42-31D28143478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38201" y="5502106"/>
            <a:ext cx="4415631" cy="39370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3">
            <a:extLst>
              <a:ext uri="{FF2B5EF4-FFF2-40B4-BE49-F238E27FC236}">
                <a16:creationId xmlns:a16="http://schemas.microsoft.com/office/drawing/2014/main" id="{D59FCB2B-6E6F-4041-8AEA-00F4607E1AD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955632" y="5502106"/>
            <a:ext cx="4415631" cy="393700"/>
          </a:xfr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3">
            <a:extLst>
              <a:ext uri="{FF2B5EF4-FFF2-40B4-BE49-F238E27FC236}">
                <a16:creationId xmlns:a16="http://schemas.microsoft.com/office/drawing/2014/main" id="{4CC1A425-AF08-43AE-A547-FBF2DEC373A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38201" y="2867047"/>
            <a:ext cx="4415631" cy="39370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3">
            <a:extLst>
              <a:ext uri="{FF2B5EF4-FFF2-40B4-BE49-F238E27FC236}">
                <a16:creationId xmlns:a16="http://schemas.microsoft.com/office/drawing/2014/main" id="{87064811-6FA6-4B4F-B942-CB29B0DA0A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955632" y="2867047"/>
            <a:ext cx="4415631" cy="39370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3">
            <a:extLst>
              <a:ext uri="{FF2B5EF4-FFF2-40B4-BE49-F238E27FC236}">
                <a16:creationId xmlns:a16="http://schemas.microsoft.com/office/drawing/2014/main" id="{54D99F20-5A4B-492A-AD82-6E0FEB36943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8201" y="5028155"/>
            <a:ext cx="4415631" cy="39370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3">
            <a:extLst>
              <a:ext uri="{FF2B5EF4-FFF2-40B4-BE49-F238E27FC236}">
                <a16:creationId xmlns:a16="http://schemas.microsoft.com/office/drawing/2014/main" id="{9322DDD7-CF8C-44D5-9A93-1117CBDD1AF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955632" y="5028155"/>
            <a:ext cx="4415631" cy="393700"/>
          </a:xfrm>
        </p:spPr>
        <p:txBody>
          <a:bodyPr>
            <a:noAutofit/>
          </a:bodyPr>
          <a:lstStyle>
            <a:lvl1pPr marL="0" indent="0" algn="l">
              <a:buNone/>
              <a:defRPr sz="24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3">
            <a:extLst>
              <a:ext uri="{FF2B5EF4-FFF2-40B4-BE49-F238E27FC236}">
                <a16:creationId xmlns:a16="http://schemas.microsoft.com/office/drawing/2014/main" id="{B200A8F0-DD80-4903-B724-1C61C2063BC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38201" y="469189"/>
            <a:ext cx="4415631" cy="1359569"/>
          </a:xfrm>
        </p:spPr>
        <p:txBody>
          <a:bodyPr>
            <a:noAutofit/>
          </a:bodyPr>
          <a:lstStyle>
            <a:lvl1pPr marL="0" indent="0" algn="l">
              <a:buNone/>
              <a:defRPr sz="4800" b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Slide Number Placeholder 2">
            <a:extLst>
              <a:ext uri="{FF2B5EF4-FFF2-40B4-BE49-F238E27FC236}">
                <a16:creationId xmlns:a16="http://schemas.microsoft.com/office/drawing/2014/main" id="{7FF2C298-FAE3-48BA-B1DD-721E25F589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Footer Placeholder 3">
            <a:extLst>
              <a:ext uri="{FF2B5EF4-FFF2-40B4-BE49-F238E27FC236}">
                <a16:creationId xmlns:a16="http://schemas.microsoft.com/office/drawing/2014/main" id="{279CB8CF-FCC3-4122-8D5F-C3AEE44FFA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pic>
        <p:nvPicPr>
          <p:cNvPr id="21" name="Graphic 20">
            <a:extLst>
              <a:ext uri="{FF2B5EF4-FFF2-40B4-BE49-F238E27FC236}">
                <a16:creationId xmlns:a16="http://schemas.microsoft.com/office/drawing/2014/main" id="{173C8EF7-5DE3-4292-BA4F-9FE94F1866D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074401" y="6209432"/>
            <a:ext cx="773384" cy="79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946649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9DBE95-0A69-4E42-BAD3-B25B35B6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4932"/>
            <a:ext cx="12192000" cy="6858000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2808C-B015-4356-8D9C-52DEC8CC5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5AD6C-A558-4CB3-ADC4-8610DD41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112F0-1486-4334-818F-1AD3C921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989" y="449264"/>
            <a:ext cx="5239586" cy="1395575"/>
          </a:xfrm>
        </p:spPr>
        <p:txBody>
          <a:bodyPr>
            <a:normAutofit/>
          </a:bodyPr>
          <a:lstStyle>
            <a:lvl1pPr>
              <a:defRPr sz="4400" b="1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1309DE-D23A-4AC7-B63A-66D4CF8522BF}"/>
              </a:ext>
            </a:extLst>
          </p:cNvPr>
          <p:cNvCxnSpPr/>
          <p:nvPr/>
        </p:nvCxnSpPr>
        <p:spPr>
          <a:xfrm>
            <a:off x="6472989" y="2156520"/>
            <a:ext cx="5239586" cy="0"/>
          </a:xfrm>
          <a:prstGeom prst="line">
            <a:avLst/>
          </a:prstGeom>
          <a:ln>
            <a:solidFill>
              <a:srgbClr val="27A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07B7961-93F1-4FEE-80CC-7A09F6B8C5D5}"/>
              </a:ext>
            </a:extLst>
          </p:cNvPr>
          <p:cNvSpPr txBox="1">
            <a:spLocks/>
          </p:cNvSpPr>
          <p:nvPr/>
        </p:nvSpPr>
        <p:spPr>
          <a:xfrm>
            <a:off x="6472989" y="1961274"/>
            <a:ext cx="5239586" cy="1395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none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500" b="1" dirty="0">
              <a:latin typeface="+mn-l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603DAC8-43CF-4745-9AAB-B881E87C28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2989" y="1985892"/>
            <a:ext cx="5239586" cy="449934"/>
          </a:xfrm>
        </p:spPr>
        <p:txBody>
          <a:bodyPr>
            <a:normAutofit/>
          </a:bodyPr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233052-F6FF-4F87-A98A-659E1BE9C4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2989" y="2548057"/>
            <a:ext cx="5239586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898A5C7-3125-48D5-AB74-76FF1A4756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989" y="5047811"/>
            <a:ext cx="1559663" cy="504947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B575684-94C9-4626-9AB7-4C647AC22F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2989" y="3496678"/>
            <a:ext cx="5239586" cy="449934"/>
          </a:xfrm>
        </p:spPr>
        <p:txBody>
          <a:bodyPr>
            <a:normAutofit/>
          </a:bodyPr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C3D67BD-351E-4572-A547-7452931C4F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2989" y="4058843"/>
            <a:ext cx="5239586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0C4945D-B729-4B54-ADDC-F043A62156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72989" y="5636836"/>
            <a:ext cx="2502199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rgbClr val="2D618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AF70314-2642-43E7-BF3B-C53B91A0FB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15497" y="5047811"/>
            <a:ext cx="1559663" cy="504947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6971FB3-8BE3-4544-B8AA-56AC4C08BB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15497" y="5636836"/>
            <a:ext cx="2502199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rgbClr val="2D618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4813471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A9DBE95-0A69-4E42-BAD3-B25B35B69B3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0" y="-14932"/>
            <a:ext cx="12192000" cy="6858000"/>
          </a:xfrm>
          <a:prstGeom prst="rect">
            <a:avLst/>
          </a:prstGeom>
          <a:noFill/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842808C-B015-4356-8D9C-52DEC8CC5E7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B5AD6C-A558-4CB3-ADC4-8610DD41D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CF112F0-1486-4334-818F-1AD3C921BA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72989" y="449264"/>
            <a:ext cx="5239586" cy="1395575"/>
          </a:xfrm>
        </p:spPr>
        <p:txBody>
          <a:bodyPr>
            <a:normAutofit/>
          </a:bodyPr>
          <a:lstStyle>
            <a:lvl1pPr>
              <a:defRPr sz="4400" b="1"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1309DE-D23A-4AC7-B63A-66D4CF8522BF}"/>
              </a:ext>
            </a:extLst>
          </p:cNvPr>
          <p:cNvCxnSpPr/>
          <p:nvPr/>
        </p:nvCxnSpPr>
        <p:spPr>
          <a:xfrm>
            <a:off x="6472989" y="1895264"/>
            <a:ext cx="5239586" cy="0"/>
          </a:xfrm>
          <a:prstGeom prst="line">
            <a:avLst/>
          </a:prstGeom>
          <a:ln>
            <a:solidFill>
              <a:srgbClr val="27ABB8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>
            <a:extLst>
              <a:ext uri="{FF2B5EF4-FFF2-40B4-BE49-F238E27FC236}">
                <a16:creationId xmlns:a16="http://schemas.microsoft.com/office/drawing/2014/main" id="{007B7961-93F1-4FEE-80CC-7A09F6B8C5D5}"/>
              </a:ext>
            </a:extLst>
          </p:cNvPr>
          <p:cNvSpPr txBox="1">
            <a:spLocks/>
          </p:cNvSpPr>
          <p:nvPr/>
        </p:nvSpPr>
        <p:spPr>
          <a:xfrm>
            <a:off x="6472989" y="1961274"/>
            <a:ext cx="5239586" cy="139557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b="1" kern="1200" cap="none" baseline="0">
                <a:solidFill>
                  <a:schemeClr val="bg2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sz="1500" b="1" dirty="0">
              <a:latin typeface="+mn-lt"/>
            </a:endParaRP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603DAC8-43CF-4745-9AAB-B881E87C28A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472989" y="1985892"/>
            <a:ext cx="5239586" cy="449934"/>
          </a:xfrm>
        </p:spPr>
        <p:txBody>
          <a:bodyPr>
            <a:normAutofit/>
          </a:bodyPr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21233052-F6FF-4F87-A98A-659E1BE9C46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472989" y="2548057"/>
            <a:ext cx="5239586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B898A5C7-3125-48D5-AB74-76FF1A47569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6472989" y="5047811"/>
            <a:ext cx="1559663" cy="504947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DB575684-94C9-4626-9AB7-4C647AC22FD2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472989" y="3496678"/>
            <a:ext cx="5239586" cy="449934"/>
          </a:xfrm>
        </p:spPr>
        <p:txBody>
          <a:bodyPr>
            <a:normAutofit/>
          </a:bodyPr>
          <a:lstStyle>
            <a:lvl1pPr marL="0" indent="0" algn="l">
              <a:buNone/>
              <a:defRPr sz="15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8C3D67BD-351E-4572-A547-7452931C4F4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472989" y="4058843"/>
            <a:ext cx="5239586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3">
            <a:extLst>
              <a:ext uri="{FF2B5EF4-FFF2-40B4-BE49-F238E27FC236}">
                <a16:creationId xmlns:a16="http://schemas.microsoft.com/office/drawing/2014/main" id="{D0C4945D-B729-4B54-ADDC-F043A62156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472989" y="5636836"/>
            <a:ext cx="2502199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rgbClr val="2D618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2AF70314-2642-43E7-BF3B-C53B91A0FBD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215497" y="5047811"/>
            <a:ext cx="1559663" cy="504947"/>
          </a:xfrm>
        </p:spPr>
        <p:txBody>
          <a:bodyPr>
            <a:noAutofit/>
          </a:bodyPr>
          <a:lstStyle>
            <a:lvl1pPr marL="0" indent="0" algn="l">
              <a:buNone/>
              <a:defRPr sz="32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E6971FB3-8BE3-4544-B8AA-56AC4C08BBE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215497" y="5636836"/>
            <a:ext cx="2502199" cy="866011"/>
          </a:xfrm>
        </p:spPr>
        <p:txBody>
          <a:bodyPr>
            <a:normAutofit/>
          </a:bodyPr>
          <a:lstStyle>
            <a:lvl1pPr marL="0" indent="0" algn="l">
              <a:buNone/>
              <a:defRPr sz="1100" b="0">
                <a:solidFill>
                  <a:srgbClr val="2D6188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2600426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624BB6-3151-415F-9AD1-58CE9BD95B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9236" y="1249746"/>
            <a:ext cx="5313219" cy="4652290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C1B9CD6-A413-4F26-8326-3F835DE88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8ECEA09-B263-4EC8-9EB7-06E47325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16346E0-3857-4123-AD46-42A28D71A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401" y="6209432"/>
            <a:ext cx="773384" cy="796356"/>
          </a:xfrm>
          <a:prstGeom prst="rect">
            <a:avLst/>
          </a:prstGeom>
        </p:spPr>
      </p:pic>
      <p:sp>
        <p:nvSpPr>
          <p:cNvPr id="8" name="Text Placeholder 3">
            <a:extLst>
              <a:ext uri="{FF2B5EF4-FFF2-40B4-BE49-F238E27FC236}">
                <a16:creationId xmlns:a16="http://schemas.microsoft.com/office/drawing/2014/main" id="{A06C1AAC-4B2A-4EA7-80A1-12E4BF8219C2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87073" y="1249746"/>
            <a:ext cx="5313219" cy="1293429"/>
          </a:xfrm>
        </p:spPr>
        <p:txBody>
          <a:bodyPr>
            <a:normAutofit/>
          </a:bodyPr>
          <a:lstStyle>
            <a:lvl1pPr marL="0" indent="0" algn="l">
              <a:buNone/>
              <a:defRPr sz="2400" b="1">
                <a:solidFill>
                  <a:srgbClr val="2D6188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itle 1">
            <a:extLst>
              <a:ext uri="{FF2B5EF4-FFF2-40B4-BE49-F238E27FC236}">
                <a16:creationId xmlns:a16="http://schemas.microsoft.com/office/drawing/2014/main" id="{CD807FAE-C092-4831-A514-985A1C348E9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1169" y="406400"/>
            <a:ext cx="11269662" cy="684212"/>
          </a:xfrm>
        </p:spPr>
        <p:txBody>
          <a:bodyPr>
            <a:normAutofit/>
          </a:bodyPr>
          <a:lstStyle>
            <a:lvl1pPr algn="l">
              <a:defRPr sz="3600" b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8B5B39CB-6DE2-4AAB-ABAB-5015EE4E103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7073" y="2707071"/>
            <a:ext cx="5313219" cy="3194965"/>
          </a:xfrm>
        </p:spPr>
        <p:txBody>
          <a:bodyPr vert="horz" lIns="91440" tIns="91440" rIns="91440" bIns="45720" rtlCol="0">
            <a:normAutofit/>
          </a:bodyPr>
          <a:lstStyle>
            <a:lvl1pPr>
              <a:defRPr lang="en-US" sz="1800" b="0" dirty="0">
                <a:solidFill>
                  <a:schemeClr val="bg1"/>
                </a:solidFill>
                <a:latin typeface="+mj-lt"/>
              </a:defRPr>
            </a:lvl1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1075416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624BB6-3151-415F-9AD1-58CE9BD95B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9236" y="1249746"/>
            <a:ext cx="5313219" cy="4652290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776733-EB73-46DA-AF4D-CD76D8002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9546" y="357661"/>
            <a:ext cx="11152909" cy="738806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C1B9CD6-A413-4F26-8326-3F835DE88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8ECEA09-B263-4EC8-9EB7-06E47325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16346E0-3857-4123-AD46-42A28D71A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401" y="6209432"/>
            <a:ext cx="773384" cy="7963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9053060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2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6624BB6-3151-415F-9AD1-58CE9BD95BA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359236" y="1249746"/>
            <a:ext cx="5313219" cy="4652290"/>
          </a:xfrm>
        </p:spPr>
        <p:txBody>
          <a:bodyPr>
            <a:normAutofit/>
          </a:bodyPr>
          <a:lstStyle>
            <a:lvl1pPr marL="0" indent="0" algn="l">
              <a:buNone/>
              <a:defRPr sz="1200"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7B776733-EB73-46DA-AF4D-CD76D8002FE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19546" y="357661"/>
            <a:ext cx="11152909" cy="738806"/>
          </a:xfrm>
        </p:spPr>
        <p:txBody>
          <a:bodyPr>
            <a:noAutofit/>
          </a:bodyPr>
          <a:lstStyle>
            <a:lvl1pPr marL="0" indent="0" algn="l">
              <a:buNone/>
              <a:defRPr sz="3600" b="1">
                <a:solidFill>
                  <a:schemeClr val="bg1"/>
                </a:solidFill>
                <a:latin typeface="Roboto" panose="020B0604020202020204" charset="0"/>
                <a:ea typeface="Roboto" panose="020B0604020202020204" charset="0"/>
                <a:cs typeface="Roboto" panose="020B0604020202020204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AC1B9CD6-A413-4F26-8326-3F835DE886C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/>
          <a:lstStyle/>
          <a:p>
            <a:fld id="{E60884FA-1782-2C46-B58F-16BA5B9E415B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Footer Placeholder 3">
            <a:extLst>
              <a:ext uri="{FF2B5EF4-FFF2-40B4-BE49-F238E27FC236}">
                <a16:creationId xmlns:a16="http://schemas.microsoft.com/office/drawing/2014/main" id="{68ECEA09-B263-4EC8-9EB7-06E4732552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/>
          <a:lstStyle/>
          <a:p>
            <a:r>
              <a:rPr lang="en-US" dirty="0"/>
              <a:t>COPYRIGHT 2021 ALEPO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816346E0-3857-4123-AD46-42A28D71A6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74401" y="6209432"/>
            <a:ext cx="773384" cy="796356"/>
          </a:xfrm>
          <a:prstGeom prst="rect">
            <a:avLst/>
          </a:prstGeom>
        </p:spPr>
      </p:pic>
      <p:sp>
        <p:nvSpPr>
          <p:cNvPr id="4" name="Table Placeholder 3">
            <a:extLst>
              <a:ext uri="{FF2B5EF4-FFF2-40B4-BE49-F238E27FC236}">
                <a16:creationId xmlns:a16="http://schemas.microsoft.com/office/drawing/2014/main" id="{121ABE3E-250B-4011-A1D1-E6E40D37760F}"/>
              </a:ext>
            </a:extLst>
          </p:cNvPr>
          <p:cNvSpPr>
            <a:spLocks noGrp="1"/>
          </p:cNvSpPr>
          <p:nvPr>
            <p:ph type="tbl" sz="quarter" idx="15"/>
          </p:nvPr>
        </p:nvSpPr>
        <p:spPr>
          <a:xfrm>
            <a:off x="442913" y="1249746"/>
            <a:ext cx="5389562" cy="4652580"/>
          </a:xfrm>
        </p:spPr>
        <p:txBody>
          <a:bodyPr/>
          <a:lstStyle/>
          <a:p>
            <a:r>
              <a:rPr lang="en-US"/>
              <a:t>Click icon to add table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942320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6E065F-65EA-4681-98FC-642C6B8DA6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EED39BD1-76FA-4B4D-944F-0F0C00B100E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207" b="207"/>
          <a:stretch/>
        </p:blipFill>
        <p:spPr>
          <a:xfrm>
            <a:off x="0" y="0"/>
            <a:ext cx="12192000" cy="3697903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1797061-5759-404E-951F-98AA68426AED}"/>
              </a:ext>
            </a:extLst>
          </p:cNvPr>
          <p:cNvSpPr/>
          <p:nvPr/>
        </p:nvSpPr>
        <p:spPr>
          <a:xfrm>
            <a:off x="3775139" y="3254730"/>
            <a:ext cx="4641723" cy="684212"/>
          </a:xfrm>
          <a:prstGeom prst="rect">
            <a:avLst/>
          </a:prstGeom>
          <a:solidFill>
            <a:srgbClr val="2D618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0" dirty="0"/>
              <a:t>THANK YOU</a:t>
            </a:r>
          </a:p>
        </p:txBody>
      </p:sp>
      <p:pic>
        <p:nvPicPr>
          <p:cNvPr id="39" name="Graphic 38">
            <a:extLst>
              <a:ext uri="{FF2B5EF4-FFF2-40B4-BE49-F238E27FC236}">
                <a16:creationId xmlns:a16="http://schemas.microsoft.com/office/drawing/2014/main" id="{CD3DF8F2-F759-4324-ADF8-71D4A56B47F2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6000"/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934794" y="-397788"/>
            <a:ext cx="4322412" cy="44564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76742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8D73AA-5B2F-4C91-8CC5-ECC63BBA6D31}" type="datetime1">
              <a:rPr lang="en-US" smtClean="0"/>
              <a:t>9/8/2021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4615016" y="6358621"/>
            <a:ext cx="4114800" cy="365125"/>
          </a:xfrm>
        </p:spPr>
        <p:txBody>
          <a:bodyPr/>
          <a:lstStyle/>
          <a:p>
            <a:r>
              <a:rPr lang="en-US" dirty="0"/>
              <a:t>CONFIDENTIAL                                                  Alepo – &lt;Customer Name&gt;  Training 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25F72-67FF-4B43-BD08-F0FABA7F0B18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0" y="1181100"/>
            <a:ext cx="9753600" cy="0"/>
          </a:xfrm>
          <a:prstGeom prst="line">
            <a:avLst/>
          </a:prstGeom>
          <a:ln w="9525">
            <a:solidFill>
              <a:schemeClr val="bg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51803010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54F8B3-2A6F-490C-8E8B-C4E7AFFE131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D10BBE-685A-4F76-AD5E-591C87D3688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35ABFD-ED69-4138-AC21-2659323C85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642DF0-F6E2-479D-A91D-82401D0464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8F2B6A-4E4E-48D7-BCE2-926FEF9835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659631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0FAB3-632E-48C1-BF79-C09FFB148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9688D3-D738-4001-AE65-5502E3612E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42ED5-D2A6-47FF-9DFC-43BEF5EB59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FC7EF0-0D62-43F9-83D1-96F6A4D33A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5ABD80-172B-4D93-8957-E1BB8CB907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01049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31B1F1-F1AE-4DE0-970B-3A75CE1414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4DEAF2-278E-4D96-9769-1819A1860B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AE8D0-6744-413E-BA99-3A145EFC1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A5109B-53A1-4DAF-B8BE-02B2815C69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AEC202-0B88-4F72-998D-2DF1241AF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172457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AE6627-0362-4979-85C3-5983E6C841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4A68ED-9D18-406A-8F54-B759B9ED768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E346FA-18CB-482C-9D60-FB0DC2ED81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7B25AB-49B2-4F0F-A864-A26772322D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8D0FC6-E613-4B27-AA2B-B30E98145A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48DE596-DE0F-4692-B7B2-E2394578D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854787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8488D6-9B64-465B-AE2B-66F5C2E2B0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E1CFB6-A7CE-451A-963C-9CA6F8911A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4DCFA6D-9203-4A35-A36E-DB3C200BFE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E25621-C1A3-4146-ADAF-5122A74F9B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91DAC0-EC79-493C-B402-7197D66227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ACC00F-DE27-493B-B3CD-7C7A94210D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8AC4AFC-19F9-4AD5-9687-58B3CCB27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B246876-5CBB-4179-80DC-84D2677E0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11202819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A56BE-1746-4825-9332-BC46A73F5C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96EE031-D80A-4F88-B326-7CBE0E29B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0730C4C-07DA-4BF7-B6FB-768E2A6904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8BCE241-FE75-4200-8DED-7F25DE0165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9786358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202646-CFE0-4C35-B1EB-0B0E1CA52A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7FABCA4-B534-4185-8DCA-35DF6F85BE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8E90F93-0E1E-4C5E-8DFF-2156E8D081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264909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CBAAE9-8FFA-49FB-B8CB-D174612EA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BD10CB-6A37-4370-86E8-ADABC3C0B5A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630C81-B46A-4173-B0C7-68968948EF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1DA182-FC75-46C2-AA84-1057EE9E6D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B0D139-DBC7-4F78-8C72-C31D581E50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3D5B7F-6F4C-49AF-8C05-635B7F50AD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8343070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A3FCDC-6688-41F2-94B0-86175D4F1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D70BA39-BDBC-446C-939F-18E162DB09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C16FA4-4BCB-418B-90BA-271B0CDC7C5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64FCEF-A131-43A6-8A5A-AEBCBA2BD3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4C2EAD-A83A-492C-9874-8F831BBF1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662651-B8DB-4BFE-AA6A-9C69044573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501417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BA9E18-AAA0-48BD-87E4-7A18928BD3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3B9923F-785C-4945-BF22-E3F70A609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3551F-1A92-4708-A058-22885284B9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AB5077-6AE3-498E-BE01-03655CDA87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37578D-B853-49A2-9A02-7BEE49CCE8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19817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12F176-039D-4E7C-991A-4190D864596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AC2B4EE-53CE-4539-896D-2853D229C71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C41D0B-66A4-4532-AFB0-AB25824D12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E545C8-3767-422F-A988-7E55DC20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0063D8-E1C8-489C-A346-7C81A72632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47584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image" Target="../media/image2.sv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8.xml"/><Relationship Id="rId3" Type="http://schemas.openxmlformats.org/officeDocument/2006/relationships/slideLayout" Target="../slideLayouts/slideLayout33.xml"/><Relationship Id="rId7" Type="http://schemas.openxmlformats.org/officeDocument/2006/relationships/slideLayout" Target="../slideLayouts/slideLayout37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2.xml"/><Relationship Id="rId1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6.xml"/><Relationship Id="rId11" Type="http://schemas.openxmlformats.org/officeDocument/2006/relationships/slideLayout" Target="../slideLayouts/slideLayout41.xml"/><Relationship Id="rId5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4.xml"/><Relationship Id="rId9" Type="http://schemas.openxmlformats.org/officeDocument/2006/relationships/slideLayout" Target="../slideLayouts/slideLayout3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2913" y="449264"/>
            <a:ext cx="11269662" cy="68421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2913" y="1233488"/>
            <a:ext cx="11269662" cy="4824412"/>
          </a:xfrm>
          <a:prstGeom prst="rect">
            <a:avLst/>
          </a:prstGeom>
        </p:spPr>
        <p:txBody>
          <a:bodyPr vert="horz" lIns="91440" tIns="9144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CB9728CC-E381-4B4F-9560-44004B9F82AB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1074401" y="6209432"/>
            <a:ext cx="773384" cy="796356"/>
          </a:xfrm>
          <a:prstGeom prst="rect">
            <a:avLst/>
          </a:prstGeom>
        </p:spPr>
      </p:pic>
      <p:sp>
        <p:nvSpPr>
          <p:cNvPr id="10" name="Slide Number Placeholder 2">
            <a:extLst>
              <a:ext uri="{FF2B5EF4-FFF2-40B4-BE49-F238E27FC236}">
                <a16:creationId xmlns:a16="http://schemas.microsoft.com/office/drawing/2014/main" id="{93E6BF79-D03F-4EC1-99A8-F7AB036C42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598363" y="6424178"/>
            <a:ext cx="1772920" cy="365125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fld id="{4FAB73BC-B049-4115-A692-8D63A059BFB8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1" name="Footer Placeholder 3">
            <a:extLst>
              <a:ext uri="{FF2B5EF4-FFF2-40B4-BE49-F238E27FC236}">
                <a16:creationId xmlns:a16="http://schemas.microsoft.com/office/drawing/2014/main" id="{E41563B2-506F-49E4-8762-C6EAB193E7B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42913" y="6424178"/>
            <a:ext cx="3406616" cy="365125"/>
          </a:xfrm>
          <a:prstGeom prst="rect">
            <a:avLst/>
          </a:prstGeom>
        </p:spPr>
        <p:txBody>
          <a:bodyPr anchor="ctr"/>
          <a:lstStyle>
            <a:lvl1pPr>
              <a:defRPr sz="1050">
                <a:solidFill>
                  <a:schemeClr val="bg1"/>
                </a:solidFill>
              </a:defRPr>
            </a:lvl1pPr>
          </a:lstStyle>
          <a:p>
            <a:r>
              <a:rPr lang="en-IN"/>
              <a:t>COPYRIGHT 2021 ALEPO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98756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713" r:id="rId9"/>
    <p:sldLayoutId id="2147483687" r:id="rId10"/>
    <p:sldLayoutId id="2147483709" r:id="rId11"/>
    <p:sldLayoutId id="2147483715" r:id="rId12"/>
    <p:sldLayoutId id="2147483688" r:id="rId13"/>
    <p:sldLayoutId id="2147483689" r:id="rId14"/>
    <p:sldLayoutId id="2147483690" r:id="rId15"/>
    <p:sldLayoutId id="2147483691" r:id="rId16"/>
    <p:sldLayoutId id="2147483692" r:id="rId17"/>
    <p:sldLayoutId id="2147483714" r:id="rId18"/>
    <p:sldLayoutId id="2147483693" r:id="rId19"/>
    <p:sldLayoutId id="2147483694" r:id="rId20"/>
    <p:sldLayoutId id="2147483695" r:id="rId21"/>
    <p:sldLayoutId id="2147483696" r:id="rId22"/>
    <p:sldLayoutId id="2147483697" r:id="rId23"/>
    <p:sldLayoutId id="2147483698" r:id="rId24"/>
    <p:sldLayoutId id="2147483710" r:id="rId25"/>
    <p:sldLayoutId id="2147483699" r:id="rId26"/>
    <p:sldLayoutId id="2147483700" r:id="rId27"/>
    <p:sldLayoutId id="2147483701" r:id="rId28"/>
    <p:sldLayoutId id="2147483702" r:id="rId29"/>
    <p:sldLayoutId id="2147483733" r:id="rId30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 cap="none" baseline="0">
          <a:solidFill>
            <a:schemeClr val="bg2"/>
          </a:solidFill>
          <a:latin typeface="Roboto" panose="020B0604020202020204" charset="0"/>
          <a:ea typeface="Roboto" panose="020B0604020202020204" charset="0"/>
          <a:cs typeface="Roboto" panose="020B060402020202020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Clr>
          <a:schemeClr val="bg2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 typeface="Arial" panose="020B0604020202020204" pitchFamily="34" charset="0"/>
        <a:buChar char="•"/>
        <a:defRPr sz="2000" kern="1200">
          <a:solidFill>
            <a:schemeClr val="bg2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 typeface="Arial" panose="020B0604020202020204" pitchFamily="34" charset="0"/>
        <a:buChar char="•"/>
        <a:defRPr sz="1800" kern="1200">
          <a:solidFill>
            <a:schemeClr val="bg2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 typeface="Arial" panose="020B0604020202020204" pitchFamily="34" charset="0"/>
        <a:buChar char="•"/>
        <a:defRPr sz="1600" kern="1200">
          <a:solidFill>
            <a:schemeClr val="bg2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chemeClr val="bg2"/>
        </a:buClr>
        <a:buSzPct val="80000"/>
        <a:buFont typeface="Arial" panose="020B0604020202020204" pitchFamily="34" charset="0"/>
        <a:buChar char="•"/>
        <a:defRPr sz="1400" kern="1200">
          <a:solidFill>
            <a:schemeClr val="bg2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906">
          <p15:clr>
            <a:srgbClr val="F26B43"/>
          </p15:clr>
        </p15:guide>
        <p15:guide id="2" pos="279">
          <p15:clr>
            <a:srgbClr val="F26B43"/>
          </p15:clr>
        </p15:guide>
        <p15:guide id="3" orient="horz" pos="278">
          <p15:clr>
            <a:srgbClr val="F26B43"/>
          </p15:clr>
        </p15:guide>
        <p15:guide id="4" orient="horz" pos="731">
          <p15:clr>
            <a:srgbClr val="F26B43"/>
          </p15:clr>
        </p15:guide>
        <p15:guide id="5" orient="horz" pos="777">
          <p15:clr>
            <a:srgbClr val="F26B43"/>
          </p15:clr>
        </p15:guide>
        <p15:guide id="6" pos="7378">
          <p15:clr>
            <a:srgbClr val="F26B43"/>
          </p15:clr>
        </p15:guide>
        <p15:guide id="7" orient="horz" pos="3816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1BC66D0-01A0-4404-AB9E-959DF4CFBE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CDD335C-EBC4-43C5-869B-C228B2597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26DBDAF-9BA1-4419-8CB4-09F9CD4710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36E3E1-F2FD-4E42-80E6-E46FD179569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IN"/>
              <a:t>COPYRIGHT 2021 ALEPO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7279B-D6A3-4A47-9752-50881E61D4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AD7EA34-E0F4-461C-A237-A6A0B32371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71958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.xml"/><Relationship Id="rId4" Type="http://schemas.openxmlformats.org/officeDocument/2006/relationships/image" Target="../media/image25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8.xml"/><Relationship Id="rId4" Type="http://schemas.openxmlformats.org/officeDocument/2006/relationships/image" Target="../media/image27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8.xml"/><Relationship Id="rId1" Type="http://schemas.openxmlformats.org/officeDocument/2006/relationships/tags" Target="../tags/tag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0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8.xml"/><Relationship Id="rId1" Type="http://schemas.openxmlformats.org/officeDocument/2006/relationships/tags" Target="../tags/tag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epo.com/" TargetMode="External"/><Relationship Id="rId7" Type="http://schemas.openxmlformats.org/officeDocument/2006/relationships/hyperlink" Target="https://www.linkedin.com/company/alepo/" TargetMode="External"/><Relationship Id="rId2" Type="http://schemas.openxmlformats.org/officeDocument/2006/relationships/hyperlink" Target="mailto:sales@alepo.com" TargetMode="External"/><Relationship Id="rId1" Type="http://schemas.openxmlformats.org/officeDocument/2006/relationships/slideLayout" Target="../slideLayouts/slideLayout29.xml"/><Relationship Id="rId6" Type="http://schemas.openxmlformats.org/officeDocument/2006/relationships/hyperlink" Target="https://www.alepo.com/about-us/" TargetMode="External"/><Relationship Id="rId5" Type="http://schemas.openxmlformats.org/officeDocument/2006/relationships/hyperlink" Target="https://www.facebook.com/AlepoUSA/" TargetMode="External"/><Relationship Id="rId4" Type="http://schemas.openxmlformats.org/officeDocument/2006/relationships/hyperlink" Target="https://www.alepo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8FE3195-D3A1-4850-9090-DFEED874F1D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457200" y="3904095"/>
            <a:ext cx="7276011" cy="39370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Presented to CASA systems | DD - MMM - YYYY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D1A1596-A8D7-4C1A-8956-0FA40A84EFC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2772987"/>
            <a:ext cx="10937477" cy="1312025"/>
          </a:xfrm>
        </p:spPr>
        <p:txBody>
          <a:bodyPr/>
          <a:lstStyle/>
          <a:p>
            <a:r>
              <a:rPr lang="en-US" dirty="0">
                <a:solidFill>
                  <a:srgbClr val="18C0FF"/>
                </a:solidFill>
              </a:rPr>
              <a:t>Alepo- Overview of Helm &amp; Repo Setup</a:t>
            </a:r>
          </a:p>
        </p:txBody>
      </p:sp>
      <p:pic>
        <p:nvPicPr>
          <p:cNvPr id="7" name="Picture 6" descr="Logo, company name&#10;&#10;Description automatically generated">
            <a:extLst>
              <a:ext uri="{FF2B5EF4-FFF2-40B4-BE49-F238E27FC236}">
                <a16:creationId xmlns:a16="http://schemas.microsoft.com/office/drawing/2014/main" id="{20779C2E-4356-4D10-AEB6-84B89B88EA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22094" y="212430"/>
            <a:ext cx="1905803" cy="9927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0363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983F62-BBB9-431B-A37F-BDA0DC7153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1169" y="3464005"/>
            <a:ext cx="11269662" cy="684212"/>
          </a:xfrm>
        </p:spPr>
        <p:txBody>
          <a:bodyPr/>
          <a:lstStyle/>
          <a:p>
            <a:r>
              <a:rPr lang="en-US" sz="5400" dirty="0"/>
              <a:t>AGENDA</a:t>
            </a:r>
          </a:p>
        </p:txBody>
      </p:sp>
    </p:spTree>
    <p:extLst>
      <p:ext uri="{BB962C8B-B14F-4D97-AF65-F5344CB8AC3E}">
        <p14:creationId xmlns:p14="http://schemas.microsoft.com/office/powerpoint/2010/main" val="42945744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AR" dirty="0"/>
              <a:t>Agenda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2913" y="1133476"/>
            <a:ext cx="11269662" cy="4824412"/>
          </a:xfrm>
        </p:spPr>
        <p:txBody>
          <a:bodyPr>
            <a:normAutofit/>
          </a:bodyPr>
          <a:lstStyle/>
          <a:p>
            <a:r>
              <a:rPr lang="en-US" sz="1100" dirty="0"/>
              <a:t>Introduction to Helm</a:t>
            </a:r>
          </a:p>
          <a:p>
            <a:r>
              <a:rPr lang="en-US" sz="1100" dirty="0"/>
              <a:t>Using Helm</a:t>
            </a:r>
          </a:p>
          <a:p>
            <a:r>
              <a:rPr lang="en-US" sz="1100" dirty="0"/>
              <a:t>Basic Helm Commands</a:t>
            </a:r>
          </a:p>
          <a:p>
            <a:r>
              <a:rPr lang="en-US" sz="1100" dirty="0"/>
              <a:t>Adding Helm Repo</a:t>
            </a:r>
          </a:p>
          <a:p>
            <a:r>
              <a:rPr lang="en-US" sz="1100" dirty="0"/>
              <a:t>How to Upload Help Charts</a:t>
            </a:r>
          </a:p>
          <a:p>
            <a:r>
              <a:rPr lang="en-IN" sz="1100" dirty="0">
                <a:solidFill>
                  <a:srgbClr val="141414"/>
                </a:solidFill>
                <a:effectLst/>
                <a:ea typeface="Open Sans" panose="020B0606030504020204" pitchFamily="34" charset="0"/>
                <a:cs typeface="Times New Roman" panose="02020603050405020304" pitchFamily="18" charset="0"/>
              </a:rPr>
              <a:t>Credential Creation</a:t>
            </a:r>
          </a:p>
          <a:p>
            <a:endParaRPr lang="en-US" sz="1200" dirty="0"/>
          </a:p>
          <a:p>
            <a:endParaRPr lang="en-US" sz="1200" dirty="0"/>
          </a:p>
          <a:p>
            <a:endParaRPr lang="en-US" sz="1200" dirty="0"/>
          </a:p>
        </p:txBody>
      </p:sp>
      <p:sp>
        <p:nvSpPr>
          <p:cNvPr id="6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08688" y="6085576"/>
            <a:ext cx="3406616" cy="365125"/>
          </a:xfrm>
        </p:spPr>
        <p:txBody>
          <a:bodyPr/>
          <a:lstStyle/>
          <a:p>
            <a:r>
              <a:rPr lang="en-IN" dirty="0">
                <a:solidFill>
                  <a:schemeClr val="bg1"/>
                </a:solidFill>
              </a:rPr>
              <a:t>COPYRIGHT 2021 ALEPO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3363471" y="6077381"/>
            <a:ext cx="1772920" cy="365125"/>
          </a:xfrm>
        </p:spPr>
        <p:txBody>
          <a:bodyPr/>
          <a:lstStyle/>
          <a:p>
            <a:fld id="{BF925F72-67FF-4B43-BD08-F0FABA7F0B18}" type="slidenum">
              <a:rPr lang="en-US" smtClean="0">
                <a:solidFill>
                  <a:schemeClr val="bg1"/>
                </a:solidFill>
              </a:rPr>
              <a:pPr/>
              <a:t>3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9" name="Oval 8"/>
          <p:cNvSpPr/>
          <p:nvPr/>
        </p:nvSpPr>
        <p:spPr>
          <a:xfrm>
            <a:off x="8375241" y="1401355"/>
            <a:ext cx="3002508" cy="3002508"/>
          </a:xfrm>
          <a:prstGeom prst="ellipse">
            <a:avLst/>
          </a:prstGeom>
          <a:solidFill>
            <a:srgbClr val="2BACE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512" y="2162785"/>
            <a:ext cx="2035966" cy="1479649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9124682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Introduction to Helm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en-US" sz="1100" b="0" i="0" dirty="0">
                <a:solidFill>
                  <a:srgbClr val="333333"/>
                </a:solidFill>
                <a:effectLst/>
              </a:rPr>
              <a:t>Helm is a tool for managing Kubernetes packages called </a:t>
            </a:r>
            <a:r>
              <a:rPr lang="en-US" sz="1100" b="0" i="1" dirty="0">
                <a:solidFill>
                  <a:srgbClr val="333333"/>
                </a:solidFill>
                <a:effectLst/>
              </a:rPr>
              <a:t>charts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. Helm can do the following:</a:t>
            </a:r>
          </a:p>
          <a:p>
            <a:pPr algn="l"/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Create new charts from scratch</a:t>
            </a:r>
          </a:p>
          <a:p>
            <a:pPr marL="457200" lvl="1" indent="0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Package charts into chart archive (</a:t>
            </a:r>
            <a:r>
              <a:rPr lang="en-US" sz="1100" b="0" i="0" dirty="0" err="1">
                <a:solidFill>
                  <a:srgbClr val="333333"/>
                </a:solidFill>
                <a:effectLst/>
              </a:rPr>
              <a:t>tgz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) files</a:t>
            </a:r>
          </a:p>
          <a:p>
            <a:pPr marL="457200" lvl="1" indent="0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Interact with chart repositories where charts are stored</a:t>
            </a:r>
          </a:p>
          <a:p>
            <a:pPr marL="457200" lvl="1" indent="0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Install and uninstall charts into an existing Kubernetes cluster</a:t>
            </a:r>
          </a:p>
          <a:p>
            <a:pPr marL="457200" lvl="1" indent="0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Manage the release cycle of charts that have been installed with Helm</a:t>
            </a:r>
          </a:p>
          <a:p>
            <a:pPr lvl="1"/>
            <a:endParaRPr lang="en-US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4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7816351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Using Helm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2913" y="1153723"/>
            <a:ext cx="11269662" cy="482441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333333"/>
                </a:solidFill>
                <a:effectLst/>
              </a:rPr>
              <a:t>For Helm, there are three important concepts:</a:t>
            </a:r>
          </a:p>
          <a:p>
            <a:pPr marL="0" indent="0" algn="l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marL="457200" lvl="1" indent="0">
              <a:buNone/>
            </a:pPr>
            <a:r>
              <a:rPr lang="en-US" sz="1100" b="0" i="0" dirty="0">
                <a:solidFill>
                  <a:srgbClr val="333333"/>
                </a:solidFill>
                <a:effectLst/>
              </a:rPr>
              <a:t>1. The </a:t>
            </a:r>
            <a:r>
              <a:rPr lang="en-US" sz="1100" b="1" i="1" dirty="0">
                <a:solidFill>
                  <a:srgbClr val="333333"/>
                </a:solidFill>
                <a:effectLst/>
              </a:rPr>
              <a:t>chart</a:t>
            </a:r>
            <a:r>
              <a:rPr lang="en-US" sz="1100" b="1" i="0" dirty="0">
                <a:solidFill>
                  <a:srgbClr val="333333"/>
                </a:solidFill>
                <a:effectLst/>
              </a:rPr>
              <a:t> 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is a bundle of information necessary to create an instance of a Kubernetes application.</a:t>
            </a:r>
          </a:p>
          <a:p>
            <a:pPr marL="457200" lvl="1" indent="0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marL="457200" lvl="1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2. The </a:t>
            </a:r>
            <a:r>
              <a:rPr lang="en-US" sz="1100" b="1" i="1" dirty="0">
                <a:solidFill>
                  <a:srgbClr val="333333"/>
                </a:solidFill>
              </a:rPr>
              <a:t>config </a:t>
            </a:r>
            <a:r>
              <a:rPr lang="en-US" sz="1100" dirty="0">
                <a:solidFill>
                  <a:srgbClr val="333333"/>
                </a:solidFill>
              </a:rPr>
              <a:t>contains configuration information that can be merged into a packaged chart to create a releasable object.</a:t>
            </a:r>
          </a:p>
          <a:p>
            <a:pPr lvl="1">
              <a:buFont typeface="+mj-lt"/>
              <a:buAutoNum type="arabicPeriod"/>
            </a:pPr>
            <a:endParaRPr lang="en-US" sz="1100" dirty="0">
              <a:solidFill>
                <a:srgbClr val="333333"/>
              </a:solidFill>
            </a:endParaRPr>
          </a:p>
          <a:p>
            <a:pPr marL="457200" lvl="1" indent="0">
              <a:buNone/>
            </a:pPr>
            <a:r>
              <a:rPr lang="en-US" sz="1100" b="0" i="0" dirty="0">
                <a:solidFill>
                  <a:srgbClr val="333333"/>
                </a:solidFill>
                <a:effectLst/>
              </a:rPr>
              <a:t>3.  A </a:t>
            </a:r>
            <a:r>
              <a:rPr lang="en-US" sz="1100" b="1" i="1" dirty="0">
                <a:solidFill>
                  <a:srgbClr val="333333"/>
                </a:solidFill>
              </a:rPr>
              <a:t>release 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is an Instance of a chart running in a Kubernetes cluster. One chart can be installed many times into the same cluster, each time it is installed new release gets created.</a:t>
            </a:r>
            <a:endParaRPr lang="en-US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5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979540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Using Helm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49923" y="1142206"/>
            <a:ext cx="11269662" cy="4824412"/>
          </a:xfrm>
        </p:spPr>
        <p:txBody>
          <a:bodyPr>
            <a:normAutofit/>
          </a:bodyPr>
          <a:lstStyle/>
          <a:p>
            <a:pPr marL="0" indent="0" algn="l">
              <a:buNone/>
            </a:pPr>
            <a:r>
              <a:rPr lang="en-US" sz="1100" b="0" i="0" dirty="0">
                <a:solidFill>
                  <a:srgbClr val="333333"/>
                </a:solidFill>
                <a:effectLst/>
              </a:rPr>
              <a:t>Helm is an executable which is implemented into two distinct parts:</a:t>
            </a:r>
          </a:p>
          <a:p>
            <a:pPr algn="l"/>
            <a:r>
              <a:rPr lang="en-US" sz="1100" b="1" i="0" dirty="0">
                <a:solidFill>
                  <a:srgbClr val="363636"/>
                </a:solidFill>
                <a:effectLst/>
              </a:rPr>
              <a:t>The Helm Client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 is a command-line client for end users. The client is responsible for the following: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Local chart development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Managing repositories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Managing releases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Interfacing with the Helm library</a:t>
            </a:r>
          </a:p>
          <a:p>
            <a:pPr marL="1200150" lvl="2" indent="-285750"/>
            <a:r>
              <a:rPr lang="en-US" sz="1100" b="0" i="0" dirty="0">
                <a:solidFill>
                  <a:srgbClr val="333333"/>
                </a:solidFill>
                <a:effectLst/>
              </a:rPr>
              <a:t>Sending charts to be installed</a:t>
            </a:r>
          </a:p>
          <a:p>
            <a:pPr marL="1200150" lvl="2" indent="-285750"/>
            <a:r>
              <a:rPr lang="en-US" sz="1100" b="0" i="0" dirty="0">
                <a:solidFill>
                  <a:srgbClr val="333333"/>
                </a:solidFill>
                <a:effectLst/>
              </a:rPr>
              <a:t>Requesting upgrading or uninstalling of existing releases</a:t>
            </a:r>
          </a:p>
          <a:p>
            <a:pPr marL="1200150" lvl="2" indent="-285750"/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algn="l"/>
            <a:r>
              <a:rPr lang="en-US" sz="1100" b="1" i="0" dirty="0">
                <a:solidFill>
                  <a:srgbClr val="363636"/>
                </a:solidFill>
                <a:effectLst/>
              </a:rPr>
              <a:t>The Helm Library</a:t>
            </a:r>
            <a:r>
              <a:rPr lang="en-US" sz="1100" b="0" i="0" dirty="0">
                <a:solidFill>
                  <a:srgbClr val="333333"/>
                </a:solidFill>
                <a:effectLst/>
              </a:rPr>
              <a:t> provides the logic for executing all Helm operations. It interfaces with the Kubernetes API server and provides the following capability:</a:t>
            </a:r>
          </a:p>
          <a:p>
            <a:pPr marL="0" indent="0" algn="l">
              <a:buNone/>
            </a:pPr>
            <a:endParaRPr lang="en-US" sz="1100" b="0" i="0" dirty="0">
              <a:solidFill>
                <a:srgbClr val="333333"/>
              </a:solidFill>
              <a:effectLst/>
            </a:endParaRP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Combining a chart and configuration to build a release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Installing charts into Kubernetes, and providing the subsequent release object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Upgrading and uninstalling charts by interacting with Kubernetes</a:t>
            </a:r>
          </a:p>
          <a:p>
            <a:pPr lvl="1"/>
            <a:r>
              <a:rPr lang="en-US" sz="1100" b="0" i="0" dirty="0">
                <a:solidFill>
                  <a:srgbClr val="333333"/>
                </a:solidFill>
                <a:effectLst/>
              </a:rPr>
              <a:t>The standalone Helm library encapsulates the Helm logic so that it can be leveraged by different clients.</a:t>
            </a:r>
          </a:p>
          <a:p>
            <a:pPr lvl="1"/>
            <a:endParaRPr lang="en-US" sz="12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6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050391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Basic Helm Commands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326372" y="1142206"/>
            <a:ext cx="11269662" cy="4824412"/>
          </a:xfrm>
        </p:spPr>
        <p:txBody>
          <a:bodyPr vert="horz" lIns="91440" tIns="91440" rIns="91440" bIns="45720" rtlCol="0" anchor="t">
            <a:normAutofit/>
          </a:bodyPr>
          <a:lstStyle/>
          <a:p>
            <a:pPr lvl="1"/>
            <a:r>
              <a:rPr lang="en-US" sz="1100" b="1" i="0" dirty="0">
                <a:solidFill>
                  <a:srgbClr val="172B4D"/>
                </a:solidFill>
                <a:effectLst/>
              </a:rPr>
              <a:t>helm repo add : Adding helm repository</a:t>
            </a:r>
          </a:p>
          <a:p>
            <a:pPr marL="914400" lvl="2" indent="0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</a:rPr>
              <a:t>$ helm repo add &lt;repo_name&gt; &lt;URL&gt;</a:t>
            </a:r>
          </a:p>
          <a:p>
            <a:pPr marL="914400" lvl="2" indent="0">
              <a:buNone/>
            </a:pPr>
            <a:endParaRPr lang="en-US" sz="1100" dirty="0">
              <a:solidFill>
                <a:srgbClr val="000000"/>
              </a:solidFill>
            </a:endParaRPr>
          </a:p>
          <a:p>
            <a:pPr lvl="1"/>
            <a:r>
              <a:rPr lang="en-US" sz="1100" b="1" dirty="0">
                <a:solidFill>
                  <a:srgbClr val="172B4D"/>
                </a:solidFill>
              </a:rPr>
              <a:t>helm repo update: Updating metadata of repository</a:t>
            </a:r>
          </a:p>
          <a:p>
            <a:pPr marL="914400" lvl="2" indent="0">
              <a:buNone/>
            </a:pPr>
            <a:r>
              <a:rPr lang="en-IN" sz="1100" b="0" i="0" dirty="0">
                <a:solidFill>
                  <a:srgbClr val="000000"/>
                </a:solidFill>
                <a:effectLst/>
              </a:rPr>
              <a:t>$ helm repo update</a:t>
            </a:r>
          </a:p>
          <a:p>
            <a:pPr marL="914400" lvl="2" indent="0">
              <a:buNone/>
            </a:pPr>
            <a:endParaRPr lang="en-IN" sz="1100" dirty="0">
              <a:solidFill>
                <a:srgbClr val="000000"/>
              </a:solidFill>
            </a:endParaRPr>
          </a:p>
          <a:p>
            <a:pPr lvl="1"/>
            <a:r>
              <a:rPr lang="en-US" sz="1100" b="1" dirty="0">
                <a:solidFill>
                  <a:srgbClr val="172B4D"/>
                </a:solidFill>
              </a:rPr>
              <a:t>helm repo list: Listing added repositories</a:t>
            </a:r>
          </a:p>
          <a:p>
            <a:pPr marL="914400" lvl="2" indent="0">
              <a:buNone/>
            </a:pPr>
            <a:r>
              <a:rPr lang="en-IN" sz="1100" b="0" i="0" dirty="0">
                <a:solidFill>
                  <a:srgbClr val="000000"/>
                </a:solidFill>
                <a:effectLst/>
              </a:rPr>
              <a:t>$ helm repo list</a:t>
            </a:r>
          </a:p>
          <a:p>
            <a:pPr marL="914400" lvl="2" indent="0">
              <a:buNone/>
            </a:pPr>
            <a:endParaRPr lang="en-IN" sz="1100" dirty="0">
              <a:solidFill>
                <a:srgbClr val="000000"/>
              </a:solidFill>
            </a:endParaRPr>
          </a:p>
          <a:p>
            <a:pPr lvl="1"/>
            <a:r>
              <a:rPr lang="en-US" sz="1100" b="1" dirty="0">
                <a:solidFill>
                  <a:srgbClr val="172B4D"/>
                </a:solidFill>
              </a:rPr>
              <a:t>helm search : Finding charts</a:t>
            </a:r>
            <a:endParaRPr lang="en-US" sz="1100" b="1" dirty="0">
              <a:solidFill>
                <a:srgbClr val="172B4D"/>
              </a:solidFill>
              <a:ea typeface="Open Sans"/>
              <a:cs typeface="Open Sans"/>
            </a:endParaRPr>
          </a:p>
          <a:p>
            <a:pPr marL="914400" lvl="2" indent="0">
              <a:buNone/>
            </a:pPr>
            <a:endParaRPr lang="en-US" sz="1100" dirty="0">
              <a:solidFill>
                <a:srgbClr val="000000"/>
              </a:solidFill>
              <a:ea typeface="Open Sans"/>
              <a:cs typeface="Open Sans"/>
            </a:endParaRPr>
          </a:p>
          <a:p>
            <a:pPr lvl="1"/>
            <a:r>
              <a:rPr lang="en-US" sz="1100" b="1" dirty="0">
                <a:solidFill>
                  <a:srgbClr val="172B4D"/>
                </a:solidFill>
              </a:rPr>
              <a:t>helm search repo : searches the repositories that you have added to your local helm client ( with helm repo add )</a:t>
            </a:r>
          </a:p>
          <a:p>
            <a:pPr marL="914400" lvl="2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$ helm search repo &lt;chart_name&gt;</a:t>
            </a:r>
          </a:p>
          <a:p>
            <a:pPr marL="914400" lvl="2" indent="0">
              <a:buNone/>
            </a:pPr>
            <a:endParaRPr lang="en-US" sz="1100" dirty="0">
              <a:solidFill>
                <a:srgbClr val="000000"/>
              </a:solidFill>
            </a:endParaRPr>
          </a:p>
          <a:p>
            <a:pPr lvl="1"/>
            <a:r>
              <a:rPr lang="en-US" sz="1100" b="1" dirty="0">
                <a:solidFill>
                  <a:srgbClr val="172B4D"/>
                </a:solidFill>
              </a:rPr>
              <a:t>Searching available packages using parts of words or phrases:</a:t>
            </a:r>
          </a:p>
          <a:p>
            <a:pPr marL="914400" lvl="2" indent="0">
              <a:buNone/>
            </a:pPr>
            <a:r>
              <a:rPr lang="en-US" sz="1100" dirty="0">
                <a:solidFill>
                  <a:srgbClr val="000000"/>
                </a:solidFill>
              </a:rPr>
              <a:t>$ helm search repo &lt;string&gt;</a:t>
            </a:r>
            <a:br>
              <a:rPr lang="en-US" sz="1100" dirty="0">
                <a:solidFill>
                  <a:srgbClr val="000000"/>
                </a:solidFill>
              </a:rPr>
            </a:br>
            <a:endParaRPr lang="en-US" sz="1100" dirty="0">
              <a:solidFill>
                <a:srgbClr val="000000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7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26663483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Basic Helm Commands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2913" y="1190074"/>
            <a:ext cx="11269662" cy="5096426"/>
          </a:xfrm>
        </p:spPr>
        <p:txBody>
          <a:bodyPr>
            <a:no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100" b="1" i="0" dirty="0">
                <a:solidFill>
                  <a:srgbClr val="172B4D"/>
                </a:solidFill>
                <a:effectLst/>
              </a:rPr>
              <a:t>helm install : Installing a package</a:t>
            </a:r>
          </a:p>
          <a:p>
            <a:pPr lvl="1"/>
            <a:r>
              <a:rPr lang="en-US" sz="1100" b="0" i="0" dirty="0">
                <a:solidFill>
                  <a:srgbClr val="172B4D"/>
                </a:solidFill>
                <a:effectLst/>
              </a:rPr>
              <a:t>Installing chart using values supplied from a supplied file</a:t>
            </a:r>
          </a:p>
          <a:p>
            <a:pPr marL="914400" lvl="2" indent="0">
              <a:buNone/>
            </a:pPr>
            <a:r>
              <a:rPr lang="en-US" sz="1100" b="0" i="0" dirty="0">
                <a:solidFill>
                  <a:srgbClr val="000000"/>
                </a:solidFill>
                <a:effectLst/>
              </a:rPr>
              <a:t>$ helm install -f &lt;</a:t>
            </a:r>
            <a:r>
              <a:rPr lang="en-US" sz="1100" b="0" i="0" dirty="0" err="1">
                <a:solidFill>
                  <a:srgbClr val="000000"/>
                </a:solidFill>
                <a:effectLst/>
              </a:rPr>
              <a:t>file_name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&gt; --name-template &lt;release_name&gt; --namespace &lt;namespace&gt; &lt;chart_name&gt;</a:t>
            </a:r>
          </a:p>
          <a:p>
            <a:pPr marL="914400" lvl="2" indent="0">
              <a:buNone/>
            </a:pPr>
            <a:endParaRPr lang="en-US" sz="1100" b="0" i="0" dirty="0">
              <a:solidFill>
                <a:srgbClr val="172B4D"/>
              </a:solidFill>
              <a:effectLst/>
            </a:endParaRPr>
          </a:p>
          <a:p>
            <a:pPr lvl="1"/>
            <a:r>
              <a:rPr lang="en-US" sz="1100" dirty="0">
                <a:solidFill>
                  <a:srgbClr val="172B4D"/>
                </a:solidFill>
              </a:rPr>
              <a:t>Installing chart supplying values from CLI</a:t>
            </a:r>
          </a:p>
          <a:p>
            <a:pPr marL="914400" lvl="2" indent="0">
              <a:buNone/>
            </a:pPr>
            <a:r>
              <a:rPr lang="en-US" sz="1100" dirty="0"/>
              <a:t>$ helm install --set &lt;parameter_1&gt;=&lt;value_1&gt; --set &lt;parameter_2&gt;=&lt;value_2&gt; --name-template &lt;</a:t>
            </a:r>
            <a:r>
              <a:rPr lang="en-US" sz="1100" dirty="0" err="1"/>
              <a:t>release_name</a:t>
            </a:r>
            <a:r>
              <a:rPr lang="en-US" sz="1100" dirty="0"/>
              <a:t>&gt;  --namespace &lt;namespace&gt; &lt;chart_name&gt;</a:t>
            </a:r>
          </a:p>
          <a:p>
            <a:pPr marL="457200" lvl="1" indent="0">
              <a:buNone/>
            </a:pPr>
            <a:endParaRPr lang="en-US" sz="1100" dirty="0"/>
          </a:p>
          <a:p>
            <a:pPr lvl="1"/>
            <a:r>
              <a:rPr lang="en-US" sz="1100" dirty="0">
                <a:solidFill>
                  <a:srgbClr val="172B4D"/>
                </a:solidFill>
              </a:rPr>
              <a:t>Installing chart with variable supplied from both files and from CLI</a:t>
            </a:r>
          </a:p>
          <a:p>
            <a:pPr marL="914400" lvl="2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$ helm install --set &lt;parameter_1&gt;=&lt;value_1&gt; --values &lt;</a:t>
            </a:r>
            <a:r>
              <a:rPr lang="en-US" sz="1100" dirty="0" err="1">
                <a:solidFill>
                  <a:srgbClr val="172B4D"/>
                </a:solidFill>
              </a:rPr>
              <a:t>file_name</a:t>
            </a:r>
            <a:r>
              <a:rPr lang="en-US" sz="1100" dirty="0">
                <a:solidFill>
                  <a:srgbClr val="172B4D"/>
                </a:solidFill>
              </a:rPr>
              <a:t>&gt; --name-template &lt;</a:t>
            </a:r>
            <a:r>
              <a:rPr lang="en-US" sz="1100" dirty="0" err="1">
                <a:solidFill>
                  <a:srgbClr val="172B4D"/>
                </a:solidFill>
              </a:rPr>
              <a:t>release_name</a:t>
            </a:r>
            <a:r>
              <a:rPr lang="en-US" sz="1100" dirty="0">
                <a:solidFill>
                  <a:srgbClr val="172B4D"/>
                </a:solidFill>
              </a:rPr>
              <a:t>&gt;  --namespace &lt;namespace&gt; &lt;chart_name&gt;</a:t>
            </a:r>
          </a:p>
          <a:p>
            <a:pPr marL="914400" lvl="2" indent="0">
              <a:buNone/>
            </a:pPr>
            <a:endParaRPr lang="en-US" sz="1100" dirty="0">
              <a:solidFill>
                <a:srgbClr val="172B4D"/>
              </a:solidFill>
            </a:endParaRPr>
          </a:p>
          <a:p>
            <a:pPr marL="914400" lvl="2" indent="0">
              <a:buNone/>
            </a:pPr>
            <a:r>
              <a:rPr lang="en-US" sz="1100" dirty="0">
                <a:solidFill>
                  <a:srgbClr val="172B4D"/>
                </a:solidFill>
              </a:rPr>
              <a:t>values supplied from CLI will override parameter values present within values file</a:t>
            </a:r>
          </a:p>
          <a:p>
            <a:pPr lvl="1"/>
            <a:endParaRPr lang="en-US" sz="1100" dirty="0">
              <a:solidFill>
                <a:srgbClr val="172B4D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1100" b="1" dirty="0">
                <a:solidFill>
                  <a:srgbClr val="172B4D"/>
                </a:solidFill>
              </a:rPr>
              <a:t>helm list: Listing installed packages with details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172B4D"/>
                </a:solidFill>
              </a:rPr>
              <a:t>$ helm list --namespace &lt;namespace&gt;</a:t>
            </a:r>
          </a:p>
          <a:p>
            <a:pPr marL="457200" lvl="2" indent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172B4D"/>
                </a:solidFill>
              </a:rPr>
              <a:t>These details include release name, revision, last updated timestamp, status, chart name with version, app version and namespace.</a:t>
            </a:r>
          </a:p>
          <a:p>
            <a:pPr marL="457200" lvl="2" indent="0">
              <a:spcBef>
                <a:spcPts val="1000"/>
              </a:spcBef>
              <a:buNone/>
            </a:pPr>
            <a:endParaRPr lang="en-US" sz="1100" dirty="0">
              <a:solidFill>
                <a:srgbClr val="172B4D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1100" b="1" dirty="0">
                <a:solidFill>
                  <a:srgbClr val="172B4D"/>
                </a:solidFill>
              </a:rPr>
              <a:t>helm get : Information from installed release</a:t>
            </a:r>
          </a:p>
          <a:p>
            <a:pPr marL="628650" lvl="2" indent="-171450">
              <a:spcBef>
                <a:spcPts val="1000"/>
              </a:spcBef>
            </a:pPr>
            <a:r>
              <a:rPr lang="en-US" sz="1100" dirty="0">
                <a:solidFill>
                  <a:srgbClr val="172B4D"/>
                </a:solidFill>
              </a:rPr>
              <a:t>Outputs kubernetes manifests that are installed in given release</a:t>
            </a:r>
          </a:p>
          <a:p>
            <a:pPr marL="914400" lvl="3" indent="0">
              <a:spcBef>
                <a:spcPts val="1000"/>
              </a:spcBef>
              <a:buNone/>
            </a:pPr>
            <a:r>
              <a:rPr lang="en-US" sz="1100" dirty="0">
                <a:solidFill>
                  <a:srgbClr val="172B4D"/>
                </a:solidFill>
              </a:rPr>
              <a:t>$ helm get manifest --namespace &lt;namespace&gt; &lt;release_name&gt;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8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568296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Basic Helm Commands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442913" y="1164683"/>
            <a:ext cx="11269662" cy="4824412"/>
          </a:xfrm>
        </p:spPr>
        <p:txBody>
          <a:bodyPr>
            <a:normAutofit/>
          </a:bodyPr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172B4D"/>
                </a:solidFill>
              </a:rPr>
              <a:t>Outputs values or parameters used while installed in given release</a:t>
            </a:r>
          </a:p>
          <a:p>
            <a:pPr lvl="1"/>
            <a:r>
              <a:rPr lang="en-US" sz="1100" b="0" i="0" dirty="0">
                <a:solidFill>
                  <a:srgbClr val="000000"/>
                </a:solidFill>
                <a:effectLst/>
              </a:rPr>
              <a:t>$ helm get values --namespace &lt;namespace&gt; &lt;</a:t>
            </a:r>
            <a:r>
              <a:rPr lang="en-US" sz="1100" b="0" i="0" dirty="0" err="1">
                <a:solidFill>
                  <a:srgbClr val="000000"/>
                </a:solidFill>
                <a:effectLst/>
              </a:rPr>
              <a:t>release_name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&gt;</a:t>
            </a:r>
          </a:p>
          <a:p>
            <a:pPr lvl="1"/>
            <a:endParaRPr lang="en-US" sz="11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172B4D"/>
                </a:solidFill>
              </a:rPr>
              <a:t>helm upgrade: Upgrading existing release</a:t>
            </a:r>
          </a:p>
          <a:p>
            <a:pPr lvl="1"/>
            <a:r>
              <a:rPr lang="en-US" sz="1100" dirty="0">
                <a:solidFill>
                  <a:srgbClr val="172B4D"/>
                </a:solidFill>
              </a:rPr>
              <a:t>$ helm upgrade &lt;</a:t>
            </a:r>
            <a:r>
              <a:rPr lang="en-US" sz="1100" dirty="0" err="1">
                <a:solidFill>
                  <a:srgbClr val="172B4D"/>
                </a:solidFill>
              </a:rPr>
              <a:t>release_name</a:t>
            </a:r>
            <a:r>
              <a:rPr lang="en-US" sz="1100" dirty="0">
                <a:solidFill>
                  <a:srgbClr val="172B4D"/>
                </a:solidFill>
              </a:rPr>
              <a:t>&gt; --namespace &lt;namespace&gt; --values &lt;</a:t>
            </a:r>
            <a:r>
              <a:rPr lang="en-US" sz="1100" dirty="0" err="1">
                <a:solidFill>
                  <a:srgbClr val="172B4D"/>
                </a:solidFill>
              </a:rPr>
              <a:t>file_name</a:t>
            </a:r>
            <a:r>
              <a:rPr lang="en-US" sz="1100" dirty="0">
                <a:solidFill>
                  <a:srgbClr val="172B4D"/>
                </a:solidFill>
              </a:rPr>
              <a:t>&gt; --set &lt;parameter_1&gt;=&lt;value_1&gt; &lt;chart_name&gt;</a:t>
            </a:r>
          </a:p>
          <a:p>
            <a:pPr marL="457200" lvl="1" indent="0">
              <a:buNone/>
            </a:pPr>
            <a:endParaRPr lang="en-US" sz="1100" dirty="0">
              <a:solidFill>
                <a:srgbClr val="172B4D"/>
              </a:solidFill>
            </a:endParaRPr>
          </a:p>
          <a:p>
            <a:r>
              <a:rPr lang="en-US" sz="1100" b="1" dirty="0">
                <a:solidFill>
                  <a:srgbClr val="172B4D"/>
                </a:solidFill>
              </a:rPr>
              <a:t>helm rollback : Rollback to previous release version</a:t>
            </a:r>
          </a:p>
          <a:p>
            <a:pPr lvl="1"/>
            <a:r>
              <a:rPr lang="en-US" sz="1100" b="0" i="0" dirty="0">
                <a:solidFill>
                  <a:srgbClr val="000000"/>
                </a:solidFill>
                <a:effectLst/>
              </a:rPr>
              <a:t>$ helm rollback --namespace &lt;namespace&gt; &lt;</a:t>
            </a:r>
            <a:r>
              <a:rPr lang="en-US" sz="1100" b="0" i="0" dirty="0" err="1">
                <a:solidFill>
                  <a:srgbClr val="000000"/>
                </a:solidFill>
                <a:effectLst/>
              </a:rPr>
              <a:t>release_name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&gt; &lt;</a:t>
            </a:r>
            <a:r>
              <a:rPr lang="en-US" sz="1100" b="0" i="0" dirty="0" err="1">
                <a:solidFill>
                  <a:srgbClr val="000000"/>
                </a:solidFill>
                <a:effectLst/>
              </a:rPr>
              <a:t>revision_number</a:t>
            </a:r>
            <a:r>
              <a:rPr lang="en-US" sz="1100" b="0" i="0" dirty="0">
                <a:solidFill>
                  <a:srgbClr val="000000"/>
                </a:solidFill>
                <a:effectLst/>
              </a:rPr>
              <a:t>&gt;</a:t>
            </a:r>
          </a:p>
          <a:p>
            <a:pPr lvl="1"/>
            <a:endParaRPr lang="en-US" sz="1100" dirty="0">
              <a:solidFill>
                <a:srgbClr val="000000"/>
              </a:solidFill>
            </a:endParaRPr>
          </a:p>
          <a:p>
            <a:r>
              <a:rPr lang="en-US" sz="1100" b="1" dirty="0">
                <a:solidFill>
                  <a:srgbClr val="172B4D"/>
                </a:solidFill>
              </a:rPr>
              <a:t>helm history : Show entire revision history for release</a:t>
            </a:r>
          </a:p>
          <a:p>
            <a:pPr lvl="1"/>
            <a:r>
              <a:rPr lang="en-US" sz="1100" dirty="0">
                <a:solidFill>
                  <a:srgbClr val="172B4D"/>
                </a:solidFill>
              </a:rPr>
              <a:t>$ helm history --namespace &lt;namespace&gt; &lt;release_name&gt;</a:t>
            </a:r>
          </a:p>
          <a:p>
            <a:pPr lvl="1"/>
            <a:endParaRPr lang="en-US" sz="1100" dirty="0">
              <a:solidFill>
                <a:srgbClr val="172B4D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1100" b="1" dirty="0">
                <a:solidFill>
                  <a:srgbClr val="172B4D"/>
                </a:solidFill>
              </a:rPr>
              <a:t>helm delete : Delete existing release</a:t>
            </a:r>
          </a:p>
          <a:p>
            <a:pPr marL="685800" lvl="2">
              <a:spcBef>
                <a:spcPts val="1000"/>
              </a:spcBef>
            </a:pPr>
            <a:r>
              <a:rPr lang="en-US" sz="1100" dirty="0">
                <a:solidFill>
                  <a:srgbClr val="000000"/>
                </a:solidFill>
              </a:rPr>
              <a:t>$ helm delete --namespace &lt;namespace&gt; --purge &lt;release_name&gt;</a:t>
            </a:r>
          </a:p>
          <a:p>
            <a:pPr marL="685800" lvl="2">
              <a:spcBef>
                <a:spcPts val="1000"/>
              </a:spcBef>
            </a:pPr>
            <a:endParaRPr lang="en-US" sz="1100" b="1" dirty="0">
              <a:solidFill>
                <a:srgbClr val="172B4D"/>
              </a:solidFill>
            </a:endParaRPr>
          </a:p>
          <a:p>
            <a:pPr marL="228600" lvl="1">
              <a:spcBef>
                <a:spcPts val="1000"/>
              </a:spcBef>
            </a:pPr>
            <a:r>
              <a:rPr lang="en-US" sz="1100" b="1" dirty="0">
                <a:solidFill>
                  <a:srgbClr val="172B4D"/>
                </a:solidFill>
              </a:rPr>
              <a:t>helm dependency update :  Installing chart dependency</a:t>
            </a:r>
          </a:p>
          <a:p>
            <a:pPr marL="685800" lvl="2">
              <a:spcBef>
                <a:spcPts val="1000"/>
              </a:spcBef>
            </a:pPr>
            <a:r>
              <a:rPr lang="en-US" sz="1100" dirty="0">
                <a:solidFill>
                  <a:srgbClr val="172B4D"/>
                </a:solidFill>
              </a:rPr>
              <a:t>$ helm dependency update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9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319075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Adding Helm Repository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1" indent="0">
              <a:buNone/>
            </a:pPr>
            <a:r>
              <a:rPr lang="en-US" sz="1100" dirty="0"/>
              <a:t>To use the helm files on the server, download the helm files from the harbor and use it along with the over-ride file, details of which is given below with all the NFs. </a:t>
            </a:r>
          </a:p>
          <a:p>
            <a:pPr lvl="1"/>
            <a:endParaRPr lang="en-US" sz="1100" dirty="0"/>
          </a:p>
          <a:p>
            <a:pPr lvl="1"/>
            <a:r>
              <a:rPr lang="en-US" sz="1100" b="1" dirty="0"/>
              <a:t>Add helm Repository </a:t>
            </a:r>
          </a:p>
          <a:p>
            <a:pPr marL="457200" lvl="1" indent="0">
              <a:buNone/>
            </a:pPr>
            <a:r>
              <a:rPr lang="en-US" sz="1100" dirty="0"/>
              <a:t>Add your helm repository so, helm charts can be accessed from server. </a:t>
            </a:r>
          </a:p>
          <a:p>
            <a:pPr marL="914400" lvl="2" indent="0">
              <a:buNone/>
            </a:pPr>
            <a:r>
              <a:rPr lang="en-US" sz="1100" dirty="0"/>
              <a:t>helm repo add </a:t>
            </a:r>
            <a:r>
              <a:rPr lang="en-US" sz="1100" dirty="0" err="1"/>
              <a:t>alepo</a:t>
            </a:r>
            <a:r>
              <a:rPr lang="en-US" sz="1100" dirty="0"/>
              <a:t> &lt;repo-</a:t>
            </a:r>
            <a:r>
              <a:rPr lang="en-US" sz="1100" dirty="0" err="1"/>
              <a:t>url</a:t>
            </a:r>
            <a:r>
              <a:rPr lang="en-US" sz="1100" dirty="0"/>
              <a:t>&gt; --username '{user-name}' --password '{password}’</a:t>
            </a:r>
          </a:p>
          <a:p>
            <a:pPr marL="914400" lvl="2" indent="0">
              <a:buNone/>
            </a:pPr>
            <a:endParaRPr lang="en-US" sz="1100" dirty="0"/>
          </a:p>
          <a:p>
            <a:pPr marL="914400" lvl="2" indent="0">
              <a:buNone/>
            </a:pPr>
            <a:endParaRPr lang="en-IN" sz="1100" dirty="0">
              <a:solidFill>
                <a:srgbClr val="141414"/>
              </a:solidFill>
              <a:effectLst/>
              <a:latin typeface="Open Sans Light" panose="020B03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IN" sz="1100" dirty="0">
              <a:solidFill>
                <a:srgbClr val="141414"/>
              </a:solidFill>
              <a:latin typeface="Open Sans Light" panose="020B03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marL="914400" lvl="2" indent="0">
              <a:buNone/>
            </a:pPr>
            <a:endParaRPr lang="en-IN" sz="1100" dirty="0">
              <a:solidFill>
                <a:srgbClr val="141414"/>
              </a:solidFill>
              <a:effectLst/>
              <a:latin typeface="Open Sans Light" panose="020B0306030504020204" pitchFamily="34" charset="0"/>
              <a:ea typeface="Open Sans" panose="020B0606030504020204" pitchFamily="34" charset="0"/>
              <a:cs typeface="Times New Roman" panose="02020603050405020304" pitchFamily="18" charset="0"/>
            </a:endParaRPr>
          </a:p>
          <a:p>
            <a:pPr lvl="1"/>
            <a:endParaRPr lang="en-IN" sz="1100" b="1" dirty="0"/>
          </a:p>
          <a:p>
            <a:pPr lvl="1"/>
            <a:r>
              <a:rPr lang="en-IN" sz="1100" b="1" dirty="0"/>
              <a:t>Create ImagePullSecret </a:t>
            </a:r>
          </a:p>
          <a:p>
            <a:pPr marL="914400" lvl="2" indent="0">
              <a:buNone/>
            </a:pPr>
            <a:endParaRPr lang="en-US" sz="1100" dirty="0"/>
          </a:p>
          <a:p>
            <a:pPr marL="914400" lvl="2" indent="0">
              <a:buNone/>
            </a:pPr>
            <a:r>
              <a:rPr lang="en-US" sz="1100" dirty="0"/>
              <a:t>For Authentication to pull images from your local private registry while deploying NFs, it is required to create a pull secret. </a:t>
            </a:r>
          </a:p>
          <a:p>
            <a:pPr marL="914400" lvl="2" indent="0">
              <a:buNone/>
            </a:pPr>
            <a:endParaRPr lang="en-US" sz="1100" dirty="0"/>
          </a:p>
          <a:p>
            <a:pPr marL="914400" lvl="2" indent="0">
              <a:buNone/>
            </a:pPr>
            <a:r>
              <a:rPr lang="en-US" sz="1100" dirty="0" err="1"/>
              <a:t>kubectl</a:t>
            </a:r>
            <a:r>
              <a:rPr lang="en-US" sz="1100" dirty="0"/>
              <a:t> create secret docker-registry </a:t>
            </a:r>
            <a:r>
              <a:rPr lang="en-US" sz="1100" dirty="0" err="1"/>
              <a:t>regcred</a:t>
            </a:r>
            <a:r>
              <a:rPr lang="en-US" sz="1100" dirty="0"/>
              <a:t> --docker-server=&lt;your-registry-server&gt; --docker-username='&lt;your-name&gt;' --docker-password='&lt;your-password&gt;' --docker-email=&lt;your-email&gt; -n &lt;namespace&gt;</a:t>
            </a:r>
          </a:p>
          <a:p>
            <a:pPr marL="914400" lvl="2" indent="0">
              <a:buNone/>
            </a:pPr>
            <a:endParaRPr lang="en-US" sz="1100" dirty="0"/>
          </a:p>
          <a:p>
            <a:pPr marL="914400" lvl="2" indent="0">
              <a:buNone/>
            </a:pPr>
            <a:endParaRPr lang="en-US" sz="1100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4F4C2D7F-27A4-43EC-8E0A-FC3C3328EBE0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2379091" y="2630343"/>
            <a:ext cx="7069710" cy="52849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DF1C9E4-AE75-4A7F-B606-54CEE6A4D3CD}"/>
              </a:ext>
            </a:extLst>
          </p:cNvPr>
          <p:cNvPicPr/>
          <p:nvPr/>
        </p:nvPicPr>
        <p:blipFill>
          <a:blip r:embed="rId4"/>
          <a:stretch>
            <a:fillRect/>
          </a:stretch>
        </p:blipFill>
        <p:spPr>
          <a:xfrm>
            <a:off x="2487967" y="4943849"/>
            <a:ext cx="6960834" cy="551787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37650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Charts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Helm uses a packaging format called charts. </a:t>
            </a:r>
          </a:p>
          <a:p>
            <a:pPr marL="0" indent="0">
              <a:buNone/>
            </a:pP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 chart is a collection of files that describe a related set of Kubernetes resources. </a:t>
            </a:r>
          </a:p>
          <a:p>
            <a:pPr marL="0" indent="0">
              <a:buNone/>
            </a:pP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A single chart might be used to deploy something simple, like a memcached pod, or something complex, like a full web app stack with HTTP servers, databases, caches, and so on.</a:t>
            </a:r>
          </a:p>
          <a:p>
            <a:pPr marL="0" indent="0">
              <a:buNone/>
            </a:pP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Charts are created as files laid out in a particular directory tree. They can be packaged into versioned archives to be deployed.</a:t>
            </a:r>
          </a:p>
          <a:p>
            <a:pPr marL="0" indent="0">
              <a:buNone/>
            </a:pPr>
            <a:endParaRPr lang="en-US" sz="1100" dirty="0">
              <a:solidFill>
                <a:srgbClr val="333333"/>
              </a:solidFill>
            </a:endParaRPr>
          </a:p>
          <a:p>
            <a:pPr marL="0" indent="0">
              <a:buNone/>
            </a:pPr>
            <a:r>
              <a:rPr lang="en-US" sz="1100" dirty="0">
                <a:solidFill>
                  <a:srgbClr val="333333"/>
                </a:solidFill>
              </a:rPr>
              <a:t>If you want to download and look at the files for a published chart, without installing it, you can do so with helm pull </a:t>
            </a:r>
            <a:r>
              <a:rPr lang="en-US" sz="1100" dirty="0" err="1">
                <a:solidFill>
                  <a:srgbClr val="333333"/>
                </a:solidFill>
              </a:rPr>
              <a:t>chartrepo</a:t>
            </a:r>
            <a:r>
              <a:rPr lang="en-US" sz="1100" dirty="0">
                <a:solidFill>
                  <a:srgbClr val="333333"/>
                </a:solidFill>
              </a:rPr>
              <a:t>/</a:t>
            </a:r>
            <a:r>
              <a:rPr lang="en-US" sz="1100" dirty="0" err="1">
                <a:solidFill>
                  <a:srgbClr val="333333"/>
                </a:solidFill>
              </a:rPr>
              <a:t>chartname</a:t>
            </a:r>
            <a:endParaRPr lang="en-US" sz="1100" dirty="0">
              <a:solidFill>
                <a:srgbClr val="333333"/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11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29060114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The Chart File Structure</a:t>
            </a:r>
            <a:endParaRPr lang="hi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F00071AB-516F-4D80-97AC-2AC784A8003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2912" y="1174322"/>
            <a:ext cx="11571879" cy="1785104"/>
          </a:xfrm>
          <a:prstGeom prst="rect">
            <a:avLst/>
          </a:prstGeom>
          <a:solidFill>
            <a:srgbClr val="FAFAFA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</a:rPr>
              <a:t>A chart is organized as a collection of files inside of a directory. The directory name is the name of the chart (without versioning information).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200" b="0" i="0" u="none" strike="noStrike" cap="none" normalizeH="0" baseline="0" dirty="0">
              <a:ln>
                <a:noFill/>
              </a:ln>
              <a:solidFill>
                <a:srgbClr val="333333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</a:rPr>
              <a:t>Thus, a chart describing WordPress would be stored in a </a:t>
            </a:r>
            <a:r>
              <a:rPr kumimoji="0" lang="en-US" altLang="en-US" sz="1200" b="0" i="0" u="none" strike="noStrike" cap="none" normalizeH="0" baseline="0" dirty="0" err="1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wordpress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+mn-lt"/>
                <a:cs typeface="Courier New" panose="02070309020205020404" pitchFamily="49" charset="0"/>
              </a:rPr>
              <a:t>/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rgbClr val="333333"/>
                </a:solidFill>
                <a:effectLst/>
                <a:latin typeface="+mn-lt"/>
              </a:rPr>
              <a:t> directory.</a:t>
            </a:r>
            <a:r>
              <a:rPr kumimoji="0" lang="en-US" altLang="en-US" sz="1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+mn-lt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200" b="0" i="0" dirty="0">
              <a:solidFill>
                <a:srgbClr val="333333"/>
              </a:solidFill>
              <a:effectLst/>
              <a:latin typeface="+mn-lt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200" b="0" i="0" dirty="0">
                <a:solidFill>
                  <a:srgbClr val="333333"/>
                </a:solidFill>
                <a:effectLst/>
                <a:latin typeface="+mn-lt"/>
              </a:rPr>
              <a:t>Inside of this directory, Helm will expect a structure that matches this: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1600" dirty="0">
              <a:solidFill>
                <a:srgbClr val="333333"/>
              </a:solidFill>
              <a:latin typeface="Public Sans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sz="800" b="0" i="0" dirty="0">
              <a:solidFill>
                <a:srgbClr val="333333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800" u="none" strike="noStrike" cap="none" normalizeH="0" baseline="0" dirty="0">
              <a:ln>
                <a:noFill/>
              </a:ln>
              <a:solidFill>
                <a:srgbClr val="333333"/>
              </a:solidFill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A3A3D0D-4984-4C2D-8DE8-9FB88F87E7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5148" t="26726" r="6746" b="25008"/>
          <a:stretch/>
        </p:blipFill>
        <p:spPr>
          <a:xfrm>
            <a:off x="1773165" y="2373594"/>
            <a:ext cx="8303492" cy="3310084"/>
          </a:xfrm>
          <a:prstGeom prst="rect">
            <a:avLst/>
          </a:prstGeom>
          <a:ln>
            <a:solidFill>
              <a:schemeClr val="accent1"/>
            </a:solidFill>
          </a:ln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FE0ACA9-FD7A-47A2-94A6-4FCB0002FCE0}"/>
              </a:ext>
            </a:extLst>
          </p:cNvPr>
          <p:cNvSpPr txBox="1"/>
          <p:nvPr/>
        </p:nvSpPr>
        <p:spPr>
          <a:xfrm>
            <a:off x="859771" y="6055550"/>
            <a:ext cx="9783420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>
                <a:solidFill>
                  <a:schemeClr val="bg1"/>
                </a:solidFill>
              </a:rPr>
              <a:t>Helm reserves use of the charts/, </a:t>
            </a:r>
            <a:r>
              <a:rPr lang="en-US" sz="1100" dirty="0" err="1">
                <a:solidFill>
                  <a:schemeClr val="bg1"/>
                </a:solidFill>
              </a:rPr>
              <a:t>crds</a:t>
            </a:r>
            <a:r>
              <a:rPr lang="en-US" sz="1100" dirty="0">
                <a:solidFill>
                  <a:schemeClr val="bg1"/>
                </a:solidFill>
              </a:rPr>
              <a:t>/, and templates/ directories, and of the listed file names. Other files will be left as they are.</a:t>
            </a:r>
            <a:endParaRPr lang="en-IN" sz="1100" dirty="0">
              <a:solidFill>
                <a:schemeClr val="bg1"/>
              </a:solidFill>
            </a:endParaRP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34877129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42913" y="457994"/>
            <a:ext cx="11269662" cy="684212"/>
          </a:xfrm>
        </p:spPr>
        <p:txBody>
          <a:bodyPr/>
          <a:lstStyle/>
          <a:p>
            <a:r>
              <a:rPr lang="en-IN" dirty="0"/>
              <a:t>Show &amp; Tell Session</a:t>
            </a:r>
            <a:endParaRPr lang="hi-IN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r>
              <a:rPr lang="en-US" sz="1100" dirty="0"/>
              <a:t>Uploading Helm Chart </a:t>
            </a:r>
          </a:p>
          <a:p>
            <a:pPr marL="457200" lvl="1" indent="0">
              <a:buNone/>
            </a:pPr>
            <a:endParaRPr lang="en-US" sz="1100" dirty="0"/>
          </a:p>
          <a:p>
            <a:pPr lvl="1"/>
            <a:r>
              <a:rPr lang="en-US" sz="1100" dirty="0"/>
              <a:t>Credential Creation</a:t>
            </a: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COPYRIGHT 2021 ALEPO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3D06F73-2A61-4D64-83CA-5C08E806914B}" type="slidenum">
              <a:rPr lang="en-US" smtClean="0"/>
              <a:pPr/>
              <a:t>13</a:t>
            </a:fld>
            <a:endParaRPr lang="en-US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366961880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997EDE51-E947-4071-B83A-C8C45B4D928A}"/>
              </a:ext>
            </a:extLst>
          </p:cNvPr>
          <p:cNvGrpSpPr/>
          <p:nvPr/>
        </p:nvGrpSpPr>
        <p:grpSpPr>
          <a:xfrm>
            <a:off x="488357" y="4622427"/>
            <a:ext cx="11350245" cy="1205556"/>
            <a:chOff x="488357" y="4622427"/>
            <a:chExt cx="11350245" cy="1205556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3E08C9F0-C539-4BCB-B80B-4A7BB5B2DC7B}"/>
                </a:ext>
              </a:extLst>
            </p:cNvPr>
            <p:cNvGrpSpPr/>
            <p:nvPr/>
          </p:nvGrpSpPr>
          <p:grpSpPr>
            <a:xfrm>
              <a:off x="488357" y="4622427"/>
              <a:ext cx="11350245" cy="1107996"/>
              <a:chOff x="488357" y="4622427"/>
              <a:chExt cx="11350245" cy="1107996"/>
            </a:xfrm>
          </p:grpSpPr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FE2E9E97-20B2-4065-92BA-562B2ACD62B0}"/>
                  </a:ext>
                </a:extLst>
              </p:cNvPr>
              <p:cNvSpPr txBox="1"/>
              <p:nvPr/>
            </p:nvSpPr>
            <p:spPr>
              <a:xfrm>
                <a:off x="488357" y="4622427"/>
                <a:ext cx="277787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lang="en-US" kern="0" dirty="0">
                    <a:solidFill>
                      <a:schemeClr val="bg2"/>
                    </a:solidFill>
                    <a:latin typeface="+mj-lt"/>
                  </a:rPr>
                  <a:t>Corporate HQ 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+mn-lt"/>
                  </a:rPr>
                  <a:t>Austin, TX, USA</a:t>
                </a:r>
              </a:p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120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n-lt"/>
                    <a:hlinkClick r:id="rId2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sales@alepo.com</a:t>
                </a: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n-lt"/>
                  </a:rPr>
                  <a:t> </a:t>
                </a:r>
              </a:p>
            </p:txBody>
          </p:sp>
          <p:sp>
            <p:nvSpPr>
              <p:cNvPr id="4" name="Rectangle 3">
                <a:extLst>
                  <a:ext uri="{FF2B5EF4-FFF2-40B4-BE49-F238E27FC236}">
                    <a16:creationId xmlns:a16="http://schemas.microsoft.com/office/drawing/2014/main" id="{8F976085-A17F-4CD0-9C88-1069075979B3}"/>
                  </a:ext>
                </a:extLst>
              </p:cNvPr>
              <p:cNvSpPr/>
              <p:nvPr/>
            </p:nvSpPr>
            <p:spPr>
              <a:xfrm>
                <a:off x="3380819" y="4622427"/>
                <a:ext cx="1215397" cy="369332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kumimoji="0" 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chemeClr val="bg2"/>
                    </a:solidFill>
                    <a:effectLst/>
                    <a:uLnTx/>
                    <a:uFillTx/>
                    <a:latin typeface="+mj-lt"/>
                    <a:ea typeface="+mn-ea"/>
                    <a:cs typeface="+mn-cs"/>
                  </a:rPr>
                  <a:t>Follow Us</a:t>
                </a:r>
                <a:endParaRPr lang="en-IN" b="0" dirty="0">
                  <a:solidFill>
                    <a:schemeClr val="bg2"/>
                  </a:solidFill>
                  <a:latin typeface="+mj-lt"/>
                </a:endParaRPr>
              </a:p>
            </p:txBody>
          </p:sp>
          <p:grpSp>
            <p:nvGrpSpPr>
              <p:cNvPr id="5" name="Group 4">
                <a:extLst>
                  <a:ext uri="{FF2B5EF4-FFF2-40B4-BE49-F238E27FC236}">
                    <a16:creationId xmlns:a16="http://schemas.microsoft.com/office/drawing/2014/main" id="{8C0FA832-A5AC-45F5-A8E0-8550FBCC5847}"/>
                  </a:ext>
                </a:extLst>
              </p:cNvPr>
              <p:cNvGrpSpPr/>
              <p:nvPr/>
            </p:nvGrpSpPr>
            <p:grpSpPr>
              <a:xfrm>
                <a:off x="3492579" y="5167611"/>
                <a:ext cx="513793" cy="513793"/>
                <a:chOff x="600117" y="5061528"/>
                <a:chExt cx="513793" cy="513793"/>
              </a:xfrm>
            </p:grpSpPr>
            <p:sp>
              <p:nvSpPr>
                <p:cNvPr id="6" name="Oval 5">
                  <a:extLst>
                    <a:ext uri="{FF2B5EF4-FFF2-40B4-BE49-F238E27FC236}">
                      <a16:creationId xmlns:a16="http://schemas.microsoft.com/office/drawing/2014/main" id="{A764D083-8D13-47FA-92A7-AE174BC33F31}"/>
                    </a:ext>
                  </a:extLst>
                </p:cNvPr>
                <p:cNvSpPr/>
                <p:nvPr userDrawn="1"/>
              </p:nvSpPr>
              <p:spPr>
                <a:xfrm>
                  <a:off x="600117" y="5061528"/>
                  <a:ext cx="513793" cy="513793"/>
                </a:xfrm>
                <a:prstGeom prst="ellipse">
                  <a:avLst/>
                </a:prstGeom>
                <a:solidFill>
                  <a:srgbClr val="2D618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7" name="Freeform 45">
                  <a:extLst>
                    <a:ext uri="{FF2B5EF4-FFF2-40B4-BE49-F238E27FC236}">
                      <a16:creationId xmlns:a16="http://schemas.microsoft.com/office/drawing/2014/main" id="{DC02D30F-F297-440F-BE44-A63704B3D47A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92946" y="5145835"/>
                  <a:ext cx="328134" cy="337628"/>
                </a:xfrm>
                <a:custGeom>
                  <a:avLst/>
                  <a:gdLst>
                    <a:gd name="T0" fmla="*/ 1359 w 1716"/>
                    <a:gd name="T1" fmla="*/ 162 h 1692"/>
                    <a:gd name="T2" fmla="*/ 1068 w 1716"/>
                    <a:gd name="T3" fmla="*/ 28 h 1692"/>
                    <a:gd name="T4" fmla="*/ 225 w 1716"/>
                    <a:gd name="T5" fmla="*/ 286 h 1692"/>
                    <a:gd name="T6" fmla="*/ 48 w 1716"/>
                    <a:gd name="T7" fmla="*/ 601 h 1692"/>
                    <a:gd name="T8" fmla="*/ 357 w 1716"/>
                    <a:gd name="T9" fmla="*/ 1527 h 1692"/>
                    <a:gd name="T10" fmla="*/ 613 w 1716"/>
                    <a:gd name="T11" fmla="*/ 1654 h 1692"/>
                    <a:gd name="T12" fmla="*/ 1264 w 1716"/>
                    <a:gd name="T13" fmla="*/ 1589 h 1692"/>
                    <a:gd name="T14" fmla="*/ 1684 w 1716"/>
                    <a:gd name="T15" fmla="*/ 1050 h 1692"/>
                    <a:gd name="T16" fmla="*/ 1548 w 1716"/>
                    <a:gd name="T17" fmla="*/ 470 h 1692"/>
                    <a:gd name="T18" fmla="*/ 1489 w 1716"/>
                    <a:gd name="T19" fmla="*/ 374 h 1692"/>
                    <a:gd name="T20" fmla="*/ 1225 w 1716"/>
                    <a:gd name="T21" fmla="*/ 657 h 1692"/>
                    <a:gd name="T22" fmla="*/ 1454 w 1716"/>
                    <a:gd name="T23" fmla="*/ 857 h 1692"/>
                    <a:gd name="T24" fmla="*/ 901 w 1716"/>
                    <a:gd name="T25" fmla="*/ 270 h 1692"/>
                    <a:gd name="T26" fmla="*/ 776 w 1716"/>
                    <a:gd name="T27" fmla="*/ 483 h 1692"/>
                    <a:gd name="T28" fmla="*/ 500 w 1716"/>
                    <a:gd name="T29" fmla="*/ 732 h 1692"/>
                    <a:gd name="T30" fmla="*/ 585 w 1716"/>
                    <a:gd name="T31" fmla="*/ 360 h 1692"/>
                    <a:gd name="T32" fmla="*/ 884 w 1716"/>
                    <a:gd name="T33" fmla="*/ 632 h 1692"/>
                    <a:gd name="T34" fmla="*/ 961 w 1716"/>
                    <a:gd name="T35" fmla="*/ 655 h 1692"/>
                    <a:gd name="T36" fmla="*/ 876 w 1716"/>
                    <a:gd name="T37" fmla="*/ 932 h 1692"/>
                    <a:gd name="T38" fmla="*/ 1321 w 1716"/>
                    <a:gd name="T39" fmla="*/ 524 h 1692"/>
                    <a:gd name="T40" fmla="*/ 1151 w 1716"/>
                    <a:gd name="T41" fmla="*/ 346 h 1692"/>
                    <a:gd name="T42" fmla="*/ 1375 w 1716"/>
                    <a:gd name="T43" fmla="*/ 449 h 1692"/>
                    <a:gd name="T44" fmla="*/ 1326 w 1716"/>
                    <a:gd name="T45" fmla="*/ 247 h 1692"/>
                    <a:gd name="T46" fmla="*/ 1326 w 1716"/>
                    <a:gd name="T47" fmla="*/ 247 h 1692"/>
                    <a:gd name="T48" fmla="*/ 1123 w 1716"/>
                    <a:gd name="T49" fmla="*/ 129 h 1692"/>
                    <a:gd name="T50" fmla="*/ 1058 w 1716"/>
                    <a:gd name="T51" fmla="*/ 337 h 1692"/>
                    <a:gd name="T52" fmla="*/ 968 w 1716"/>
                    <a:gd name="T53" fmla="*/ 90 h 1692"/>
                    <a:gd name="T54" fmla="*/ 811 w 1716"/>
                    <a:gd name="T55" fmla="*/ 90 h 1692"/>
                    <a:gd name="T56" fmla="*/ 736 w 1716"/>
                    <a:gd name="T57" fmla="*/ 124 h 1692"/>
                    <a:gd name="T58" fmla="*/ 659 w 1716"/>
                    <a:gd name="T59" fmla="*/ 215 h 1692"/>
                    <a:gd name="T60" fmla="*/ 655 w 1716"/>
                    <a:gd name="T61" fmla="*/ 226 h 1692"/>
                    <a:gd name="T62" fmla="*/ 576 w 1716"/>
                    <a:gd name="T63" fmla="*/ 137 h 1692"/>
                    <a:gd name="T64" fmla="*/ 352 w 1716"/>
                    <a:gd name="T65" fmla="*/ 333 h 1692"/>
                    <a:gd name="T66" fmla="*/ 571 w 1716"/>
                    <a:gd name="T67" fmla="*/ 234 h 1692"/>
                    <a:gd name="T68" fmla="*/ 342 w 1716"/>
                    <a:gd name="T69" fmla="*/ 383 h 1692"/>
                    <a:gd name="T70" fmla="*/ 133 w 1716"/>
                    <a:gd name="T71" fmla="*/ 597 h 1692"/>
                    <a:gd name="T72" fmla="*/ 111 w 1716"/>
                    <a:gd name="T73" fmla="*/ 763 h 1692"/>
                    <a:gd name="T74" fmla="*/ 120 w 1716"/>
                    <a:gd name="T75" fmla="*/ 1017 h 1692"/>
                    <a:gd name="T76" fmla="*/ 355 w 1716"/>
                    <a:gd name="T77" fmla="*/ 1078 h 1692"/>
                    <a:gd name="T78" fmla="*/ 149 w 1716"/>
                    <a:gd name="T79" fmla="*/ 895 h 1692"/>
                    <a:gd name="T80" fmla="*/ 462 w 1716"/>
                    <a:gd name="T81" fmla="*/ 806 h 1692"/>
                    <a:gd name="T82" fmla="*/ 365 w 1716"/>
                    <a:gd name="T83" fmla="*/ 1430 h 1692"/>
                    <a:gd name="T84" fmla="*/ 599 w 1716"/>
                    <a:gd name="T85" fmla="*/ 1564 h 1692"/>
                    <a:gd name="T86" fmla="*/ 526 w 1716"/>
                    <a:gd name="T87" fmla="*/ 858 h 1692"/>
                    <a:gd name="T88" fmla="*/ 947 w 1716"/>
                    <a:gd name="T89" fmla="*/ 1605 h 1692"/>
                    <a:gd name="T90" fmla="*/ 947 w 1716"/>
                    <a:gd name="T91" fmla="*/ 1605 h 1692"/>
                    <a:gd name="T92" fmla="*/ 1074 w 1716"/>
                    <a:gd name="T93" fmla="*/ 1293 h 1692"/>
                    <a:gd name="T94" fmla="*/ 1373 w 1716"/>
                    <a:gd name="T95" fmla="*/ 1415 h 1692"/>
                    <a:gd name="T96" fmla="*/ 1381 w 1716"/>
                    <a:gd name="T97" fmla="*/ 1396 h 1692"/>
                    <a:gd name="T98" fmla="*/ 1268 w 1716"/>
                    <a:gd name="T99" fmla="*/ 1352 h 1692"/>
                    <a:gd name="T100" fmla="*/ 1215 w 1716"/>
                    <a:gd name="T101" fmla="*/ 1033 h 1692"/>
                    <a:gd name="T102" fmla="*/ 1463 w 1716"/>
                    <a:gd name="T103" fmla="*/ 613 h 1692"/>
                    <a:gd name="T104" fmla="*/ 1579 w 1716"/>
                    <a:gd name="T105" fmla="*/ 655 h 1692"/>
                    <a:gd name="T106" fmla="*/ 1522 w 1716"/>
                    <a:gd name="T107" fmla="*/ 789 h 1692"/>
                    <a:gd name="T108" fmla="*/ 1595 w 1716"/>
                    <a:gd name="T109" fmla="*/ 1069 h 1692"/>
                    <a:gd name="T110" fmla="*/ 1541 w 1716"/>
                    <a:gd name="T111" fmla="*/ 890 h 1692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  <a:cxn ang="0">
                      <a:pos x="T60" y="T61"/>
                    </a:cxn>
                    <a:cxn ang="0">
                      <a:pos x="T62" y="T63"/>
                    </a:cxn>
                    <a:cxn ang="0">
                      <a:pos x="T64" y="T65"/>
                    </a:cxn>
                    <a:cxn ang="0">
                      <a:pos x="T66" y="T67"/>
                    </a:cxn>
                    <a:cxn ang="0">
                      <a:pos x="T68" y="T69"/>
                    </a:cxn>
                    <a:cxn ang="0">
                      <a:pos x="T70" y="T71"/>
                    </a:cxn>
                    <a:cxn ang="0">
                      <a:pos x="T72" y="T73"/>
                    </a:cxn>
                    <a:cxn ang="0">
                      <a:pos x="T74" y="T75"/>
                    </a:cxn>
                    <a:cxn ang="0">
                      <a:pos x="T76" y="T77"/>
                    </a:cxn>
                    <a:cxn ang="0">
                      <a:pos x="T78" y="T79"/>
                    </a:cxn>
                    <a:cxn ang="0">
                      <a:pos x="T80" y="T81"/>
                    </a:cxn>
                    <a:cxn ang="0">
                      <a:pos x="T82" y="T83"/>
                    </a:cxn>
                    <a:cxn ang="0">
                      <a:pos x="T84" y="T85"/>
                    </a:cxn>
                    <a:cxn ang="0">
                      <a:pos x="T86" y="T87"/>
                    </a:cxn>
                    <a:cxn ang="0">
                      <a:pos x="T88" y="T89"/>
                    </a:cxn>
                    <a:cxn ang="0">
                      <a:pos x="T90" y="T91"/>
                    </a:cxn>
                    <a:cxn ang="0">
                      <a:pos x="T92" y="T93"/>
                    </a:cxn>
                    <a:cxn ang="0">
                      <a:pos x="T94" y="T95"/>
                    </a:cxn>
                    <a:cxn ang="0">
                      <a:pos x="T96" y="T97"/>
                    </a:cxn>
                    <a:cxn ang="0">
                      <a:pos x="T98" y="T99"/>
                    </a:cxn>
                    <a:cxn ang="0">
                      <a:pos x="T100" y="T101"/>
                    </a:cxn>
                    <a:cxn ang="0">
                      <a:pos x="T102" y="T103"/>
                    </a:cxn>
                    <a:cxn ang="0">
                      <a:pos x="T104" y="T105"/>
                    </a:cxn>
                    <a:cxn ang="0">
                      <a:pos x="T106" y="T107"/>
                    </a:cxn>
                    <a:cxn ang="0">
                      <a:pos x="T108" y="T109"/>
                    </a:cxn>
                    <a:cxn ang="0">
                      <a:pos x="T110" y="T111"/>
                    </a:cxn>
                  </a:cxnLst>
                  <a:rect l="0" t="0" r="r" b="b"/>
                  <a:pathLst>
                    <a:path w="1716" h="1692">
                      <a:moveTo>
                        <a:pt x="1657" y="556"/>
                      </a:moveTo>
                      <a:cubicBezTo>
                        <a:pt x="1605" y="414"/>
                        <a:pt x="1514" y="287"/>
                        <a:pt x="1395" y="190"/>
                      </a:cubicBezTo>
                      <a:cubicBezTo>
                        <a:pt x="1389" y="187"/>
                        <a:pt x="1385" y="183"/>
                        <a:pt x="1380" y="179"/>
                      </a:cubicBezTo>
                      <a:cubicBezTo>
                        <a:pt x="1373" y="174"/>
                        <a:pt x="1366" y="168"/>
                        <a:pt x="1359" y="162"/>
                      </a:cubicBezTo>
                      <a:cubicBezTo>
                        <a:pt x="1295" y="117"/>
                        <a:pt x="1224" y="79"/>
                        <a:pt x="1146" y="52"/>
                      </a:cubicBezTo>
                      <a:cubicBezTo>
                        <a:pt x="1143" y="51"/>
                        <a:pt x="1140" y="50"/>
                        <a:pt x="1137" y="49"/>
                      </a:cubicBezTo>
                      <a:cubicBezTo>
                        <a:pt x="1127" y="45"/>
                        <a:pt x="1116" y="42"/>
                        <a:pt x="1106" y="38"/>
                      </a:cubicBezTo>
                      <a:cubicBezTo>
                        <a:pt x="1094" y="35"/>
                        <a:pt x="1082" y="31"/>
                        <a:pt x="1068" y="28"/>
                      </a:cubicBezTo>
                      <a:cubicBezTo>
                        <a:pt x="989" y="8"/>
                        <a:pt x="908" y="0"/>
                        <a:pt x="829" y="3"/>
                      </a:cubicBezTo>
                      <a:cubicBezTo>
                        <a:pt x="820" y="3"/>
                        <a:pt x="811" y="4"/>
                        <a:pt x="802" y="4"/>
                      </a:cubicBezTo>
                      <a:cubicBezTo>
                        <a:pt x="642" y="15"/>
                        <a:pt x="488" y="71"/>
                        <a:pt x="361" y="163"/>
                      </a:cubicBezTo>
                      <a:cubicBezTo>
                        <a:pt x="311" y="199"/>
                        <a:pt x="265" y="241"/>
                        <a:pt x="225" y="286"/>
                      </a:cubicBezTo>
                      <a:cubicBezTo>
                        <a:pt x="184" y="332"/>
                        <a:pt x="148" y="383"/>
                        <a:pt x="117" y="438"/>
                      </a:cubicBezTo>
                      <a:cubicBezTo>
                        <a:pt x="95" y="477"/>
                        <a:pt x="75" y="520"/>
                        <a:pt x="60" y="565"/>
                      </a:cubicBezTo>
                      <a:cubicBezTo>
                        <a:pt x="59" y="567"/>
                        <a:pt x="58" y="569"/>
                        <a:pt x="57" y="572"/>
                      </a:cubicBezTo>
                      <a:cubicBezTo>
                        <a:pt x="54" y="581"/>
                        <a:pt x="51" y="591"/>
                        <a:pt x="48" y="601"/>
                      </a:cubicBezTo>
                      <a:cubicBezTo>
                        <a:pt x="2" y="750"/>
                        <a:pt x="0" y="902"/>
                        <a:pt x="34" y="1044"/>
                      </a:cubicBezTo>
                      <a:cubicBezTo>
                        <a:pt x="52" y="1113"/>
                        <a:pt x="77" y="1180"/>
                        <a:pt x="111" y="1243"/>
                      </a:cubicBezTo>
                      <a:cubicBezTo>
                        <a:pt x="154" y="1325"/>
                        <a:pt x="212" y="1400"/>
                        <a:pt x="281" y="1464"/>
                      </a:cubicBezTo>
                      <a:cubicBezTo>
                        <a:pt x="305" y="1486"/>
                        <a:pt x="331" y="1507"/>
                        <a:pt x="357" y="1527"/>
                      </a:cubicBezTo>
                      <a:cubicBezTo>
                        <a:pt x="423" y="1574"/>
                        <a:pt x="496" y="1613"/>
                        <a:pt x="575" y="1641"/>
                      </a:cubicBezTo>
                      <a:cubicBezTo>
                        <a:pt x="578" y="1642"/>
                        <a:pt x="580" y="1643"/>
                        <a:pt x="584" y="1644"/>
                      </a:cubicBezTo>
                      <a:cubicBezTo>
                        <a:pt x="593" y="1647"/>
                        <a:pt x="603" y="1651"/>
                        <a:pt x="612" y="1653"/>
                      </a:cubicBezTo>
                      <a:cubicBezTo>
                        <a:pt x="613" y="1654"/>
                        <a:pt x="613" y="1654"/>
                        <a:pt x="613" y="1654"/>
                      </a:cubicBezTo>
                      <a:cubicBezTo>
                        <a:pt x="626" y="1658"/>
                        <a:pt x="640" y="1661"/>
                        <a:pt x="652" y="1664"/>
                      </a:cubicBezTo>
                      <a:cubicBezTo>
                        <a:pt x="735" y="1685"/>
                        <a:pt x="818" y="1692"/>
                        <a:pt x="899" y="1689"/>
                      </a:cubicBezTo>
                      <a:cubicBezTo>
                        <a:pt x="932" y="1687"/>
                        <a:pt x="965" y="1684"/>
                        <a:pt x="998" y="1679"/>
                      </a:cubicBezTo>
                      <a:cubicBezTo>
                        <a:pt x="1091" y="1664"/>
                        <a:pt x="1181" y="1632"/>
                        <a:pt x="1264" y="1589"/>
                      </a:cubicBezTo>
                      <a:cubicBezTo>
                        <a:pt x="1327" y="1555"/>
                        <a:pt x="1385" y="1513"/>
                        <a:pt x="1439" y="1464"/>
                      </a:cubicBezTo>
                      <a:cubicBezTo>
                        <a:pt x="1538" y="1373"/>
                        <a:pt x="1616" y="1257"/>
                        <a:pt x="1664" y="1120"/>
                      </a:cubicBezTo>
                      <a:cubicBezTo>
                        <a:pt x="1667" y="1111"/>
                        <a:pt x="1670" y="1101"/>
                        <a:pt x="1673" y="1091"/>
                      </a:cubicBezTo>
                      <a:cubicBezTo>
                        <a:pt x="1677" y="1078"/>
                        <a:pt x="1681" y="1064"/>
                        <a:pt x="1684" y="1050"/>
                      </a:cubicBezTo>
                      <a:cubicBezTo>
                        <a:pt x="1696" y="1001"/>
                        <a:pt x="1704" y="951"/>
                        <a:pt x="1707" y="901"/>
                      </a:cubicBezTo>
                      <a:cubicBezTo>
                        <a:pt x="1716" y="782"/>
                        <a:pt x="1697" y="664"/>
                        <a:pt x="1657" y="556"/>
                      </a:cubicBezTo>
                      <a:close/>
                      <a:moveTo>
                        <a:pt x="1489" y="374"/>
                      </a:moveTo>
                      <a:cubicBezTo>
                        <a:pt x="1513" y="405"/>
                        <a:pt x="1533" y="438"/>
                        <a:pt x="1548" y="470"/>
                      </a:cubicBezTo>
                      <a:cubicBezTo>
                        <a:pt x="1530" y="450"/>
                        <a:pt x="1511" y="430"/>
                        <a:pt x="1492" y="411"/>
                      </a:cubicBezTo>
                      <a:cubicBezTo>
                        <a:pt x="1484" y="399"/>
                        <a:pt x="1474" y="387"/>
                        <a:pt x="1465" y="376"/>
                      </a:cubicBezTo>
                      <a:cubicBezTo>
                        <a:pt x="1464" y="364"/>
                        <a:pt x="1462" y="351"/>
                        <a:pt x="1460" y="339"/>
                      </a:cubicBezTo>
                      <a:cubicBezTo>
                        <a:pt x="1470" y="350"/>
                        <a:pt x="1480" y="362"/>
                        <a:pt x="1489" y="374"/>
                      </a:cubicBezTo>
                      <a:close/>
                      <a:moveTo>
                        <a:pt x="1454" y="857"/>
                      </a:moveTo>
                      <a:cubicBezTo>
                        <a:pt x="1412" y="890"/>
                        <a:pt x="1360" y="915"/>
                        <a:pt x="1299" y="933"/>
                      </a:cubicBezTo>
                      <a:cubicBezTo>
                        <a:pt x="1276" y="941"/>
                        <a:pt x="1250" y="946"/>
                        <a:pt x="1225" y="951"/>
                      </a:cubicBezTo>
                      <a:cubicBezTo>
                        <a:pt x="1234" y="849"/>
                        <a:pt x="1234" y="751"/>
                        <a:pt x="1225" y="657"/>
                      </a:cubicBezTo>
                      <a:cubicBezTo>
                        <a:pt x="1232" y="656"/>
                        <a:pt x="1239" y="654"/>
                        <a:pt x="1245" y="652"/>
                      </a:cubicBezTo>
                      <a:cubicBezTo>
                        <a:pt x="1289" y="639"/>
                        <a:pt x="1329" y="620"/>
                        <a:pt x="1363" y="593"/>
                      </a:cubicBezTo>
                      <a:cubicBezTo>
                        <a:pt x="1373" y="610"/>
                        <a:pt x="1381" y="629"/>
                        <a:pt x="1389" y="647"/>
                      </a:cubicBezTo>
                      <a:cubicBezTo>
                        <a:pt x="1420" y="713"/>
                        <a:pt x="1442" y="784"/>
                        <a:pt x="1454" y="857"/>
                      </a:cubicBezTo>
                      <a:close/>
                      <a:moveTo>
                        <a:pt x="717" y="429"/>
                      </a:moveTo>
                      <a:cubicBezTo>
                        <a:pt x="712" y="423"/>
                        <a:pt x="707" y="416"/>
                        <a:pt x="703" y="411"/>
                      </a:cubicBezTo>
                      <a:cubicBezTo>
                        <a:pt x="682" y="383"/>
                        <a:pt x="666" y="353"/>
                        <a:pt x="658" y="325"/>
                      </a:cubicBezTo>
                      <a:cubicBezTo>
                        <a:pt x="736" y="293"/>
                        <a:pt x="818" y="275"/>
                        <a:pt x="901" y="270"/>
                      </a:cubicBezTo>
                      <a:cubicBezTo>
                        <a:pt x="837" y="313"/>
                        <a:pt x="776" y="366"/>
                        <a:pt x="717" y="429"/>
                      </a:cubicBezTo>
                      <a:close/>
                      <a:moveTo>
                        <a:pt x="981" y="315"/>
                      </a:moveTo>
                      <a:cubicBezTo>
                        <a:pt x="908" y="556"/>
                        <a:pt x="908" y="556"/>
                        <a:pt x="908" y="556"/>
                      </a:cubicBezTo>
                      <a:cubicBezTo>
                        <a:pt x="858" y="536"/>
                        <a:pt x="814" y="512"/>
                        <a:pt x="776" y="483"/>
                      </a:cubicBezTo>
                      <a:cubicBezTo>
                        <a:pt x="801" y="456"/>
                        <a:pt x="827" y="432"/>
                        <a:pt x="853" y="409"/>
                      </a:cubicBezTo>
                      <a:cubicBezTo>
                        <a:pt x="894" y="372"/>
                        <a:pt x="937" y="340"/>
                        <a:pt x="981" y="315"/>
                      </a:cubicBezTo>
                      <a:close/>
                      <a:moveTo>
                        <a:pt x="664" y="488"/>
                      </a:moveTo>
                      <a:cubicBezTo>
                        <a:pt x="604" y="561"/>
                        <a:pt x="550" y="643"/>
                        <a:pt x="500" y="732"/>
                      </a:cubicBezTo>
                      <a:cubicBezTo>
                        <a:pt x="475" y="709"/>
                        <a:pt x="453" y="685"/>
                        <a:pt x="433" y="659"/>
                      </a:cubicBezTo>
                      <a:cubicBezTo>
                        <a:pt x="400" y="617"/>
                        <a:pt x="376" y="573"/>
                        <a:pt x="361" y="528"/>
                      </a:cubicBezTo>
                      <a:cubicBezTo>
                        <a:pt x="420" y="466"/>
                        <a:pt x="487" y="413"/>
                        <a:pt x="560" y="372"/>
                      </a:cubicBezTo>
                      <a:cubicBezTo>
                        <a:pt x="568" y="368"/>
                        <a:pt x="576" y="364"/>
                        <a:pt x="585" y="360"/>
                      </a:cubicBezTo>
                      <a:cubicBezTo>
                        <a:pt x="596" y="394"/>
                        <a:pt x="615" y="429"/>
                        <a:pt x="639" y="460"/>
                      </a:cubicBezTo>
                      <a:cubicBezTo>
                        <a:pt x="647" y="470"/>
                        <a:pt x="655" y="479"/>
                        <a:pt x="664" y="488"/>
                      </a:cubicBezTo>
                      <a:close/>
                      <a:moveTo>
                        <a:pt x="724" y="543"/>
                      </a:moveTo>
                      <a:cubicBezTo>
                        <a:pt x="769" y="579"/>
                        <a:pt x="823" y="609"/>
                        <a:pt x="884" y="632"/>
                      </a:cubicBezTo>
                      <a:cubicBezTo>
                        <a:pt x="799" y="909"/>
                        <a:pt x="799" y="909"/>
                        <a:pt x="799" y="909"/>
                      </a:cubicBezTo>
                      <a:cubicBezTo>
                        <a:pt x="709" y="879"/>
                        <a:pt x="630" y="835"/>
                        <a:pt x="563" y="785"/>
                      </a:cubicBezTo>
                      <a:cubicBezTo>
                        <a:pt x="611" y="696"/>
                        <a:pt x="665" y="614"/>
                        <a:pt x="724" y="543"/>
                      </a:cubicBezTo>
                      <a:close/>
                      <a:moveTo>
                        <a:pt x="961" y="655"/>
                      </a:moveTo>
                      <a:cubicBezTo>
                        <a:pt x="1024" y="670"/>
                        <a:pt x="1087" y="674"/>
                        <a:pt x="1145" y="670"/>
                      </a:cubicBezTo>
                      <a:cubicBezTo>
                        <a:pt x="1146" y="679"/>
                        <a:pt x="1147" y="686"/>
                        <a:pt x="1147" y="694"/>
                      </a:cubicBezTo>
                      <a:cubicBezTo>
                        <a:pt x="1154" y="778"/>
                        <a:pt x="1152" y="867"/>
                        <a:pt x="1143" y="960"/>
                      </a:cubicBezTo>
                      <a:cubicBezTo>
                        <a:pt x="1059" y="965"/>
                        <a:pt x="968" y="956"/>
                        <a:pt x="876" y="932"/>
                      </a:cubicBezTo>
                      <a:cubicBezTo>
                        <a:pt x="961" y="655"/>
                        <a:pt x="961" y="655"/>
                        <a:pt x="961" y="655"/>
                      </a:cubicBezTo>
                      <a:cubicBezTo>
                        <a:pt x="961" y="655"/>
                        <a:pt x="961" y="655"/>
                        <a:pt x="961" y="655"/>
                      </a:cubicBezTo>
                      <a:close/>
                      <a:moveTo>
                        <a:pt x="1151" y="346"/>
                      </a:moveTo>
                      <a:cubicBezTo>
                        <a:pt x="1217" y="396"/>
                        <a:pt x="1274" y="456"/>
                        <a:pt x="1321" y="524"/>
                      </a:cubicBezTo>
                      <a:cubicBezTo>
                        <a:pt x="1295" y="546"/>
                        <a:pt x="1262" y="564"/>
                        <a:pt x="1223" y="575"/>
                      </a:cubicBezTo>
                      <a:cubicBezTo>
                        <a:pt x="1220" y="576"/>
                        <a:pt x="1218" y="577"/>
                        <a:pt x="1215" y="577"/>
                      </a:cubicBezTo>
                      <a:cubicBezTo>
                        <a:pt x="1210" y="552"/>
                        <a:pt x="1205" y="527"/>
                        <a:pt x="1200" y="503"/>
                      </a:cubicBezTo>
                      <a:cubicBezTo>
                        <a:pt x="1188" y="448"/>
                        <a:pt x="1171" y="395"/>
                        <a:pt x="1151" y="346"/>
                      </a:cubicBezTo>
                      <a:close/>
                      <a:moveTo>
                        <a:pt x="1382" y="423"/>
                      </a:moveTo>
                      <a:cubicBezTo>
                        <a:pt x="1381" y="430"/>
                        <a:pt x="1380" y="436"/>
                        <a:pt x="1378" y="441"/>
                      </a:cubicBezTo>
                      <a:cubicBezTo>
                        <a:pt x="1378" y="442"/>
                        <a:pt x="1377" y="444"/>
                        <a:pt x="1377" y="445"/>
                      </a:cubicBezTo>
                      <a:cubicBezTo>
                        <a:pt x="1377" y="446"/>
                        <a:pt x="1376" y="448"/>
                        <a:pt x="1375" y="449"/>
                      </a:cubicBezTo>
                      <a:cubicBezTo>
                        <a:pt x="1374" y="452"/>
                        <a:pt x="1373" y="455"/>
                        <a:pt x="1372" y="458"/>
                      </a:cubicBezTo>
                      <a:cubicBezTo>
                        <a:pt x="1347" y="423"/>
                        <a:pt x="1320" y="391"/>
                        <a:pt x="1290" y="362"/>
                      </a:cubicBezTo>
                      <a:cubicBezTo>
                        <a:pt x="1323" y="380"/>
                        <a:pt x="1354" y="400"/>
                        <a:pt x="1382" y="423"/>
                      </a:cubicBezTo>
                      <a:close/>
                      <a:moveTo>
                        <a:pt x="1326" y="247"/>
                      </a:moveTo>
                      <a:cubicBezTo>
                        <a:pt x="1328" y="249"/>
                        <a:pt x="1330" y="251"/>
                        <a:pt x="1331" y="254"/>
                      </a:cubicBezTo>
                      <a:cubicBezTo>
                        <a:pt x="1347" y="273"/>
                        <a:pt x="1359" y="293"/>
                        <a:pt x="1368" y="314"/>
                      </a:cubicBezTo>
                      <a:cubicBezTo>
                        <a:pt x="1320" y="283"/>
                        <a:pt x="1268" y="258"/>
                        <a:pt x="1213" y="238"/>
                      </a:cubicBezTo>
                      <a:cubicBezTo>
                        <a:pt x="1251" y="236"/>
                        <a:pt x="1289" y="239"/>
                        <a:pt x="1326" y="247"/>
                      </a:cubicBezTo>
                      <a:close/>
                      <a:moveTo>
                        <a:pt x="1123" y="129"/>
                      </a:moveTo>
                      <a:cubicBezTo>
                        <a:pt x="1147" y="138"/>
                        <a:pt x="1172" y="148"/>
                        <a:pt x="1195" y="159"/>
                      </a:cubicBezTo>
                      <a:cubicBezTo>
                        <a:pt x="1166" y="161"/>
                        <a:pt x="1137" y="166"/>
                        <a:pt x="1108" y="175"/>
                      </a:cubicBezTo>
                      <a:cubicBezTo>
                        <a:pt x="1123" y="129"/>
                        <a:pt x="1123" y="129"/>
                        <a:pt x="1123" y="129"/>
                      </a:cubicBezTo>
                      <a:cubicBezTo>
                        <a:pt x="1123" y="129"/>
                        <a:pt x="1123" y="129"/>
                        <a:pt x="1123" y="129"/>
                      </a:cubicBezTo>
                      <a:close/>
                      <a:moveTo>
                        <a:pt x="1135" y="590"/>
                      </a:moveTo>
                      <a:cubicBezTo>
                        <a:pt x="1088" y="594"/>
                        <a:pt x="1037" y="590"/>
                        <a:pt x="984" y="579"/>
                      </a:cubicBezTo>
                      <a:cubicBezTo>
                        <a:pt x="1058" y="337"/>
                        <a:pt x="1058" y="337"/>
                        <a:pt x="1058" y="337"/>
                      </a:cubicBezTo>
                      <a:cubicBezTo>
                        <a:pt x="1094" y="410"/>
                        <a:pt x="1119" y="496"/>
                        <a:pt x="1135" y="590"/>
                      </a:cubicBezTo>
                      <a:close/>
                      <a:moveTo>
                        <a:pt x="1045" y="105"/>
                      </a:moveTo>
                      <a:cubicBezTo>
                        <a:pt x="1031" y="150"/>
                        <a:pt x="1031" y="150"/>
                        <a:pt x="1031" y="150"/>
                      </a:cubicBezTo>
                      <a:cubicBezTo>
                        <a:pt x="1012" y="129"/>
                        <a:pt x="991" y="109"/>
                        <a:pt x="968" y="90"/>
                      </a:cubicBezTo>
                      <a:cubicBezTo>
                        <a:pt x="994" y="94"/>
                        <a:pt x="1019" y="98"/>
                        <a:pt x="1045" y="105"/>
                      </a:cubicBezTo>
                      <a:close/>
                      <a:moveTo>
                        <a:pt x="809" y="90"/>
                      </a:moveTo>
                      <a:cubicBezTo>
                        <a:pt x="810" y="91"/>
                        <a:pt x="810" y="91"/>
                        <a:pt x="811" y="91"/>
                      </a:cubicBezTo>
                      <a:cubicBezTo>
                        <a:pt x="811" y="90"/>
                        <a:pt x="811" y="90"/>
                        <a:pt x="811" y="90"/>
                      </a:cubicBezTo>
                      <a:cubicBezTo>
                        <a:pt x="811" y="90"/>
                        <a:pt x="811" y="90"/>
                        <a:pt x="811" y="90"/>
                      </a:cubicBezTo>
                      <a:cubicBezTo>
                        <a:pt x="811" y="91"/>
                        <a:pt x="811" y="91"/>
                        <a:pt x="811" y="91"/>
                      </a:cubicBezTo>
                      <a:cubicBezTo>
                        <a:pt x="845" y="104"/>
                        <a:pt x="879" y="123"/>
                        <a:pt x="909" y="146"/>
                      </a:cubicBezTo>
                      <a:cubicBezTo>
                        <a:pt x="851" y="132"/>
                        <a:pt x="793" y="125"/>
                        <a:pt x="736" y="124"/>
                      </a:cubicBezTo>
                      <a:cubicBezTo>
                        <a:pt x="757" y="111"/>
                        <a:pt x="781" y="99"/>
                        <a:pt x="809" y="90"/>
                      </a:cubicBezTo>
                      <a:close/>
                      <a:moveTo>
                        <a:pt x="655" y="226"/>
                      </a:moveTo>
                      <a:cubicBezTo>
                        <a:pt x="656" y="225"/>
                        <a:pt x="656" y="224"/>
                        <a:pt x="656" y="223"/>
                      </a:cubicBezTo>
                      <a:cubicBezTo>
                        <a:pt x="657" y="221"/>
                        <a:pt x="658" y="218"/>
                        <a:pt x="659" y="215"/>
                      </a:cubicBezTo>
                      <a:cubicBezTo>
                        <a:pt x="660" y="212"/>
                        <a:pt x="661" y="209"/>
                        <a:pt x="662" y="206"/>
                      </a:cubicBezTo>
                      <a:cubicBezTo>
                        <a:pt x="700" y="203"/>
                        <a:pt x="738" y="203"/>
                        <a:pt x="777" y="206"/>
                      </a:cubicBezTo>
                      <a:cubicBezTo>
                        <a:pt x="734" y="214"/>
                        <a:pt x="693" y="226"/>
                        <a:pt x="652" y="242"/>
                      </a:cubicBezTo>
                      <a:cubicBezTo>
                        <a:pt x="653" y="237"/>
                        <a:pt x="654" y="231"/>
                        <a:pt x="655" y="226"/>
                      </a:cubicBezTo>
                      <a:close/>
                      <a:moveTo>
                        <a:pt x="622" y="99"/>
                      </a:moveTo>
                      <a:cubicBezTo>
                        <a:pt x="630" y="97"/>
                        <a:pt x="638" y="95"/>
                        <a:pt x="646" y="93"/>
                      </a:cubicBezTo>
                      <a:cubicBezTo>
                        <a:pt x="637" y="101"/>
                        <a:pt x="629" y="111"/>
                        <a:pt x="621" y="121"/>
                      </a:cubicBezTo>
                      <a:cubicBezTo>
                        <a:pt x="606" y="126"/>
                        <a:pt x="591" y="131"/>
                        <a:pt x="576" y="137"/>
                      </a:cubicBezTo>
                      <a:cubicBezTo>
                        <a:pt x="550" y="142"/>
                        <a:pt x="523" y="148"/>
                        <a:pt x="498" y="155"/>
                      </a:cubicBezTo>
                      <a:cubicBezTo>
                        <a:pt x="533" y="132"/>
                        <a:pt x="575" y="114"/>
                        <a:pt x="622" y="99"/>
                      </a:cubicBezTo>
                      <a:close/>
                      <a:moveTo>
                        <a:pt x="342" y="383"/>
                      </a:moveTo>
                      <a:cubicBezTo>
                        <a:pt x="344" y="367"/>
                        <a:pt x="348" y="349"/>
                        <a:pt x="352" y="333"/>
                      </a:cubicBezTo>
                      <a:cubicBezTo>
                        <a:pt x="354" y="328"/>
                        <a:pt x="355" y="324"/>
                        <a:pt x="357" y="319"/>
                      </a:cubicBezTo>
                      <a:cubicBezTo>
                        <a:pt x="361" y="310"/>
                        <a:pt x="365" y="301"/>
                        <a:pt x="370" y="291"/>
                      </a:cubicBezTo>
                      <a:cubicBezTo>
                        <a:pt x="434" y="258"/>
                        <a:pt x="504" y="234"/>
                        <a:pt x="574" y="219"/>
                      </a:cubicBezTo>
                      <a:cubicBezTo>
                        <a:pt x="573" y="223"/>
                        <a:pt x="572" y="228"/>
                        <a:pt x="571" y="234"/>
                      </a:cubicBezTo>
                      <a:cubicBezTo>
                        <a:pt x="569" y="248"/>
                        <a:pt x="568" y="262"/>
                        <a:pt x="569" y="277"/>
                      </a:cubicBezTo>
                      <a:cubicBezTo>
                        <a:pt x="553" y="285"/>
                        <a:pt x="536" y="293"/>
                        <a:pt x="520" y="303"/>
                      </a:cubicBezTo>
                      <a:cubicBezTo>
                        <a:pt x="457" y="338"/>
                        <a:pt x="396" y="383"/>
                        <a:pt x="341" y="435"/>
                      </a:cubicBezTo>
                      <a:cubicBezTo>
                        <a:pt x="340" y="417"/>
                        <a:pt x="340" y="400"/>
                        <a:pt x="342" y="383"/>
                      </a:cubicBezTo>
                      <a:close/>
                      <a:moveTo>
                        <a:pt x="124" y="625"/>
                      </a:moveTo>
                      <a:cubicBezTo>
                        <a:pt x="124" y="625"/>
                        <a:pt x="124" y="625"/>
                        <a:pt x="124" y="625"/>
                      </a:cubicBezTo>
                      <a:cubicBezTo>
                        <a:pt x="125" y="624"/>
                        <a:pt x="125" y="624"/>
                        <a:pt x="125" y="624"/>
                      </a:cubicBezTo>
                      <a:cubicBezTo>
                        <a:pt x="127" y="614"/>
                        <a:pt x="130" y="606"/>
                        <a:pt x="133" y="597"/>
                      </a:cubicBezTo>
                      <a:cubicBezTo>
                        <a:pt x="163" y="510"/>
                        <a:pt x="208" y="432"/>
                        <a:pt x="263" y="365"/>
                      </a:cubicBezTo>
                      <a:cubicBezTo>
                        <a:pt x="260" y="388"/>
                        <a:pt x="259" y="411"/>
                        <a:pt x="260" y="435"/>
                      </a:cubicBezTo>
                      <a:cubicBezTo>
                        <a:pt x="261" y="459"/>
                        <a:pt x="265" y="483"/>
                        <a:pt x="271" y="508"/>
                      </a:cubicBezTo>
                      <a:cubicBezTo>
                        <a:pt x="206" y="582"/>
                        <a:pt x="153" y="668"/>
                        <a:pt x="111" y="763"/>
                      </a:cubicBezTo>
                      <a:cubicBezTo>
                        <a:pt x="107" y="716"/>
                        <a:pt x="111" y="669"/>
                        <a:pt x="124" y="625"/>
                      </a:cubicBezTo>
                      <a:close/>
                      <a:moveTo>
                        <a:pt x="292" y="1361"/>
                      </a:moveTo>
                      <a:cubicBezTo>
                        <a:pt x="208" y="1270"/>
                        <a:pt x="148" y="1159"/>
                        <a:pt x="116" y="1039"/>
                      </a:cubicBezTo>
                      <a:cubicBezTo>
                        <a:pt x="117" y="1031"/>
                        <a:pt x="118" y="1024"/>
                        <a:pt x="120" y="1017"/>
                      </a:cubicBezTo>
                      <a:cubicBezTo>
                        <a:pt x="131" y="1035"/>
                        <a:pt x="144" y="1052"/>
                        <a:pt x="158" y="1071"/>
                      </a:cubicBezTo>
                      <a:cubicBezTo>
                        <a:pt x="201" y="1126"/>
                        <a:pt x="255" y="1180"/>
                        <a:pt x="317" y="1228"/>
                      </a:cubicBezTo>
                      <a:cubicBezTo>
                        <a:pt x="306" y="1273"/>
                        <a:pt x="299" y="1318"/>
                        <a:pt x="292" y="1361"/>
                      </a:cubicBezTo>
                      <a:close/>
                      <a:moveTo>
                        <a:pt x="355" y="1078"/>
                      </a:moveTo>
                      <a:cubicBezTo>
                        <a:pt x="349" y="1099"/>
                        <a:pt x="343" y="1120"/>
                        <a:pt x="338" y="1142"/>
                      </a:cubicBezTo>
                      <a:cubicBezTo>
                        <a:pt x="293" y="1104"/>
                        <a:pt x="254" y="1064"/>
                        <a:pt x="221" y="1022"/>
                      </a:cubicBezTo>
                      <a:cubicBezTo>
                        <a:pt x="191" y="981"/>
                        <a:pt x="166" y="940"/>
                        <a:pt x="148" y="898"/>
                      </a:cubicBezTo>
                      <a:cubicBezTo>
                        <a:pt x="148" y="897"/>
                        <a:pt x="148" y="896"/>
                        <a:pt x="149" y="895"/>
                      </a:cubicBezTo>
                      <a:cubicBezTo>
                        <a:pt x="152" y="885"/>
                        <a:pt x="155" y="875"/>
                        <a:pt x="158" y="864"/>
                      </a:cubicBezTo>
                      <a:cubicBezTo>
                        <a:pt x="193" y="765"/>
                        <a:pt x="242" y="675"/>
                        <a:pt x="301" y="597"/>
                      </a:cubicBezTo>
                      <a:cubicBezTo>
                        <a:pt x="319" y="636"/>
                        <a:pt x="342" y="672"/>
                        <a:pt x="369" y="708"/>
                      </a:cubicBezTo>
                      <a:cubicBezTo>
                        <a:pt x="395" y="743"/>
                        <a:pt x="427" y="776"/>
                        <a:pt x="462" y="806"/>
                      </a:cubicBezTo>
                      <a:cubicBezTo>
                        <a:pt x="427" y="880"/>
                        <a:pt x="395" y="957"/>
                        <a:pt x="369" y="1038"/>
                      </a:cubicBezTo>
                      <a:cubicBezTo>
                        <a:pt x="365" y="1051"/>
                        <a:pt x="360" y="1065"/>
                        <a:pt x="355" y="1078"/>
                      </a:cubicBezTo>
                      <a:close/>
                      <a:moveTo>
                        <a:pt x="599" y="1564"/>
                      </a:moveTo>
                      <a:cubicBezTo>
                        <a:pt x="511" y="1533"/>
                        <a:pt x="432" y="1487"/>
                        <a:pt x="365" y="1430"/>
                      </a:cubicBezTo>
                      <a:cubicBezTo>
                        <a:pt x="371" y="1381"/>
                        <a:pt x="378" y="1330"/>
                        <a:pt x="388" y="1279"/>
                      </a:cubicBezTo>
                      <a:cubicBezTo>
                        <a:pt x="466" y="1329"/>
                        <a:pt x="553" y="1371"/>
                        <a:pt x="648" y="1404"/>
                      </a:cubicBezTo>
                      <a:cubicBezTo>
                        <a:pt x="599" y="1564"/>
                        <a:pt x="599" y="1564"/>
                        <a:pt x="599" y="1564"/>
                      </a:cubicBezTo>
                      <a:cubicBezTo>
                        <a:pt x="599" y="1564"/>
                        <a:pt x="599" y="1564"/>
                        <a:pt x="599" y="1564"/>
                      </a:cubicBezTo>
                      <a:close/>
                      <a:moveTo>
                        <a:pt x="408" y="1195"/>
                      </a:moveTo>
                      <a:cubicBezTo>
                        <a:pt x="415" y="1164"/>
                        <a:pt x="423" y="1133"/>
                        <a:pt x="433" y="1101"/>
                      </a:cubicBezTo>
                      <a:cubicBezTo>
                        <a:pt x="437" y="1089"/>
                        <a:pt x="441" y="1076"/>
                        <a:pt x="445" y="1063"/>
                      </a:cubicBezTo>
                      <a:cubicBezTo>
                        <a:pt x="469" y="991"/>
                        <a:pt x="497" y="922"/>
                        <a:pt x="526" y="858"/>
                      </a:cubicBezTo>
                      <a:cubicBezTo>
                        <a:pt x="599" y="910"/>
                        <a:pt x="683" y="954"/>
                        <a:pt x="776" y="986"/>
                      </a:cubicBezTo>
                      <a:cubicBezTo>
                        <a:pt x="671" y="1327"/>
                        <a:pt x="671" y="1327"/>
                        <a:pt x="671" y="1327"/>
                      </a:cubicBezTo>
                      <a:cubicBezTo>
                        <a:pt x="572" y="1293"/>
                        <a:pt x="483" y="1247"/>
                        <a:pt x="408" y="1195"/>
                      </a:cubicBezTo>
                      <a:close/>
                      <a:moveTo>
                        <a:pt x="947" y="1605"/>
                      </a:moveTo>
                      <a:cubicBezTo>
                        <a:pt x="858" y="1615"/>
                        <a:pt x="767" y="1610"/>
                        <a:pt x="676" y="1588"/>
                      </a:cubicBezTo>
                      <a:cubicBezTo>
                        <a:pt x="726" y="1427"/>
                        <a:pt x="726" y="1427"/>
                        <a:pt x="726" y="1427"/>
                      </a:cubicBezTo>
                      <a:cubicBezTo>
                        <a:pt x="823" y="1453"/>
                        <a:pt x="919" y="1466"/>
                        <a:pt x="1012" y="1467"/>
                      </a:cubicBezTo>
                      <a:cubicBezTo>
                        <a:pt x="992" y="1515"/>
                        <a:pt x="970" y="1561"/>
                        <a:pt x="947" y="1605"/>
                      </a:cubicBezTo>
                      <a:close/>
                      <a:moveTo>
                        <a:pt x="748" y="1350"/>
                      </a:moveTo>
                      <a:cubicBezTo>
                        <a:pt x="853" y="1010"/>
                        <a:pt x="853" y="1010"/>
                        <a:pt x="853" y="1010"/>
                      </a:cubicBezTo>
                      <a:cubicBezTo>
                        <a:pt x="949" y="1034"/>
                        <a:pt x="1043" y="1044"/>
                        <a:pt x="1133" y="1040"/>
                      </a:cubicBezTo>
                      <a:cubicBezTo>
                        <a:pt x="1119" y="1123"/>
                        <a:pt x="1100" y="1208"/>
                        <a:pt x="1074" y="1293"/>
                      </a:cubicBezTo>
                      <a:cubicBezTo>
                        <a:pt x="1070" y="1306"/>
                        <a:pt x="1066" y="1320"/>
                        <a:pt x="1062" y="1332"/>
                      </a:cubicBezTo>
                      <a:cubicBezTo>
                        <a:pt x="1056" y="1350"/>
                        <a:pt x="1050" y="1368"/>
                        <a:pt x="1043" y="1387"/>
                      </a:cubicBezTo>
                      <a:cubicBezTo>
                        <a:pt x="950" y="1389"/>
                        <a:pt x="849" y="1376"/>
                        <a:pt x="748" y="1350"/>
                      </a:cubicBezTo>
                      <a:close/>
                      <a:moveTo>
                        <a:pt x="1373" y="1415"/>
                      </a:moveTo>
                      <a:cubicBezTo>
                        <a:pt x="1279" y="1498"/>
                        <a:pt x="1166" y="1557"/>
                        <a:pt x="1046" y="1587"/>
                      </a:cubicBezTo>
                      <a:cubicBezTo>
                        <a:pt x="1065" y="1547"/>
                        <a:pt x="1084" y="1506"/>
                        <a:pt x="1100" y="1464"/>
                      </a:cubicBezTo>
                      <a:cubicBezTo>
                        <a:pt x="1167" y="1459"/>
                        <a:pt x="1231" y="1448"/>
                        <a:pt x="1291" y="1429"/>
                      </a:cubicBezTo>
                      <a:cubicBezTo>
                        <a:pt x="1323" y="1420"/>
                        <a:pt x="1353" y="1409"/>
                        <a:pt x="1381" y="1396"/>
                      </a:cubicBezTo>
                      <a:cubicBezTo>
                        <a:pt x="1378" y="1403"/>
                        <a:pt x="1376" y="1409"/>
                        <a:pt x="1373" y="1415"/>
                      </a:cubicBezTo>
                      <a:close/>
                      <a:moveTo>
                        <a:pt x="1426" y="1280"/>
                      </a:moveTo>
                      <a:cubicBezTo>
                        <a:pt x="1425" y="1280"/>
                        <a:pt x="1425" y="1281"/>
                        <a:pt x="1425" y="1282"/>
                      </a:cubicBezTo>
                      <a:cubicBezTo>
                        <a:pt x="1379" y="1311"/>
                        <a:pt x="1327" y="1335"/>
                        <a:pt x="1268" y="1352"/>
                      </a:cubicBezTo>
                      <a:cubicBezTo>
                        <a:pt x="1225" y="1365"/>
                        <a:pt x="1179" y="1374"/>
                        <a:pt x="1131" y="1381"/>
                      </a:cubicBezTo>
                      <a:cubicBezTo>
                        <a:pt x="1134" y="1372"/>
                        <a:pt x="1136" y="1365"/>
                        <a:pt x="1139" y="1357"/>
                      </a:cubicBezTo>
                      <a:cubicBezTo>
                        <a:pt x="1143" y="1344"/>
                        <a:pt x="1147" y="1331"/>
                        <a:pt x="1151" y="1317"/>
                      </a:cubicBezTo>
                      <a:cubicBezTo>
                        <a:pt x="1181" y="1221"/>
                        <a:pt x="1201" y="1126"/>
                        <a:pt x="1215" y="1033"/>
                      </a:cubicBezTo>
                      <a:cubicBezTo>
                        <a:pt x="1252" y="1028"/>
                        <a:pt x="1288" y="1020"/>
                        <a:pt x="1323" y="1010"/>
                      </a:cubicBezTo>
                      <a:cubicBezTo>
                        <a:pt x="1374" y="994"/>
                        <a:pt x="1422" y="974"/>
                        <a:pt x="1465" y="948"/>
                      </a:cubicBezTo>
                      <a:cubicBezTo>
                        <a:pt x="1472" y="1055"/>
                        <a:pt x="1460" y="1168"/>
                        <a:pt x="1426" y="1280"/>
                      </a:cubicBezTo>
                      <a:close/>
                      <a:moveTo>
                        <a:pt x="1463" y="613"/>
                      </a:moveTo>
                      <a:cubicBezTo>
                        <a:pt x="1451" y="586"/>
                        <a:pt x="1437" y="560"/>
                        <a:pt x="1421" y="533"/>
                      </a:cubicBezTo>
                      <a:cubicBezTo>
                        <a:pt x="1429" y="522"/>
                        <a:pt x="1437" y="510"/>
                        <a:pt x="1443" y="497"/>
                      </a:cubicBezTo>
                      <a:cubicBezTo>
                        <a:pt x="1446" y="492"/>
                        <a:pt x="1448" y="487"/>
                        <a:pt x="1449" y="482"/>
                      </a:cubicBezTo>
                      <a:cubicBezTo>
                        <a:pt x="1500" y="533"/>
                        <a:pt x="1544" y="591"/>
                        <a:pt x="1579" y="655"/>
                      </a:cubicBezTo>
                      <a:cubicBezTo>
                        <a:pt x="1577" y="670"/>
                        <a:pt x="1574" y="685"/>
                        <a:pt x="1569" y="700"/>
                      </a:cubicBezTo>
                      <a:cubicBezTo>
                        <a:pt x="1567" y="705"/>
                        <a:pt x="1566" y="709"/>
                        <a:pt x="1564" y="714"/>
                      </a:cubicBezTo>
                      <a:cubicBezTo>
                        <a:pt x="1560" y="725"/>
                        <a:pt x="1555" y="736"/>
                        <a:pt x="1549" y="748"/>
                      </a:cubicBezTo>
                      <a:cubicBezTo>
                        <a:pt x="1542" y="763"/>
                        <a:pt x="1533" y="776"/>
                        <a:pt x="1522" y="789"/>
                      </a:cubicBezTo>
                      <a:cubicBezTo>
                        <a:pt x="1509" y="728"/>
                        <a:pt x="1489" y="669"/>
                        <a:pt x="1463" y="613"/>
                      </a:cubicBezTo>
                      <a:close/>
                      <a:moveTo>
                        <a:pt x="1596" y="1068"/>
                      </a:moveTo>
                      <a:cubicBezTo>
                        <a:pt x="1593" y="1077"/>
                        <a:pt x="1590" y="1086"/>
                        <a:pt x="1587" y="1095"/>
                      </a:cubicBezTo>
                      <a:cubicBezTo>
                        <a:pt x="1590" y="1086"/>
                        <a:pt x="1593" y="1078"/>
                        <a:pt x="1595" y="1069"/>
                      </a:cubicBezTo>
                      <a:cubicBezTo>
                        <a:pt x="1595" y="1069"/>
                        <a:pt x="1595" y="1069"/>
                        <a:pt x="1595" y="1069"/>
                      </a:cubicBezTo>
                      <a:cubicBezTo>
                        <a:pt x="1594" y="1075"/>
                        <a:pt x="1592" y="1080"/>
                        <a:pt x="1590" y="1086"/>
                      </a:cubicBezTo>
                      <a:cubicBezTo>
                        <a:pt x="1577" y="1123"/>
                        <a:pt x="1556" y="1157"/>
                        <a:pt x="1531" y="1188"/>
                      </a:cubicBezTo>
                      <a:cubicBezTo>
                        <a:pt x="1549" y="1088"/>
                        <a:pt x="1552" y="987"/>
                        <a:pt x="1541" y="890"/>
                      </a:cubicBezTo>
                      <a:cubicBezTo>
                        <a:pt x="1558" y="874"/>
                        <a:pt x="1575" y="855"/>
                        <a:pt x="1589" y="836"/>
                      </a:cubicBezTo>
                      <a:cubicBezTo>
                        <a:pt x="1603" y="818"/>
                        <a:pt x="1616" y="797"/>
                        <a:pt x="1626" y="776"/>
                      </a:cubicBezTo>
                      <a:cubicBezTo>
                        <a:pt x="1635" y="872"/>
                        <a:pt x="1626" y="970"/>
                        <a:pt x="1596" y="1068"/>
                      </a:cubicBezTo>
                      <a:close/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fontAlgn="base">
                    <a:spcBef>
                      <a:spcPct val="0"/>
                    </a:spcBef>
                    <a:spcAft>
                      <a:spcPct val="0"/>
                    </a:spcAft>
                  </a:pPr>
                  <a:endParaRPr lang="en-US" sz="2000" dirty="0">
                    <a:solidFill>
                      <a:srgbClr val="FFFFFF"/>
                    </a:solidFill>
                    <a:cs typeface="Arial" pitchFamily="34" charset="0"/>
                  </a:endParaRPr>
                </a:p>
              </p:txBody>
            </p:sp>
          </p:grpSp>
          <p:sp>
            <p:nvSpPr>
              <p:cNvPr id="8" name="TextBox 7">
                <a:hlinkClick r:id="rId3"/>
                <a:extLst>
                  <a:ext uri="{FF2B5EF4-FFF2-40B4-BE49-F238E27FC236}">
                    <a16:creationId xmlns:a16="http://schemas.microsoft.com/office/drawing/2014/main" id="{A3D72B44-5716-4BF0-A174-6DBECE5C1906}"/>
                  </a:ext>
                </a:extLst>
              </p:cNvPr>
              <p:cNvSpPr txBox="1"/>
              <p:nvPr/>
            </p:nvSpPr>
            <p:spPr>
              <a:xfrm>
                <a:off x="4072514" y="5255430"/>
                <a:ext cx="152477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j-lt"/>
                    <a:hlinkClick r:id="rId4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www.alepo.com</a:t>
                </a:r>
                <a:endParaRPr kumimoji="0" lang="de-DE" sz="1400" b="0" i="0" strike="noStrike" kern="0" cap="none" spc="0" normalizeH="0" baseline="0" noProof="0" dirty="0">
                  <a:ln>
                    <a:noFill/>
                  </a:ln>
                  <a:solidFill>
                    <a:srgbClr val="1F3C88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BEC1058E-DB34-4E17-A68D-73112FEA9CA4}"/>
                  </a:ext>
                </a:extLst>
              </p:cNvPr>
              <p:cNvGrpSpPr/>
              <p:nvPr/>
            </p:nvGrpSpPr>
            <p:grpSpPr>
              <a:xfrm>
                <a:off x="5839103" y="5163834"/>
                <a:ext cx="513793" cy="513793"/>
                <a:chOff x="2946641" y="5057751"/>
                <a:chExt cx="513793" cy="513793"/>
              </a:xfrm>
            </p:grpSpPr>
            <p:sp>
              <p:nvSpPr>
                <p:cNvPr id="10" name="Oval 9">
                  <a:extLst>
                    <a:ext uri="{FF2B5EF4-FFF2-40B4-BE49-F238E27FC236}">
                      <a16:creationId xmlns:a16="http://schemas.microsoft.com/office/drawing/2014/main" id="{68C808A5-47DE-4DC8-A8C7-C5E857CFF501}"/>
                    </a:ext>
                  </a:extLst>
                </p:cNvPr>
                <p:cNvSpPr/>
                <p:nvPr userDrawn="1"/>
              </p:nvSpPr>
              <p:spPr>
                <a:xfrm>
                  <a:off x="2946641" y="5057751"/>
                  <a:ext cx="513793" cy="513793"/>
                </a:xfrm>
                <a:prstGeom prst="ellipse">
                  <a:avLst/>
                </a:prstGeom>
                <a:solidFill>
                  <a:srgbClr val="2D618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1" name="Freeform 5">
                  <a:extLst>
                    <a:ext uri="{FF2B5EF4-FFF2-40B4-BE49-F238E27FC236}">
                      <a16:creationId xmlns:a16="http://schemas.microsoft.com/office/drawing/2014/main" id="{BF7E0932-7E7C-4A83-84D3-16F95FF23888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3133583" y="5164473"/>
                  <a:ext cx="139909" cy="300349"/>
                </a:xfrm>
                <a:custGeom>
                  <a:avLst/>
                  <a:gdLst>
                    <a:gd name="T0" fmla="*/ 29 w 134"/>
                    <a:gd name="T1" fmla="*/ 56 h 288"/>
                    <a:gd name="T2" fmla="*/ 29 w 134"/>
                    <a:gd name="T3" fmla="*/ 95 h 288"/>
                    <a:gd name="T4" fmla="*/ 0 w 134"/>
                    <a:gd name="T5" fmla="*/ 95 h 288"/>
                    <a:gd name="T6" fmla="*/ 0 w 134"/>
                    <a:gd name="T7" fmla="*/ 144 h 288"/>
                    <a:gd name="T8" fmla="*/ 29 w 134"/>
                    <a:gd name="T9" fmla="*/ 144 h 288"/>
                    <a:gd name="T10" fmla="*/ 29 w 134"/>
                    <a:gd name="T11" fmla="*/ 288 h 288"/>
                    <a:gd name="T12" fmla="*/ 89 w 134"/>
                    <a:gd name="T13" fmla="*/ 288 h 288"/>
                    <a:gd name="T14" fmla="*/ 89 w 134"/>
                    <a:gd name="T15" fmla="*/ 144 h 288"/>
                    <a:gd name="T16" fmla="*/ 129 w 134"/>
                    <a:gd name="T17" fmla="*/ 144 h 288"/>
                    <a:gd name="T18" fmla="*/ 134 w 134"/>
                    <a:gd name="T19" fmla="*/ 95 h 288"/>
                    <a:gd name="T20" fmla="*/ 89 w 134"/>
                    <a:gd name="T21" fmla="*/ 95 h 288"/>
                    <a:gd name="T22" fmla="*/ 89 w 134"/>
                    <a:gd name="T23" fmla="*/ 62 h 288"/>
                    <a:gd name="T24" fmla="*/ 102 w 134"/>
                    <a:gd name="T25" fmla="*/ 50 h 288"/>
                    <a:gd name="T26" fmla="*/ 134 w 134"/>
                    <a:gd name="T27" fmla="*/ 50 h 288"/>
                    <a:gd name="T28" fmla="*/ 134 w 134"/>
                    <a:gd name="T29" fmla="*/ 0 h 288"/>
                    <a:gd name="T30" fmla="*/ 90 w 134"/>
                    <a:gd name="T31" fmla="*/ 0 h 288"/>
                    <a:gd name="T32" fmla="*/ 29 w 134"/>
                    <a:gd name="T33" fmla="*/ 56 h 288"/>
                    <a:gd name="T34" fmla="*/ 29 w 134"/>
                    <a:gd name="T35" fmla="*/ 56 h 288"/>
                    <a:gd name="T36" fmla="*/ 29 w 134"/>
                    <a:gd name="T37" fmla="*/ 56 h 288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</a:cxnLst>
                  <a:rect l="0" t="0" r="r" b="b"/>
                  <a:pathLst>
                    <a:path w="134" h="288">
                      <a:moveTo>
                        <a:pt x="29" y="56"/>
                      </a:moveTo>
                      <a:cubicBezTo>
                        <a:pt x="29" y="95"/>
                        <a:pt x="29" y="95"/>
                        <a:pt x="29" y="95"/>
                      </a:cubicBezTo>
                      <a:cubicBezTo>
                        <a:pt x="0" y="95"/>
                        <a:pt x="0" y="95"/>
                        <a:pt x="0" y="95"/>
                      </a:cubicBezTo>
                      <a:cubicBezTo>
                        <a:pt x="0" y="144"/>
                        <a:pt x="0" y="144"/>
                        <a:pt x="0" y="144"/>
                      </a:cubicBezTo>
                      <a:cubicBezTo>
                        <a:pt x="29" y="144"/>
                        <a:pt x="29" y="144"/>
                        <a:pt x="29" y="144"/>
                      </a:cubicBezTo>
                      <a:cubicBezTo>
                        <a:pt x="29" y="288"/>
                        <a:pt x="29" y="288"/>
                        <a:pt x="29" y="288"/>
                      </a:cubicBezTo>
                      <a:cubicBezTo>
                        <a:pt x="89" y="288"/>
                        <a:pt x="89" y="288"/>
                        <a:pt x="89" y="288"/>
                      </a:cubicBezTo>
                      <a:cubicBezTo>
                        <a:pt x="89" y="144"/>
                        <a:pt x="89" y="144"/>
                        <a:pt x="89" y="144"/>
                      </a:cubicBezTo>
                      <a:cubicBezTo>
                        <a:pt x="129" y="144"/>
                        <a:pt x="129" y="144"/>
                        <a:pt x="129" y="144"/>
                      </a:cubicBezTo>
                      <a:cubicBezTo>
                        <a:pt x="129" y="144"/>
                        <a:pt x="133" y="121"/>
                        <a:pt x="134" y="95"/>
                      </a:cubicBezTo>
                      <a:cubicBezTo>
                        <a:pt x="89" y="95"/>
                        <a:pt x="89" y="95"/>
                        <a:pt x="89" y="95"/>
                      </a:cubicBezTo>
                      <a:cubicBezTo>
                        <a:pt x="89" y="62"/>
                        <a:pt x="89" y="62"/>
                        <a:pt x="89" y="62"/>
                      </a:cubicBezTo>
                      <a:cubicBezTo>
                        <a:pt x="89" y="57"/>
                        <a:pt x="95" y="50"/>
                        <a:pt x="102" y="50"/>
                      </a:cubicBezTo>
                      <a:cubicBezTo>
                        <a:pt x="134" y="50"/>
                        <a:pt x="134" y="50"/>
                        <a:pt x="134" y="50"/>
                      </a:cubicBezTo>
                      <a:cubicBezTo>
                        <a:pt x="134" y="0"/>
                        <a:pt x="134" y="0"/>
                        <a:pt x="134" y="0"/>
                      </a:cubicBezTo>
                      <a:cubicBezTo>
                        <a:pt x="90" y="0"/>
                        <a:pt x="90" y="0"/>
                        <a:pt x="90" y="0"/>
                      </a:cubicBezTo>
                      <a:cubicBezTo>
                        <a:pt x="28" y="0"/>
                        <a:pt x="29" y="49"/>
                        <a:pt x="29" y="56"/>
                      </a:cubicBezTo>
                      <a:close/>
                      <a:moveTo>
                        <a:pt x="29" y="56"/>
                      </a:moveTo>
                      <a:cubicBezTo>
                        <a:pt x="29" y="56"/>
                        <a:pt x="29" y="56"/>
                        <a:pt x="29" y="56"/>
                      </a:cubicBezTo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2800"/>
                </a:p>
              </p:txBody>
            </p:sp>
          </p:grp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1E414136-E7F3-4732-9ECE-60D5BE49E20D}"/>
                  </a:ext>
                </a:extLst>
              </p:cNvPr>
              <p:cNvSpPr txBox="1"/>
              <p:nvPr/>
            </p:nvSpPr>
            <p:spPr>
              <a:xfrm>
                <a:off x="6420828" y="5255430"/>
                <a:ext cx="1007007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j-lt"/>
                    <a:hlinkClick r:id="rId5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AlepoUSA</a:t>
                </a: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1F3C88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grpSp>
            <p:nvGrpSpPr>
              <p:cNvPr id="13" name="Group 12">
                <a:extLst>
                  <a:ext uri="{FF2B5EF4-FFF2-40B4-BE49-F238E27FC236}">
                    <a16:creationId xmlns:a16="http://schemas.microsoft.com/office/drawing/2014/main" id="{2781B91E-490C-4757-90E8-4023FF4BE448}"/>
                  </a:ext>
                </a:extLst>
              </p:cNvPr>
              <p:cNvGrpSpPr/>
              <p:nvPr/>
            </p:nvGrpSpPr>
            <p:grpSpPr>
              <a:xfrm>
                <a:off x="7664100" y="5163834"/>
                <a:ext cx="513793" cy="513793"/>
                <a:chOff x="4771638" y="5057751"/>
                <a:chExt cx="513793" cy="513793"/>
              </a:xfrm>
            </p:grpSpPr>
            <p:sp>
              <p:nvSpPr>
                <p:cNvPr id="14" name="Oval 13">
                  <a:extLst>
                    <a:ext uri="{FF2B5EF4-FFF2-40B4-BE49-F238E27FC236}">
                      <a16:creationId xmlns:a16="http://schemas.microsoft.com/office/drawing/2014/main" id="{6E78F554-39FD-4099-A08E-D027C73AD20F}"/>
                    </a:ext>
                  </a:extLst>
                </p:cNvPr>
                <p:cNvSpPr/>
                <p:nvPr userDrawn="1"/>
              </p:nvSpPr>
              <p:spPr>
                <a:xfrm>
                  <a:off x="4771638" y="5057751"/>
                  <a:ext cx="513793" cy="513793"/>
                </a:xfrm>
                <a:prstGeom prst="ellipse">
                  <a:avLst/>
                </a:prstGeom>
                <a:solidFill>
                  <a:srgbClr val="2D618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5" name="Freeform 13">
                  <a:extLst>
                    <a:ext uri="{FF2B5EF4-FFF2-40B4-BE49-F238E27FC236}">
                      <a16:creationId xmlns:a16="http://schemas.microsoft.com/office/drawing/2014/main" id="{DE5E0232-F51C-4E6F-9938-81B23F1FBE2E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4860506" y="5204393"/>
                  <a:ext cx="336056" cy="281468"/>
                </a:xfrm>
                <a:custGeom>
                  <a:avLst/>
                  <a:gdLst>
                    <a:gd name="T0" fmla="*/ 255 w 288"/>
                    <a:gd name="T1" fmla="*/ 88 h 240"/>
                    <a:gd name="T2" fmla="*/ 287 w 288"/>
                    <a:gd name="T3" fmla="*/ 70 h 240"/>
                    <a:gd name="T4" fmla="*/ 253 w 288"/>
                    <a:gd name="T5" fmla="*/ 73 h 240"/>
                    <a:gd name="T6" fmla="*/ 251 w 288"/>
                    <a:gd name="T7" fmla="*/ 67 h 240"/>
                    <a:gd name="T8" fmla="*/ 190 w 288"/>
                    <a:gd name="T9" fmla="*/ 19 h 240"/>
                    <a:gd name="T10" fmla="*/ 197 w 288"/>
                    <a:gd name="T11" fmla="*/ 16 h 240"/>
                    <a:gd name="T12" fmla="*/ 215 w 288"/>
                    <a:gd name="T13" fmla="*/ 6 h 240"/>
                    <a:gd name="T14" fmla="*/ 187 w 288"/>
                    <a:gd name="T15" fmla="*/ 12 h 240"/>
                    <a:gd name="T16" fmla="*/ 202 w 288"/>
                    <a:gd name="T17" fmla="*/ 0 h 240"/>
                    <a:gd name="T18" fmla="*/ 179 w 288"/>
                    <a:gd name="T19" fmla="*/ 11 h 240"/>
                    <a:gd name="T20" fmla="*/ 184 w 288"/>
                    <a:gd name="T21" fmla="*/ 2 h 240"/>
                    <a:gd name="T22" fmla="*/ 139 w 288"/>
                    <a:gd name="T23" fmla="*/ 72 h 240"/>
                    <a:gd name="T24" fmla="*/ 117 w 288"/>
                    <a:gd name="T25" fmla="*/ 54 h 240"/>
                    <a:gd name="T26" fmla="*/ 43 w 288"/>
                    <a:gd name="T27" fmla="*/ 22 h 240"/>
                    <a:gd name="T28" fmla="*/ 68 w 288"/>
                    <a:gd name="T29" fmla="*/ 58 h 240"/>
                    <a:gd name="T30" fmla="*/ 50 w 288"/>
                    <a:gd name="T31" fmla="*/ 60 h 240"/>
                    <a:gd name="T32" fmla="*/ 82 w 288"/>
                    <a:gd name="T33" fmla="*/ 89 h 240"/>
                    <a:gd name="T34" fmla="*/ 62 w 288"/>
                    <a:gd name="T35" fmla="*/ 96 h 240"/>
                    <a:gd name="T36" fmla="*/ 98 w 288"/>
                    <a:gd name="T37" fmla="*/ 114 h 240"/>
                    <a:gd name="T38" fmla="*/ 107 w 288"/>
                    <a:gd name="T39" fmla="*/ 138 h 240"/>
                    <a:gd name="T40" fmla="*/ 0 w 288"/>
                    <a:gd name="T41" fmla="*/ 141 h 240"/>
                    <a:gd name="T42" fmla="*/ 254 w 288"/>
                    <a:gd name="T43" fmla="*/ 105 h 240"/>
                    <a:gd name="T44" fmla="*/ 288 w 288"/>
                    <a:gd name="T45" fmla="*/ 92 h 240"/>
                    <a:gd name="T46" fmla="*/ 255 w 288"/>
                    <a:gd name="T47" fmla="*/ 88 h 240"/>
                    <a:gd name="T48" fmla="*/ 255 w 288"/>
                    <a:gd name="T49" fmla="*/ 88 h 240"/>
                    <a:gd name="T50" fmla="*/ 255 w 288"/>
                    <a:gd name="T51" fmla="*/ 88 h 24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</a:cxnLst>
                  <a:rect l="0" t="0" r="r" b="b"/>
                  <a:pathLst>
                    <a:path w="288" h="240">
                      <a:moveTo>
                        <a:pt x="255" y="88"/>
                      </a:moveTo>
                      <a:cubicBezTo>
                        <a:pt x="272" y="87"/>
                        <a:pt x="283" y="80"/>
                        <a:pt x="287" y="70"/>
                      </a:cubicBezTo>
                      <a:cubicBezTo>
                        <a:pt x="281" y="73"/>
                        <a:pt x="263" y="77"/>
                        <a:pt x="253" y="73"/>
                      </a:cubicBezTo>
                      <a:cubicBezTo>
                        <a:pt x="252" y="71"/>
                        <a:pt x="252" y="69"/>
                        <a:pt x="251" y="67"/>
                      </a:cubicBezTo>
                      <a:cubicBezTo>
                        <a:pt x="244" y="39"/>
                        <a:pt x="217" y="16"/>
                        <a:pt x="190" y="19"/>
                      </a:cubicBezTo>
                      <a:cubicBezTo>
                        <a:pt x="192" y="18"/>
                        <a:pt x="195" y="17"/>
                        <a:pt x="197" y="16"/>
                      </a:cubicBezTo>
                      <a:cubicBezTo>
                        <a:pt x="200" y="15"/>
                        <a:pt x="218" y="12"/>
                        <a:pt x="215" y="6"/>
                      </a:cubicBezTo>
                      <a:cubicBezTo>
                        <a:pt x="212" y="1"/>
                        <a:pt x="191" y="10"/>
                        <a:pt x="187" y="12"/>
                      </a:cubicBezTo>
                      <a:cubicBezTo>
                        <a:pt x="192" y="10"/>
                        <a:pt x="201" y="6"/>
                        <a:pt x="202" y="0"/>
                      </a:cubicBezTo>
                      <a:cubicBezTo>
                        <a:pt x="194" y="1"/>
                        <a:pt x="186" y="5"/>
                        <a:pt x="179" y="11"/>
                      </a:cubicBezTo>
                      <a:cubicBezTo>
                        <a:pt x="182" y="8"/>
                        <a:pt x="183" y="5"/>
                        <a:pt x="184" y="2"/>
                      </a:cubicBezTo>
                      <a:cubicBezTo>
                        <a:pt x="162" y="16"/>
                        <a:pt x="149" y="44"/>
                        <a:pt x="139" y="72"/>
                      </a:cubicBezTo>
                      <a:cubicBezTo>
                        <a:pt x="131" y="64"/>
                        <a:pt x="123" y="58"/>
                        <a:pt x="117" y="54"/>
                      </a:cubicBezTo>
                      <a:cubicBezTo>
                        <a:pt x="99" y="44"/>
                        <a:pt x="77" y="34"/>
                        <a:pt x="43" y="22"/>
                      </a:cubicBezTo>
                      <a:cubicBezTo>
                        <a:pt x="42" y="33"/>
                        <a:pt x="49" y="48"/>
                        <a:pt x="68" y="58"/>
                      </a:cubicBezTo>
                      <a:cubicBezTo>
                        <a:pt x="63" y="57"/>
                        <a:pt x="56" y="59"/>
                        <a:pt x="50" y="60"/>
                      </a:cubicBezTo>
                      <a:cubicBezTo>
                        <a:pt x="52" y="73"/>
                        <a:pt x="60" y="84"/>
                        <a:pt x="82" y="89"/>
                      </a:cubicBezTo>
                      <a:cubicBezTo>
                        <a:pt x="72" y="89"/>
                        <a:pt x="67" y="92"/>
                        <a:pt x="62" y="96"/>
                      </a:cubicBezTo>
                      <a:cubicBezTo>
                        <a:pt x="67" y="105"/>
                        <a:pt x="78" y="116"/>
                        <a:pt x="98" y="114"/>
                      </a:cubicBezTo>
                      <a:cubicBezTo>
                        <a:pt x="76" y="123"/>
                        <a:pt x="89" y="141"/>
                        <a:pt x="107" y="138"/>
                      </a:cubicBezTo>
                      <a:cubicBezTo>
                        <a:pt x="76" y="170"/>
                        <a:pt x="28" y="168"/>
                        <a:pt x="0" y="141"/>
                      </a:cubicBezTo>
                      <a:cubicBezTo>
                        <a:pt x="73" y="240"/>
                        <a:pt x="230" y="200"/>
                        <a:pt x="254" y="105"/>
                      </a:cubicBezTo>
                      <a:cubicBezTo>
                        <a:pt x="271" y="105"/>
                        <a:pt x="282" y="98"/>
                        <a:pt x="288" y="92"/>
                      </a:cubicBezTo>
                      <a:cubicBezTo>
                        <a:pt x="278" y="93"/>
                        <a:pt x="263" y="91"/>
                        <a:pt x="255" y="88"/>
                      </a:cubicBezTo>
                      <a:close/>
                      <a:moveTo>
                        <a:pt x="255" y="88"/>
                      </a:moveTo>
                      <a:cubicBezTo>
                        <a:pt x="255" y="88"/>
                        <a:pt x="255" y="88"/>
                        <a:pt x="255" y="88"/>
                      </a:cubicBezTo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2800"/>
                </a:p>
              </p:txBody>
            </p:sp>
          </p:grpSp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5732F99E-1629-4366-946F-F9B6B2C896A2}"/>
                  </a:ext>
                </a:extLst>
              </p:cNvPr>
              <p:cNvSpPr txBox="1"/>
              <p:nvPr/>
            </p:nvSpPr>
            <p:spPr>
              <a:xfrm>
                <a:off x="8242320" y="5255430"/>
                <a:ext cx="1168910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j-lt"/>
                    <a:hlinkClick r:id="rId6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@AlepoUSA</a:t>
                </a: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1F3C88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  <p:grpSp>
            <p:nvGrpSpPr>
              <p:cNvPr id="17" name="Group 16">
                <a:extLst>
                  <a:ext uri="{FF2B5EF4-FFF2-40B4-BE49-F238E27FC236}">
                    <a16:creationId xmlns:a16="http://schemas.microsoft.com/office/drawing/2014/main" id="{3BDD428C-5AFD-4931-A556-D752E360CF39}"/>
                  </a:ext>
                </a:extLst>
              </p:cNvPr>
              <p:cNvGrpSpPr/>
              <p:nvPr/>
            </p:nvGrpSpPr>
            <p:grpSpPr>
              <a:xfrm>
                <a:off x="9710339" y="5160897"/>
                <a:ext cx="513793" cy="513793"/>
                <a:chOff x="6817877" y="5054814"/>
                <a:chExt cx="513793" cy="513793"/>
              </a:xfrm>
            </p:grpSpPr>
            <p:sp>
              <p:nvSpPr>
                <p:cNvPr id="18" name="Oval 17">
                  <a:extLst>
                    <a:ext uri="{FF2B5EF4-FFF2-40B4-BE49-F238E27FC236}">
                      <a16:creationId xmlns:a16="http://schemas.microsoft.com/office/drawing/2014/main" id="{601D8885-F8CF-44FA-810C-3B80111218F9}"/>
                    </a:ext>
                  </a:extLst>
                </p:cNvPr>
                <p:cNvSpPr/>
                <p:nvPr userDrawn="1"/>
              </p:nvSpPr>
              <p:spPr>
                <a:xfrm>
                  <a:off x="6817877" y="5054814"/>
                  <a:ext cx="513793" cy="513793"/>
                </a:xfrm>
                <a:prstGeom prst="ellipse">
                  <a:avLst/>
                </a:prstGeom>
                <a:solidFill>
                  <a:srgbClr val="2D618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IN" dirty="0"/>
                </a:p>
              </p:txBody>
            </p:sp>
            <p:sp>
              <p:nvSpPr>
                <p:cNvPr id="19" name="Freeform 9">
                  <a:extLst>
                    <a:ext uri="{FF2B5EF4-FFF2-40B4-BE49-F238E27FC236}">
                      <a16:creationId xmlns:a16="http://schemas.microsoft.com/office/drawing/2014/main" id="{7799EC38-2312-46EF-BE0B-F9D3013BB132}"/>
                    </a:ext>
                  </a:extLst>
                </p:cNvPr>
                <p:cNvSpPr>
                  <a:spLocks noEditPoints="1"/>
                </p:cNvSpPr>
                <p:nvPr userDrawn="1"/>
              </p:nvSpPr>
              <p:spPr bwMode="auto">
                <a:xfrm>
                  <a:off x="6953561" y="5195728"/>
                  <a:ext cx="242424" cy="231964"/>
                </a:xfrm>
                <a:custGeom>
                  <a:avLst/>
                  <a:gdLst>
                    <a:gd name="T0" fmla="*/ 288 w 288"/>
                    <a:gd name="T1" fmla="*/ 169 h 275"/>
                    <a:gd name="T2" fmla="*/ 288 w 288"/>
                    <a:gd name="T3" fmla="*/ 275 h 275"/>
                    <a:gd name="T4" fmla="*/ 226 w 288"/>
                    <a:gd name="T5" fmla="*/ 275 h 275"/>
                    <a:gd name="T6" fmla="*/ 226 w 288"/>
                    <a:gd name="T7" fmla="*/ 176 h 275"/>
                    <a:gd name="T8" fmla="*/ 195 w 288"/>
                    <a:gd name="T9" fmla="*/ 134 h 275"/>
                    <a:gd name="T10" fmla="*/ 163 w 288"/>
                    <a:gd name="T11" fmla="*/ 156 h 275"/>
                    <a:gd name="T12" fmla="*/ 161 w 288"/>
                    <a:gd name="T13" fmla="*/ 171 h 275"/>
                    <a:gd name="T14" fmla="*/ 161 w 288"/>
                    <a:gd name="T15" fmla="*/ 275 h 275"/>
                    <a:gd name="T16" fmla="*/ 100 w 288"/>
                    <a:gd name="T17" fmla="*/ 275 h 275"/>
                    <a:gd name="T18" fmla="*/ 100 w 288"/>
                    <a:gd name="T19" fmla="*/ 90 h 275"/>
                    <a:gd name="T20" fmla="*/ 161 w 288"/>
                    <a:gd name="T21" fmla="*/ 90 h 275"/>
                    <a:gd name="T22" fmla="*/ 161 w 288"/>
                    <a:gd name="T23" fmla="*/ 116 h 275"/>
                    <a:gd name="T24" fmla="*/ 161 w 288"/>
                    <a:gd name="T25" fmla="*/ 116 h 275"/>
                    <a:gd name="T26" fmla="*/ 161 w 288"/>
                    <a:gd name="T27" fmla="*/ 116 h 275"/>
                    <a:gd name="T28" fmla="*/ 161 w 288"/>
                    <a:gd name="T29" fmla="*/ 116 h 275"/>
                    <a:gd name="T30" fmla="*/ 217 w 288"/>
                    <a:gd name="T31" fmla="*/ 85 h 275"/>
                    <a:gd name="T32" fmla="*/ 288 w 288"/>
                    <a:gd name="T33" fmla="*/ 169 h 275"/>
                    <a:gd name="T34" fmla="*/ 35 w 288"/>
                    <a:gd name="T35" fmla="*/ 0 h 275"/>
                    <a:gd name="T36" fmla="*/ 0 w 288"/>
                    <a:gd name="T37" fmla="*/ 32 h 275"/>
                    <a:gd name="T38" fmla="*/ 34 w 288"/>
                    <a:gd name="T39" fmla="*/ 64 h 275"/>
                    <a:gd name="T40" fmla="*/ 35 w 288"/>
                    <a:gd name="T41" fmla="*/ 64 h 275"/>
                    <a:gd name="T42" fmla="*/ 69 w 288"/>
                    <a:gd name="T43" fmla="*/ 32 h 275"/>
                    <a:gd name="T44" fmla="*/ 35 w 288"/>
                    <a:gd name="T45" fmla="*/ 0 h 275"/>
                    <a:gd name="T46" fmla="*/ 4 w 288"/>
                    <a:gd name="T47" fmla="*/ 275 h 275"/>
                    <a:gd name="T48" fmla="*/ 65 w 288"/>
                    <a:gd name="T49" fmla="*/ 275 h 275"/>
                    <a:gd name="T50" fmla="*/ 65 w 288"/>
                    <a:gd name="T51" fmla="*/ 90 h 275"/>
                    <a:gd name="T52" fmla="*/ 4 w 288"/>
                    <a:gd name="T53" fmla="*/ 90 h 275"/>
                    <a:gd name="T54" fmla="*/ 4 w 288"/>
                    <a:gd name="T55" fmla="*/ 275 h 275"/>
                    <a:gd name="T56" fmla="*/ 4 w 288"/>
                    <a:gd name="T57" fmla="*/ 275 h 275"/>
                    <a:gd name="T58" fmla="*/ 4 w 288"/>
                    <a:gd name="T59" fmla="*/ 275 h 275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  <a:cxn ang="0">
                      <a:pos x="T8" y="T9"/>
                    </a:cxn>
                    <a:cxn ang="0">
                      <a:pos x="T10" y="T11"/>
                    </a:cxn>
                    <a:cxn ang="0">
                      <a:pos x="T12" y="T13"/>
                    </a:cxn>
                    <a:cxn ang="0">
                      <a:pos x="T14" y="T15"/>
                    </a:cxn>
                    <a:cxn ang="0">
                      <a:pos x="T16" y="T17"/>
                    </a:cxn>
                    <a:cxn ang="0">
                      <a:pos x="T18" y="T19"/>
                    </a:cxn>
                    <a:cxn ang="0">
                      <a:pos x="T20" y="T21"/>
                    </a:cxn>
                    <a:cxn ang="0">
                      <a:pos x="T22" y="T23"/>
                    </a:cxn>
                    <a:cxn ang="0">
                      <a:pos x="T24" y="T25"/>
                    </a:cxn>
                    <a:cxn ang="0">
                      <a:pos x="T26" y="T27"/>
                    </a:cxn>
                    <a:cxn ang="0">
                      <a:pos x="T28" y="T29"/>
                    </a:cxn>
                    <a:cxn ang="0">
                      <a:pos x="T30" y="T31"/>
                    </a:cxn>
                    <a:cxn ang="0">
                      <a:pos x="T32" y="T33"/>
                    </a:cxn>
                    <a:cxn ang="0">
                      <a:pos x="T34" y="T35"/>
                    </a:cxn>
                    <a:cxn ang="0">
                      <a:pos x="T36" y="T37"/>
                    </a:cxn>
                    <a:cxn ang="0">
                      <a:pos x="T38" y="T39"/>
                    </a:cxn>
                    <a:cxn ang="0">
                      <a:pos x="T40" y="T41"/>
                    </a:cxn>
                    <a:cxn ang="0">
                      <a:pos x="T42" y="T43"/>
                    </a:cxn>
                    <a:cxn ang="0">
                      <a:pos x="T44" y="T45"/>
                    </a:cxn>
                    <a:cxn ang="0">
                      <a:pos x="T46" y="T47"/>
                    </a:cxn>
                    <a:cxn ang="0">
                      <a:pos x="T48" y="T49"/>
                    </a:cxn>
                    <a:cxn ang="0">
                      <a:pos x="T50" y="T51"/>
                    </a:cxn>
                    <a:cxn ang="0">
                      <a:pos x="T52" y="T53"/>
                    </a:cxn>
                    <a:cxn ang="0">
                      <a:pos x="T54" y="T55"/>
                    </a:cxn>
                    <a:cxn ang="0">
                      <a:pos x="T56" y="T57"/>
                    </a:cxn>
                    <a:cxn ang="0">
                      <a:pos x="T58" y="T59"/>
                    </a:cxn>
                  </a:cxnLst>
                  <a:rect l="0" t="0" r="r" b="b"/>
                  <a:pathLst>
                    <a:path w="288" h="275">
                      <a:moveTo>
                        <a:pt x="288" y="169"/>
                      </a:moveTo>
                      <a:cubicBezTo>
                        <a:pt x="288" y="275"/>
                        <a:pt x="288" y="275"/>
                        <a:pt x="288" y="275"/>
                      </a:cubicBezTo>
                      <a:cubicBezTo>
                        <a:pt x="226" y="275"/>
                        <a:pt x="226" y="275"/>
                        <a:pt x="226" y="275"/>
                      </a:cubicBezTo>
                      <a:cubicBezTo>
                        <a:pt x="226" y="176"/>
                        <a:pt x="226" y="176"/>
                        <a:pt x="226" y="176"/>
                      </a:cubicBezTo>
                      <a:cubicBezTo>
                        <a:pt x="226" y="151"/>
                        <a:pt x="217" y="134"/>
                        <a:pt x="195" y="134"/>
                      </a:cubicBezTo>
                      <a:cubicBezTo>
                        <a:pt x="178" y="134"/>
                        <a:pt x="168" y="145"/>
                        <a:pt x="163" y="156"/>
                      </a:cubicBezTo>
                      <a:cubicBezTo>
                        <a:pt x="162" y="160"/>
                        <a:pt x="161" y="166"/>
                        <a:pt x="161" y="171"/>
                      </a:cubicBezTo>
                      <a:cubicBezTo>
                        <a:pt x="161" y="275"/>
                        <a:pt x="161" y="275"/>
                        <a:pt x="161" y="275"/>
                      </a:cubicBezTo>
                      <a:cubicBezTo>
                        <a:pt x="100" y="275"/>
                        <a:pt x="100" y="275"/>
                        <a:pt x="100" y="275"/>
                      </a:cubicBezTo>
                      <a:cubicBezTo>
                        <a:pt x="100" y="275"/>
                        <a:pt x="100" y="107"/>
                        <a:pt x="100" y="90"/>
                      </a:cubicBezTo>
                      <a:cubicBezTo>
                        <a:pt x="161" y="90"/>
                        <a:pt x="161" y="90"/>
                        <a:pt x="161" y="90"/>
                      </a:cubicBezTo>
                      <a:cubicBezTo>
                        <a:pt x="161" y="116"/>
                        <a:pt x="161" y="116"/>
                        <a:pt x="161" y="116"/>
                      </a:cubicBezTo>
                      <a:cubicBezTo>
                        <a:pt x="161" y="116"/>
                        <a:pt x="161" y="116"/>
                        <a:pt x="161" y="116"/>
                      </a:cubicBezTo>
                      <a:cubicBezTo>
                        <a:pt x="161" y="116"/>
                        <a:pt x="161" y="116"/>
                        <a:pt x="161" y="116"/>
                      </a:cubicBezTo>
                      <a:cubicBezTo>
                        <a:pt x="161" y="116"/>
                        <a:pt x="161" y="116"/>
                        <a:pt x="161" y="116"/>
                      </a:cubicBezTo>
                      <a:cubicBezTo>
                        <a:pt x="169" y="103"/>
                        <a:pt x="184" y="85"/>
                        <a:pt x="217" y="85"/>
                      </a:cubicBezTo>
                      <a:cubicBezTo>
                        <a:pt x="258" y="85"/>
                        <a:pt x="288" y="112"/>
                        <a:pt x="288" y="169"/>
                      </a:cubicBezTo>
                      <a:close/>
                      <a:moveTo>
                        <a:pt x="35" y="0"/>
                      </a:moveTo>
                      <a:cubicBezTo>
                        <a:pt x="14" y="0"/>
                        <a:pt x="0" y="14"/>
                        <a:pt x="0" y="32"/>
                      </a:cubicBezTo>
                      <a:cubicBezTo>
                        <a:pt x="0" y="50"/>
                        <a:pt x="13" y="64"/>
                        <a:pt x="34" y="64"/>
                      </a:cubicBezTo>
                      <a:cubicBezTo>
                        <a:pt x="35" y="64"/>
                        <a:pt x="35" y="64"/>
                        <a:pt x="35" y="64"/>
                      </a:cubicBezTo>
                      <a:cubicBezTo>
                        <a:pt x="56" y="64"/>
                        <a:pt x="69" y="50"/>
                        <a:pt x="69" y="32"/>
                      </a:cubicBezTo>
                      <a:cubicBezTo>
                        <a:pt x="69" y="14"/>
                        <a:pt x="56" y="0"/>
                        <a:pt x="35" y="0"/>
                      </a:cubicBezTo>
                      <a:close/>
                      <a:moveTo>
                        <a:pt x="4" y="275"/>
                      </a:moveTo>
                      <a:cubicBezTo>
                        <a:pt x="65" y="275"/>
                        <a:pt x="65" y="275"/>
                        <a:pt x="65" y="275"/>
                      </a:cubicBezTo>
                      <a:cubicBezTo>
                        <a:pt x="65" y="90"/>
                        <a:pt x="65" y="90"/>
                        <a:pt x="65" y="90"/>
                      </a:cubicBezTo>
                      <a:cubicBezTo>
                        <a:pt x="4" y="90"/>
                        <a:pt x="4" y="90"/>
                        <a:pt x="4" y="90"/>
                      </a:cubicBezTo>
                      <a:lnTo>
                        <a:pt x="4" y="275"/>
                      </a:lnTo>
                      <a:close/>
                      <a:moveTo>
                        <a:pt x="4" y="275"/>
                      </a:moveTo>
                      <a:cubicBezTo>
                        <a:pt x="4" y="275"/>
                        <a:pt x="4" y="275"/>
                        <a:pt x="4" y="275"/>
                      </a:cubicBezTo>
                    </a:path>
                  </a:pathLst>
                </a:custGeom>
                <a:solidFill>
                  <a:schemeClr val="tx1"/>
                </a:solidFill>
                <a:ln>
                  <a:noFill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endParaRPr lang="en-IN" sz="12800"/>
                </a:p>
              </p:txBody>
            </p:sp>
          </p:grp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C050F0C6-214B-4218-8BDA-9D07D7402F0E}"/>
                  </a:ext>
                </a:extLst>
              </p:cNvPr>
              <p:cNvSpPr txBox="1"/>
              <p:nvPr/>
            </p:nvSpPr>
            <p:spPr>
              <a:xfrm>
                <a:off x="10309016" y="5255430"/>
                <a:ext cx="1529586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de-DE" sz="14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1F3C88"/>
                    </a:solidFill>
                    <a:effectLst/>
                    <a:uLnTx/>
                    <a:uFillTx/>
                    <a:latin typeface="+mj-lt"/>
                    <a:hlinkClick r:id="rId7">
                      <a:extLst>
                        <a:ext uri="{A12FA001-AC4F-418D-AE19-62706E023703}">
                          <ahyp:hlinkClr xmlns:ahyp="http://schemas.microsoft.com/office/drawing/2018/hyperlinkcolor" val="tx"/>
                        </a:ext>
                      </a:extLst>
                    </a:hlinkClick>
                  </a:rPr>
                  <a:t>Company/Alepo</a:t>
                </a:r>
                <a:endParaRPr kumimoji="0" lang="de-DE" sz="1400" b="0" i="0" u="none" strike="noStrike" kern="0" cap="none" spc="0" normalizeH="0" baseline="0" noProof="0" dirty="0">
                  <a:ln>
                    <a:noFill/>
                  </a:ln>
                  <a:solidFill>
                    <a:srgbClr val="1F3C88"/>
                  </a:solidFill>
                  <a:effectLst/>
                  <a:uLnTx/>
                  <a:uFillTx/>
                  <a:latin typeface="+mj-lt"/>
                </a:endParaRPr>
              </a:p>
            </p:txBody>
          </p:sp>
        </p:grp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3CBD09F-8BCC-432F-970F-ACFD07AFA1E3}"/>
                </a:ext>
              </a:extLst>
            </p:cNvPr>
            <p:cNvCxnSpPr>
              <a:cxnSpLocks/>
            </p:cNvCxnSpPr>
            <p:nvPr/>
          </p:nvCxnSpPr>
          <p:spPr>
            <a:xfrm>
              <a:off x="2946641" y="4622427"/>
              <a:ext cx="0" cy="1205556"/>
            </a:xfrm>
            <a:prstGeom prst="line">
              <a:avLst/>
            </a:prstGeom>
            <a:noFill/>
            <a:ln w="3175" cap="flat" cmpd="sng" algn="ctr">
              <a:solidFill>
                <a:schemeClr val="tx1">
                  <a:lumMod val="85000"/>
                </a:schemeClr>
              </a:solidFill>
              <a:prstDash val="solid"/>
              <a:miter lim="800000"/>
            </a:ln>
            <a:effectLst/>
          </p:spPr>
        </p:cxnSp>
      </p:grpSp>
    </p:spTree>
    <p:extLst>
      <p:ext uri="{BB962C8B-B14F-4D97-AF65-F5344CB8AC3E}">
        <p14:creationId xmlns:p14="http://schemas.microsoft.com/office/powerpoint/2010/main" val="401046910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heme/theme1.xml><?xml version="1.0" encoding="utf-8"?>
<a:theme xmlns:a="http://schemas.openxmlformats.org/drawingml/2006/main" name="Vapor Trail">
  <a:themeElements>
    <a:clrScheme name="Alepo Theme Colour">
      <a:dk1>
        <a:srgbClr val="141414"/>
      </a:dk1>
      <a:lt1>
        <a:srgbClr val="F2F2F2"/>
      </a:lt1>
      <a:dk2>
        <a:srgbClr val="141414"/>
      </a:dk2>
      <a:lt2>
        <a:srgbClr val="F2F2F2"/>
      </a:lt2>
      <a:accent1>
        <a:srgbClr val="1F3C88"/>
      </a:accent1>
      <a:accent2>
        <a:srgbClr val="FF3D57"/>
      </a:accent2>
      <a:accent3>
        <a:srgbClr val="27ABB8"/>
      </a:accent3>
      <a:accent4>
        <a:srgbClr val="2D6188"/>
      </a:accent4>
      <a:accent5>
        <a:srgbClr val="EFFAD2"/>
      </a:accent5>
      <a:accent6>
        <a:srgbClr val="D9E4DC"/>
      </a:accent6>
      <a:hlink>
        <a:srgbClr val="18C0FF"/>
      </a:hlink>
      <a:folHlink>
        <a:srgbClr val="FF3D57"/>
      </a:folHlink>
    </a:clrScheme>
    <a:fontScheme name="Alepo Theme Fonts">
      <a:majorFont>
        <a:latin typeface="Roboto"/>
        <a:ea typeface=""/>
        <a:cs typeface=""/>
      </a:majorFont>
      <a:minorFont>
        <a:latin typeface="Open San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5" id="{D91E19C5-75B4-4FAB-85A2-F5ADB60778AD}" vid="{521C37B3-3CA0-4DAB-BB83-DC4CB5B63568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1723DC85BAB9642BD2EC165C6E48CDE" ma:contentTypeVersion="10" ma:contentTypeDescription="Create a new document." ma:contentTypeScope="" ma:versionID="905e7c36a3c44e568e85543341360346">
  <xsd:schema xmlns:xsd="http://www.w3.org/2001/XMLSchema" xmlns:xs="http://www.w3.org/2001/XMLSchema" xmlns:p="http://schemas.microsoft.com/office/2006/metadata/properties" xmlns:ns2="514e0404-bec7-4f00-8648-0e74d5985981" xmlns:ns3="53335f82-e798-4265-9d2c-db180b02b7e9" targetNamespace="http://schemas.microsoft.com/office/2006/metadata/properties" ma:root="true" ma:fieldsID="f5326e9a824904889c625e9b183fd896" ns2:_="" ns3:_="">
    <xsd:import namespace="514e0404-bec7-4f00-8648-0e74d5985981"/>
    <xsd:import namespace="53335f82-e798-4265-9d2c-db180b02b7e9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14e0404-bec7-4f00-8648-0e74d5985981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9" nillable="true" ma:displayName="Sharing Hint Hash" ma:internalName="SharingHintHash" ma:readOnly="true">
      <xsd:simpleType>
        <xsd:restriction base="dms:Text"/>
      </xsd:simple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1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2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335f82-e798-4265-9d2c-db180b02b7e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3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4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5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F674F369-EF14-410F-B3F5-A37D09058141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66F26B4-6B4D-47E0-B64C-65A1B686EFA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48921B9-697C-4A86-873D-FEFAC42BE8B1}">
  <ds:schemaRefs>
    <ds:schemaRef ds:uri="514e0404-bec7-4f00-8648-0e74d5985981"/>
    <ds:schemaRef ds:uri="53335f82-e798-4265-9d2c-db180b02b7e9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Alepo Brand Template</Template>
  <TotalTime>4516</TotalTime>
  <Words>1217</Words>
  <Application>Microsoft Office PowerPoint</Application>
  <PresentationFormat>Widescreen</PresentationFormat>
  <Paragraphs>175</Paragraphs>
  <Slides>14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14</vt:i4>
      </vt:variant>
    </vt:vector>
  </HeadingPairs>
  <TitlesOfParts>
    <vt:vector size="23" baseType="lpstr">
      <vt:lpstr>Arial</vt:lpstr>
      <vt:lpstr>Calibri</vt:lpstr>
      <vt:lpstr>Calibri Light</vt:lpstr>
      <vt:lpstr>Open Sans</vt:lpstr>
      <vt:lpstr>Open Sans Light</vt:lpstr>
      <vt:lpstr>Public Sans</vt:lpstr>
      <vt:lpstr>Roboto</vt:lpstr>
      <vt:lpstr>Vapor Trail</vt:lpstr>
      <vt:lpstr>Custom Design</vt:lpstr>
      <vt:lpstr>PowerPoint Presentation</vt:lpstr>
      <vt:lpstr>AGENDA</vt:lpstr>
      <vt:lpstr>Agenda</vt:lpstr>
      <vt:lpstr>Introduction to Helm</vt:lpstr>
      <vt:lpstr>Using Helm</vt:lpstr>
      <vt:lpstr>Using Helm</vt:lpstr>
      <vt:lpstr>Basic Helm Commands</vt:lpstr>
      <vt:lpstr>Basic Helm Commands</vt:lpstr>
      <vt:lpstr>Basic Helm Commands</vt:lpstr>
      <vt:lpstr>Adding Helm Repository</vt:lpstr>
      <vt:lpstr>Charts</vt:lpstr>
      <vt:lpstr>The Chart File Structure</vt:lpstr>
      <vt:lpstr>Show &amp; Tell Session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ALEPO - &lt;Customer Name&gt; Kickoff Meeting</dc:title>
  <dc:creator>Smita Jain</dc:creator>
  <cp:lastModifiedBy>Soumita Sengupta</cp:lastModifiedBy>
  <cp:revision>140</cp:revision>
  <dcterms:created xsi:type="dcterms:W3CDTF">2019-07-25T12:04:12Z</dcterms:created>
  <dcterms:modified xsi:type="dcterms:W3CDTF">2021-09-08T11:45:08Z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0x01010031723DC85BAB9642BD2EC165C6E48CDE</vt:lpwstr>
  </property>
</Properties>
</file>