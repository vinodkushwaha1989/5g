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6">
  <p:sldMasterIdLst>
    <p:sldMasterId id="2147483678" r:id="rId4"/>
    <p:sldMasterId id="2147483720" r:id="rId5"/>
  </p:sldMasterIdLst>
  <p:notesMasterIdLst>
    <p:notesMasterId r:id="rId58"/>
  </p:notesMasterIdLst>
  <p:handoutMasterIdLst>
    <p:handoutMasterId r:id="rId59"/>
  </p:handoutMasterIdLst>
  <p:sldIdLst>
    <p:sldId id="339" r:id="rId6"/>
    <p:sldId id="1329" r:id="rId7"/>
    <p:sldId id="260" r:id="rId8"/>
    <p:sldId id="1332" r:id="rId9"/>
    <p:sldId id="414" r:id="rId10"/>
    <p:sldId id="1333" r:id="rId11"/>
    <p:sldId id="411" r:id="rId12"/>
    <p:sldId id="1334" r:id="rId13"/>
    <p:sldId id="752" r:id="rId14"/>
    <p:sldId id="1330" r:id="rId15"/>
    <p:sldId id="1331" r:id="rId16"/>
    <p:sldId id="1335" r:id="rId17"/>
    <p:sldId id="1336" r:id="rId18"/>
    <p:sldId id="1349" r:id="rId19"/>
    <p:sldId id="391" r:id="rId20"/>
    <p:sldId id="392" r:id="rId21"/>
    <p:sldId id="1350" r:id="rId22"/>
    <p:sldId id="1353" r:id="rId23"/>
    <p:sldId id="1339" r:id="rId24"/>
    <p:sldId id="1340" r:id="rId25"/>
    <p:sldId id="388" r:id="rId26"/>
    <p:sldId id="1354" r:id="rId27"/>
    <p:sldId id="1352" r:id="rId28"/>
    <p:sldId id="1341" r:id="rId29"/>
    <p:sldId id="390" r:id="rId30"/>
    <p:sldId id="1355" r:id="rId31"/>
    <p:sldId id="1356" r:id="rId32"/>
    <p:sldId id="1343" r:id="rId33"/>
    <p:sldId id="1337" r:id="rId34"/>
    <p:sldId id="1338" r:id="rId35"/>
    <p:sldId id="1344" r:id="rId36"/>
    <p:sldId id="1345" r:id="rId37"/>
    <p:sldId id="393" r:id="rId38"/>
    <p:sldId id="394" r:id="rId39"/>
    <p:sldId id="395" r:id="rId40"/>
    <p:sldId id="372" r:id="rId41"/>
    <p:sldId id="376" r:id="rId42"/>
    <p:sldId id="377" r:id="rId43"/>
    <p:sldId id="378" r:id="rId44"/>
    <p:sldId id="379" r:id="rId45"/>
    <p:sldId id="380" r:id="rId46"/>
    <p:sldId id="1346" r:id="rId47"/>
    <p:sldId id="1347" r:id="rId48"/>
    <p:sldId id="1348" r:id="rId49"/>
    <p:sldId id="396" r:id="rId50"/>
    <p:sldId id="397" r:id="rId51"/>
    <p:sldId id="399" r:id="rId52"/>
    <p:sldId id="398" r:id="rId53"/>
    <p:sldId id="1351" r:id="rId54"/>
    <p:sldId id="400" r:id="rId55"/>
    <p:sldId id="1357" r:id="rId56"/>
    <p:sldId id="368"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D6188"/>
    <a:srgbClr val="18C0FF"/>
    <a:srgbClr val="FF3D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423B2B-5DD2-49B2-AB0A-1911FD6F1C60}" v="9" dt="2021-09-14T07:49:13.492"/>
    <p1510:client id="{26BD78BE-4050-4282-80D7-9700FFBEFEDB}" v="13" dt="2021-09-13T13:14:29.589"/>
    <p1510:client id="{A9FFF6EA-8050-40B1-AD63-8576CAD905D9}" v="17" dt="2021-09-14T07:47:40.8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microsoft.com/office/2016/11/relationships/changesInfo" Target="changesInfos/changesInfo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umita Sengupta" userId="4afa6ce1-cb01-46c2-8538-4650222f0c96" providerId="ADAL" clId="{61DB784B-9A0A-41D4-96FD-6BA0AA747C69}"/>
    <pc:docChg chg="undo custSel addSld modSld">
      <pc:chgData name="Soumita Sengupta" userId="4afa6ce1-cb01-46c2-8538-4650222f0c96" providerId="ADAL" clId="{61DB784B-9A0A-41D4-96FD-6BA0AA747C69}" dt="2021-09-06T08:15:13.526" v="187" actId="255"/>
      <pc:docMkLst>
        <pc:docMk/>
      </pc:docMkLst>
      <pc:sldChg chg="addSp modSp mod">
        <pc:chgData name="Soumita Sengupta" userId="4afa6ce1-cb01-46c2-8538-4650222f0c96" providerId="ADAL" clId="{61DB784B-9A0A-41D4-96FD-6BA0AA747C69}" dt="2021-09-06T07:26:31.686" v="59" actId="20577"/>
        <pc:sldMkLst>
          <pc:docMk/>
          <pc:sldMk cId="1912468287" sldId="260"/>
        </pc:sldMkLst>
        <pc:spChg chg="mod">
          <ac:chgData name="Soumita Sengupta" userId="4afa6ce1-cb01-46c2-8538-4650222f0c96" providerId="ADAL" clId="{61DB784B-9A0A-41D4-96FD-6BA0AA747C69}" dt="2021-09-02T07:03:53.444" v="32" actId="6549"/>
          <ac:spMkLst>
            <pc:docMk/>
            <pc:sldMk cId="1912468287" sldId="260"/>
            <ac:spMk id="5" creationId="{00000000-0000-0000-0000-000000000000}"/>
          </ac:spMkLst>
        </pc:spChg>
        <pc:spChg chg="add mod">
          <ac:chgData name="Soumita Sengupta" userId="4afa6ce1-cb01-46c2-8538-4650222f0c96" providerId="ADAL" clId="{61DB784B-9A0A-41D4-96FD-6BA0AA747C69}" dt="2021-09-06T07:26:31.686" v="59" actId="20577"/>
          <ac:spMkLst>
            <pc:docMk/>
            <pc:sldMk cId="1912468287" sldId="260"/>
            <ac:spMk id="11" creationId="{43AA16C7-2D6F-4877-90DD-3BFAEC223106}"/>
          </ac:spMkLst>
        </pc:spChg>
      </pc:sldChg>
      <pc:sldChg chg="modSp mod">
        <pc:chgData name="Soumita Sengupta" userId="4afa6ce1-cb01-46c2-8538-4650222f0c96" providerId="ADAL" clId="{61DB784B-9A0A-41D4-96FD-6BA0AA747C69}" dt="2021-08-27T10:31:59.176" v="31" actId="20577"/>
        <pc:sldMkLst>
          <pc:docMk/>
          <pc:sldMk cId="2584036331" sldId="339"/>
        </pc:sldMkLst>
        <pc:spChg chg="mod">
          <ac:chgData name="Soumita Sengupta" userId="4afa6ce1-cb01-46c2-8538-4650222f0c96" providerId="ADAL" clId="{61DB784B-9A0A-41D4-96FD-6BA0AA747C69}" dt="2021-08-27T10:31:59.176" v="31" actId="20577"/>
          <ac:spMkLst>
            <pc:docMk/>
            <pc:sldMk cId="2584036331" sldId="339"/>
            <ac:spMk id="5" creationId="{6D1A1596-A8D7-4C1A-8956-0FA40A84EFCA}"/>
          </ac:spMkLst>
        </pc:spChg>
      </pc:sldChg>
      <pc:sldChg chg="modSp add mod">
        <pc:chgData name="Soumita Sengupta" userId="4afa6ce1-cb01-46c2-8538-4650222f0c96" providerId="ADAL" clId="{61DB784B-9A0A-41D4-96FD-6BA0AA747C69}" dt="2021-09-06T08:15:13.526" v="187" actId="255"/>
        <pc:sldMkLst>
          <pc:docMk/>
          <pc:sldMk cId="3896100195" sldId="388"/>
        </pc:sldMkLst>
        <pc:spChg chg="mod">
          <ac:chgData name="Soumita Sengupta" userId="4afa6ce1-cb01-46c2-8538-4650222f0c96" providerId="ADAL" clId="{61DB784B-9A0A-41D4-96FD-6BA0AA747C69}" dt="2021-09-06T08:15:13.526" v="187" actId="255"/>
          <ac:spMkLst>
            <pc:docMk/>
            <pc:sldMk cId="3896100195" sldId="388"/>
            <ac:spMk id="5" creationId="{89856F51-9455-4AB9-8C6A-9C8F99263537}"/>
          </ac:spMkLst>
        </pc:spChg>
      </pc:sldChg>
      <pc:sldChg chg="modSp add mod">
        <pc:chgData name="Soumita Sengupta" userId="4afa6ce1-cb01-46c2-8538-4650222f0c96" providerId="ADAL" clId="{61DB784B-9A0A-41D4-96FD-6BA0AA747C69}" dt="2021-09-06T07:30:58.179" v="74" actId="1076"/>
        <pc:sldMkLst>
          <pc:docMk/>
          <pc:sldMk cId="600309286" sldId="411"/>
        </pc:sldMkLst>
        <pc:spChg chg="mod">
          <ac:chgData name="Soumita Sengupta" userId="4afa6ce1-cb01-46c2-8538-4650222f0c96" providerId="ADAL" clId="{61DB784B-9A0A-41D4-96FD-6BA0AA747C69}" dt="2021-09-06T07:30:58.179" v="74" actId="1076"/>
          <ac:spMkLst>
            <pc:docMk/>
            <pc:sldMk cId="600309286" sldId="411"/>
            <ac:spMk id="5" creationId="{89856F51-9455-4AB9-8C6A-9C8F99263537}"/>
          </ac:spMkLst>
        </pc:spChg>
      </pc:sldChg>
      <pc:sldChg chg="modSp add mod">
        <pc:chgData name="Soumita Sengupta" userId="4afa6ce1-cb01-46c2-8538-4650222f0c96" providerId="ADAL" clId="{61DB784B-9A0A-41D4-96FD-6BA0AA747C69}" dt="2021-09-06T07:27:16.539" v="62" actId="255"/>
        <pc:sldMkLst>
          <pc:docMk/>
          <pc:sldMk cId="3269508554" sldId="414"/>
        </pc:sldMkLst>
        <pc:spChg chg="mod">
          <ac:chgData name="Soumita Sengupta" userId="4afa6ce1-cb01-46c2-8538-4650222f0c96" providerId="ADAL" clId="{61DB784B-9A0A-41D4-96FD-6BA0AA747C69}" dt="2021-09-06T07:27:16.539" v="62" actId="255"/>
          <ac:spMkLst>
            <pc:docMk/>
            <pc:sldMk cId="3269508554" sldId="414"/>
            <ac:spMk id="125" creationId="{440AD818-C873-4107-A8F0-072B3291C9E8}"/>
          </ac:spMkLst>
        </pc:spChg>
      </pc:sldChg>
      <pc:sldChg chg="addSp delSp modSp add mod">
        <pc:chgData name="Soumita Sengupta" userId="4afa6ce1-cb01-46c2-8538-4650222f0c96" providerId="ADAL" clId="{61DB784B-9A0A-41D4-96FD-6BA0AA747C69}" dt="2021-09-06T07:57:25.811" v="94" actId="1076"/>
        <pc:sldMkLst>
          <pc:docMk/>
          <pc:sldMk cId="3781635149" sldId="752"/>
        </pc:sldMkLst>
        <pc:spChg chg="del mod">
          <ac:chgData name="Soumita Sengupta" userId="4afa6ce1-cb01-46c2-8538-4650222f0c96" providerId="ADAL" clId="{61DB784B-9A0A-41D4-96FD-6BA0AA747C69}" dt="2021-09-06T07:53:37.135" v="79"/>
          <ac:spMkLst>
            <pc:docMk/>
            <pc:sldMk cId="3781635149" sldId="752"/>
            <ac:spMk id="5" creationId="{00000000-0000-0000-0000-000000000000}"/>
          </ac:spMkLst>
        </pc:spChg>
        <pc:spChg chg="mod">
          <ac:chgData name="Soumita Sengupta" userId="4afa6ce1-cb01-46c2-8538-4650222f0c96" providerId="ADAL" clId="{61DB784B-9A0A-41D4-96FD-6BA0AA747C69}" dt="2021-09-06T07:53:27.680" v="78"/>
          <ac:spMkLst>
            <pc:docMk/>
            <pc:sldMk cId="3781635149" sldId="752"/>
            <ac:spMk id="11" creationId="{00000000-0000-0000-0000-000000000000}"/>
          </ac:spMkLst>
        </pc:spChg>
        <pc:picChg chg="add mod">
          <ac:chgData name="Soumita Sengupta" userId="4afa6ce1-cb01-46c2-8538-4650222f0c96" providerId="ADAL" clId="{61DB784B-9A0A-41D4-96FD-6BA0AA747C69}" dt="2021-09-06T07:57:25.811" v="94" actId="1076"/>
          <ac:picMkLst>
            <pc:docMk/>
            <pc:sldMk cId="3781635149" sldId="752"/>
            <ac:picMk id="6" creationId="{7F36C6E8-C12E-43DB-9738-68F5DAEDF4B4}"/>
          </ac:picMkLst>
        </pc:picChg>
      </pc:sldChg>
      <pc:sldChg chg="addSp delSp modSp add mod">
        <pc:chgData name="Soumita Sengupta" userId="4afa6ce1-cb01-46c2-8538-4650222f0c96" providerId="ADAL" clId="{61DB784B-9A0A-41D4-96FD-6BA0AA747C69}" dt="2021-09-06T07:55:11.226" v="91" actId="208"/>
        <pc:sldMkLst>
          <pc:docMk/>
          <pc:sldMk cId="4262648490" sldId="1330"/>
        </pc:sldMkLst>
        <pc:spChg chg="del mod">
          <ac:chgData name="Soumita Sengupta" userId="4afa6ce1-cb01-46c2-8538-4650222f0c96" providerId="ADAL" clId="{61DB784B-9A0A-41D4-96FD-6BA0AA747C69}" dt="2021-09-06T07:54:56.173" v="86" actId="478"/>
          <ac:spMkLst>
            <pc:docMk/>
            <pc:sldMk cId="4262648490" sldId="1330"/>
            <ac:spMk id="5" creationId="{00000000-0000-0000-0000-000000000000}"/>
          </ac:spMkLst>
        </pc:spChg>
        <pc:spChg chg="add del mod">
          <ac:chgData name="Soumita Sengupta" userId="4afa6ce1-cb01-46c2-8538-4650222f0c96" providerId="ADAL" clId="{61DB784B-9A0A-41D4-96FD-6BA0AA747C69}" dt="2021-09-06T07:54:59.690" v="87" actId="22"/>
          <ac:spMkLst>
            <pc:docMk/>
            <pc:sldMk cId="4262648490" sldId="1330"/>
            <ac:spMk id="6" creationId="{2F182AFD-44D9-4DC7-AA52-341E89B27F6C}"/>
          </ac:spMkLst>
        </pc:spChg>
        <pc:spChg chg="mod">
          <ac:chgData name="Soumita Sengupta" userId="4afa6ce1-cb01-46c2-8538-4650222f0c96" providerId="ADAL" clId="{61DB784B-9A0A-41D4-96FD-6BA0AA747C69}" dt="2021-09-06T07:54:09.804" v="83"/>
          <ac:spMkLst>
            <pc:docMk/>
            <pc:sldMk cId="4262648490" sldId="1330"/>
            <ac:spMk id="11" creationId="{00000000-0000-0000-0000-000000000000}"/>
          </ac:spMkLst>
        </pc:spChg>
        <pc:picChg chg="add mod ord">
          <ac:chgData name="Soumita Sengupta" userId="4afa6ce1-cb01-46c2-8538-4650222f0c96" providerId="ADAL" clId="{61DB784B-9A0A-41D4-96FD-6BA0AA747C69}" dt="2021-09-06T07:55:11.226" v="91" actId="208"/>
          <ac:picMkLst>
            <pc:docMk/>
            <pc:sldMk cId="4262648490" sldId="1330"/>
            <ac:picMk id="8" creationId="{5A1B1E46-4EDD-4728-BF62-5582676264B6}"/>
          </ac:picMkLst>
        </pc:picChg>
      </pc:sldChg>
      <pc:sldChg chg="addSp delSp modSp add mod">
        <pc:chgData name="Soumita Sengupta" userId="4afa6ce1-cb01-46c2-8538-4650222f0c96" providerId="ADAL" clId="{61DB784B-9A0A-41D4-96FD-6BA0AA747C69}" dt="2021-09-06T07:59:11.475" v="102" actId="1076"/>
        <pc:sldMkLst>
          <pc:docMk/>
          <pc:sldMk cId="3576577077" sldId="1331"/>
        </pc:sldMkLst>
        <pc:spChg chg="del mod">
          <ac:chgData name="Soumita Sengupta" userId="4afa6ce1-cb01-46c2-8538-4650222f0c96" providerId="ADAL" clId="{61DB784B-9A0A-41D4-96FD-6BA0AA747C69}" dt="2021-09-06T07:56:04.093" v="92" actId="22"/>
          <ac:spMkLst>
            <pc:docMk/>
            <pc:sldMk cId="3576577077" sldId="1331"/>
            <ac:spMk id="5" creationId="{00000000-0000-0000-0000-000000000000}"/>
          </ac:spMkLst>
        </pc:spChg>
        <pc:spChg chg="del mod">
          <ac:chgData name="Soumita Sengupta" userId="4afa6ce1-cb01-46c2-8538-4650222f0c96" providerId="ADAL" clId="{61DB784B-9A0A-41D4-96FD-6BA0AA747C69}" dt="2021-09-06T07:59:04.108" v="99" actId="478"/>
          <ac:spMkLst>
            <pc:docMk/>
            <pc:sldMk cId="3576577077" sldId="1331"/>
            <ac:spMk id="11" creationId="{00000000-0000-0000-0000-000000000000}"/>
          </ac:spMkLst>
        </pc:spChg>
        <pc:picChg chg="add mod ord">
          <ac:chgData name="Soumita Sengupta" userId="4afa6ce1-cb01-46c2-8538-4650222f0c96" providerId="ADAL" clId="{61DB784B-9A0A-41D4-96FD-6BA0AA747C69}" dt="2021-09-06T07:59:11.475" v="102" actId="1076"/>
          <ac:picMkLst>
            <pc:docMk/>
            <pc:sldMk cId="3576577077" sldId="1331"/>
            <ac:picMk id="6" creationId="{F4FC3E86-54A5-4F25-85E9-A827EC7816CE}"/>
          </ac:picMkLst>
        </pc:picChg>
      </pc:sldChg>
      <pc:sldChg chg="modSp add mod">
        <pc:chgData name="Soumita Sengupta" userId="4afa6ce1-cb01-46c2-8538-4650222f0c96" providerId="ADAL" clId="{61DB784B-9A0A-41D4-96FD-6BA0AA747C69}" dt="2021-09-06T07:25:24.455" v="54" actId="207"/>
        <pc:sldMkLst>
          <pc:docMk/>
          <pc:sldMk cId="1174754049" sldId="1332"/>
        </pc:sldMkLst>
        <pc:spChg chg="mod">
          <ac:chgData name="Soumita Sengupta" userId="4afa6ce1-cb01-46c2-8538-4650222f0c96" providerId="ADAL" clId="{61DB784B-9A0A-41D4-96FD-6BA0AA747C69}" dt="2021-09-06T07:25:24.455" v="54" actId="207"/>
          <ac:spMkLst>
            <pc:docMk/>
            <pc:sldMk cId="1174754049" sldId="1332"/>
            <ac:spMk id="2" creationId="{57983F62-BBB9-431B-A37F-BDA0DC7153F6}"/>
          </ac:spMkLst>
        </pc:spChg>
      </pc:sldChg>
      <pc:sldChg chg="modSp add mod">
        <pc:chgData name="Soumita Sengupta" userId="4afa6ce1-cb01-46c2-8538-4650222f0c96" providerId="ADAL" clId="{61DB784B-9A0A-41D4-96FD-6BA0AA747C69}" dt="2021-09-06T07:28:10.574" v="66"/>
        <pc:sldMkLst>
          <pc:docMk/>
          <pc:sldMk cId="240003423" sldId="1333"/>
        </pc:sldMkLst>
        <pc:spChg chg="mod">
          <ac:chgData name="Soumita Sengupta" userId="4afa6ce1-cb01-46c2-8538-4650222f0c96" providerId="ADAL" clId="{61DB784B-9A0A-41D4-96FD-6BA0AA747C69}" dt="2021-09-06T07:28:10.574" v="66"/>
          <ac:spMkLst>
            <pc:docMk/>
            <pc:sldMk cId="240003423" sldId="1333"/>
            <ac:spMk id="2" creationId="{57983F62-BBB9-431B-A37F-BDA0DC7153F6}"/>
          </ac:spMkLst>
        </pc:spChg>
      </pc:sldChg>
      <pc:sldChg chg="modSp add mod">
        <pc:chgData name="Soumita Sengupta" userId="4afa6ce1-cb01-46c2-8538-4650222f0c96" providerId="ADAL" clId="{61DB784B-9A0A-41D4-96FD-6BA0AA747C69}" dt="2021-09-06T07:52:46.590" v="77"/>
        <pc:sldMkLst>
          <pc:docMk/>
          <pc:sldMk cId="2329196816" sldId="1334"/>
        </pc:sldMkLst>
        <pc:spChg chg="mod">
          <ac:chgData name="Soumita Sengupta" userId="4afa6ce1-cb01-46c2-8538-4650222f0c96" providerId="ADAL" clId="{61DB784B-9A0A-41D4-96FD-6BA0AA747C69}" dt="2021-09-06T07:52:46.590" v="77"/>
          <ac:spMkLst>
            <pc:docMk/>
            <pc:sldMk cId="2329196816" sldId="1334"/>
            <ac:spMk id="2" creationId="{57983F62-BBB9-431B-A37F-BDA0DC7153F6}"/>
          </ac:spMkLst>
        </pc:spChg>
      </pc:sldChg>
      <pc:sldChg chg="modSp add mod">
        <pc:chgData name="Soumita Sengupta" userId="4afa6ce1-cb01-46c2-8538-4650222f0c96" providerId="ADAL" clId="{61DB784B-9A0A-41D4-96FD-6BA0AA747C69}" dt="2021-09-06T07:58:55.893" v="98"/>
        <pc:sldMkLst>
          <pc:docMk/>
          <pc:sldMk cId="2207292725" sldId="1335"/>
        </pc:sldMkLst>
        <pc:spChg chg="mod">
          <ac:chgData name="Soumita Sengupta" userId="4afa6ce1-cb01-46c2-8538-4650222f0c96" providerId="ADAL" clId="{61DB784B-9A0A-41D4-96FD-6BA0AA747C69}" dt="2021-09-06T07:58:55.893" v="98"/>
          <ac:spMkLst>
            <pc:docMk/>
            <pc:sldMk cId="2207292725" sldId="1335"/>
            <ac:spMk id="2" creationId="{57983F62-BBB9-431B-A37F-BDA0DC7153F6}"/>
          </ac:spMkLst>
        </pc:spChg>
      </pc:sldChg>
      <pc:sldChg chg="addSp delSp modSp add mod">
        <pc:chgData name="Soumita Sengupta" userId="4afa6ce1-cb01-46c2-8538-4650222f0c96" providerId="ADAL" clId="{61DB784B-9A0A-41D4-96FD-6BA0AA747C69}" dt="2021-09-06T08:09:23.998" v="146" actId="1076"/>
        <pc:sldMkLst>
          <pc:docMk/>
          <pc:sldMk cId="2172402866" sldId="1336"/>
        </pc:sldMkLst>
        <pc:spChg chg="add del mod">
          <ac:chgData name="Soumita Sengupta" userId="4afa6ce1-cb01-46c2-8538-4650222f0c96" providerId="ADAL" clId="{61DB784B-9A0A-41D4-96FD-6BA0AA747C69}" dt="2021-09-06T08:01:00.430" v="111"/>
          <ac:spMkLst>
            <pc:docMk/>
            <pc:sldMk cId="2172402866" sldId="1336"/>
            <ac:spMk id="5" creationId="{411B85E4-F56D-461A-BEF1-5C52E99DB56F}"/>
          </ac:spMkLst>
        </pc:spChg>
        <pc:spChg chg="add mod">
          <ac:chgData name="Soumita Sengupta" userId="4afa6ce1-cb01-46c2-8538-4650222f0c96" providerId="ADAL" clId="{61DB784B-9A0A-41D4-96FD-6BA0AA747C69}" dt="2021-09-06T08:01:25.444" v="118" actId="1076"/>
          <ac:spMkLst>
            <pc:docMk/>
            <pc:sldMk cId="2172402866" sldId="1336"/>
            <ac:spMk id="7" creationId="{64F436FD-B7CB-4E6D-B2AE-008574634F84}"/>
          </ac:spMkLst>
        </pc:spChg>
        <pc:picChg chg="del">
          <ac:chgData name="Soumita Sengupta" userId="4afa6ce1-cb01-46c2-8538-4650222f0c96" providerId="ADAL" clId="{61DB784B-9A0A-41D4-96FD-6BA0AA747C69}" dt="2021-09-06T07:59:49.488" v="108" actId="478"/>
          <ac:picMkLst>
            <pc:docMk/>
            <pc:sldMk cId="2172402866" sldId="1336"/>
            <ac:picMk id="6" creationId="{F4FC3E86-54A5-4F25-85E9-A827EC7816CE}"/>
          </ac:picMkLst>
        </pc:picChg>
        <pc:picChg chg="add mod">
          <ac:chgData name="Soumita Sengupta" userId="4afa6ce1-cb01-46c2-8538-4650222f0c96" providerId="ADAL" clId="{61DB784B-9A0A-41D4-96FD-6BA0AA747C69}" dt="2021-09-06T08:09:23.998" v="146" actId="1076"/>
          <ac:picMkLst>
            <pc:docMk/>
            <pc:sldMk cId="2172402866" sldId="1336"/>
            <ac:picMk id="8" creationId="{40E81D6C-8548-4CF7-BCCA-4509B210E956}"/>
          </ac:picMkLst>
        </pc:picChg>
      </pc:sldChg>
      <pc:sldChg chg="addSp delSp modSp add mod">
        <pc:chgData name="Soumita Sengupta" userId="4afa6ce1-cb01-46c2-8538-4650222f0c96" providerId="ADAL" clId="{61DB784B-9A0A-41D4-96FD-6BA0AA747C69}" dt="2021-09-06T08:04:35.871" v="141" actId="1076"/>
        <pc:sldMkLst>
          <pc:docMk/>
          <pc:sldMk cId="2527245414" sldId="1337"/>
        </pc:sldMkLst>
        <pc:spChg chg="add mod">
          <ac:chgData name="Soumita Sengupta" userId="4afa6ce1-cb01-46c2-8538-4650222f0c96" providerId="ADAL" clId="{61DB784B-9A0A-41D4-96FD-6BA0AA747C69}" dt="2021-09-06T08:04:35.871" v="141" actId="1076"/>
          <ac:spMkLst>
            <pc:docMk/>
            <pc:sldMk cId="2527245414" sldId="1337"/>
            <ac:spMk id="5" creationId="{375207A2-905F-4022-BF1C-39FC5B1F6158}"/>
          </ac:spMkLst>
        </pc:spChg>
        <pc:spChg chg="add del">
          <ac:chgData name="Soumita Sengupta" userId="4afa6ce1-cb01-46c2-8538-4650222f0c96" providerId="ADAL" clId="{61DB784B-9A0A-41D4-96FD-6BA0AA747C69}" dt="2021-09-06T08:01:46.601" v="120" actId="22"/>
          <ac:spMkLst>
            <pc:docMk/>
            <pc:sldMk cId="2527245414" sldId="1337"/>
            <ac:spMk id="8" creationId="{A9468CC9-B392-455B-859D-767EC419F5C9}"/>
          </ac:spMkLst>
        </pc:spChg>
        <pc:spChg chg="add mod">
          <ac:chgData name="Soumita Sengupta" userId="4afa6ce1-cb01-46c2-8538-4650222f0c96" providerId="ADAL" clId="{61DB784B-9A0A-41D4-96FD-6BA0AA747C69}" dt="2021-09-06T08:02:34.179" v="125"/>
          <ac:spMkLst>
            <pc:docMk/>
            <pc:sldMk cId="2527245414" sldId="1337"/>
            <ac:spMk id="9" creationId="{8E9FC34A-BEE3-41B0-9DD4-E26064A04512}"/>
          </ac:spMkLst>
        </pc:spChg>
        <pc:picChg chg="del">
          <ac:chgData name="Soumita Sengupta" userId="4afa6ce1-cb01-46c2-8538-4650222f0c96" providerId="ADAL" clId="{61DB784B-9A0A-41D4-96FD-6BA0AA747C69}" dt="2021-09-06T07:59:45.761" v="107" actId="478"/>
          <ac:picMkLst>
            <pc:docMk/>
            <pc:sldMk cId="2527245414" sldId="1337"/>
            <ac:picMk id="6" creationId="{F4FC3E86-54A5-4F25-85E9-A827EC7816CE}"/>
          </ac:picMkLst>
        </pc:picChg>
        <pc:picChg chg="add mod">
          <ac:chgData name="Soumita Sengupta" userId="4afa6ce1-cb01-46c2-8538-4650222f0c96" providerId="ADAL" clId="{61DB784B-9A0A-41D4-96FD-6BA0AA747C69}" dt="2021-09-06T08:04:32.750" v="140" actId="1076"/>
          <ac:picMkLst>
            <pc:docMk/>
            <pc:sldMk cId="2527245414" sldId="1337"/>
            <ac:picMk id="10" creationId="{7D91580A-3E3F-4ED7-8469-3F5A0AEFCCBB}"/>
          </ac:picMkLst>
        </pc:picChg>
      </pc:sldChg>
      <pc:sldChg chg="addSp delSp modSp add mod">
        <pc:chgData name="Soumita Sengupta" userId="4afa6ce1-cb01-46c2-8538-4650222f0c96" providerId="ADAL" clId="{61DB784B-9A0A-41D4-96FD-6BA0AA747C69}" dt="2021-09-06T08:11:03.844" v="157" actId="5793"/>
        <pc:sldMkLst>
          <pc:docMk/>
          <pc:sldMk cId="3390905773" sldId="1338"/>
        </pc:sldMkLst>
        <pc:spChg chg="add mod">
          <ac:chgData name="Soumita Sengupta" userId="4afa6ce1-cb01-46c2-8538-4650222f0c96" providerId="ADAL" clId="{61DB784B-9A0A-41D4-96FD-6BA0AA747C69}" dt="2021-09-06T08:11:03.844" v="157" actId="5793"/>
          <ac:spMkLst>
            <pc:docMk/>
            <pc:sldMk cId="3390905773" sldId="1338"/>
            <ac:spMk id="5" creationId="{7EBB0AF3-AC62-4365-99D1-029A3939AB6D}"/>
          </ac:spMkLst>
        </pc:spChg>
        <pc:spChg chg="add del">
          <ac:chgData name="Soumita Sengupta" userId="4afa6ce1-cb01-46c2-8538-4650222f0c96" providerId="ADAL" clId="{61DB784B-9A0A-41D4-96FD-6BA0AA747C69}" dt="2021-09-06T08:09:42.095" v="148" actId="22"/>
          <ac:spMkLst>
            <pc:docMk/>
            <pc:sldMk cId="3390905773" sldId="1338"/>
            <ac:spMk id="8" creationId="{ACF2958D-02CC-411E-8C97-B80886B9404B}"/>
          </ac:spMkLst>
        </pc:spChg>
        <pc:picChg chg="del">
          <ac:chgData name="Soumita Sengupta" userId="4afa6ce1-cb01-46c2-8538-4650222f0c96" providerId="ADAL" clId="{61DB784B-9A0A-41D4-96FD-6BA0AA747C69}" dt="2021-09-06T07:59:40.886" v="106" actId="478"/>
          <ac:picMkLst>
            <pc:docMk/>
            <pc:sldMk cId="3390905773" sldId="1338"/>
            <ac:picMk id="6" creationId="{F4FC3E86-54A5-4F25-85E9-A827EC7816CE}"/>
          </ac:picMkLst>
        </pc:picChg>
      </pc:sldChg>
      <pc:sldChg chg="addSp modSp add mod">
        <pc:chgData name="Soumita Sengupta" userId="4afa6ce1-cb01-46c2-8538-4650222f0c96" providerId="ADAL" clId="{61DB784B-9A0A-41D4-96FD-6BA0AA747C69}" dt="2021-09-06T08:12:57.591" v="179" actId="255"/>
        <pc:sldMkLst>
          <pc:docMk/>
          <pc:sldMk cId="132205383" sldId="1339"/>
        </pc:sldMkLst>
        <pc:spChg chg="mod">
          <ac:chgData name="Soumita Sengupta" userId="4afa6ce1-cb01-46c2-8538-4650222f0c96" providerId="ADAL" clId="{61DB784B-9A0A-41D4-96FD-6BA0AA747C69}" dt="2021-09-06T08:12:57.591" v="179" actId="255"/>
          <ac:spMkLst>
            <pc:docMk/>
            <pc:sldMk cId="132205383" sldId="1339"/>
            <ac:spMk id="5" creationId="{7EBB0AF3-AC62-4365-99D1-029A3939AB6D}"/>
          </ac:spMkLst>
        </pc:spChg>
        <pc:spChg chg="add mod">
          <ac:chgData name="Soumita Sengupta" userId="4afa6ce1-cb01-46c2-8538-4650222f0c96" providerId="ADAL" clId="{61DB784B-9A0A-41D4-96FD-6BA0AA747C69}" dt="2021-09-06T08:12:20.049" v="166"/>
          <ac:spMkLst>
            <pc:docMk/>
            <pc:sldMk cId="132205383" sldId="1339"/>
            <ac:spMk id="6" creationId="{BBF22BEF-1DA3-43AE-A981-A858CDA84CC6}"/>
          </ac:spMkLst>
        </pc:spChg>
      </pc:sldChg>
      <pc:sldChg chg="modSp add mod">
        <pc:chgData name="Soumita Sengupta" userId="4afa6ce1-cb01-46c2-8538-4650222f0c96" providerId="ADAL" clId="{61DB784B-9A0A-41D4-96FD-6BA0AA747C69}" dt="2021-09-06T08:14:52.090" v="184" actId="1076"/>
        <pc:sldMkLst>
          <pc:docMk/>
          <pc:sldMk cId="2954718832" sldId="1340"/>
        </pc:sldMkLst>
        <pc:spChg chg="mod">
          <ac:chgData name="Soumita Sengupta" userId="4afa6ce1-cb01-46c2-8538-4650222f0c96" providerId="ADAL" clId="{61DB784B-9A0A-41D4-96FD-6BA0AA747C69}" dt="2021-09-06T08:14:52.090" v="184" actId="1076"/>
          <ac:spMkLst>
            <pc:docMk/>
            <pc:sldMk cId="2954718832" sldId="1340"/>
            <ac:spMk id="5" creationId="{7EBB0AF3-AC62-4365-99D1-029A3939AB6D}"/>
          </ac:spMkLst>
        </pc:spChg>
      </pc:sldChg>
    </pc:docChg>
  </pc:docChgLst>
  <pc:docChgLst>
    <pc:chgData name="Soumita Sengupta" userId="4afa6ce1-cb01-46c2-8538-4650222f0c96" providerId="ADAL" clId="{E312D671-FF45-4138-89B8-BF1BA535CB03}"/>
    <pc:docChg chg="undo custSel addSld delSld modSld sldOrd">
      <pc:chgData name="Soumita Sengupta" userId="4afa6ce1-cb01-46c2-8538-4650222f0c96" providerId="ADAL" clId="{E312D671-FF45-4138-89B8-BF1BA535CB03}" dt="2021-06-08T10:21:09.048" v="1430" actId="20577"/>
      <pc:docMkLst>
        <pc:docMk/>
      </pc:docMkLst>
      <pc:sldChg chg="modSp add mod">
        <pc:chgData name="Soumita Sengupta" userId="4afa6ce1-cb01-46c2-8538-4650222f0c96" providerId="ADAL" clId="{E312D671-FF45-4138-89B8-BF1BA535CB03}" dt="2021-06-04T11:29:19.598" v="146" actId="1076"/>
        <pc:sldMkLst>
          <pc:docMk/>
          <pc:sldMk cId="1912468287" sldId="260"/>
        </pc:sldMkLst>
        <pc:spChg chg="mod">
          <ac:chgData name="Soumita Sengupta" userId="4afa6ce1-cb01-46c2-8538-4650222f0c96" providerId="ADAL" clId="{E312D671-FF45-4138-89B8-BF1BA535CB03}" dt="2021-06-04T11:29:14.266" v="145" actId="688"/>
          <ac:spMkLst>
            <pc:docMk/>
            <pc:sldMk cId="1912468287" sldId="260"/>
            <ac:spMk id="4" creationId="{00000000-0000-0000-0000-000000000000}"/>
          </ac:spMkLst>
        </pc:spChg>
        <pc:spChg chg="mod">
          <ac:chgData name="Soumita Sengupta" userId="4afa6ce1-cb01-46c2-8538-4650222f0c96" providerId="ADAL" clId="{E312D671-FF45-4138-89B8-BF1BA535CB03}" dt="2021-06-04T11:28:39.185" v="136" actId="1076"/>
          <ac:spMkLst>
            <pc:docMk/>
            <pc:sldMk cId="1912468287" sldId="260"/>
            <ac:spMk id="5" creationId="{00000000-0000-0000-0000-000000000000}"/>
          </ac:spMkLst>
        </pc:spChg>
        <pc:spChg chg="mod">
          <ac:chgData name="Soumita Sengupta" userId="4afa6ce1-cb01-46c2-8538-4650222f0c96" providerId="ADAL" clId="{E312D671-FF45-4138-89B8-BF1BA535CB03}" dt="2021-06-04T11:29:19.598" v="146" actId="1076"/>
          <ac:spMkLst>
            <pc:docMk/>
            <pc:sldMk cId="1912468287" sldId="260"/>
            <ac:spMk id="6" creationId="{00000000-0000-0000-0000-000000000000}"/>
          </ac:spMkLst>
        </pc:spChg>
      </pc:sldChg>
      <pc:sldChg chg="modSp add mod">
        <pc:chgData name="Soumita Sengupta" userId="4afa6ce1-cb01-46c2-8538-4650222f0c96" providerId="ADAL" clId="{E312D671-FF45-4138-89B8-BF1BA535CB03}" dt="2021-06-04T11:29:47.678" v="186" actId="207"/>
        <pc:sldMkLst>
          <pc:docMk/>
          <pc:sldMk cId="1212641514" sldId="881"/>
        </pc:sldMkLst>
        <pc:spChg chg="mod">
          <ac:chgData name="Soumita Sengupta" userId="4afa6ce1-cb01-46c2-8538-4650222f0c96" providerId="ADAL" clId="{E312D671-FF45-4138-89B8-BF1BA535CB03}" dt="2021-06-04T11:23:45.466" v="95" actId="255"/>
          <ac:spMkLst>
            <pc:docMk/>
            <pc:sldMk cId="1212641514" sldId="881"/>
            <ac:spMk id="3" creationId="{8EBF43EF-2B07-47F5-8581-BE0EFCEC3059}"/>
          </ac:spMkLst>
        </pc:spChg>
        <pc:spChg chg="mod">
          <ac:chgData name="Soumita Sengupta" userId="4afa6ce1-cb01-46c2-8538-4650222f0c96" providerId="ADAL" clId="{E312D671-FF45-4138-89B8-BF1BA535CB03}" dt="2021-06-04T11:29:47.678" v="186" actId="207"/>
          <ac:spMkLst>
            <pc:docMk/>
            <pc:sldMk cId="1212641514" sldId="881"/>
            <ac:spMk id="4" creationId="{6D8E2E62-CCA0-4E0C-A248-DF30B281F4BE}"/>
          </ac:spMkLst>
        </pc:spChg>
        <pc:spChg chg="mod">
          <ac:chgData name="Soumita Sengupta" userId="4afa6ce1-cb01-46c2-8538-4650222f0c96" providerId="ADAL" clId="{E312D671-FF45-4138-89B8-BF1BA535CB03}" dt="2021-06-04T11:29:47.678" v="186" actId="207"/>
          <ac:spMkLst>
            <pc:docMk/>
            <pc:sldMk cId="1212641514" sldId="881"/>
            <ac:spMk id="5" creationId="{BA7C92A5-213E-4745-87BD-2CBA254A5FD1}"/>
          </ac:spMkLst>
        </pc:spChg>
      </pc:sldChg>
      <pc:sldChg chg="modSp add mod">
        <pc:chgData name="Soumita Sengupta" userId="4afa6ce1-cb01-46c2-8538-4650222f0c96" providerId="ADAL" clId="{E312D671-FF45-4138-89B8-BF1BA535CB03}" dt="2021-06-04T11:29:36.708" v="168" actId="207"/>
        <pc:sldMkLst>
          <pc:docMk/>
          <pc:sldMk cId="1491434200" sldId="882"/>
        </pc:sldMkLst>
        <pc:spChg chg="mod">
          <ac:chgData name="Soumita Sengupta" userId="4afa6ce1-cb01-46c2-8538-4650222f0c96" providerId="ADAL" clId="{E312D671-FF45-4138-89B8-BF1BA535CB03}" dt="2021-06-04T11:29:25.787" v="147" actId="14100"/>
          <ac:spMkLst>
            <pc:docMk/>
            <pc:sldMk cId="1491434200" sldId="882"/>
            <ac:spMk id="3" creationId="{8EBF43EF-2B07-47F5-8581-BE0EFCEC3059}"/>
          </ac:spMkLst>
        </pc:spChg>
        <pc:spChg chg="mod">
          <ac:chgData name="Soumita Sengupta" userId="4afa6ce1-cb01-46c2-8538-4650222f0c96" providerId="ADAL" clId="{E312D671-FF45-4138-89B8-BF1BA535CB03}" dt="2021-06-04T11:29:36.708" v="168" actId="207"/>
          <ac:spMkLst>
            <pc:docMk/>
            <pc:sldMk cId="1491434200" sldId="882"/>
            <ac:spMk id="4" creationId="{6D8E2E62-CCA0-4E0C-A248-DF30B281F4BE}"/>
          </ac:spMkLst>
        </pc:spChg>
        <pc:spChg chg="mod">
          <ac:chgData name="Soumita Sengupta" userId="4afa6ce1-cb01-46c2-8538-4650222f0c96" providerId="ADAL" clId="{E312D671-FF45-4138-89B8-BF1BA535CB03}" dt="2021-06-04T11:29:36.708" v="168" actId="207"/>
          <ac:spMkLst>
            <pc:docMk/>
            <pc:sldMk cId="1491434200" sldId="882"/>
            <ac:spMk id="5" creationId="{BA7C92A5-213E-4745-87BD-2CBA254A5FD1}"/>
          </ac:spMkLst>
        </pc:spChg>
      </pc:sldChg>
      <pc:sldChg chg="addSp delSp modSp add mod">
        <pc:chgData name="Soumita Sengupta" userId="4afa6ce1-cb01-46c2-8538-4650222f0c96" providerId="ADAL" clId="{E312D671-FF45-4138-89B8-BF1BA535CB03}" dt="2021-06-07T09:04:08.865" v="1098" actId="14100"/>
        <pc:sldMkLst>
          <pc:docMk/>
          <pc:sldMk cId="3274614110" sldId="883"/>
        </pc:sldMkLst>
        <pc:spChg chg="del">
          <ac:chgData name="Soumita Sengupta" userId="4afa6ce1-cb01-46c2-8538-4650222f0c96" providerId="ADAL" clId="{E312D671-FF45-4138-89B8-BF1BA535CB03}" dt="2021-06-04T11:05:55.996" v="21" actId="478"/>
          <ac:spMkLst>
            <pc:docMk/>
            <pc:sldMk cId="3274614110" sldId="883"/>
            <ac:spMk id="3" creationId="{8EBF43EF-2B07-47F5-8581-BE0EFCEC3059}"/>
          </ac:spMkLst>
        </pc:spChg>
        <pc:spChg chg="mod">
          <ac:chgData name="Soumita Sengupta" userId="4afa6ce1-cb01-46c2-8538-4650222f0c96" providerId="ADAL" clId="{E312D671-FF45-4138-89B8-BF1BA535CB03}" dt="2021-06-04T11:30:01.901" v="216" actId="207"/>
          <ac:spMkLst>
            <pc:docMk/>
            <pc:sldMk cId="3274614110" sldId="883"/>
            <ac:spMk id="4" creationId="{6D8E2E62-CCA0-4E0C-A248-DF30B281F4BE}"/>
          </ac:spMkLst>
        </pc:spChg>
        <pc:spChg chg="mod">
          <ac:chgData name="Soumita Sengupta" userId="4afa6ce1-cb01-46c2-8538-4650222f0c96" providerId="ADAL" clId="{E312D671-FF45-4138-89B8-BF1BA535CB03}" dt="2021-06-04T11:30:01.901" v="216" actId="207"/>
          <ac:spMkLst>
            <pc:docMk/>
            <pc:sldMk cId="3274614110" sldId="883"/>
            <ac:spMk id="5" creationId="{BA7C92A5-213E-4745-87BD-2CBA254A5FD1}"/>
          </ac:spMkLst>
        </pc:spChg>
        <pc:picChg chg="del">
          <ac:chgData name="Soumita Sengupta" userId="4afa6ce1-cb01-46c2-8538-4650222f0c96" providerId="ADAL" clId="{E312D671-FF45-4138-89B8-BF1BA535CB03}" dt="2021-06-07T09:02:04.189" v="1090" actId="478"/>
          <ac:picMkLst>
            <pc:docMk/>
            <pc:sldMk cId="3274614110" sldId="883"/>
            <ac:picMk id="6" creationId="{C1626556-FF5A-4454-B82F-3D4C54B0C27F}"/>
          </ac:picMkLst>
        </pc:picChg>
        <pc:picChg chg="add mod">
          <ac:chgData name="Soumita Sengupta" userId="4afa6ce1-cb01-46c2-8538-4650222f0c96" providerId="ADAL" clId="{E312D671-FF45-4138-89B8-BF1BA535CB03}" dt="2021-06-07T09:04:08.865" v="1098" actId="14100"/>
          <ac:picMkLst>
            <pc:docMk/>
            <pc:sldMk cId="3274614110" sldId="883"/>
            <ac:picMk id="7" creationId="{2387C099-5F2E-421C-9965-D2F6476B8A8D}"/>
          </ac:picMkLst>
        </pc:picChg>
      </pc:sldChg>
      <pc:sldChg chg="modSp add mod">
        <pc:chgData name="Soumita Sengupta" userId="4afa6ce1-cb01-46c2-8538-4650222f0c96" providerId="ADAL" clId="{E312D671-FF45-4138-89B8-BF1BA535CB03}" dt="2021-06-08T10:21:09.048" v="1430" actId="20577"/>
        <pc:sldMkLst>
          <pc:docMk/>
          <pc:sldMk cId="2860083836" sldId="884"/>
        </pc:sldMkLst>
        <pc:spChg chg="mod">
          <ac:chgData name="Soumita Sengupta" userId="4afa6ce1-cb01-46c2-8538-4650222f0c96" providerId="ADAL" clId="{E312D671-FF45-4138-89B8-BF1BA535CB03}" dt="2021-06-08T10:21:09.048" v="1430" actId="20577"/>
          <ac:spMkLst>
            <pc:docMk/>
            <pc:sldMk cId="2860083836" sldId="884"/>
            <ac:spMk id="3" creationId="{8EBF43EF-2B07-47F5-8581-BE0EFCEC3059}"/>
          </ac:spMkLst>
        </pc:spChg>
        <pc:spChg chg="mod">
          <ac:chgData name="Soumita Sengupta" userId="4afa6ce1-cb01-46c2-8538-4650222f0c96" providerId="ADAL" clId="{E312D671-FF45-4138-89B8-BF1BA535CB03}" dt="2021-06-04T11:30:41.256" v="240" actId="207"/>
          <ac:spMkLst>
            <pc:docMk/>
            <pc:sldMk cId="2860083836" sldId="884"/>
            <ac:spMk id="4" creationId="{6D8E2E62-CCA0-4E0C-A248-DF30B281F4BE}"/>
          </ac:spMkLst>
        </pc:spChg>
        <pc:spChg chg="mod">
          <ac:chgData name="Soumita Sengupta" userId="4afa6ce1-cb01-46c2-8538-4650222f0c96" providerId="ADAL" clId="{E312D671-FF45-4138-89B8-BF1BA535CB03}" dt="2021-06-04T11:30:41.256" v="240" actId="207"/>
          <ac:spMkLst>
            <pc:docMk/>
            <pc:sldMk cId="2860083836" sldId="884"/>
            <ac:spMk id="5" creationId="{BA7C92A5-213E-4745-87BD-2CBA254A5FD1}"/>
          </ac:spMkLst>
        </pc:spChg>
      </pc:sldChg>
      <pc:sldChg chg="modSp add mod">
        <pc:chgData name="Soumita Sengupta" userId="4afa6ce1-cb01-46c2-8538-4650222f0c96" providerId="ADAL" clId="{E312D671-FF45-4138-89B8-BF1BA535CB03}" dt="2021-06-04T11:31:18.646" v="259" actId="207"/>
        <pc:sldMkLst>
          <pc:docMk/>
          <pc:sldMk cId="1217453013" sldId="885"/>
        </pc:sldMkLst>
        <pc:spChg chg="mod">
          <ac:chgData name="Soumita Sengupta" userId="4afa6ce1-cb01-46c2-8538-4650222f0c96" providerId="ADAL" clId="{E312D671-FF45-4138-89B8-BF1BA535CB03}" dt="2021-06-04T11:24:06.278" v="98" actId="255"/>
          <ac:spMkLst>
            <pc:docMk/>
            <pc:sldMk cId="1217453013" sldId="885"/>
            <ac:spMk id="3" creationId="{8EBF43EF-2B07-47F5-8581-BE0EFCEC3059}"/>
          </ac:spMkLst>
        </pc:spChg>
        <pc:spChg chg="mod">
          <ac:chgData name="Soumita Sengupta" userId="4afa6ce1-cb01-46c2-8538-4650222f0c96" providerId="ADAL" clId="{E312D671-FF45-4138-89B8-BF1BA535CB03}" dt="2021-06-04T11:31:18.646" v="259" actId="207"/>
          <ac:spMkLst>
            <pc:docMk/>
            <pc:sldMk cId="1217453013" sldId="885"/>
            <ac:spMk id="4" creationId="{6D8E2E62-CCA0-4E0C-A248-DF30B281F4BE}"/>
          </ac:spMkLst>
        </pc:spChg>
        <pc:spChg chg="mod">
          <ac:chgData name="Soumita Sengupta" userId="4afa6ce1-cb01-46c2-8538-4650222f0c96" providerId="ADAL" clId="{E312D671-FF45-4138-89B8-BF1BA535CB03}" dt="2021-06-04T11:31:18.646" v="259" actId="207"/>
          <ac:spMkLst>
            <pc:docMk/>
            <pc:sldMk cId="1217453013" sldId="885"/>
            <ac:spMk id="5" creationId="{BA7C92A5-213E-4745-87BD-2CBA254A5FD1}"/>
          </ac:spMkLst>
        </pc:spChg>
      </pc:sldChg>
      <pc:sldChg chg="modSp add mod">
        <pc:chgData name="Soumita Sengupta" userId="4afa6ce1-cb01-46c2-8538-4650222f0c96" providerId="ADAL" clId="{E312D671-FF45-4138-89B8-BF1BA535CB03}" dt="2021-06-04T11:31:29.643" v="289" actId="207"/>
        <pc:sldMkLst>
          <pc:docMk/>
          <pc:sldMk cId="864205736" sldId="886"/>
        </pc:sldMkLst>
        <pc:spChg chg="mod">
          <ac:chgData name="Soumita Sengupta" userId="4afa6ce1-cb01-46c2-8538-4650222f0c96" providerId="ADAL" clId="{E312D671-FF45-4138-89B8-BF1BA535CB03}" dt="2021-06-04T11:24:13.498" v="100" actId="27636"/>
          <ac:spMkLst>
            <pc:docMk/>
            <pc:sldMk cId="864205736" sldId="886"/>
            <ac:spMk id="3" creationId="{8EBF43EF-2B07-47F5-8581-BE0EFCEC3059}"/>
          </ac:spMkLst>
        </pc:spChg>
        <pc:spChg chg="mod">
          <ac:chgData name="Soumita Sengupta" userId="4afa6ce1-cb01-46c2-8538-4650222f0c96" providerId="ADAL" clId="{E312D671-FF45-4138-89B8-BF1BA535CB03}" dt="2021-06-04T11:31:29.643" v="289" actId="207"/>
          <ac:spMkLst>
            <pc:docMk/>
            <pc:sldMk cId="864205736" sldId="886"/>
            <ac:spMk id="4" creationId="{6D8E2E62-CCA0-4E0C-A248-DF30B281F4BE}"/>
          </ac:spMkLst>
        </pc:spChg>
        <pc:spChg chg="mod">
          <ac:chgData name="Soumita Sengupta" userId="4afa6ce1-cb01-46c2-8538-4650222f0c96" providerId="ADAL" clId="{E312D671-FF45-4138-89B8-BF1BA535CB03}" dt="2021-06-04T11:31:29.643" v="289" actId="207"/>
          <ac:spMkLst>
            <pc:docMk/>
            <pc:sldMk cId="864205736" sldId="886"/>
            <ac:spMk id="5" creationId="{BA7C92A5-213E-4745-87BD-2CBA254A5FD1}"/>
          </ac:spMkLst>
        </pc:spChg>
      </pc:sldChg>
      <pc:sldChg chg="modSp add mod">
        <pc:chgData name="Soumita Sengupta" userId="4afa6ce1-cb01-46c2-8538-4650222f0c96" providerId="ADAL" clId="{E312D671-FF45-4138-89B8-BF1BA535CB03}" dt="2021-06-04T11:31:38.928" v="311" actId="207"/>
        <pc:sldMkLst>
          <pc:docMk/>
          <pc:sldMk cId="3930354458" sldId="887"/>
        </pc:sldMkLst>
        <pc:spChg chg="mod">
          <ac:chgData name="Soumita Sengupta" userId="4afa6ce1-cb01-46c2-8538-4650222f0c96" providerId="ADAL" clId="{E312D671-FF45-4138-89B8-BF1BA535CB03}" dt="2021-06-04T11:24:19.398" v="101" actId="255"/>
          <ac:spMkLst>
            <pc:docMk/>
            <pc:sldMk cId="3930354458" sldId="887"/>
            <ac:spMk id="3" creationId="{8EBF43EF-2B07-47F5-8581-BE0EFCEC3059}"/>
          </ac:spMkLst>
        </pc:spChg>
        <pc:spChg chg="mod">
          <ac:chgData name="Soumita Sengupta" userId="4afa6ce1-cb01-46c2-8538-4650222f0c96" providerId="ADAL" clId="{E312D671-FF45-4138-89B8-BF1BA535CB03}" dt="2021-06-04T11:31:38.928" v="311" actId="207"/>
          <ac:spMkLst>
            <pc:docMk/>
            <pc:sldMk cId="3930354458" sldId="887"/>
            <ac:spMk id="4" creationId="{6D8E2E62-CCA0-4E0C-A248-DF30B281F4BE}"/>
          </ac:spMkLst>
        </pc:spChg>
        <pc:spChg chg="mod">
          <ac:chgData name="Soumita Sengupta" userId="4afa6ce1-cb01-46c2-8538-4650222f0c96" providerId="ADAL" clId="{E312D671-FF45-4138-89B8-BF1BA535CB03}" dt="2021-06-04T11:31:38.928" v="311" actId="207"/>
          <ac:spMkLst>
            <pc:docMk/>
            <pc:sldMk cId="3930354458" sldId="887"/>
            <ac:spMk id="5" creationId="{BA7C92A5-213E-4745-87BD-2CBA254A5FD1}"/>
          </ac:spMkLst>
        </pc:spChg>
      </pc:sldChg>
      <pc:sldChg chg="modSp add mod">
        <pc:chgData name="Soumita Sengupta" userId="4afa6ce1-cb01-46c2-8538-4650222f0c96" providerId="ADAL" clId="{E312D671-FF45-4138-89B8-BF1BA535CB03}" dt="2021-06-04T11:32:01.092" v="359" actId="207"/>
        <pc:sldMkLst>
          <pc:docMk/>
          <pc:sldMk cId="3369415015" sldId="888"/>
        </pc:sldMkLst>
        <pc:spChg chg="mod">
          <ac:chgData name="Soumita Sengupta" userId="4afa6ce1-cb01-46c2-8538-4650222f0c96" providerId="ADAL" clId="{E312D671-FF45-4138-89B8-BF1BA535CB03}" dt="2021-06-04T11:24:34.489" v="103" actId="255"/>
          <ac:spMkLst>
            <pc:docMk/>
            <pc:sldMk cId="3369415015" sldId="888"/>
            <ac:spMk id="3" creationId="{8EBF43EF-2B07-47F5-8581-BE0EFCEC3059}"/>
          </ac:spMkLst>
        </pc:spChg>
        <pc:spChg chg="mod">
          <ac:chgData name="Soumita Sengupta" userId="4afa6ce1-cb01-46c2-8538-4650222f0c96" providerId="ADAL" clId="{E312D671-FF45-4138-89B8-BF1BA535CB03}" dt="2021-06-04T11:32:01.092" v="359" actId="207"/>
          <ac:spMkLst>
            <pc:docMk/>
            <pc:sldMk cId="3369415015" sldId="888"/>
            <ac:spMk id="4" creationId="{6D8E2E62-CCA0-4E0C-A248-DF30B281F4BE}"/>
          </ac:spMkLst>
        </pc:spChg>
        <pc:spChg chg="mod">
          <ac:chgData name="Soumita Sengupta" userId="4afa6ce1-cb01-46c2-8538-4650222f0c96" providerId="ADAL" clId="{E312D671-FF45-4138-89B8-BF1BA535CB03}" dt="2021-06-04T11:32:01.092" v="359" actId="207"/>
          <ac:spMkLst>
            <pc:docMk/>
            <pc:sldMk cId="3369415015" sldId="888"/>
            <ac:spMk id="5" creationId="{BA7C92A5-213E-4745-87BD-2CBA254A5FD1}"/>
          </ac:spMkLst>
        </pc:spChg>
        <pc:picChg chg="mod">
          <ac:chgData name="Soumita Sengupta" userId="4afa6ce1-cb01-46c2-8538-4650222f0c96" providerId="ADAL" clId="{E312D671-FF45-4138-89B8-BF1BA535CB03}" dt="2021-06-04T11:31:52.315" v="336" actId="1076"/>
          <ac:picMkLst>
            <pc:docMk/>
            <pc:sldMk cId="3369415015" sldId="888"/>
            <ac:picMk id="6" creationId="{C8729B84-5E4D-4D4B-A018-8EE2052C1CF7}"/>
          </ac:picMkLst>
        </pc:picChg>
      </pc:sldChg>
      <pc:sldChg chg="modSp add mod">
        <pc:chgData name="Soumita Sengupta" userId="4afa6ce1-cb01-46c2-8538-4650222f0c96" providerId="ADAL" clId="{E312D671-FF45-4138-89B8-BF1BA535CB03}" dt="2021-06-04T11:31:47.909" v="335" actId="207"/>
        <pc:sldMkLst>
          <pc:docMk/>
          <pc:sldMk cId="1235970176" sldId="889"/>
        </pc:sldMkLst>
        <pc:spChg chg="mod">
          <ac:chgData name="Soumita Sengupta" userId="4afa6ce1-cb01-46c2-8538-4650222f0c96" providerId="ADAL" clId="{E312D671-FF45-4138-89B8-BF1BA535CB03}" dt="2021-06-04T11:24:27.122" v="102" actId="255"/>
          <ac:spMkLst>
            <pc:docMk/>
            <pc:sldMk cId="1235970176" sldId="889"/>
            <ac:spMk id="3" creationId="{8EBF43EF-2B07-47F5-8581-BE0EFCEC3059}"/>
          </ac:spMkLst>
        </pc:spChg>
        <pc:spChg chg="mod">
          <ac:chgData name="Soumita Sengupta" userId="4afa6ce1-cb01-46c2-8538-4650222f0c96" providerId="ADAL" clId="{E312D671-FF45-4138-89B8-BF1BA535CB03}" dt="2021-06-04T11:31:47.909" v="335" actId="207"/>
          <ac:spMkLst>
            <pc:docMk/>
            <pc:sldMk cId="1235970176" sldId="889"/>
            <ac:spMk id="4" creationId="{6D8E2E62-CCA0-4E0C-A248-DF30B281F4BE}"/>
          </ac:spMkLst>
        </pc:spChg>
        <pc:spChg chg="mod">
          <ac:chgData name="Soumita Sengupta" userId="4afa6ce1-cb01-46c2-8538-4650222f0c96" providerId="ADAL" clId="{E312D671-FF45-4138-89B8-BF1BA535CB03}" dt="2021-06-04T11:31:47.909" v="335" actId="207"/>
          <ac:spMkLst>
            <pc:docMk/>
            <pc:sldMk cId="1235970176" sldId="889"/>
            <ac:spMk id="5" creationId="{BA7C92A5-213E-4745-87BD-2CBA254A5FD1}"/>
          </ac:spMkLst>
        </pc:spChg>
      </pc:sldChg>
      <pc:sldChg chg="addSp delSp modSp add mod">
        <pc:chgData name="Soumita Sengupta" userId="4afa6ce1-cb01-46c2-8538-4650222f0c96" providerId="ADAL" clId="{E312D671-FF45-4138-89B8-BF1BA535CB03}" dt="2021-06-07T09:03:21.357" v="1097" actId="1076"/>
        <pc:sldMkLst>
          <pc:docMk/>
          <pc:sldMk cId="2775940916" sldId="890"/>
        </pc:sldMkLst>
        <pc:spChg chg="mod">
          <ac:chgData name="Soumita Sengupta" userId="4afa6ce1-cb01-46c2-8538-4650222f0c96" providerId="ADAL" clId="{E312D671-FF45-4138-89B8-BF1BA535CB03}" dt="2021-06-07T08:38:51.186" v="1089" actId="1076"/>
          <ac:spMkLst>
            <pc:docMk/>
            <pc:sldMk cId="2775940916" sldId="890"/>
            <ac:spMk id="3" creationId="{8EBF43EF-2B07-47F5-8581-BE0EFCEC3059}"/>
          </ac:spMkLst>
        </pc:spChg>
        <pc:spChg chg="mod">
          <ac:chgData name="Soumita Sengupta" userId="4afa6ce1-cb01-46c2-8538-4650222f0c96" providerId="ADAL" clId="{E312D671-FF45-4138-89B8-BF1BA535CB03}" dt="2021-06-04T11:32:12.128" v="378" actId="207"/>
          <ac:spMkLst>
            <pc:docMk/>
            <pc:sldMk cId="2775940916" sldId="890"/>
            <ac:spMk id="4" creationId="{6D8E2E62-CCA0-4E0C-A248-DF30B281F4BE}"/>
          </ac:spMkLst>
        </pc:spChg>
        <pc:spChg chg="mod">
          <ac:chgData name="Soumita Sengupta" userId="4afa6ce1-cb01-46c2-8538-4650222f0c96" providerId="ADAL" clId="{E312D671-FF45-4138-89B8-BF1BA535CB03}" dt="2021-06-04T11:32:12.128" v="378" actId="207"/>
          <ac:spMkLst>
            <pc:docMk/>
            <pc:sldMk cId="2775940916" sldId="890"/>
            <ac:spMk id="5" creationId="{BA7C92A5-213E-4745-87BD-2CBA254A5FD1}"/>
          </ac:spMkLst>
        </pc:spChg>
        <pc:picChg chg="del">
          <ac:chgData name="Soumita Sengupta" userId="4afa6ce1-cb01-46c2-8538-4650222f0c96" providerId="ADAL" clId="{E312D671-FF45-4138-89B8-BF1BA535CB03}" dt="2021-06-07T08:36:10.128" v="956" actId="478"/>
          <ac:picMkLst>
            <pc:docMk/>
            <pc:sldMk cId="2775940916" sldId="890"/>
            <ac:picMk id="7" creationId="{9A8C2B5C-C698-4E39-A7B6-C29ED4E9E232}"/>
          </ac:picMkLst>
        </pc:picChg>
        <pc:picChg chg="add mod">
          <ac:chgData name="Soumita Sengupta" userId="4afa6ce1-cb01-46c2-8538-4650222f0c96" providerId="ADAL" clId="{E312D671-FF45-4138-89B8-BF1BA535CB03}" dt="2021-06-07T09:03:21.357" v="1097" actId="1076"/>
          <ac:picMkLst>
            <pc:docMk/>
            <pc:sldMk cId="2775940916" sldId="890"/>
            <ac:picMk id="8" creationId="{1EF1512B-D995-48FB-AF9A-023A88D69640}"/>
          </ac:picMkLst>
        </pc:picChg>
      </pc:sldChg>
      <pc:sldChg chg="modSp add mod">
        <pc:chgData name="Soumita Sengupta" userId="4afa6ce1-cb01-46c2-8538-4650222f0c96" providerId="ADAL" clId="{E312D671-FF45-4138-89B8-BF1BA535CB03}" dt="2021-06-04T11:32:22.669" v="395" actId="207"/>
        <pc:sldMkLst>
          <pc:docMk/>
          <pc:sldMk cId="1653010389" sldId="891"/>
        </pc:sldMkLst>
        <pc:spChg chg="mod">
          <ac:chgData name="Soumita Sengupta" userId="4afa6ce1-cb01-46c2-8538-4650222f0c96" providerId="ADAL" clId="{E312D671-FF45-4138-89B8-BF1BA535CB03}" dt="2021-06-04T11:24:48.450" v="105" actId="255"/>
          <ac:spMkLst>
            <pc:docMk/>
            <pc:sldMk cId="1653010389" sldId="891"/>
            <ac:spMk id="3" creationId="{8EBF43EF-2B07-47F5-8581-BE0EFCEC3059}"/>
          </ac:spMkLst>
        </pc:spChg>
        <pc:spChg chg="mod">
          <ac:chgData name="Soumita Sengupta" userId="4afa6ce1-cb01-46c2-8538-4650222f0c96" providerId="ADAL" clId="{E312D671-FF45-4138-89B8-BF1BA535CB03}" dt="2021-06-04T11:32:22.669" v="395" actId="207"/>
          <ac:spMkLst>
            <pc:docMk/>
            <pc:sldMk cId="1653010389" sldId="891"/>
            <ac:spMk id="4" creationId="{6D8E2E62-CCA0-4E0C-A248-DF30B281F4BE}"/>
          </ac:spMkLst>
        </pc:spChg>
        <pc:spChg chg="mod">
          <ac:chgData name="Soumita Sengupta" userId="4afa6ce1-cb01-46c2-8538-4650222f0c96" providerId="ADAL" clId="{E312D671-FF45-4138-89B8-BF1BA535CB03}" dt="2021-06-04T11:32:22.669" v="395" actId="207"/>
          <ac:spMkLst>
            <pc:docMk/>
            <pc:sldMk cId="1653010389" sldId="891"/>
            <ac:spMk id="5" creationId="{BA7C92A5-213E-4745-87BD-2CBA254A5FD1}"/>
          </ac:spMkLst>
        </pc:spChg>
      </pc:sldChg>
      <pc:sldChg chg="modSp add mod">
        <pc:chgData name="Soumita Sengupta" userId="4afa6ce1-cb01-46c2-8538-4650222f0c96" providerId="ADAL" clId="{E312D671-FF45-4138-89B8-BF1BA535CB03}" dt="2021-06-07T08:38:35.223" v="1087" actId="1076"/>
        <pc:sldMkLst>
          <pc:docMk/>
          <pc:sldMk cId="1390551958" sldId="892"/>
        </pc:sldMkLst>
        <pc:spChg chg="mod">
          <ac:chgData name="Soumita Sengupta" userId="4afa6ce1-cb01-46c2-8538-4650222f0c96" providerId="ADAL" clId="{E312D671-FF45-4138-89B8-BF1BA535CB03}" dt="2021-06-04T11:32:47.164" v="421" actId="14100"/>
          <ac:spMkLst>
            <pc:docMk/>
            <pc:sldMk cId="1390551958" sldId="892"/>
            <ac:spMk id="3" creationId="{8EBF43EF-2B07-47F5-8581-BE0EFCEC3059}"/>
          </ac:spMkLst>
        </pc:spChg>
        <pc:spChg chg="mod">
          <ac:chgData name="Soumita Sengupta" userId="4afa6ce1-cb01-46c2-8538-4650222f0c96" providerId="ADAL" clId="{E312D671-FF45-4138-89B8-BF1BA535CB03}" dt="2021-06-04T11:32:55.571" v="443" actId="1035"/>
          <ac:spMkLst>
            <pc:docMk/>
            <pc:sldMk cId="1390551958" sldId="892"/>
            <ac:spMk id="4" creationId="{6D8E2E62-CCA0-4E0C-A248-DF30B281F4BE}"/>
          </ac:spMkLst>
        </pc:spChg>
        <pc:spChg chg="mod">
          <ac:chgData name="Soumita Sengupta" userId="4afa6ce1-cb01-46c2-8538-4650222f0c96" providerId="ADAL" clId="{E312D671-FF45-4138-89B8-BF1BA535CB03}" dt="2021-06-04T11:32:55.571" v="443" actId="1035"/>
          <ac:spMkLst>
            <pc:docMk/>
            <pc:sldMk cId="1390551958" sldId="892"/>
            <ac:spMk id="5" creationId="{BA7C92A5-213E-4745-87BD-2CBA254A5FD1}"/>
          </ac:spMkLst>
        </pc:spChg>
        <pc:graphicFrameChg chg="mod modGraphic">
          <ac:chgData name="Soumita Sengupta" userId="4afa6ce1-cb01-46c2-8538-4650222f0c96" providerId="ADAL" clId="{E312D671-FF45-4138-89B8-BF1BA535CB03}" dt="2021-06-07T08:38:35.223" v="1087" actId="1076"/>
          <ac:graphicFrameMkLst>
            <pc:docMk/>
            <pc:sldMk cId="1390551958" sldId="892"/>
            <ac:graphicFrameMk id="6" creationId="{193B423A-5E51-4431-A771-C1BF2FE92127}"/>
          </ac:graphicFrameMkLst>
        </pc:graphicFrameChg>
      </pc:sldChg>
      <pc:sldChg chg="modSp add mod">
        <pc:chgData name="Soumita Sengupta" userId="4afa6ce1-cb01-46c2-8538-4650222f0c96" providerId="ADAL" clId="{E312D671-FF45-4138-89B8-BF1BA535CB03}" dt="2021-06-04T11:32:36" v="420" actId="207"/>
        <pc:sldMkLst>
          <pc:docMk/>
          <pc:sldMk cId="744508730" sldId="893"/>
        </pc:sldMkLst>
        <pc:spChg chg="mod">
          <ac:chgData name="Soumita Sengupta" userId="4afa6ce1-cb01-46c2-8538-4650222f0c96" providerId="ADAL" clId="{E312D671-FF45-4138-89B8-BF1BA535CB03}" dt="2021-06-04T11:24:56.355" v="106" actId="255"/>
          <ac:spMkLst>
            <pc:docMk/>
            <pc:sldMk cId="744508730" sldId="893"/>
            <ac:spMk id="3" creationId="{8EBF43EF-2B07-47F5-8581-BE0EFCEC3059}"/>
          </ac:spMkLst>
        </pc:spChg>
        <pc:spChg chg="mod">
          <ac:chgData name="Soumita Sengupta" userId="4afa6ce1-cb01-46c2-8538-4650222f0c96" providerId="ADAL" clId="{E312D671-FF45-4138-89B8-BF1BA535CB03}" dt="2021-06-04T11:32:36" v="420" actId="207"/>
          <ac:spMkLst>
            <pc:docMk/>
            <pc:sldMk cId="744508730" sldId="893"/>
            <ac:spMk id="4" creationId="{6D8E2E62-CCA0-4E0C-A248-DF30B281F4BE}"/>
          </ac:spMkLst>
        </pc:spChg>
        <pc:spChg chg="mod">
          <ac:chgData name="Soumita Sengupta" userId="4afa6ce1-cb01-46c2-8538-4650222f0c96" providerId="ADAL" clId="{E312D671-FF45-4138-89B8-BF1BA535CB03}" dt="2021-06-04T11:32:36" v="420" actId="207"/>
          <ac:spMkLst>
            <pc:docMk/>
            <pc:sldMk cId="744508730" sldId="893"/>
            <ac:spMk id="5" creationId="{BA7C92A5-213E-4745-87BD-2CBA254A5FD1}"/>
          </ac:spMkLst>
        </pc:spChg>
        <pc:picChg chg="mod">
          <ac:chgData name="Soumita Sengupta" userId="4afa6ce1-cb01-46c2-8538-4650222f0c96" providerId="ADAL" clId="{E312D671-FF45-4138-89B8-BF1BA535CB03}" dt="2021-06-04T11:32:26.584" v="396" actId="1076"/>
          <ac:picMkLst>
            <pc:docMk/>
            <pc:sldMk cId="744508730" sldId="893"/>
            <ac:picMk id="6" creationId="{3D96E806-0ADC-4420-931A-2FAEC8E799C6}"/>
          </ac:picMkLst>
        </pc:picChg>
      </pc:sldChg>
      <pc:sldChg chg="addSp delSp modSp add mod">
        <pc:chgData name="Soumita Sengupta" userId="4afa6ce1-cb01-46c2-8538-4650222f0c96" providerId="ADAL" clId="{E312D671-FF45-4138-89B8-BF1BA535CB03}" dt="2021-06-07T08:32:06.405" v="955" actId="20577"/>
        <pc:sldMkLst>
          <pc:docMk/>
          <pc:sldMk cId="3073096925" sldId="894"/>
        </pc:sldMkLst>
        <pc:spChg chg="mod">
          <ac:chgData name="Soumita Sengupta" userId="4afa6ce1-cb01-46c2-8538-4650222f0c96" providerId="ADAL" clId="{E312D671-FF45-4138-89B8-BF1BA535CB03}" dt="2021-06-07T08:32:06.405" v="955" actId="20577"/>
          <ac:spMkLst>
            <pc:docMk/>
            <pc:sldMk cId="3073096925" sldId="894"/>
            <ac:spMk id="2" creationId="{CC29CD5A-DA29-4205-87DF-11C938A1CD53}"/>
          </ac:spMkLst>
        </pc:spChg>
        <pc:spChg chg="mod">
          <ac:chgData name="Soumita Sengupta" userId="4afa6ce1-cb01-46c2-8538-4650222f0c96" providerId="ADAL" clId="{E312D671-FF45-4138-89B8-BF1BA535CB03}" dt="2021-06-04T11:25:22.724" v="110" actId="255"/>
          <ac:spMkLst>
            <pc:docMk/>
            <pc:sldMk cId="3073096925" sldId="894"/>
            <ac:spMk id="3" creationId="{8EBF43EF-2B07-47F5-8581-BE0EFCEC3059}"/>
          </ac:spMkLst>
        </pc:spChg>
        <pc:spChg chg="mod">
          <ac:chgData name="Soumita Sengupta" userId="4afa6ce1-cb01-46c2-8538-4650222f0c96" providerId="ADAL" clId="{E312D671-FF45-4138-89B8-BF1BA535CB03}" dt="2021-06-04T11:34:36.261" v="463" actId="207"/>
          <ac:spMkLst>
            <pc:docMk/>
            <pc:sldMk cId="3073096925" sldId="894"/>
            <ac:spMk id="4" creationId="{6D8E2E62-CCA0-4E0C-A248-DF30B281F4BE}"/>
          </ac:spMkLst>
        </pc:spChg>
        <pc:spChg chg="mod">
          <ac:chgData name="Soumita Sengupta" userId="4afa6ce1-cb01-46c2-8538-4650222f0c96" providerId="ADAL" clId="{E312D671-FF45-4138-89B8-BF1BA535CB03}" dt="2021-06-04T11:34:36.261" v="463" actId="207"/>
          <ac:spMkLst>
            <pc:docMk/>
            <pc:sldMk cId="3073096925" sldId="894"/>
            <ac:spMk id="5" creationId="{BA7C92A5-213E-4745-87BD-2CBA254A5FD1}"/>
          </ac:spMkLst>
        </pc:spChg>
        <pc:picChg chg="add mod">
          <ac:chgData name="Soumita Sengupta" userId="4afa6ce1-cb01-46c2-8538-4650222f0c96" providerId="ADAL" clId="{E312D671-FF45-4138-89B8-BF1BA535CB03}" dt="2021-06-07T08:31:56.986" v="951" actId="208"/>
          <ac:picMkLst>
            <pc:docMk/>
            <pc:sldMk cId="3073096925" sldId="894"/>
            <ac:picMk id="7" creationId="{6E56EEC7-6B92-47D3-ADC6-78D5E56BB2B9}"/>
          </ac:picMkLst>
        </pc:picChg>
        <pc:picChg chg="del mod">
          <ac:chgData name="Soumita Sengupta" userId="4afa6ce1-cb01-46c2-8538-4650222f0c96" providerId="ADAL" clId="{E312D671-FF45-4138-89B8-BF1BA535CB03}" dt="2021-06-07T08:31:41.665" v="946" actId="478"/>
          <ac:picMkLst>
            <pc:docMk/>
            <pc:sldMk cId="3073096925" sldId="894"/>
            <ac:picMk id="8" creationId="{A18BC642-C4ED-423B-A428-05B4F5AE4FBA}"/>
          </ac:picMkLst>
        </pc:picChg>
      </pc:sldChg>
      <pc:sldChg chg="modSp add mod">
        <pc:chgData name="Soumita Sengupta" userId="4afa6ce1-cb01-46c2-8538-4650222f0c96" providerId="ADAL" clId="{E312D671-FF45-4138-89B8-BF1BA535CB03}" dt="2021-06-07T08:21:12.196" v="917" actId="20577"/>
        <pc:sldMkLst>
          <pc:docMk/>
          <pc:sldMk cId="1291504349" sldId="895"/>
        </pc:sldMkLst>
        <pc:spChg chg="mod">
          <ac:chgData name="Soumita Sengupta" userId="4afa6ce1-cb01-46c2-8538-4650222f0c96" providerId="ADAL" clId="{E312D671-FF45-4138-89B8-BF1BA535CB03}" dt="2021-06-07T08:21:12.196" v="917" actId="20577"/>
          <ac:spMkLst>
            <pc:docMk/>
            <pc:sldMk cId="1291504349" sldId="895"/>
            <ac:spMk id="2" creationId="{CC29CD5A-DA29-4205-87DF-11C938A1CD53}"/>
          </ac:spMkLst>
        </pc:spChg>
        <pc:spChg chg="mod">
          <ac:chgData name="Soumita Sengupta" userId="4afa6ce1-cb01-46c2-8538-4650222f0c96" providerId="ADAL" clId="{E312D671-FF45-4138-89B8-BF1BA535CB03}" dt="2021-06-04T11:25:30.632" v="111" actId="255"/>
          <ac:spMkLst>
            <pc:docMk/>
            <pc:sldMk cId="1291504349" sldId="895"/>
            <ac:spMk id="3" creationId="{8EBF43EF-2B07-47F5-8581-BE0EFCEC3059}"/>
          </ac:spMkLst>
        </pc:spChg>
        <pc:spChg chg="mod">
          <ac:chgData name="Soumita Sengupta" userId="4afa6ce1-cb01-46c2-8538-4650222f0c96" providerId="ADAL" clId="{E312D671-FF45-4138-89B8-BF1BA535CB03}" dt="2021-06-04T11:34:51.483" v="510" actId="207"/>
          <ac:spMkLst>
            <pc:docMk/>
            <pc:sldMk cId="1291504349" sldId="895"/>
            <ac:spMk id="4" creationId="{6D8E2E62-CCA0-4E0C-A248-DF30B281F4BE}"/>
          </ac:spMkLst>
        </pc:spChg>
        <pc:spChg chg="mod">
          <ac:chgData name="Soumita Sengupta" userId="4afa6ce1-cb01-46c2-8538-4650222f0c96" providerId="ADAL" clId="{E312D671-FF45-4138-89B8-BF1BA535CB03}" dt="2021-06-04T11:34:51.483" v="510" actId="207"/>
          <ac:spMkLst>
            <pc:docMk/>
            <pc:sldMk cId="1291504349" sldId="895"/>
            <ac:spMk id="5" creationId="{BA7C92A5-213E-4745-87BD-2CBA254A5FD1}"/>
          </ac:spMkLst>
        </pc:spChg>
        <pc:picChg chg="mod">
          <ac:chgData name="Soumita Sengupta" userId="4afa6ce1-cb01-46c2-8538-4650222f0c96" providerId="ADAL" clId="{E312D671-FF45-4138-89B8-BF1BA535CB03}" dt="2021-06-07T08:21:09.637" v="916" actId="1076"/>
          <ac:picMkLst>
            <pc:docMk/>
            <pc:sldMk cId="1291504349" sldId="895"/>
            <ac:picMk id="7" creationId="{FE9834AA-7431-4674-9944-4E799A4F07D2}"/>
          </ac:picMkLst>
        </pc:picChg>
      </pc:sldChg>
      <pc:sldChg chg="modSp add mod">
        <pc:chgData name="Soumita Sengupta" userId="4afa6ce1-cb01-46c2-8538-4650222f0c96" providerId="ADAL" clId="{E312D671-FF45-4138-89B8-BF1BA535CB03}" dt="2021-06-04T11:35:14.368" v="566" actId="207"/>
        <pc:sldMkLst>
          <pc:docMk/>
          <pc:sldMk cId="3548325935" sldId="896"/>
        </pc:sldMkLst>
        <pc:spChg chg="mod">
          <ac:chgData name="Soumita Sengupta" userId="4afa6ce1-cb01-46c2-8538-4650222f0c96" providerId="ADAL" clId="{E312D671-FF45-4138-89B8-BF1BA535CB03}" dt="2021-06-04T11:35:14.368" v="566" actId="207"/>
          <ac:spMkLst>
            <pc:docMk/>
            <pc:sldMk cId="3548325935" sldId="896"/>
            <ac:spMk id="4" creationId="{6D8E2E62-CCA0-4E0C-A248-DF30B281F4BE}"/>
          </ac:spMkLst>
        </pc:spChg>
        <pc:spChg chg="mod">
          <ac:chgData name="Soumita Sengupta" userId="4afa6ce1-cb01-46c2-8538-4650222f0c96" providerId="ADAL" clId="{E312D671-FF45-4138-89B8-BF1BA535CB03}" dt="2021-06-04T11:35:14.368" v="566" actId="207"/>
          <ac:spMkLst>
            <pc:docMk/>
            <pc:sldMk cId="3548325935" sldId="896"/>
            <ac:spMk id="5" creationId="{BA7C92A5-213E-4745-87BD-2CBA254A5FD1}"/>
          </ac:spMkLst>
        </pc:spChg>
        <pc:graphicFrameChg chg="modGraphic">
          <ac:chgData name="Soumita Sengupta" userId="4afa6ce1-cb01-46c2-8538-4650222f0c96" providerId="ADAL" clId="{E312D671-FF45-4138-89B8-BF1BA535CB03}" dt="2021-06-04T11:25:40.922" v="113" actId="255"/>
          <ac:graphicFrameMkLst>
            <pc:docMk/>
            <pc:sldMk cId="3548325935" sldId="896"/>
            <ac:graphicFrameMk id="6" creationId="{28170C70-7AFB-4DA4-B2A0-A5393E9AF7D6}"/>
          </ac:graphicFrameMkLst>
        </pc:graphicFrameChg>
      </pc:sldChg>
      <pc:sldChg chg="modSp add mod">
        <pc:chgData name="Soumita Sengupta" userId="4afa6ce1-cb01-46c2-8538-4650222f0c96" providerId="ADAL" clId="{E312D671-FF45-4138-89B8-BF1BA535CB03}" dt="2021-06-04T11:35:05.959" v="540" actId="207"/>
        <pc:sldMkLst>
          <pc:docMk/>
          <pc:sldMk cId="2692143165" sldId="897"/>
        </pc:sldMkLst>
        <pc:spChg chg="mod">
          <ac:chgData name="Soumita Sengupta" userId="4afa6ce1-cb01-46c2-8538-4650222f0c96" providerId="ADAL" clId="{E312D671-FF45-4138-89B8-BF1BA535CB03}" dt="2021-06-04T11:35:05.959" v="540" actId="207"/>
          <ac:spMkLst>
            <pc:docMk/>
            <pc:sldMk cId="2692143165" sldId="897"/>
            <ac:spMk id="4" creationId="{6D8E2E62-CCA0-4E0C-A248-DF30B281F4BE}"/>
          </ac:spMkLst>
        </pc:spChg>
        <pc:spChg chg="mod">
          <ac:chgData name="Soumita Sengupta" userId="4afa6ce1-cb01-46c2-8538-4650222f0c96" providerId="ADAL" clId="{E312D671-FF45-4138-89B8-BF1BA535CB03}" dt="2021-06-04T11:35:05.959" v="540" actId="207"/>
          <ac:spMkLst>
            <pc:docMk/>
            <pc:sldMk cId="2692143165" sldId="897"/>
            <ac:spMk id="5" creationId="{BA7C92A5-213E-4745-87BD-2CBA254A5FD1}"/>
          </ac:spMkLst>
        </pc:spChg>
        <pc:graphicFrameChg chg="modGraphic">
          <ac:chgData name="Soumita Sengupta" userId="4afa6ce1-cb01-46c2-8538-4650222f0c96" providerId="ADAL" clId="{E312D671-FF45-4138-89B8-BF1BA535CB03}" dt="2021-06-04T11:25:36.294" v="112" actId="255"/>
          <ac:graphicFrameMkLst>
            <pc:docMk/>
            <pc:sldMk cId="2692143165" sldId="897"/>
            <ac:graphicFrameMk id="6" creationId="{28170C70-7AFB-4DA4-B2A0-A5393E9AF7D6}"/>
          </ac:graphicFrameMkLst>
        </pc:graphicFrameChg>
      </pc:sldChg>
      <pc:sldChg chg="modSp add mod">
        <pc:chgData name="Soumita Sengupta" userId="4afa6ce1-cb01-46c2-8538-4650222f0c96" providerId="ADAL" clId="{E312D671-FF45-4138-89B8-BF1BA535CB03}" dt="2021-06-04T11:35:22.194" v="589" actId="207"/>
        <pc:sldMkLst>
          <pc:docMk/>
          <pc:sldMk cId="554284285" sldId="898"/>
        </pc:sldMkLst>
        <pc:spChg chg="mod">
          <ac:chgData name="Soumita Sengupta" userId="4afa6ce1-cb01-46c2-8538-4650222f0c96" providerId="ADAL" clId="{E312D671-FF45-4138-89B8-BF1BA535CB03}" dt="2021-06-04T11:35:22.194" v="589" actId="207"/>
          <ac:spMkLst>
            <pc:docMk/>
            <pc:sldMk cId="554284285" sldId="898"/>
            <ac:spMk id="4" creationId="{6D8E2E62-CCA0-4E0C-A248-DF30B281F4BE}"/>
          </ac:spMkLst>
        </pc:spChg>
        <pc:spChg chg="mod">
          <ac:chgData name="Soumita Sengupta" userId="4afa6ce1-cb01-46c2-8538-4650222f0c96" providerId="ADAL" clId="{E312D671-FF45-4138-89B8-BF1BA535CB03}" dt="2021-06-04T11:35:22.194" v="589" actId="207"/>
          <ac:spMkLst>
            <pc:docMk/>
            <pc:sldMk cId="554284285" sldId="898"/>
            <ac:spMk id="5" creationId="{BA7C92A5-213E-4745-87BD-2CBA254A5FD1}"/>
          </ac:spMkLst>
        </pc:spChg>
        <pc:spChg chg="mod">
          <ac:chgData name="Soumita Sengupta" userId="4afa6ce1-cb01-46c2-8538-4650222f0c96" providerId="ADAL" clId="{E312D671-FF45-4138-89B8-BF1BA535CB03}" dt="2021-06-04T11:25:53.341" v="116" actId="255"/>
          <ac:spMkLst>
            <pc:docMk/>
            <pc:sldMk cId="554284285" sldId="898"/>
            <ac:spMk id="7" creationId="{CDFB9A60-0BE4-42AF-8C71-6561C2578D7E}"/>
          </ac:spMkLst>
        </pc:spChg>
        <pc:graphicFrameChg chg="modGraphic">
          <ac:chgData name="Soumita Sengupta" userId="4afa6ce1-cb01-46c2-8538-4650222f0c96" providerId="ADAL" clId="{E312D671-FF45-4138-89B8-BF1BA535CB03}" dt="2021-06-04T11:25:48.518" v="115" actId="2711"/>
          <ac:graphicFrameMkLst>
            <pc:docMk/>
            <pc:sldMk cId="554284285" sldId="898"/>
            <ac:graphicFrameMk id="8" creationId="{ADCB802A-FAE6-42F0-9E8D-5B5CC8015DFC}"/>
          </ac:graphicFrameMkLst>
        </pc:graphicFrameChg>
      </pc:sldChg>
      <pc:sldChg chg="modSp add mod">
        <pc:chgData name="Soumita Sengupta" userId="4afa6ce1-cb01-46c2-8538-4650222f0c96" providerId="ADAL" clId="{E312D671-FF45-4138-89B8-BF1BA535CB03}" dt="2021-06-04T11:35:30.414" v="608" actId="207"/>
        <pc:sldMkLst>
          <pc:docMk/>
          <pc:sldMk cId="2350677783" sldId="899"/>
        </pc:sldMkLst>
        <pc:spChg chg="mod">
          <ac:chgData name="Soumita Sengupta" userId="4afa6ce1-cb01-46c2-8538-4650222f0c96" providerId="ADAL" clId="{E312D671-FF45-4138-89B8-BF1BA535CB03}" dt="2021-06-04T11:35:30.414" v="608" actId="207"/>
          <ac:spMkLst>
            <pc:docMk/>
            <pc:sldMk cId="2350677783" sldId="899"/>
            <ac:spMk id="4" creationId="{6D8E2E62-CCA0-4E0C-A248-DF30B281F4BE}"/>
          </ac:spMkLst>
        </pc:spChg>
        <pc:spChg chg="mod">
          <ac:chgData name="Soumita Sengupta" userId="4afa6ce1-cb01-46c2-8538-4650222f0c96" providerId="ADAL" clId="{E312D671-FF45-4138-89B8-BF1BA535CB03}" dt="2021-06-04T11:35:30.414" v="608" actId="207"/>
          <ac:spMkLst>
            <pc:docMk/>
            <pc:sldMk cId="2350677783" sldId="899"/>
            <ac:spMk id="5" creationId="{BA7C92A5-213E-4745-87BD-2CBA254A5FD1}"/>
          </ac:spMkLst>
        </pc:spChg>
        <pc:spChg chg="mod">
          <ac:chgData name="Soumita Sengupta" userId="4afa6ce1-cb01-46c2-8538-4650222f0c96" providerId="ADAL" clId="{E312D671-FF45-4138-89B8-BF1BA535CB03}" dt="2021-06-04T11:26:03.470" v="118" actId="255"/>
          <ac:spMkLst>
            <pc:docMk/>
            <pc:sldMk cId="2350677783" sldId="899"/>
            <ac:spMk id="7" creationId="{CDFB9A60-0BE4-42AF-8C71-6561C2578D7E}"/>
          </ac:spMkLst>
        </pc:spChg>
        <pc:graphicFrameChg chg="modGraphic">
          <ac:chgData name="Soumita Sengupta" userId="4afa6ce1-cb01-46c2-8538-4650222f0c96" providerId="ADAL" clId="{E312D671-FF45-4138-89B8-BF1BA535CB03}" dt="2021-06-04T11:25:58.638" v="117" actId="255"/>
          <ac:graphicFrameMkLst>
            <pc:docMk/>
            <pc:sldMk cId="2350677783" sldId="899"/>
            <ac:graphicFrameMk id="3" creationId="{4DCE052C-8039-479B-88E8-6EFA96936012}"/>
          </ac:graphicFrameMkLst>
        </pc:graphicFrameChg>
      </pc:sldChg>
      <pc:sldChg chg="modSp add mod">
        <pc:chgData name="Soumita Sengupta" userId="4afa6ce1-cb01-46c2-8538-4650222f0c96" providerId="ADAL" clId="{E312D671-FF45-4138-89B8-BF1BA535CB03}" dt="2021-06-04T11:35:49.357" v="634" actId="207"/>
        <pc:sldMkLst>
          <pc:docMk/>
          <pc:sldMk cId="3785164751" sldId="900"/>
        </pc:sldMkLst>
        <pc:spChg chg="mod">
          <ac:chgData name="Soumita Sengupta" userId="4afa6ce1-cb01-46c2-8538-4650222f0c96" providerId="ADAL" clId="{E312D671-FF45-4138-89B8-BF1BA535CB03}" dt="2021-06-04T11:35:49.357" v="634" actId="207"/>
          <ac:spMkLst>
            <pc:docMk/>
            <pc:sldMk cId="3785164751" sldId="900"/>
            <ac:spMk id="4" creationId="{6D8E2E62-CCA0-4E0C-A248-DF30B281F4BE}"/>
          </ac:spMkLst>
        </pc:spChg>
        <pc:spChg chg="mod">
          <ac:chgData name="Soumita Sengupta" userId="4afa6ce1-cb01-46c2-8538-4650222f0c96" providerId="ADAL" clId="{E312D671-FF45-4138-89B8-BF1BA535CB03}" dt="2021-06-04T11:35:49.357" v="634" actId="207"/>
          <ac:spMkLst>
            <pc:docMk/>
            <pc:sldMk cId="3785164751" sldId="900"/>
            <ac:spMk id="5" creationId="{BA7C92A5-213E-4745-87BD-2CBA254A5FD1}"/>
          </ac:spMkLst>
        </pc:spChg>
        <pc:spChg chg="mod">
          <ac:chgData name="Soumita Sengupta" userId="4afa6ce1-cb01-46c2-8538-4650222f0c96" providerId="ADAL" clId="{E312D671-FF45-4138-89B8-BF1BA535CB03}" dt="2021-06-04T11:26:14.636" v="119" actId="255"/>
          <ac:spMkLst>
            <pc:docMk/>
            <pc:sldMk cId="3785164751" sldId="900"/>
            <ac:spMk id="7" creationId="{CDFB9A60-0BE4-42AF-8C71-6561C2578D7E}"/>
          </ac:spMkLst>
        </pc:spChg>
        <pc:picChg chg="mod">
          <ac:chgData name="Soumita Sengupta" userId="4afa6ce1-cb01-46c2-8538-4650222f0c96" providerId="ADAL" clId="{E312D671-FF45-4138-89B8-BF1BA535CB03}" dt="2021-06-04T11:35:36.118" v="609" actId="1076"/>
          <ac:picMkLst>
            <pc:docMk/>
            <pc:sldMk cId="3785164751" sldId="900"/>
            <ac:picMk id="8" creationId="{D51D1734-DF0C-467F-9648-E211462ECEAB}"/>
          </ac:picMkLst>
        </pc:picChg>
      </pc:sldChg>
      <pc:sldChg chg="modSp add mod">
        <pc:chgData name="Soumita Sengupta" userId="4afa6ce1-cb01-46c2-8538-4650222f0c96" providerId="ADAL" clId="{E312D671-FF45-4138-89B8-BF1BA535CB03}" dt="2021-06-04T11:37:42.973" v="680" actId="1036"/>
        <pc:sldMkLst>
          <pc:docMk/>
          <pc:sldMk cId="4293752383" sldId="901"/>
        </pc:sldMkLst>
        <pc:spChg chg="mod">
          <ac:chgData name="Soumita Sengupta" userId="4afa6ce1-cb01-46c2-8538-4650222f0c96" providerId="ADAL" clId="{E312D671-FF45-4138-89B8-BF1BA535CB03}" dt="2021-06-04T11:37:42.973" v="680" actId="1036"/>
          <ac:spMkLst>
            <pc:docMk/>
            <pc:sldMk cId="4293752383" sldId="901"/>
            <ac:spMk id="4" creationId="{6D8E2E62-CCA0-4E0C-A248-DF30B281F4BE}"/>
          </ac:spMkLst>
        </pc:spChg>
        <pc:spChg chg="mod">
          <ac:chgData name="Soumita Sengupta" userId="4afa6ce1-cb01-46c2-8538-4650222f0c96" providerId="ADAL" clId="{E312D671-FF45-4138-89B8-BF1BA535CB03}" dt="2021-06-04T11:37:42.973" v="680" actId="1036"/>
          <ac:spMkLst>
            <pc:docMk/>
            <pc:sldMk cId="4293752383" sldId="901"/>
            <ac:spMk id="5" creationId="{BA7C92A5-213E-4745-87BD-2CBA254A5FD1}"/>
          </ac:spMkLst>
        </pc:spChg>
        <pc:spChg chg="mod">
          <ac:chgData name="Soumita Sengupta" userId="4afa6ce1-cb01-46c2-8538-4650222f0c96" providerId="ADAL" clId="{E312D671-FF45-4138-89B8-BF1BA535CB03}" dt="2021-06-04T11:26:20.942" v="120" actId="255"/>
          <ac:spMkLst>
            <pc:docMk/>
            <pc:sldMk cId="4293752383" sldId="901"/>
            <ac:spMk id="7" creationId="{CDFB9A60-0BE4-42AF-8C71-6561C2578D7E}"/>
          </ac:spMkLst>
        </pc:spChg>
      </pc:sldChg>
      <pc:sldChg chg="modSp add mod">
        <pc:chgData name="Soumita Sengupta" userId="4afa6ce1-cb01-46c2-8538-4650222f0c96" providerId="ADAL" clId="{E312D671-FF45-4138-89B8-BF1BA535CB03}" dt="2021-06-04T11:37:56.715" v="702" actId="207"/>
        <pc:sldMkLst>
          <pc:docMk/>
          <pc:sldMk cId="3357936513" sldId="902"/>
        </pc:sldMkLst>
        <pc:spChg chg="mod">
          <ac:chgData name="Soumita Sengupta" userId="4afa6ce1-cb01-46c2-8538-4650222f0c96" providerId="ADAL" clId="{E312D671-FF45-4138-89B8-BF1BA535CB03}" dt="2021-06-04T11:37:56.715" v="702" actId="207"/>
          <ac:spMkLst>
            <pc:docMk/>
            <pc:sldMk cId="3357936513" sldId="902"/>
            <ac:spMk id="4" creationId="{6D8E2E62-CCA0-4E0C-A248-DF30B281F4BE}"/>
          </ac:spMkLst>
        </pc:spChg>
        <pc:spChg chg="mod">
          <ac:chgData name="Soumita Sengupta" userId="4afa6ce1-cb01-46c2-8538-4650222f0c96" providerId="ADAL" clId="{E312D671-FF45-4138-89B8-BF1BA535CB03}" dt="2021-06-04T11:37:56.715" v="702" actId="207"/>
          <ac:spMkLst>
            <pc:docMk/>
            <pc:sldMk cId="3357936513" sldId="902"/>
            <ac:spMk id="5" creationId="{BA7C92A5-213E-4745-87BD-2CBA254A5FD1}"/>
          </ac:spMkLst>
        </pc:spChg>
        <pc:spChg chg="mod">
          <ac:chgData name="Soumita Sengupta" userId="4afa6ce1-cb01-46c2-8538-4650222f0c96" providerId="ADAL" clId="{E312D671-FF45-4138-89B8-BF1BA535CB03}" dt="2021-06-04T11:26:29.480" v="122" actId="255"/>
          <ac:spMkLst>
            <pc:docMk/>
            <pc:sldMk cId="3357936513" sldId="902"/>
            <ac:spMk id="7" creationId="{CDFB9A60-0BE4-42AF-8C71-6561C2578D7E}"/>
          </ac:spMkLst>
        </pc:spChg>
      </pc:sldChg>
      <pc:sldChg chg="modSp add mod">
        <pc:chgData name="Soumita Sengupta" userId="4afa6ce1-cb01-46c2-8538-4650222f0c96" providerId="ADAL" clId="{E312D671-FF45-4138-89B8-BF1BA535CB03}" dt="2021-06-04T11:38:08.177" v="722" actId="207"/>
        <pc:sldMkLst>
          <pc:docMk/>
          <pc:sldMk cId="1027484415" sldId="903"/>
        </pc:sldMkLst>
        <pc:spChg chg="mod">
          <ac:chgData name="Soumita Sengupta" userId="4afa6ce1-cb01-46c2-8538-4650222f0c96" providerId="ADAL" clId="{E312D671-FF45-4138-89B8-BF1BA535CB03}" dt="2021-06-04T11:38:08.177" v="722" actId="207"/>
          <ac:spMkLst>
            <pc:docMk/>
            <pc:sldMk cId="1027484415" sldId="903"/>
            <ac:spMk id="4" creationId="{6D8E2E62-CCA0-4E0C-A248-DF30B281F4BE}"/>
          </ac:spMkLst>
        </pc:spChg>
        <pc:spChg chg="mod">
          <ac:chgData name="Soumita Sengupta" userId="4afa6ce1-cb01-46c2-8538-4650222f0c96" providerId="ADAL" clId="{E312D671-FF45-4138-89B8-BF1BA535CB03}" dt="2021-06-04T11:38:08.177" v="722" actId="207"/>
          <ac:spMkLst>
            <pc:docMk/>
            <pc:sldMk cId="1027484415" sldId="903"/>
            <ac:spMk id="5" creationId="{BA7C92A5-213E-4745-87BD-2CBA254A5FD1}"/>
          </ac:spMkLst>
        </pc:spChg>
        <pc:spChg chg="mod">
          <ac:chgData name="Soumita Sengupta" userId="4afa6ce1-cb01-46c2-8538-4650222f0c96" providerId="ADAL" clId="{E312D671-FF45-4138-89B8-BF1BA535CB03}" dt="2021-06-04T11:38:01.132" v="703" actId="14100"/>
          <ac:spMkLst>
            <pc:docMk/>
            <pc:sldMk cId="1027484415" sldId="903"/>
            <ac:spMk id="7" creationId="{CDFB9A60-0BE4-42AF-8C71-6561C2578D7E}"/>
          </ac:spMkLst>
        </pc:spChg>
      </pc:sldChg>
      <pc:sldChg chg="delSp modSp add mod">
        <pc:chgData name="Soumita Sengupta" userId="4afa6ce1-cb01-46c2-8538-4650222f0c96" providerId="ADAL" clId="{E312D671-FF45-4138-89B8-BF1BA535CB03}" dt="2021-06-04T11:38:16.568" v="740" actId="207"/>
        <pc:sldMkLst>
          <pc:docMk/>
          <pc:sldMk cId="414747998" sldId="904"/>
        </pc:sldMkLst>
        <pc:spChg chg="mod">
          <ac:chgData name="Soumita Sengupta" userId="4afa6ce1-cb01-46c2-8538-4650222f0c96" providerId="ADAL" clId="{E312D671-FF45-4138-89B8-BF1BA535CB03}" dt="2021-06-04T11:38:16.568" v="740" actId="207"/>
          <ac:spMkLst>
            <pc:docMk/>
            <pc:sldMk cId="414747998" sldId="904"/>
            <ac:spMk id="4" creationId="{6D8E2E62-CCA0-4E0C-A248-DF30B281F4BE}"/>
          </ac:spMkLst>
        </pc:spChg>
        <pc:spChg chg="mod">
          <ac:chgData name="Soumita Sengupta" userId="4afa6ce1-cb01-46c2-8538-4650222f0c96" providerId="ADAL" clId="{E312D671-FF45-4138-89B8-BF1BA535CB03}" dt="2021-06-04T11:38:16.568" v="740" actId="207"/>
          <ac:spMkLst>
            <pc:docMk/>
            <pc:sldMk cId="414747998" sldId="904"/>
            <ac:spMk id="5" creationId="{BA7C92A5-213E-4745-87BD-2CBA254A5FD1}"/>
          </ac:spMkLst>
        </pc:spChg>
        <pc:spChg chg="del">
          <ac:chgData name="Soumita Sengupta" userId="4afa6ce1-cb01-46c2-8538-4650222f0c96" providerId="ADAL" clId="{E312D671-FF45-4138-89B8-BF1BA535CB03}" dt="2021-06-04T11:26:40.430" v="124" actId="478"/>
          <ac:spMkLst>
            <pc:docMk/>
            <pc:sldMk cId="414747998" sldId="904"/>
            <ac:spMk id="7" creationId="{CDFB9A60-0BE4-42AF-8C71-6561C2578D7E}"/>
          </ac:spMkLst>
        </pc:spChg>
      </pc:sldChg>
      <pc:sldChg chg="modSp add mod">
        <pc:chgData name="Soumita Sengupta" userId="4afa6ce1-cb01-46c2-8538-4650222f0c96" providerId="ADAL" clId="{E312D671-FF45-4138-89B8-BF1BA535CB03}" dt="2021-06-04T11:38:25.267" v="763" actId="207"/>
        <pc:sldMkLst>
          <pc:docMk/>
          <pc:sldMk cId="953297308" sldId="905"/>
        </pc:sldMkLst>
        <pc:spChg chg="mod">
          <ac:chgData name="Soumita Sengupta" userId="4afa6ce1-cb01-46c2-8538-4650222f0c96" providerId="ADAL" clId="{E312D671-FF45-4138-89B8-BF1BA535CB03}" dt="2021-06-04T11:38:25.267" v="763" actId="207"/>
          <ac:spMkLst>
            <pc:docMk/>
            <pc:sldMk cId="953297308" sldId="905"/>
            <ac:spMk id="4" creationId="{6D8E2E62-CCA0-4E0C-A248-DF30B281F4BE}"/>
          </ac:spMkLst>
        </pc:spChg>
        <pc:spChg chg="mod">
          <ac:chgData name="Soumita Sengupta" userId="4afa6ce1-cb01-46c2-8538-4650222f0c96" providerId="ADAL" clId="{E312D671-FF45-4138-89B8-BF1BA535CB03}" dt="2021-06-04T11:38:25.267" v="763" actId="207"/>
          <ac:spMkLst>
            <pc:docMk/>
            <pc:sldMk cId="953297308" sldId="905"/>
            <ac:spMk id="5" creationId="{BA7C92A5-213E-4745-87BD-2CBA254A5FD1}"/>
          </ac:spMkLst>
        </pc:spChg>
        <pc:spChg chg="mod">
          <ac:chgData name="Soumita Sengupta" userId="4afa6ce1-cb01-46c2-8538-4650222f0c96" providerId="ADAL" clId="{E312D671-FF45-4138-89B8-BF1BA535CB03}" dt="2021-06-04T11:27:04.464" v="125" actId="255"/>
          <ac:spMkLst>
            <pc:docMk/>
            <pc:sldMk cId="953297308" sldId="905"/>
            <ac:spMk id="7" creationId="{CDFB9A60-0BE4-42AF-8C71-6561C2578D7E}"/>
          </ac:spMkLst>
        </pc:spChg>
      </pc:sldChg>
      <pc:sldChg chg="modSp add mod">
        <pc:chgData name="Soumita Sengupta" userId="4afa6ce1-cb01-46c2-8538-4650222f0c96" providerId="ADAL" clId="{E312D671-FF45-4138-89B8-BF1BA535CB03}" dt="2021-06-04T11:38:38.962" v="780" actId="207"/>
        <pc:sldMkLst>
          <pc:docMk/>
          <pc:sldMk cId="3855319927" sldId="906"/>
        </pc:sldMkLst>
        <pc:spChg chg="mod">
          <ac:chgData name="Soumita Sengupta" userId="4afa6ce1-cb01-46c2-8538-4650222f0c96" providerId="ADAL" clId="{E312D671-FF45-4138-89B8-BF1BA535CB03}" dt="2021-06-04T11:38:38.962" v="780" actId="207"/>
          <ac:spMkLst>
            <pc:docMk/>
            <pc:sldMk cId="3855319927" sldId="906"/>
            <ac:spMk id="4" creationId="{6D8E2E62-CCA0-4E0C-A248-DF30B281F4BE}"/>
          </ac:spMkLst>
        </pc:spChg>
        <pc:spChg chg="mod">
          <ac:chgData name="Soumita Sengupta" userId="4afa6ce1-cb01-46c2-8538-4650222f0c96" providerId="ADAL" clId="{E312D671-FF45-4138-89B8-BF1BA535CB03}" dt="2021-06-04T11:38:38.962" v="780" actId="207"/>
          <ac:spMkLst>
            <pc:docMk/>
            <pc:sldMk cId="3855319927" sldId="906"/>
            <ac:spMk id="5" creationId="{BA7C92A5-213E-4745-87BD-2CBA254A5FD1}"/>
          </ac:spMkLst>
        </pc:spChg>
        <pc:spChg chg="mod">
          <ac:chgData name="Soumita Sengupta" userId="4afa6ce1-cb01-46c2-8538-4650222f0c96" providerId="ADAL" clId="{E312D671-FF45-4138-89B8-BF1BA535CB03}" dt="2021-06-04T11:27:12.404" v="126" actId="255"/>
          <ac:spMkLst>
            <pc:docMk/>
            <pc:sldMk cId="3855319927" sldId="906"/>
            <ac:spMk id="7" creationId="{CDFB9A60-0BE4-42AF-8C71-6561C2578D7E}"/>
          </ac:spMkLst>
        </pc:spChg>
      </pc:sldChg>
      <pc:sldChg chg="delSp modSp add mod">
        <pc:chgData name="Soumita Sengupta" userId="4afa6ce1-cb01-46c2-8538-4650222f0c96" providerId="ADAL" clId="{E312D671-FF45-4138-89B8-BF1BA535CB03}" dt="2021-06-04T11:38:46.585" v="801" actId="207"/>
        <pc:sldMkLst>
          <pc:docMk/>
          <pc:sldMk cId="455529772" sldId="907"/>
        </pc:sldMkLst>
        <pc:spChg chg="mod">
          <ac:chgData name="Soumita Sengupta" userId="4afa6ce1-cb01-46c2-8538-4650222f0c96" providerId="ADAL" clId="{E312D671-FF45-4138-89B8-BF1BA535CB03}" dt="2021-06-04T11:38:46.585" v="801" actId="207"/>
          <ac:spMkLst>
            <pc:docMk/>
            <pc:sldMk cId="455529772" sldId="907"/>
            <ac:spMk id="4" creationId="{6D8E2E62-CCA0-4E0C-A248-DF30B281F4BE}"/>
          </ac:spMkLst>
        </pc:spChg>
        <pc:spChg chg="mod">
          <ac:chgData name="Soumita Sengupta" userId="4afa6ce1-cb01-46c2-8538-4650222f0c96" providerId="ADAL" clId="{E312D671-FF45-4138-89B8-BF1BA535CB03}" dt="2021-06-04T11:38:46.585" v="801" actId="207"/>
          <ac:spMkLst>
            <pc:docMk/>
            <pc:sldMk cId="455529772" sldId="907"/>
            <ac:spMk id="5" creationId="{BA7C92A5-213E-4745-87BD-2CBA254A5FD1}"/>
          </ac:spMkLst>
        </pc:spChg>
        <pc:spChg chg="del">
          <ac:chgData name="Soumita Sengupta" userId="4afa6ce1-cb01-46c2-8538-4650222f0c96" providerId="ADAL" clId="{E312D671-FF45-4138-89B8-BF1BA535CB03}" dt="2021-06-04T11:19:42.964" v="73" actId="478"/>
          <ac:spMkLst>
            <pc:docMk/>
            <pc:sldMk cId="455529772" sldId="907"/>
            <ac:spMk id="7" creationId="{CDFB9A60-0BE4-42AF-8C71-6561C2578D7E}"/>
          </ac:spMkLst>
        </pc:spChg>
        <pc:picChg chg="mod">
          <ac:chgData name="Soumita Sengupta" userId="4afa6ce1-cb01-46c2-8538-4650222f0c96" providerId="ADAL" clId="{E312D671-FF45-4138-89B8-BF1BA535CB03}" dt="2021-06-04T11:19:45.473" v="74" actId="1076"/>
          <ac:picMkLst>
            <pc:docMk/>
            <pc:sldMk cId="455529772" sldId="907"/>
            <ac:picMk id="6" creationId="{699EAD37-557C-4B2B-8424-831DBAA88FC0}"/>
          </ac:picMkLst>
        </pc:picChg>
      </pc:sldChg>
      <pc:sldChg chg="modSp add mod">
        <pc:chgData name="Soumita Sengupta" userId="4afa6ce1-cb01-46c2-8538-4650222f0c96" providerId="ADAL" clId="{E312D671-FF45-4138-89B8-BF1BA535CB03}" dt="2021-06-04T11:38:57.749" v="829" actId="207"/>
        <pc:sldMkLst>
          <pc:docMk/>
          <pc:sldMk cId="1317934090" sldId="908"/>
        </pc:sldMkLst>
        <pc:spChg chg="mod">
          <ac:chgData name="Soumita Sengupta" userId="4afa6ce1-cb01-46c2-8538-4650222f0c96" providerId="ADAL" clId="{E312D671-FF45-4138-89B8-BF1BA535CB03}" dt="2021-06-04T11:38:57.749" v="829" actId="207"/>
          <ac:spMkLst>
            <pc:docMk/>
            <pc:sldMk cId="1317934090" sldId="908"/>
            <ac:spMk id="4" creationId="{6D8E2E62-CCA0-4E0C-A248-DF30B281F4BE}"/>
          </ac:spMkLst>
        </pc:spChg>
        <pc:spChg chg="mod">
          <ac:chgData name="Soumita Sengupta" userId="4afa6ce1-cb01-46c2-8538-4650222f0c96" providerId="ADAL" clId="{E312D671-FF45-4138-89B8-BF1BA535CB03}" dt="2021-06-04T11:38:57.749" v="829" actId="207"/>
          <ac:spMkLst>
            <pc:docMk/>
            <pc:sldMk cId="1317934090" sldId="908"/>
            <ac:spMk id="5" creationId="{BA7C92A5-213E-4745-87BD-2CBA254A5FD1}"/>
          </ac:spMkLst>
        </pc:spChg>
        <pc:spChg chg="mod">
          <ac:chgData name="Soumita Sengupta" userId="4afa6ce1-cb01-46c2-8538-4650222f0c96" providerId="ADAL" clId="{E312D671-FF45-4138-89B8-BF1BA535CB03}" dt="2021-06-04T11:27:28.019" v="127" actId="255"/>
          <ac:spMkLst>
            <pc:docMk/>
            <pc:sldMk cId="1317934090" sldId="908"/>
            <ac:spMk id="7" creationId="{CDFB9A60-0BE4-42AF-8C71-6561C2578D7E}"/>
          </ac:spMkLst>
        </pc:spChg>
        <pc:picChg chg="mod">
          <ac:chgData name="Soumita Sengupta" userId="4afa6ce1-cb01-46c2-8538-4650222f0c96" providerId="ADAL" clId="{E312D671-FF45-4138-89B8-BF1BA535CB03}" dt="2021-06-04T11:27:31.538" v="128" actId="1076"/>
          <ac:picMkLst>
            <pc:docMk/>
            <pc:sldMk cId="1317934090" sldId="908"/>
            <ac:picMk id="8" creationId="{F69095C3-11DA-436E-B8B8-7CA6B5D33063}"/>
          </ac:picMkLst>
        </pc:picChg>
      </pc:sldChg>
      <pc:sldChg chg="modSp add mod">
        <pc:chgData name="Soumita Sengupta" userId="4afa6ce1-cb01-46c2-8538-4650222f0c96" providerId="ADAL" clId="{E312D671-FF45-4138-89B8-BF1BA535CB03}" dt="2021-06-04T11:39:04.383" v="845" actId="207"/>
        <pc:sldMkLst>
          <pc:docMk/>
          <pc:sldMk cId="3362010297" sldId="909"/>
        </pc:sldMkLst>
        <pc:spChg chg="mod">
          <ac:chgData name="Soumita Sengupta" userId="4afa6ce1-cb01-46c2-8538-4650222f0c96" providerId="ADAL" clId="{E312D671-FF45-4138-89B8-BF1BA535CB03}" dt="2021-06-04T11:39:04.383" v="845" actId="207"/>
          <ac:spMkLst>
            <pc:docMk/>
            <pc:sldMk cId="3362010297" sldId="909"/>
            <ac:spMk id="4" creationId="{6D8E2E62-CCA0-4E0C-A248-DF30B281F4BE}"/>
          </ac:spMkLst>
        </pc:spChg>
        <pc:spChg chg="mod">
          <ac:chgData name="Soumita Sengupta" userId="4afa6ce1-cb01-46c2-8538-4650222f0c96" providerId="ADAL" clId="{E312D671-FF45-4138-89B8-BF1BA535CB03}" dt="2021-06-04T11:39:04.383" v="845" actId="207"/>
          <ac:spMkLst>
            <pc:docMk/>
            <pc:sldMk cId="3362010297" sldId="909"/>
            <ac:spMk id="5" creationId="{BA7C92A5-213E-4745-87BD-2CBA254A5FD1}"/>
          </ac:spMkLst>
        </pc:spChg>
        <pc:spChg chg="mod">
          <ac:chgData name="Soumita Sengupta" userId="4afa6ce1-cb01-46c2-8538-4650222f0c96" providerId="ADAL" clId="{E312D671-FF45-4138-89B8-BF1BA535CB03}" dt="2021-06-04T11:27:38.133" v="129" actId="255"/>
          <ac:spMkLst>
            <pc:docMk/>
            <pc:sldMk cId="3362010297" sldId="909"/>
            <ac:spMk id="7" creationId="{CDFB9A60-0BE4-42AF-8C71-6561C2578D7E}"/>
          </ac:spMkLst>
        </pc:spChg>
        <pc:picChg chg="mod">
          <ac:chgData name="Soumita Sengupta" userId="4afa6ce1-cb01-46c2-8538-4650222f0c96" providerId="ADAL" clId="{E312D671-FF45-4138-89B8-BF1BA535CB03}" dt="2021-06-04T11:27:40.237" v="130" actId="1076"/>
          <ac:picMkLst>
            <pc:docMk/>
            <pc:sldMk cId="3362010297" sldId="909"/>
            <ac:picMk id="9" creationId="{73DEF105-9FC0-4BF1-A27F-CE86890F9970}"/>
          </ac:picMkLst>
        </pc:picChg>
      </pc:sldChg>
      <pc:sldChg chg="modSp add mod">
        <pc:chgData name="Soumita Sengupta" userId="4afa6ce1-cb01-46c2-8538-4650222f0c96" providerId="ADAL" clId="{E312D671-FF45-4138-89B8-BF1BA535CB03}" dt="2021-06-04T11:39:15.905" v="881" actId="207"/>
        <pc:sldMkLst>
          <pc:docMk/>
          <pc:sldMk cId="2860101323" sldId="910"/>
        </pc:sldMkLst>
        <pc:spChg chg="mod">
          <ac:chgData name="Soumita Sengupta" userId="4afa6ce1-cb01-46c2-8538-4650222f0c96" providerId="ADAL" clId="{E312D671-FF45-4138-89B8-BF1BA535CB03}" dt="2021-06-04T11:39:15.905" v="881" actId="207"/>
          <ac:spMkLst>
            <pc:docMk/>
            <pc:sldMk cId="2860101323" sldId="910"/>
            <ac:spMk id="4" creationId="{6D8E2E62-CCA0-4E0C-A248-DF30B281F4BE}"/>
          </ac:spMkLst>
        </pc:spChg>
        <pc:spChg chg="mod">
          <ac:chgData name="Soumita Sengupta" userId="4afa6ce1-cb01-46c2-8538-4650222f0c96" providerId="ADAL" clId="{E312D671-FF45-4138-89B8-BF1BA535CB03}" dt="2021-06-04T11:39:15.905" v="881" actId="207"/>
          <ac:spMkLst>
            <pc:docMk/>
            <pc:sldMk cId="2860101323" sldId="910"/>
            <ac:spMk id="5" creationId="{BA7C92A5-213E-4745-87BD-2CBA254A5FD1}"/>
          </ac:spMkLst>
        </pc:spChg>
        <pc:spChg chg="mod">
          <ac:chgData name="Soumita Sengupta" userId="4afa6ce1-cb01-46c2-8538-4650222f0c96" providerId="ADAL" clId="{E312D671-FF45-4138-89B8-BF1BA535CB03}" dt="2021-06-04T11:27:45.350" v="131" actId="255"/>
          <ac:spMkLst>
            <pc:docMk/>
            <pc:sldMk cId="2860101323" sldId="910"/>
            <ac:spMk id="7" creationId="{CDFB9A60-0BE4-42AF-8C71-6561C2578D7E}"/>
          </ac:spMkLst>
        </pc:spChg>
        <pc:picChg chg="mod">
          <ac:chgData name="Soumita Sengupta" userId="4afa6ce1-cb01-46c2-8538-4650222f0c96" providerId="ADAL" clId="{E312D671-FF45-4138-89B8-BF1BA535CB03}" dt="2021-06-04T11:27:46.870" v="132" actId="1076"/>
          <ac:picMkLst>
            <pc:docMk/>
            <pc:sldMk cId="2860101323" sldId="910"/>
            <ac:picMk id="8" creationId="{9BC3701A-4299-4363-A91E-94158EC825E4}"/>
          </ac:picMkLst>
        </pc:picChg>
      </pc:sldChg>
      <pc:sldChg chg="modSp add mod">
        <pc:chgData name="Soumita Sengupta" userId="4afa6ce1-cb01-46c2-8538-4650222f0c96" providerId="ADAL" clId="{E312D671-FF45-4138-89B8-BF1BA535CB03}" dt="2021-06-04T11:39:23.527" v="900" actId="207"/>
        <pc:sldMkLst>
          <pc:docMk/>
          <pc:sldMk cId="1849334363" sldId="911"/>
        </pc:sldMkLst>
        <pc:spChg chg="mod">
          <ac:chgData name="Soumita Sengupta" userId="4afa6ce1-cb01-46c2-8538-4650222f0c96" providerId="ADAL" clId="{E312D671-FF45-4138-89B8-BF1BA535CB03}" dt="2021-06-04T11:39:23.527" v="900" actId="207"/>
          <ac:spMkLst>
            <pc:docMk/>
            <pc:sldMk cId="1849334363" sldId="911"/>
            <ac:spMk id="4" creationId="{6D8E2E62-CCA0-4E0C-A248-DF30B281F4BE}"/>
          </ac:spMkLst>
        </pc:spChg>
        <pc:spChg chg="mod">
          <ac:chgData name="Soumita Sengupta" userId="4afa6ce1-cb01-46c2-8538-4650222f0c96" providerId="ADAL" clId="{E312D671-FF45-4138-89B8-BF1BA535CB03}" dt="2021-06-04T11:39:23.527" v="900" actId="207"/>
          <ac:spMkLst>
            <pc:docMk/>
            <pc:sldMk cId="1849334363" sldId="911"/>
            <ac:spMk id="5" creationId="{BA7C92A5-213E-4745-87BD-2CBA254A5FD1}"/>
          </ac:spMkLst>
        </pc:spChg>
        <pc:spChg chg="mod">
          <ac:chgData name="Soumita Sengupta" userId="4afa6ce1-cb01-46c2-8538-4650222f0c96" providerId="ADAL" clId="{E312D671-FF45-4138-89B8-BF1BA535CB03}" dt="2021-06-04T11:27:58.127" v="133" actId="255"/>
          <ac:spMkLst>
            <pc:docMk/>
            <pc:sldMk cId="1849334363" sldId="911"/>
            <ac:spMk id="7" creationId="{CDFB9A60-0BE4-42AF-8C71-6561C2578D7E}"/>
          </ac:spMkLst>
        </pc:spChg>
      </pc:sldChg>
      <pc:sldChg chg="addSp delSp modSp add mod">
        <pc:chgData name="Soumita Sengupta" userId="4afa6ce1-cb01-46c2-8538-4650222f0c96" providerId="ADAL" clId="{E312D671-FF45-4138-89B8-BF1BA535CB03}" dt="2021-06-07T08:29:09.718" v="945" actId="20577"/>
        <pc:sldMkLst>
          <pc:docMk/>
          <pc:sldMk cId="3559517792" sldId="912"/>
        </pc:sldMkLst>
        <pc:spChg chg="mod">
          <ac:chgData name="Soumita Sengupta" userId="4afa6ce1-cb01-46c2-8538-4650222f0c96" providerId="ADAL" clId="{E312D671-FF45-4138-89B8-BF1BA535CB03}" dt="2021-06-07T08:29:09.718" v="945" actId="20577"/>
          <ac:spMkLst>
            <pc:docMk/>
            <pc:sldMk cId="3559517792" sldId="912"/>
            <ac:spMk id="2" creationId="{CC29CD5A-DA29-4205-87DF-11C938A1CD53}"/>
          </ac:spMkLst>
        </pc:spChg>
        <pc:spChg chg="mod">
          <ac:chgData name="Soumita Sengupta" userId="4afa6ce1-cb01-46c2-8538-4650222f0c96" providerId="ADAL" clId="{E312D671-FF45-4138-89B8-BF1BA535CB03}" dt="2021-06-04T11:39:36.203" v="903" actId="207"/>
          <ac:spMkLst>
            <pc:docMk/>
            <pc:sldMk cId="3559517792" sldId="912"/>
            <ac:spMk id="4" creationId="{6D8E2E62-CCA0-4E0C-A248-DF30B281F4BE}"/>
          </ac:spMkLst>
        </pc:spChg>
        <pc:spChg chg="mod">
          <ac:chgData name="Soumita Sengupta" userId="4afa6ce1-cb01-46c2-8538-4650222f0c96" providerId="ADAL" clId="{E312D671-FF45-4138-89B8-BF1BA535CB03}" dt="2021-06-04T11:39:36.203" v="903" actId="207"/>
          <ac:spMkLst>
            <pc:docMk/>
            <pc:sldMk cId="3559517792" sldId="912"/>
            <ac:spMk id="5" creationId="{BA7C92A5-213E-4745-87BD-2CBA254A5FD1}"/>
          </ac:spMkLst>
        </pc:spChg>
        <pc:spChg chg="mod">
          <ac:chgData name="Soumita Sengupta" userId="4afa6ce1-cb01-46c2-8538-4650222f0c96" providerId="ADAL" clId="{E312D671-FF45-4138-89B8-BF1BA535CB03}" dt="2021-06-04T11:39:31.719" v="902" actId="255"/>
          <ac:spMkLst>
            <pc:docMk/>
            <pc:sldMk cId="3559517792" sldId="912"/>
            <ac:spMk id="7" creationId="{CDFB9A60-0BE4-42AF-8C71-6561C2578D7E}"/>
          </ac:spMkLst>
        </pc:spChg>
        <pc:picChg chg="add del mod">
          <ac:chgData name="Soumita Sengupta" userId="4afa6ce1-cb01-46c2-8538-4650222f0c96" providerId="ADAL" clId="{E312D671-FF45-4138-89B8-BF1BA535CB03}" dt="2021-06-07T08:27:44.154" v="924" actId="478"/>
          <ac:picMkLst>
            <pc:docMk/>
            <pc:sldMk cId="3559517792" sldId="912"/>
            <ac:picMk id="6" creationId="{2C97A338-A0C2-42EE-9175-D3A50528F6F3}"/>
          </ac:picMkLst>
        </pc:picChg>
        <pc:picChg chg="del mod">
          <ac:chgData name="Soumita Sengupta" userId="4afa6ce1-cb01-46c2-8538-4650222f0c96" providerId="ADAL" clId="{E312D671-FF45-4138-89B8-BF1BA535CB03}" dt="2021-06-07T08:27:30.084" v="918" actId="478"/>
          <ac:picMkLst>
            <pc:docMk/>
            <pc:sldMk cId="3559517792" sldId="912"/>
            <ac:picMk id="8" creationId="{ACB9F473-1D53-4C0A-BCD9-820EF773E585}"/>
          </ac:picMkLst>
        </pc:picChg>
        <pc:picChg chg="add mod">
          <ac:chgData name="Soumita Sengupta" userId="4afa6ce1-cb01-46c2-8538-4650222f0c96" providerId="ADAL" clId="{E312D671-FF45-4138-89B8-BF1BA535CB03}" dt="2021-06-07T08:29:01.435" v="930" actId="208"/>
          <ac:picMkLst>
            <pc:docMk/>
            <pc:sldMk cId="3559517792" sldId="912"/>
            <ac:picMk id="10" creationId="{1E74916A-60FF-4661-952E-716BEC2A2EC4}"/>
          </ac:picMkLst>
        </pc:picChg>
      </pc:sldChg>
      <pc:sldChg chg="modSp add mod">
        <pc:chgData name="Soumita Sengupta" userId="4afa6ce1-cb01-46c2-8538-4650222f0c96" providerId="ADAL" clId="{E312D671-FF45-4138-89B8-BF1BA535CB03}" dt="2021-06-04T11:39:41.201" v="904" actId="207"/>
        <pc:sldMkLst>
          <pc:docMk/>
          <pc:sldMk cId="1995712021" sldId="913"/>
        </pc:sldMkLst>
        <pc:spChg chg="mod">
          <ac:chgData name="Soumita Sengupta" userId="4afa6ce1-cb01-46c2-8538-4650222f0c96" providerId="ADAL" clId="{E312D671-FF45-4138-89B8-BF1BA535CB03}" dt="2021-06-04T11:39:41.201" v="904" actId="207"/>
          <ac:spMkLst>
            <pc:docMk/>
            <pc:sldMk cId="1995712021" sldId="913"/>
            <ac:spMk id="4" creationId="{6D8E2E62-CCA0-4E0C-A248-DF30B281F4BE}"/>
          </ac:spMkLst>
        </pc:spChg>
        <pc:spChg chg="mod">
          <ac:chgData name="Soumita Sengupta" userId="4afa6ce1-cb01-46c2-8538-4650222f0c96" providerId="ADAL" clId="{E312D671-FF45-4138-89B8-BF1BA535CB03}" dt="2021-06-04T11:39:41.201" v="904" actId="207"/>
          <ac:spMkLst>
            <pc:docMk/>
            <pc:sldMk cId="1995712021" sldId="913"/>
            <ac:spMk id="5" creationId="{BA7C92A5-213E-4745-87BD-2CBA254A5FD1}"/>
          </ac:spMkLst>
        </pc:spChg>
        <pc:spChg chg="mod">
          <ac:chgData name="Soumita Sengupta" userId="4afa6ce1-cb01-46c2-8538-4650222f0c96" providerId="ADAL" clId="{E312D671-FF45-4138-89B8-BF1BA535CB03}" dt="2021-06-04T11:28:09.081" v="134" actId="255"/>
          <ac:spMkLst>
            <pc:docMk/>
            <pc:sldMk cId="1995712021" sldId="913"/>
            <ac:spMk id="7" creationId="{CDFB9A60-0BE4-42AF-8C71-6561C2578D7E}"/>
          </ac:spMkLst>
        </pc:spChg>
      </pc:sldChg>
      <pc:sldChg chg="modSp add mod">
        <pc:chgData name="Soumita Sengupta" userId="4afa6ce1-cb01-46c2-8538-4650222f0c96" providerId="ADAL" clId="{E312D671-FF45-4138-89B8-BF1BA535CB03}" dt="2021-06-04T11:39:44.844" v="905" actId="207"/>
        <pc:sldMkLst>
          <pc:docMk/>
          <pc:sldMk cId="3460310019" sldId="914"/>
        </pc:sldMkLst>
        <pc:spChg chg="mod">
          <ac:chgData name="Soumita Sengupta" userId="4afa6ce1-cb01-46c2-8538-4650222f0c96" providerId="ADAL" clId="{E312D671-FF45-4138-89B8-BF1BA535CB03}" dt="2021-06-04T11:39:44.844" v="905" actId="207"/>
          <ac:spMkLst>
            <pc:docMk/>
            <pc:sldMk cId="3460310019" sldId="914"/>
            <ac:spMk id="4" creationId="{6D8E2E62-CCA0-4E0C-A248-DF30B281F4BE}"/>
          </ac:spMkLst>
        </pc:spChg>
        <pc:spChg chg="mod">
          <ac:chgData name="Soumita Sengupta" userId="4afa6ce1-cb01-46c2-8538-4650222f0c96" providerId="ADAL" clId="{E312D671-FF45-4138-89B8-BF1BA535CB03}" dt="2021-06-04T11:39:44.844" v="905" actId="207"/>
          <ac:spMkLst>
            <pc:docMk/>
            <pc:sldMk cId="3460310019" sldId="914"/>
            <ac:spMk id="5" creationId="{BA7C92A5-213E-4745-87BD-2CBA254A5FD1}"/>
          </ac:spMkLst>
        </pc:spChg>
        <pc:spChg chg="mod">
          <ac:chgData name="Soumita Sengupta" userId="4afa6ce1-cb01-46c2-8538-4650222f0c96" providerId="ADAL" clId="{E312D671-FF45-4138-89B8-BF1BA535CB03}" dt="2021-06-04T11:28:16.287" v="135" actId="255"/>
          <ac:spMkLst>
            <pc:docMk/>
            <pc:sldMk cId="3460310019" sldId="914"/>
            <ac:spMk id="7" creationId="{CDFB9A60-0BE4-42AF-8C71-6561C2578D7E}"/>
          </ac:spMkLst>
        </pc:spChg>
      </pc:sldChg>
      <pc:sldChg chg="del">
        <pc:chgData name="Soumita Sengupta" userId="4afa6ce1-cb01-46c2-8538-4650222f0c96" providerId="ADAL" clId="{E312D671-FF45-4138-89B8-BF1BA535CB03}" dt="2021-06-04T11:00:11.316" v="8" actId="47"/>
        <pc:sldMkLst>
          <pc:docMk/>
          <pc:sldMk cId="795492833" sldId="1321"/>
        </pc:sldMkLst>
      </pc:sldChg>
      <pc:sldChg chg="modSp mod ord">
        <pc:chgData name="Soumita Sengupta" userId="4afa6ce1-cb01-46c2-8538-4650222f0c96" providerId="ADAL" clId="{E312D671-FF45-4138-89B8-BF1BA535CB03}" dt="2021-06-04T11:00:09.916" v="7"/>
        <pc:sldMkLst>
          <pc:docMk/>
          <pc:sldMk cId="3693191466" sldId="1327"/>
        </pc:sldMkLst>
        <pc:spChg chg="mod">
          <ac:chgData name="Soumita Sengupta" userId="4afa6ce1-cb01-46c2-8538-4650222f0c96" providerId="ADAL" clId="{E312D671-FF45-4138-89B8-BF1BA535CB03}" dt="2021-06-04T11:00:07.071" v="5" actId="20577"/>
          <ac:spMkLst>
            <pc:docMk/>
            <pc:sldMk cId="3693191466" sldId="1327"/>
            <ac:spMk id="2" creationId="{57983F62-BBB9-431B-A37F-BDA0DC7153F6}"/>
          </ac:spMkLst>
        </pc:spChg>
      </pc:sldChg>
    </pc:docChg>
  </pc:docChgLst>
  <pc:docChgLst>
    <pc:chgData name="Soumita Sengupta" userId="4afa6ce1-cb01-46c2-8538-4650222f0c96" providerId="ADAL" clId="{8571DC48-0C12-45E0-9BF7-0A12C0FA93C2}"/>
    <pc:docChg chg="undo redo custSel addSld delSld modSld sldOrd addMainMaster modMainMaster">
      <pc:chgData name="Soumita Sengupta" userId="4afa6ce1-cb01-46c2-8538-4650222f0c96" providerId="ADAL" clId="{8571DC48-0C12-45E0-9BF7-0A12C0FA93C2}" dt="2021-05-19T10:05:56.962" v="535" actId="1038"/>
      <pc:docMkLst>
        <pc:docMk/>
      </pc:docMkLst>
      <pc:sldChg chg="modSp add mod">
        <pc:chgData name="Soumita Sengupta" userId="4afa6ce1-cb01-46c2-8538-4650222f0c96" providerId="ADAL" clId="{8571DC48-0C12-45E0-9BF7-0A12C0FA93C2}" dt="2021-05-17T08:14:01.208" v="385" actId="20577"/>
        <pc:sldMkLst>
          <pc:docMk/>
          <pc:sldMk cId="3505707011" sldId="258"/>
        </pc:sldMkLst>
        <pc:spChg chg="mod">
          <ac:chgData name="Soumita Sengupta" userId="4afa6ce1-cb01-46c2-8538-4650222f0c96" providerId="ADAL" clId="{8571DC48-0C12-45E0-9BF7-0A12C0FA93C2}" dt="2021-05-17T08:14:01.208" v="385" actId="20577"/>
          <ac:spMkLst>
            <pc:docMk/>
            <pc:sldMk cId="3505707011" sldId="258"/>
            <ac:spMk id="3" creationId="{00000000-0000-0000-0000-000000000000}"/>
          </ac:spMkLst>
        </pc:spChg>
        <pc:spChg chg="mod">
          <ac:chgData name="Soumita Sengupta" userId="4afa6ce1-cb01-46c2-8538-4650222f0c96" providerId="ADAL" clId="{8571DC48-0C12-45E0-9BF7-0A12C0FA93C2}" dt="2021-05-13T06:59:12.069" v="19" actId="20577"/>
          <ac:spMkLst>
            <pc:docMk/>
            <pc:sldMk cId="3505707011" sldId="258"/>
            <ac:spMk id="5" creationId="{00000000-0000-0000-0000-000000000000}"/>
          </ac:spMkLst>
        </pc:spChg>
        <pc:spChg chg="mod">
          <ac:chgData name="Soumita Sengupta" userId="4afa6ce1-cb01-46c2-8538-4650222f0c96" providerId="ADAL" clId="{8571DC48-0C12-45E0-9BF7-0A12C0FA93C2}" dt="2021-05-13T06:58:10.069" v="15" actId="108"/>
          <ac:spMkLst>
            <pc:docMk/>
            <pc:sldMk cId="3505707011" sldId="258"/>
            <ac:spMk id="6" creationId="{59C3A4C2-17E3-4EC2-B0BA-CBC8305B62A2}"/>
          </ac:spMkLst>
        </pc:spChg>
      </pc:sldChg>
      <pc:sldChg chg="modSp add mod">
        <pc:chgData name="Soumita Sengupta" userId="4afa6ce1-cb01-46c2-8538-4650222f0c96" providerId="ADAL" clId="{8571DC48-0C12-45E0-9BF7-0A12C0FA93C2}" dt="2021-05-17T08:14:20.775" v="389" actId="20577"/>
        <pc:sldMkLst>
          <pc:docMk/>
          <pc:sldMk cId="1912468287" sldId="260"/>
        </pc:sldMkLst>
        <pc:spChg chg="mod">
          <ac:chgData name="Soumita Sengupta" userId="4afa6ce1-cb01-46c2-8538-4650222f0c96" providerId="ADAL" clId="{8571DC48-0C12-45E0-9BF7-0A12C0FA93C2}" dt="2021-05-17T08:14:17.421" v="387" actId="207"/>
          <ac:spMkLst>
            <pc:docMk/>
            <pc:sldMk cId="1912468287" sldId="260"/>
            <ac:spMk id="4" creationId="{00000000-0000-0000-0000-000000000000}"/>
          </ac:spMkLst>
        </pc:spChg>
        <pc:spChg chg="mod">
          <ac:chgData name="Soumita Sengupta" userId="4afa6ce1-cb01-46c2-8538-4650222f0c96" providerId="ADAL" clId="{8571DC48-0C12-45E0-9BF7-0A12C0FA93C2}" dt="2021-05-13T07:13:13.064" v="26" actId="255"/>
          <ac:spMkLst>
            <pc:docMk/>
            <pc:sldMk cId="1912468287" sldId="260"/>
            <ac:spMk id="5" creationId="{00000000-0000-0000-0000-000000000000}"/>
          </ac:spMkLst>
        </pc:spChg>
        <pc:spChg chg="mod">
          <ac:chgData name="Soumita Sengupta" userId="4afa6ce1-cb01-46c2-8538-4650222f0c96" providerId="ADAL" clId="{8571DC48-0C12-45E0-9BF7-0A12C0FA93C2}" dt="2021-05-17T08:14:20.775" v="389" actId="20577"/>
          <ac:spMkLst>
            <pc:docMk/>
            <pc:sldMk cId="1912468287" sldId="260"/>
            <ac:spMk id="6" creationId="{00000000-0000-0000-0000-000000000000}"/>
          </ac:spMkLst>
        </pc:spChg>
      </pc:sldChg>
      <pc:sldChg chg="modSp mod">
        <pc:chgData name="Soumita Sengupta" userId="4afa6ce1-cb01-46c2-8538-4650222f0c96" providerId="ADAL" clId="{8571DC48-0C12-45E0-9BF7-0A12C0FA93C2}" dt="2021-05-13T07:19:47.236" v="44" actId="20577"/>
        <pc:sldMkLst>
          <pc:docMk/>
          <pc:sldMk cId="3879588154" sldId="290"/>
        </pc:sldMkLst>
        <pc:spChg chg="mod">
          <ac:chgData name="Soumita Sengupta" userId="4afa6ce1-cb01-46c2-8538-4650222f0c96" providerId="ADAL" clId="{8571DC48-0C12-45E0-9BF7-0A12C0FA93C2}" dt="2021-05-13T07:19:47.236" v="44" actId="20577"/>
          <ac:spMkLst>
            <pc:docMk/>
            <pc:sldMk cId="3879588154" sldId="290"/>
            <ac:spMk id="5" creationId="{00000000-0000-0000-0000-000000000000}"/>
          </ac:spMkLst>
        </pc:spChg>
      </pc:sldChg>
      <pc:sldChg chg="modSp mod">
        <pc:chgData name="Soumita Sengupta" userId="4afa6ce1-cb01-46c2-8538-4650222f0c96" providerId="ADAL" clId="{8571DC48-0C12-45E0-9BF7-0A12C0FA93C2}" dt="2021-05-17T11:44:32.644" v="419" actId="207"/>
        <pc:sldMkLst>
          <pc:docMk/>
          <pc:sldMk cId="2478915525" sldId="296"/>
        </pc:sldMkLst>
        <pc:spChg chg="mod">
          <ac:chgData name="Soumita Sengupta" userId="4afa6ce1-cb01-46c2-8538-4650222f0c96" providerId="ADAL" clId="{8571DC48-0C12-45E0-9BF7-0A12C0FA93C2}" dt="2021-05-17T11:44:27.106" v="418" actId="207"/>
          <ac:spMkLst>
            <pc:docMk/>
            <pc:sldMk cId="2478915525" sldId="296"/>
            <ac:spMk id="3" creationId="{00000000-0000-0000-0000-000000000000}"/>
          </ac:spMkLst>
        </pc:spChg>
        <pc:spChg chg="mod">
          <ac:chgData name="Soumita Sengupta" userId="4afa6ce1-cb01-46c2-8538-4650222f0c96" providerId="ADAL" clId="{8571DC48-0C12-45E0-9BF7-0A12C0FA93C2}" dt="2021-05-17T11:44:32.644" v="419" actId="207"/>
          <ac:spMkLst>
            <pc:docMk/>
            <pc:sldMk cId="2478915525" sldId="296"/>
            <ac:spMk id="4" creationId="{00000000-0000-0000-0000-000000000000}"/>
          </ac:spMkLst>
        </pc:spChg>
      </pc:sldChg>
      <pc:sldChg chg="modSp mod">
        <pc:chgData name="Soumita Sengupta" userId="4afa6ce1-cb01-46c2-8538-4650222f0c96" providerId="ADAL" clId="{8571DC48-0C12-45E0-9BF7-0A12C0FA93C2}" dt="2021-05-19T10:05:56.962" v="535" actId="1038"/>
        <pc:sldMkLst>
          <pc:docMk/>
          <pc:sldMk cId="1092620403" sldId="297"/>
        </pc:sldMkLst>
        <pc:spChg chg="mod">
          <ac:chgData name="Soumita Sengupta" userId="4afa6ce1-cb01-46c2-8538-4650222f0c96" providerId="ADAL" clId="{8571DC48-0C12-45E0-9BF7-0A12C0FA93C2}" dt="2021-05-17T11:45:23.089" v="425" actId="207"/>
          <ac:spMkLst>
            <pc:docMk/>
            <pc:sldMk cId="1092620403" sldId="297"/>
            <ac:spMk id="4" creationId="{00000000-0000-0000-0000-000000000000}"/>
          </ac:spMkLst>
        </pc:spChg>
        <pc:spChg chg="mod">
          <ac:chgData name="Soumita Sengupta" userId="4afa6ce1-cb01-46c2-8538-4650222f0c96" providerId="ADAL" clId="{8571DC48-0C12-45E0-9BF7-0A12C0FA93C2}" dt="2021-05-17T11:45:16.519" v="424" actId="207"/>
          <ac:spMkLst>
            <pc:docMk/>
            <pc:sldMk cId="1092620403" sldId="297"/>
            <ac:spMk id="8" creationId="{00000000-0000-0000-0000-000000000000}"/>
          </ac:spMkLst>
        </pc:spChg>
        <pc:spChg chg="mod">
          <ac:chgData name="Soumita Sengupta" userId="4afa6ce1-cb01-46c2-8538-4650222f0c96" providerId="ADAL" clId="{8571DC48-0C12-45E0-9BF7-0A12C0FA93C2}" dt="2021-05-17T11:45:01.831" v="421" actId="20577"/>
          <ac:spMkLst>
            <pc:docMk/>
            <pc:sldMk cId="1092620403" sldId="297"/>
            <ac:spMk id="14" creationId="{00000000-0000-0000-0000-000000000000}"/>
          </ac:spMkLst>
        </pc:spChg>
        <pc:picChg chg="mod">
          <ac:chgData name="Soumita Sengupta" userId="4afa6ce1-cb01-46c2-8538-4650222f0c96" providerId="ADAL" clId="{8571DC48-0C12-45E0-9BF7-0A12C0FA93C2}" dt="2021-05-19T10:05:56.962" v="535" actId="1038"/>
          <ac:picMkLst>
            <pc:docMk/>
            <pc:sldMk cId="1092620403" sldId="297"/>
            <ac:picMk id="3" creationId="{0EEBE3EA-19F1-4A12-AB09-BFFAE305EF91}"/>
          </ac:picMkLst>
        </pc:picChg>
      </pc:sldChg>
      <pc:sldChg chg="modSp mod">
        <pc:chgData name="Soumita Sengupta" userId="4afa6ce1-cb01-46c2-8538-4650222f0c96" providerId="ADAL" clId="{8571DC48-0C12-45E0-9BF7-0A12C0FA93C2}" dt="2021-05-17T11:45:34.240" v="427" actId="207"/>
        <pc:sldMkLst>
          <pc:docMk/>
          <pc:sldMk cId="665055627" sldId="298"/>
        </pc:sldMkLst>
        <pc:spChg chg="mod">
          <ac:chgData name="Soumita Sengupta" userId="4afa6ce1-cb01-46c2-8538-4650222f0c96" providerId="ADAL" clId="{8571DC48-0C12-45E0-9BF7-0A12C0FA93C2}" dt="2021-05-17T11:45:34.240" v="427" actId="207"/>
          <ac:spMkLst>
            <pc:docMk/>
            <pc:sldMk cId="665055627" sldId="298"/>
            <ac:spMk id="4" creationId="{00000000-0000-0000-0000-000000000000}"/>
          </ac:spMkLst>
        </pc:spChg>
        <pc:spChg chg="mod">
          <ac:chgData name="Soumita Sengupta" userId="4afa6ce1-cb01-46c2-8538-4650222f0c96" providerId="ADAL" clId="{8571DC48-0C12-45E0-9BF7-0A12C0FA93C2}" dt="2021-05-17T11:45:29.556" v="426" actId="207"/>
          <ac:spMkLst>
            <pc:docMk/>
            <pc:sldMk cId="665055627" sldId="298"/>
            <ac:spMk id="8" creationId="{00000000-0000-0000-0000-000000000000}"/>
          </ac:spMkLst>
        </pc:spChg>
      </pc:sldChg>
      <pc:sldChg chg="modSp mod">
        <pc:chgData name="Soumita Sengupta" userId="4afa6ce1-cb01-46c2-8538-4650222f0c96" providerId="ADAL" clId="{8571DC48-0C12-45E0-9BF7-0A12C0FA93C2}" dt="2021-05-17T14:10:46.983" v="429" actId="207"/>
        <pc:sldMkLst>
          <pc:docMk/>
          <pc:sldMk cId="3976154013" sldId="300"/>
        </pc:sldMkLst>
        <pc:spChg chg="mod">
          <ac:chgData name="Soumita Sengupta" userId="4afa6ce1-cb01-46c2-8538-4650222f0c96" providerId="ADAL" clId="{8571DC48-0C12-45E0-9BF7-0A12C0FA93C2}" dt="2021-05-17T14:10:42.964" v="428" actId="207"/>
          <ac:spMkLst>
            <pc:docMk/>
            <pc:sldMk cId="3976154013" sldId="300"/>
            <ac:spMk id="3" creationId="{00000000-0000-0000-0000-000000000000}"/>
          </ac:spMkLst>
        </pc:spChg>
        <pc:spChg chg="mod">
          <ac:chgData name="Soumita Sengupta" userId="4afa6ce1-cb01-46c2-8538-4650222f0c96" providerId="ADAL" clId="{8571DC48-0C12-45E0-9BF7-0A12C0FA93C2}" dt="2021-05-17T14:10:46.983" v="429" actId="207"/>
          <ac:spMkLst>
            <pc:docMk/>
            <pc:sldMk cId="3976154013" sldId="300"/>
            <ac:spMk id="4" creationId="{00000000-0000-0000-0000-000000000000}"/>
          </ac:spMkLst>
        </pc:spChg>
      </pc:sldChg>
      <pc:sldChg chg="modSp mod">
        <pc:chgData name="Soumita Sengupta" userId="4afa6ce1-cb01-46c2-8538-4650222f0c96" providerId="ADAL" clId="{8571DC48-0C12-45E0-9BF7-0A12C0FA93C2}" dt="2021-05-13T06:57:16.821" v="7" actId="1076"/>
        <pc:sldMkLst>
          <pc:docMk/>
          <pc:sldMk cId="2584036331" sldId="339"/>
        </pc:sldMkLst>
        <pc:spChg chg="mod">
          <ac:chgData name="Soumita Sengupta" userId="4afa6ce1-cb01-46c2-8538-4650222f0c96" providerId="ADAL" clId="{8571DC48-0C12-45E0-9BF7-0A12C0FA93C2}" dt="2021-05-13T06:57:07.554" v="6" actId="14100"/>
          <ac:spMkLst>
            <pc:docMk/>
            <pc:sldMk cId="2584036331" sldId="339"/>
            <ac:spMk id="5" creationId="{6D1A1596-A8D7-4C1A-8956-0FA40A84EFCA}"/>
          </ac:spMkLst>
        </pc:spChg>
        <pc:spChg chg="mod">
          <ac:chgData name="Soumita Sengupta" userId="4afa6ce1-cb01-46c2-8538-4650222f0c96" providerId="ADAL" clId="{8571DC48-0C12-45E0-9BF7-0A12C0FA93C2}" dt="2021-05-13T06:57:16.821" v="7" actId="1076"/>
          <ac:spMkLst>
            <pc:docMk/>
            <pc:sldMk cId="2584036331" sldId="339"/>
            <ac:spMk id="6" creationId="{C8FE3195-D3A1-4850-9090-DFEED874F1D9}"/>
          </ac:spMkLst>
        </pc:spChg>
      </pc:sldChg>
      <pc:sldChg chg="modSp mod">
        <pc:chgData name="Soumita Sengupta" userId="4afa6ce1-cb01-46c2-8538-4650222f0c96" providerId="ADAL" clId="{8571DC48-0C12-45E0-9BF7-0A12C0FA93C2}" dt="2021-05-13T07:12:53.020" v="23" actId="1076"/>
        <pc:sldMkLst>
          <pc:docMk/>
          <pc:sldMk cId="473323582" sldId="359"/>
        </pc:sldMkLst>
        <pc:spChg chg="mod">
          <ac:chgData name="Soumita Sengupta" userId="4afa6ce1-cb01-46c2-8538-4650222f0c96" providerId="ADAL" clId="{8571DC48-0C12-45E0-9BF7-0A12C0FA93C2}" dt="2021-05-13T07:12:53.020" v="23" actId="1076"/>
          <ac:spMkLst>
            <pc:docMk/>
            <pc:sldMk cId="473323582" sldId="359"/>
            <ac:spMk id="2" creationId="{57983F62-BBB9-431B-A37F-BDA0DC7153F6}"/>
          </ac:spMkLst>
        </pc:spChg>
      </pc:sldChg>
      <pc:sldChg chg="modSp add mod ord">
        <pc:chgData name="Soumita Sengupta" userId="4afa6ce1-cb01-46c2-8538-4650222f0c96" providerId="ADAL" clId="{8571DC48-0C12-45E0-9BF7-0A12C0FA93C2}" dt="2021-05-13T07:19:21.973" v="36"/>
        <pc:sldMkLst>
          <pc:docMk/>
          <pc:sldMk cId="247062728" sldId="492"/>
        </pc:sldMkLst>
        <pc:spChg chg="mod">
          <ac:chgData name="Soumita Sengupta" userId="4afa6ce1-cb01-46c2-8538-4650222f0c96" providerId="ADAL" clId="{8571DC48-0C12-45E0-9BF7-0A12C0FA93C2}" dt="2021-05-13T07:19:21.973" v="36"/>
          <ac:spMkLst>
            <pc:docMk/>
            <pc:sldMk cId="247062728" sldId="492"/>
            <ac:spMk id="2" creationId="{57983F62-BBB9-431B-A37F-BDA0DC7153F6}"/>
          </ac:spMkLst>
        </pc:spChg>
      </pc:sldChg>
      <pc:sldChg chg="modSp mod">
        <pc:chgData name="Soumita Sengupta" userId="4afa6ce1-cb01-46c2-8538-4650222f0c96" providerId="ADAL" clId="{8571DC48-0C12-45E0-9BF7-0A12C0FA93C2}" dt="2021-05-17T14:26:46.357" v="449" actId="207"/>
        <pc:sldMkLst>
          <pc:docMk/>
          <pc:sldMk cId="3513540522" sldId="493"/>
        </pc:sldMkLst>
        <pc:spChg chg="mod">
          <ac:chgData name="Soumita Sengupta" userId="4afa6ce1-cb01-46c2-8538-4650222f0c96" providerId="ADAL" clId="{8571DC48-0C12-45E0-9BF7-0A12C0FA93C2}" dt="2021-05-17T14:26:46.357" v="449" actId="207"/>
          <ac:spMkLst>
            <pc:docMk/>
            <pc:sldMk cId="3513540522" sldId="493"/>
            <ac:spMk id="3" creationId="{00000000-0000-0000-0000-000000000000}"/>
          </ac:spMkLst>
        </pc:spChg>
        <pc:spChg chg="mod">
          <ac:chgData name="Soumita Sengupta" userId="4afa6ce1-cb01-46c2-8538-4650222f0c96" providerId="ADAL" clId="{8571DC48-0C12-45E0-9BF7-0A12C0FA93C2}" dt="2021-05-17T14:26:46.357" v="449" actId="207"/>
          <ac:spMkLst>
            <pc:docMk/>
            <pc:sldMk cId="3513540522" sldId="493"/>
            <ac:spMk id="4" creationId="{00000000-0000-0000-0000-000000000000}"/>
          </ac:spMkLst>
        </pc:spChg>
      </pc:sldChg>
      <pc:sldChg chg="modSp mod">
        <pc:chgData name="Soumita Sengupta" userId="4afa6ce1-cb01-46c2-8538-4650222f0c96" providerId="ADAL" clId="{8571DC48-0C12-45E0-9BF7-0A12C0FA93C2}" dt="2021-05-17T14:28:10.267" v="459" actId="207"/>
        <pc:sldMkLst>
          <pc:docMk/>
          <pc:sldMk cId="3201109162" sldId="495"/>
        </pc:sldMkLst>
        <pc:spChg chg="mod">
          <ac:chgData name="Soumita Sengupta" userId="4afa6ce1-cb01-46c2-8538-4650222f0c96" providerId="ADAL" clId="{8571DC48-0C12-45E0-9BF7-0A12C0FA93C2}" dt="2021-05-17T14:28:10.267" v="459" actId="207"/>
          <ac:spMkLst>
            <pc:docMk/>
            <pc:sldMk cId="3201109162" sldId="495"/>
            <ac:spMk id="3" creationId="{00000000-0000-0000-0000-000000000000}"/>
          </ac:spMkLst>
        </pc:spChg>
        <pc:spChg chg="mod">
          <ac:chgData name="Soumita Sengupta" userId="4afa6ce1-cb01-46c2-8538-4650222f0c96" providerId="ADAL" clId="{8571DC48-0C12-45E0-9BF7-0A12C0FA93C2}" dt="2021-05-17T14:28:10.267" v="459" actId="207"/>
          <ac:spMkLst>
            <pc:docMk/>
            <pc:sldMk cId="3201109162" sldId="495"/>
            <ac:spMk id="4" creationId="{00000000-0000-0000-0000-000000000000}"/>
          </ac:spMkLst>
        </pc:spChg>
      </pc:sldChg>
      <pc:sldChg chg="modSp mod">
        <pc:chgData name="Soumita Sengupta" userId="4afa6ce1-cb01-46c2-8538-4650222f0c96" providerId="ADAL" clId="{8571DC48-0C12-45E0-9BF7-0A12C0FA93C2}" dt="2021-05-17T14:28:15.972" v="460" actId="207"/>
        <pc:sldMkLst>
          <pc:docMk/>
          <pc:sldMk cId="2730795599" sldId="496"/>
        </pc:sldMkLst>
        <pc:spChg chg="mod">
          <ac:chgData name="Soumita Sengupta" userId="4afa6ce1-cb01-46c2-8538-4650222f0c96" providerId="ADAL" clId="{8571DC48-0C12-45E0-9BF7-0A12C0FA93C2}" dt="2021-05-17T14:28:15.972" v="460" actId="207"/>
          <ac:spMkLst>
            <pc:docMk/>
            <pc:sldMk cId="2730795599" sldId="496"/>
            <ac:spMk id="3" creationId="{00000000-0000-0000-0000-000000000000}"/>
          </ac:spMkLst>
        </pc:spChg>
        <pc:spChg chg="mod">
          <ac:chgData name="Soumita Sengupta" userId="4afa6ce1-cb01-46c2-8538-4650222f0c96" providerId="ADAL" clId="{8571DC48-0C12-45E0-9BF7-0A12C0FA93C2}" dt="2021-05-17T14:28:15.972" v="460" actId="207"/>
          <ac:spMkLst>
            <pc:docMk/>
            <pc:sldMk cId="2730795599" sldId="496"/>
            <ac:spMk id="4" creationId="{00000000-0000-0000-0000-000000000000}"/>
          </ac:spMkLst>
        </pc:spChg>
      </pc:sldChg>
      <pc:sldChg chg="modSp mod">
        <pc:chgData name="Soumita Sengupta" userId="4afa6ce1-cb01-46c2-8538-4650222f0c96" providerId="ADAL" clId="{8571DC48-0C12-45E0-9BF7-0A12C0FA93C2}" dt="2021-05-17T14:28:33.142" v="462" actId="207"/>
        <pc:sldMkLst>
          <pc:docMk/>
          <pc:sldMk cId="3201341972" sldId="498"/>
        </pc:sldMkLst>
        <pc:spChg chg="mod">
          <ac:chgData name="Soumita Sengupta" userId="4afa6ce1-cb01-46c2-8538-4650222f0c96" providerId="ADAL" clId="{8571DC48-0C12-45E0-9BF7-0A12C0FA93C2}" dt="2021-05-17T14:28:33.142" v="462" actId="207"/>
          <ac:spMkLst>
            <pc:docMk/>
            <pc:sldMk cId="3201341972" sldId="498"/>
            <ac:spMk id="2" creationId="{D7229EAB-2797-4C92-B9F3-E1A52FD16017}"/>
          </ac:spMkLst>
        </pc:spChg>
        <pc:spChg chg="mod">
          <ac:chgData name="Soumita Sengupta" userId="4afa6ce1-cb01-46c2-8538-4650222f0c96" providerId="ADAL" clId="{8571DC48-0C12-45E0-9BF7-0A12C0FA93C2}" dt="2021-05-17T14:28:33.142" v="462" actId="207"/>
          <ac:spMkLst>
            <pc:docMk/>
            <pc:sldMk cId="3201341972" sldId="498"/>
            <ac:spMk id="4" creationId="{00000000-0000-0000-0000-000000000000}"/>
          </ac:spMkLst>
        </pc:spChg>
      </pc:sldChg>
      <pc:sldChg chg="modSp mod">
        <pc:chgData name="Soumita Sengupta" userId="4afa6ce1-cb01-46c2-8538-4650222f0c96" providerId="ADAL" clId="{8571DC48-0C12-45E0-9BF7-0A12C0FA93C2}" dt="2021-05-17T14:29:26.025" v="468" actId="207"/>
        <pc:sldMkLst>
          <pc:docMk/>
          <pc:sldMk cId="51554605" sldId="502"/>
        </pc:sldMkLst>
        <pc:spChg chg="mod">
          <ac:chgData name="Soumita Sengupta" userId="4afa6ce1-cb01-46c2-8538-4650222f0c96" providerId="ADAL" clId="{8571DC48-0C12-45E0-9BF7-0A12C0FA93C2}" dt="2021-05-17T14:29:26.025" v="468" actId="207"/>
          <ac:spMkLst>
            <pc:docMk/>
            <pc:sldMk cId="51554605" sldId="502"/>
            <ac:spMk id="3" creationId="{00000000-0000-0000-0000-000000000000}"/>
          </ac:spMkLst>
        </pc:spChg>
        <pc:spChg chg="mod">
          <ac:chgData name="Soumita Sengupta" userId="4afa6ce1-cb01-46c2-8538-4650222f0c96" providerId="ADAL" clId="{8571DC48-0C12-45E0-9BF7-0A12C0FA93C2}" dt="2021-05-17T14:29:26.025" v="468" actId="207"/>
          <ac:spMkLst>
            <pc:docMk/>
            <pc:sldMk cId="51554605" sldId="502"/>
            <ac:spMk id="4" creationId="{00000000-0000-0000-0000-000000000000}"/>
          </ac:spMkLst>
        </pc:spChg>
      </pc:sldChg>
      <pc:sldChg chg="modSp mod">
        <pc:chgData name="Soumita Sengupta" userId="4afa6ce1-cb01-46c2-8538-4650222f0c96" providerId="ADAL" clId="{8571DC48-0C12-45E0-9BF7-0A12C0FA93C2}" dt="2021-05-17T14:29:33.578" v="469" actId="207"/>
        <pc:sldMkLst>
          <pc:docMk/>
          <pc:sldMk cId="1902268106" sldId="504"/>
        </pc:sldMkLst>
        <pc:spChg chg="mod">
          <ac:chgData name="Soumita Sengupta" userId="4afa6ce1-cb01-46c2-8538-4650222f0c96" providerId="ADAL" clId="{8571DC48-0C12-45E0-9BF7-0A12C0FA93C2}" dt="2021-05-17T14:29:33.578" v="469" actId="207"/>
          <ac:spMkLst>
            <pc:docMk/>
            <pc:sldMk cId="1902268106" sldId="504"/>
            <ac:spMk id="3" creationId="{00000000-0000-0000-0000-000000000000}"/>
          </ac:spMkLst>
        </pc:spChg>
        <pc:spChg chg="mod">
          <ac:chgData name="Soumita Sengupta" userId="4afa6ce1-cb01-46c2-8538-4650222f0c96" providerId="ADAL" clId="{8571DC48-0C12-45E0-9BF7-0A12C0FA93C2}" dt="2021-05-17T14:29:33.578" v="469" actId="207"/>
          <ac:spMkLst>
            <pc:docMk/>
            <pc:sldMk cId="1902268106" sldId="504"/>
            <ac:spMk id="4" creationId="{00000000-0000-0000-0000-000000000000}"/>
          </ac:spMkLst>
        </pc:spChg>
      </pc:sldChg>
      <pc:sldChg chg="modSp mod">
        <pc:chgData name="Soumita Sengupta" userId="4afa6ce1-cb01-46c2-8538-4650222f0c96" providerId="ADAL" clId="{8571DC48-0C12-45E0-9BF7-0A12C0FA93C2}" dt="2021-05-17T14:29:56.748" v="471" actId="207"/>
        <pc:sldMkLst>
          <pc:docMk/>
          <pc:sldMk cId="4046367649" sldId="505"/>
        </pc:sldMkLst>
        <pc:spChg chg="mod">
          <ac:chgData name="Soumita Sengupta" userId="4afa6ce1-cb01-46c2-8538-4650222f0c96" providerId="ADAL" clId="{8571DC48-0C12-45E0-9BF7-0A12C0FA93C2}" dt="2021-05-17T14:29:56.748" v="471" actId="207"/>
          <ac:spMkLst>
            <pc:docMk/>
            <pc:sldMk cId="4046367649" sldId="505"/>
            <ac:spMk id="3" creationId="{00000000-0000-0000-0000-000000000000}"/>
          </ac:spMkLst>
        </pc:spChg>
        <pc:spChg chg="mod">
          <ac:chgData name="Soumita Sengupta" userId="4afa6ce1-cb01-46c2-8538-4650222f0c96" providerId="ADAL" clId="{8571DC48-0C12-45E0-9BF7-0A12C0FA93C2}" dt="2021-05-17T14:29:56.748" v="471" actId="207"/>
          <ac:spMkLst>
            <pc:docMk/>
            <pc:sldMk cId="4046367649" sldId="505"/>
            <ac:spMk id="4" creationId="{00000000-0000-0000-0000-000000000000}"/>
          </ac:spMkLst>
        </pc:spChg>
      </pc:sldChg>
      <pc:sldChg chg="modSp mod">
        <pc:chgData name="Soumita Sengupta" userId="4afa6ce1-cb01-46c2-8538-4650222f0c96" providerId="ADAL" clId="{8571DC48-0C12-45E0-9BF7-0A12C0FA93C2}" dt="2021-05-17T14:30:02.829" v="472" actId="207"/>
        <pc:sldMkLst>
          <pc:docMk/>
          <pc:sldMk cId="3681553546" sldId="506"/>
        </pc:sldMkLst>
        <pc:spChg chg="mod">
          <ac:chgData name="Soumita Sengupta" userId="4afa6ce1-cb01-46c2-8538-4650222f0c96" providerId="ADAL" clId="{8571DC48-0C12-45E0-9BF7-0A12C0FA93C2}" dt="2021-05-17T14:30:02.829" v="472" actId="207"/>
          <ac:spMkLst>
            <pc:docMk/>
            <pc:sldMk cId="3681553546" sldId="506"/>
            <ac:spMk id="3" creationId="{00000000-0000-0000-0000-000000000000}"/>
          </ac:spMkLst>
        </pc:spChg>
        <pc:spChg chg="mod">
          <ac:chgData name="Soumita Sengupta" userId="4afa6ce1-cb01-46c2-8538-4650222f0c96" providerId="ADAL" clId="{8571DC48-0C12-45E0-9BF7-0A12C0FA93C2}" dt="2021-05-17T14:30:02.829" v="472" actId="207"/>
          <ac:spMkLst>
            <pc:docMk/>
            <pc:sldMk cId="3681553546" sldId="506"/>
            <ac:spMk id="4" creationId="{00000000-0000-0000-0000-000000000000}"/>
          </ac:spMkLst>
        </pc:spChg>
      </pc:sldChg>
      <pc:sldChg chg="modSp mod">
        <pc:chgData name="Soumita Sengupta" userId="4afa6ce1-cb01-46c2-8538-4650222f0c96" providerId="ADAL" clId="{8571DC48-0C12-45E0-9BF7-0A12C0FA93C2}" dt="2021-05-17T14:30:20.628" v="474" actId="207"/>
        <pc:sldMkLst>
          <pc:docMk/>
          <pc:sldMk cId="3736971921" sldId="507"/>
        </pc:sldMkLst>
        <pc:spChg chg="mod">
          <ac:chgData name="Soumita Sengupta" userId="4afa6ce1-cb01-46c2-8538-4650222f0c96" providerId="ADAL" clId="{8571DC48-0C12-45E0-9BF7-0A12C0FA93C2}" dt="2021-05-17T14:30:20.628" v="474" actId="207"/>
          <ac:spMkLst>
            <pc:docMk/>
            <pc:sldMk cId="3736971921" sldId="507"/>
            <ac:spMk id="3" creationId="{00000000-0000-0000-0000-000000000000}"/>
          </ac:spMkLst>
        </pc:spChg>
        <pc:spChg chg="mod">
          <ac:chgData name="Soumita Sengupta" userId="4afa6ce1-cb01-46c2-8538-4650222f0c96" providerId="ADAL" clId="{8571DC48-0C12-45E0-9BF7-0A12C0FA93C2}" dt="2021-05-17T14:30:20.628" v="474" actId="207"/>
          <ac:spMkLst>
            <pc:docMk/>
            <pc:sldMk cId="3736971921" sldId="507"/>
            <ac:spMk id="4" creationId="{00000000-0000-0000-0000-000000000000}"/>
          </ac:spMkLst>
        </pc:spChg>
      </pc:sldChg>
      <pc:sldChg chg="modSp mod">
        <pc:chgData name="Soumita Sengupta" userId="4afa6ce1-cb01-46c2-8538-4650222f0c96" providerId="ADAL" clId="{8571DC48-0C12-45E0-9BF7-0A12C0FA93C2}" dt="2021-05-17T14:30:49.988" v="478" actId="207"/>
        <pc:sldMkLst>
          <pc:docMk/>
          <pc:sldMk cId="125891335" sldId="510"/>
        </pc:sldMkLst>
        <pc:spChg chg="mod">
          <ac:chgData name="Soumita Sengupta" userId="4afa6ce1-cb01-46c2-8538-4650222f0c96" providerId="ADAL" clId="{8571DC48-0C12-45E0-9BF7-0A12C0FA93C2}" dt="2021-05-17T14:30:49.988" v="478" actId="207"/>
          <ac:spMkLst>
            <pc:docMk/>
            <pc:sldMk cId="125891335" sldId="510"/>
            <ac:spMk id="3" creationId="{00000000-0000-0000-0000-000000000000}"/>
          </ac:spMkLst>
        </pc:spChg>
        <pc:spChg chg="mod">
          <ac:chgData name="Soumita Sengupta" userId="4afa6ce1-cb01-46c2-8538-4650222f0c96" providerId="ADAL" clId="{8571DC48-0C12-45E0-9BF7-0A12C0FA93C2}" dt="2021-05-17T14:30:49.988" v="478" actId="207"/>
          <ac:spMkLst>
            <pc:docMk/>
            <pc:sldMk cId="125891335" sldId="510"/>
            <ac:spMk id="4" creationId="{00000000-0000-0000-0000-000000000000}"/>
          </ac:spMkLst>
        </pc:spChg>
      </pc:sldChg>
      <pc:sldChg chg="modSp mod">
        <pc:chgData name="Soumita Sengupta" userId="4afa6ce1-cb01-46c2-8538-4650222f0c96" providerId="ADAL" clId="{8571DC48-0C12-45E0-9BF7-0A12C0FA93C2}" dt="2021-05-17T14:31:00.385" v="479" actId="207"/>
        <pc:sldMkLst>
          <pc:docMk/>
          <pc:sldMk cId="1263259725" sldId="512"/>
        </pc:sldMkLst>
        <pc:spChg chg="mod">
          <ac:chgData name="Soumita Sengupta" userId="4afa6ce1-cb01-46c2-8538-4650222f0c96" providerId="ADAL" clId="{8571DC48-0C12-45E0-9BF7-0A12C0FA93C2}" dt="2021-05-17T14:31:00.385" v="479" actId="207"/>
          <ac:spMkLst>
            <pc:docMk/>
            <pc:sldMk cId="1263259725" sldId="512"/>
            <ac:spMk id="3" creationId="{00000000-0000-0000-0000-000000000000}"/>
          </ac:spMkLst>
        </pc:spChg>
        <pc:spChg chg="mod">
          <ac:chgData name="Soumita Sengupta" userId="4afa6ce1-cb01-46c2-8538-4650222f0c96" providerId="ADAL" clId="{8571DC48-0C12-45E0-9BF7-0A12C0FA93C2}" dt="2021-05-17T14:31:00.385" v="479" actId="207"/>
          <ac:spMkLst>
            <pc:docMk/>
            <pc:sldMk cId="1263259725" sldId="512"/>
            <ac:spMk id="4" creationId="{00000000-0000-0000-0000-000000000000}"/>
          </ac:spMkLst>
        </pc:spChg>
      </pc:sldChg>
      <pc:sldChg chg="modSp mod">
        <pc:chgData name="Soumita Sengupta" userId="4afa6ce1-cb01-46c2-8538-4650222f0c96" providerId="ADAL" clId="{8571DC48-0C12-45E0-9BF7-0A12C0FA93C2}" dt="2021-05-17T14:31:06.566" v="480" actId="207"/>
        <pc:sldMkLst>
          <pc:docMk/>
          <pc:sldMk cId="1013096958" sldId="513"/>
        </pc:sldMkLst>
        <pc:spChg chg="mod">
          <ac:chgData name="Soumita Sengupta" userId="4afa6ce1-cb01-46c2-8538-4650222f0c96" providerId="ADAL" clId="{8571DC48-0C12-45E0-9BF7-0A12C0FA93C2}" dt="2021-05-17T14:31:06.566" v="480" actId="207"/>
          <ac:spMkLst>
            <pc:docMk/>
            <pc:sldMk cId="1013096958" sldId="513"/>
            <ac:spMk id="3" creationId="{00000000-0000-0000-0000-000000000000}"/>
          </ac:spMkLst>
        </pc:spChg>
        <pc:spChg chg="mod">
          <ac:chgData name="Soumita Sengupta" userId="4afa6ce1-cb01-46c2-8538-4650222f0c96" providerId="ADAL" clId="{8571DC48-0C12-45E0-9BF7-0A12C0FA93C2}" dt="2021-05-17T14:31:06.566" v="480" actId="207"/>
          <ac:spMkLst>
            <pc:docMk/>
            <pc:sldMk cId="1013096958" sldId="513"/>
            <ac:spMk id="4" creationId="{00000000-0000-0000-0000-000000000000}"/>
          </ac:spMkLst>
        </pc:spChg>
      </pc:sldChg>
      <pc:sldChg chg="modSp mod">
        <pc:chgData name="Soumita Sengupta" userId="4afa6ce1-cb01-46c2-8538-4650222f0c96" providerId="ADAL" clId="{8571DC48-0C12-45E0-9BF7-0A12C0FA93C2}" dt="2021-05-17T14:31:12.385" v="481" actId="207"/>
        <pc:sldMkLst>
          <pc:docMk/>
          <pc:sldMk cId="376726005" sldId="514"/>
        </pc:sldMkLst>
        <pc:spChg chg="mod">
          <ac:chgData name="Soumita Sengupta" userId="4afa6ce1-cb01-46c2-8538-4650222f0c96" providerId="ADAL" clId="{8571DC48-0C12-45E0-9BF7-0A12C0FA93C2}" dt="2021-05-17T14:31:12.385" v="481" actId="207"/>
          <ac:spMkLst>
            <pc:docMk/>
            <pc:sldMk cId="376726005" sldId="514"/>
            <ac:spMk id="3" creationId="{00000000-0000-0000-0000-000000000000}"/>
          </ac:spMkLst>
        </pc:spChg>
        <pc:spChg chg="mod">
          <ac:chgData name="Soumita Sengupta" userId="4afa6ce1-cb01-46c2-8538-4650222f0c96" providerId="ADAL" clId="{8571DC48-0C12-45E0-9BF7-0A12C0FA93C2}" dt="2021-05-17T14:31:12.385" v="481" actId="207"/>
          <ac:spMkLst>
            <pc:docMk/>
            <pc:sldMk cId="376726005" sldId="514"/>
            <ac:spMk id="4" creationId="{00000000-0000-0000-0000-000000000000}"/>
          </ac:spMkLst>
        </pc:spChg>
      </pc:sldChg>
      <pc:sldChg chg="modSp mod">
        <pc:chgData name="Soumita Sengupta" userId="4afa6ce1-cb01-46c2-8538-4650222f0c96" providerId="ADAL" clId="{8571DC48-0C12-45E0-9BF7-0A12C0FA93C2}" dt="2021-05-17T14:31:26.894" v="483" actId="207"/>
        <pc:sldMkLst>
          <pc:docMk/>
          <pc:sldMk cId="2413661491" sldId="515"/>
        </pc:sldMkLst>
        <pc:spChg chg="mod">
          <ac:chgData name="Soumita Sengupta" userId="4afa6ce1-cb01-46c2-8538-4650222f0c96" providerId="ADAL" clId="{8571DC48-0C12-45E0-9BF7-0A12C0FA93C2}" dt="2021-05-17T14:31:26.894" v="483" actId="207"/>
          <ac:spMkLst>
            <pc:docMk/>
            <pc:sldMk cId="2413661491" sldId="515"/>
            <ac:spMk id="3" creationId="{00000000-0000-0000-0000-000000000000}"/>
          </ac:spMkLst>
        </pc:spChg>
        <pc:spChg chg="mod">
          <ac:chgData name="Soumita Sengupta" userId="4afa6ce1-cb01-46c2-8538-4650222f0c96" providerId="ADAL" clId="{8571DC48-0C12-45E0-9BF7-0A12C0FA93C2}" dt="2021-05-17T14:31:26.894" v="483" actId="207"/>
          <ac:spMkLst>
            <pc:docMk/>
            <pc:sldMk cId="2413661491" sldId="515"/>
            <ac:spMk id="4" creationId="{00000000-0000-0000-0000-000000000000}"/>
          </ac:spMkLst>
        </pc:spChg>
      </pc:sldChg>
      <pc:sldChg chg="del">
        <pc:chgData name="Soumita Sengupta" userId="4afa6ce1-cb01-46c2-8538-4650222f0c96" providerId="ADAL" clId="{8571DC48-0C12-45E0-9BF7-0A12C0FA93C2}" dt="2021-05-17T14:31:31.141" v="484" actId="47"/>
        <pc:sldMkLst>
          <pc:docMk/>
          <pc:sldMk cId="2382808059" sldId="526"/>
        </pc:sldMkLst>
      </pc:sldChg>
      <pc:sldChg chg="modSp mod">
        <pc:chgData name="Soumita Sengupta" userId="4afa6ce1-cb01-46c2-8538-4650222f0c96" providerId="ADAL" clId="{8571DC48-0C12-45E0-9BF7-0A12C0FA93C2}" dt="2021-05-17T14:31:38.526" v="485" actId="207"/>
        <pc:sldMkLst>
          <pc:docMk/>
          <pc:sldMk cId="1605938043" sldId="527"/>
        </pc:sldMkLst>
        <pc:spChg chg="mod">
          <ac:chgData name="Soumita Sengupta" userId="4afa6ce1-cb01-46c2-8538-4650222f0c96" providerId="ADAL" clId="{8571DC48-0C12-45E0-9BF7-0A12C0FA93C2}" dt="2021-05-17T14:31:38.526" v="485" actId="207"/>
          <ac:spMkLst>
            <pc:docMk/>
            <pc:sldMk cId="1605938043" sldId="527"/>
            <ac:spMk id="3" creationId="{00000000-0000-0000-0000-000000000000}"/>
          </ac:spMkLst>
        </pc:spChg>
        <pc:spChg chg="mod">
          <ac:chgData name="Soumita Sengupta" userId="4afa6ce1-cb01-46c2-8538-4650222f0c96" providerId="ADAL" clId="{8571DC48-0C12-45E0-9BF7-0A12C0FA93C2}" dt="2021-05-17T14:31:38.526" v="485" actId="207"/>
          <ac:spMkLst>
            <pc:docMk/>
            <pc:sldMk cId="1605938043" sldId="527"/>
            <ac:spMk id="4" creationId="{00000000-0000-0000-0000-000000000000}"/>
          </ac:spMkLst>
        </pc:spChg>
      </pc:sldChg>
      <pc:sldChg chg="modSp mod">
        <pc:chgData name="Soumita Sengupta" userId="4afa6ce1-cb01-46c2-8538-4650222f0c96" providerId="ADAL" clId="{8571DC48-0C12-45E0-9BF7-0A12C0FA93C2}" dt="2021-05-17T14:31:46.262" v="486" actId="207"/>
        <pc:sldMkLst>
          <pc:docMk/>
          <pc:sldMk cId="4105988392" sldId="528"/>
        </pc:sldMkLst>
        <pc:spChg chg="mod">
          <ac:chgData name="Soumita Sengupta" userId="4afa6ce1-cb01-46c2-8538-4650222f0c96" providerId="ADAL" clId="{8571DC48-0C12-45E0-9BF7-0A12C0FA93C2}" dt="2021-05-17T14:31:46.262" v="486" actId="207"/>
          <ac:spMkLst>
            <pc:docMk/>
            <pc:sldMk cId="4105988392" sldId="528"/>
            <ac:spMk id="3" creationId="{00000000-0000-0000-0000-000000000000}"/>
          </ac:spMkLst>
        </pc:spChg>
        <pc:spChg chg="mod">
          <ac:chgData name="Soumita Sengupta" userId="4afa6ce1-cb01-46c2-8538-4650222f0c96" providerId="ADAL" clId="{8571DC48-0C12-45E0-9BF7-0A12C0FA93C2}" dt="2021-05-17T14:31:46.262" v="486" actId="207"/>
          <ac:spMkLst>
            <pc:docMk/>
            <pc:sldMk cId="4105988392" sldId="528"/>
            <ac:spMk id="4" creationId="{00000000-0000-0000-0000-000000000000}"/>
          </ac:spMkLst>
        </pc:spChg>
      </pc:sldChg>
      <pc:sldChg chg="modSp mod">
        <pc:chgData name="Soumita Sengupta" userId="4afa6ce1-cb01-46c2-8538-4650222f0c96" providerId="ADAL" clId="{8571DC48-0C12-45E0-9BF7-0A12C0FA93C2}" dt="2021-05-17T14:31:53.202" v="487" actId="207"/>
        <pc:sldMkLst>
          <pc:docMk/>
          <pc:sldMk cId="2600651979" sldId="529"/>
        </pc:sldMkLst>
        <pc:spChg chg="mod">
          <ac:chgData name="Soumita Sengupta" userId="4afa6ce1-cb01-46c2-8538-4650222f0c96" providerId="ADAL" clId="{8571DC48-0C12-45E0-9BF7-0A12C0FA93C2}" dt="2021-05-17T14:31:53.202" v="487" actId="207"/>
          <ac:spMkLst>
            <pc:docMk/>
            <pc:sldMk cId="2600651979" sldId="529"/>
            <ac:spMk id="2" creationId="{D2965F05-2471-447C-97CD-B93193FE76F8}"/>
          </ac:spMkLst>
        </pc:spChg>
        <pc:spChg chg="mod">
          <ac:chgData name="Soumita Sengupta" userId="4afa6ce1-cb01-46c2-8538-4650222f0c96" providerId="ADAL" clId="{8571DC48-0C12-45E0-9BF7-0A12C0FA93C2}" dt="2021-05-17T14:31:53.202" v="487" actId="207"/>
          <ac:spMkLst>
            <pc:docMk/>
            <pc:sldMk cId="2600651979" sldId="529"/>
            <ac:spMk id="4" creationId="{00000000-0000-0000-0000-000000000000}"/>
          </ac:spMkLst>
        </pc:spChg>
      </pc:sldChg>
      <pc:sldChg chg="modSp mod">
        <pc:chgData name="Soumita Sengupta" userId="4afa6ce1-cb01-46c2-8538-4650222f0c96" providerId="ADAL" clId="{8571DC48-0C12-45E0-9BF7-0A12C0FA93C2}" dt="2021-05-17T14:32:30.258" v="492" actId="207"/>
        <pc:sldMkLst>
          <pc:docMk/>
          <pc:sldMk cId="3709622581" sldId="538"/>
        </pc:sldMkLst>
        <pc:spChg chg="mod">
          <ac:chgData name="Soumita Sengupta" userId="4afa6ce1-cb01-46c2-8538-4650222f0c96" providerId="ADAL" clId="{8571DC48-0C12-45E0-9BF7-0A12C0FA93C2}" dt="2021-05-17T14:32:30.258" v="492" actId="207"/>
          <ac:spMkLst>
            <pc:docMk/>
            <pc:sldMk cId="3709622581" sldId="538"/>
            <ac:spMk id="3" creationId="{00000000-0000-0000-0000-000000000000}"/>
          </ac:spMkLst>
        </pc:spChg>
        <pc:spChg chg="mod">
          <ac:chgData name="Soumita Sengupta" userId="4afa6ce1-cb01-46c2-8538-4650222f0c96" providerId="ADAL" clId="{8571DC48-0C12-45E0-9BF7-0A12C0FA93C2}" dt="2021-05-17T14:32:30.258" v="492" actId="207"/>
          <ac:spMkLst>
            <pc:docMk/>
            <pc:sldMk cId="3709622581" sldId="538"/>
            <ac:spMk id="4" creationId="{00000000-0000-0000-0000-000000000000}"/>
          </ac:spMkLst>
        </pc:spChg>
      </pc:sldChg>
      <pc:sldChg chg="modSp add mod">
        <pc:chgData name="Soumita Sengupta" userId="4afa6ce1-cb01-46c2-8538-4650222f0c96" providerId="ADAL" clId="{8571DC48-0C12-45E0-9BF7-0A12C0FA93C2}" dt="2021-05-17T08:00:21.637" v="264" actId="255"/>
        <pc:sldMkLst>
          <pc:docMk/>
          <pc:sldMk cId="2752539856" sldId="596"/>
        </pc:sldMkLst>
        <pc:spChg chg="mod">
          <ac:chgData name="Soumita Sengupta" userId="4afa6ce1-cb01-46c2-8538-4650222f0c96" providerId="ADAL" clId="{8571DC48-0C12-45E0-9BF7-0A12C0FA93C2}" dt="2021-05-17T08:00:21.637" v="264" actId="255"/>
          <ac:spMkLst>
            <pc:docMk/>
            <pc:sldMk cId="2752539856" sldId="596"/>
            <ac:spMk id="7" creationId="{C16F2778-D538-4E7F-B0B7-B91E343D15FC}"/>
          </ac:spMkLst>
        </pc:spChg>
      </pc:sldChg>
      <pc:sldChg chg="modSp add mod">
        <pc:chgData name="Soumita Sengupta" userId="4afa6ce1-cb01-46c2-8538-4650222f0c96" providerId="ADAL" clId="{8571DC48-0C12-45E0-9BF7-0A12C0FA93C2}" dt="2021-05-17T08:00:43.820" v="269" actId="1076"/>
        <pc:sldMkLst>
          <pc:docMk/>
          <pc:sldMk cId="1366182979" sldId="597"/>
        </pc:sldMkLst>
        <pc:spChg chg="mod">
          <ac:chgData name="Soumita Sengupta" userId="4afa6ce1-cb01-46c2-8538-4650222f0c96" providerId="ADAL" clId="{8571DC48-0C12-45E0-9BF7-0A12C0FA93C2}" dt="2021-05-17T08:00:40.111" v="268" actId="1076"/>
          <ac:spMkLst>
            <pc:docMk/>
            <pc:sldMk cId="1366182979" sldId="597"/>
            <ac:spMk id="7" creationId="{C16F2778-D538-4E7F-B0B7-B91E343D15FC}"/>
          </ac:spMkLst>
        </pc:spChg>
        <pc:picChg chg="mod">
          <ac:chgData name="Soumita Sengupta" userId="4afa6ce1-cb01-46c2-8538-4650222f0c96" providerId="ADAL" clId="{8571DC48-0C12-45E0-9BF7-0A12C0FA93C2}" dt="2021-05-17T08:00:43.820" v="269" actId="1076"/>
          <ac:picMkLst>
            <pc:docMk/>
            <pc:sldMk cId="1366182979" sldId="597"/>
            <ac:picMk id="20" creationId="{105D52A6-EE52-438B-8F10-273DD7F3565D}"/>
          </ac:picMkLst>
        </pc:picChg>
      </pc:sldChg>
      <pc:sldChg chg="modSp add mod">
        <pc:chgData name="Soumita Sengupta" userId="4afa6ce1-cb01-46c2-8538-4650222f0c96" providerId="ADAL" clId="{8571DC48-0C12-45E0-9BF7-0A12C0FA93C2}" dt="2021-05-17T08:01:58.745" v="281" actId="255"/>
        <pc:sldMkLst>
          <pc:docMk/>
          <pc:sldMk cId="2739226745" sldId="599"/>
        </pc:sldMkLst>
        <pc:spChg chg="mod">
          <ac:chgData name="Soumita Sengupta" userId="4afa6ce1-cb01-46c2-8538-4650222f0c96" providerId="ADAL" clId="{8571DC48-0C12-45E0-9BF7-0A12C0FA93C2}" dt="2021-05-17T08:01:58.745" v="281" actId="255"/>
          <ac:spMkLst>
            <pc:docMk/>
            <pc:sldMk cId="2739226745" sldId="599"/>
            <ac:spMk id="4" creationId="{A3463CF8-8BCB-4377-AA0B-4621F7D8AE0C}"/>
          </ac:spMkLst>
        </pc:spChg>
      </pc:sldChg>
      <pc:sldChg chg="modSp add mod">
        <pc:chgData name="Soumita Sengupta" userId="4afa6ce1-cb01-46c2-8538-4650222f0c96" providerId="ADAL" clId="{8571DC48-0C12-45E0-9BF7-0A12C0FA93C2}" dt="2021-05-17T08:02:08.770" v="282" actId="255"/>
        <pc:sldMkLst>
          <pc:docMk/>
          <pc:sldMk cId="1306066386" sldId="600"/>
        </pc:sldMkLst>
        <pc:spChg chg="mod">
          <ac:chgData name="Soumita Sengupta" userId="4afa6ce1-cb01-46c2-8538-4650222f0c96" providerId="ADAL" clId="{8571DC48-0C12-45E0-9BF7-0A12C0FA93C2}" dt="2021-05-17T08:02:08.770" v="282" actId="255"/>
          <ac:spMkLst>
            <pc:docMk/>
            <pc:sldMk cId="1306066386" sldId="600"/>
            <ac:spMk id="4" creationId="{A3463CF8-8BCB-4377-AA0B-4621F7D8AE0C}"/>
          </ac:spMkLst>
        </pc:spChg>
      </pc:sldChg>
      <pc:sldChg chg="modSp add mod">
        <pc:chgData name="Soumita Sengupta" userId="4afa6ce1-cb01-46c2-8538-4650222f0c96" providerId="ADAL" clId="{8571DC48-0C12-45E0-9BF7-0A12C0FA93C2}" dt="2021-05-17T08:03:13.321" v="287" actId="255"/>
        <pc:sldMkLst>
          <pc:docMk/>
          <pc:sldMk cId="536837091" sldId="601"/>
        </pc:sldMkLst>
        <pc:spChg chg="mod">
          <ac:chgData name="Soumita Sengupta" userId="4afa6ce1-cb01-46c2-8538-4650222f0c96" providerId="ADAL" clId="{8571DC48-0C12-45E0-9BF7-0A12C0FA93C2}" dt="2021-05-17T08:03:13.321" v="287" actId="255"/>
          <ac:spMkLst>
            <pc:docMk/>
            <pc:sldMk cId="536837091" sldId="601"/>
            <ac:spMk id="4" creationId="{A3463CF8-8BCB-4377-AA0B-4621F7D8AE0C}"/>
          </ac:spMkLst>
        </pc:spChg>
      </pc:sldChg>
      <pc:sldChg chg="modSp add mod">
        <pc:chgData name="Soumita Sengupta" userId="4afa6ce1-cb01-46c2-8538-4650222f0c96" providerId="ADAL" clId="{8571DC48-0C12-45E0-9BF7-0A12C0FA93C2}" dt="2021-05-17T08:03:18.833" v="288" actId="255"/>
        <pc:sldMkLst>
          <pc:docMk/>
          <pc:sldMk cId="3069890481" sldId="602"/>
        </pc:sldMkLst>
        <pc:spChg chg="mod">
          <ac:chgData name="Soumita Sengupta" userId="4afa6ce1-cb01-46c2-8538-4650222f0c96" providerId="ADAL" clId="{8571DC48-0C12-45E0-9BF7-0A12C0FA93C2}" dt="2021-05-17T08:03:18.833" v="288" actId="255"/>
          <ac:spMkLst>
            <pc:docMk/>
            <pc:sldMk cId="3069890481" sldId="602"/>
            <ac:spMk id="4" creationId="{A3463CF8-8BCB-4377-AA0B-4621F7D8AE0C}"/>
          </ac:spMkLst>
        </pc:spChg>
      </pc:sldChg>
      <pc:sldChg chg="modSp add mod">
        <pc:chgData name="Soumita Sengupta" userId="4afa6ce1-cb01-46c2-8538-4650222f0c96" providerId="ADAL" clId="{8571DC48-0C12-45E0-9BF7-0A12C0FA93C2}" dt="2021-05-17T08:03:28.880" v="289" actId="255"/>
        <pc:sldMkLst>
          <pc:docMk/>
          <pc:sldMk cId="1654328000" sldId="603"/>
        </pc:sldMkLst>
        <pc:spChg chg="mod">
          <ac:chgData name="Soumita Sengupta" userId="4afa6ce1-cb01-46c2-8538-4650222f0c96" providerId="ADAL" clId="{8571DC48-0C12-45E0-9BF7-0A12C0FA93C2}" dt="2021-05-17T08:03:28.880" v="289" actId="255"/>
          <ac:spMkLst>
            <pc:docMk/>
            <pc:sldMk cId="1654328000" sldId="603"/>
            <ac:spMk id="3" creationId="{72ABD603-5A1F-4618-A9D6-FFA011CCE180}"/>
          </ac:spMkLst>
        </pc:spChg>
      </pc:sldChg>
      <pc:sldChg chg="modSp add mod">
        <pc:chgData name="Soumita Sengupta" userId="4afa6ce1-cb01-46c2-8538-4650222f0c96" providerId="ADAL" clId="{8571DC48-0C12-45E0-9BF7-0A12C0FA93C2}" dt="2021-05-17T08:03:46.533" v="291" actId="255"/>
        <pc:sldMkLst>
          <pc:docMk/>
          <pc:sldMk cId="390194341" sldId="604"/>
        </pc:sldMkLst>
        <pc:graphicFrameChg chg="modGraphic">
          <ac:chgData name="Soumita Sengupta" userId="4afa6ce1-cb01-46c2-8538-4650222f0c96" providerId="ADAL" clId="{8571DC48-0C12-45E0-9BF7-0A12C0FA93C2}" dt="2021-05-17T08:03:46.533" v="291" actId="255"/>
          <ac:graphicFrameMkLst>
            <pc:docMk/>
            <pc:sldMk cId="390194341" sldId="604"/>
            <ac:graphicFrameMk id="4" creationId="{B17A15B9-9B2B-4362-93C3-AADF104B534F}"/>
          </ac:graphicFrameMkLst>
        </pc:graphicFrameChg>
      </pc:sldChg>
      <pc:sldChg chg="modSp add mod">
        <pc:chgData name="Soumita Sengupta" userId="4afa6ce1-cb01-46c2-8538-4650222f0c96" providerId="ADAL" clId="{8571DC48-0C12-45E0-9BF7-0A12C0FA93C2}" dt="2021-05-17T08:03:52.732" v="292" actId="255"/>
        <pc:sldMkLst>
          <pc:docMk/>
          <pc:sldMk cId="1727804845" sldId="605"/>
        </pc:sldMkLst>
        <pc:spChg chg="mod">
          <ac:chgData name="Soumita Sengupta" userId="4afa6ce1-cb01-46c2-8538-4650222f0c96" providerId="ADAL" clId="{8571DC48-0C12-45E0-9BF7-0A12C0FA93C2}" dt="2021-05-17T08:03:52.732" v="292" actId="255"/>
          <ac:spMkLst>
            <pc:docMk/>
            <pc:sldMk cId="1727804845" sldId="605"/>
            <ac:spMk id="3" creationId="{4C64D9EE-6F8B-4B3E-ABB4-6F757C789B02}"/>
          </ac:spMkLst>
        </pc:spChg>
      </pc:sldChg>
      <pc:sldChg chg="modSp add mod">
        <pc:chgData name="Soumita Sengupta" userId="4afa6ce1-cb01-46c2-8538-4650222f0c96" providerId="ADAL" clId="{8571DC48-0C12-45E0-9BF7-0A12C0FA93C2}" dt="2021-05-17T08:04:04.479" v="294" actId="5793"/>
        <pc:sldMkLst>
          <pc:docMk/>
          <pc:sldMk cId="4150797766" sldId="606"/>
        </pc:sldMkLst>
        <pc:spChg chg="mod">
          <ac:chgData name="Soumita Sengupta" userId="4afa6ce1-cb01-46c2-8538-4650222f0c96" providerId="ADAL" clId="{8571DC48-0C12-45E0-9BF7-0A12C0FA93C2}" dt="2021-05-17T08:04:04.479" v="294" actId="5793"/>
          <ac:spMkLst>
            <pc:docMk/>
            <pc:sldMk cId="4150797766" sldId="606"/>
            <ac:spMk id="3" creationId="{4C64D9EE-6F8B-4B3E-ABB4-6F757C789B02}"/>
          </ac:spMkLst>
        </pc:spChg>
      </pc:sldChg>
      <pc:sldChg chg="modSp add mod">
        <pc:chgData name="Soumita Sengupta" userId="4afa6ce1-cb01-46c2-8538-4650222f0c96" providerId="ADAL" clId="{8571DC48-0C12-45E0-9BF7-0A12C0FA93C2}" dt="2021-05-17T08:04:13.947" v="295" actId="255"/>
        <pc:sldMkLst>
          <pc:docMk/>
          <pc:sldMk cId="2998912537" sldId="608"/>
        </pc:sldMkLst>
        <pc:spChg chg="mod">
          <ac:chgData name="Soumita Sengupta" userId="4afa6ce1-cb01-46c2-8538-4650222f0c96" providerId="ADAL" clId="{8571DC48-0C12-45E0-9BF7-0A12C0FA93C2}" dt="2021-05-17T08:04:13.947" v="295" actId="255"/>
          <ac:spMkLst>
            <pc:docMk/>
            <pc:sldMk cId="2998912537" sldId="608"/>
            <ac:spMk id="3" creationId="{4C64D9EE-6F8B-4B3E-ABB4-6F757C789B02}"/>
          </ac:spMkLst>
        </pc:spChg>
      </pc:sldChg>
      <pc:sldChg chg="delSp modSp add mod">
        <pc:chgData name="Soumita Sengupta" userId="4afa6ce1-cb01-46c2-8538-4650222f0c96" providerId="ADAL" clId="{8571DC48-0C12-45E0-9BF7-0A12C0FA93C2}" dt="2021-05-17T08:04:45.277" v="303" actId="20577"/>
        <pc:sldMkLst>
          <pc:docMk/>
          <pc:sldMk cId="2513612184" sldId="609"/>
        </pc:sldMkLst>
        <pc:spChg chg="mod">
          <ac:chgData name="Soumita Sengupta" userId="4afa6ce1-cb01-46c2-8538-4650222f0c96" providerId="ADAL" clId="{8571DC48-0C12-45E0-9BF7-0A12C0FA93C2}" dt="2021-05-17T08:04:45.277" v="303" actId="20577"/>
          <ac:spMkLst>
            <pc:docMk/>
            <pc:sldMk cId="2513612184" sldId="609"/>
            <ac:spMk id="3" creationId="{4C64D9EE-6F8B-4B3E-ABB4-6F757C789B02}"/>
          </ac:spMkLst>
        </pc:spChg>
        <pc:graphicFrameChg chg="modGraphic">
          <ac:chgData name="Soumita Sengupta" userId="4afa6ce1-cb01-46c2-8538-4650222f0c96" providerId="ADAL" clId="{8571DC48-0C12-45E0-9BF7-0A12C0FA93C2}" dt="2021-05-17T08:04:39.424" v="299" actId="255"/>
          <ac:graphicFrameMkLst>
            <pc:docMk/>
            <pc:sldMk cId="2513612184" sldId="609"/>
            <ac:graphicFrameMk id="12" creationId="{9D8EE5EC-ACA1-462E-891C-E9BA8F3ABA0D}"/>
          </ac:graphicFrameMkLst>
        </pc:graphicFrameChg>
        <pc:picChg chg="del">
          <ac:chgData name="Soumita Sengupta" userId="4afa6ce1-cb01-46c2-8538-4650222f0c96" providerId="ADAL" clId="{8571DC48-0C12-45E0-9BF7-0A12C0FA93C2}" dt="2021-05-17T08:04:30.429" v="298" actId="478"/>
          <ac:picMkLst>
            <pc:docMk/>
            <pc:sldMk cId="2513612184" sldId="609"/>
            <ac:picMk id="25" creationId="{968B9F0B-19F7-4D00-997E-9C4091534D0F}"/>
          </ac:picMkLst>
        </pc:picChg>
      </pc:sldChg>
      <pc:sldChg chg="modSp add mod">
        <pc:chgData name="Soumita Sengupta" userId="4afa6ce1-cb01-46c2-8538-4650222f0c96" providerId="ADAL" clId="{8571DC48-0C12-45E0-9BF7-0A12C0FA93C2}" dt="2021-05-17T08:04:21.825" v="296" actId="255"/>
        <pc:sldMkLst>
          <pc:docMk/>
          <pc:sldMk cId="2469314218" sldId="610"/>
        </pc:sldMkLst>
        <pc:spChg chg="mod">
          <ac:chgData name="Soumita Sengupta" userId="4afa6ce1-cb01-46c2-8538-4650222f0c96" providerId="ADAL" clId="{8571DC48-0C12-45E0-9BF7-0A12C0FA93C2}" dt="2021-05-17T08:04:21.825" v="296" actId="255"/>
          <ac:spMkLst>
            <pc:docMk/>
            <pc:sldMk cId="2469314218" sldId="610"/>
            <ac:spMk id="3" creationId="{4C64D9EE-6F8B-4B3E-ABB4-6F757C789B02}"/>
          </ac:spMkLst>
        </pc:spChg>
      </pc:sldChg>
      <pc:sldChg chg="modSp add mod">
        <pc:chgData name="Soumita Sengupta" userId="4afa6ce1-cb01-46c2-8538-4650222f0c96" providerId="ADAL" clId="{8571DC48-0C12-45E0-9BF7-0A12C0FA93C2}" dt="2021-05-17T08:04:53.484" v="305" actId="255"/>
        <pc:sldMkLst>
          <pc:docMk/>
          <pc:sldMk cId="1649629401" sldId="611"/>
        </pc:sldMkLst>
        <pc:spChg chg="mod">
          <ac:chgData name="Soumita Sengupta" userId="4afa6ce1-cb01-46c2-8538-4650222f0c96" providerId="ADAL" clId="{8571DC48-0C12-45E0-9BF7-0A12C0FA93C2}" dt="2021-05-17T08:04:53.484" v="305" actId="255"/>
          <ac:spMkLst>
            <pc:docMk/>
            <pc:sldMk cId="1649629401" sldId="611"/>
            <ac:spMk id="3" creationId="{4C64D9EE-6F8B-4B3E-ABB4-6F757C789B02}"/>
          </ac:spMkLst>
        </pc:spChg>
      </pc:sldChg>
      <pc:sldChg chg="delSp add mod">
        <pc:chgData name="Soumita Sengupta" userId="4afa6ce1-cb01-46c2-8538-4650222f0c96" providerId="ADAL" clId="{8571DC48-0C12-45E0-9BF7-0A12C0FA93C2}" dt="2021-05-17T08:04:57.624" v="306" actId="478"/>
        <pc:sldMkLst>
          <pc:docMk/>
          <pc:sldMk cId="3588579200" sldId="612"/>
        </pc:sldMkLst>
        <pc:spChg chg="del">
          <ac:chgData name="Soumita Sengupta" userId="4afa6ce1-cb01-46c2-8538-4650222f0c96" providerId="ADAL" clId="{8571DC48-0C12-45E0-9BF7-0A12C0FA93C2}" dt="2021-05-17T08:04:57.624" v="306" actId="478"/>
          <ac:spMkLst>
            <pc:docMk/>
            <pc:sldMk cId="3588579200" sldId="612"/>
            <ac:spMk id="10" creationId="{87E0046A-8C28-4F24-8F8C-23B9704D4872}"/>
          </ac:spMkLst>
        </pc:spChg>
      </pc:sldChg>
      <pc:sldChg chg="modSp add mod">
        <pc:chgData name="Soumita Sengupta" userId="4afa6ce1-cb01-46c2-8538-4650222f0c96" providerId="ADAL" clId="{8571DC48-0C12-45E0-9BF7-0A12C0FA93C2}" dt="2021-05-17T08:05:03.470" v="307" actId="255"/>
        <pc:sldMkLst>
          <pc:docMk/>
          <pc:sldMk cId="918964389" sldId="613"/>
        </pc:sldMkLst>
        <pc:spChg chg="mod">
          <ac:chgData name="Soumita Sengupta" userId="4afa6ce1-cb01-46c2-8538-4650222f0c96" providerId="ADAL" clId="{8571DC48-0C12-45E0-9BF7-0A12C0FA93C2}" dt="2021-05-17T08:05:03.470" v="307" actId="255"/>
          <ac:spMkLst>
            <pc:docMk/>
            <pc:sldMk cId="918964389" sldId="613"/>
            <ac:spMk id="3" creationId="{4C64D9EE-6F8B-4B3E-ABB4-6F757C789B02}"/>
          </ac:spMkLst>
        </pc:spChg>
      </pc:sldChg>
      <pc:sldChg chg="modSp add mod">
        <pc:chgData name="Soumita Sengupta" userId="4afa6ce1-cb01-46c2-8538-4650222f0c96" providerId="ADAL" clId="{8571DC48-0C12-45E0-9BF7-0A12C0FA93C2}" dt="2021-05-17T08:05:09.337" v="308" actId="255"/>
        <pc:sldMkLst>
          <pc:docMk/>
          <pc:sldMk cId="1152959613" sldId="614"/>
        </pc:sldMkLst>
        <pc:spChg chg="mod">
          <ac:chgData name="Soumita Sengupta" userId="4afa6ce1-cb01-46c2-8538-4650222f0c96" providerId="ADAL" clId="{8571DC48-0C12-45E0-9BF7-0A12C0FA93C2}" dt="2021-05-17T08:05:09.337" v="308" actId="255"/>
          <ac:spMkLst>
            <pc:docMk/>
            <pc:sldMk cId="1152959613" sldId="614"/>
            <ac:spMk id="3" creationId="{4C64D9EE-6F8B-4B3E-ABB4-6F757C789B02}"/>
          </ac:spMkLst>
        </pc:spChg>
      </pc:sldChg>
      <pc:sldChg chg="delSp modSp add mod">
        <pc:chgData name="Soumita Sengupta" userId="4afa6ce1-cb01-46c2-8538-4650222f0c96" providerId="ADAL" clId="{8571DC48-0C12-45E0-9BF7-0A12C0FA93C2}" dt="2021-05-17T08:05:28.208" v="311" actId="255"/>
        <pc:sldMkLst>
          <pc:docMk/>
          <pc:sldMk cId="4180479736" sldId="615"/>
        </pc:sldMkLst>
        <pc:spChg chg="mod">
          <ac:chgData name="Soumita Sengupta" userId="4afa6ce1-cb01-46c2-8538-4650222f0c96" providerId="ADAL" clId="{8571DC48-0C12-45E0-9BF7-0A12C0FA93C2}" dt="2021-05-17T08:05:28.208" v="311" actId="255"/>
          <ac:spMkLst>
            <pc:docMk/>
            <pc:sldMk cId="4180479736" sldId="615"/>
            <ac:spMk id="3" creationId="{4C64D9EE-6F8B-4B3E-ABB4-6F757C789B02}"/>
          </ac:spMkLst>
        </pc:spChg>
        <pc:picChg chg="del">
          <ac:chgData name="Soumita Sengupta" userId="4afa6ce1-cb01-46c2-8538-4650222f0c96" providerId="ADAL" clId="{8571DC48-0C12-45E0-9BF7-0A12C0FA93C2}" dt="2021-05-17T08:05:23.767" v="310" actId="478"/>
          <ac:picMkLst>
            <pc:docMk/>
            <pc:sldMk cId="4180479736" sldId="615"/>
            <ac:picMk id="25" creationId="{968B9F0B-19F7-4D00-997E-9C4091534D0F}"/>
          </ac:picMkLst>
        </pc:picChg>
      </pc:sldChg>
      <pc:sldChg chg="modSp add mod">
        <pc:chgData name="Soumita Sengupta" userId="4afa6ce1-cb01-46c2-8538-4650222f0c96" providerId="ADAL" clId="{8571DC48-0C12-45E0-9BF7-0A12C0FA93C2}" dt="2021-05-17T08:05:33.120" v="312" actId="255"/>
        <pc:sldMkLst>
          <pc:docMk/>
          <pc:sldMk cId="945563877" sldId="616"/>
        </pc:sldMkLst>
        <pc:spChg chg="mod">
          <ac:chgData name="Soumita Sengupta" userId="4afa6ce1-cb01-46c2-8538-4650222f0c96" providerId="ADAL" clId="{8571DC48-0C12-45E0-9BF7-0A12C0FA93C2}" dt="2021-05-17T08:05:33.120" v="312" actId="255"/>
          <ac:spMkLst>
            <pc:docMk/>
            <pc:sldMk cId="945563877" sldId="616"/>
            <ac:spMk id="3" creationId="{4C64D9EE-6F8B-4B3E-ABB4-6F757C789B02}"/>
          </ac:spMkLst>
        </pc:spChg>
      </pc:sldChg>
      <pc:sldChg chg="modSp add mod">
        <pc:chgData name="Soumita Sengupta" userId="4afa6ce1-cb01-46c2-8538-4650222f0c96" providerId="ADAL" clId="{8571DC48-0C12-45E0-9BF7-0A12C0FA93C2}" dt="2021-05-17T08:05:39.840" v="313" actId="255"/>
        <pc:sldMkLst>
          <pc:docMk/>
          <pc:sldMk cId="3378954170" sldId="618"/>
        </pc:sldMkLst>
        <pc:spChg chg="mod">
          <ac:chgData name="Soumita Sengupta" userId="4afa6ce1-cb01-46c2-8538-4650222f0c96" providerId="ADAL" clId="{8571DC48-0C12-45E0-9BF7-0A12C0FA93C2}" dt="2021-05-17T08:05:39.840" v="313" actId="255"/>
          <ac:spMkLst>
            <pc:docMk/>
            <pc:sldMk cId="3378954170" sldId="618"/>
            <ac:spMk id="3" creationId="{4C64D9EE-6F8B-4B3E-ABB4-6F757C789B02}"/>
          </ac:spMkLst>
        </pc:spChg>
      </pc:sldChg>
      <pc:sldChg chg="modSp add mod">
        <pc:chgData name="Soumita Sengupta" userId="4afa6ce1-cb01-46c2-8538-4650222f0c96" providerId="ADAL" clId="{8571DC48-0C12-45E0-9BF7-0A12C0FA93C2}" dt="2021-05-17T08:05:53.741" v="315" actId="255"/>
        <pc:sldMkLst>
          <pc:docMk/>
          <pc:sldMk cId="3175453255" sldId="619"/>
        </pc:sldMkLst>
        <pc:spChg chg="mod">
          <ac:chgData name="Soumita Sengupta" userId="4afa6ce1-cb01-46c2-8538-4650222f0c96" providerId="ADAL" clId="{8571DC48-0C12-45E0-9BF7-0A12C0FA93C2}" dt="2021-05-17T08:05:47.208" v="314" actId="255"/>
          <ac:spMkLst>
            <pc:docMk/>
            <pc:sldMk cId="3175453255" sldId="619"/>
            <ac:spMk id="3" creationId="{4C64D9EE-6F8B-4B3E-ABB4-6F757C789B02}"/>
          </ac:spMkLst>
        </pc:spChg>
        <pc:graphicFrameChg chg="modGraphic">
          <ac:chgData name="Soumita Sengupta" userId="4afa6ce1-cb01-46c2-8538-4650222f0c96" providerId="ADAL" clId="{8571DC48-0C12-45E0-9BF7-0A12C0FA93C2}" dt="2021-05-17T08:05:53.741" v="315" actId="255"/>
          <ac:graphicFrameMkLst>
            <pc:docMk/>
            <pc:sldMk cId="3175453255" sldId="619"/>
            <ac:graphicFrameMk id="13" creationId="{7FBA5FBA-0A9D-4348-8990-EB87C93F97DE}"/>
          </ac:graphicFrameMkLst>
        </pc:graphicFrameChg>
      </pc:sldChg>
      <pc:sldChg chg="modSp add mod">
        <pc:chgData name="Soumita Sengupta" userId="4afa6ce1-cb01-46c2-8538-4650222f0c96" providerId="ADAL" clId="{8571DC48-0C12-45E0-9BF7-0A12C0FA93C2}" dt="2021-05-17T08:06:25.045" v="320" actId="255"/>
        <pc:sldMkLst>
          <pc:docMk/>
          <pc:sldMk cId="1796439600" sldId="622"/>
        </pc:sldMkLst>
        <pc:spChg chg="mod">
          <ac:chgData name="Soumita Sengupta" userId="4afa6ce1-cb01-46c2-8538-4650222f0c96" providerId="ADAL" clId="{8571DC48-0C12-45E0-9BF7-0A12C0FA93C2}" dt="2021-05-17T08:06:25.045" v="320" actId="255"/>
          <ac:spMkLst>
            <pc:docMk/>
            <pc:sldMk cId="1796439600" sldId="622"/>
            <ac:spMk id="7" creationId="{51680A7F-0571-4761-AB45-8A5FB51A8763}"/>
          </ac:spMkLst>
        </pc:spChg>
      </pc:sldChg>
      <pc:sldChg chg="modSp add mod">
        <pc:chgData name="Soumita Sengupta" userId="4afa6ce1-cb01-46c2-8538-4650222f0c96" providerId="ADAL" clId="{8571DC48-0C12-45E0-9BF7-0A12C0FA93C2}" dt="2021-05-17T08:06:55.719" v="329" actId="1076"/>
        <pc:sldMkLst>
          <pc:docMk/>
          <pc:sldMk cId="3566022154" sldId="623"/>
        </pc:sldMkLst>
        <pc:spChg chg="mod">
          <ac:chgData name="Soumita Sengupta" userId="4afa6ce1-cb01-46c2-8538-4650222f0c96" providerId="ADAL" clId="{8571DC48-0C12-45E0-9BF7-0A12C0FA93C2}" dt="2021-05-17T08:06:49.742" v="328" actId="5793"/>
          <ac:spMkLst>
            <pc:docMk/>
            <pc:sldMk cId="3566022154" sldId="623"/>
            <ac:spMk id="7" creationId="{51680A7F-0571-4761-AB45-8A5FB51A8763}"/>
          </ac:spMkLst>
        </pc:spChg>
        <pc:graphicFrameChg chg="mod modGraphic">
          <ac:chgData name="Soumita Sengupta" userId="4afa6ce1-cb01-46c2-8538-4650222f0c96" providerId="ADAL" clId="{8571DC48-0C12-45E0-9BF7-0A12C0FA93C2}" dt="2021-05-17T08:06:55.719" v="329" actId="1076"/>
          <ac:graphicFrameMkLst>
            <pc:docMk/>
            <pc:sldMk cId="3566022154" sldId="623"/>
            <ac:graphicFrameMk id="8" creationId="{DE425DE9-4464-4734-9D83-7CF5C161F98A}"/>
          </ac:graphicFrameMkLst>
        </pc:graphicFrameChg>
      </pc:sldChg>
      <pc:sldChg chg="modSp add mod">
        <pc:chgData name="Soumita Sengupta" userId="4afa6ce1-cb01-46c2-8538-4650222f0c96" providerId="ADAL" clId="{8571DC48-0C12-45E0-9BF7-0A12C0FA93C2}" dt="2021-05-17T08:07:10.671" v="331" actId="255"/>
        <pc:sldMkLst>
          <pc:docMk/>
          <pc:sldMk cId="4149358472" sldId="625"/>
        </pc:sldMkLst>
        <pc:spChg chg="mod">
          <ac:chgData name="Soumita Sengupta" userId="4afa6ce1-cb01-46c2-8538-4650222f0c96" providerId="ADAL" clId="{8571DC48-0C12-45E0-9BF7-0A12C0FA93C2}" dt="2021-05-17T08:07:10.671" v="331" actId="255"/>
          <ac:spMkLst>
            <pc:docMk/>
            <pc:sldMk cId="4149358472" sldId="625"/>
            <ac:spMk id="7" creationId="{1555502E-3A36-4CF2-89F1-2960DE06FD31}"/>
          </ac:spMkLst>
        </pc:spChg>
      </pc:sldChg>
      <pc:sldChg chg="modSp add mod">
        <pc:chgData name="Soumita Sengupta" userId="4afa6ce1-cb01-46c2-8538-4650222f0c96" providerId="ADAL" clId="{8571DC48-0C12-45E0-9BF7-0A12C0FA93C2}" dt="2021-05-17T08:07:16.322" v="332" actId="255"/>
        <pc:sldMkLst>
          <pc:docMk/>
          <pc:sldMk cId="2979335379" sldId="626"/>
        </pc:sldMkLst>
        <pc:spChg chg="mod">
          <ac:chgData name="Soumita Sengupta" userId="4afa6ce1-cb01-46c2-8538-4650222f0c96" providerId="ADAL" clId="{8571DC48-0C12-45E0-9BF7-0A12C0FA93C2}" dt="2021-05-17T08:07:16.322" v="332" actId="255"/>
          <ac:spMkLst>
            <pc:docMk/>
            <pc:sldMk cId="2979335379" sldId="626"/>
            <ac:spMk id="7" creationId="{1555502E-3A36-4CF2-89F1-2960DE06FD31}"/>
          </ac:spMkLst>
        </pc:spChg>
      </pc:sldChg>
      <pc:sldChg chg="delSp modSp add mod ord">
        <pc:chgData name="Soumita Sengupta" userId="4afa6ce1-cb01-46c2-8538-4650222f0c96" providerId="ADAL" clId="{8571DC48-0C12-45E0-9BF7-0A12C0FA93C2}" dt="2021-05-17T08:07:29.206" v="337" actId="14100"/>
        <pc:sldMkLst>
          <pc:docMk/>
          <pc:sldMk cId="2143778835" sldId="627"/>
        </pc:sldMkLst>
        <pc:spChg chg="del">
          <ac:chgData name="Soumita Sengupta" userId="4afa6ce1-cb01-46c2-8538-4650222f0c96" providerId="ADAL" clId="{8571DC48-0C12-45E0-9BF7-0A12C0FA93C2}" dt="2021-05-17T08:07:24.878" v="336" actId="478"/>
          <ac:spMkLst>
            <pc:docMk/>
            <pc:sldMk cId="2143778835" sldId="627"/>
            <ac:spMk id="7" creationId="{1555502E-3A36-4CF2-89F1-2960DE06FD31}"/>
          </ac:spMkLst>
        </pc:spChg>
        <pc:picChg chg="mod">
          <ac:chgData name="Soumita Sengupta" userId="4afa6ce1-cb01-46c2-8538-4650222f0c96" providerId="ADAL" clId="{8571DC48-0C12-45E0-9BF7-0A12C0FA93C2}" dt="2021-05-17T08:07:29.206" v="337" actId="14100"/>
          <ac:picMkLst>
            <pc:docMk/>
            <pc:sldMk cId="2143778835" sldId="627"/>
            <ac:picMk id="3" creationId="{81994DA6-2F0A-4A42-AE30-3EC57F348133}"/>
          </ac:picMkLst>
        </pc:picChg>
      </pc:sldChg>
      <pc:sldChg chg="modSp add mod">
        <pc:chgData name="Soumita Sengupta" userId="4afa6ce1-cb01-46c2-8538-4650222f0c96" providerId="ADAL" clId="{8571DC48-0C12-45E0-9BF7-0A12C0FA93C2}" dt="2021-05-17T08:07:38.662" v="338" actId="255"/>
        <pc:sldMkLst>
          <pc:docMk/>
          <pc:sldMk cId="1840417079" sldId="628"/>
        </pc:sldMkLst>
        <pc:graphicFrameChg chg="modGraphic">
          <ac:chgData name="Soumita Sengupta" userId="4afa6ce1-cb01-46c2-8538-4650222f0c96" providerId="ADAL" clId="{8571DC48-0C12-45E0-9BF7-0A12C0FA93C2}" dt="2021-05-17T08:07:38.662" v="338" actId="255"/>
          <ac:graphicFrameMkLst>
            <pc:docMk/>
            <pc:sldMk cId="1840417079" sldId="628"/>
            <ac:graphicFrameMk id="11" creationId="{A3945B2E-C426-4C5D-8B03-6DE41A0A4D0A}"/>
          </ac:graphicFrameMkLst>
        </pc:graphicFrameChg>
      </pc:sldChg>
      <pc:sldChg chg="modSp add mod">
        <pc:chgData name="Soumita Sengupta" userId="4afa6ce1-cb01-46c2-8538-4650222f0c96" providerId="ADAL" clId="{8571DC48-0C12-45E0-9BF7-0A12C0FA93C2}" dt="2021-05-17T08:08:47.028" v="344" actId="255"/>
        <pc:sldMkLst>
          <pc:docMk/>
          <pc:sldMk cId="96484799" sldId="633"/>
        </pc:sldMkLst>
        <pc:spChg chg="mod">
          <ac:chgData name="Soumita Sengupta" userId="4afa6ce1-cb01-46c2-8538-4650222f0c96" providerId="ADAL" clId="{8571DC48-0C12-45E0-9BF7-0A12C0FA93C2}" dt="2021-05-17T08:08:47.028" v="344" actId="255"/>
          <ac:spMkLst>
            <pc:docMk/>
            <pc:sldMk cId="96484799" sldId="633"/>
            <ac:spMk id="7" creationId="{1954F96B-73D4-4F31-BD4C-4E3AE69DBAE2}"/>
          </ac:spMkLst>
        </pc:spChg>
      </pc:sldChg>
      <pc:sldChg chg="modSp add mod">
        <pc:chgData name="Soumita Sengupta" userId="4afa6ce1-cb01-46c2-8538-4650222f0c96" providerId="ADAL" clId="{8571DC48-0C12-45E0-9BF7-0A12C0FA93C2}" dt="2021-05-17T08:08:56.910" v="346" actId="255"/>
        <pc:sldMkLst>
          <pc:docMk/>
          <pc:sldMk cId="4018720682" sldId="634"/>
        </pc:sldMkLst>
        <pc:graphicFrameChg chg="modGraphic">
          <ac:chgData name="Soumita Sengupta" userId="4afa6ce1-cb01-46c2-8538-4650222f0c96" providerId="ADAL" clId="{8571DC48-0C12-45E0-9BF7-0A12C0FA93C2}" dt="2021-05-17T08:08:56.910" v="346" actId="255"/>
          <ac:graphicFrameMkLst>
            <pc:docMk/>
            <pc:sldMk cId="4018720682" sldId="634"/>
            <ac:graphicFrameMk id="4" creationId="{5770FC58-1138-4B6A-A5D3-B74D595C317F}"/>
          </ac:graphicFrameMkLst>
        </pc:graphicFrameChg>
      </pc:sldChg>
      <pc:sldChg chg="modSp add mod">
        <pc:chgData name="Soumita Sengupta" userId="4afa6ce1-cb01-46c2-8538-4650222f0c96" providerId="ADAL" clId="{8571DC48-0C12-45E0-9BF7-0A12C0FA93C2}" dt="2021-05-17T08:10:35.622" v="358" actId="255"/>
        <pc:sldMkLst>
          <pc:docMk/>
          <pc:sldMk cId="1101439345" sldId="636"/>
        </pc:sldMkLst>
        <pc:spChg chg="mod">
          <ac:chgData name="Soumita Sengupta" userId="4afa6ce1-cb01-46c2-8538-4650222f0c96" providerId="ADAL" clId="{8571DC48-0C12-45E0-9BF7-0A12C0FA93C2}" dt="2021-05-17T08:10:35.622" v="358" actId="255"/>
          <ac:spMkLst>
            <pc:docMk/>
            <pc:sldMk cId="1101439345" sldId="636"/>
            <ac:spMk id="7" creationId="{0B72E019-94C1-4A3A-A0D3-022823597E78}"/>
          </ac:spMkLst>
        </pc:spChg>
      </pc:sldChg>
      <pc:sldChg chg="modSp add mod">
        <pc:chgData name="Soumita Sengupta" userId="4afa6ce1-cb01-46c2-8538-4650222f0c96" providerId="ADAL" clId="{8571DC48-0C12-45E0-9BF7-0A12C0FA93C2}" dt="2021-05-17T08:10:52.099" v="360" actId="255"/>
        <pc:sldMkLst>
          <pc:docMk/>
          <pc:sldMk cId="583779290" sldId="637"/>
        </pc:sldMkLst>
        <pc:spChg chg="mod">
          <ac:chgData name="Soumita Sengupta" userId="4afa6ce1-cb01-46c2-8538-4650222f0c96" providerId="ADAL" clId="{8571DC48-0C12-45E0-9BF7-0A12C0FA93C2}" dt="2021-05-17T08:10:52.099" v="360" actId="255"/>
          <ac:spMkLst>
            <pc:docMk/>
            <pc:sldMk cId="583779290" sldId="637"/>
            <ac:spMk id="7" creationId="{0B72E019-94C1-4A3A-A0D3-022823597E78}"/>
          </ac:spMkLst>
        </pc:spChg>
      </pc:sldChg>
      <pc:sldChg chg="add">
        <pc:chgData name="Soumita Sengupta" userId="4afa6ce1-cb01-46c2-8538-4650222f0c96" providerId="ADAL" clId="{8571DC48-0C12-45E0-9BF7-0A12C0FA93C2}" dt="2021-05-17T07:50:44.638" v="172"/>
        <pc:sldMkLst>
          <pc:docMk/>
          <pc:sldMk cId="4285856727" sldId="638"/>
        </pc:sldMkLst>
      </pc:sldChg>
      <pc:sldChg chg="delSp modSp add mod">
        <pc:chgData name="Soumita Sengupta" userId="4afa6ce1-cb01-46c2-8538-4650222f0c96" providerId="ADAL" clId="{8571DC48-0C12-45E0-9BF7-0A12C0FA93C2}" dt="2021-05-17T08:11:51.481" v="367" actId="255"/>
        <pc:sldMkLst>
          <pc:docMk/>
          <pc:sldMk cId="994777911" sldId="642"/>
        </pc:sldMkLst>
        <pc:spChg chg="mod">
          <ac:chgData name="Soumita Sengupta" userId="4afa6ce1-cb01-46c2-8538-4650222f0c96" providerId="ADAL" clId="{8571DC48-0C12-45E0-9BF7-0A12C0FA93C2}" dt="2021-05-17T08:11:51.481" v="367" actId="255"/>
          <ac:spMkLst>
            <pc:docMk/>
            <pc:sldMk cId="994777911" sldId="642"/>
            <ac:spMk id="4" creationId="{F4E4F34F-F15D-4726-AF4D-1FA5CD8F58BF}"/>
          </ac:spMkLst>
        </pc:spChg>
        <pc:picChg chg="del">
          <ac:chgData name="Soumita Sengupta" userId="4afa6ce1-cb01-46c2-8538-4650222f0c96" providerId="ADAL" clId="{8571DC48-0C12-45E0-9BF7-0A12C0FA93C2}" dt="2021-05-17T08:11:46.348" v="366" actId="478"/>
          <ac:picMkLst>
            <pc:docMk/>
            <pc:sldMk cId="994777911" sldId="642"/>
            <ac:picMk id="3" creationId="{34B6A8B0-05DF-42A9-B0D6-6BB1BA2A8F6F}"/>
          </ac:picMkLst>
        </pc:picChg>
      </pc:sldChg>
      <pc:sldChg chg="delSp add mod">
        <pc:chgData name="Soumita Sengupta" userId="4afa6ce1-cb01-46c2-8538-4650222f0c96" providerId="ADAL" clId="{8571DC48-0C12-45E0-9BF7-0A12C0FA93C2}" dt="2021-05-17T08:11:56.007" v="368" actId="478"/>
        <pc:sldMkLst>
          <pc:docMk/>
          <pc:sldMk cId="2095642720" sldId="643"/>
        </pc:sldMkLst>
        <pc:spChg chg="del">
          <ac:chgData name="Soumita Sengupta" userId="4afa6ce1-cb01-46c2-8538-4650222f0c96" providerId="ADAL" clId="{8571DC48-0C12-45E0-9BF7-0A12C0FA93C2}" dt="2021-05-17T08:11:56.007" v="368" actId="478"/>
          <ac:spMkLst>
            <pc:docMk/>
            <pc:sldMk cId="2095642720" sldId="643"/>
            <ac:spMk id="11" creationId="{B1EE0E6E-C5E0-4000-B91A-F0513405AC6E}"/>
          </ac:spMkLst>
        </pc:spChg>
      </pc:sldChg>
      <pc:sldChg chg="modSp add mod">
        <pc:chgData name="Soumita Sengupta" userId="4afa6ce1-cb01-46c2-8538-4650222f0c96" providerId="ADAL" clId="{8571DC48-0C12-45E0-9BF7-0A12C0FA93C2}" dt="2021-05-17T08:12:18.208" v="373" actId="255"/>
        <pc:sldMkLst>
          <pc:docMk/>
          <pc:sldMk cId="1181531667" sldId="644"/>
        </pc:sldMkLst>
        <pc:spChg chg="mod">
          <ac:chgData name="Soumita Sengupta" userId="4afa6ce1-cb01-46c2-8538-4650222f0c96" providerId="ADAL" clId="{8571DC48-0C12-45E0-9BF7-0A12C0FA93C2}" dt="2021-05-17T08:12:18.208" v="373" actId="255"/>
          <ac:spMkLst>
            <pc:docMk/>
            <pc:sldMk cId="1181531667" sldId="644"/>
            <ac:spMk id="4" creationId="{F4E4F34F-F15D-4726-AF4D-1FA5CD8F58BF}"/>
          </ac:spMkLst>
        </pc:spChg>
      </pc:sldChg>
      <pc:sldChg chg="modSp add mod">
        <pc:chgData name="Soumita Sengupta" userId="4afa6ce1-cb01-46c2-8538-4650222f0c96" providerId="ADAL" clId="{8571DC48-0C12-45E0-9BF7-0A12C0FA93C2}" dt="2021-05-17T08:12:25.944" v="374" actId="255"/>
        <pc:sldMkLst>
          <pc:docMk/>
          <pc:sldMk cId="3152158587" sldId="645"/>
        </pc:sldMkLst>
        <pc:spChg chg="mod">
          <ac:chgData name="Soumita Sengupta" userId="4afa6ce1-cb01-46c2-8538-4650222f0c96" providerId="ADAL" clId="{8571DC48-0C12-45E0-9BF7-0A12C0FA93C2}" dt="2021-05-17T08:12:25.944" v="374" actId="255"/>
          <ac:spMkLst>
            <pc:docMk/>
            <pc:sldMk cId="3152158587" sldId="645"/>
            <ac:spMk id="4" creationId="{F4E4F34F-F15D-4726-AF4D-1FA5CD8F58BF}"/>
          </ac:spMkLst>
        </pc:spChg>
      </pc:sldChg>
      <pc:sldChg chg="modSp add mod">
        <pc:chgData name="Soumita Sengupta" userId="4afa6ce1-cb01-46c2-8538-4650222f0c96" providerId="ADAL" clId="{8571DC48-0C12-45E0-9BF7-0A12C0FA93C2}" dt="2021-05-17T08:12:32.563" v="375" actId="255"/>
        <pc:sldMkLst>
          <pc:docMk/>
          <pc:sldMk cId="3694302526" sldId="646"/>
        </pc:sldMkLst>
        <pc:spChg chg="mod">
          <ac:chgData name="Soumita Sengupta" userId="4afa6ce1-cb01-46c2-8538-4650222f0c96" providerId="ADAL" clId="{8571DC48-0C12-45E0-9BF7-0A12C0FA93C2}" dt="2021-05-17T08:12:32.563" v="375" actId="255"/>
          <ac:spMkLst>
            <pc:docMk/>
            <pc:sldMk cId="3694302526" sldId="646"/>
            <ac:spMk id="4" creationId="{F4E4F34F-F15D-4726-AF4D-1FA5CD8F58BF}"/>
          </ac:spMkLst>
        </pc:spChg>
      </pc:sldChg>
      <pc:sldChg chg="modSp add mod">
        <pc:chgData name="Soumita Sengupta" userId="4afa6ce1-cb01-46c2-8538-4650222f0c96" providerId="ADAL" clId="{8571DC48-0C12-45E0-9BF7-0A12C0FA93C2}" dt="2021-05-17T08:12:59.897" v="378" actId="255"/>
        <pc:sldMkLst>
          <pc:docMk/>
          <pc:sldMk cId="3358312975" sldId="647"/>
        </pc:sldMkLst>
        <pc:spChg chg="mod">
          <ac:chgData name="Soumita Sengupta" userId="4afa6ce1-cb01-46c2-8538-4650222f0c96" providerId="ADAL" clId="{8571DC48-0C12-45E0-9BF7-0A12C0FA93C2}" dt="2021-05-17T08:12:59.897" v="378" actId="255"/>
          <ac:spMkLst>
            <pc:docMk/>
            <pc:sldMk cId="3358312975" sldId="647"/>
            <ac:spMk id="4" creationId="{F4E4F34F-F15D-4726-AF4D-1FA5CD8F58BF}"/>
          </ac:spMkLst>
        </pc:spChg>
        <pc:graphicFrameChg chg="modGraphic">
          <ac:chgData name="Soumita Sengupta" userId="4afa6ce1-cb01-46c2-8538-4650222f0c96" providerId="ADAL" clId="{8571DC48-0C12-45E0-9BF7-0A12C0FA93C2}" dt="2021-05-17T08:12:39.942" v="376" actId="255"/>
          <ac:graphicFrameMkLst>
            <pc:docMk/>
            <pc:sldMk cId="3358312975" sldId="647"/>
            <ac:graphicFrameMk id="2" creationId="{7D5A731D-F205-4673-A456-9177A9D055C7}"/>
          </ac:graphicFrameMkLst>
        </pc:graphicFrameChg>
      </pc:sldChg>
      <pc:sldChg chg="modSp add mod">
        <pc:chgData name="Soumita Sengupta" userId="4afa6ce1-cb01-46c2-8538-4650222f0c96" providerId="ADAL" clId="{8571DC48-0C12-45E0-9BF7-0A12C0FA93C2}" dt="2021-05-17T08:13:05.842" v="379" actId="255"/>
        <pc:sldMkLst>
          <pc:docMk/>
          <pc:sldMk cId="2361541675" sldId="648"/>
        </pc:sldMkLst>
        <pc:spChg chg="mod">
          <ac:chgData name="Soumita Sengupta" userId="4afa6ce1-cb01-46c2-8538-4650222f0c96" providerId="ADAL" clId="{8571DC48-0C12-45E0-9BF7-0A12C0FA93C2}" dt="2021-05-17T08:13:05.842" v="379" actId="255"/>
          <ac:spMkLst>
            <pc:docMk/>
            <pc:sldMk cId="2361541675" sldId="648"/>
            <ac:spMk id="4" creationId="{F4E4F34F-F15D-4726-AF4D-1FA5CD8F58BF}"/>
          </ac:spMkLst>
        </pc:spChg>
      </pc:sldChg>
      <pc:sldChg chg="modSp add mod">
        <pc:chgData name="Soumita Sengupta" userId="4afa6ce1-cb01-46c2-8538-4650222f0c96" providerId="ADAL" clId="{8571DC48-0C12-45E0-9BF7-0A12C0FA93C2}" dt="2021-05-17T08:13:13.012" v="380" actId="255"/>
        <pc:sldMkLst>
          <pc:docMk/>
          <pc:sldMk cId="2222658692" sldId="649"/>
        </pc:sldMkLst>
        <pc:spChg chg="mod">
          <ac:chgData name="Soumita Sengupta" userId="4afa6ce1-cb01-46c2-8538-4650222f0c96" providerId="ADAL" clId="{8571DC48-0C12-45E0-9BF7-0A12C0FA93C2}" dt="2021-05-17T08:13:13.012" v="380" actId="255"/>
          <ac:spMkLst>
            <pc:docMk/>
            <pc:sldMk cId="2222658692" sldId="649"/>
            <ac:spMk id="4" creationId="{F4E4F34F-F15D-4726-AF4D-1FA5CD8F58BF}"/>
          </ac:spMkLst>
        </pc:spChg>
      </pc:sldChg>
      <pc:sldChg chg="modSp add mod">
        <pc:chgData name="Soumita Sengupta" userId="4afa6ce1-cb01-46c2-8538-4650222f0c96" providerId="ADAL" clId="{8571DC48-0C12-45E0-9BF7-0A12C0FA93C2}" dt="2021-05-17T08:13:22.381" v="381" actId="255"/>
        <pc:sldMkLst>
          <pc:docMk/>
          <pc:sldMk cId="510060166" sldId="650"/>
        </pc:sldMkLst>
        <pc:spChg chg="mod">
          <ac:chgData name="Soumita Sengupta" userId="4afa6ce1-cb01-46c2-8538-4650222f0c96" providerId="ADAL" clId="{8571DC48-0C12-45E0-9BF7-0A12C0FA93C2}" dt="2021-05-17T08:13:22.381" v="381" actId="255"/>
          <ac:spMkLst>
            <pc:docMk/>
            <pc:sldMk cId="510060166" sldId="650"/>
            <ac:spMk id="4" creationId="{F4E4F34F-F15D-4726-AF4D-1FA5CD8F58BF}"/>
          </ac:spMkLst>
        </pc:spChg>
      </pc:sldChg>
      <pc:sldChg chg="modSp add mod">
        <pc:chgData name="Soumita Sengupta" userId="4afa6ce1-cb01-46c2-8538-4650222f0c96" providerId="ADAL" clId="{8571DC48-0C12-45E0-9BF7-0A12C0FA93C2}" dt="2021-05-17T08:13:34.911" v="382" actId="255"/>
        <pc:sldMkLst>
          <pc:docMk/>
          <pc:sldMk cId="1129792128" sldId="666"/>
        </pc:sldMkLst>
        <pc:graphicFrameChg chg="modGraphic">
          <ac:chgData name="Soumita Sengupta" userId="4afa6ce1-cb01-46c2-8538-4650222f0c96" providerId="ADAL" clId="{8571DC48-0C12-45E0-9BF7-0A12C0FA93C2}" dt="2021-05-17T08:13:34.911" v="382" actId="255"/>
          <ac:graphicFrameMkLst>
            <pc:docMk/>
            <pc:sldMk cId="1129792128" sldId="666"/>
            <ac:graphicFrameMk id="9" creationId="{222BB22A-E973-4FDC-98D3-193C87729AB0}"/>
          </ac:graphicFrameMkLst>
        </pc:graphicFrameChg>
      </pc:sldChg>
      <pc:sldChg chg="modSp mod">
        <pc:chgData name="Soumita Sengupta" userId="4afa6ce1-cb01-46c2-8538-4650222f0c96" providerId="ADAL" clId="{8571DC48-0C12-45E0-9BF7-0A12C0FA93C2}" dt="2021-05-17T14:26:58.164" v="450" actId="207"/>
        <pc:sldMkLst>
          <pc:docMk/>
          <pc:sldMk cId="2849411837" sldId="668"/>
        </pc:sldMkLst>
        <pc:spChg chg="mod">
          <ac:chgData name="Soumita Sengupta" userId="4afa6ce1-cb01-46c2-8538-4650222f0c96" providerId="ADAL" clId="{8571DC48-0C12-45E0-9BF7-0A12C0FA93C2}" dt="2021-05-17T14:26:58.164" v="450" actId="207"/>
          <ac:spMkLst>
            <pc:docMk/>
            <pc:sldMk cId="2849411837" sldId="668"/>
            <ac:spMk id="3" creationId="{00000000-0000-0000-0000-000000000000}"/>
          </ac:spMkLst>
        </pc:spChg>
        <pc:spChg chg="mod">
          <ac:chgData name="Soumita Sengupta" userId="4afa6ce1-cb01-46c2-8538-4650222f0c96" providerId="ADAL" clId="{8571DC48-0C12-45E0-9BF7-0A12C0FA93C2}" dt="2021-05-17T14:26:58.164" v="450" actId="207"/>
          <ac:spMkLst>
            <pc:docMk/>
            <pc:sldMk cId="2849411837" sldId="668"/>
            <ac:spMk id="4" creationId="{00000000-0000-0000-0000-000000000000}"/>
          </ac:spMkLst>
        </pc:spChg>
      </pc:sldChg>
      <pc:sldChg chg="modSp mod">
        <pc:chgData name="Soumita Sengupta" userId="4afa6ce1-cb01-46c2-8538-4650222f0c96" providerId="ADAL" clId="{8571DC48-0C12-45E0-9BF7-0A12C0FA93C2}" dt="2021-05-17T14:27:04.682" v="451" actId="207"/>
        <pc:sldMkLst>
          <pc:docMk/>
          <pc:sldMk cId="1823865472" sldId="669"/>
        </pc:sldMkLst>
        <pc:spChg chg="mod">
          <ac:chgData name="Soumita Sengupta" userId="4afa6ce1-cb01-46c2-8538-4650222f0c96" providerId="ADAL" clId="{8571DC48-0C12-45E0-9BF7-0A12C0FA93C2}" dt="2021-05-17T14:27:04.682" v="451" actId="207"/>
          <ac:spMkLst>
            <pc:docMk/>
            <pc:sldMk cId="1823865472" sldId="669"/>
            <ac:spMk id="3" creationId="{00000000-0000-0000-0000-000000000000}"/>
          </ac:spMkLst>
        </pc:spChg>
        <pc:spChg chg="mod">
          <ac:chgData name="Soumita Sengupta" userId="4afa6ce1-cb01-46c2-8538-4650222f0c96" providerId="ADAL" clId="{8571DC48-0C12-45E0-9BF7-0A12C0FA93C2}" dt="2021-05-17T14:27:04.682" v="451" actId="207"/>
          <ac:spMkLst>
            <pc:docMk/>
            <pc:sldMk cId="1823865472" sldId="669"/>
            <ac:spMk id="4" creationId="{00000000-0000-0000-0000-000000000000}"/>
          </ac:spMkLst>
        </pc:spChg>
      </pc:sldChg>
      <pc:sldChg chg="modSp mod">
        <pc:chgData name="Soumita Sengupta" userId="4afa6ce1-cb01-46c2-8538-4650222f0c96" providerId="ADAL" clId="{8571DC48-0C12-45E0-9BF7-0A12C0FA93C2}" dt="2021-05-17T14:27:13.458" v="452" actId="207"/>
        <pc:sldMkLst>
          <pc:docMk/>
          <pc:sldMk cId="3322344175" sldId="670"/>
        </pc:sldMkLst>
        <pc:spChg chg="mod">
          <ac:chgData name="Soumita Sengupta" userId="4afa6ce1-cb01-46c2-8538-4650222f0c96" providerId="ADAL" clId="{8571DC48-0C12-45E0-9BF7-0A12C0FA93C2}" dt="2021-05-17T14:27:13.458" v="452" actId="207"/>
          <ac:spMkLst>
            <pc:docMk/>
            <pc:sldMk cId="3322344175" sldId="670"/>
            <ac:spMk id="3" creationId="{00000000-0000-0000-0000-000000000000}"/>
          </ac:spMkLst>
        </pc:spChg>
        <pc:spChg chg="mod">
          <ac:chgData name="Soumita Sengupta" userId="4afa6ce1-cb01-46c2-8538-4650222f0c96" providerId="ADAL" clId="{8571DC48-0C12-45E0-9BF7-0A12C0FA93C2}" dt="2021-05-17T14:27:13.458" v="452" actId="207"/>
          <ac:spMkLst>
            <pc:docMk/>
            <pc:sldMk cId="3322344175" sldId="670"/>
            <ac:spMk id="4" creationId="{00000000-0000-0000-0000-000000000000}"/>
          </ac:spMkLst>
        </pc:spChg>
      </pc:sldChg>
      <pc:sldChg chg="modSp mod">
        <pc:chgData name="Soumita Sengupta" userId="4afa6ce1-cb01-46c2-8538-4650222f0c96" providerId="ADAL" clId="{8571DC48-0C12-45E0-9BF7-0A12C0FA93C2}" dt="2021-05-17T14:27:23.081" v="453" actId="207"/>
        <pc:sldMkLst>
          <pc:docMk/>
          <pc:sldMk cId="1858348461" sldId="671"/>
        </pc:sldMkLst>
        <pc:spChg chg="mod">
          <ac:chgData name="Soumita Sengupta" userId="4afa6ce1-cb01-46c2-8538-4650222f0c96" providerId="ADAL" clId="{8571DC48-0C12-45E0-9BF7-0A12C0FA93C2}" dt="2021-05-17T14:27:23.081" v="453" actId="207"/>
          <ac:spMkLst>
            <pc:docMk/>
            <pc:sldMk cId="1858348461" sldId="671"/>
            <ac:spMk id="3" creationId="{00000000-0000-0000-0000-000000000000}"/>
          </ac:spMkLst>
        </pc:spChg>
        <pc:spChg chg="mod">
          <ac:chgData name="Soumita Sengupta" userId="4afa6ce1-cb01-46c2-8538-4650222f0c96" providerId="ADAL" clId="{8571DC48-0C12-45E0-9BF7-0A12C0FA93C2}" dt="2021-05-17T14:27:23.081" v="453" actId="207"/>
          <ac:spMkLst>
            <pc:docMk/>
            <pc:sldMk cId="1858348461" sldId="671"/>
            <ac:spMk id="4" creationId="{00000000-0000-0000-0000-000000000000}"/>
          </ac:spMkLst>
        </pc:spChg>
      </pc:sldChg>
      <pc:sldChg chg="modSp mod">
        <pc:chgData name="Soumita Sengupta" userId="4afa6ce1-cb01-46c2-8538-4650222f0c96" providerId="ADAL" clId="{8571DC48-0C12-45E0-9BF7-0A12C0FA93C2}" dt="2021-05-17T14:27:44.487" v="455" actId="207"/>
        <pc:sldMkLst>
          <pc:docMk/>
          <pc:sldMk cId="2643689726" sldId="673"/>
        </pc:sldMkLst>
        <pc:spChg chg="mod">
          <ac:chgData name="Soumita Sengupta" userId="4afa6ce1-cb01-46c2-8538-4650222f0c96" providerId="ADAL" clId="{8571DC48-0C12-45E0-9BF7-0A12C0FA93C2}" dt="2021-05-17T14:27:44.487" v="455" actId="207"/>
          <ac:spMkLst>
            <pc:docMk/>
            <pc:sldMk cId="2643689726" sldId="673"/>
            <ac:spMk id="4" creationId="{00000000-0000-0000-0000-000000000000}"/>
          </ac:spMkLst>
        </pc:spChg>
        <pc:spChg chg="mod">
          <ac:chgData name="Soumita Sengupta" userId="4afa6ce1-cb01-46c2-8538-4650222f0c96" providerId="ADAL" clId="{8571DC48-0C12-45E0-9BF7-0A12C0FA93C2}" dt="2021-05-17T14:27:44.487" v="455" actId="207"/>
          <ac:spMkLst>
            <pc:docMk/>
            <pc:sldMk cId="2643689726" sldId="673"/>
            <ac:spMk id="11" creationId="{00000000-0000-0000-0000-000000000000}"/>
          </ac:spMkLst>
        </pc:spChg>
      </pc:sldChg>
      <pc:sldChg chg="modSp mod">
        <pc:chgData name="Soumita Sengupta" userId="4afa6ce1-cb01-46c2-8538-4650222f0c96" providerId="ADAL" clId="{8571DC48-0C12-45E0-9BF7-0A12C0FA93C2}" dt="2021-05-17T14:27:52.417" v="456" actId="207"/>
        <pc:sldMkLst>
          <pc:docMk/>
          <pc:sldMk cId="1058378958" sldId="674"/>
        </pc:sldMkLst>
        <pc:spChg chg="mod">
          <ac:chgData name="Soumita Sengupta" userId="4afa6ce1-cb01-46c2-8538-4650222f0c96" providerId="ADAL" clId="{8571DC48-0C12-45E0-9BF7-0A12C0FA93C2}" dt="2021-05-17T14:27:52.417" v="456" actId="207"/>
          <ac:spMkLst>
            <pc:docMk/>
            <pc:sldMk cId="1058378958" sldId="674"/>
            <ac:spMk id="3" creationId="{00000000-0000-0000-0000-000000000000}"/>
          </ac:spMkLst>
        </pc:spChg>
        <pc:spChg chg="mod">
          <ac:chgData name="Soumita Sengupta" userId="4afa6ce1-cb01-46c2-8538-4650222f0c96" providerId="ADAL" clId="{8571DC48-0C12-45E0-9BF7-0A12C0FA93C2}" dt="2021-05-17T14:27:52.417" v="456" actId="207"/>
          <ac:spMkLst>
            <pc:docMk/>
            <pc:sldMk cId="1058378958" sldId="674"/>
            <ac:spMk id="4" creationId="{00000000-0000-0000-0000-000000000000}"/>
          </ac:spMkLst>
        </pc:spChg>
      </pc:sldChg>
      <pc:sldChg chg="modSp mod">
        <pc:chgData name="Soumita Sengupta" userId="4afa6ce1-cb01-46c2-8538-4650222f0c96" providerId="ADAL" clId="{8571DC48-0C12-45E0-9BF7-0A12C0FA93C2}" dt="2021-05-17T14:28:04.465" v="458" actId="207"/>
        <pc:sldMkLst>
          <pc:docMk/>
          <pc:sldMk cId="1466538347" sldId="675"/>
        </pc:sldMkLst>
        <pc:spChg chg="mod">
          <ac:chgData name="Soumita Sengupta" userId="4afa6ce1-cb01-46c2-8538-4650222f0c96" providerId="ADAL" clId="{8571DC48-0C12-45E0-9BF7-0A12C0FA93C2}" dt="2021-05-17T14:28:04.465" v="458" actId="207"/>
          <ac:spMkLst>
            <pc:docMk/>
            <pc:sldMk cId="1466538347" sldId="675"/>
            <ac:spMk id="3" creationId="{00000000-0000-0000-0000-000000000000}"/>
          </ac:spMkLst>
        </pc:spChg>
        <pc:spChg chg="mod">
          <ac:chgData name="Soumita Sengupta" userId="4afa6ce1-cb01-46c2-8538-4650222f0c96" providerId="ADAL" clId="{8571DC48-0C12-45E0-9BF7-0A12C0FA93C2}" dt="2021-05-17T14:28:04.465" v="458" actId="207"/>
          <ac:spMkLst>
            <pc:docMk/>
            <pc:sldMk cId="1466538347" sldId="675"/>
            <ac:spMk id="4" creationId="{00000000-0000-0000-0000-000000000000}"/>
          </ac:spMkLst>
        </pc:spChg>
      </pc:sldChg>
      <pc:sldChg chg="modSp add mod">
        <pc:chgData name="Soumita Sengupta" userId="4afa6ce1-cb01-46c2-8538-4650222f0c96" providerId="ADAL" clId="{8571DC48-0C12-45E0-9BF7-0A12C0FA93C2}" dt="2021-05-17T07:53:26.578" v="214" actId="255"/>
        <pc:sldMkLst>
          <pc:docMk/>
          <pc:sldMk cId="1877917348" sldId="682"/>
        </pc:sldMkLst>
        <pc:spChg chg="mod">
          <ac:chgData name="Soumita Sengupta" userId="4afa6ce1-cb01-46c2-8538-4650222f0c96" providerId="ADAL" clId="{8571DC48-0C12-45E0-9BF7-0A12C0FA93C2}" dt="2021-05-17T07:53:26.578" v="214" actId="255"/>
          <ac:spMkLst>
            <pc:docMk/>
            <pc:sldMk cId="1877917348" sldId="682"/>
            <ac:spMk id="12" creationId="{0F937505-1157-4EED-9D93-F565D545DFE4}"/>
          </ac:spMkLst>
        </pc:spChg>
      </pc:sldChg>
      <pc:sldChg chg="modSp mod">
        <pc:chgData name="Soumita Sengupta" userId="4afa6ce1-cb01-46c2-8538-4650222f0c96" providerId="ADAL" clId="{8571DC48-0C12-45E0-9BF7-0A12C0FA93C2}" dt="2021-05-17T14:10:55.020" v="430" actId="207"/>
        <pc:sldMkLst>
          <pc:docMk/>
          <pc:sldMk cId="1349535947" sldId="690"/>
        </pc:sldMkLst>
        <pc:spChg chg="mod">
          <ac:chgData name="Soumita Sengupta" userId="4afa6ce1-cb01-46c2-8538-4650222f0c96" providerId="ADAL" clId="{8571DC48-0C12-45E0-9BF7-0A12C0FA93C2}" dt="2021-05-17T14:10:55.020" v="430" actId="207"/>
          <ac:spMkLst>
            <pc:docMk/>
            <pc:sldMk cId="1349535947" sldId="690"/>
            <ac:spMk id="4" creationId="{00000000-0000-0000-0000-000000000000}"/>
          </ac:spMkLst>
        </pc:spChg>
        <pc:spChg chg="mod">
          <ac:chgData name="Soumita Sengupta" userId="4afa6ce1-cb01-46c2-8538-4650222f0c96" providerId="ADAL" clId="{8571DC48-0C12-45E0-9BF7-0A12C0FA93C2}" dt="2021-05-17T14:10:55.020" v="430" actId="207"/>
          <ac:spMkLst>
            <pc:docMk/>
            <pc:sldMk cId="1349535947" sldId="690"/>
            <ac:spMk id="6" creationId="{00000000-0000-0000-0000-000000000000}"/>
          </ac:spMkLst>
        </pc:spChg>
      </pc:sldChg>
      <pc:sldChg chg="modSp mod">
        <pc:chgData name="Soumita Sengupta" userId="4afa6ce1-cb01-46c2-8538-4650222f0c96" providerId="ADAL" clId="{8571DC48-0C12-45E0-9BF7-0A12C0FA93C2}" dt="2021-05-17T14:24:28.705" v="435" actId="207"/>
        <pc:sldMkLst>
          <pc:docMk/>
          <pc:sldMk cId="2783950847" sldId="691"/>
        </pc:sldMkLst>
        <pc:spChg chg="mod">
          <ac:chgData name="Soumita Sengupta" userId="4afa6ce1-cb01-46c2-8538-4650222f0c96" providerId="ADAL" clId="{8571DC48-0C12-45E0-9BF7-0A12C0FA93C2}" dt="2021-05-17T14:24:28.705" v="435" actId="207"/>
          <ac:spMkLst>
            <pc:docMk/>
            <pc:sldMk cId="2783950847" sldId="691"/>
            <ac:spMk id="4" creationId="{00000000-0000-0000-0000-000000000000}"/>
          </ac:spMkLst>
        </pc:spChg>
        <pc:spChg chg="mod">
          <ac:chgData name="Soumita Sengupta" userId="4afa6ce1-cb01-46c2-8538-4650222f0c96" providerId="ADAL" clId="{8571DC48-0C12-45E0-9BF7-0A12C0FA93C2}" dt="2021-05-17T14:24:28.705" v="435" actId="207"/>
          <ac:spMkLst>
            <pc:docMk/>
            <pc:sldMk cId="2783950847" sldId="691"/>
            <ac:spMk id="8" creationId="{00000000-0000-0000-0000-000000000000}"/>
          </ac:spMkLst>
        </pc:spChg>
      </pc:sldChg>
      <pc:sldChg chg="modSp mod">
        <pc:chgData name="Soumita Sengupta" userId="4afa6ce1-cb01-46c2-8538-4650222f0c96" providerId="ADAL" clId="{8571DC48-0C12-45E0-9BF7-0A12C0FA93C2}" dt="2021-05-17T14:24:39.308" v="436" actId="207"/>
        <pc:sldMkLst>
          <pc:docMk/>
          <pc:sldMk cId="3881707545" sldId="692"/>
        </pc:sldMkLst>
        <pc:spChg chg="mod">
          <ac:chgData name="Soumita Sengupta" userId="4afa6ce1-cb01-46c2-8538-4650222f0c96" providerId="ADAL" clId="{8571DC48-0C12-45E0-9BF7-0A12C0FA93C2}" dt="2021-05-17T14:24:39.308" v="436" actId="207"/>
          <ac:spMkLst>
            <pc:docMk/>
            <pc:sldMk cId="3881707545" sldId="692"/>
            <ac:spMk id="4" creationId="{00000000-0000-0000-0000-000000000000}"/>
          </ac:spMkLst>
        </pc:spChg>
        <pc:spChg chg="mod">
          <ac:chgData name="Soumita Sengupta" userId="4afa6ce1-cb01-46c2-8538-4650222f0c96" providerId="ADAL" clId="{8571DC48-0C12-45E0-9BF7-0A12C0FA93C2}" dt="2021-05-17T14:24:39.308" v="436" actId="207"/>
          <ac:spMkLst>
            <pc:docMk/>
            <pc:sldMk cId="3881707545" sldId="692"/>
            <ac:spMk id="6" creationId="{00000000-0000-0000-0000-000000000000}"/>
          </ac:spMkLst>
        </pc:spChg>
      </pc:sldChg>
      <pc:sldChg chg="modSp mod">
        <pc:chgData name="Soumita Sengupta" userId="4afa6ce1-cb01-46c2-8538-4650222f0c96" providerId="ADAL" clId="{8571DC48-0C12-45E0-9BF7-0A12C0FA93C2}" dt="2021-05-17T14:24:46.010" v="437" actId="207"/>
        <pc:sldMkLst>
          <pc:docMk/>
          <pc:sldMk cId="732789534" sldId="693"/>
        </pc:sldMkLst>
        <pc:spChg chg="mod">
          <ac:chgData name="Soumita Sengupta" userId="4afa6ce1-cb01-46c2-8538-4650222f0c96" providerId="ADAL" clId="{8571DC48-0C12-45E0-9BF7-0A12C0FA93C2}" dt="2021-05-17T14:24:46.010" v="437" actId="207"/>
          <ac:spMkLst>
            <pc:docMk/>
            <pc:sldMk cId="732789534" sldId="693"/>
            <ac:spMk id="4" creationId="{00000000-0000-0000-0000-000000000000}"/>
          </ac:spMkLst>
        </pc:spChg>
        <pc:spChg chg="mod">
          <ac:chgData name="Soumita Sengupta" userId="4afa6ce1-cb01-46c2-8538-4650222f0c96" providerId="ADAL" clId="{8571DC48-0C12-45E0-9BF7-0A12C0FA93C2}" dt="2021-05-17T14:24:46.010" v="437" actId="207"/>
          <ac:spMkLst>
            <pc:docMk/>
            <pc:sldMk cId="732789534" sldId="693"/>
            <ac:spMk id="7" creationId="{00000000-0000-0000-0000-000000000000}"/>
          </ac:spMkLst>
        </pc:spChg>
      </pc:sldChg>
      <pc:sldChg chg="modSp mod">
        <pc:chgData name="Soumita Sengupta" userId="4afa6ce1-cb01-46c2-8538-4650222f0c96" providerId="ADAL" clId="{8571DC48-0C12-45E0-9BF7-0A12C0FA93C2}" dt="2021-05-17T14:24:52.498" v="438" actId="207"/>
        <pc:sldMkLst>
          <pc:docMk/>
          <pc:sldMk cId="1650069667" sldId="694"/>
        </pc:sldMkLst>
        <pc:spChg chg="mod">
          <ac:chgData name="Soumita Sengupta" userId="4afa6ce1-cb01-46c2-8538-4650222f0c96" providerId="ADAL" clId="{8571DC48-0C12-45E0-9BF7-0A12C0FA93C2}" dt="2021-05-17T14:24:52.498" v="438" actId="207"/>
          <ac:spMkLst>
            <pc:docMk/>
            <pc:sldMk cId="1650069667" sldId="694"/>
            <ac:spMk id="4" creationId="{00000000-0000-0000-0000-000000000000}"/>
          </ac:spMkLst>
        </pc:spChg>
        <pc:spChg chg="mod">
          <ac:chgData name="Soumita Sengupta" userId="4afa6ce1-cb01-46c2-8538-4650222f0c96" providerId="ADAL" clId="{8571DC48-0C12-45E0-9BF7-0A12C0FA93C2}" dt="2021-05-17T14:24:52.498" v="438" actId="207"/>
          <ac:spMkLst>
            <pc:docMk/>
            <pc:sldMk cId="1650069667" sldId="694"/>
            <ac:spMk id="6" creationId="{00000000-0000-0000-0000-000000000000}"/>
          </ac:spMkLst>
        </pc:spChg>
      </pc:sldChg>
      <pc:sldChg chg="modSp mod">
        <pc:chgData name="Soumita Sengupta" userId="4afa6ce1-cb01-46c2-8538-4650222f0c96" providerId="ADAL" clId="{8571DC48-0C12-45E0-9BF7-0A12C0FA93C2}" dt="2021-05-17T14:25:13.504" v="440" actId="207"/>
        <pc:sldMkLst>
          <pc:docMk/>
          <pc:sldMk cId="2989975256" sldId="697"/>
        </pc:sldMkLst>
        <pc:spChg chg="mod">
          <ac:chgData name="Soumita Sengupta" userId="4afa6ce1-cb01-46c2-8538-4650222f0c96" providerId="ADAL" clId="{8571DC48-0C12-45E0-9BF7-0A12C0FA93C2}" dt="2021-05-17T14:25:13.504" v="440" actId="207"/>
          <ac:spMkLst>
            <pc:docMk/>
            <pc:sldMk cId="2989975256" sldId="697"/>
            <ac:spMk id="4" creationId="{00000000-0000-0000-0000-000000000000}"/>
          </ac:spMkLst>
        </pc:spChg>
        <pc:spChg chg="mod">
          <ac:chgData name="Soumita Sengupta" userId="4afa6ce1-cb01-46c2-8538-4650222f0c96" providerId="ADAL" clId="{8571DC48-0C12-45E0-9BF7-0A12C0FA93C2}" dt="2021-05-17T14:25:13.504" v="440" actId="207"/>
          <ac:spMkLst>
            <pc:docMk/>
            <pc:sldMk cId="2989975256" sldId="697"/>
            <ac:spMk id="7" creationId="{00000000-0000-0000-0000-000000000000}"/>
          </ac:spMkLst>
        </pc:spChg>
      </pc:sldChg>
      <pc:sldChg chg="modSp mod">
        <pc:chgData name="Soumita Sengupta" userId="4afa6ce1-cb01-46c2-8538-4650222f0c96" providerId="ADAL" clId="{8571DC48-0C12-45E0-9BF7-0A12C0FA93C2}" dt="2021-05-17T14:25:25.552" v="441" actId="207"/>
        <pc:sldMkLst>
          <pc:docMk/>
          <pc:sldMk cId="2833213052" sldId="700"/>
        </pc:sldMkLst>
        <pc:spChg chg="mod">
          <ac:chgData name="Soumita Sengupta" userId="4afa6ce1-cb01-46c2-8538-4650222f0c96" providerId="ADAL" clId="{8571DC48-0C12-45E0-9BF7-0A12C0FA93C2}" dt="2021-05-17T14:25:25.552" v="441" actId="207"/>
          <ac:spMkLst>
            <pc:docMk/>
            <pc:sldMk cId="2833213052" sldId="700"/>
            <ac:spMk id="4" creationId="{00000000-0000-0000-0000-000000000000}"/>
          </ac:spMkLst>
        </pc:spChg>
        <pc:spChg chg="mod">
          <ac:chgData name="Soumita Sengupta" userId="4afa6ce1-cb01-46c2-8538-4650222f0c96" providerId="ADAL" clId="{8571DC48-0C12-45E0-9BF7-0A12C0FA93C2}" dt="2021-05-17T14:25:25.552" v="441" actId="207"/>
          <ac:spMkLst>
            <pc:docMk/>
            <pc:sldMk cId="2833213052" sldId="700"/>
            <ac:spMk id="9" creationId="{00000000-0000-0000-0000-000000000000}"/>
          </ac:spMkLst>
        </pc:spChg>
      </pc:sldChg>
      <pc:sldChg chg="modSp mod">
        <pc:chgData name="Soumita Sengupta" userId="4afa6ce1-cb01-46c2-8538-4650222f0c96" providerId="ADAL" clId="{8571DC48-0C12-45E0-9BF7-0A12C0FA93C2}" dt="2021-05-17T14:25:36.017" v="442" actId="207"/>
        <pc:sldMkLst>
          <pc:docMk/>
          <pc:sldMk cId="67063222" sldId="701"/>
        </pc:sldMkLst>
        <pc:spChg chg="mod">
          <ac:chgData name="Soumita Sengupta" userId="4afa6ce1-cb01-46c2-8538-4650222f0c96" providerId="ADAL" clId="{8571DC48-0C12-45E0-9BF7-0A12C0FA93C2}" dt="2021-05-17T14:25:36.017" v="442" actId="207"/>
          <ac:spMkLst>
            <pc:docMk/>
            <pc:sldMk cId="67063222" sldId="701"/>
            <ac:spMk id="4" creationId="{00000000-0000-0000-0000-000000000000}"/>
          </ac:spMkLst>
        </pc:spChg>
        <pc:spChg chg="mod">
          <ac:chgData name="Soumita Sengupta" userId="4afa6ce1-cb01-46c2-8538-4650222f0c96" providerId="ADAL" clId="{8571DC48-0C12-45E0-9BF7-0A12C0FA93C2}" dt="2021-05-17T14:25:36.017" v="442" actId="207"/>
          <ac:spMkLst>
            <pc:docMk/>
            <pc:sldMk cId="67063222" sldId="701"/>
            <ac:spMk id="6" creationId="{00000000-0000-0000-0000-000000000000}"/>
          </ac:spMkLst>
        </pc:spChg>
      </pc:sldChg>
      <pc:sldChg chg="modSp mod">
        <pc:chgData name="Soumita Sengupta" userId="4afa6ce1-cb01-46c2-8538-4650222f0c96" providerId="ADAL" clId="{8571DC48-0C12-45E0-9BF7-0A12C0FA93C2}" dt="2021-05-17T14:25:44.974" v="443" actId="207"/>
        <pc:sldMkLst>
          <pc:docMk/>
          <pc:sldMk cId="394688444" sldId="703"/>
        </pc:sldMkLst>
        <pc:spChg chg="mod">
          <ac:chgData name="Soumita Sengupta" userId="4afa6ce1-cb01-46c2-8538-4650222f0c96" providerId="ADAL" clId="{8571DC48-0C12-45E0-9BF7-0A12C0FA93C2}" dt="2021-05-17T14:25:44.974" v="443" actId="207"/>
          <ac:spMkLst>
            <pc:docMk/>
            <pc:sldMk cId="394688444" sldId="703"/>
            <ac:spMk id="4" creationId="{00000000-0000-0000-0000-000000000000}"/>
          </ac:spMkLst>
        </pc:spChg>
        <pc:spChg chg="mod">
          <ac:chgData name="Soumita Sengupta" userId="4afa6ce1-cb01-46c2-8538-4650222f0c96" providerId="ADAL" clId="{8571DC48-0C12-45E0-9BF7-0A12C0FA93C2}" dt="2021-05-17T14:25:44.974" v="443" actId="207"/>
          <ac:spMkLst>
            <pc:docMk/>
            <pc:sldMk cId="394688444" sldId="703"/>
            <ac:spMk id="7" creationId="{00000000-0000-0000-0000-000000000000}"/>
          </ac:spMkLst>
        </pc:spChg>
      </pc:sldChg>
      <pc:sldChg chg="modSp mod">
        <pc:chgData name="Soumita Sengupta" userId="4afa6ce1-cb01-46c2-8538-4650222f0c96" providerId="ADAL" clId="{8571DC48-0C12-45E0-9BF7-0A12C0FA93C2}" dt="2021-05-17T14:25:56.273" v="444" actId="207"/>
        <pc:sldMkLst>
          <pc:docMk/>
          <pc:sldMk cId="2847207556" sldId="705"/>
        </pc:sldMkLst>
        <pc:spChg chg="mod">
          <ac:chgData name="Soumita Sengupta" userId="4afa6ce1-cb01-46c2-8538-4650222f0c96" providerId="ADAL" clId="{8571DC48-0C12-45E0-9BF7-0A12C0FA93C2}" dt="2021-05-17T14:25:56.273" v="444" actId="207"/>
          <ac:spMkLst>
            <pc:docMk/>
            <pc:sldMk cId="2847207556" sldId="705"/>
            <ac:spMk id="4" creationId="{00000000-0000-0000-0000-000000000000}"/>
          </ac:spMkLst>
        </pc:spChg>
        <pc:spChg chg="mod">
          <ac:chgData name="Soumita Sengupta" userId="4afa6ce1-cb01-46c2-8538-4650222f0c96" providerId="ADAL" clId="{8571DC48-0C12-45E0-9BF7-0A12C0FA93C2}" dt="2021-05-17T14:25:56.273" v="444" actId="207"/>
          <ac:spMkLst>
            <pc:docMk/>
            <pc:sldMk cId="2847207556" sldId="705"/>
            <ac:spMk id="7" creationId="{00000000-0000-0000-0000-000000000000}"/>
          </ac:spMkLst>
        </pc:spChg>
      </pc:sldChg>
      <pc:sldChg chg="modSp mod">
        <pc:chgData name="Soumita Sengupta" userId="4afa6ce1-cb01-46c2-8538-4650222f0c96" providerId="ADAL" clId="{8571DC48-0C12-45E0-9BF7-0A12C0FA93C2}" dt="2021-05-17T14:26:06.487" v="445" actId="207"/>
        <pc:sldMkLst>
          <pc:docMk/>
          <pc:sldMk cId="1118961763" sldId="707"/>
        </pc:sldMkLst>
        <pc:spChg chg="mod">
          <ac:chgData name="Soumita Sengupta" userId="4afa6ce1-cb01-46c2-8538-4650222f0c96" providerId="ADAL" clId="{8571DC48-0C12-45E0-9BF7-0A12C0FA93C2}" dt="2021-05-17T14:26:06.487" v="445" actId="207"/>
          <ac:spMkLst>
            <pc:docMk/>
            <pc:sldMk cId="1118961763" sldId="707"/>
            <ac:spMk id="3" creationId="{00000000-0000-0000-0000-000000000000}"/>
          </ac:spMkLst>
        </pc:spChg>
        <pc:spChg chg="mod">
          <ac:chgData name="Soumita Sengupta" userId="4afa6ce1-cb01-46c2-8538-4650222f0c96" providerId="ADAL" clId="{8571DC48-0C12-45E0-9BF7-0A12C0FA93C2}" dt="2021-05-17T14:26:06.487" v="445" actId="207"/>
          <ac:spMkLst>
            <pc:docMk/>
            <pc:sldMk cId="1118961763" sldId="707"/>
            <ac:spMk id="4" creationId="{00000000-0000-0000-0000-000000000000}"/>
          </ac:spMkLst>
        </pc:spChg>
      </pc:sldChg>
      <pc:sldChg chg="modSp add mod">
        <pc:chgData name="Soumita Sengupta" userId="4afa6ce1-cb01-46c2-8538-4650222f0c96" providerId="ADAL" clId="{8571DC48-0C12-45E0-9BF7-0A12C0FA93C2}" dt="2021-05-17T07:52:12.156" v="204" actId="255"/>
        <pc:sldMkLst>
          <pc:docMk/>
          <pc:sldMk cId="3842062754" sldId="708"/>
        </pc:sldMkLst>
        <pc:spChg chg="mod">
          <ac:chgData name="Soumita Sengupta" userId="4afa6ce1-cb01-46c2-8538-4650222f0c96" providerId="ADAL" clId="{8571DC48-0C12-45E0-9BF7-0A12C0FA93C2}" dt="2021-05-17T07:52:12.156" v="204" actId="255"/>
          <ac:spMkLst>
            <pc:docMk/>
            <pc:sldMk cId="3842062754" sldId="708"/>
            <ac:spMk id="9" creationId="{C829424C-EB90-4078-9780-334180C92A44}"/>
          </ac:spMkLst>
        </pc:spChg>
      </pc:sldChg>
      <pc:sldChg chg="modSp add mod">
        <pc:chgData name="Soumita Sengupta" userId="4afa6ce1-cb01-46c2-8538-4650222f0c96" providerId="ADAL" clId="{8571DC48-0C12-45E0-9BF7-0A12C0FA93C2}" dt="2021-05-17T07:52:52.626" v="211" actId="255"/>
        <pc:sldMkLst>
          <pc:docMk/>
          <pc:sldMk cId="1385205329" sldId="709"/>
        </pc:sldMkLst>
        <pc:spChg chg="mod">
          <ac:chgData name="Soumita Sengupta" userId="4afa6ce1-cb01-46c2-8538-4650222f0c96" providerId="ADAL" clId="{8571DC48-0C12-45E0-9BF7-0A12C0FA93C2}" dt="2021-05-17T07:52:38.266" v="208" actId="108"/>
          <ac:spMkLst>
            <pc:docMk/>
            <pc:sldMk cId="1385205329" sldId="709"/>
            <ac:spMk id="7" creationId="{00000000-0000-0000-0000-000000000000}"/>
          </ac:spMkLst>
        </pc:spChg>
        <pc:spChg chg="mod">
          <ac:chgData name="Soumita Sengupta" userId="4afa6ce1-cb01-46c2-8538-4650222f0c96" providerId="ADAL" clId="{8571DC48-0C12-45E0-9BF7-0A12C0FA93C2}" dt="2021-05-17T07:52:52.626" v="211" actId="255"/>
          <ac:spMkLst>
            <pc:docMk/>
            <pc:sldMk cId="1385205329" sldId="709"/>
            <ac:spMk id="8" creationId="{00000000-0000-0000-0000-000000000000}"/>
          </ac:spMkLst>
        </pc:spChg>
        <pc:spChg chg="mod">
          <ac:chgData name="Soumita Sengupta" userId="4afa6ce1-cb01-46c2-8538-4650222f0c96" providerId="ADAL" clId="{8571DC48-0C12-45E0-9BF7-0A12C0FA93C2}" dt="2021-05-17T07:52:34.518" v="207" actId="255"/>
          <ac:spMkLst>
            <pc:docMk/>
            <pc:sldMk cId="1385205329" sldId="709"/>
            <ac:spMk id="9" creationId="{00000000-0000-0000-0000-000000000000}"/>
          </ac:spMkLst>
        </pc:spChg>
        <pc:spChg chg="mod">
          <ac:chgData name="Soumita Sengupta" userId="4afa6ce1-cb01-46c2-8538-4650222f0c96" providerId="ADAL" clId="{8571DC48-0C12-45E0-9BF7-0A12C0FA93C2}" dt="2021-05-17T07:52:24.782" v="205" actId="255"/>
          <ac:spMkLst>
            <pc:docMk/>
            <pc:sldMk cId="1385205329" sldId="709"/>
            <ac:spMk id="24" creationId="{5A094092-DCD5-406E-8F9B-0F61BA059679}"/>
          </ac:spMkLst>
        </pc:spChg>
        <pc:grpChg chg="mod">
          <ac:chgData name="Soumita Sengupta" userId="4afa6ce1-cb01-46c2-8538-4650222f0c96" providerId="ADAL" clId="{8571DC48-0C12-45E0-9BF7-0A12C0FA93C2}" dt="2021-05-17T07:52:29.582" v="206" actId="1076"/>
          <ac:grpSpMkLst>
            <pc:docMk/>
            <pc:sldMk cId="1385205329" sldId="709"/>
            <ac:grpSpMk id="6" creationId="{00000000-0000-0000-0000-000000000000}"/>
          </ac:grpSpMkLst>
        </pc:grpChg>
        <pc:cxnChg chg="mod">
          <ac:chgData name="Soumita Sengupta" userId="4afa6ce1-cb01-46c2-8538-4650222f0c96" providerId="ADAL" clId="{8571DC48-0C12-45E0-9BF7-0A12C0FA93C2}" dt="2021-05-17T07:52:42.717" v="210" actId="1076"/>
          <ac:cxnSpMkLst>
            <pc:docMk/>
            <pc:sldMk cId="1385205329" sldId="709"/>
            <ac:cxnSpMk id="12" creationId="{00000000-0000-0000-0000-000000000000}"/>
          </ac:cxnSpMkLst>
        </pc:cxnChg>
      </pc:sldChg>
      <pc:sldChg chg="modSp add mod">
        <pc:chgData name="Soumita Sengupta" userId="4afa6ce1-cb01-46c2-8538-4650222f0c96" providerId="ADAL" clId="{8571DC48-0C12-45E0-9BF7-0A12C0FA93C2}" dt="2021-05-17T07:53:19.194" v="213" actId="1076"/>
        <pc:sldMkLst>
          <pc:docMk/>
          <pc:sldMk cId="3511327653" sldId="710"/>
        </pc:sldMkLst>
        <pc:spChg chg="mod">
          <ac:chgData name="Soumita Sengupta" userId="4afa6ce1-cb01-46c2-8538-4650222f0c96" providerId="ADAL" clId="{8571DC48-0C12-45E0-9BF7-0A12C0FA93C2}" dt="2021-05-17T07:53:15.161" v="212" actId="255"/>
          <ac:spMkLst>
            <pc:docMk/>
            <pc:sldMk cId="3511327653" sldId="710"/>
            <ac:spMk id="9" creationId="{CAC0A44E-D839-4216-9819-497A9C2405C9}"/>
          </ac:spMkLst>
        </pc:spChg>
        <pc:picChg chg="mod">
          <ac:chgData name="Soumita Sengupta" userId="4afa6ce1-cb01-46c2-8538-4650222f0c96" providerId="ADAL" clId="{8571DC48-0C12-45E0-9BF7-0A12C0FA93C2}" dt="2021-05-17T07:53:19.194" v="213" actId="1076"/>
          <ac:picMkLst>
            <pc:docMk/>
            <pc:sldMk cId="3511327653" sldId="710"/>
            <ac:picMk id="18" creationId="{25667177-F0E8-431A-A951-387734D1278B}"/>
          </ac:picMkLst>
        </pc:picChg>
      </pc:sldChg>
      <pc:sldChg chg="add">
        <pc:chgData name="Soumita Sengupta" userId="4afa6ce1-cb01-46c2-8538-4650222f0c96" providerId="ADAL" clId="{8571DC48-0C12-45E0-9BF7-0A12C0FA93C2}" dt="2021-05-17T07:40:54.334" v="77"/>
        <pc:sldMkLst>
          <pc:docMk/>
          <pc:sldMk cId="3137745536" sldId="712"/>
        </pc:sldMkLst>
      </pc:sldChg>
      <pc:sldChg chg="modSp add mod">
        <pc:chgData name="Soumita Sengupta" userId="4afa6ce1-cb01-46c2-8538-4650222f0c96" providerId="ADAL" clId="{8571DC48-0C12-45E0-9BF7-0A12C0FA93C2}" dt="2021-05-17T07:54:16.110" v="223" actId="255"/>
        <pc:sldMkLst>
          <pc:docMk/>
          <pc:sldMk cId="2872170972" sldId="713"/>
        </pc:sldMkLst>
        <pc:spChg chg="mod">
          <ac:chgData name="Soumita Sengupta" userId="4afa6ce1-cb01-46c2-8538-4650222f0c96" providerId="ADAL" clId="{8571DC48-0C12-45E0-9BF7-0A12C0FA93C2}" dt="2021-05-17T07:54:16.110" v="223" actId="255"/>
          <ac:spMkLst>
            <pc:docMk/>
            <pc:sldMk cId="2872170972" sldId="713"/>
            <ac:spMk id="10" creationId="{B7FD3CA6-DC05-4792-A74E-5F93C8650C55}"/>
          </ac:spMkLst>
        </pc:spChg>
      </pc:sldChg>
      <pc:sldChg chg="delSp modSp add mod">
        <pc:chgData name="Soumita Sengupta" userId="4afa6ce1-cb01-46c2-8538-4650222f0c96" providerId="ADAL" clId="{8571DC48-0C12-45E0-9BF7-0A12C0FA93C2}" dt="2021-05-17T07:54:37.039" v="228" actId="1076"/>
        <pc:sldMkLst>
          <pc:docMk/>
          <pc:sldMk cId="910368742" sldId="714"/>
        </pc:sldMkLst>
        <pc:spChg chg="mod">
          <ac:chgData name="Soumita Sengupta" userId="4afa6ce1-cb01-46c2-8538-4650222f0c96" providerId="ADAL" clId="{8571DC48-0C12-45E0-9BF7-0A12C0FA93C2}" dt="2021-05-17T07:54:37.039" v="228" actId="1076"/>
          <ac:spMkLst>
            <pc:docMk/>
            <pc:sldMk cId="910368742" sldId="714"/>
            <ac:spMk id="2" creationId="{00000000-0000-0000-0000-000000000000}"/>
          </ac:spMkLst>
        </pc:spChg>
        <pc:spChg chg="del">
          <ac:chgData name="Soumita Sengupta" userId="4afa6ce1-cb01-46c2-8538-4650222f0c96" providerId="ADAL" clId="{8571DC48-0C12-45E0-9BF7-0A12C0FA93C2}" dt="2021-05-17T07:54:23.189" v="225" actId="478"/>
          <ac:spMkLst>
            <pc:docMk/>
            <pc:sldMk cId="910368742" sldId="714"/>
            <ac:spMk id="7" creationId="{E06A3024-9699-41E9-A854-B2DD7C6FFFC9}"/>
          </ac:spMkLst>
        </pc:spChg>
        <pc:graphicFrameChg chg="mod modGraphic">
          <ac:chgData name="Soumita Sengupta" userId="4afa6ce1-cb01-46c2-8538-4650222f0c96" providerId="ADAL" clId="{8571DC48-0C12-45E0-9BF7-0A12C0FA93C2}" dt="2021-05-17T07:54:36.168" v="227" actId="1076"/>
          <ac:graphicFrameMkLst>
            <pc:docMk/>
            <pc:sldMk cId="910368742" sldId="714"/>
            <ac:graphicFrameMk id="8" creationId="{00000000-0000-0000-0000-000000000000}"/>
          </ac:graphicFrameMkLst>
        </pc:graphicFrameChg>
      </pc:sldChg>
      <pc:sldChg chg="modSp add mod">
        <pc:chgData name="Soumita Sengupta" userId="4afa6ce1-cb01-46c2-8538-4650222f0c96" providerId="ADAL" clId="{8571DC48-0C12-45E0-9BF7-0A12C0FA93C2}" dt="2021-05-17T07:55:05.731" v="232" actId="255"/>
        <pc:sldMkLst>
          <pc:docMk/>
          <pc:sldMk cId="2173025332" sldId="716"/>
        </pc:sldMkLst>
        <pc:spChg chg="mod">
          <ac:chgData name="Soumita Sengupta" userId="4afa6ce1-cb01-46c2-8538-4650222f0c96" providerId="ADAL" clId="{8571DC48-0C12-45E0-9BF7-0A12C0FA93C2}" dt="2021-05-17T07:55:05.731" v="232" actId="255"/>
          <ac:spMkLst>
            <pc:docMk/>
            <pc:sldMk cId="2173025332" sldId="716"/>
            <ac:spMk id="10" creationId="{7D0B2512-BAC7-46ED-ADB2-CE95C460C63E}"/>
          </ac:spMkLst>
        </pc:spChg>
      </pc:sldChg>
      <pc:sldChg chg="modSp add mod">
        <pc:chgData name="Soumita Sengupta" userId="4afa6ce1-cb01-46c2-8538-4650222f0c96" providerId="ADAL" clId="{8571DC48-0C12-45E0-9BF7-0A12C0FA93C2}" dt="2021-05-19T10:05:33.968" v="503" actId="20577"/>
        <pc:sldMkLst>
          <pc:docMk/>
          <pc:sldMk cId="4197784673" sldId="718"/>
        </pc:sldMkLst>
        <pc:spChg chg="mod">
          <ac:chgData name="Soumita Sengupta" userId="4afa6ce1-cb01-46c2-8538-4650222f0c96" providerId="ADAL" clId="{8571DC48-0C12-45E0-9BF7-0A12C0FA93C2}" dt="2021-05-17T08:14:41.711" v="395" actId="20577"/>
          <ac:spMkLst>
            <pc:docMk/>
            <pc:sldMk cId="4197784673" sldId="718"/>
            <ac:spMk id="3" creationId="{00000000-0000-0000-0000-000000000000}"/>
          </ac:spMkLst>
        </pc:spChg>
        <pc:spChg chg="mod">
          <ac:chgData name="Soumita Sengupta" userId="4afa6ce1-cb01-46c2-8538-4650222f0c96" providerId="ADAL" clId="{8571DC48-0C12-45E0-9BF7-0A12C0FA93C2}" dt="2021-05-17T08:14:37.039" v="391" actId="207"/>
          <ac:spMkLst>
            <pc:docMk/>
            <pc:sldMk cId="4197784673" sldId="718"/>
            <ac:spMk id="4" creationId="{00000000-0000-0000-0000-000000000000}"/>
          </ac:spMkLst>
        </pc:spChg>
        <pc:spChg chg="mod">
          <ac:chgData name="Soumita Sengupta" userId="4afa6ce1-cb01-46c2-8538-4650222f0c96" providerId="ADAL" clId="{8571DC48-0C12-45E0-9BF7-0A12C0FA93C2}" dt="2021-05-19T10:05:33.968" v="503" actId="20577"/>
          <ac:spMkLst>
            <pc:docMk/>
            <pc:sldMk cId="4197784673" sldId="718"/>
            <ac:spMk id="9" creationId="{D11A8CCA-639A-414F-B2FE-CAF887B0982C}"/>
          </ac:spMkLst>
        </pc:spChg>
      </pc:sldChg>
      <pc:sldChg chg="modSp mod">
        <pc:chgData name="Soumita Sengupta" userId="4afa6ce1-cb01-46c2-8538-4650222f0c96" providerId="ADAL" clId="{8571DC48-0C12-45E0-9BF7-0A12C0FA93C2}" dt="2021-05-17T08:15:21.583" v="403" actId="207"/>
        <pc:sldMkLst>
          <pc:docMk/>
          <pc:sldMk cId="1817621787" sldId="719"/>
        </pc:sldMkLst>
        <pc:spChg chg="mod">
          <ac:chgData name="Soumita Sengupta" userId="4afa6ce1-cb01-46c2-8538-4650222f0c96" providerId="ADAL" clId="{8571DC48-0C12-45E0-9BF7-0A12C0FA93C2}" dt="2021-05-17T08:15:08.930" v="402" actId="20577"/>
          <ac:spMkLst>
            <pc:docMk/>
            <pc:sldMk cId="1817621787" sldId="719"/>
            <ac:spMk id="3" creationId="{00000000-0000-0000-0000-000000000000}"/>
          </ac:spMkLst>
        </pc:spChg>
        <pc:spChg chg="mod">
          <ac:chgData name="Soumita Sengupta" userId="4afa6ce1-cb01-46c2-8538-4650222f0c96" providerId="ADAL" clId="{8571DC48-0C12-45E0-9BF7-0A12C0FA93C2}" dt="2021-05-17T08:15:21.583" v="403" actId="207"/>
          <ac:spMkLst>
            <pc:docMk/>
            <pc:sldMk cId="1817621787" sldId="719"/>
            <ac:spMk id="4" creationId="{00000000-0000-0000-0000-000000000000}"/>
          </ac:spMkLst>
        </pc:spChg>
      </pc:sldChg>
      <pc:sldChg chg="modSp mod">
        <pc:chgData name="Soumita Sengupta" userId="4afa6ce1-cb01-46c2-8538-4650222f0c96" providerId="ADAL" clId="{8571DC48-0C12-45E0-9BF7-0A12C0FA93C2}" dt="2021-05-17T08:15:36.305" v="407" actId="20577"/>
        <pc:sldMkLst>
          <pc:docMk/>
          <pc:sldMk cId="2472564179" sldId="720"/>
        </pc:sldMkLst>
        <pc:spChg chg="mod">
          <ac:chgData name="Soumita Sengupta" userId="4afa6ce1-cb01-46c2-8538-4650222f0c96" providerId="ADAL" clId="{8571DC48-0C12-45E0-9BF7-0A12C0FA93C2}" dt="2021-05-17T08:15:36.305" v="407" actId="20577"/>
          <ac:spMkLst>
            <pc:docMk/>
            <pc:sldMk cId="2472564179" sldId="720"/>
            <ac:spMk id="3" creationId="{00000000-0000-0000-0000-000000000000}"/>
          </ac:spMkLst>
        </pc:spChg>
        <pc:spChg chg="mod">
          <ac:chgData name="Soumita Sengupta" userId="4afa6ce1-cb01-46c2-8538-4650222f0c96" providerId="ADAL" clId="{8571DC48-0C12-45E0-9BF7-0A12C0FA93C2}" dt="2021-05-17T08:15:32.040" v="405" actId="207"/>
          <ac:spMkLst>
            <pc:docMk/>
            <pc:sldMk cId="2472564179" sldId="720"/>
            <ac:spMk id="4" creationId="{00000000-0000-0000-0000-000000000000}"/>
          </ac:spMkLst>
        </pc:spChg>
      </pc:sldChg>
      <pc:sldChg chg="modSp mod">
        <pc:chgData name="Soumita Sengupta" userId="4afa6ce1-cb01-46c2-8538-4650222f0c96" providerId="ADAL" clId="{8571DC48-0C12-45E0-9BF7-0A12C0FA93C2}" dt="2021-05-17T11:13:46.171" v="413" actId="20577"/>
        <pc:sldMkLst>
          <pc:docMk/>
          <pc:sldMk cId="2557363682" sldId="726"/>
        </pc:sldMkLst>
        <pc:spChg chg="mod">
          <ac:chgData name="Soumita Sengupta" userId="4afa6ce1-cb01-46c2-8538-4650222f0c96" providerId="ADAL" clId="{8571DC48-0C12-45E0-9BF7-0A12C0FA93C2}" dt="2021-05-17T11:13:46.171" v="413" actId="20577"/>
          <ac:spMkLst>
            <pc:docMk/>
            <pc:sldMk cId="2557363682" sldId="726"/>
            <ac:spMk id="3" creationId="{00000000-0000-0000-0000-000000000000}"/>
          </ac:spMkLst>
        </pc:spChg>
        <pc:spChg chg="mod">
          <ac:chgData name="Soumita Sengupta" userId="4afa6ce1-cb01-46c2-8538-4650222f0c96" providerId="ADAL" clId="{8571DC48-0C12-45E0-9BF7-0A12C0FA93C2}" dt="2021-05-17T11:13:41.828" v="411" actId="207"/>
          <ac:spMkLst>
            <pc:docMk/>
            <pc:sldMk cId="2557363682" sldId="726"/>
            <ac:spMk id="4" creationId="{00000000-0000-0000-0000-000000000000}"/>
          </ac:spMkLst>
        </pc:spChg>
      </pc:sldChg>
      <pc:sldChg chg="modSp mod">
        <pc:chgData name="Soumita Sengupta" userId="4afa6ce1-cb01-46c2-8538-4650222f0c96" providerId="ADAL" clId="{8571DC48-0C12-45E0-9BF7-0A12C0FA93C2}" dt="2021-05-17T11:44:07.253" v="417" actId="207"/>
        <pc:sldMkLst>
          <pc:docMk/>
          <pc:sldMk cId="2533192149" sldId="727"/>
        </pc:sldMkLst>
        <pc:spChg chg="mod">
          <ac:chgData name="Soumita Sengupta" userId="4afa6ce1-cb01-46c2-8538-4650222f0c96" providerId="ADAL" clId="{8571DC48-0C12-45E0-9BF7-0A12C0FA93C2}" dt="2021-05-17T11:44:03.117" v="416" actId="207"/>
          <ac:spMkLst>
            <pc:docMk/>
            <pc:sldMk cId="2533192149" sldId="727"/>
            <ac:spMk id="3" creationId="{00000000-0000-0000-0000-000000000000}"/>
          </ac:spMkLst>
        </pc:spChg>
        <pc:spChg chg="mod">
          <ac:chgData name="Soumita Sengupta" userId="4afa6ce1-cb01-46c2-8538-4650222f0c96" providerId="ADAL" clId="{8571DC48-0C12-45E0-9BF7-0A12C0FA93C2}" dt="2021-05-17T11:44:07.253" v="417" actId="207"/>
          <ac:spMkLst>
            <pc:docMk/>
            <pc:sldMk cId="2533192149" sldId="727"/>
            <ac:spMk id="4" creationId="{00000000-0000-0000-0000-000000000000}"/>
          </ac:spMkLst>
        </pc:spChg>
      </pc:sldChg>
      <pc:sldChg chg="modSp mod">
        <pc:chgData name="Soumita Sengupta" userId="4afa6ce1-cb01-46c2-8538-4650222f0c96" providerId="ADAL" clId="{8571DC48-0C12-45E0-9BF7-0A12C0FA93C2}" dt="2021-05-17T11:43:57.618" v="415" actId="207"/>
        <pc:sldMkLst>
          <pc:docMk/>
          <pc:sldMk cId="1657360727" sldId="729"/>
        </pc:sldMkLst>
        <pc:spChg chg="mod">
          <ac:chgData name="Soumita Sengupta" userId="4afa6ce1-cb01-46c2-8538-4650222f0c96" providerId="ADAL" clId="{8571DC48-0C12-45E0-9BF7-0A12C0FA93C2}" dt="2021-05-17T11:43:53.167" v="414" actId="207"/>
          <ac:spMkLst>
            <pc:docMk/>
            <pc:sldMk cId="1657360727" sldId="729"/>
            <ac:spMk id="3" creationId="{00000000-0000-0000-0000-000000000000}"/>
          </ac:spMkLst>
        </pc:spChg>
        <pc:spChg chg="mod">
          <ac:chgData name="Soumita Sengupta" userId="4afa6ce1-cb01-46c2-8538-4650222f0c96" providerId="ADAL" clId="{8571DC48-0C12-45E0-9BF7-0A12C0FA93C2}" dt="2021-05-17T11:43:57.618" v="415" actId="207"/>
          <ac:spMkLst>
            <pc:docMk/>
            <pc:sldMk cId="1657360727" sldId="729"/>
            <ac:spMk id="4" creationId="{00000000-0000-0000-0000-000000000000}"/>
          </ac:spMkLst>
        </pc:spChg>
      </pc:sldChg>
      <pc:sldChg chg="modSp mod">
        <pc:chgData name="Soumita Sengupta" userId="4afa6ce1-cb01-46c2-8538-4650222f0c96" providerId="ADAL" clId="{8571DC48-0C12-45E0-9BF7-0A12C0FA93C2}" dt="2021-05-17T08:14:56.412" v="399" actId="20577"/>
        <pc:sldMkLst>
          <pc:docMk/>
          <pc:sldMk cId="452156479" sldId="736"/>
        </pc:sldMkLst>
        <pc:spChg chg="mod">
          <ac:chgData name="Soumita Sengupta" userId="4afa6ce1-cb01-46c2-8538-4650222f0c96" providerId="ADAL" clId="{8571DC48-0C12-45E0-9BF7-0A12C0FA93C2}" dt="2021-05-17T08:14:56.412" v="399" actId="20577"/>
          <ac:spMkLst>
            <pc:docMk/>
            <pc:sldMk cId="452156479" sldId="736"/>
            <ac:spMk id="3" creationId="{00000000-0000-0000-0000-000000000000}"/>
          </ac:spMkLst>
        </pc:spChg>
        <pc:spChg chg="mod">
          <ac:chgData name="Soumita Sengupta" userId="4afa6ce1-cb01-46c2-8538-4650222f0c96" providerId="ADAL" clId="{8571DC48-0C12-45E0-9BF7-0A12C0FA93C2}" dt="2021-05-17T08:14:51.711" v="397" actId="207"/>
          <ac:spMkLst>
            <pc:docMk/>
            <pc:sldMk cId="452156479" sldId="736"/>
            <ac:spMk id="4" creationId="{00000000-0000-0000-0000-000000000000}"/>
          </ac:spMkLst>
        </pc:spChg>
      </pc:sldChg>
      <pc:sldChg chg="modSp mod">
        <pc:chgData name="Soumita Sengupta" userId="4afa6ce1-cb01-46c2-8538-4650222f0c96" providerId="ADAL" clId="{8571DC48-0C12-45E0-9BF7-0A12C0FA93C2}" dt="2021-05-17T14:27:58.333" v="457" actId="207"/>
        <pc:sldMkLst>
          <pc:docMk/>
          <pc:sldMk cId="506531162" sldId="786"/>
        </pc:sldMkLst>
        <pc:spChg chg="mod">
          <ac:chgData name="Soumita Sengupta" userId="4afa6ce1-cb01-46c2-8538-4650222f0c96" providerId="ADAL" clId="{8571DC48-0C12-45E0-9BF7-0A12C0FA93C2}" dt="2021-05-17T14:27:58.333" v="457" actId="207"/>
          <ac:spMkLst>
            <pc:docMk/>
            <pc:sldMk cId="506531162" sldId="786"/>
            <ac:spMk id="3" creationId="{00000000-0000-0000-0000-000000000000}"/>
          </ac:spMkLst>
        </pc:spChg>
        <pc:spChg chg="mod">
          <ac:chgData name="Soumita Sengupta" userId="4afa6ce1-cb01-46c2-8538-4650222f0c96" providerId="ADAL" clId="{8571DC48-0C12-45E0-9BF7-0A12C0FA93C2}" dt="2021-05-17T14:27:58.333" v="457" actId="207"/>
          <ac:spMkLst>
            <pc:docMk/>
            <pc:sldMk cId="506531162" sldId="786"/>
            <ac:spMk id="4" creationId="{00000000-0000-0000-0000-000000000000}"/>
          </ac:spMkLst>
        </pc:spChg>
      </pc:sldChg>
      <pc:sldChg chg="modSp mod">
        <pc:chgData name="Soumita Sengupta" userId="4afa6ce1-cb01-46c2-8538-4650222f0c96" providerId="ADAL" clId="{8571DC48-0C12-45E0-9BF7-0A12C0FA93C2}" dt="2021-05-17T14:29:43.107" v="470" actId="207"/>
        <pc:sldMkLst>
          <pc:docMk/>
          <pc:sldMk cId="1187423674" sldId="788"/>
        </pc:sldMkLst>
        <pc:spChg chg="mod">
          <ac:chgData name="Soumita Sengupta" userId="4afa6ce1-cb01-46c2-8538-4650222f0c96" providerId="ADAL" clId="{8571DC48-0C12-45E0-9BF7-0A12C0FA93C2}" dt="2021-05-17T14:29:43.107" v="470" actId="207"/>
          <ac:spMkLst>
            <pc:docMk/>
            <pc:sldMk cId="1187423674" sldId="788"/>
            <ac:spMk id="3" creationId="{00000000-0000-0000-0000-000000000000}"/>
          </ac:spMkLst>
        </pc:spChg>
        <pc:spChg chg="mod">
          <ac:chgData name="Soumita Sengupta" userId="4afa6ce1-cb01-46c2-8538-4650222f0c96" providerId="ADAL" clId="{8571DC48-0C12-45E0-9BF7-0A12C0FA93C2}" dt="2021-05-17T14:29:43.107" v="470" actId="207"/>
          <ac:spMkLst>
            <pc:docMk/>
            <pc:sldMk cId="1187423674" sldId="788"/>
            <ac:spMk id="4" creationId="{00000000-0000-0000-0000-000000000000}"/>
          </ac:spMkLst>
        </pc:spChg>
      </pc:sldChg>
      <pc:sldChg chg="modSp mod">
        <pc:chgData name="Soumita Sengupta" userId="4afa6ce1-cb01-46c2-8538-4650222f0c96" providerId="ADAL" clId="{8571DC48-0C12-45E0-9BF7-0A12C0FA93C2}" dt="2021-05-17T14:30:14.336" v="473" actId="207"/>
        <pc:sldMkLst>
          <pc:docMk/>
          <pc:sldMk cId="2446929124" sldId="789"/>
        </pc:sldMkLst>
        <pc:spChg chg="mod">
          <ac:chgData name="Soumita Sengupta" userId="4afa6ce1-cb01-46c2-8538-4650222f0c96" providerId="ADAL" clId="{8571DC48-0C12-45E0-9BF7-0A12C0FA93C2}" dt="2021-05-17T14:30:14.336" v="473" actId="207"/>
          <ac:spMkLst>
            <pc:docMk/>
            <pc:sldMk cId="2446929124" sldId="789"/>
            <ac:spMk id="3" creationId="{00000000-0000-0000-0000-000000000000}"/>
          </ac:spMkLst>
        </pc:spChg>
        <pc:spChg chg="mod">
          <ac:chgData name="Soumita Sengupta" userId="4afa6ce1-cb01-46c2-8538-4650222f0c96" providerId="ADAL" clId="{8571DC48-0C12-45E0-9BF7-0A12C0FA93C2}" dt="2021-05-17T14:30:14.336" v="473" actId="207"/>
          <ac:spMkLst>
            <pc:docMk/>
            <pc:sldMk cId="2446929124" sldId="789"/>
            <ac:spMk id="4" creationId="{00000000-0000-0000-0000-000000000000}"/>
          </ac:spMkLst>
        </pc:spChg>
      </pc:sldChg>
      <pc:sldChg chg="modSp mod">
        <pc:chgData name="Soumita Sengupta" userId="4afa6ce1-cb01-46c2-8538-4650222f0c96" providerId="ADAL" clId="{8571DC48-0C12-45E0-9BF7-0A12C0FA93C2}" dt="2021-05-17T14:30:28.004" v="475" actId="207"/>
        <pc:sldMkLst>
          <pc:docMk/>
          <pc:sldMk cId="3045271607" sldId="794"/>
        </pc:sldMkLst>
        <pc:spChg chg="mod">
          <ac:chgData name="Soumita Sengupta" userId="4afa6ce1-cb01-46c2-8538-4650222f0c96" providerId="ADAL" clId="{8571DC48-0C12-45E0-9BF7-0A12C0FA93C2}" dt="2021-05-17T14:30:28.004" v="475" actId="207"/>
          <ac:spMkLst>
            <pc:docMk/>
            <pc:sldMk cId="3045271607" sldId="794"/>
            <ac:spMk id="2" creationId="{B6B893F1-DEDB-4CFF-8DD4-069CEAC32E9F}"/>
          </ac:spMkLst>
        </pc:spChg>
        <pc:spChg chg="mod">
          <ac:chgData name="Soumita Sengupta" userId="4afa6ce1-cb01-46c2-8538-4650222f0c96" providerId="ADAL" clId="{8571DC48-0C12-45E0-9BF7-0A12C0FA93C2}" dt="2021-05-17T14:30:28.004" v="475" actId="207"/>
          <ac:spMkLst>
            <pc:docMk/>
            <pc:sldMk cId="3045271607" sldId="794"/>
            <ac:spMk id="4" creationId="{00000000-0000-0000-0000-000000000000}"/>
          </ac:spMkLst>
        </pc:spChg>
      </pc:sldChg>
      <pc:sldChg chg="modSp mod">
        <pc:chgData name="Soumita Sengupta" userId="4afa6ce1-cb01-46c2-8538-4650222f0c96" providerId="ADAL" clId="{8571DC48-0C12-45E0-9BF7-0A12C0FA93C2}" dt="2021-05-17T14:31:17.847" v="482" actId="207"/>
        <pc:sldMkLst>
          <pc:docMk/>
          <pc:sldMk cId="2268596285" sldId="796"/>
        </pc:sldMkLst>
        <pc:spChg chg="mod">
          <ac:chgData name="Soumita Sengupta" userId="4afa6ce1-cb01-46c2-8538-4650222f0c96" providerId="ADAL" clId="{8571DC48-0C12-45E0-9BF7-0A12C0FA93C2}" dt="2021-05-17T14:31:17.847" v="482" actId="207"/>
          <ac:spMkLst>
            <pc:docMk/>
            <pc:sldMk cId="2268596285" sldId="796"/>
            <ac:spMk id="3" creationId="{00000000-0000-0000-0000-000000000000}"/>
          </ac:spMkLst>
        </pc:spChg>
        <pc:spChg chg="mod">
          <ac:chgData name="Soumita Sengupta" userId="4afa6ce1-cb01-46c2-8538-4650222f0c96" providerId="ADAL" clId="{8571DC48-0C12-45E0-9BF7-0A12C0FA93C2}" dt="2021-05-17T14:31:17.847" v="482" actId="207"/>
          <ac:spMkLst>
            <pc:docMk/>
            <pc:sldMk cId="2268596285" sldId="796"/>
            <ac:spMk id="4" creationId="{00000000-0000-0000-0000-000000000000}"/>
          </ac:spMkLst>
        </pc:spChg>
      </pc:sldChg>
      <pc:sldChg chg="delSp modSp add mod">
        <pc:chgData name="Soumita Sengupta" userId="4afa6ce1-cb01-46c2-8538-4650222f0c96" providerId="ADAL" clId="{8571DC48-0C12-45E0-9BF7-0A12C0FA93C2}" dt="2021-05-17T08:02:59.805" v="285" actId="14100"/>
        <pc:sldMkLst>
          <pc:docMk/>
          <pc:sldMk cId="575536835" sldId="803"/>
        </pc:sldMkLst>
        <pc:spChg chg="del">
          <ac:chgData name="Soumita Sengupta" userId="4afa6ce1-cb01-46c2-8538-4650222f0c96" providerId="ADAL" clId="{8571DC48-0C12-45E0-9BF7-0A12C0FA93C2}" dt="2021-05-17T08:02:50.577" v="283" actId="478"/>
          <ac:spMkLst>
            <pc:docMk/>
            <pc:sldMk cId="575536835" sldId="803"/>
            <ac:spMk id="4" creationId="{A3463CF8-8BCB-4377-AA0B-4621F7D8AE0C}"/>
          </ac:spMkLst>
        </pc:spChg>
        <pc:picChg chg="mod">
          <ac:chgData name="Soumita Sengupta" userId="4afa6ce1-cb01-46c2-8538-4650222f0c96" providerId="ADAL" clId="{8571DC48-0C12-45E0-9BF7-0A12C0FA93C2}" dt="2021-05-17T08:02:59.805" v="285" actId="14100"/>
          <ac:picMkLst>
            <pc:docMk/>
            <pc:sldMk cId="575536835" sldId="803"/>
            <ac:picMk id="3" creationId="{5E024CFF-27F7-46E9-A925-A686773E0814}"/>
          </ac:picMkLst>
        </pc:picChg>
      </pc:sldChg>
      <pc:sldChg chg="modSp add mod">
        <pc:chgData name="Soumita Sengupta" userId="4afa6ce1-cb01-46c2-8538-4650222f0c96" providerId="ADAL" clId="{8571DC48-0C12-45E0-9BF7-0A12C0FA93C2}" dt="2021-05-17T08:10:42.124" v="359" actId="255"/>
        <pc:sldMkLst>
          <pc:docMk/>
          <pc:sldMk cId="3221674416" sldId="804"/>
        </pc:sldMkLst>
        <pc:spChg chg="mod">
          <ac:chgData name="Soumita Sengupta" userId="4afa6ce1-cb01-46c2-8538-4650222f0c96" providerId="ADAL" clId="{8571DC48-0C12-45E0-9BF7-0A12C0FA93C2}" dt="2021-05-17T08:10:42.124" v="359" actId="255"/>
          <ac:spMkLst>
            <pc:docMk/>
            <pc:sldMk cId="3221674416" sldId="804"/>
            <ac:spMk id="7" creationId="{0B72E019-94C1-4A3A-A0D3-022823597E78}"/>
          </ac:spMkLst>
        </pc:spChg>
      </pc:sldChg>
      <pc:sldChg chg="modSp add mod">
        <pc:chgData name="Soumita Sengupta" userId="4afa6ce1-cb01-46c2-8538-4650222f0c96" providerId="ADAL" clId="{8571DC48-0C12-45E0-9BF7-0A12C0FA93C2}" dt="2021-05-17T08:11:09.217" v="361" actId="255"/>
        <pc:sldMkLst>
          <pc:docMk/>
          <pc:sldMk cId="87442308" sldId="805"/>
        </pc:sldMkLst>
        <pc:graphicFrameChg chg="modGraphic">
          <ac:chgData name="Soumita Sengupta" userId="4afa6ce1-cb01-46c2-8538-4650222f0c96" providerId="ADAL" clId="{8571DC48-0C12-45E0-9BF7-0A12C0FA93C2}" dt="2021-05-17T08:11:09.217" v="361" actId="255"/>
          <ac:graphicFrameMkLst>
            <pc:docMk/>
            <pc:sldMk cId="87442308" sldId="805"/>
            <ac:graphicFrameMk id="2" creationId="{DC5C2772-D9D5-4388-B2F1-7EA90C6313BD}"/>
          </ac:graphicFrameMkLst>
        </pc:graphicFrameChg>
      </pc:sldChg>
      <pc:sldChg chg="modSp add mod">
        <pc:chgData name="Soumita Sengupta" userId="4afa6ce1-cb01-46c2-8538-4650222f0c96" providerId="ADAL" clId="{8571DC48-0C12-45E0-9BF7-0A12C0FA93C2}" dt="2021-05-17T07:55:12.746" v="233" actId="255"/>
        <pc:sldMkLst>
          <pc:docMk/>
          <pc:sldMk cId="2726919898" sldId="808"/>
        </pc:sldMkLst>
        <pc:spChg chg="mod">
          <ac:chgData name="Soumita Sengupta" userId="4afa6ce1-cb01-46c2-8538-4650222f0c96" providerId="ADAL" clId="{8571DC48-0C12-45E0-9BF7-0A12C0FA93C2}" dt="2021-05-17T07:55:12.746" v="233" actId="255"/>
          <ac:spMkLst>
            <pc:docMk/>
            <pc:sldMk cId="2726919898" sldId="808"/>
            <ac:spMk id="5" creationId="{B50CAA43-3A66-42AD-BD02-B4ED241630EB}"/>
          </ac:spMkLst>
        </pc:spChg>
      </pc:sldChg>
      <pc:sldChg chg="delSp modSp add mod">
        <pc:chgData name="Soumita Sengupta" userId="4afa6ce1-cb01-46c2-8538-4650222f0c96" providerId="ADAL" clId="{8571DC48-0C12-45E0-9BF7-0A12C0FA93C2}" dt="2021-05-17T07:55:21.144" v="235" actId="1076"/>
        <pc:sldMkLst>
          <pc:docMk/>
          <pc:sldMk cId="3656546334" sldId="809"/>
        </pc:sldMkLst>
        <pc:spChg chg="del">
          <ac:chgData name="Soumita Sengupta" userId="4afa6ce1-cb01-46c2-8538-4650222f0c96" providerId="ADAL" clId="{8571DC48-0C12-45E0-9BF7-0A12C0FA93C2}" dt="2021-05-17T07:55:17.231" v="234" actId="478"/>
          <ac:spMkLst>
            <pc:docMk/>
            <pc:sldMk cId="3656546334" sldId="809"/>
            <ac:spMk id="5" creationId="{494129F0-0C96-4798-8EA4-10A75556D1D1}"/>
          </ac:spMkLst>
        </pc:spChg>
        <pc:picChg chg="mod">
          <ac:chgData name="Soumita Sengupta" userId="4afa6ce1-cb01-46c2-8538-4650222f0c96" providerId="ADAL" clId="{8571DC48-0C12-45E0-9BF7-0A12C0FA93C2}" dt="2021-05-17T07:55:21.144" v="235" actId="1076"/>
          <ac:picMkLst>
            <pc:docMk/>
            <pc:sldMk cId="3656546334" sldId="809"/>
            <ac:picMk id="6" creationId="{B30D35B2-5BB4-408C-BBFD-25860A50F806}"/>
          </ac:picMkLst>
        </pc:picChg>
      </pc:sldChg>
      <pc:sldChg chg="modSp add mod">
        <pc:chgData name="Soumita Sengupta" userId="4afa6ce1-cb01-46c2-8538-4650222f0c96" providerId="ADAL" clId="{8571DC48-0C12-45E0-9BF7-0A12C0FA93C2}" dt="2021-05-17T07:55:28.470" v="236" actId="255"/>
        <pc:sldMkLst>
          <pc:docMk/>
          <pc:sldMk cId="3895102673" sldId="810"/>
        </pc:sldMkLst>
        <pc:graphicFrameChg chg="modGraphic">
          <ac:chgData name="Soumita Sengupta" userId="4afa6ce1-cb01-46c2-8538-4650222f0c96" providerId="ADAL" clId="{8571DC48-0C12-45E0-9BF7-0A12C0FA93C2}" dt="2021-05-17T07:55:28.470" v="236" actId="255"/>
          <ac:graphicFrameMkLst>
            <pc:docMk/>
            <pc:sldMk cId="3895102673" sldId="810"/>
            <ac:graphicFrameMk id="6" creationId="{481890CE-25FF-45FB-BB69-50F4B7602E72}"/>
          </ac:graphicFrameMkLst>
        </pc:graphicFrameChg>
      </pc:sldChg>
      <pc:sldChg chg="modSp add mod">
        <pc:chgData name="Soumita Sengupta" userId="4afa6ce1-cb01-46c2-8538-4650222f0c96" providerId="ADAL" clId="{8571DC48-0C12-45E0-9BF7-0A12C0FA93C2}" dt="2021-05-17T07:55:36.171" v="237" actId="255"/>
        <pc:sldMkLst>
          <pc:docMk/>
          <pc:sldMk cId="2442620785" sldId="811"/>
        </pc:sldMkLst>
        <pc:spChg chg="mod">
          <ac:chgData name="Soumita Sengupta" userId="4afa6ce1-cb01-46c2-8538-4650222f0c96" providerId="ADAL" clId="{8571DC48-0C12-45E0-9BF7-0A12C0FA93C2}" dt="2021-05-17T07:55:36.171" v="237" actId="255"/>
          <ac:spMkLst>
            <pc:docMk/>
            <pc:sldMk cId="2442620785" sldId="811"/>
            <ac:spMk id="3" creationId="{E3BCB881-357B-4526-BAE1-86EA729377AB}"/>
          </ac:spMkLst>
        </pc:spChg>
      </pc:sldChg>
      <pc:sldChg chg="modSp add mod">
        <pc:chgData name="Soumita Sengupta" userId="4afa6ce1-cb01-46c2-8538-4650222f0c96" providerId="ADAL" clId="{8571DC48-0C12-45E0-9BF7-0A12C0FA93C2}" dt="2021-05-17T08:07:03.438" v="330" actId="255"/>
        <pc:sldMkLst>
          <pc:docMk/>
          <pc:sldMk cId="1600615961" sldId="822"/>
        </pc:sldMkLst>
        <pc:spChg chg="mod">
          <ac:chgData name="Soumita Sengupta" userId="4afa6ce1-cb01-46c2-8538-4650222f0c96" providerId="ADAL" clId="{8571DC48-0C12-45E0-9BF7-0A12C0FA93C2}" dt="2021-05-17T08:07:03.438" v="330" actId="255"/>
          <ac:spMkLst>
            <pc:docMk/>
            <pc:sldMk cId="1600615961" sldId="822"/>
            <ac:spMk id="3" creationId="{B4500808-5F5E-49FF-A305-D29A6EAA1F84}"/>
          </ac:spMkLst>
        </pc:spChg>
      </pc:sldChg>
      <pc:sldChg chg="modSp add mod">
        <pc:chgData name="Soumita Sengupta" userId="4afa6ce1-cb01-46c2-8538-4650222f0c96" providerId="ADAL" clId="{8571DC48-0C12-45E0-9BF7-0A12C0FA93C2}" dt="2021-05-17T08:10:28.802" v="357" actId="255"/>
        <pc:sldMkLst>
          <pc:docMk/>
          <pc:sldMk cId="646275432" sldId="823"/>
        </pc:sldMkLst>
        <pc:spChg chg="mod">
          <ac:chgData name="Soumita Sengupta" userId="4afa6ce1-cb01-46c2-8538-4650222f0c96" providerId="ADAL" clId="{8571DC48-0C12-45E0-9BF7-0A12C0FA93C2}" dt="2021-05-17T08:10:28.802" v="357" actId="255"/>
          <ac:spMkLst>
            <pc:docMk/>
            <pc:sldMk cId="646275432" sldId="823"/>
            <ac:spMk id="3" creationId="{5B8D11AD-2B0A-4874-8EDF-0B0A4249EA19}"/>
          </ac:spMkLst>
        </pc:spChg>
      </pc:sldChg>
      <pc:sldChg chg="modSp add mod">
        <pc:chgData name="Soumita Sengupta" userId="4afa6ce1-cb01-46c2-8538-4650222f0c96" providerId="ADAL" clId="{8571DC48-0C12-45E0-9BF7-0A12C0FA93C2}" dt="2021-05-17T08:13:42.650" v="383" actId="255"/>
        <pc:sldMkLst>
          <pc:docMk/>
          <pc:sldMk cId="609144779" sldId="824"/>
        </pc:sldMkLst>
        <pc:spChg chg="mod">
          <ac:chgData name="Soumita Sengupta" userId="4afa6ce1-cb01-46c2-8538-4650222f0c96" providerId="ADAL" clId="{8571DC48-0C12-45E0-9BF7-0A12C0FA93C2}" dt="2021-05-17T08:13:42.650" v="383" actId="255"/>
          <ac:spMkLst>
            <pc:docMk/>
            <pc:sldMk cId="609144779" sldId="824"/>
            <ac:spMk id="3" creationId="{6F716428-61CB-48A6-8545-3E3A4352687C}"/>
          </ac:spMkLst>
        </pc:spChg>
      </pc:sldChg>
      <pc:sldChg chg="modSp add mod">
        <pc:chgData name="Soumita Sengupta" userId="4afa6ce1-cb01-46c2-8538-4650222f0c96" providerId="ADAL" clId="{8571DC48-0C12-45E0-9BF7-0A12C0FA93C2}" dt="2021-05-17T08:09:41.331" v="351" actId="255"/>
        <pc:sldMkLst>
          <pc:docMk/>
          <pc:sldMk cId="2061984971" sldId="826"/>
        </pc:sldMkLst>
        <pc:spChg chg="mod">
          <ac:chgData name="Soumita Sengupta" userId="4afa6ce1-cb01-46c2-8538-4650222f0c96" providerId="ADAL" clId="{8571DC48-0C12-45E0-9BF7-0A12C0FA93C2}" dt="2021-05-17T08:09:41.331" v="351" actId="255"/>
          <ac:spMkLst>
            <pc:docMk/>
            <pc:sldMk cId="2061984971" sldId="826"/>
            <ac:spMk id="8" creationId="{E96BC069-80C4-4E2C-879E-60DBA0F7F2ED}"/>
          </ac:spMkLst>
        </pc:spChg>
      </pc:sldChg>
      <pc:sldChg chg="modSp add mod">
        <pc:chgData name="Soumita Sengupta" userId="4afa6ce1-cb01-46c2-8538-4650222f0c96" providerId="ADAL" clId="{8571DC48-0C12-45E0-9BF7-0A12C0FA93C2}" dt="2021-05-17T08:09:54.821" v="353" actId="255"/>
        <pc:sldMkLst>
          <pc:docMk/>
          <pc:sldMk cId="2916609019" sldId="827"/>
        </pc:sldMkLst>
        <pc:graphicFrameChg chg="modGraphic">
          <ac:chgData name="Soumita Sengupta" userId="4afa6ce1-cb01-46c2-8538-4650222f0c96" providerId="ADAL" clId="{8571DC48-0C12-45E0-9BF7-0A12C0FA93C2}" dt="2021-05-17T08:09:54.821" v="353" actId="255"/>
          <ac:graphicFrameMkLst>
            <pc:docMk/>
            <pc:sldMk cId="2916609019" sldId="827"/>
            <ac:graphicFrameMk id="3" creationId="{11D88108-9287-4D8B-938B-AA71EA97AA22}"/>
          </ac:graphicFrameMkLst>
        </pc:graphicFrameChg>
      </pc:sldChg>
      <pc:sldChg chg="modSp add mod">
        <pc:chgData name="Soumita Sengupta" userId="4afa6ce1-cb01-46c2-8538-4650222f0c96" providerId="ADAL" clId="{8571DC48-0C12-45E0-9BF7-0A12C0FA93C2}" dt="2021-05-17T08:10:07.365" v="355" actId="1076"/>
        <pc:sldMkLst>
          <pc:docMk/>
          <pc:sldMk cId="3965900230" sldId="828"/>
        </pc:sldMkLst>
        <pc:spChg chg="mod">
          <ac:chgData name="Soumita Sengupta" userId="4afa6ce1-cb01-46c2-8538-4650222f0c96" providerId="ADAL" clId="{8571DC48-0C12-45E0-9BF7-0A12C0FA93C2}" dt="2021-05-17T08:10:01.938" v="354" actId="255"/>
          <ac:spMkLst>
            <pc:docMk/>
            <pc:sldMk cId="3965900230" sldId="828"/>
            <ac:spMk id="8" creationId="{5621D60E-E3B9-4AB3-AD1E-A94BF04F6A6F}"/>
          </ac:spMkLst>
        </pc:spChg>
        <pc:picChg chg="mod">
          <ac:chgData name="Soumita Sengupta" userId="4afa6ce1-cb01-46c2-8538-4650222f0c96" providerId="ADAL" clId="{8571DC48-0C12-45E0-9BF7-0A12C0FA93C2}" dt="2021-05-17T08:10:07.365" v="355" actId="1076"/>
          <ac:picMkLst>
            <pc:docMk/>
            <pc:sldMk cId="3965900230" sldId="828"/>
            <ac:picMk id="13" creationId="{78BD1AA3-6004-4A49-AFEC-C20618AE9F51}"/>
          </ac:picMkLst>
        </pc:picChg>
      </pc:sldChg>
      <pc:sldChg chg="delSp add mod">
        <pc:chgData name="Soumita Sengupta" userId="4afa6ce1-cb01-46c2-8538-4650222f0c96" providerId="ADAL" clId="{8571DC48-0C12-45E0-9BF7-0A12C0FA93C2}" dt="2021-05-17T08:10:10.889" v="356" actId="478"/>
        <pc:sldMkLst>
          <pc:docMk/>
          <pc:sldMk cId="860800460" sldId="829"/>
        </pc:sldMkLst>
        <pc:spChg chg="del">
          <ac:chgData name="Soumita Sengupta" userId="4afa6ce1-cb01-46c2-8538-4650222f0c96" providerId="ADAL" clId="{8571DC48-0C12-45E0-9BF7-0A12C0FA93C2}" dt="2021-05-17T08:10:10.889" v="356" actId="478"/>
          <ac:spMkLst>
            <pc:docMk/>
            <pc:sldMk cId="860800460" sldId="829"/>
            <ac:spMk id="7" creationId="{150923D7-94AA-4134-A111-B1335F1821E8}"/>
          </ac:spMkLst>
        </pc:spChg>
      </pc:sldChg>
      <pc:sldChg chg="modSp add mod">
        <pc:chgData name="Soumita Sengupta" userId="4afa6ce1-cb01-46c2-8538-4650222f0c96" providerId="ADAL" clId="{8571DC48-0C12-45E0-9BF7-0A12C0FA93C2}" dt="2021-05-17T07:55:45.508" v="238" actId="255"/>
        <pc:sldMkLst>
          <pc:docMk/>
          <pc:sldMk cId="1968607313" sldId="833"/>
        </pc:sldMkLst>
        <pc:spChg chg="mod">
          <ac:chgData name="Soumita Sengupta" userId="4afa6ce1-cb01-46c2-8538-4650222f0c96" providerId="ADAL" clId="{8571DC48-0C12-45E0-9BF7-0A12C0FA93C2}" dt="2021-05-17T07:55:45.508" v="238" actId="255"/>
          <ac:spMkLst>
            <pc:docMk/>
            <pc:sldMk cId="1968607313" sldId="833"/>
            <ac:spMk id="5" creationId="{445D67D0-4691-432C-88C9-3640C742AC85}"/>
          </ac:spMkLst>
        </pc:spChg>
      </pc:sldChg>
      <pc:sldChg chg="delSp add mod">
        <pc:chgData name="Soumita Sengupta" userId="4afa6ce1-cb01-46c2-8538-4650222f0c96" providerId="ADAL" clId="{8571DC48-0C12-45E0-9BF7-0A12C0FA93C2}" dt="2021-05-17T07:55:50.060" v="239" actId="478"/>
        <pc:sldMkLst>
          <pc:docMk/>
          <pc:sldMk cId="3495316257" sldId="834"/>
        </pc:sldMkLst>
        <pc:spChg chg="del">
          <ac:chgData name="Soumita Sengupta" userId="4afa6ce1-cb01-46c2-8538-4650222f0c96" providerId="ADAL" clId="{8571DC48-0C12-45E0-9BF7-0A12C0FA93C2}" dt="2021-05-17T07:55:50.060" v="239" actId="478"/>
          <ac:spMkLst>
            <pc:docMk/>
            <pc:sldMk cId="3495316257" sldId="834"/>
            <ac:spMk id="6" creationId="{B327EC43-BEA8-4487-B7B9-1934EA9CA847}"/>
          </ac:spMkLst>
        </pc:spChg>
      </pc:sldChg>
      <pc:sldChg chg="delSp modSp add mod">
        <pc:chgData name="Soumita Sengupta" userId="4afa6ce1-cb01-46c2-8538-4650222f0c96" providerId="ADAL" clId="{8571DC48-0C12-45E0-9BF7-0A12C0FA93C2}" dt="2021-05-17T07:56:11.999" v="244" actId="255"/>
        <pc:sldMkLst>
          <pc:docMk/>
          <pc:sldMk cId="3157366253" sldId="835"/>
        </pc:sldMkLst>
        <pc:spChg chg="del">
          <ac:chgData name="Soumita Sengupta" userId="4afa6ce1-cb01-46c2-8538-4650222f0c96" providerId="ADAL" clId="{8571DC48-0C12-45E0-9BF7-0A12C0FA93C2}" dt="2021-05-17T07:56:00.002" v="241" actId="478"/>
          <ac:spMkLst>
            <pc:docMk/>
            <pc:sldMk cId="3157366253" sldId="835"/>
            <ac:spMk id="19" creationId="{A5FC24B9-9878-4DB4-9EE4-B9FCC8AEFB3F}"/>
          </ac:spMkLst>
        </pc:spChg>
        <pc:graphicFrameChg chg="mod modGraphic">
          <ac:chgData name="Soumita Sengupta" userId="4afa6ce1-cb01-46c2-8538-4650222f0c96" providerId="ADAL" clId="{8571DC48-0C12-45E0-9BF7-0A12C0FA93C2}" dt="2021-05-17T07:56:11.999" v="244" actId="255"/>
          <ac:graphicFrameMkLst>
            <pc:docMk/>
            <pc:sldMk cId="3157366253" sldId="835"/>
            <ac:graphicFrameMk id="14" creationId="{3A4118D9-CAD0-4F66-A0D9-F487607F75D9}"/>
          </ac:graphicFrameMkLst>
        </pc:graphicFrameChg>
        <pc:picChg chg="del">
          <ac:chgData name="Soumita Sengupta" userId="4afa6ce1-cb01-46c2-8538-4650222f0c96" providerId="ADAL" clId="{8571DC48-0C12-45E0-9BF7-0A12C0FA93C2}" dt="2021-05-17T07:56:05.784" v="243" actId="478"/>
          <ac:picMkLst>
            <pc:docMk/>
            <pc:sldMk cId="3157366253" sldId="835"/>
            <ac:picMk id="13" creationId="{8F253502-2546-4976-9C61-334B3EC965E5}"/>
          </ac:picMkLst>
        </pc:picChg>
      </pc:sldChg>
      <pc:sldChg chg="modSp add mod">
        <pc:chgData name="Soumita Sengupta" userId="4afa6ce1-cb01-46c2-8538-4650222f0c96" providerId="ADAL" clId="{8571DC48-0C12-45E0-9BF7-0A12C0FA93C2}" dt="2021-05-17T07:57:04.020" v="253" actId="255"/>
        <pc:sldMkLst>
          <pc:docMk/>
          <pc:sldMk cId="116401671" sldId="837"/>
        </pc:sldMkLst>
        <pc:spChg chg="mod">
          <ac:chgData name="Soumita Sengupta" userId="4afa6ce1-cb01-46c2-8538-4650222f0c96" providerId="ADAL" clId="{8571DC48-0C12-45E0-9BF7-0A12C0FA93C2}" dt="2021-05-17T07:57:04.020" v="253" actId="255"/>
          <ac:spMkLst>
            <pc:docMk/>
            <pc:sldMk cId="116401671" sldId="837"/>
            <ac:spMk id="9" creationId="{A00E67FA-A4EE-40F7-85D8-50E3B0674054}"/>
          </ac:spMkLst>
        </pc:spChg>
      </pc:sldChg>
      <pc:sldChg chg="delSp add mod">
        <pc:chgData name="Soumita Sengupta" userId="4afa6ce1-cb01-46c2-8538-4650222f0c96" providerId="ADAL" clId="{8571DC48-0C12-45E0-9BF7-0A12C0FA93C2}" dt="2021-05-17T07:57:09.865" v="254" actId="478"/>
        <pc:sldMkLst>
          <pc:docMk/>
          <pc:sldMk cId="2218938682" sldId="838"/>
        </pc:sldMkLst>
        <pc:spChg chg="del">
          <ac:chgData name="Soumita Sengupta" userId="4afa6ce1-cb01-46c2-8538-4650222f0c96" providerId="ADAL" clId="{8571DC48-0C12-45E0-9BF7-0A12C0FA93C2}" dt="2021-05-17T07:57:09.865" v="254" actId="478"/>
          <ac:spMkLst>
            <pc:docMk/>
            <pc:sldMk cId="2218938682" sldId="838"/>
            <ac:spMk id="12" creationId="{F4490707-E03E-4CAA-80BA-BEEB5BE88E80}"/>
          </ac:spMkLst>
        </pc:spChg>
      </pc:sldChg>
      <pc:sldChg chg="modSp add mod">
        <pc:chgData name="Soumita Sengupta" userId="4afa6ce1-cb01-46c2-8538-4650222f0c96" providerId="ADAL" clId="{8571DC48-0C12-45E0-9BF7-0A12C0FA93C2}" dt="2021-05-17T07:57:20.771" v="255" actId="255"/>
        <pc:sldMkLst>
          <pc:docMk/>
          <pc:sldMk cId="3790829099" sldId="839"/>
        </pc:sldMkLst>
        <pc:spChg chg="mod">
          <ac:chgData name="Soumita Sengupta" userId="4afa6ce1-cb01-46c2-8538-4650222f0c96" providerId="ADAL" clId="{8571DC48-0C12-45E0-9BF7-0A12C0FA93C2}" dt="2021-05-17T07:57:20.771" v="255" actId="255"/>
          <ac:spMkLst>
            <pc:docMk/>
            <pc:sldMk cId="3790829099" sldId="839"/>
            <ac:spMk id="8" creationId="{DACCB307-5C02-4A9A-AF72-19C2486007BA}"/>
          </ac:spMkLst>
        </pc:spChg>
      </pc:sldChg>
      <pc:sldChg chg="delSp modSp add mod">
        <pc:chgData name="Soumita Sengupta" userId="4afa6ce1-cb01-46c2-8538-4650222f0c96" providerId="ADAL" clId="{8571DC48-0C12-45E0-9BF7-0A12C0FA93C2}" dt="2021-05-17T07:59:15.981" v="261" actId="14100"/>
        <pc:sldMkLst>
          <pc:docMk/>
          <pc:sldMk cId="137161310" sldId="840"/>
        </pc:sldMkLst>
        <pc:spChg chg="del">
          <ac:chgData name="Soumita Sengupta" userId="4afa6ce1-cb01-46c2-8538-4650222f0c96" providerId="ADAL" clId="{8571DC48-0C12-45E0-9BF7-0A12C0FA93C2}" dt="2021-05-17T07:57:28.543" v="257" actId="478"/>
          <ac:spMkLst>
            <pc:docMk/>
            <pc:sldMk cId="137161310" sldId="840"/>
            <ac:spMk id="8" creationId="{8C1AE506-EB37-47B9-A7F3-0F9792A9A809}"/>
          </ac:spMkLst>
        </pc:spChg>
        <pc:graphicFrameChg chg="mod modGraphic">
          <ac:chgData name="Soumita Sengupta" userId="4afa6ce1-cb01-46c2-8538-4650222f0c96" providerId="ADAL" clId="{8571DC48-0C12-45E0-9BF7-0A12C0FA93C2}" dt="2021-05-17T07:59:15.981" v="261" actId="14100"/>
          <ac:graphicFrameMkLst>
            <pc:docMk/>
            <pc:sldMk cId="137161310" sldId="840"/>
            <ac:graphicFrameMk id="11" creationId="{00000000-0000-0000-0000-000000000000}"/>
          </ac:graphicFrameMkLst>
        </pc:graphicFrameChg>
      </pc:sldChg>
      <pc:sldChg chg="add">
        <pc:chgData name="Soumita Sengupta" userId="4afa6ce1-cb01-46c2-8538-4650222f0c96" providerId="ADAL" clId="{8571DC48-0C12-45E0-9BF7-0A12C0FA93C2}" dt="2021-05-17T07:42:23.367" v="87"/>
        <pc:sldMkLst>
          <pc:docMk/>
          <pc:sldMk cId="2895645912" sldId="841"/>
        </pc:sldMkLst>
      </pc:sldChg>
      <pc:sldChg chg="modSp add mod">
        <pc:chgData name="Soumita Sengupta" userId="4afa6ce1-cb01-46c2-8538-4650222f0c96" providerId="ADAL" clId="{8571DC48-0C12-45E0-9BF7-0A12C0FA93C2}" dt="2021-05-17T08:00:02.133" v="262" actId="255"/>
        <pc:sldMkLst>
          <pc:docMk/>
          <pc:sldMk cId="3451605243" sldId="842"/>
        </pc:sldMkLst>
        <pc:spChg chg="mod">
          <ac:chgData name="Soumita Sengupta" userId="4afa6ce1-cb01-46c2-8538-4650222f0c96" providerId="ADAL" clId="{8571DC48-0C12-45E0-9BF7-0A12C0FA93C2}" dt="2021-05-17T08:00:02.133" v="262" actId="255"/>
          <ac:spMkLst>
            <pc:docMk/>
            <pc:sldMk cId="3451605243" sldId="842"/>
            <ac:spMk id="14" creationId="{60926F56-508D-4B66-A05B-9D9BB349F622}"/>
          </ac:spMkLst>
        </pc:spChg>
      </pc:sldChg>
      <pc:sldChg chg="modSp add mod">
        <pc:chgData name="Soumita Sengupta" userId="4afa6ce1-cb01-46c2-8538-4650222f0c96" providerId="ADAL" clId="{8571DC48-0C12-45E0-9BF7-0A12C0FA93C2}" dt="2021-05-17T08:00:12.858" v="263" actId="255"/>
        <pc:sldMkLst>
          <pc:docMk/>
          <pc:sldMk cId="3520553567" sldId="843"/>
        </pc:sldMkLst>
        <pc:spChg chg="mod">
          <ac:chgData name="Soumita Sengupta" userId="4afa6ce1-cb01-46c2-8538-4650222f0c96" providerId="ADAL" clId="{8571DC48-0C12-45E0-9BF7-0A12C0FA93C2}" dt="2021-05-17T08:00:12.858" v="263" actId="255"/>
          <ac:spMkLst>
            <pc:docMk/>
            <pc:sldMk cId="3520553567" sldId="843"/>
            <ac:spMk id="15" creationId="{7D26FD34-6322-4E27-B77A-82EB5974D5A2}"/>
          </ac:spMkLst>
        </pc:spChg>
      </pc:sldChg>
      <pc:sldChg chg="modSp add mod">
        <pc:chgData name="Soumita Sengupta" userId="4afa6ce1-cb01-46c2-8538-4650222f0c96" providerId="ADAL" clId="{8571DC48-0C12-45E0-9BF7-0A12C0FA93C2}" dt="2021-05-17T08:09:27.749" v="349" actId="255"/>
        <pc:sldMkLst>
          <pc:docMk/>
          <pc:sldMk cId="739307135" sldId="845"/>
        </pc:sldMkLst>
        <pc:spChg chg="mod">
          <ac:chgData name="Soumita Sengupta" userId="4afa6ce1-cb01-46c2-8538-4650222f0c96" providerId="ADAL" clId="{8571DC48-0C12-45E0-9BF7-0A12C0FA93C2}" dt="2021-05-17T08:09:27.749" v="349" actId="255"/>
          <ac:spMkLst>
            <pc:docMk/>
            <pc:sldMk cId="739307135" sldId="845"/>
            <ac:spMk id="7" creationId="{150923D7-94AA-4134-A111-B1335F1821E8}"/>
          </ac:spMkLst>
        </pc:spChg>
      </pc:sldChg>
      <pc:sldChg chg="modSp add mod">
        <pc:chgData name="Soumita Sengupta" userId="4afa6ce1-cb01-46c2-8538-4650222f0c96" providerId="ADAL" clId="{8571DC48-0C12-45E0-9BF7-0A12C0FA93C2}" dt="2021-05-17T08:09:06.619" v="347" actId="255"/>
        <pc:sldMkLst>
          <pc:docMk/>
          <pc:sldMk cId="2149126909" sldId="846"/>
        </pc:sldMkLst>
        <pc:spChg chg="mod">
          <ac:chgData name="Soumita Sengupta" userId="4afa6ce1-cb01-46c2-8538-4650222f0c96" providerId="ADAL" clId="{8571DC48-0C12-45E0-9BF7-0A12C0FA93C2}" dt="2021-05-17T08:09:06.619" v="347" actId="255"/>
          <ac:spMkLst>
            <pc:docMk/>
            <pc:sldMk cId="2149126909" sldId="846"/>
            <ac:spMk id="6" creationId="{A3F287DC-D56A-4E57-B0A7-8EAAD987EBAD}"/>
          </ac:spMkLst>
        </pc:spChg>
      </pc:sldChg>
      <pc:sldChg chg="modSp add mod">
        <pc:chgData name="Soumita Sengupta" userId="4afa6ce1-cb01-46c2-8538-4650222f0c96" providerId="ADAL" clId="{8571DC48-0C12-45E0-9BF7-0A12C0FA93C2}" dt="2021-05-17T08:09:34.156" v="350" actId="255"/>
        <pc:sldMkLst>
          <pc:docMk/>
          <pc:sldMk cId="3396759169" sldId="847"/>
        </pc:sldMkLst>
        <pc:graphicFrameChg chg="modGraphic">
          <ac:chgData name="Soumita Sengupta" userId="4afa6ce1-cb01-46c2-8538-4650222f0c96" providerId="ADAL" clId="{8571DC48-0C12-45E0-9BF7-0A12C0FA93C2}" dt="2021-05-17T08:09:34.156" v="350" actId="255"/>
          <ac:graphicFrameMkLst>
            <pc:docMk/>
            <pc:sldMk cId="3396759169" sldId="847"/>
            <ac:graphicFrameMk id="3" creationId="{2781A68D-375E-4BAE-8822-16AB46BEF5C1}"/>
          </ac:graphicFrameMkLst>
        </pc:graphicFrameChg>
      </pc:sldChg>
      <pc:sldChg chg="delSp add mod">
        <pc:chgData name="Soumita Sengupta" userId="4afa6ce1-cb01-46c2-8538-4650222f0c96" providerId="ADAL" clId="{8571DC48-0C12-45E0-9BF7-0A12C0FA93C2}" dt="2021-05-17T08:09:46.711" v="352" actId="478"/>
        <pc:sldMkLst>
          <pc:docMk/>
          <pc:sldMk cId="2403941356" sldId="848"/>
        </pc:sldMkLst>
        <pc:spChg chg="del">
          <ac:chgData name="Soumita Sengupta" userId="4afa6ce1-cb01-46c2-8538-4650222f0c96" providerId="ADAL" clId="{8571DC48-0C12-45E0-9BF7-0A12C0FA93C2}" dt="2021-05-17T08:09:46.711" v="352" actId="478"/>
          <ac:spMkLst>
            <pc:docMk/>
            <pc:sldMk cId="2403941356" sldId="848"/>
            <ac:spMk id="12" creationId="{4297C765-D0C1-4FBC-9B83-10C29ECCC0F9}"/>
          </ac:spMkLst>
        </pc:spChg>
      </pc:sldChg>
      <pc:sldChg chg="del">
        <pc:chgData name="Soumita Sengupta" userId="4afa6ce1-cb01-46c2-8538-4650222f0c96" providerId="ADAL" clId="{8571DC48-0C12-45E0-9BF7-0A12C0FA93C2}" dt="2021-05-17T14:32:44.972" v="495" actId="47"/>
        <pc:sldMkLst>
          <pc:docMk/>
          <pc:sldMk cId="3282653662" sldId="867"/>
        </pc:sldMkLst>
      </pc:sldChg>
      <pc:sldChg chg="modSp mod">
        <pc:chgData name="Soumita Sengupta" userId="4afa6ce1-cb01-46c2-8538-4650222f0c96" providerId="ADAL" clId="{8571DC48-0C12-45E0-9BF7-0A12C0FA93C2}" dt="2021-05-17T14:32:58.662" v="496" actId="207"/>
        <pc:sldMkLst>
          <pc:docMk/>
          <pc:sldMk cId="254607577" sldId="868"/>
        </pc:sldMkLst>
        <pc:spChg chg="mod">
          <ac:chgData name="Soumita Sengupta" userId="4afa6ce1-cb01-46c2-8538-4650222f0c96" providerId="ADAL" clId="{8571DC48-0C12-45E0-9BF7-0A12C0FA93C2}" dt="2021-05-17T14:32:58.662" v="496" actId="207"/>
          <ac:spMkLst>
            <pc:docMk/>
            <pc:sldMk cId="254607577" sldId="868"/>
            <ac:spMk id="3" creationId="{00000000-0000-0000-0000-000000000000}"/>
          </ac:spMkLst>
        </pc:spChg>
        <pc:spChg chg="mod">
          <ac:chgData name="Soumita Sengupta" userId="4afa6ce1-cb01-46c2-8538-4650222f0c96" providerId="ADAL" clId="{8571DC48-0C12-45E0-9BF7-0A12C0FA93C2}" dt="2021-05-17T14:32:58.662" v="496" actId="207"/>
          <ac:spMkLst>
            <pc:docMk/>
            <pc:sldMk cId="254607577" sldId="868"/>
            <ac:spMk id="4" creationId="{00000000-0000-0000-0000-000000000000}"/>
          </ac:spMkLst>
        </pc:spChg>
      </pc:sldChg>
      <pc:sldChg chg="modSp mod">
        <pc:chgData name="Soumita Sengupta" userId="4afa6ce1-cb01-46c2-8538-4650222f0c96" providerId="ADAL" clId="{8571DC48-0C12-45E0-9BF7-0A12C0FA93C2}" dt="2021-05-17T14:33:32.147" v="497" actId="207"/>
        <pc:sldMkLst>
          <pc:docMk/>
          <pc:sldMk cId="1693671457" sldId="869"/>
        </pc:sldMkLst>
        <pc:spChg chg="mod">
          <ac:chgData name="Soumita Sengupta" userId="4afa6ce1-cb01-46c2-8538-4650222f0c96" providerId="ADAL" clId="{8571DC48-0C12-45E0-9BF7-0A12C0FA93C2}" dt="2021-05-17T14:33:32.147" v="497" actId="207"/>
          <ac:spMkLst>
            <pc:docMk/>
            <pc:sldMk cId="1693671457" sldId="869"/>
            <ac:spMk id="4" creationId="{0F44E4FA-AE31-4042-8C71-0A7D8636397F}"/>
          </ac:spMkLst>
        </pc:spChg>
        <pc:spChg chg="mod">
          <ac:chgData name="Soumita Sengupta" userId="4afa6ce1-cb01-46c2-8538-4650222f0c96" providerId="ADAL" clId="{8571DC48-0C12-45E0-9BF7-0A12C0FA93C2}" dt="2021-05-17T14:33:32.147" v="497" actId="207"/>
          <ac:spMkLst>
            <pc:docMk/>
            <pc:sldMk cId="1693671457" sldId="869"/>
            <ac:spMk id="5" creationId="{D1C828E8-8E33-4814-A1B2-4FA0028A8013}"/>
          </ac:spMkLst>
        </pc:spChg>
      </pc:sldChg>
      <pc:sldChg chg="modSp mod">
        <pc:chgData name="Soumita Sengupta" userId="4afa6ce1-cb01-46c2-8538-4650222f0c96" providerId="ADAL" clId="{8571DC48-0C12-45E0-9BF7-0A12C0FA93C2}" dt="2021-05-17T14:33:39.807" v="498" actId="207"/>
        <pc:sldMkLst>
          <pc:docMk/>
          <pc:sldMk cId="2521651456" sldId="870"/>
        </pc:sldMkLst>
        <pc:spChg chg="mod">
          <ac:chgData name="Soumita Sengupta" userId="4afa6ce1-cb01-46c2-8538-4650222f0c96" providerId="ADAL" clId="{8571DC48-0C12-45E0-9BF7-0A12C0FA93C2}" dt="2021-05-17T14:33:39.807" v="498" actId="207"/>
          <ac:spMkLst>
            <pc:docMk/>
            <pc:sldMk cId="2521651456" sldId="870"/>
            <ac:spMk id="2" creationId="{D2965F05-2471-447C-97CD-B93193FE76F8}"/>
          </ac:spMkLst>
        </pc:spChg>
        <pc:spChg chg="mod">
          <ac:chgData name="Soumita Sengupta" userId="4afa6ce1-cb01-46c2-8538-4650222f0c96" providerId="ADAL" clId="{8571DC48-0C12-45E0-9BF7-0A12C0FA93C2}" dt="2021-05-17T14:33:39.807" v="498" actId="207"/>
          <ac:spMkLst>
            <pc:docMk/>
            <pc:sldMk cId="2521651456" sldId="870"/>
            <ac:spMk id="4" creationId="{00000000-0000-0000-0000-000000000000}"/>
          </ac:spMkLst>
        </pc:spChg>
      </pc:sldChg>
      <pc:sldChg chg="modSp add mod">
        <pc:chgData name="Soumita Sengupta" userId="4afa6ce1-cb01-46c2-8538-4650222f0c96" providerId="ADAL" clId="{8571DC48-0C12-45E0-9BF7-0A12C0FA93C2}" dt="2021-05-17T14:33:50.087" v="499" actId="207"/>
        <pc:sldMkLst>
          <pc:docMk/>
          <pc:sldMk cId="2056228496" sldId="872"/>
        </pc:sldMkLst>
        <pc:spChg chg="mod">
          <ac:chgData name="Soumita Sengupta" userId="4afa6ce1-cb01-46c2-8538-4650222f0c96" providerId="ADAL" clId="{8571DC48-0C12-45E0-9BF7-0A12C0FA93C2}" dt="2021-05-17T14:33:50.087" v="499" actId="207"/>
          <ac:spMkLst>
            <pc:docMk/>
            <pc:sldMk cId="2056228496" sldId="872"/>
            <ac:spMk id="2" creationId="{F8F412AC-0085-4638-B895-893A5B1D530B}"/>
          </ac:spMkLst>
        </pc:spChg>
        <pc:spChg chg="mod">
          <ac:chgData name="Soumita Sengupta" userId="4afa6ce1-cb01-46c2-8538-4650222f0c96" providerId="ADAL" clId="{8571DC48-0C12-45E0-9BF7-0A12C0FA93C2}" dt="2021-05-17T14:33:50.087" v="499" actId="207"/>
          <ac:spMkLst>
            <pc:docMk/>
            <pc:sldMk cId="2056228496" sldId="872"/>
            <ac:spMk id="3" creationId="{F67EAD20-C271-4DEE-B7C2-CCC79CE8AB23}"/>
          </ac:spMkLst>
        </pc:spChg>
        <pc:spChg chg="mod">
          <ac:chgData name="Soumita Sengupta" userId="4afa6ce1-cb01-46c2-8538-4650222f0c96" providerId="ADAL" clId="{8571DC48-0C12-45E0-9BF7-0A12C0FA93C2}" dt="2021-05-17T07:38:17.733" v="56" actId="255"/>
          <ac:spMkLst>
            <pc:docMk/>
            <pc:sldMk cId="2056228496" sldId="872"/>
            <ac:spMk id="5" creationId="{B50CAA43-3A66-42AD-BD02-B4ED241630EB}"/>
          </ac:spMkLst>
        </pc:spChg>
      </pc:sldChg>
      <pc:sldChg chg="delSp add mod">
        <pc:chgData name="Soumita Sengupta" userId="4afa6ce1-cb01-46c2-8538-4650222f0c96" providerId="ADAL" clId="{8571DC48-0C12-45E0-9BF7-0A12C0FA93C2}" dt="2021-05-17T07:38:32.932" v="57" actId="478"/>
        <pc:sldMkLst>
          <pc:docMk/>
          <pc:sldMk cId="2816898881" sldId="873"/>
        </pc:sldMkLst>
        <pc:spChg chg="del">
          <ac:chgData name="Soumita Sengupta" userId="4afa6ce1-cb01-46c2-8538-4650222f0c96" providerId="ADAL" clId="{8571DC48-0C12-45E0-9BF7-0A12C0FA93C2}" dt="2021-05-17T07:38:32.932" v="57" actId="478"/>
          <ac:spMkLst>
            <pc:docMk/>
            <pc:sldMk cId="2816898881" sldId="873"/>
            <ac:spMk id="10" creationId="{7132211E-35E2-42C8-B7EE-6C792F6E2A09}"/>
          </ac:spMkLst>
        </pc:spChg>
      </pc:sldChg>
      <pc:sldChg chg="modSp add mod">
        <pc:chgData name="Soumita Sengupta" userId="4afa6ce1-cb01-46c2-8538-4650222f0c96" providerId="ADAL" clId="{8571DC48-0C12-45E0-9BF7-0A12C0FA93C2}" dt="2021-05-17T07:38:49.668" v="59" actId="255"/>
        <pc:sldMkLst>
          <pc:docMk/>
          <pc:sldMk cId="53408869" sldId="874"/>
        </pc:sldMkLst>
        <pc:spChg chg="mod">
          <ac:chgData name="Soumita Sengupta" userId="4afa6ce1-cb01-46c2-8538-4650222f0c96" providerId="ADAL" clId="{8571DC48-0C12-45E0-9BF7-0A12C0FA93C2}" dt="2021-05-17T07:38:49.668" v="59" actId="255"/>
          <ac:spMkLst>
            <pc:docMk/>
            <pc:sldMk cId="53408869" sldId="874"/>
            <ac:spMk id="3" creationId="{10A61534-B4CA-4007-8750-502B9A30D959}"/>
          </ac:spMkLst>
        </pc:spChg>
      </pc:sldChg>
      <pc:sldChg chg="modSp add mod">
        <pc:chgData name="Soumita Sengupta" userId="4afa6ce1-cb01-46c2-8538-4650222f0c96" providerId="ADAL" clId="{8571DC48-0C12-45E0-9BF7-0A12C0FA93C2}" dt="2021-05-17T07:39:26.968" v="61" actId="2711"/>
        <pc:sldMkLst>
          <pc:docMk/>
          <pc:sldMk cId="1332674554" sldId="875"/>
        </pc:sldMkLst>
        <pc:spChg chg="mod">
          <ac:chgData name="Soumita Sengupta" userId="4afa6ce1-cb01-46c2-8538-4650222f0c96" providerId="ADAL" clId="{8571DC48-0C12-45E0-9BF7-0A12C0FA93C2}" dt="2021-05-17T07:39:06.195" v="60" actId="255"/>
          <ac:spMkLst>
            <pc:docMk/>
            <pc:sldMk cId="1332674554" sldId="875"/>
            <ac:spMk id="2" creationId="{087FF39E-82A2-4417-8732-85A562218D67}"/>
          </ac:spMkLst>
        </pc:spChg>
        <pc:spChg chg="mod">
          <ac:chgData name="Soumita Sengupta" userId="4afa6ce1-cb01-46c2-8538-4650222f0c96" providerId="ADAL" clId="{8571DC48-0C12-45E0-9BF7-0A12C0FA93C2}" dt="2021-05-17T07:39:26.968" v="61" actId="2711"/>
          <ac:spMkLst>
            <pc:docMk/>
            <pc:sldMk cId="1332674554" sldId="875"/>
            <ac:spMk id="7" creationId="{00000000-0000-0000-0000-000000000000}"/>
          </ac:spMkLst>
        </pc:spChg>
      </pc:sldChg>
      <pc:sldChg chg="modSp add mod">
        <pc:chgData name="Soumita Sengupta" userId="4afa6ce1-cb01-46c2-8538-4650222f0c96" providerId="ADAL" clId="{8571DC48-0C12-45E0-9BF7-0A12C0FA93C2}" dt="2021-05-17T07:51:52.484" v="203" actId="5793"/>
        <pc:sldMkLst>
          <pc:docMk/>
          <pc:sldMk cId="202006007" sldId="879"/>
        </pc:sldMkLst>
        <pc:spChg chg="mod">
          <ac:chgData name="Soumita Sengupta" userId="4afa6ce1-cb01-46c2-8538-4650222f0c96" providerId="ADAL" clId="{8571DC48-0C12-45E0-9BF7-0A12C0FA93C2}" dt="2021-05-17T07:51:52.484" v="203" actId="5793"/>
          <ac:spMkLst>
            <pc:docMk/>
            <pc:sldMk cId="202006007" sldId="879"/>
            <ac:spMk id="5" creationId="{70407E3C-70AF-4CC3-9567-50F4E8EB1618}"/>
          </ac:spMkLst>
        </pc:spChg>
      </pc:sldChg>
      <pc:sldChg chg="modSp mod">
        <pc:chgData name="Soumita Sengupta" userId="4afa6ce1-cb01-46c2-8538-4650222f0c96" providerId="ADAL" clId="{8571DC48-0C12-45E0-9BF7-0A12C0FA93C2}" dt="2021-05-17T14:27:33.891" v="454" actId="207"/>
        <pc:sldMkLst>
          <pc:docMk/>
          <pc:sldMk cId="1639061617" sldId="880"/>
        </pc:sldMkLst>
        <pc:spChg chg="mod">
          <ac:chgData name="Soumita Sengupta" userId="4afa6ce1-cb01-46c2-8538-4650222f0c96" providerId="ADAL" clId="{8571DC48-0C12-45E0-9BF7-0A12C0FA93C2}" dt="2021-05-17T14:27:33.891" v="454" actId="207"/>
          <ac:spMkLst>
            <pc:docMk/>
            <pc:sldMk cId="1639061617" sldId="880"/>
            <ac:spMk id="3" creationId="{00000000-0000-0000-0000-000000000000}"/>
          </ac:spMkLst>
        </pc:spChg>
        <pc:spChg chg="mod">
          <ac:chgData name="Soumita Sengupta" userId="4afa6ce1-cb01-46c2-8538-4650222f0c96" providerId="ADAL" clId="{8571DC48-0C12-45E0-9BF7-0A12C0FA93C2}" dt="2021-05-17T14:27:33.891" v="454" actId="207"/>
          <ac:spMkLst>
            <pc:docMk/>
            <pc:sldMk cId="1639061617" sldId="880"/>
            <ac:spMk id="4" creationId="{00000000-0000-0000-0000-000000000000}"/>
          </ac:spMkLst>
        </pc:spChg>
      </pc:sldChg>
      <pc:sldChg chg="modSp mod">
        <pc:chgData name="Soumita Sengupta" userId="4afa6ce1-cb01-46c2-8538-4650222f0c96" providerId="ADAL" clId="{8571DC48-0C12-45E0-9BF7-0A12C0FA93C2}" dt="2021-05-17T14:28:21.765" v="461" actId="207"/>
        <pc:sldMkLst>
          <pc:docMk/>
          <pc:sldMk cId="2139875260" sldId="881"/>
        </pc:sldMkLst>
        <pc:spChg chg="mod">
          <ac:chgData name="Soumita Sengupta" userId="4afa6ce1-cb01-46c2-8538-4650222f0c96" providerId="ADAL" clId="{8571DC48-0C12-45E0-9BF7-0A12C0FA93C2}" dt="2021-05-17T14:28:21.765" v="461" actId="207"/>
          <ac:spMkLst>
            <pc:docMk/>
            <pc:sldMk cId="2139875260" sldId="881"/>
            <ac:spMk id="3" creationId="{00000000-0000-0000-0000-000000000000}"/>
          </ac:spMkLst>
        </pc:spChg>
        <pc:spChg chg="mod">
          <ac:chgData name="Soumita Sengupta" userId="4afa6ce1-cb01-46c2-8538-4650222f0c96" providerId="ADAL" clId="{8571DC48-0C12-45E0-9BF7-0A12C0FA93C2}" dt="2021-05-17T14:28:21.765" v="461" actId="207"/>
          <ac:spMkLst>
            <pc:docMk/>
            <pc:sldMk cId="2139875260" sldId="881"/>
            <ac:spMk id="4" creationId="{00000000-0000-0000-0000-000000000000}"/>
          </ac:spMkLst>
        </pc:spChg>
      </pc:sldChg>
      <pc:sldChg chg="modSp mod">
        <pc:chgData name="Soumita Sengupta" userId="4afa6ce1-cb01-46c2-8538-4650222f0c96" providerId="ADAL" clId="{8571DC48-0C12-45E0-9BF7-0A12C0FA93C2}" dt="2021-05-17T14:28:40.884" v="463" actId="207"/>
        <pc:sldMkLst>
          <pc:docMk/>
          <pc:sldMk cId="2047864383" sldId="883"/>
        </pc:sldMkLst>
        <pc:spChg chg="mod">
          <ac:chgData name="Soumita Sengupta" userId="4afa6ce1-cb01-46c2-8538-4650222f0c96" providerId="ADAL" clId="{8571DC48-0C12-45E0-9BF7-0A12C0FA93C2}" dt="2021-05-17T14:28:40.884" v="463" actId="207"/>
          <ac:spMkLst>
            <pc:docMk/>
            <pc:sldMk cId="2047864383" sldId="883"/>
            <ac:spMk id="2" creationId="{D7229EAB-2797-4C92-B9F3-E1A52FD16017}"/>
          </ac:spMkLst>
        </pc:spChg>
        <pc:spChg chg="mod">
          <ac:chgData name="Soumita Sengupta" userId="4afa6ce1-cb01-46c2-8538-4650222f0c96" providerId="ADAL" clId="{8571DC48-0C12-45E0-9BF7-0A12C0FA93C2}" dt="2021-05-17T14:28:40.884" v="463" actId="207"/>
          <ac:spMkLst>
            <pc:docMk/>
            <pc:sldMk cId="2047864383" sldId="883"/>
            <ac:spMk id="4" creationId="{00000000-0000-0000-0000-000000000000}"/>
          </ac:spMkLst>
        </pc:spChg>
      </pc:sldChg>
      <pc:sldChg chg="modSp mod">
        <pc:chgData name="Soumita Sengupta" userId="4afa6ce1-cb01-46c2-8538-4650222f0c96" providerId="ADAL" clId="{8571DC48-0C12-45E0-9BF7-0A12C0FA93C2}" dt="2021-05-17T14:28:48.469" v="464" actId="207"/>
        <pc:sldMkLst>
          <pc:docMk/>
          <pc:sldMk cId="3568281701" sldId="884"/>
        </pc:sldMkLst>
        <pc:spChg chg="mod">
          <ac:chgData name="Soumita Sengupta" userId="4afa6ce1-cb01-46c2-8538-4650222f0c96" providerId="ADAL" clId="{8571DC48-0C12-45E0-9BF7-0A12C0FA93C2}" dt="2021-05-17T14:28:48.469" v="464" actId="207"/>
          <ac:spMkLst>
            <pc:docMk/>
            <pc:sldMk cId="3568281701" sldId="884"/>
            <ac:spMk id="2" creationId="{D7229EAB-2797-4C92-B9F3-E1A52FD16017}"/>
          </ac:spMkLst>
        </pc:spChg>
        <pc:spChg chg="mod">
          <ac:chgData name="Soumita Sengupta" userId="4afa6ce1-cb01-46c2-8538-4650222f0c96" providerId="ADAL" clId="{8571DC48-0C12-45E0-9BF7-0A12C0FA93C2}" dt="2021-05-17T14:28:48.469" v="464" actId="207"/>
          <ac:spMkLst>
            <pc:docMk/>
            <pc:sldMk cId="3568281701" sldId="884"/>
            <ac:spMk id="4" creationId="{00000000-0000-0000-0000-000000000000}"/>
          </ac:spMkLst>
        </pc:spChg>
      </pc:sldChg>
      <pc:sldChg chg="modSp mod">
        <pc:chgData name="Soumita Sengupta" userId="4afa6ce1-cb01-46c2-8538-4650222f0c96" providerId="ADAL" clId="{8571DC48-0C12-45E0-9BF7-0A12C0FA93C2}" dt="2021-05-17T14:28:54.669" v="465" actId="207"/>
        <pc:sldMkLst>
          <pc:docMk/>
          <pc:sldMk cId="3658751047" sldId="885"/>
        </pc:sldMkLst>
        <pc:spChg chg="mod">
          <ac:chgData name="Soumita Sengupta" userId="4afa6ce1-cb01-46c2-8538-4650222f0c96" providerId="ADAL" clId="{8571DC48-0C12-45E0-9BF7-0A12C0FA93C2}" dt="2021-05-17T14:28:54.669" v="465" actId="207"/>
          <ac:spMkLst>
            <pc:docMk/>
            <pc:sldMk cId="3658751047" sldId="885"/>
            <ac:spMk id="2" creationId="{D7229EAB-2797-4C92-B9F3-E1A52FD16017}"/>
          </ac:spMkLst>
        </pc:spChg>
        <pc:spChg chg="mod">
          <ac:chgData name="Soumita Sengupta" userId="4afa6ce1-cb01-46c2-8538-4650222f0c96" providerId="ADAL" clId="{8571DC48-0C12-45E0-9BF7-0A12C0FA93C2}" dt="2021-05-17T14:28:54.669" v="465" actId="207"/>
          <ac:spMkLst>
            <pc:docMk/>
            <pc:sldMk cId="3658751047" sldId="885"/>
            <ac:spMk id="4" creationId="{00000000-0000-0000-0000-000000000000}"/>
          </ac:spMkLst>
        </pc:spChg>
      </pc:sldChg>
      <pc:sldChg chg="modSp mod">
        <pc:chgData name="Soumita Sengupta" userId="4afa6ce1-cb01-46c2-8538-4650222f0c96" providerId="ADAL" clId="{8571DC48-0C12-45E0-9BF7-0A12C0FA93C2}" dt="2021-05-17T14:29:01.348" v="466" actId="207"/>
        <pc:sldMkLst>
          <pc:docMk/>
          <pc:sldMk cId="225487929" sldId="886"/>
        </pc:sldMkLst>
        <pc:spChg chg="mod">
          <ac:chgData name="Soumita Sengupta" userId="4afa6ce1-cb01-46c2-8538-4650222f0c96" providerId="ADAL" clId="{8571DC48-0C12-45E0-9BF7-0A12C0FA93C2}" dt="2021-05-17T14:29:01.348" v="466" actId="207"/>
          <ac:spMkLst>
            <pc:docMk/>
            <pc:sldMk cId="225487929" sldId="886"/>
            <ac:spMk id="2" creationId="{D7229EAB-2797-4C92-B9F3-E1A52FD16017}"/>
          </ac:spMkLst>
        </pc:spChg>
        <pc:spChg chg="mod">
          <ac:chgData name="Soumita Sengupta" userId="4afa6ce1-cb01-46c2-8538-4650222f0c96" providerId="ADAL" clId="{8571DC48-0C12-45E0-9BF7-0A12C0FA93C2}" dt="2021-05-17T14:29:01.348" v="466" actId="207"/>
          <ac:spMkLst>
            <pc:docMk/>
            <pc:sldMk cId="225487929" sldId="886"/>
            <ac:spMk id="4" creationId="{00000000-0000-0000-0000-000000000000}"/>
          </ac:spMkLst>
        </pc:spChg>
      </pc:sldChg>
      <pc:sldChg chg="modSp mod">
        <pc:chgData name="Soumita Sengupta" userId="4afa6ce1-cb01-46c2-8538-4650222f0c96" providerId="ADAL" clId="{8571DC48-0C12-45E0-9BF7-0A12C0FA93C2}" dt="2021-05-17T14:29:08.172" v="467" actId="207"/>
        <pc:sldMkLst>
          <pc:docMk/>
          <pc:sldMk cId="1268566176" sldId="887"/>
        </pc:sldMkLst>
        <pc:spChg chg="mod">
          <ac:chgData name="Soumita Sengupta" userId="4afa6ce1-cb01-46c2-8538-4650222f0c96" providerId="ADAL" clId="{8571DC48-0C12-45E0-9BF7-0A12C0FA93C2}" dt="2021-05-17T14:29:08.172" v="467" actId="207"/>
          <ac:spMkLst>
            <pc:docMk/>
            <pc:sldMk cId="1268566176" sldId="887"/>
            <ac:spMk id="2" creationId="{D7229EAB-2797-4C92-B9F3-E1A52FD16017}"/>
          </ac:spMkLst>
        </pc:spChg>
        <pc:spChg chg="mod">
          <ac:chgData name="Soumita Sengupta" userId="4afa6ce1-cb01-46c2-8538-4650222f0c96" providerId="ADAL" clId="{8571DC48-0C12-45E0-9BF7-0A12C0FA93C2}" dt="2021-05-17T14:29:08.172" v="467" actId="207"/>
          <ac:spMkLst>
            <pc:docMk/>
            <pc:sldMk cId="1268566176" sldId="887"/>
            <ac:spMk id="4" creationId="{00000000-0000-0000-0000-000000000000}"/>
          </ac:spMkLst>
        </pc:spChg>
      </pc:sldChg>
      <pc:sldChg chg="modSp mod">
        <pc:chgData name="Soumita Sengupta" userId="4afa6ce1-cb01-46c2-8538-4650222f0c96" providerId="ADAL" clId="{8571DC48-0C12-45E0-9BF7-0A12C0FA93C2}" dt="2021-05-17T14:30:34.004" v="476" actId="207"/>
        <pc:sldMkLst>
          <pc:docMk/>
          <pc:sldMk cId="2990392643" sldId="889"/>
        </pc:sldMkLst>
        <pc:spChg chg="mod">
          <ac:chgData name="Soumita Sengupta" userId="4afa6ce1-cb01-46c2-8538-4650222f0c96" providerId="ADAL" clId="{8571DC48-0C12-45E0-9BF7-0A12C0FA93C2}" dt="2021-05-17T14:30:34.004" v="476" actId="207"/>
          <ac:spMkLst>
            <pc:docMk/>
            <pc:sldMk cId="2990392643" sldId="889"/>
            <ac:spMk id="2" creationId="{B6B893F1-DEDB-4CFF-8DD4-069CEAC32E9F}"/>
          </ac:spMkLst>
        </pc:spChg>
        <pc:spChg chg="mod">
          <ac:chgData name="Soumita Sengupta" userId="4afa6ce1-cb01-46c2-8538-4650222f0c96" providerId="ADAL" clId="{8571DC48-0C12-45E0-9BF7-0A12C0FA93C2}" dt="2021-05-17T14:30:34.004" v="476" actId="207"/>
          <ac:spMkLst>
            <pc:docMk/>
            <pc:sldMk cId="2990392643" sldId="889"/>
            <ac:spMk id="4" creationId="{00000000-0000-0000-0000-000000000000}"/>
          </ac:spMkLst>
        </pc:spChg>
      </pc:sldChg>
      <pc:sldChg chg="modSp mod">
        <pc:chgData name="Soumita Sengupta" userId="4afa6ce1-cb01-46c2-8538-4650222f0c96" providerId="ADAL" clId="{8571DC48-0C12-45E0-9BF7-0A12C0FA93C2}" dt="2021-05-17T14:30:39.835" v="477" actId="207"/>
        <pc:sldMkLst>
          <pc:docMk/>
          <pc:sldMk cId="4152093735" sldId="890"/>
        </pc:sldMkLst>
        <pc:spChg chg="mod">
          <ac:chgData name="Soumita Sengupta" userId="4afa6ce1-cb01-46c2-8538-4650222f0c96" providerId="ADAL" clId="{8571DC48-0C12-45E0-9BF7-0A12C0FA93C2}" dt="2021-05-17T14:30:39.835" v="477" actId="207"/>
          <ac:spMkLst>
            <pc:docMk/>
            <pc:sldMk cId="4152093735" sldId="890"/>
            <ac:spMk id="2" creationId="{B6B893F1-DEDB-4CFF-8DD4-069CEAC32E9F}"/>
          </ac:spMkLst>
        </pc:spChg>
        <pc:spChg chg="mod">
          <ac:chgData name="Soumita Sengupta" userId="4afa6ce1-cb01-46c2-8538-4650222f0c96" providerId="ADAL" clId="{8571DC48-0C12-45E0-9BF7-0A12C0FA93C2}" dt="2021-05-17T14:30:39.835" v="477" actId="207"/>
          <ac:spMkLst>
            <pc:docMk/>
            <pc:sldMk cId="4152093735" sldId="890"/>
            <ac:spMk id="4" creationId="{00000000-0000-0000-0000-000000000000}"/>
          </ac:spMkLst>
        </pc:spChg>
      </pc:sldChg>
      <pc:sldChg chg="modSp mod">
        <pc:chgData name="Soumita Sengupta" userId="4afa6ce1-cb01-46c2-8538-4650222f0c96" providerId="ADAL" clId="{8571DC48-0C12-45E0-9BF7-0A12C0FA93C2}" dt="2021-05-17T14:32:00.213" v="488" actId="207"/>
        <pc:sldMkLst>
          <pc:docMk/>
          <pc:sldMk cId="3419036602" sldId="891"/>
        </pc:sldMkLst>
        <pc:spChg chg="mod">
          <ac:chgData name="Soumita Sengupta" userId="4afa6ce1-cb01-46c2-8538-4650222f0c96" providerId="ADAL" clId="{8571DC48-0C12-45E0-9BF7-0A12C0FA93C2}" dt="2021-05-17T14:32:00.213" v="488" actId="207"/>
          <ac:spMkLst>
            <pc:docMk/>
            <pc:sldMk cId="3419036602" sldId="891"/>
            <ac:spMk id="2" creationId="{D2965F05-2471-447C-97CD-B93193FE76F8}"/>
          </ac:spMkLst>
        </pc:spChg>
        <pc:spChg chg="mod">
          <ac:chgData name="Soumita Sengupta" userId="4afa6ce1-cb01-46c2-8538-4650222f0c96" providerId="ADAL" clId="{8571DC48-0C12-45E0-9BF7-0A12C0FA93C2}" dt="2021-05-17T14:32:00.213" v="488" actId="207"/>
          <ac:spMkLst>
            <pc:docMk/>
            <pc:sldMk cId="3419036602" sldId="891"/>
            <ac:spMk id="4" creationId="{00000000-0000-0000-0000-000000000000}"/>
          </ac:spMkLst>
        </pc:spChg>
      </pc:sldChg>
      <pc:sldChg chg="modSp mod">
        <pc:chgData name="Soumita Sengupta" userId="4afa6ce1-cb01-46c2-8538-4650222f0c96" providerId="ADAL" clId="{8571DC48-0C12-45E0-9BF7-0A12C0FA93C2}" dt="2021-05-17T14:32:06.656" v="489" actId="207"/>
        <pc:sldMkLst>
          <pc:docMk/>
          <pc:sldMk cId="2610132345" sldId="892"/>
        </pc:sldMkLst>
        <pc:spChg chg="mod">
          <ac:chgData name="Soumita Sengupta" userId="4afa6ce1-cb01-46c2-8538-4650222f0c96" providerId="ADAL" clId="{8571DC48-0C12-45E0-9BF7-0A12C0FA93C2}" dt="2021-05-17T14:32:06.656" v="489" actId="207"/>
          <ac:spMkLst>
            <pc:docMk/>
            <pc:sldMk cId="2610132345" sldId="892"/>
            <ac:spMk id="2" creationId="{D2965F05-2471-447C-97CD-B93193FE76F8}"/>
          </ac:spMkLst>
        </pc:spChg>
        <pc:spChg chg="mod">
          <ac:chgData name="Soumita Sengupta" userId="4afa6ce1-cb01-46c2-8538-4650222f0c96" providerId="ADAL" clId="{8571DC48-0C12-45E0-9BF7-0A12C0FA93C2}" dt="2021-05-17T14:32:06.656" v="489" actId="207"/>
          <ac:spMkLst>
            <pc:docMk/>
            <pc:sldMk cId="2610132345" sldId="892"/>
            <ac:spMk id="4" creationId="{00000000-0000-0000-0000-000000000000}"/>
          </ac:spMkLst>
        </pc:spChg>
      </pc:sldChg>
      <pc:sldChg chg="modSp mod">
        <pc:chgData name="Soumita Sengupta" userId="4afa6ce1-cb01-46c2-8538-4650222f0c96" providerId="ADAL" clId="{8571DC48-0C12-45E0-9BF7-0A12C0FA93C2}" dt="2021-05-17T14:32:13.142" v="490" actId="207"/>
        <pc:sldMkLst>
          <pc:docMk/>
          <pc:sldMk cId="44910485" sldId="893"/>
        </pc:sldMkLst>
        <pc:spChg chg="mod">
          <ac:chgData name="Soumita Sengupta" userId="4afa6ce1-cb01-46c2-8538-4650222f0c96" providerId="ADAL" clId="{8571DC48-0C12-45E0-9BF7-0A12C0FA93C2}" dt="2021-05-17T14:32:13.142" v="490" actId="207"/>
          <ac:spMkLst>
            <pc:docMk/>
            <pc:sldMk cId="44910485" sldId="893"/>
            <ac:spMk id="2" creationId="{D2965F05-2471-447C-97CD-B93193FE76F8}"/>
          </ac:spMkLst>
        </pc:spChg>
        <pc:spChg chg="mod">
          <ac:chgData name="Soumita Sengupta" userId="4afa6ce1-cb01-46c2-8538-4650222f0c96" providerId="ADAL" clId="{8571DC48-0C12-45E0-9BF7-0A12C0FA93C2}" dt="2021-05-17T14:32:13.142" v="490" actId="207"/>
          <ac:spMkLst>
            <pc:docMk/>
            <pc:sldMk cId="44910485" sldId="893"/>
            <ac:spMk id="4" creationId="{00000000-0000-0000-0000-000000000000}"/>
          </ac:spMkLst>
        </pc:spChg>
      </pc:sldChg>
      <pc:sldChg chg="modSp mod">
        <pc:chgData name="Soumita Sengupta" userId="4afa6ce1-cb01-46c2-8538-4650222f0c96" providerId="ADAL" clId="{8571DC48-0C12-45E0-9BF7-0A12C0FA93C2}" dt="2021-05-17T14:32:19.826" v="491" actId="207"/>
        <pc:sldMkLst>
          <pc:docMk/>
          <pc:sldMk cId="3136716027" sldId="894"/>
        </pc:sldMkLst>
        <pc:spChg chg="mod">
          <ac:chgData name="Soumita Sengupta" userId="4afa6ce1-cb01-46c2-8538-4650222f0c96" providerId="ADAL" clId="{8571DC48-0C12-45E0-9BF7-0A12C0FA93C2}" dt="2021-05-17T14:32:19.826" v="491" actId="207"/>
          <ac:spMkLst>
            <pc:docMk/>
            <pc:sldMk cId="3136716027" sldId="894"/>
            <ac:spMk id="2" creationId="{D2965F05-2471-447C-97CD-B93193FE76F8}"/>
          </ac:spMkLst>
        </pc:spChg>
        <pc:spChg chg="mod">
          <ac:chgData name="Soumita Sengupta" userId="4afa6ce1-cb01-46c2-8538-4650222f0c96" providerId="ADAL" clId="{8571DC48-0C12-45E0-9BF7-0A12C0FA93C2}" dt="2021-05-17T14:32:19.826" v="491" actId="207"/>
          <ac:spMkLst>
            <pc:docMk/>
            <pc:sldMk cId="3136716027" sldId="894"/>
            <ac:spMk id="4" creationId="{00000000-0000-0000-0000-000000000000}"/>
          </ac:spMkLst>
        </pc:spChg>
      </pc:sldChg>
      <pc:sldChg chg="delSp add mod">
        <pc:chgData name="Soumita Sengupta" userId="4afa6ce1-cb01-46c2-8538-4650222f0c96" providerId="ADAL" clId="{8571DC48-0C12-45E0-9BF7-0A12C0FA93C2}" dt="2021-05-17T07:38:41.608" v="58" actId="478"/>
        <pc:sldMkLst>
          <pc:docMk/>
          <pc:sldMk cId="1567628064" sldId="895"/>
        </pc:sldMkLst>
        <pc:spChg chg="del">
          <ac:chgData name="Soumita Sengupta" userId="4afa6ce1-cb01-46c2-8538-4650222f0c96" providerId="ADAL" clId="{8571DC48-0C12-45E0-9BF7-0A12C0FA93C2}" dt="2021-05-17T07:38:41.608" v="58" actId="478"/>
          <ac:spMkLst>
            <pc:docMk/>
            <pc:sldMk cId="1567628064" sldId="895"/>
            <ac:spMk id="10" creationId="{7132211E-35E2-42C8-B7EE-6C792F6E2A09}"/>
          </ac:spMkLst>
        </pc:spChg>
      </pc:sldChg>
      <pc:sldChg chg="delSp modSp add mod">
        <pc:chgData name="Soumita Sengupta" userId="4afa6ce1-cb01-46c2-8538-4650222f0c96" providerId="ADAL" clId="{8571DC48-0C12-45E0-9BF7-0A12C0FA93C2}" dt="2021-05-17T07:53:44.035" v="218" actId="255"/>
        <pc:sldMkLst>
          <pc:docMk/>
          <pc:sldMk cId="3581655586" sldId="897"/>
        </pc:sldMkLst>
        <pc:spChg chg="del">
          <ac:chgData name="Soumita Sengupta" userId="4afa6ce1-cb01-46c2-8538-4650222f0c96" providerId="ADAL" clId="{8571DC48-0C12-45E0-9BF7-0A12C0FA93C2}" dt="2021-05-17T07:53:32.514" v="216" actId="478"/>
          <ac:spMkLst>
            <pc:docMk/>
            <pc:sldMk cId="3581655586" sldId="897"/>
            <ac:spMk id="3" creationId="{0F173469-94E6-4FFB-804E-333660EDA01C}"/>
          </ac:spMkLst>
        </pc:spChg>
        <pc:graphicFrameChg chg="mod modGraphic">
          <ac:chgData name="Soumita Sengupta" userId="4afa6ce1-cb01-46c2-8538-4650222f0c96" providerId="ADAL" clId="{8571DC48-0C12-45E0-9BF7-0A12C0FA93C2}" dt="2021-05-17T07:53:44.035" v="218" actId="255"/>
          <ac:graphicFrameMkLst>
            <pc:docMk/>
            <pc:sldMk cId="3581655586" sldId="897"/>
            <ac:graphicFrameMk id="6" creationId="{B8FC2794-22D6-4020-A9A3-1F1BA81495E4}"/>
          </ac:graphicFrameMkLst>
        </pc:graphicFrameChg>
      </pc:sldChg>
      <pc:sldChg chg="delSp modSp add mod">
        <pc:chgData name="Soumita Sengupta" userId="4afa6ce1-cb01-46c2-8538-4650222f0c96" providerId="ADAL" clId="{8571DC48-0C12-45E0-9BF7-0A12C0FA93C2}" dt="2021-05-17T07:54:06.595" v="222" actId="1076"/>
        <pc:sldMkLst>
          <pc:docMk/>
          <pc:sldMk cId="2881927986" sldId="898"/>
        </pc:sldMkLst>
        <pc:spChg chg="del">
          <ac:chgData name="Soumita Sengupta" userId="4afa6ce1-cb01-46c2-8538-4650222f0c96" providerId="ADAL" clId="{8571DC48-0C12-45E0-9BF7-0A12C0FA93C2}" dt="2021-05-17T07:53:54.020" v="220" actId="478"/>
          <ac:spMkLst>
            <pc:docMk/>
            <pc:sldMk cId="2881927986" sldId="898"/>
            <ac:spMk id="3" creationId="{0F173469-94E6-4FFB-804E-333660EDA01C}"/>
          </ac:spMkLst>
        </pc:spChg>
        <pc:graphicFrameChg chg="mod modGraphic">
          <ac:chgData name="Soumita Sengupta" userId="4afa6ce1-cb01-46c2-8538-4650222f0c96" providerId="ADAL" clId="{8571DC48-0C12-45E0-9BF7-0A12C0FA93C2}" dt="2021-05-17T07:54:06.595" v="222" actId="1076"/>
          <ac:graphicFrameMkLst>
            <pc:docMk/>
            <pc:sldMk cId="2881927986" sldId="898"/>
            <ac:graphicFrameMk id="6" creationId="{B8FC2794-22D6-4020-A9A3-1F1BA81495E4}"/>
          </ac:graphicFrameMkLst>
        </pc:graphicFrameChg>
      </pc:sldChg>
      <pc:sldChg chg="delSp modSp add mod">
        <pc:chgData name="Soumita Sengupta" userId="4afa6ce1-cb01-46c2-8538-4650222f0c96" providerId="ADAL" clId="{8571DC48-0C12-45E0-9BF7-0A12C0FA93C2}" dt="2021-05-17T07:54:59.315" v="231" actId="255"/>
        <pc:sldMkLst>
          <pc:docMk/>
          <pc:sldMk cId="2274002417" sldId="900"/>
        </pc:sldMkLst>
        <pc:spChg chg="del">
          <ac:chgData name="Soumita Sengupta" userId="4afa6ce1-cb01-46c2-8538-4650222f0c96" providerId="ADAL" clId="{8571DC48-0C12-45E0-9BF7-0A12C0FA93C2}" dt="2021-05-17T07:54:46.535" v="230" actId="478"/>
          <ac:spMkLst>
            <pc:docMk/>
            <pc:sldMk cId="2274002417" sldId="900"/>
            <ac:spMk id="7" creationId="{E06A3024-9699-41E9-A854-B2DD7C6FFFC9}"/>
          </ac:spMkLst>
        </pc:spChg>
        <pc:graphicFrameChg chg="modGraphic">
          <ac:chgData name="Soumita Sengupta" userId="4afa6ce1-cb01-46c2-8538-4650222f0c96" providerId="ADAL" clId="{8571DC48-0C12-45E0-9BF7-0A12C0FA93C2}" dt="2021-05-17T07:54:59.315" v="231" actId="255"/>
          <ac:graphicFrameMkLst>
            <pc:docMk/>
            <pc:sldMk cId="2274002417" sldId="900"/>
            <ac:graphicFrameMk id="8" creationId="{00000000-0000-0000-0000-000000000000}"/>
          </ac:graphicFrameMkLst>
        </pc:graphicFrameChg>
      </pc:sldChg>
      <pc:sldChg chg="delSp modSp add mod">
        <pc:chgData name="Soumita Sengupta" userId="4afa6ce1-cb01-46c2-8538-4650222f0c96" providerId="ADAL" clId="{8571DC48-0C12-45E0-9BF7-0A12C0FA93C2}" dt="2021-05-17T07:56:54.798" v="252" actId="1076"/>
        <pc:sldMkLst>
          <pc:docMk/>
          <pc:sldMk cId="764318788" sldId="902"/>
        </pc:sldMkLst>
        <pc:spChg chg="del">
          <ac:chgData name="Soumita Sengupta" userId="4afa6ce1-cb01-46c2-8538-4650222f0c96" providerId="ADAL" clId="{8571DC48-0C12-45E0-9BF7-0A12C0FA93C2}" dt="2021-05-17T07:56:32.056" v="248" actId="478"/>
          <ac:spMkLst>
            <pc:docMk/>
            <pc:sldMk cId="764318788" sldId="902"/>
            <ac:spMk id="19" creationId="{A5FC24B9-9878-4DB4-9EE4-B9FCC8AEFB3F}"/>
          </ac:spMkLst>
        </pc:spChg>
        <pc:graphicFrameChg chg="mod modGraphic">
          <ac:chgData name="Soumita Sengupta" userId="4afa6ce1-cb01-46c2-8538-4650222f0c96" providerId="ADAL" clId="{8571DC48-0C12-45E0-9BF7-0A12C0FA93C2}" dt="2021-05-17T07:56:54.798" v="252" actId="1076"/>
          <ac:graphicFrameMkLst>
            <pc:docMk/>
            <pc:sldMk cId="764318788" sldId="902"/>
            <ac:graphicFrameMk id="14" creationId="{3A4118D9-CAD0-4F66-A0D9-F487607F75D9}"/>
          </ac:graphicFrameMkLst>
        </pc:graphicFrameChg>
        <pc:picChg chg="del">
          <ac:chgData name="Soumita Sengupta" userId="4afa6ce1-cb01-46c2-8538-4650222f0c96" providerId="ADAL" clId="{8571DC48-0C12-45E0-9BF7-0A12C0FA93C2}" dt="2021-05-17T07:56:18.097" v="245" actId="478"/>
          <ac:picMkLst>
            <pc:docMk/>
            <pc:sldMk cId="764318788" sldId="902"/>
            <ac:picMk id="13" creationId="{8F253502-2546-4976-9C61-334B3EC965E5}"/>
          </ac:picMkLst>
        </pc:picChg>
      </pc:sldChg>
      <pc:sldChg chg="delSp modSp add mod">
        <pc:chgData name="Soumita Sengupta" userId="4afa6ce1-cb01-46c2-8538-4650222f0c96" providerId="ADAL" clId="{8571DC48-0C12-45E0-9BF7-0A12C0FA93C2}" dt="2021-05-17T08:01:09.767" v="273" actId="1076"/>
        <pc:sldMkLst>
          <pc:docMk/>
          <pc:sldMk cId="1489738380" sldId="903"/>
        </pc:sldMkLst>
        <pc:spChg chg="del">
          <ac:chgData name="Soumita Sengupta" userId="4afa6ce1-cb01-46c2-8538-4650222f0c96" providerId="ADAL" clId="{8571DC48-0C12-45E0-9BF7-0A12C0FA93C2}" dt="2021-05-17T08:01:04.487" v="272" actId="478"/>
          <ac:spMkLst>
            <pc:docMk/>
            <pc:sldMk cId="1489738380" sldId="903"/>
            <ac:spMk id="3" creationId="{1E93E0B9-106D-4E01-947D-9B58393568E4}"/>
          </ac:spMkLst>
        </pc:spChg>
        <pc:graphicFrameChg chg="mod modGraphic">
          <ac:chgData name="Soumita Sengupta" userId="4afa6ce1-cb01-46c2-8538-4650222f0c96" providerId="ADAL" clId="{8571DC48-0C12-45E0-9BF7-0A12C0FA93C2}" dt="2021-05-17T08:01:09.767" v="273" actId="1076"/>
          <ac:graphicFrameMkLst>
            <pc:docMk/>
            <pc:sldMk cId="1489738380" sldId="903"/>
            <ac:graphicFrameMk id="6" creationId="{DC81A6CF-0F67-4199-91FC-10F3938EFF67}"/>
          </ac:graphicFrameMkLst>
        </pc:graphicFrameChg>
      </pc:sldChg>
      <pc:sldChg chg="delSp modSp add mod">
        <pc:chgData name="Soumita Sengupta" userId="4afa6ce1-cb01-46c2-8538-4650222f0c96" providerId="ADAL" clId="{8571DC48-0C12-45E0-9BF7-0A12C0FA93C2}" dt="2021-05-17T08:01:42.629" v="279" actId="14100"/>
        <pc:sldMkLst>
          <pc:docMk/>
          <pc:sldMk cId="3148603224" sldId="904"/>
        </pc:sldMkLst>
        <pc:spChg chg="del">
          <ac:chgData name="Soumita Sengupta" userId="4afa6ce1-cb01-46c2-8538-4650222f0c96" providerId="ADAL" clId="{8571DC48-0C12-45E0-9BF7-0A12C0FA93C2}" dt="2021-05-17T08:01:28.862" v="276" actId="478"/>
          <ac:spMkLst>
            <pc:docMk/>
            <pc:sldMk cId="3148603224" sldId="904"/>
            <ac:spMk id="3" creationId="{1E93E0B9-106D-4E01-947D-9B58393568E4}"/>
          </ac:spMkLst>
        </pc:spChg>
        <pc:graphicFrameChg chg="mod modGraphic">
          <ac:chgData name="Soumita Sengupta" userId="4afa6ce1-cb01-46c2-8538-4650222f0c96" providerId="ADAL" clId="{8571DC48-0C12-45E0-9BF7-0A12C0FA93C2}" dt="2021-05-17T08:01:42.629" v="279" actId="14100"/>
          <ac:graphicFrameMkLst>
            <pc:docMk/>
            <pc:sldMk cId="3148603224" sldId="904"/>
            <ac:graphicFrameMk id="6" creationId="{DC81A6CF-0F67-4199-91FC-10F3938EFF67}"/>
          </ac:graphicFrameMkLst>
        </pc:graphicFrameChg>
      </pc:sldChg>
      <pc:sldChg chg="delSp add mod">
        <pc:chgData name="Soumita Sengupta" userId="4afa6ce1-cb01-46c2-8538-4650222f0c96" providerId="ADAL" clId="{8571DC48-0C12-45E0-9BF7-0A12C0FA93C2}" dt="2021-05-17T08:03:35.518" v="290" actId="478"/>
        <pc:sldMkLst>
          <pc:docMk/>
          <pc:sldMk cId="1190720650" sldId="905"/>
        </pc:sldMkLst>
        <pc:spChg chg="del">
          <ac:chgData name="Soumita Sengupta" userId="4afa6ce1-cb01-46c2-8538-4650222f0c96" providerId="ADAL" clId="{8571DC48-0C12-45E0-9BF7-0A12C0FA93C2}" dt="2021-05-17T08:03:35.518" v="290" actId="478"/>
          <ac:spMkLst>
            <pc:docMk/>
            <pc:sldMk cId="1190720650" sldId="905"/>
            <ac:spMk id="3" creationId="{72ABD603-5A1F-4618-A9D6-FFA011CCE180}"/>
          </ac:spMkLst>
        </pc:spChg>
      </pc:sldChg>
      <pc:sldChg chg="delSp add mod">
        <pc:chgData name="Soumita Sengupta" userId="4afa6ce1-cb01-46c2-8538-4650222f0c96" providerId="ADAL" clId="{8571DC48-0C12-45E0-9BF7-0A12C0FA93C2}" dt="2021-05-17T08:08:49.922" v="345" actId="478"/>
        <pc:sldMkLst>
          <pc:docMk/>
          <pc:sldMk cId="2516332578" sldId="906"/>
        </pc:sldMkLst>
        <pc:spChg chg="del">
          <ac:chgData name="Soumita Sengupta" userId="4afa6ce1-cb01-46c2-8538-4650222f0c96" providerId="ADAL" clId="{8571DC48-0C12-45E0-9BF7-0A12C0FA93C2}" dt="2021-05-17T08:08:49.922" v="345" actId="478"/>
          <ac:spMkLst>
            <pc:docMk/>
            <pc:sldMk cId="2516332578" sldId="906"/>
            <ac:spMk id="7" creationId="{1954F96B-73D4-4F31-BD4C-4E3AE69DBAE2}"/>
          </ac:spMkLst>
        </pc:spChg>
      </pc:sldChg>
      <pc:sldChg chg="modSp add mod">
        <pc:chgData name="Soumita Sengupta" userId="4afa6ce1-cb01-46c2-8538-4650222f0c96" providerId="ADAL" clId="{8571DC48-0C12-45E0-9BF7-0A12C0FA93C2}" dt="2021-05-17T08:09:19.771" v="348" actId="255"/>
        <pc:sldMkLst>
          <pc:docMk/>
          <pc:sldMk cId="2973615240" sldId="907"/>
        </pc:sldMkLst>
        <pc:spChg chg="mod">
          <ac:chgData name="Soumita Sengupta" userId="4afa6ce1-cb01-46c2-8538-4650222f0c96" providerId="ADAL" clId="{8571DC48-0C12-45E0-9BF7-0A12C0FA93C2}" dt="2021-05-17T08:09:19.771" v="348" actId="255"/>
          <ac:spMkLst>
            <pc:docMk/>
            <pc:sldMk cId="2973615240" sldId="907"/>
            <ac:spMk id="6" creationId="{A3F287DC-D56A-4E57-B0A7-8EAAD987EBAD}"/>
          </ac:spMkLst>
        </pc:spChg>
      </pc:sldChg>
      <pc:sldChg chg="modSp add mod">
        <pc:chgData name="Soumita Sengupta" userId="4afa6ce1-cb01-46c2-8538-4650222f0c96" providerId="ADAL" clId="{8571DC48-0C12-45E0-9BF7-0A12C0FA93C2}" dt="2021-05-17T08:11:18.961" v="362" actId="255"/>
        <pc:sldMkLst>
          <pc:docMk/>
          <pc:sldMk cId="1602332024" sldId="908"/>
        </pc:sldMkLst>
        <pc:graphicFrameChg chg="modGraphic">
          <ac:chgData name="Soumita Sengupta" userId="4afa6ce1-cb01-46c2-8538-4650222f0c96" providerId="ADAL" clId="{8571DC48-0C12-45E0-9BF7-0A12C0FA93C2}" dt="2021-05-17T08:11:18.961" v="362" actId="255"/>
          <ac:graphicFrameMkLst>
            <pc:docMk/>
            <pc:sldMk cId="1602332024" sldId="908"/>
            <ac:graphicFrameMk id="2" creationId="{DC5C2772-D9D5-4388-B2F1-7EA90C6313BD}"/>
          </ac:graphicFrameMkLst>
        </pc:graphicFrameChg>
      </pc:sldChg>
      <pc:sldChg chg="modSp add mod">
        <pc:chgData name="Soumita Sengupta" userId="4afa6ce1-cb01-46c2-8538-4650222f0c96" providerId="ADAL" clId="{8571DC48-0C12-45E0-9BF7-0A12C0FA93C2}" dt="2021-05-17T08:11:26.757" v="363" actId="255"/>
        <pc:sldMkLst>
          <pc:docMk/>
          <pc:sldMk cId="2713866988" sldId="909"/>
        </pc:sldMkLst>
        <pc:graphicFrameChg chg="modGraphic">
          <ac:chgData name="Soumita Sengupta" userId="4afa6ce1-cb01-46c2-8538-4650222f0c96" providerId="ADAL" clId="{8571DC48-0C12-45E0-9BF7-0A12C0FA93C2}" dt="2021-05-17T08:11:26.757" v="363" actId="255"/>
          <ac:graphicFrameMkLst>
            <pc:docMk/>
            <pc:sldMk cId="2713866988" sldId="909"/>
            <ac:graphicFrameMk id="2" creationId="{DC5C2772-D9D5-4388-B2F1-7EA90C6313BD}"/>
          </ac:graphicFrameMkLst>
        </pc:graphicFrameChg>
      </pc:sldChg>
      <pc:sldChg chg="modSp add mod">
        <pc:chgData name="Soumita Sengupta" userId="4afa6ce1-cb01-46c2-8538-4650222f0c96" providerId="ADAL" clId="{8571DC48-0C12-45E0-9BF7-0A12C0FA93C2}" dt="2021-05-17T08:11:33.609" v="364" actId="255"/>
        <pc:sldMkLst>
          <pc:docMk/>
          <pc:sldMk cId="959984758" sldId="910"/>
        </pc:sldMkLst>
        <pc:graphicFrameChg chg="modGraphic">
          <ac:chgData name="Soumita Sengupta" userId="4afa6ce1-cb01-46c2-8538-4650222f0c96" providerId="ADAL" clId="{8571DC48-0C12-45E0-9BF7-0A12C0FA93C2}" dt="2021-05-17T08:11:33.609" v="364" actId="255"/>
          <ac:graphicFrameMkLst>
            <pc:docMk/>
            <pc:sldMk cId="959984758" sldId="910"/>
            <ac:graphicFrameMk id="2" creationId="{DC5C2772-D9D5-4388-B2F1-7EA90C6313BD}"/>
          </ac:graphicFrameMkLst>
        </pc:graphicFrameChg>
      </pc:sldChg>
      <pc:sldChg chg="modSp add mod">
        <pc:chgData name="Soumita Sengupta" userId="4afa6ce1-cb01-46c2-8538-4650222f0c96" providerId="ADAL" clId="{8571DC48-0C12-45E0-9BF7-0A12C0FA93C2}" dt="2021-05-17T08:11:41.166" v="365" actId="255"/>
        <pc:sldMkLst>
          <pc:docMk/>
          <pc:sldMk cId="2701152022" sldId="911"/>
        </pc:sldMkLst>
        <pc:graphicFrameChg chg="modGraphic">
          <ac:chgData name="Soumita Sengupta" userId="4afa6ce1-cb01-46c2-8538-4650222f0c96" providerId="ADAL" clId="{8571DC48-0C12-45E0-9BF7-0A12C0FA93C2}" dt="2021-05-17T08:11:41.166" v="365" actId="255"/>
          <ac:graphicFrameMkLst>
            <pc:docMk/>
            <pc:sldMk cId="2701152022" sldId="911"/>
            <ac:graphicFrameMk id="2" creationId="{DC5C2772-D9D5-4388-B2F1-7EA90C6313BD}"/>
          </ac:graphicFrameMkLst>
        </pc:graphicFrameChg>
      </pc:sldChg>
      <pc:sldChg chg="modSp add mod">
        <pc:chgData name="Soumita Sengupta" userId="4afa6ce1-cb01-46c2-8538-4650222f0c96" providerId="ADAL" clId="{8571DC48-0C12-45E0-9BF7-0A12C0FA93C2}" dt="2021-05-17T08:12:12.916" v="372" actId="255"/>
        <pc:sldMkLst>
          <pc:docMk/>
          <pc:sldMk cId="7820174" sldId="912"/>
        </pc:sldMkLst>
        <pc:spChg chg="mod">
          <ac:chgData name="Soumita Sengupta" userId="4afa6ce1-cb01-46c2-8538-4650222f0c96" providerId="ADAL" clId="{8571DC48-0C12-45E0-9BF7-0A12C0FA93C2}" dt="2021-05-17T08:12:06.683" v="371" actId="5793"/>
          <ac:spMkLst>
            <pc:docMk/>
            <pc:sldMk cId="7820174" sldId="912"/>
            <ac:spMk id="4" creationId="{F4E4F34F-F15D-4726-AF4D-1FA5CD8F58BF}"/>
          </ac:spMkLst>
        </pc:spChg>
        <pc:graphicFrameChg chg="modGraphic">
          <ac:chgData name="Soumita Sengupta" userId="4afa6ce1-cb01-46c2-8538-4650222f0c96" providerId="ADAL" clId="{8571DC48-0C12-45E0-9BF7-0A12C0FA93C2}" dt="2021-05-17T08:12:12.916" v="372" actId="255"/>
          <ac:graphicFrameMkLst>
            <pc:docMk/>
            <pc:sldMk cId="7820174" sldId="912"/>
            <ac:graphicFrameMk id="2" creationId="{2642B3FD-5C34-48FC-B8E5-690AA32692D5}"/>
          </ac:graphicFrameMkLst>
        </pc:graphicFrameChg>
      </pc:sldChg>
      <pc:sldChg chg="modSp add mod">
        <pc:chgData name="Soumita Sengupta" userId="4afa6ce1-cb01-46c2-8538-4650222f0c96" providerId="ADAL" clId="{8571DC48-0C12-45E0-9BF7-0A12C0FA93C2}" dt="2021-05-17T08:07:47.534" v="339" actId="255"/>
        <pc:sldMkLst>
          <pc:docMk/>
          <pc:sldMk cId="2358187163" sldId="913"/>
        </pc:sldMkLst>
        <pc:graphicFrameChg chg="modGraphic">
          <ac:chgData name="Soumita Sengupta" userId="4afa6ce1-cb01-46c2-8538-4650222f0c96" providerId="ADAL" clId="{8571DC48-0C12-45E0-9BF7-0A12C0FA93C2}" dt="2021-05-17T08:07:47.534" v="339" actId="255"/>
          <ac:graphicFrameMkLst>
            <pc:docMk/>
            <pc:sldMk cId="2358187163" sldId="913"/>
            <ac:graphicFrameMk id="11" creationId="{A3945B2E-C426-4C5D-8B03-6DE41A0A4D0A}"/>
          </ac:graphicFrameMkLst>
        </pc:graphicFrameChg>
      </pc:sldChg>
      <pc:sldChg chg="modSp add mod">
        <pc:chgData name="Soumita Sengupta" userId="4afa6ce1-cb01-46c2-8538-4650222f0c96" providerId="ADAL" clId="{8571DC48-0C12-45E0-9BF7-0A12C0FA93C2}" dt="2021-05-17T08:08:02.012" v="340" actId="255"/>
        <pc:sldMkLst>
          <pc:docMk/>
          <pc:sldMk cId="1544824064" sldId="914"/>
        </pc:sldMkLst>
        <pc:graphicFrameChg chg="modGraphic">
          <ac:chgData name="Soumita Sengupta" userId="4afa6ce1-cb01-46c2-8538-4650222f0c96" providerId="ADAL" clId="{8571DC48-0C12-45E0-9BF7-0A12C0FA93C2}" dt="2021-05-17T08:08:02.012" v="340" actId="255"/>
          <ac:graphicFrameMkLst>
            <pc:docMk/>
            <pc:sldMk cId="1544824064" sldId="914"/>
            <ac:graphicFrameMk id="11" creationId="{A3945B2E-C426-4C5D-8B03-6DE41A0A4D0A}"/>
          </ac:graphicFrameMkLst>
        </pc:graphicFrameChg>
      </pc:sldChg>
      <pc:sldChg chg="modSp add mod">
        <pc:chgData name="Soumita Sengupta" userId="4afa6ce1-cb01-46c2-8538-4650222f0c96" providerId="ADAL" clId="{8571DC48-0C12-45E0-9BF7-0A12C0FA93C2}" dt="2021-05-17T08:08:21.542" v="341" actId="255"/>
        <pc:sldMkLst>
          <pc:docMk/>
          <pc:sldMk cId="3465040682" sldId="915"/>
        </pc:sldMkLst>
        <pc:graphicFrameChg chg="modGraphic">
          <ac:chgData name="Soumita Sengupta" userId="4afa6ce1-cb01-46c2-8538-4650222f0c96" providerId="ADAL" clId="{8571DC48-0C12-45E0-9BF7-0A12C0FA93C2}" dt="2021-05-17T08:08:21.542" v="341" actId="255"/>
          <ac:graphicFrameMkLst>
            <pc:docMk/>
            <pc:sldMk cId="3465040682" sldId="915"/>
            <ac:graphicFrameMk id="11" creationId="{A3945B2E-C426-4C5D-8B03-6DE41A0A4D0A}"/>
          </ac:graphicFrameMkLst>
        </pc:graphicFrameChg>
      </pc:sldChg>
      <pc:sldChg chg="modSp add mod">
        <pc:chgData name="Soumita Sengupta" userId="4afa6ce1-cb01-46c2-8538-4650222f0c96" providerId="ADAL" clId="{8571DC48-0C12-45E0-9BF7-0A12C0FA93C2}" dt="2021-05-17T08:08:33.498" v="342" actId="255"/>
        <pc:sldMkLst>
          <pc:docMk/>
          <pc:sldMk cId="3794074273" sldId="916"/>
        </pc:sldMkLst>
        <pc:graphicFrameChg chg="modGraphic">
          <ac:chgData name="Soumita Sengupta" userId="4afa6ce1-cb01-46c2-8538-4650222f0c96" providerId="ADAL" clId="{8571DC48-0C12-45E0-9BF7-0A12C0FA93C2}" dt="2021-05-17T08:08:33.498" v="342" actId="255"/>
          <ac:graphicFrameMkLst>
            <pc:docMk/>
            <pc:sldMk cId="3794074273" sldId="916"/>
            <ac:graphicFrameMk id="11" creationId="{A3945B2E-C426-4C5D-8B03-6DE41A0A4D0A}"/>
          </ac:graphicFrameMkLst>
        </pc:graphicFrameChg>
      </pc:sldChg>
      <pc:sldChg chg="modSp add mod">
        <pc:chgData name="Soumita Sengupta" userId="4afa6ce1-cb01-46c2-8538-4650222f0c96" providerId="ADAL" clId="{8571DC48-0C12-45E0-9BF7-0A12C0FA93C2}" dt="2021-05-17T08:08:40.468" v="343" actId="255"/>
        <pc:sldMkLst>
          <pc:docMk/>
          <pc:sldMk cId="187595524" sldId="917"/>
        </pc:sldMkLst>
        <pc:graphicFrameChg chg="modGraphic">
          <ac:chgData name="Soumita Sengupta" userId="4afa6ce1-cb01-46c2-8538-4650222f0c96" providerId="ADAL" clId="{8571DC48-0C12-45E0-9BF7-0A12C0FA93C2}" dt="2021-05-17T08:08:40.468" v="343" actId="255"/>
          <ac:graphicFrameMkLst>
            <pc:docMk/>
            <pc:sldMk cId="187595524" sldId="917"/>
            <ac:graphicFrameMk id="11" creationId="{A3945B2E-C426-4C5D-8B03-6DE41A0A4D0A}"/>
          </ac:graphicFrameMkLst>
        </pc:graphicFrameChg>
      </pc:sldChg>
      <pc:sldChg chg="modSp add mod">
        <pc:chgData name="Soumita Sengupta" userId="4afa6ce1-cb01-46c2-8538-4650222f0c96" providerId="ADAL" clId="{8571DC48-0C12-45E0-9BF7-0A12C0FA93C2}" dt="2021-05-17T08:06:10.898" v="319" actId="255"/>
        <pc:sldMkLst>
          <pc:docMk/>
          <pc:sldMk cId="2852893372" sldId="918"/>
        </pc:sldMkLst>
        <pc:spChg chg="mod">
          <ac:chgData name="Soumita Sengupta" userId="4afa6ce1-cb01-46c2-8538-4650222f0c96" providerId="ADAL" clId="{8571DC48-0C12-45E0-9BF7-0A12C0FA93C2}" dt="2021-05-17T08:06:10.898" v="319" actId="255"/>
          <ac:spMkLst>
            <pc:docMk/>
            <pc:sldMk cId="2852893372" sldId="918"/>
            <ac:spMk id="3" creationId="{4C64D9EE-6F8B-4B3E-ABB4-6F757C789B02}"/>
          </ac:spMkLst>
        </pc:spChg>
        <pc:graphicFrameChg chg="modGraphic">
          <ac:chgData name="Soumita Sengupta" userId="4afa6ce1-cb01-46c2-8538-4650222f0c96" providerId="ADAL" clId="{8571DC48-0C12-45E0-9BF7-0A12C0FA93C2}" dt="2021-05-17T08:06:01.445" v="316" actId="255"/>
          <ac:graphicFrameMkLst>
            <pc:docMk/>
            <pc:sldMk cId="2852893372" sldId="918"/>
            <ac:graphicFrameMk id="13" creationId="{7FBA5FBA-0A9D-4348-8990-EB87C93F97DE}"/>
          </ac:graphicFrameMkLst>
        </pc:graphicFrameChg>
      </pc:sldChg>
      <pc:sldChg chg="delSp add mod">
        <pc:chgData name="Soumita Sengupta" userId="4afa6ce1-cb01-46c2-8538-4650222f0c96" providerId="ADAL" clId="{8571DC48-0C12-45E0-9BF7-0A12C0FA93C2}" dt="2021-05-17T08:05:18.370" v="309" actId="478"/>
        <pc:sldMkLst>
          <pc:docMk/>
          <pc:sldMk cId="2759954250" sldId="919"/>
        </pc:sldMkLst>
        <pc:spChg chg="del">
          <ac:chgData name="Soumita Sengupta" userId="4afa6ce1-cb01-46c2-8538-4650222f0c96" providerId="ADAL" clId="{8571DC48-0C12-45E0-9BF7-0A12C0FA93C2}" dt="2021-05-17T08:05:18.370" v="309" actId="478"/>
          <ac:spMkLst>
            <pc:docMk/>
            <pc:sldMk cId="2759954250" sldId="919"/>
            <ac:spMk id="3" creationId="{4C64D9EE-6F8B-4B3E-ABB4-6F757C789B02}"/>
          </ac:spMkLst>
        </pc:spChg>
      </pc:sldChg>
      <pc:sldChg chg="modSp mod">
        <pc:chgData name="Soumita Sengupta" userId="4afa6ce1-cb01-46c2-8538-4650222f0c96" providerId="ADAL" clId="{8571DC48-0C12-45E0-9BF7-0A12C0FA93C2}" dt="2021-05-17T14:17:26.007" v="433" actId="207"/>
        <pc:sldMkLst>
          <pc:docMk/>
          <pc:sldMk cId="3295062282" sldId="927"/>
        </pc:sldMkLst>
        <pc:spChg chg="mod">
          <ac:chgData name="Soumita Sengupta" userId="4afa6ce1-cb01-46c2-8538-4650222f0c96" providerId="ADAL" clId="{8571DC48-0C12-45E0-9BF7-0A12C0FA93C2}" dt="2021-05-17T14:17:26.007" v="433" actId="207"/>
          <ac:spMkLst>
            <pc:docMk/>
            <pc:sldMk cId="3295062282" sldId="927"/>
            <ac:spMk id="4" creationId="{00000000-0000-0000-0000-000000000000}"/>
          </ac:spMkLst>
        </pc:spChg>
        <pc:spChg chg="mod">
          <ac:chgData name="Soumita Sengupta" userId="4afa6ce1-cb01-46c2-8538-4650222f0c96" providerId="ADAL" clId="{8571DC48-0C12-45E0-9BF7-0A12C0FA93C2}" dt="2021-05-17T14:17:26.007" v="433" actId="207"/>
          <ac:spMkLst>
            <pc:docMk/>
            <pc:sldMk cId="3295062282" sldId="927"/>
            <ac:spMk id="8" creationId="{00000000-0000-0000-0000-000000000000}"/>
          </ac:spMkLst>
        </pc:spChg>
      </pc:sldChg>
      <pc:sldChg chg="modSp mod">
        <pc:chgData name="Soumita Sengupta" userId="4afa6ce1-cb01-46c2-8538-4650222f0c96" providerId="ADAL" clId="{8571DC48-0C12-45E0-9BF7-0A12C0FA93C2}" dt="2021-05-17T14:25:01.339" v="439" actId="207"/>
        <pc:sldMkLst>
          <pc:docMk/>
          <pc:sldMk cId="2217130885" sldId="928"/>
        </pc:sldMkLst>
        <pc:spChg chg="mod">
          <ac:chgData name="Soumita Sengupta" userId="4afa6ce1-cb01-46c2-8538-4650222f0c96" providerId="ADAL" clId="{8571DC48-0C12-45E0-9BF7-0A12C0FA93C2}" dt="2021-05-17T14:25:01.339" v="439" actId="207"/>
          <ac:spMkLst>
            <pc:docMk/>
            <pc:sldMk cId="2217130885" sldId="928"/>
            <ac:spMk id="3" creationId="{00000000-0000-0000-0000-000000000000}"/>
          </ac:spMkLst>
        </pc:spChg>
        <pc:spChg chg="mod">
          <ac:chgData name="Soumita Sengupta" userId="4afa6ce1-cb01-46c2-8538-4650222f0c96" providerId="ADAL" clId="{8571DC48-0C12-45E0-9BF7-0A12C0FA93C2}" dt="2021-05-17T14:25:01.339" v="439" actId="207"/>
          <ac:spMkLst>
            <pc:docMk/>
            <pc:sldMk cId="2217130885" sldId="928"/>
            <ac:spMk id="4" creationId="{00000000-0000-0000-0000-000000000000}"/>
          </ac:spMkLst>
        </pc:spChg>
      </pc:sldChg>
      <pc:sldChg chg="add del">
        <pc:chgData name="Soumita Sengupta" userId="4afa6ce1-cb01-46c2-8538-4650222f0c96" providerId="ADAL" clId="{8571DC48-0C12-45E0-9BF7-0A12C0FA93C2}" dt="2021-05-13T07:14:07.320" v="28" actId="47"/>
        <pc:sldMkLst>
          <pc:docMk/>
          <pc:sldMk cId="2293632716" sldId="928"/>
        </pc:sldMkLst>
      </pc:sldChg>
      <pc:sldChg chg="modSp mod">
        <pc:chgData name="Soumita Sengupta" userId="4afa6ce1-cb01-46c2-8538-4650222f0c96" providerId="ADAL" clId="{8571DC48-0C12-45E0-9BF7-0A12C0FA93C2}" dt="2021-05-17T14:26:30.900" v="447" actId="207"/>
        <pc:sldMkLst>
          <pc:docMk/>
          <pc:sldMk cId="1748012018" sldId="929"/>
        </pc:sldMkLst>
        <pc:spChg chg="mod">
          <ac:chgData name="Soumita Sengupta" userId="4afa6ce1-cb01-46c2-8538-4650222f0c96" providerId="ADAL" clId="{8571DC48-0C12-45E0-9BF7-0A12C0FA93C2}" dt="2021-05-17T14:26:30.900" v="447" actId="207"/>
          <ac:spMkLst>
            <pc:docMk/>
            <pc:sldMk cId="1748012018" sldId="929"/>
            <ac:spMk id="3" creationId="{00000000-0000-0000-0000-000000000000}"/>
          </ac:spMkLst>
        </pc:spChg>
        <pc:spChg chg="mod">
          <ac:chgData name="Soumita Sengupta" userId="4afa6ce1-cb01-46c2-8538-4650222f0c96" providerId="ADAL" clId="{8571DC48-0C12-45E0-9BF7-0A12C0FA93C2}" dt="2021-05-17T14:26:30.900" v="447" actId="207"/>
          <ac:spMkLst>
            <pc:docMk/>
            <pc:sldMk cId="1748012018" sldId="929"/>
            <ac:spMk id="4" creationId="{00000000-0000-0000-0000-000000000000}"/>
          </ac:spMkLst>
        </pc:spChg>
        <pc:picChg chg="mod">
          <ac:chgData name="Soumita Sengupta" userId="4afa6ce1-cb01-46c2-8538-4650222f0c96" providerId="ADAL" clId="{8571DC48-0C12-45E0-9BF7-0A12C0FA93C2}" dt="2021-05-17T14:26:20.813" v="446" actId="1076"/>
          <ac:picMkLst>
            <pc:docMk/>
            <pc:sldMk cId="1748012018" sldId="929"/>
            <ac:picMk id="7" creationId="{00000000-0000-0000-0000-000000000000}"/>
          </ac:picMkLst>
        </pc:picChg>
      </pc:sldChg>
      <pc:sldChg chg="modSp mod">
        <pc:chgData name="Soumita Sengupta" userId="4afa6ce1-cb01-46c2-8538-4650222f0c96" providerId="ADAL" clId="{8571DC48-0C12-45E0-9BF7-0A12C0FA93C2}" dt="2021-05-17T14:26:37.650" v="448" actId="207"/>
        <pc:sldMkLst>
          <pc:docMk/>
          <pc:sldMk cId="2923169041" sldId="930"/>
        </pc:sldMkLst>
        <pc:spChg chg="mod">
          <ac:chgData name="Soumita Sengupta" userId="4afa6ce1-cb01-46c2-8538-4650222f0c96" providerId="ADAL" clId="{8571DC48-0C12-45E0-9BF7-0A12C0FA93C2}" dt="2021-05-17T14:26:37.650" v="448" actId="207"/>
          <ac:spMkLst>
            <pc:docMk/>
            <pc:sldMk cId="2923169041" sldId="930"/>
            <ac:spMk id="3" creationId="{00000000-0000-0000-0000-000000000000}"/>
          </ac:spMkLst>
        </pc:spChg>
        <pc:spChg chg="mod">
          <ac:chgData name="Soumita Sengupta" userId="4afa6ce1-cb01-46c2-8538-4650222f0c96" providerId="ADAL" clId="{8571DC48-0C12-45E0-9BF7-0A12C0FA93C2}" dt="2021-05-17T14:26:37.650" v="448" actId="207"/>
          <ac:spMkLst>
            <pc:docMk/>
            <pc:sldMk cId="2923169041" sldId="930"/>
            <ac:spMk id="4" creationId="{00000000-0000-0000-0000-000000000000}"/>
          </ac:spMkLst>
        </pc:spChg>
      </pc:sldChg>
      <pc:sldChg chg="delSp modSp mod">
        <pc:chgData name="Soumita Sengupta" userId="4afa6ce1-cb01-46c2-8538-4650222f0c96" providerId="ADAL" clId="{8571DC48-0C12-45E0-9BF7-0A12C0FA93C2}" dt="2021-05-17T14:32:42.347" v="494" actId="478"/>
        <pc:sldMkLst>
          <pc:docMk/>
          <pc:sldMk cId="76057407" sldId="932"/>
        </pc:sldMkLst>
        <pc:spChg chg="del mod">
          <ac:chgData name="Soumita Sengupta" userId="4afa6ce1-cb01-46c2-8538-4650222f0c96" providerId="ADAL" clId="{8571DC48-0C12-45E0-9BF7-0A12C0FA93C2}" dt="2021-05-17T14:32:42.347" v="494" actId="478"/>
          <ac:spMkLst>
            <pc:docMk/>
            <pc:sldMk cId="76057407" sldId="932"/>
            <ac:spMk id="6" creationId="{ACF74E89-6063-4157-9510-8886E863938D}"/>
          </ac:spMkLst>
        </pc:spChg>
        <pc:spChg chg="del mod">
          <ac:chgData name="Soumita Sengupta" userId="4afa6ce1-cb01-46c2-8538-4650222f0c96" providerId="ADAL" clId="{8571DC48-0C12-45E0-9BF7-0A12C0FA93C2}" dt="2021-05-17T14:32:42.347" v="494" actId="478"/>
          <ac:spMkLst>
            <pc:docMk/>
            <pc:sldMk cId="76057407" sldId="932"/>
            <ac:spMk id="7" creationId="{59F76BAE-676B-4225-A7F6-B3B2E4A625C6}"/>
          </ac:spMkLst>
        </pc:spChg>
      </pc:sldChg>
      <pc:sldChg chg="modSp add mod">
        <pc:chgData name="Soumita Sengupta" userId="4afa6ce1-cb01-46c2-8538-4650222f0c96" providerId="ADAL" clId="{8571DC48-0C12-45E0-9BF7-0A12C0FA93C2}" dt="2021-05-17T07:37:40.111" v="54" actId="1076"/>
        <pc:sldMkLst>
          <pc:docMk/>
          <pc:sldMk cId="714188267" sldId="935"/>
        </pc:sldMkLst>
        <pc:spChg chg="mod">
          <ac:chgData name="Soumita Sengupta" userId="4afa6ce1-cb01-46c2-8538-4650222f0c96" providerId="ADAL" clId="{8571DC48-0C12-45E0-9BF7-0A12C0FA93C2}" dt="2021-05-17T07:37:40.111" v="54" actId="1076"/>
          <ac:spMkLst>
            <pc:docMk/>
            <pc:sldMk cId="714188267" sldId="935"/>
            <ac:spMk id="2" creationId="{57983F62-BBB9-431B-A37F-BDA0DC7153F6}"/>
          </ac:spMkLst>
        </pc:spChg>
      </pc:sldChg>
      <pc:sldChg chg="modSp add mod">
        <pc:chgData name="Soumita Sengupta" userId="4afa6ce1-cb01-46c2-8538-4650222f0c96" providerId="ADAL" clId="{8571DC48-0C12-45E0-9BF7-0A12C0FA93C2}" dt="2021-05-17T07:40:28.633" v="76" actId="1076"/>
        <pc:sldMkLst>
          <pc:docMk/>
          <pc:sldMk cId="3232398204" sldId="936"/>
        </pc:sldMkLst>
        <pc:spChg chg="mod">
          <ac:chgData name="Soumita Sengupta" userId="4afa6ce1-cb01-46c2-8538-4650222f0c96" providerId="ADAL" clId="{8571DC48-0C12-45E0-9BF7-0A12C0FA93C2}" dt="2021-05-17T07:40:28.633" v="76" actId="1076"/>
          <ac:spMkLst>
            <pc:docMk/>
            <pc:sldMk cId="3232398204" sldId="936"/>
            <ac:spMk id="2" creationId="{57983F62-BBB9-431B-A37F-BDA0DC7153F6}"/>
          </ac:spMkLst>
        </pc:spChg>
      </pc:sldChg>
      <pc:sldChg chg="modSp add mod">
        <pc:chgData name="Soumita Sengupta" userId="4afa6ce1-cb01-46c2-8538-4650222f0c96" providerId="ADAL" clId="{8571DC48-0C12-45E0-9BF7-0A12C0FA93C2}" dt="2021-05-17T07:41:22.603" v="81"/>
        <pc:sldMkLst>
          <pc:docMk/>
          <pc:sldMk cId="3642712085" sldId="937"/>
        </pc:sldMkLst>
        <pc:spChg chg="mod">
          <ac:chgData name="Soumita Sengupta" userId="4afa6ce1-cb01-46c2-8538-4650222f0c96" providerId="ADAL" clId="{8571DC48-0C12-45E0-9BF7-0A12C0FA93C2}" dt="2021-05-17T07:41:22.603" v="81"/>
          <ac:spMkLst>
            <pc:docMk/>
            <pc:sldMk cId="3642712085" sldId="937"/>
            <ac:spMk id="2" creationId="{57983F62-BBB9-431B-A37F-BDA0DC7153F6}"/>
          </ac:spMkLst>
        </pc:spChg>
      </pc:sldChg>
      <pc:sldChg chg="add del">
        <pc:chgData name="Soumita Sengupta" userId="4afa6ce1-cb01-46c2-8538-4650222f0c96" providerId="ADAL" clId="{8571DC48-0C12-45E0-9BF7-0A12C0FA93C2}" dt="2021-05-17T07:39:56.330" v="64"/>
        <pc:sldMkLst>
          <pc:docMk/>
          <pc:sldMk cId="3900075977" sldId="937"/>
        </pc:sldMkLst>
      </pc:sldChg>
      <pc:sldChg chg="modSp add mod">
        <pc:chgData name="Soumita Sengupta" userId="4afa6ce1-cb01-46c2-8538-4650222f0c96" providerId="ADAL" clId="{8571DC48-0C12-45E0-9BF7-0A12C0FA93C2}" dt="2021-05-17T07:42:00.350" v="86"/>
        <pc:sldMkLst>
          <pc:docMk/>
          <pc:sldMk cId="7191770" sldId="938"/>
        </pc:sldMkLst>
        <pc:spChg chg="mod">
          <ac:chgData name="Soumita Sengupta" userId="4afa6ce1-cb01-46c2-8538-4650222f0c96" providerId="ADAL" clId="{8571DC48-0C12-45E0-9BF7-0A12C0FA93C2}" dt="2021-05-17T07:42:00.350" v="86"/>
          <ac:spMkLst>
            <pc:docMk/>
            <pc:sldMk cId="7191770" sldId="938"/>
            <ac:spMk id="2" creationId="{57983F62-BBB9-431B-A37F-BDA0DC7153F6}"/>
          </ac:spMkLst>
        </pc:spChg>
      </pc:sldChg>
      <pc:sldChg chg="modSp add mod">
        <pc:chgData name="Soumita Sengupta" userId="4afa6ce1-cb01-46c2-8538-4650222f0c96" providerId="ADAL" clId="{8571DC48-0C12-45E0-9BF7-0A12C0FA93C2}" dt="2021-05-17T07:43:01.862" v="110"/>
        <pc:sldMkLst>
          <pc:docMk/>
          <pc:sldMk cId="1629828719" sldId="939"/>
        </pc:sldMkLst>
        <pc:spChg chg="mod">
          <ac:chgData name="Soumita Sengupta" userId="4afa6ce1-cb01-46c2-8538-4650222f0c96" providerId="ADAL" clId="{8571DC48-0C12-45E0-9BF7-0A12C0FA93C2}" dt="2021-05-17T07:43:01.862" v="110"/>
          <ac:spMkLst>
            <pc:docMk/>
            <pc:sldMk cId="1629828719" sldId="939"/>
            <ac:spMk id="2" creationId="{57983F62-BBB9-431B-A37F-BDA0DC7153F6}"/>
          </ac:spMkLst>
        </pc:spChg>
      </pc:sldChg>
      <pc:sldChg chg="modSp add mod">
        <pc:chgData name="Soumita Sengupta" userId="4afa6ce1-cb01-46c2-8538-4650222f0c96" providerId="ADAL" clId="{8571DC48-0C12-45E0-9BF7-0A12C0FA93C2}" dt="2021-05-17T07:43:58.816" v="115"/>
        <pc:sldMkLst>
          <pc:docMk/>
          <pc:sldMk cId="2290130803" sldId="940"/>
        </pc:sldMkLst>
        <pc:spChg chg="mod">
          <ac:chgData name="Soumita Sengupta" userId="4afa6ce1-cb01-46c2-8538-4650222f0c96" providerId="ADAL" clId="{8571DC48-0C12-45E0-9BF7-0A12C0FA93C2}" dt="2021-05-17T07:43:58.816" v="115"/>
          <ac:spMkLst>
            <pc:docMk/>
            <pc:sldMk cId="2290130803" sldId="940"/>
            <ac:spMk id="2" creationId="{57983F62-BBB9-431B-A37F-BDA0DC7153F6}"/>
          </ac:spMkLst>
        </pc:spChg>
      </pc:sldChg>
      <pc:sldChg chg="modSp add mod">
        <pc:chgData name="Soumita Sengupta" userId="4afa6ce1-cb01-46c2-8538-4650222f0c96" providerId="ADAL" clId="{8571DC48-0C12-45E0-9BF7-0A12C0FA93C2}" dt="2021-05-17T07:46:14.290" v="120"/>
        <pc:sldMkLst>
          <pc:docMk/>
          <pc:sldMk cId="2474761129" sldId="941"/>
        </pc:sldMkLst>
        <pc:spChg chg="mod">
          <ac:chgData name="Soumita Sengupta" userId="4afa6ce1-cb01-46c2-8538-4650222f0c96" providerId="ADAL" clId="{8571DC48-0C12-45E0-9BF7-0A12C0FA93C2}" dt="2021-05-17T07:46:14.290" v="120"/>
          <ac:spMkLst>
            <pc:docMk/>
            <pc:sldMk cId="2474761129" sldId="941"/>
            <ac:spMk id="2" creationId="{57983F62-BBB9-431B-A37F-BDA0DC7153F6}"/>
          </ac:spMkLst>
        </pc:spChg>
      </pc:sldChg>
      <pc:sldChg chg="modSp add mod">
        <pc:chgData name="Soumita Sengupta" userId="4afa6ce1-cb01-46c2-8538-4650222f0c96" providerId="ADAL" clId="{8571DC48-0C12-45E0-9BF7-0A12C0FA93C2}" dt="2021-05-17T07:46:40.316" v="143" actId="20577"/>
        <pc:sldMkLst>
          <pc:docMk/>
          <pc:sldMk cId="3331102589" sldId="942"/>
        </pc:sldMkLst>
        <pc:spChg chg="mod">
          <ac:chgData name="Soumita Sengupta" userId="4afa6ce1-cb01-46c2-8538-4650222f0c96" providerId="ADAL" clId="{8571DC48-0C12-45E0-9BF7-0A12C0FA93C2}" dt="2021-05-17T07:46:40.316" v="143" actId="20577"/>
          <ac:spMkLst>
            <pc:docMk/>
            <pc:sldMk cId="3331102589" sldId="942"/>
            <ac:spMk id="2" creationId="{57983F62-BBB9-431B-A37F-BDA0DC7153F6}"/>
          </ac:spMkLst>
        </pc:spChg>
      </pc:sldChg>
      <pc:sldChg chg="modSp add mod">
        <pc:chgData name="Soumita Sengupta" userId="4afa6ce1-cb01-46c2-8538-4650222f0c96" providerId="ADAL" clId="{8571DC48-0C12-45E0-9BF7-0A12C0FA93C2}" dt="2021-05-17T07:49:56.210" v="171" actId="20577"/>
        <pc:sldMkLst>
          <pc:docMk/>
          <pc:sldMk cId="1168179596" sldId="943"/>
        </pc:sldMkLst>
        <pc:spChg chg="mod">
          <ac:chgData name="Soumita Sengupta" userId="4afa6ce1-cb01-46c2-8538-4650222f0c96" providerId="ADAL" clId="{8571DC48-0C12-45E0-9BF7-0A12C0FA93C2}" dt="2021-05-17T07:49:56.210" v="171" actId="20577"/>
          <ac:spMkLst>
            <pc:docMk/>
            <pc:sldMk cId="1168179596" sldId="943"/>
            <ac:spMk id="2" creationId="{57983F62-BBB9-431B-A37F-BDA0DC7153F6}"/>
          </ac:spMkLst>
        </pc:spChg>
      </pc:sldChg>
      <pc:sldChg chg="modSp add mod">
        <pc:chgData name="Soumita Sengupta" userId="4afa6ce1-cb01-46c2-8538-4650222f0c96" providerId="ADAL" clId="{8571DC48-0C12-45E0-9BF7-0A12C0FA93C2}" dt="2021-05-17T07:51:10.480" v="195" actId="20577"/>
        <pc:sldMkLst>
          <pc:docMk/>
          <pc:sldMk cId="2402883476" sldId="944"/>
        </pc:sldMkLst>
        <pc:spChg chg="mod">
          <ac:chgData name="Soumita Sengupta" userId="4afa6ce1-cb01-46c2-8538-4650222f0c96" providerId="ADAL" clId="{8571DC48-0C12-45E0-9BF7-0A12C0FA93C2}" dt="2021-05-17T07:51:10.480" v="195" actId="20577"/>
          <ac:spMkLst>
            <pc:docMk/>
            <pc:sldMk cId="2402883476" sldId="944"/>
            <ac:spMk id="2" creationId="{57983F62-BBB9-431B-A37F-BDA0DC7153F6}"/>
          </ac:spMkLst>
        </pc:spChg>
      </pc:sldChg>
      <pc:sldMasterChg chg="modSp delSldLayout">
        <pc:chgData name="Soumita Sengupta" userId="4afa6ce1-cb01-46c2-8538-4650222f0c96" providerId="ADAL" clId="{8571DC48-0C12-45E0-9BF7-0A12C0FA93C2}" dt="2021-05-17T14:32:44.972" v="495" actId="47"/>
        <pc:sldMasterMkLst>
          <pc:docMk/>
          <pc:sldMasterMk cId="1029875623" sldId="2147483678"/>
        </pc:sldMasterMkLst>
        <pc:spChg chg="mod">
          <ac:chgData name="Soumita Sengupta" userId="4afa6ce1-cb01-46c2-8538-4650222f0c96" providerId="ADAL" clId="{8571DC48-0C12-45E0-9BF7-0A12C0FA93C2}" dt="2021-05-17T14:13:55.165" v="432" actId="207"/>
          <ac:spMkLst>
            <pc:docMk/>
            <pc:sldMasterMk cId="1029875623" sldId="2147483678"/>
            <ac:spMk id="10" creationId="{93E6BF79-D03F-4EC1-99A8-F7AB036C42D1}"/>
          </ac:spMkLst>
        </pc:spChg>
        <pc:spChg chg="mod">
          <ac:chgData name="Soumita Sengupta" userId="4afa6ce1-cb01-46c2-8538-4650222f0c96" providerId="ADAL" clId="{8571DC48-0C12-45E0-9BF7-0A12C0FA93C2}" dt="2021-05-17T14:13:52.744" v="431" actId="207"/>
          <ac:spMkLst>
            <pc:docMk/>
            <pc:sldMasterMk cId="1029875623" sldId="2147483678"/>
            <ac:spMk id="11" creationId="{E41563B2-506F-49E4-8762-C6EAB193E7BF}"/>
          </ac:spMkLst>
        </pc:spChg>
        <pc:sldLayoutChg chg="del">
          <pc:chgData name="Soumita Sengupta" userId="4afa6ce1-cb01-46c2-8538-4650222f0c96" providerId="ADAL" clId="{8571DC48-0C12-45E0-9BF7-0A12C0FA93C2}" dt="2021-05-13T07:14:07.320" v="28" actId="47"/>
          <pc:sldLayoutMkLst>
            <pc:docMk/>
            <pc:sldMasterMk cId="1029875623" sldId="2147483678"/>
            <pc:sldLayoutMk cId="934370269" sldId="2147483717"/>
          </pc:sldLayoutMkLst>
        </pc:sldLayoutChg>
        <pc:sldLayoutChg chg="del">
          <pc:chgData name="Soumita Sengupta" userId="4afa6ce1-cb01-46c2-8538-4650222f0c96" providerId="ADAL" clId="{8571DC48-0C12-45E0-9BF7-0A12C0FA93C2}" dt="2021-05-17T14:32:44.972" v="495" actId="47"/>
          <pc:sldLayoutMkLst>
            <pc:docMk/>
            <pc:sldMasterMk cId="1029875623" sldId="2147483678"/>
            <pc:sldLayoutMk cId="2069565354" sldId="2147483719"/>
          </pc:sldLayoutMkLst>
        </pc:sldLayoutChg>
      </pc:sldMasterChg>
      <pc:sldMasterChg chg="new mod addSldLayout">
        <pc:chgData name="Soumita Sengupta" userId="4afa6ce1-cb01-46c2-8538-4650222f0c96" providerId="ADAL" clId="{8571DC48-0C12-45E0-9BF7-0A12C0FA93C2}" dt="2021-05-17T14:23:26.206" v="434" actId="6938"/>
        <pc:sldMasterMkLst>
          <pc:docMk/>
          <pc:sldMasterMk cId="2471958374" sldId="2147483720"/>
        </pc:sldMasterMkLst>
        <pc:sldLayoutChg chg="new replId">
          <pc:chgData name="Soumita Sengupta" userId="4afa6ce1-cb01-46c2-8538-4650222f0c96" providerId="ADAL" clId="{8571DC48-0C12-45E0-9BF7-0A12C0FA93C2}" dt="2021-05-17T14:23:26.206" v="434" actId="6938"/>
          <pc:sldLayoutMkLst>
            <pc:docMk/>
            <pc:sldMasterMk cId="2471958374" sldId="2147483720"/>
            <pc:sldLayoutMk cId="3216596316" sldId="2147483721"/>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4182010491" sldId="2147483722"/>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3691724575" sldId="2147483723"/>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2269854787" sldId="2147483724"/>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1511202819" sldId="2147483725"/>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1309786358" sldId="2147483726"/>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204264909" sldId="2147483727"/>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1608343070" sldId="2147483728"/>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1550141794" sldId="2147483729"/>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22519817" sldId="2147483730"/>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3094758414" sldId="2147483731"/>
          </pc:sldLayoutMkLst>
        </pc:sldLayoutChg>
      </pc:sldMasterChg>
    </pc:docChg>
  </pc:docChgLst>
  <pc:docChgLst>
    <pc:chgData name="Soumita Sengupta" userId="4afa6ce1-cb01-46c2-8538-4650222f0c96" providerId="ADAL" clId="{26BD78BE-4050-4282-80D7-9700FFBEFEDB}"/>
    <pc:docChg chg="undo custSel delSld modSld">
      <pc:chgData name="Soumita Sengupta" userId="4afa6ce1-cb01-46c2-8538-4650222f0c96" providerId="ADAL" clId="{26BD78BE-4050-4282-80D7-9700FFBEFEDB}" dt="2021-09-13T13:14:28.471" v="65" actId="1076"/>
      <pc:docMkLst>
        <pc:docMk/>
      </pc:docMkLst>
      <pc:sldChg chg="modSp mod">
        <pc:chgData name="Soumita Sengupta" userId="4afa6ce1-cb01-46c2-8538-4650222f0c96" providerId="ADAL" clId="{26BD78BE-4050-4282-80D7-9700FFBEFEDB}" dt="2021-09-13T12:55:00.881" v="15" actId="6549"/>
        <pc:sldMkLst>
          <pc:docMk/>
          <pc:sldMk cId="1912468287" sldId="260"/>
        </pc:sldMkLst>
        <pc:spChg chg="mod">
          <ac:chgData name="Soumita Sengupta" userId="4afa6ce1-cb01-46c2-8538-4650222f0c96" providerId="ADAL" clId="{26BD78BE-4050-4282-80D7-9700FFBEFEDB}" dt="2021-09-13T12:55:00.881" v="15" actId="6549"/>
          <ac:spMkLst>
            <pc:docMk/>
            <pc:sldMk cId="1912468287" sldId="260"/>
            <ac:spMk id="11" creationId="{43AA16C7-2D6F-4877-90DD-3BFAEC223106}"/>
          </ac:spMkLst>
        </pc:spChg>
      </pc:sldChg>
      <pc:sldChg chg="addSp delSp modSp mod">
        <pc:chgData name="Soumita Sengupta" userId="4afa6ce1-cb01-46c2-8538-4650222f0c96" providerId="ADAL" clId="{26BD78BE-4050-4282-80D7-9700FFBEFEDB}" dt="2021-09-08T11:47:32.689" v="2"/>
        <pc:sldMkLst>
          <pc:docMk/>
          <pc:sldMk cId="2584036331" sldId="339"/>
        </pc:sldMkLst>
        <pc:spChg chg="del">
          <ac:chgData name="Soumita Sengupta" userId="4afa6ce1-cb01-46c2-8538-4650222f0c96" providerId="ADAL" clId="{26BD78BE-4050-4282-80D7-9700FFBEFEDB}" dt="2021-09-08T11:47:19.835" v="0" actId="478"/>
          <ac:spMkLst>
            <pc:docMk/>
            <pc:sldMk cId="2584036331" sldId="339"/>
            <ac:spMk id="4" creationId="{D8019484-B245-4689-86A6-9DA13F091F6C}"/>
          </ac:spMkLst>
        </pc:spChg>
        <pc:spChg chg="mod">
          <ac:chgData name="Soumita Sengupta" userId="4afa6ce1-cb01-46c2-8538-4650222f0c96" providerId="ADAL" clId="{26BD78BE-4050-4282-80D7-9700FFBEFEDB}" dt="2021-09-08T11:47:32.689" v="2"/>
          <ac:spMkLst>
            <pc:docMk/>
            <pc:sldMk cId="2584036331" sldId="339"/>
            <ac:spMk id="6" creationId="{C8FE3195-D3A1-4850-9090-DFEED874F1D9}"/>
          </ac:spMkLst>
        </pc:spChg>
        <pc:picChg chg="add mod">
          <ac:chgData name="Soumita Sengupta" userId="4afa6ce1-cb01-46c2-8538-4650222f0c96" providerId="ADAL" clId="{26BD78BE-4050-4282-80D7-9700FFBEFEDB}" dt="2021-09-08T11:47:20.662" v="1"/>
          <ac:picMkLst>
            <pc:docMk/>
            <pc:sldMk cId="2584036331" sldId="339"/>
            <ac:picMk id="7" creationId="{8BC5046B-4BB3-4895-B6F4-311DA24C8C82}"/>
          </ac:picMkLst>
        </pc:picChg>
      </pc:sldChg>
      <pc:sldChg chg="modSp mod">
        <pc:chgData name="Soumita Sengupta" userId="4afa6ce1-cb01-46c2-8538-4650222f0c96" providerId="ADAL" clId="{26BD78BE-4050-4282-80D7-9700FFBEFEDB}" dt="2021-09-13T13:00:42.708" v="42" actId="1076"/>
        <pc:sldMkLst>
          <pc:docMk/>
          <pc:sldMk cId="2089638901" sldId="380"/>
        </pc:sldMkLst>
        <pc:picChg chg="mod">
          <ac:chgData name="Soumita Sengupta" userId="4afa6ce1-cb01-46c2-8538-4650222f0c96" providerId="ADAL" clId="{26BD78BE-4050-4282-80D7-9700FFBEFEDB}" dt="2021-09-13T13:00:42.708" v="42" actId="1076"/>
          <ac:picMkLst>
            <pc:docMk/>
            <pc:sldMk cId="2089638901" sldId="380"/>
            <ac:picMk id="13" creationId="{944D67BE-EB96-4264-B540-9E9B563C6626}"/>
          </ac:picMkLst>
        </pc:picChg>
      </pc:sldChg>
      <pc:sldChg chg="addSp delSp modSp mod modNotesTx">
        <pc:chgData name="Soumita Sengupta" userId="4afa6ce1-cb01-46c2-8538-4650222f0c96" providerId="ADAL" clId="{26BD78BE-4050-4282-80D7-9700FFBEFEDB}" dt="2021-09-13T12:59:26.987" v="34" actId="1076"/>
        <pc:sldMkLst>
          <pc:docMk/>
          <pc:sldMk cId="1132674416" sldId="388"/>
        </pc:sldMkLst>
        <pc:picChg chg="del mod">
          <ac:chgData name="Soumita Sengupta" userId="4afa6ce1-cb01-46c2-8538-4650222f0c96" providerId="ADAL" clId="{26BD78BE-4050-4282-80D7-9700FFBEFEDB}" dt="2021-09-13T12:56:43.738" v="18" actId="478"/>
          <ac:picMkLst>
            <pc:docMk/>
            <pc:sldMk cId="1132674416" sldId="388"/>
            <ac:picMk id="4" creationId="{40D3A46D-B049-4C22-BE7F-8348EDD46B4C}"/>
          </ac:picMkLst>
        </pc:picChg>
        <pc:picChg chg="add del mod">
          <ac:chgData name="Soumita Sengupta" userId="4afa6ce1-cb01-46c2-8538-4650222f0c96" providerId="ADAL" clId="{26BD78BE-4050-4282-80D7-9700FFBEFEDB}" dt="2021-09-13T12:56:58.465" v="20" actId="478"/>
          <ac:picMkLst>
            <pc:docMk/>
            <pc:sldMk cId="1132674416" sldId="388"/>
            <ac:picMk id="6" creationId="{2F3AD4FF-61EF-4F87-822C-75F3860D45ED}"/>
          </ac:picMkLst>
        </pc:picChg>
        <pc:picChg chg="add mod">
          <ac:chgData name="Soumita Sengupta" userId="4afa6ce1-cb01-46c2-8538-4650222f0c96" providerId="ADAL" clId="{26BD78BE-4050-4282-80D7-9700FFBEFEDB}" dt="2021-09-13T12:59:26.987" v="34" actId="1076"/>
          <ac:picMkLst>
            <pc:docMk/>
            <pc:sldMk cId="1132674416" sldId="388"/>
            <ac:picMk id="8" creationId="{8934412B-1922-4E1B-99D5-637C7B1E969E}"/>
          </ac:picMkLst>
        </pc:picChg>
      </pc:sldChg>
      <pc:sldChg chg="modSp mod">
        <pc:chgData name="Soumita Sengupta" userId="4afa6ce1-cb01-46c2-8538-4650222f0c96" providerId="ADAL" clId="{26BD78BE-4050-4282-80D7-9700FFBEFEDB}" dt="2021-09-13T12:59:11.502" v="32" actId="14100"/>
        <pc:sldMkLst>
          <pc:docMk/>
          <pc:sldMk cId="212810816" sldId="391"/>
        </pc:sldMkLst>
        <pc:picChg chg="mod">
          <ac:chgData name="Soumita Sengupta" userId="4afa6ce1-cb01-46c2-8538-4650222f0c96" providerId="ADAL" clId="{26BD78BE-4050-4282-80D7-9700FFBEFEDB}" dt="2021-09-13T12:59:11.502" v="32" actId="14100"/>
          <ac:picMkLst>
            <pc:docMk/>
            <pc:sldMk cId="212810816" sldId="391"/>
            <ac:picMk id="4" creationId="{6FB6B551-9062-473B-9127-7958D3C2F2F7}"/>
          </ac:picMkLst>
        </pc:picChg>
      </pc:sldChg>
      <pc:sldChg chg="modSp mod">
        <pc:chgData name="Soumita Sengupta" userId="4afa6ce1-cb01-46c2-8538-4650222f0c96" providerId="ADAL" clId="{26BD78BE-4050-4282-80D7-9700FFBEFEDB}" dt="2021-09-13T13:00:25.058" v="41" actId="1076"/>
        <pc:sldMkLst>
          <pc:docMk/>
          <pc:sldMk cId="1520608924" sldId="394"/>
        </pc:sldMkLst>
        <pc:picChg chg="mod">
          <ac:chgData name="Soumita Sengupta" userId="4afa6ce1-cb01-46c2-8538-4650222f0c96" providerId="ADAL" clId="{26BD78BE-4050-4282-80D7-9700FFBEFEDB}" dt="2021-09-13T13:00:25.058" v="41" actId="1076"/>
          <ac:picMkLst>
            <pc:docMk/>
            <pc:sldMk cId="1520608924" sldId="394"/>
            <ac:picMk id="4" creationId="{5592DA88-56A0-4F89-893C-77AE519A1AA4}"/>
          </ac:picMkLst>
        </pc:picChg>
      </pc:sldChg>
      <pc:sldChg chg="modSp mod">
        <pc:chgData name="Soumita Sengupta" userId="4afa6ce1-cb01-46c2-8538-4650222f0c96" providerId="ADAL" clId="{26BD78BE-4050-4282-80D7-9700FFBEFEDB}" dt="2021-09-13T13:00:56.626" v="45" actId="1076"/>
        <pc:sldMkLst>
          <pc:docMk/>
          <pc:sldMk cId="706176682" sldId="396"/>
        </pc:sldMkLst>
        <pc:picChg chg="mod">
          <ac:chgData name="Soumita Sengupta" userId="4afa6ce1-cb01-46c2-8538-4650222f0c96" providerId="ADAL" clId="{26BD78BE-4050-4282-80D7-9700FFBEFEDB}" dt="2021-09-13T13:00:56.626" v="45" actId="1076"/>
          <ac:picMkLst>
            <pc:docMk/>
            <pc:sldMk cId="706176682" sldId="396"/>
            <ac:picMk id="10" creationId="{C4705571-5CD5-4618-80FD-12DCD98E1592}"/>
          </ac:picMkLst>
        </pc:picChg>
      </pc:sldChg>
      <pc:sldChg chg="del">
        <pc:chgData name="Soumita Sengupta" userId="4afa6ce1-cb01-46c2-8538-4650222f0c96" providerId="ADAL" clId="{26BD78BE-4050-4282-80D7-9700FFBEFEDB}" dt="2021-09-13T12:51:50.959" v="4" actId="47"/>
        <pc:sldMkLst>
          <pc:docMk/>
          <pc:sldMk cId="3730912514" sldId="402"/>
        </pc:sldMkLst>
      </pc:sldChg>
      <pc:sldChg chg="del">
        <pc:chgData name="Soumita Sengupta" userId="4afa6ce1-cb01-46c2-8538-4650222f0c96" providerId="ADAL" clId="{26BD78BE-4050-4282-80D7-9700FFBEFEDB}" dt="2021-09-13T12:51:53.687" v="5" actId="47"/>
        <pc:sldMkLst>
          <pc:docMk/>
          <pc:sldMk cId="3177763991" sldId="403"/>
        </pc:sldMkLst>
      </pc:sldChg>
      <pc:sldChg chg="del">
        <pc:chgData name="Soumita Sengupta" userId="4afa6ce1-cb01-46c2-8538-4650222f0c96" providerId="ADAL" clId="{26BD78BE-4050-4282-80D7-9700FFBEFEDB}" dt="2021-09-13T12:51:58.290" v="6" actId="47"/>
        <pc:sldMkLst>
          <pc:docMk/>
          <pc:sldMk cId="882027302" sldId="404"/>
        </pc:sldMkLst>
      </pc:sldChg>
      <pc:sldChg chg="del">
        <pc:chgData name="Soumita Sengupta" userId="4afa6ce1-cb01-46c2-8538-4650222f0c96" providerId="ADAL" clId="{26BD78BE-4050-4282-80D7-9700FFBEFEDB}" dt="2021-09-13T12:52:03.355" v="7" actId="47"/>
        <pc:sldMkLst>
          <pc:docMk/>
          <pc:sldMk cId="4172434246" sldId="405"/>
        </pc:sldMkLst>
      </pc:sldChg>
      <pc:sldChg chg="del">
        <pc:chgData name="Soumita Sengupta" userId="4afa6ce1-cb01-46c2-8538-4650222f0c96" providerId="ADAL" clId="{26BD78BE-4050-4282-80D7-9700FFBEFEDB}" dt="2021-09-13T12:51:14.029" v="3" actId="47"/>
        <pc:sldMkLst>
          <pc:docMk/>
          <pc:sldMk cId="2693474580" sldId="1342"/>
        </pc:sldMkLst>
      </pc:sldChg>
      <pc:sldChg chg="modSp mod">
        <pc:chgData name="Soumita Sengupta" userId="4afa6ce1-cb01-46c2-8538-4650222f0c96" providerId="ADAL" clId="{26BD78BE-4050-4282-80D7-9700FFBEFEDB}" dt="2021-09-13T13:00:00.226" v="38" actId="1076"/>
        <pc:sldMkLst>
          <pc:docMk/>
          <pc:sldMk cId="1505579695" sldId="1354"/>
        </pc:sldMkLst>
        <pc:spChg chg="mod">
          <ac:chgData name="Soumita Sengupta" userId="4afa6ce1-cb01-46c2-8538-4650222f0c96" providerId="ADAL" clId="{26BD78BE-4050-4282-80D7-9700FFBEFEDB}" dt="2021-09-13T12:59:49.778" v="36" actId="6549"/>
          <ac:spMkLst>
            <pc:docMk/>
            <pc:sldMk cId="1505579695" sldId="1354"/>
            <ac:spMk id="5" creationId="{89856F51-9455-4AB9-8C6A-9C8F99263537}"/>
          </ac:spMkLst>
        </pc:spChg>
        <pc:graphicFrameChg chg="mod">
          <ac:chgData name="Soumita Sengupta" userId="4afa6ce1-cb01-46c2-8538-4650222f0c96" providerId="ADAL" clId="{26BD78BE-4050-4282-80D7-9700FFBEFEDB}" dt="2021-09-13T12:59:56.198" v="37" actId="1076"/>
          <ac:graphicFrameMkLst>
            <pc:docMk/>
            <pc:sldMk cId="1505579695" sldId="1354"/>
            <ac:graphicFrameMk id="8" creationId="{DE43FB0D-15D0-4A66-BE33-B52AD3A9AC75}"/>
          </ac:graphicFrameMkLst>
        </pc:graphicFrameChg>
        <pc:graphicFrameChg chg="mod">
          <ac:chgData name="Soumita Sengupta" userId="4afa6ce1-cb01-46c2-8538-4650222f0c96" providerId="ADAL" clId="{26BD78BE-4050-4282-80D7-9700FFBEFEDB}" dt="2021-09-13T13:00:00.226" v="38" actId="1076"/>
          <ac:graphicFrameMkLst>
            <pc:docMk/>
            <pc:sldMk cId="1505579695" sldId="1354"/>
            <ac:graphicFrameMk id="12" creationId="{F1EC488C-71A0-4D03-88DE-89EFD6AA688E}"/>
          </ac:graphicFrameMkLst>
        </pc:graphicFrameChg>
      </pc:sldChg>
      <pc:sldChg chg="addSp delSp modSp mod modNotesTx">
        <pc:chgData name="Soumita Sengupta" userId="4afa6ce1-cb01-46c2-8538-4650222f0c96" providerId="ADAL" clId="{26BD78BE-4050-4282-80D7-9700FFBEFEDB}" dt="2021-09-13T13:14:28.471" v="65" actId="1076"/>
        <pc:sldMkLst>
          <pc:docMk/>
          <pc:sldMk cId="2893556536" sldId="1357"/>
        </pc:sldMkLst>
        <pc:spChg chg="mod">
          <ac:chgData name="Soumita Sengupta" userId="4afa6ce1-cb01-46c2-8538-4650222f0c96" providerId="ADAL" clId="{26BD78BE-4050-4282-80D7-9700FFBEFEDB}" dt="2021-09-13T13:14:12.368" v="62" actId="1076"/>
          <ac:spMkLst>
            <pc:docMk/>
            <pc:sldMk cId="2893556536" sldId="1357"/>
            <ac:spMk id="6" creationId="{A83F56C7-5442-4EC7-B998-E88E40A20B98}"/>
          </ac:spMkLst>
        </pc:spChg>
        <pc:graphicFrameChg chg="add del mod">
          <ac:chgData name="Soumita Sengupta" userId="4afa6ce1-cb01-46c2-8538-4650222f0c96" providerId="ADAL" clId="{26BD78BE-4050-4282-80D7-9700FFBEFEDB}" dt="2021-09-13T13:13:21.795" v="49" actId="478"/>
          <ac:graphicFrameMkLst>
            <pc:docMk/>
            <pc:sldMk cId="2893556536" sldId="1357"/>
            <ac:graphicFrameMk id="2" creationId="{366FF0E2-C0CA-4D0C-BC83-AB169112AE10}"/>
          </ac:graphicFrameMkLst>
        </pc:graphicFrameChg>
        <pc:graphicFrameChg chg="add mod">
          <ac:chgData name="Soumita Sengupta" userId="4afa6ce1-cb01-46c2-8538-4650222f0c96" providerId="ADAL" clId="{26BD78BE-4050-4282-80D7-9700FFBEFEDB}" dt="2021-09-13T13:14:28.471" v="65" actId="1076"/>
          <ac:graphicFrameMkLst>
            <pc:docMk/>
            <pc:sldMk cId="2893556536" sldId="1357"/>
            <ac:graphicFrameMk id="5" creationId="{8C711895-5906-4793-9C23-73950F034B80}"/>
          </ac:graphicFrameMkLst>
        </pc:graphicFrameChg>
      </pc:sldChg>
    </pc:docChg>
  </pc:docChgLst>
  <pc:docChgLst>
    <pc:chgData name="Soumita Sengupta" userId="4afa6ce1-cb01-46c2-8538-4650222f0c96" providerId="ADAL" clId="{C57B405C-1328-424D-990D-2F85E0044F4C}"/>
    <pc:docChg chg="undo custSel addSld delSld modSld sldOrd">
      <pc:chgData name="Soumita Sengupta" userId="4afa6ce1-cb01-46c2-8538-4650222f0c96" providerId="ADAL" clId="{C57B405C-1328-424D-990D-2F85E0044F4C}" dt="2021-06-16T12:04:53.610" v="4101" actId="14100"/>
      <pc:docMkLst>
        <pc:docMk/>
      </pc:docMkLst>
      <pc:sldChg chg="modSp mod">
        <pc:chgData name="Soumita Sengupta" userId="4afa6ce1-cb01-46c2-8538-4650222f0c96" providerId="ADAL" clId="{C57B405C-1328-424D-990D-2F85E0044F4C}" dt="2021-06-16T11:23:13.240" v="3677" actId="13926"/>
        <pc:sldMkLst>
          <pc:docMk/>
          <pc:sldMk cId="1912468287" sldId="260"/>
        </pc:sldMkLst>
        <pc:spChg chg="mod">
          <ac:chgData name="Soumita Sengupta" userId="4afa6ce1-cb01-46c2-8538-4650222f0c96" providerId="ADAL" clId="{C57B405C-1328-424D-990D-2F85E0044F4C}" dt="2021-06-16T07:07:18.630" v="2655" actId="13926"/>
          <ac:spMkLst>
            <pc:docMk/>
            <pc:sldMk cId="1912468287" sldId="260"/>
            <ac:spMk id="2" creationId="{00000000-0000-0000-0000-000000000000}"/>
          </ac:spMkLst>
        </pc:spChg>
        <pc:spChg chg="mod">
          <ac:chgData name="Soumita Sengupta" userId="4afa6ce1-cb01-46c2-8538-4650222f0c96" providerId="ADAL" clId="{C57B405C-1328-424D-990D-2F85E0044F4C}" dt="2021-06-16T11:23:13.240" v="3677" actId="13926"/>
          <ac:spMkLst>
            <pc:docMk/>
            <pc:sldMk cId="1912468287" sldId="260"/>
            <ac:spMk id="5" creationId="{00000000-0000-0000-0000-000000000000}"/>
          </ac:spMkLst>
        </pc:spChg>
      </pc:sldChg>
      <pc:sldChg chg="addSp delSp modSp add mod">
        <pc:chgData name="Soumita Sengupta" userId="4afa6ce1-cb01-46c2-8538-4650222f0c96" providerId="ADAL" clId="{C57B405C-1328-424D-990D-2F85E0044F4C}" dt="2021-06-09T10:24:56.237" v="326" actId="1076"/>
        <pc:sldMkLst>
          <pc:docMk/>
          <pc:sldMk cId="3916458465" sldId="274"/>
        </pc:sldMkLst>
        <pc:spChg chg="mod">
          <ac:chgData name="Soumita Sengupta" userId="4afa6ce1-cb01-46c2-8538-4650222f0c96" providerId="ADAL" clId="{C57B405C-1328-424D-990D-2F85E0044F4C}" dt="2021-06-09T10:24:53.515" v="325" actId="255"/>
          <ac:spMkLst>
            <pc:docMk/>
            <pc:sldMk cId="3916458465" sldId="274"/>
            <ac:spMk id="10" creationId="{00000000-0000-0000-0000-000000000000}"/>
          </ac:spMkLst>
        </pc:spChg>
        <pc:picChg chg="del">
          <ac:chgData name="Soumita Sengupta" userId="4afa6ce1-cb01-46c2-8538-4650222f0c96" providerId="ADAL" clId="{C57B405C-1328-424D-990D-2F85E0044F4C}" dt="2021-06-09T10:24:17.535" v="316" actId="478"/>
          <ac:picMkLst>
            <pc:docMk/>
            <pc:sldMk cId="3916458465" sldId="274"/>
            <ac:picMk id="3" creationId="{00000000-0000-0000-0000-000000000000}"/>
          </ac:picMkLst>
        </pc:picChg>
        <pc:picChg chg="add mod">
          <ac:chgData name="Soumita Sengupta" userId="4afa6ce1-cb01-46c2-8538-4650222f0c96" providerId="ADAL" clId="{C57B405C-1328-424D-990D-2F85E0044F4C}" dt="2021-06-09T10:24:56.237" v="326" actId="1076"/>
          <ac:picMkLst>
            <pc:docMk/>
            <pc:sldMk cId="3916458465" sldId="274"/>
            <ac:picMk id="6" creationId="{E4A348C4-31AD-4742-93F8-EE15910F376B}"/>
          </ac:picMkLst>
        </pc:picChg>
      </pc:sldChg>
      <pc:sldChg chg="modSp add mod">
        <pc:chgData name="Soumita Sengupta" userId="4afa6ce1-cb01-46c2-8538-4650222f0c96" providerId="ADAL" clId="{C57B405C-1328-424D-990D-2F85E0044F4C}" dt="2021-06-16T11:46:51.549" v="3883" actId="5793"/>
        <pc:sldMkLst>
          <pc:docMk/>
          <pc:sldMk cId="1769911636" sldId="275"/>
        </pc:sldMkLst>
        <pc:spChg chg="mod">
          <ac:chgData name="Soumita Sengupta" userId="4afa6ce1-cb01-46c2-8538-4650222f0c96" providerId="ADAL" clId="{C57B405C-1328-424D-990D-2F85E0044F4C}" dt="2021-06-16T11:46:51.549" v="3883" actId="5793"/>
          <ac:spMkLst>
            <pc:docMk/>
            <pc:sldMk cId="1769911636" sldId="275"/>
            <ac:spMk id="9" creationId="{00000000-0000-0000-0000-000000000000}"/>
          </ac:spMkLst>
        </pc:spChg>
      </pc:sldChg>
      <pc:sldChg chg="add del">
        <pc:chgData name="Soumita Sengupta" userId="4afa6ce1-cb01-46c2-8538-4650222f0c96" providerId="ADAL" clId="{C57B405C-1328-424D-990D-2F85E0044F4C}" dt="2021-06-09T10:14:32.047" v="294" actId="47"/>
        <pc:sldMkLst>
          <pc:docMk/>
          <pc:sldMk cId="3249280852" sldId="276"/>
        </pc:sldMkLst>
      </pc:sldChg>
      <pc:sldChg chg="modSp add mod">
        <pc:chgData name="Soumita Sengupta" userId="4afa6ce1-cb01-46c2-8538-4650222f0c96" providerId="ADAL" clId="{C57B405C-1328-424D-990D-2F85E0044F4C}" dt="2021-06-16T07:34:56.523" v="3093" actId="13926"/>
        <pc:sldMkLst>
          <pc:docMk/>
          <pc:sldMk cId="269360884" sldId="279"/>
        </pc:sldMkLst>
        <pc:spChg chg="mod">
          <ac:chgData name="Soumita Sengupta" userId="4afa6ce1-cb01-46c2-8538-4650222f0c96" providerId="ADAL" clId="{C57B405C-1328-424D-990D-2F85E0044F4C}" dt="2021-06-16T07:34:56.523" v="3093" actId="13926"/>
          <ac:spMkLst>
            <pc:docMk/>
            <pc:sldMk cId="269360884" sldId="279"/>
            <ac:spMk id="2" creationId="{00000000-0000-0000-0000-000000000000}"/>
          </ac:spMkLst>
        </pc:spChg>
        <pc:spChg chg="mod">
          <ac:chgData name="Soumita Sengupta" userId="4afa6ce1-cb01-46c2-8538-4650222f0c96" providerId="ADAL" clId="{C57B405C-1328-424D-990D-2F85E0044F4C}" dt="2021-06-09T12:10:08.128" v="2157" actId="20577"/>
          <ac:spMkLst>
            <pc:docMk/>
            <pc:sldMk cId="269360884" sldId="279"/>
            <ac:spMk id="10" creationId="{00000000-0000-0000-0000-000000000000}"/>
          </ac:spMkLst>
        </pc:spChg>
      </pc:sldChg>
      <pc:sldChg chg="add del">
        <pc:chgData name="Soumita Sengupta" userId="4afa6ce1-cb01-46c2-8538-4650222f0c96" providerId="ADAL" clId="{C57B405C-1328-424D-990D-2F85E0044F4C}" dt="2021-06-09T12:07:28.332" v="2028" actId="47"/>
        <pc:sldMkLst>
          <pc:docMk/>
          <pc:sldMk cId="3621967906" sldId="280"/>
        </pc:sldMkLst>
      </pc:sldChg>
      <pc:sldChg chg="add del">
        <pc:chgData name="Soumita Sengupta" userId="4afa6ce1-cb01-46c2-8538-4650222f0c96" providerId="ADAL" clId="{C57B405C-1328-424D-990D-2F85E0044F4C}" dt="2021-06-09T12:10:45.969" v="2159" actId="47"/>
        <pc:sldMkLst>
          <pc:docMk/>
          <pc:sldMk cId="3384384337" sldId="281"/>
        </pc:sldMkLst>
      </pc:sldChg>
      <pc:sldChg chg="add del">
        <pc:chgData name="Soumita Sengupta" userId="4afa6ce1-cb01-46c2-8538-4650222f0c96" providerId="ADAL" clId="{C57B405C-1328-424D-990D-2F85E0044F4C}" dt="2021-06-09T12:11:17.738" v="2160" actId="47"/>
        <pc:sldMkLst>
          <pc:docMk/>
          <pc:sldMk cId="1365856972" sldId="282"/>
        </pc:sldMkLst>
      </pc:sldChg>
      <pc:sldChg chg="add del">
        <pc:chgData name="Soumita Sengupta" userId="4afa6ce1-cb01-46c2-8538-4650222f0c96" providerId="ADAL" clId="{C57B405C-1328-424D-990D-2F85E0044F4C}" dt="2021-06-09T12:10:40.562" v="2158" actId="47"/>
        <pc:sldMkLst>
          <pc:docMk/>
          <pc:sldMk cId="2959855628" sldId="283"/>
        </pc:sldMkLst>
      </pc:sldChg>
      <pc:sldChg chg="add del">
        <pc:chgData name="Soumita Sengupta" userId="4afa6ce1-cb01-46c2-8538-4650222f0c96" providerId="ADAL" clId="{C57B405C-1328-424D-990D-2F85E0044F4C}" dt="2021-06-09T12:12:59.350" v="2199" actId="47"/>
        <pc:sldMkLst>
          <pc:docMk/>
          <pc:sldMk cId="2822785928" sldId="285"/>
        </pc:sldMkLst>
      </pc:sldChg>
      <pc:sldChg chg="add del">
        <pc:chgData name="Soumita Sengupta" userId="4afa6ce1-cb01-46c2-8538-4650222f0c96" providerId="ADAL" clId="{C57B405C-1328-424D-990D-2F85E0044F4C}" dt="2021-06-09T12:13:00.052" v="2200" actId="47"/>
        <pc:sldMkLst>
          <pc:docMk/>
          <pc:sldMk cId="2998439583" sldId="286"/>
        </pc:sldMkLst>
      </pc:sldChg>
      <pc:sldChg chg="add del">
        <pc:chgData name="Soumita Sengupta" userId="4afa6ce1-cb01-46c2-8538-4650222f0c96" providerId="ADAL" clId="{C57B405C-1328-424D-990D-2F85E0044F4C}" dt="2021-06-09T12:13:00.729" v="2201" actId="47"/>
        <pc:sldMkLst>
          <pc:docMk/>
          <pc:sldMk cId="2747257436" sldId="287"/>
        </pc:sldMkLst>
      </pc:sldChg>
      <pc:sldChg chg="add del">
        <pc:chgData name="Soumita Sengupta" userId="4afa6ce1-cb01-46c2-8538-4650222f0c96" providerId="ADAL" clId="{C57B405C-1328-424D-990D-2F85E0044F4C}" dt="2021-06-09T12:13:01.532" v="2202" actId="47"/>
        <pc:sldMkLst>
          <pc:docMk/>
          <pc:sldMk cId="497692830" sldId="288"/>
        </pc:sldMkLst>
      </pc:sldChg>
      <pc:sldChg chg="add del">
        <pc:chgData name="Soumita Sengupta" userId="4afa6ce1-cb01-46c2-8538-4650222f0c96" providerId="ADAL" clId="{C57B405C-1328-424D-990D-2F85E0044F4C}" dt="2021-06-09T12:13:02.154" v="2203" actId="47"/>
        <pc:sldMkLst>
          <pc:docMk/>
          <pc:sldMk cId="1690934009" sldId="289"/>
        </pc:sldMkLst>
      </pc:sldChg>
      <pc:sldChg chg="addSp delSp modSp add mod">
        <pc:chgData name="Soumita Sengupta" userId="4afa6ce1-cb01-46c2-8538-4650222f0c96" providerId="ADAL" clId="{C57B405C-1328-424D-990D-2F85E0044F4C}" dt="2021-06-16T12:04:53.610" v="4101" actId="14100"/>
        <pc:sldMkLst>
          <pc:docMk/>
          <pc:sldMk cId="3987752600" sldId="290"/>
        </pc:sldMkLst>
        <pc:spChg chg="del">
          <ac:chgData name="Soumita Sengupta" userId="4afa6ce1-cb01-46c2-8538-4650222f0c96" providerId="ADAL" clId="{C57B405C-1328-424D-990D-2F85E0044F4C}" dt="2021-06-16T12:02:19.995" v="4075" actId="478"/>
          <ac:spMkLst>
            <pc:docMk/>
            <pc:sldMk cId="3987752600" sldId="290"/>
            <ac:spMk id="8" creationId="{00000000-0000-0000-0000-000000000000}"/>
          </ac:spMkLst>
        </pc:spChg>
        <pc:spChg chg="mod">
          <ac:chgData name="Soumita Sengupta" userId="4afa6ce1-cb01-46c2-8538-4650222f0c96" providerId="ADAL" clId="{C57B405C-1328-424D-990D-2F85E0044F4C}" dt="2021-06-16T12:03:07.441" v="4091" actId="5793"/>
          <ac:spMkLst>
            <pc:docMk/>
            <pc:sldMk cId="3987752600" sldId="290"/>
            <ac:spMk id="10" creationId="{00000000-0000-0000-0000-000000000000}"/>
          </ac:spMkLst>
        </pc:spChg>
        <pc:picChg chg="add mod modCrop">
          <ac:chgData name="Soumita Sengupta" userId="4afa6ce1-cb01-46c2-8538-4650222f0c96" providerId="ADAL" clId="{C57B405C-1328-424D-990D-2F85E0044F4C}" dt="2021-06-16T12:04:53.610" v="4101" actId="14100"/>
          <ac:picMkLst>
            <pc:docMk/>
            <pc:sldMk cId="3987752600" sldId="290"/>
            <ac:picMk id="6" creationId="{B86AD456-61DC-4EA6-BEE6-55B865514880}"/>
          </ac:picMkLst>
        </pc:picChg>
      </pc:sldChg>
      <pc:sldChg chg="modSp add mod">
        <pc:chgData name="Soumita Sengupta" userId="4afa6ce1-cb01-46c2-8538-4650222f0c96" providerId="ADAL" clId="{C57B405C-1328-424D-990D-2F85E0044F4C}" dt="2021-06-16T11:59:56.455" v="4073" actId="207"/>
        <pc:sldMkLst>
          <pc:docMk/>
          <pc:sldMk cId="1095455151" sldId="303"/>
        </pc:sldMkLst>
        <pc:spChg chg="mod">
          <ac:chgData name="Soumita Sengupta" userId="4afa6ce1-cb01-46c2-8538-4650222f0c96" providerId="ADAL" clId="{C57B405C-1328-424D-990D-2F85E0044F4C}" dt="2021-06-09T11:06:53.245" v="538"/>
          <ac:spMkLst>
            <pc:docMk/>
            <pc:sldMk cId="1095455151" sldId="303"/>
            <ac:spMk id="2" creationId="{00000000-0000-0000-0000-000000000000}"/>
          </ac:spMkLst>
        </pc:spChg>
        <pc:spChg chg="mod">
          <ac:chgData name="Soumita Sengupta" userId="4afa6ce1-cb01-46c2-8538-4650222f0c96" providerId="ADAL" clId="{C57B405C-1328-424D-990D-2F85E0044F4C}" dt="2021-06-16T11:59:56.455" v="4073" actId="207"/>
          <ac:spMkLst>
            <pc:docMk/>
            <pc:sldMk cId="1095455151" sldId="303"/>
            <ac:spMk id="5" creationId="{00000000-0000-0000-0000-000000000000}"/>
          </ac:spMkLst>
        </pc:spChg>
      </pc:sldChg>
      <pc:sldChg chg="modSp mod">
        <pc:chgData name="Soumita Sengupta" userId="4afa6ce1-cb01-46c2-8538-4650222f0c96" providerId="ADAL" clId="{C57B405C-1328-424D-990D-2F85E0044F4C}" dt="2021-06-09T10:16:11.493" v="315" actId="20577"/>
        <pc:sldMkLst>
          <pc:docMk/>
          <pc:sldMk cId="2584036331" sldId="339"/>
        </pc:sldMkLst>
        <pc:spChg chg="mod">
          <ac:chgData name="Soumita Sengupta" userId="4afa6ce1-cb01-46c2-8538-4650222f0c96" providerId="ADAL" clId="{C57B405C-1328-424D-990D-2F85E0044F4C}" dt="2021-06-09T10:16:11.493" v="315" actId="20577"/>
          <ac:spMkLst>
            <pc:docMk/>
            <pc:sldMk cId="2584036331" sldId="339"/>
            <ac:spMk id="5" creationId="{6D1A1596-A8D7-4C1A-8956-0FA40A84EFCA}"/>
          </ac:spMkLst>
        </pc:spChg>
      </pc:sldChg>
      <pc:sldChg chg="del">
        <pc:chgData name="Soumita Sengupta" userId="4afa6ce1-cb01-46c2-8538-4650222f0c96" providerId="ADAL" clId="{C57B405C-1328-424D-990D-2F85E0044F4C}" dt="2021-06-09T04:55:23.658" v="25" actId="47"/>
        <pc:sldMkLst>
          <pc:docMk/>
          <pc:sldMk cId="1212641514" sldId="881"/>
        </pc:sldMkLst>
      </pc:sldChg>
      <pc:sldChg chg="del">
        <pc:chgData name="Soumita Sengupta" userId="4afa6ce1-cb01-46c2-8538-4650222f0c96" providerId="ADAL" clId="{C57B405C-1328-424D-990D-2F85E0044F4C}" dt="2021-06-09T04:55:22.972" v="24" actId="47"/>
        <pc:sldMkLst>
          <pc:docMk/>
          <pc:sldMk cId="1491434200" sldId="882"/>
        </pc:sldMkLst>
      </pc:sldChg>
      <pc:sldChg chg="del">
        <pc:chgData name="Soumita Sengupta" userId="4afa6ce1-cb01-46c2-8538-4650222f0c96" providerId="ADAL" clId="{C57B405C-1328-424D-990D-2F85E0044F4C}" dt="2021-06-09T04:55:25.073" v="26" actId="47"/>
        <pc:sldMkLst>
          <pc:docMk/>
          <pc:sldMk cId="3274614110" sldId="883"/>
        </pc:sldMkLst>
      </pc:sldChg>
      <pc:sldChg chg="del">
        <pc:chgData name="Soumita Sengupta" userId="4afa6ce1-cb01-46c2-8538-4650222f0c96" providerId="ADAL" clId="{C57B405C-1328-424D-990D-2F85E0044F4C}" dt="2021-06-09T04:55:25.489" v="27" actId="47"/>
        <pc:sldMkLst>
          <pc:docMk/>
          <pc:sldMk cId="2860083836" sldId="884"/>
        </pc:sldMkLst>
      </pc:sldChg>
      <pc:sldChg chg="del">
        <pc:chgData name="Soumita Sengupta" userId="4afa6ce1-cb01-46c2-8538-4650222f0c96" providerId="ADAL" clId="{C57B405C-1328-424D-990D-2F85E0044F4C}" dt="2021-06-09T04:55:26.027" v="28" actId="47"/>
        <pc:sldMkLst>
          <pc:docMk/>
          <pc:sldMk cId="1217453013" sldId="885"/>
        </pc:sldMkLst>
      </pc:sldChg>
      <pc:sldChg chg="del">
        <pc:chgData name="Soumita Sengupta" userId="4afa6ce1-cb01-46c2-8538-4650222f0c96" providerId="ADAL" clId="{C57B405C-1328-424D-990D-2F85E0044F4C}" dt="2021-06-09T04:55:26.513" v="29" actId="47"/>
        <pc:sldMkLst>
          <pc:docMk/>
          <pc:sldMk cId="864205736" sldId="886"/>
        </pc:sldMkLst>
      </pc:sldChg>
      <pc:sldChg chg="del">
        <pc:chgData name="Soumita Sengupta" userId="4afa6ce1-cb01-46c2-8538-4650222f0c96" providerId="ADAL" clId="{C57B405C-1328-424D-990D-2F85E0044F4C}" dt="2021-06-09T04:55:26.884" v="30" actId="47"/>
        <pc:sldMkLst>
          <pc:docMk/>
          <pc:sldMk cId="3930354458" sldId="887"/>
        </pc:sldMkLst>
      </pc:sldChg>
      <pc:sldChg chg="del">
        <pc:chgData name="Soumita Sengupta" userId="4afa6ce1-cb01-46c2-8538-4650222f0c96" providerId="ADAL" clId="{C57B405C-1328-424D-990D-2F85E0044F4C}" dt="2021-06-09T04:55:27.705" v="32" actId="47"/>
        <pc:sldMkLst>
          <pc:docMk/>
          <pc:sldMk cId="3369415015" sldId="888"/>
        </pc:sldMkLst>
      </pc:sldChg>
      <pc:sldChg chg="del">
        <pc:chgData name="Soumita Sengupta" userId="4afa6ce1-cb01-46c2-8538-4650222f0c96" providerId="ADAL" clId="{C57B405C-1328-424D-990D-2F85E0044F4C}" dt="2021-06-09T04:55:27.261" v="31" actId="47"/>
        <pc:sldMkLst>
          <pc:docMk/>
          <pc:sldMk cId="1235970176" sldId="889"/>
        </pc:sldMkLst>
      </pc:sldChg>
      <pc:sldChg chg="del">
        <pc:chgData name="Soumita Sengupta" userId="4afa6ce1-cb01-46c2-8538-4650222f0c96" providerId="ADAL" clId="{C57B405C-1328-424D-990D-2F85E0044F4C}" dt="2021-06-09T04:55:28.275" v="33" actId="47"/>
        <pc:sldMkLst>
          <pc:docMk/>
          <pc:sldMk cId="2775940916" sldId="890"/>
        </pc:sldMkLst>
      </pc:sldChg>
      <pc:sldChg chg="del">
        <pc:chgData name="Soumita Sengupta" userId="4afa6ce1-cb01-46c2-8538-4650222f0c96" providerId="ADAL" clId="{C57B405C-1328-424D-990D-2F85E0044F4C}" dt="2021-06-09T04:55:28.625" v="34" actId="47"/>
        <pc:sldMkLst>
          <pc:docMk/>
          <pc:sldMk cId="1653010389" sldId="891"/>
        </pc:sldMkLst>
      </pc:sldChg>
      <pc:sldChg chg="del">
        <pc:chgData name="Soumita Sengupta" userId="4afa6ce1-cb01-46c2-8538-4650222f0c96" providerId="ADAL" clId="{C57B405C-1328-424D-990D-2F85E0044F4C}" dt="2021-06-09T04:55:29.871" v="36" actId="47"/>
        <pc:sldMkLst>
          <pc:docMk/>
          <pc:sldMk cId="1390551958" sldId="892"/>
        </pc:sldMkLst>
      </pc:sldChg>
      <pc:sldChg chg="del">
        <pc:chgData name="Soumita Sengupta" userId="4afa6ce1-cb01-46c2-8538-4650222f0c96" providerId="ADAL" clId="{C57B405C-1328-424D-990D-2F85E0044F4C}" dt="2021-06-09T04:55:29.034" v="35" actId="47"/>
        <pc:sldMkLst>
          <pc:docMk/>
          <pc:sldMk cId="744508730" sldId="893"/>
        </pc:sldMkLst>
      </pc:sldChg>
      <pc:sldChg chg="del">
        <pc:chgData name="Soumita Sengupta" userId="4afa6ce1-cb01-46c2-8538-4650222f0c96" providerId="ADAL" clId="{C57B405C-1328-424D-990D-2F85E0044F4C}" dt="2021-06-09T04:55:30.177" v="37" actId="47"/>
        <pc:sldMkLst>
          <pc:docMk/>
          <pc:sldMk cId="3073096925" sldId="894"/>
        </pc:sldMkLst>
      </pc:sldChg>
      <pc:sldChg chg="del">
        <pc:chgData name="Soumita Sengupta" userId="4afa6ce1-cb01-46c2-8538-4650222f0c96" providerId="ADAL" clId="{C57B405C-1328-424D-990D-2F85E0044F4C}" dt="2021-06-09T04:55:30.744" v="38" actId="47"/>
        <pc:sldMkLst>
          <pc:docMk/>
          <pc:sldMk cId="1291504349" sldId="895"/>
        </pc:sldMkLst>
      </pc:sldChg>
      <pc:sldChg chg="del">
        <pc:chgData name="Soumita Sengupta" userId="4afa6ce1-cb01-46c2-8538-4650222f0c96" providerId="ADAL" clId="{C57B405C-1328-424D-990D-2F85E0044F4C}" dt="2021-06-09T04:55:31.450" v="40" actId="47"/>
        <pc:sldMkLst>
          <pc:docMk/>
          <pc:sldMk cId="3548325935" sldId="896"/>
        </pc:sldMkLst>
      </pc:sldChg>
      <pc:sldChg chg="del">
        <pc:chgData name="Soumita Sengupta" userId="4afa6ce1-cb01-46c2-8538-4650222f0c96" providerId="ADAL" clId="{C57B405C-1328-424D-990D-2F85E0044F4C}" dt="2021-06-09T04:55:31.051" v="39" actId="47"/>
        <pc:sldMkLst>
          <pc:docMk/>
          <pc:sldMk cId="2692143165" sldId="897"/>
        </pc:sldMkLst>
      </pc:sldChg>
      <pc:sldChg chg="del">
        <pc:chgData name="Soumita Sengupta" userId="4afa6ce1-cb01-46c2-8538-4650222f0c96" providerId="ADAL" clId="{C57B405C-1328-424D-990D-2F85E0044F4C}" dt="2021-06-09T04:55:31.957" v="41" actId="47"/>
        <pc:sldMkLst>
          <pc:docMk/>
          <pc:sldMk cId="554284285" sldId="898"/>
        </pc:sldMkLst>
      </pc:sldChg>
      <pc:sldChg chg="del">
        <pc:chgData name="Soumita Sengupta" userId="4afa6ce1-cb01-46c2-8538-4650222f0c96" providerId="ADAL" clId="{C57B405C-1328-424D-990D-2F85E0044F4C}" dt="2021-06-09T04:55:32.419" v="42" actId="47"/>
        <pc:sldMkLst>
          <pc:docMk/>
          <pc:sldMk cId="2350677783" sldId="899"/>
        </pc:sldMkLst>
      </pc:sldChg>
      <pc:sldChg chg="del">
        <pc:chgData name="Soumita Sengupta" userId="4afa6ce1-cb01-46c2-8538-4650222f0c96" providerId="ADAL" clId="{C57B405C-1328-424D-990D-2F85E0044F4C}" dt="2021-06-09T04:55:33.004" v="43" actId="47"/>
        <pc:sldMkLst>
          <pc:docMk/>
          <pc:sldMk cId="3785164751" sldId="900"/>
        </pc:sldMkLst>
      </pc:sldChg>
      <pc:sldChg chg="del">
        <pc:chgData name="Soumita Sengupta" userId="4afa6ce1-cb01-46c2-8538-4650222f0c96" providerId="ADAL" clId="{C57B405C-1328-424D-990D-2F85E0044F4C}" dt="2021-06-09T04:55:33.504" v="44" actId="47"/>
        <pc:sldMkLst>
          <pc:docMk/>
          <pc:sldMk cId="4293752383" sldId="901"/>
        </pc:sldMkLst>
      </pc:sldChg>
      <pc:sldChg chg="del">
        <pc:chgData name="Soumita Sengupta" userId="4afa6ce1-cb01-46c2-8538-4650222f0c96" providerId="ADAL" clId="{C57B405C-1328-424D-990D-2F85E0044F4C}" dt="2021-06-09T04:55:33.927" v="45" actId="47"/>
        <pc:sldMkLst>
          <pc:docMk/>
          <pc:sldMk cId="3357936513" sldId="902"/>
        </pc:sldMkLst>
      </pc:sldChg>
      <pc:sldChg chg="del">
        <pc:chgData name="Soumita Sengupta" userId="4afa6ce1-cb01-46c2-8538-4650222f0c96" providerId="ADAL" clId="{C57B405C-1328-424D-990D-2F85E0044F4C}" dt="2021-06-09T04:55:34.324" v="46" actId="47"/>
        <pc:sldMkLst>
          <pc:docMk/>
          <pc:sldMk cId="1027484415" sldId="903"/>
        </pc:sldMkLst>
      </pc:sldChg>
      <pc:sldChg chg="del">
        <pc:chgData name="Soumita Sengupta" userId="4afa6ce1-cb01-46c2-8538-4650222f0c96" providerId="ADAL" clId="{C57B405C-1328-424D-990D-2F85E0044F4C}" dt="2021-06-09T04:55:34.666" v="47" actId="47"/>
        <pc:sldMkLst>
          <pc:docMk/>
          <pc:sldMk cId="414747998" sldId="904"/>
        </pc:sldMkLst>
      </pc:sldChg>
      <pc:sldChg chg="del">
        <pc:chgData name="Soumita Sengupta" userId="4afa6ce1-cb01-46c2-8538-4650222f0c96" providerId="ADAL" clId="{C57B405C-1328-424D-990D-2F85E0044F4C}" dt="2021-06-09T04:55:35.042" v="48" actId="47"/>
        <pc:sldMkLst>
          <pc:docMk/>
          <pc:sldMk cId="953297308" sldId="905"/>
        </pc:sldMkLst>
      </pc:sldChg>
      <pc:sldChg chg="del">
        <pc:chgData name="Soumita Sengupta" userId="4afa6ce1-cb01-46c2-8538-4650222f0c96" providerId="ADAL" clId="{C57B405C-1328-424D-990D-2F85E0044F4C}" dt="2021-06-09T04:55:35.428" v="49" actId="47"/>
        <pc:sldMkLst>
          <pc:docMk/>
          <pc:sldMk cId="3855319927" sldId="906"/>
        </pc:sldMkLst>
      </pc:sldChg>
      <pc:sldChg chg="del">
        <pc:chgData name="Soumita Sengupta" userId="4afa6ce1-cb01-46c2-8538-4650222f0c96" providerId="ADAL" clId="{C57B405C-1328-424D-990D-2F85E0044F4C}" dt="2021-06-09T04:55:35.869" v="50" actId="47"/>
        <pc:sldMkLst>
          <pc:docMk/>
          <pc:sldMk cId="455529772" sldId="907"/>
        </pc:sldMkLst>
      </pc:sldChg>
      <pc:sldChg chg="del">
        <pc:chgData name="Soumita Sengupta" userId="4afa6ce1-cb01-46c2-8538-4650222f0c96" providerId="ADAL" clId="{C57B405C-1328-424D-990D-2F85E0044F4C}" dt="2021-06-09T04:55:36.192" v="51" actId="47"/>
        <pc:sldMkLst>
          <pc:docMk/>
          <pc:sldMk cId="1317934090" sldId="908"/>
        </pc:sldMkLst>
      </pc:sldChg>
      <pc:sldChg chg="del">
        <pc:chgData name="Soumita Sengupta" userId="4afa6ce1-cb01-46c2-8538-4650222f0c96" providerId="ADAL" clId="{C57B405C-1328-424D-990D-2F85E0044F4C}" dt="2021-06-09T04:55:36.478" v="52" actId="47"/>
        <pc:sldMkLst>
          <pc:docMk/>
          <pc:sldMk cId="3362010297" sldId="909"/>
        </pc:sldMkLst>
      </pc:sldChg>
      <pc:sldChg chg="del">
        <pc:chgData name="Soumita Sengupta" userId="4afa6ce1-cb01-46c2-8538-4650222f0c96" providerId="ADAL" clId="{C57B405C-1328-424D-990D-2F85E0044F4C}" dt="2021-06-09T04:55:36.775" v="53" actId="47"/>
        <pc:sldMkLst>
          <pc:docMk/>
          <pc:sldMk cId="2860101323" sldId="910"/>
        </pc:sldMkLst>
      </pc:sldChg>
      <pc:sldChg chg="del">
        <pc:chgData name="Soumita Sengupta" userId="4afa6ce1-cb01-46c2-8538-4650222f0c96" providerId="ADAL" clId="{C57B405C-1328-424D-990D-2F85E0044F4C}" dt="2021-06-09T04:55:37.060" v="54" actId="47"/>
        <pc:sldMkLst>
          <pc:docMk/>
          <pc:sldMk cId="1849334363" sldId="911"/>
        </pc:sldMkLst>
      </pc:sldChg>
      <pc:sldChg chg="add del">
        <pc:chgData name="Soumita Sengupta" userId="4afa6ce1-cb01-46c2-8538-4650222f0c96" providerId="ADAL" clId="{C57B405C-1328-424D-990D-2F85E0044F4C}" dt="2021-06-09T12:12:57.996" v="2198" actId="47"/>
        <pc:sldMkLst>
          <pc:docMk/>
          <pc:sldMk cId="2306519255" sldId="912"/>
        </pc:sldMkLst>
      </pc:sldChg>
      <pc:sldChg chg="del">
        <pc:chgData name="Soumita Sengupta" userId="4afa6ce1-cb01-46c2-8538-4650222f0c96" providerId="ADAL" clId="{C57B405C-1328-424D-990D-2F85E0044F4C}" dt="2021-06-09T04:55:37.351" v="55" actId="47"/>
        <pc:sldMkLst>
          <pc:docMk/>
          <pc:sldMk cId="3559517792" sldId="912"/>
        </pc:sldMkLst>
      </pc:sldChg>
      <pc:sldChg chg="del">
        <pc:chgData name="Soumita Sengupta" userId="4afa6ce1-cb01-46c2-8538-4650222f0c96" providerId="ADAL" clId="{C57B405C-1328-424D-990D-2F85E0044F4C}" dt="2021-06-09T04:55:37.996" v="56" actId="47"/>
        <pc:sldMkLst>
          <pc:docMk/>
          <pc:sldMk cId="1995712021" sldId="913"/>
        </pc:sldMkLst>
      </pc:sldChg>
      <pc:sldChg chg="del">
        <pc:chgData name="Soumita Sengupta" userId="4afa6ce1-cb01-46c2-8538-4650222f0c96" providerId="ADAL" clId="{C57B405C-1328-424D-990D-2F85E0044F4C}" dt="2021-06-09T04:55:39.801" v="57" actId="47"/>
        <pc:sldMkLst>
          <pc:docMk/>
          <pc:sldMk cId="3460310019" sldId="914"/>
        </pc:sldMkLst>
      </pc:sldChg>
      <pc:sldChg chg="modSp new mod">
        <pc:chgData name="Soumita Sengupta" userId="4afa6ce1-cb01-46c2-8538-4650222f0c96" providerId="ADAL" clId="{C57B405C-1328-424D-990D-2F85E0044F4C}" dt="2021-06-16T12:02:36.671" v="4085" actId="20577"/>
        <pc:sldMkLst>
          <pc:docMk/>
          <pc:sldMk cId="4051698625" sldId="1328"/>
        </pc:sldMkLst>
        <pc:spChg chg="mod">
          <ac:chgData name="Soumita Sengupta" userId="4afa6ce1-cb01-46c2-8538-4650222f0c96" providerId="ADAL" clId="{C57B405C-1328-424D-990D-2F85E0044F4C}" dt="2021-06-15T13:21:29.886" v="2222" actId="20577"/>
          <ac:spMkLst>
            <pc:docMk/>
            <pc:sldMk cId="4051698625" sldId="1328"/>
            <ac:spMk id="2" creationId="{28798FC0-737C-4EAE-92DC-7EE712C795F3}"/>
          </ac:spMkLst>
        </pc:spChg>
        <pc:spChg chg="mod">
          <ac:chgData name="Soumita Sengupta" userId="4afa6ce1-cb01-46c2-8538-4650222f0c96" providerId="ADAL" clId="{C57B405C-1328-424D-990D-2F85E0044F4C}" dt="2021-06-16T12:02:36.671" v="4085" actId="20577"/>
          <ac:spMkLst>
            <pc:docMk/>
            <pc:sldMk cId="4051698625" sldId="1328"/>
            <ac:spMk id="3" creationId="{D3677530-8219-4DBE-89C3-233B723060F9}"/>
          </ac:spMkLst>
        </pc:spChg>
      </pc:sldChg>
      <pc:sldChg chg="modSp add mod">
        <pc:chgData name="Soumita Sengupta" userId="4afa6ce1-cb01-46c2-8538-4650222f0c96" providerId="ADAL" clId="{C57B405C-1328-424D-990D-2F85E0044F4C}" dt="2021-06-09T10:10:12.012" v="267" actId="20577"/>
        <pc:sldMkLst>
          <pc:docMk/>
          <pc:sldMk cId="4227866224" sldId="1329"/>
        </pc:sldMkLst>
        <pc:spChg chg="mod">
          <ac:chgData name="Soumita Sengupta" userId="4afa6ce1-cb01-46c2-8538-4650222f0c96" providerId="ADAL" clId="{C57B405C-1328-424D-990D-2F85E0044F4C}" dt="2021-06-09T10:10:12.012" v="267" actId="20577"/>
          <ac:spMkLst>
            <pc:docMk/>
            <pc:sldMk cId="4227866224" sldId="1329"/>
            <ac:spMk id="2" creationId="{57983F62-BBB9-431B-A37F-BDA0DC7153F6}"/>
          </ac:spMkLst>
        </pc:spChg>
      </pc:sldChg>
      <pc:sldChg chg="addSp delSp modSp add mod ord">
        <pc:chgData name="Soumita Sengupta" userId="4afa6ce1-cb01-46c2-8538-4650222f0c96" providerId="ADAL" clId="{C57B405C-1328-424D-990D-2F85E0044F4C}" dt="2021-06-16T07:34:00.208" v="3086" actId="208"/>
        <pc:sldMkLst>
          <pc:docMk/>
          <pc:sldMk cId="2689733765" sldId="1330"/>
        </pc:sldMkLst>
        <pc:spChg chg="mod">
          <ac:chgData name="Soumita Sengupta" userId="4afa6ce1-cb01-46c2-8538-4650222f0c96" providerId="ADAL" clId="{C57B405C-1328-424D-990D-2F85E0044F4C}" dt="2021-06-09T10:29:59.765" v="363" actId="20577"/>
          <ac:spMkLst>
            <pc:docMk/>
            <pc:sldMk cId="2689733765" sldId="1330"/>
            <ac:spMk id="2" creationId="{00000000-0000-0000-0000-000000000000}"/>
          </ac:spMkLst>
        </pc:spChg>
        <pc:spChg chg="add mod">
          <ac:chgData name="Soumita Sengupta" userId="4afa6ce1-cb01-46c2-8538-4650222f0c96" providerId="ADAL" clId="{C57B405C-1328-424D-990D-2F85E0044F4C}" dt="2021-06-16T07:33:31.698" v="3084" actId="1076"/>
          <ac:spMkLst>
            <pc:docMk/>
            <pc:sldMk cId="2689733765" sldId="1330"/>
            <ac:spMk id="3" creationId="{61FA9E22-AAAB-44A6-9D64-B7EAD08FDD32}"/>
          </ac:spMkLst>
        </pc:spChg>
        <pc:spChg chg="mod">
          <ac:chgData name="Soumita Sengupta" userId="4afa6ce1-cb01-46c2-8538-4650222f0c96" providerId="ADAL" clId="{C57B405C-1328-424D-990D-2F85E0044F4C}" dt="2021-06-16T07:31:59.784" v="2959" actId="20577"/>
          <ac:spMkLst>
            <pc:docMk/>
            <pc:sldMk cId="2689733765" sldId="1330"/>
            <ac:spMk id="14" creationId="{00000000-0000-0000-0000-000000000000}"/>
          </ac:spMkLst>
        </pc:spChg>
        <pc:picChg chg="del">
          <ac:chgData name="Soumita Sengupta" userId="4afa6ce1-cb01-46c2-8538-4650222f0c96" providerId="ADAL" clId="{C57B405C-1328-424D-990D-2F85E0044F4C}" dt="2021-06-09T10:30:01.926" v="364" actId="478"/>
          <ac:picMkLst>
            <pc:docMk/>
            <pc:sldMk cId="2689733765" sldId="1330"/>
            <ac:picMk id="5" creationId="{00000000-0000-0000-0000-000000000000}"/>
          </ac:picMkLst>
        </pc:picChg>
        <pc:picChg chg="add del mod">
          <ac:chgData name="Soumita Sengupta" userId="4afa6ce1-cb01-46c2-8538-4650222f0c96" providerId="ADAL" clId="{C57B405C-1328-424D-990D-2F85E0044F4C}" dt="2021-06-16T07:30:36.678" v="2844" actId="478"/>
          <ac:picMkLst>
            <pc:docMk/>
            <pc:sldMk cId="2689733765" sldId="1330"/>
            <ac:picMk id="6" creationId="{FB68FA30-584D-461E-8C69-71D17EE9A70F}"/>
          </ac:picMkLst>
        </pc:picChg>
        <pc:picChg chg="add mod">
          <ac:chgData name="Soumita Sengupta" userId="4afa6ce1-cb01-46c2-8538-4650222f0c96" providerId="ADAL" clId="{C57B405C-1328-424D-990D-2F85E0044F4C}" dt="2021-06-16T07:34:00.208" v="3086" actId="208"/>
          <ac:picMkLst>
            <pc:docMk/>
            <pc:sldMk cId="2689733765" sldId="1330"/>
            <ac:picMk id="8" creationId="{848608D3-9C9F-469E-9BDF-8E1AD1B5C678}"/>
          </ac:picMkLst>
        </pc:picChg>
      </pc:sldChg>
      <pc:sldChg chg="addSp delSp modSp add del mod">
        <pc:chgData name="Soumita Sengupta" userId="4afa6ce1-cb01-46c2-8538-4650222f0c96" providerId="ADAL" clId="{C57B405C-1328-424D-990D-2F85E0044F4C}" dt="2021-06-09T11:06:56.100" v="539" actId="47"/>
        <pc:sldMkLst>
          <pc:docMk/>
          <pc:sldMk cId="1394899550" sldId="1331"/>
        </pc:sldMkLst>
        <pc:spChg chg="mod">
          <ac:chgData name="Soumita Sengupta" userId="4afa6ce1-cb01-46c2-8538-4650222f0c96" providerId="ADAL" clId="{C57B405C-1328-424D-990D-2F85E0044F4C}" dt="2021-06-09T11:06:47.413" v="537" actId="21"/>
          <ac:spMkLst>
            <pc:docMk/>
            <pc:sldMk cId="1394899550" sldId="1331"/>
            <ac:spMk id="2" creationId="{00000000-0000-0000-0000-000000000000}"/>
          </ac:spMkLst>
        </pc:spChg>
        <pc:spChg chg="add mod">
          <ac:chgData name="Soumita Sengupta" userId="4afa6ce1-cb01-46c2-8538-4650222f0c96" providerId="ADAL" clId="{C57B405C-1328-424D-990D-2F85E0044F4C}" dt="2021-06-09T11:03:57.136" v="395" actId="1076"/>
          <ac:spMkLst>
            <pc:docMk/>
            <pc:sldMk cId="1394899550" sldId="1331"/>
            <ac:spMk id="8" creationId="{06DEB593-1BBD-4DA3-AD88-16D6485A3E6E}"/>
          </ac:spMkLst>
        </pc:spChg>
        <pc:spChg chg="add mod">
          <ac:chgData name="Soumita Sengupta" userId="4afa6ce1-cb01-46c2-8538-4650222f0c96" providerId="ADAL" clId="{C57B405C-1328-424D-990D-2F85E0044F4C}" dt="2021-06-09T11:06:21.195" v="535" actId="21"/>
          <ac:spMkLst>
            <pc:docMk/>
            <pc:sldMk cId="1394899550" sldId="1331"/>
            <ac:spMk id="9" creationId="{1E1FE280-35BD-4B25-B76C-D4A3BE3458AB}"/>
          </ac:spMkLst>
        </pc:spChg>
        <pc:spChg chg="mod">
          <ac:chgData name="Soumita Sengupta" userId="4afa6ce1-cb01-46c2-8538-4650222f0c96" providerId="ADAL" clId="{C57B405C-1328-424D-990D-2F85E0044F4C}" dt="2021-06-09T11:04:06.460" v="398" actId="14100"/>
          <ac:spMkLst>
            <pc:docMk/>
            <pc:sldMk cId="1394899550" sldId="1331"/>
            <ac:spMk id="14" creationId="{00000000-0000-0000-0000-000000000000}"/>
          </ac:spMkLst>
        </pc:spChg>
        <pc:picChg chg="del">
          <ac:chgData name="Soumita Sengupta" userId="4afa6ce1-cb01-46c2-8538-4650222f0c96" providerId="ADAL" clId="{C57B405C-1328-424D-990D-2F85E0044F4C}" dt="2021-06-09T11:03:33.410" v="373" actId="478"/>
          <ac:picMkLst>
            <pc:docMk/>
            <pc:sldMk cId="1394899550" sldId="1331"/>
            <ac:picMk id="6" creationId="{FB68FA30-584D-461E-8C69-71D17EE9A70F}"/>
          </ac:picMkLst>
        </pc:picChg>
      </pc:sldChg>
      <pc:sldChg chg="modSp add mod">
        <pc:chgData name="Soumita Sengupta" userId="4afa6ce1-cb01-46c2-8538-4650222f0c96" providerId="ADAL" clId="{C57B405C-1328-424D-990D-2F85E0044F4C}" dt="2021-06-09T12:12:53.874" v="2197" actId="20577"/>
        <pc:sldMkLst>
          <pc:docMk/>
          <pc:sldMk cId="3825885641" sldId="1331"/>
        </pc:sldMkLst>
        <pc:spChg chg="mod">
          <ac:chgData name="Soumita Sengupta" userId="4afa6ce1-cb01-46c2-8538-4650222f0c96" providerId="ADAL" clId="{C57B405C-1328-424D-990D-2F85E0044F4C}" dt="2021-06-09T12:12:53.874" v="2197" actId="20577"/>
          <ac:spMkLst>
            <pc:docMk/>
            <pc:sldMk cId="3825885641" sldId="1331"/>
            <ac:spMk id="2" creationId="{57983F62-BBB9-431B-A37F-BDA0DC7153F6}"/>
          </ac:spMkLst>
        </pc:spChg>
      </pc:sldChg>
      <pc:sldChg chg="modSp add mod">
        <pc:chgData name="Soumita Sengupta" userId="4afa6ce1-cb01-46c2-8538-4650222f0c96" providerId="ADAL" clId="{C57B405C-1328-424D-990D-2F85E0044F4C}" dt="2021-06-16T07:49:40.235" v="3138" actId="27636"/>
        <pc:sldMkLst>
          <pc:docMk/>
          <pc:sldMk cId="3080214361" sldId="1332"/>
        </pc:sldMkLst>
        <pc:spChg chg="mod">
          <ac:chgData name="Soumita Sengupta" userId="4afa6ce1-cb01-46c2-8538-4650222f0c96" providerId="ADAL" clId="{C57B405C-1328-424D-990D-2F85E0044F4C}" dt="2021-06-15T13:22:14.398" v="2262" actId="20577"/>
          <ac:spMkLst>
            <pc:docMk/>
            <pc:sldMk cId="3080214361" sldId="1332"/>
            <ac:spMk id="2" creationId="{28798FC0-737C-4EAE-92DC-7EE712C795F3}"/>
          </ac:spMkLst>
        </pc:spChg>
        <pc:spChg chg="mod">
          <ac:chgData name="Soumita Sengupta" userId="4afa6ce1-cb01-46c2-8538-4650222f0c96" providerId="ADAL" clId="{C57B405C-1328-424D-990D-2F85E0044F4C}" dt="2021-06-16T07:49:40.235" v="3138" actId="27636"/>
          <ac:spMkLst>
            <pc:docMk/>
            <pc:sldMk cId="3080214361" sldId="1332"/>
            <ac:spMk id="3" creationId="{D3677530-8219-4DBE-89C3-233B723060F9}"/>
          </ac:spMkLst>
        </pc:spChg>
      </pc:sldChg>
      <pc:sldChg chg="modSp add mod ord">
        <pc:chgData name="Soumita Sengupta" userId="4afa6ce1-cb01-46c2-8538-4650222f0c96" providerId="ADAL" clId="{C57B405C-1328-424D-990D-2F85E0044F4C}" dt="2021-06-15T13:22:55.235" v="2285" actId="20577"/>
        <pc:sldMkLst>
          <pc:docMk/>
          <pc:sldMk cId="3051288005" sldId="1333"/>
        </pc:sldMkLst>
        <pc:spChg chg="mod">
          <ac:chgData name="Soumita Sengupta" userId="4afa6ce1-cb01-46c2-8538-4650222f0c96" providerId="ADAL" clId="{C57B405C-1328-424D-990D-2F85E0044F4C}" dt="2021-06-15T13:22:55.235" v="2285" actId="20577"/>
          <ac:spMkLst>
            <pc:docMk/>
            <pc:sldMk cId="3051288005" sldId="1333"/>
            <ac:spMk id="2" creationId="{57983F62-BBB9-431B-A37F-BDA0DC7153F6}"/>
          </ac:spMkLst>
        </pc:spChg>
      </pc:sldChg>
      <pc:sldChg chg="modSp add mod">
        <pc:chgData name="Soumita Sengupta" userId="4afa6ce1-cb01-46c2-8538-4650222f0c96" providerId="ADAL" clId="{C57B405C-1328-424D-990D-2F85E0044F4C}" dt="2021-06-15T13:26:49.185" v="2344" actId="20577"/>
        <pc:sldMkLst>
          <pc:docMk/>
          <pc:sldMk cId="3612439745" sldId="1334"/>
        </pc:sldMkLst>
        <pc:spChg chg="mod">
          <ac:chgData name="Soumita Sengupta" userId="4afa6ce1-cb01-46c2-8538-4650222f0c96" providerId="ADAL" clId="{C57B405C-1328-424D-990D-2F85E0044F4C}" dt="2021-06-15T13:26:49.185" v="2344" actId="20577"/>
          <ac:spMkLst>
            <pc:docMk/>
            <pc:sldMk cId="3612439745" sldId="1334"/>
            <ac:spMk id="2" creationId="{57983F62-BBB9-431B-A37F-BDA0DC7153F6}"/>
          </ac:spMkLst>
        </pc:spChg>
      </pc:sldChg>
      <pc:sldChg chg="modSp add mod">
        <pc:chgData name="Soumita Sengupta" userId="4afa6ce1-cb01-46c2-8538-4650222f0c96" providerId="ADAL" clId="{C57B405C-1328-424D-990D-2F85E0044F4C}" dt="2021-06-15T13:27:14.199" v="2367" actId="20577"/>
        <pc:sldMkLst>
          <pc:docMk/>
          <pc:sldMk cId="4631750" sldId="1335"/>
        </pc:sldMkLst>
        <pc:spChg chg="mod">
          <ac:chgData name="Soumita Sengupta" userId="4afa6ce1-cb01-46c2-8538-4650222f0c96" providerId="ADAL" clId="{C57B405C-1328-424D-990D-2F85E0044F4C}" dt="2021-06-15T13:27:14.199" v="2367" actId="20577"/>
          <ac:spMkLst>
            <pc:docMk/>
            <pc:sldMk cId="4631750" sldId="1335"/>
            <ac:spMk id="2" creationId="{57983F62-BBB9-431B-A37F-BDA0DC7153F6}"/>
          </ac:spMkLst>
        </pc:spChg>
      </pc:sldChg>
      <pc:sldChg chg="modSp add mod">
        <pc:chgData name="Soumita Sengupta" userId="4afa6ce1-cb01-46c2-8538-4650222f0c96" providerId="ADAL" clId="{C57B405C-1328-424D-990D-2F85E0044F4C}" dt="2021-06-15T13:27:39.767" v="2385" actId="20577"/>
        <pc:sldMkLst>
          <pc:docMk/>
          <pc:sldMk cId="736621240" sldId="1336"/>
        </pc:sldMkLst>
        <pc:spChg chg="mod">
          <ac:chgData name="Soumita Sengupta" userId="4afa6ce1-cb01-46c2-8538-4650222f0c96" providerId="ADAL" clId="{C57B405C-1328-424D-990D-2F85E0044F4C}" dt="2021-06-15T13:27:39.767" v="2385" actId="20577"/>
          <ac:spMkLst>
            <pc:docMk/>
            <pc:sldMk cId="736621240" sldId="1336"/>
            <ac:spMk id="2" creationId="{57983F62-BBB9-431B-A37F-BDA0DC7153F6}"/>
          </ac:spMkLst>
        </pc:spChg>
      </pc:sldChg>
      <pc:sldChg chg="modSp add mod">
        <pc:chgData name="Soumita Sengupta" userId="4afa6ce1-cb01-46c2-8538-4650222f0c96" providerId="ADAL" clId="{C57B405C-1328-424D-990D-2F85E0044F4C}" dt="2021-06-15T13:27:48.312" v="2393" actId="20577"/>
        <pc:sldMkLst>
          <pc:docMk/>
          <pc:sldMk cId="2486887644" sldId="1337"/>
        </pc:sldMkLst>
        <pc:spChg chg="mod">
          <ac:chgData name="Soumita Sengupta" userId="4afa6ce1-cb01-46c2-8538-4650222f0c96" providerId="ADAL" clId="{C57B405C-1328-424D-990D-2F85E0044F4C}" dt="2021-06-15T13:27:48.312" v="2393" actId="20577"/>
          <ac:spMkLst>
            <pc:docMk/>
            <pc:sldMk cId="2486887644" sldId="1337"/>
            <ac:spMk id="2" creationId="{57983F62-BBB9-431B-A37F-BDA0DC7153F6}"/>
          </ac:spMkLst>
        </pc:spChg>
      </pc:sldChg>
      <pc:sldChg chg="modSp add mod">
        <pc:chgData name="Soumita Sengupta" userId="4afa6ce1-cb01-46c2-8538-4650222f0c96" providerId="ADAL" clId="{C57B405C-1328-424D-990D-2F85E0044F4C}" dt="2021-06-15T13:27:58.861" v="2411" actId="20577"/>
        <pc:sldMkLst>
          <pc:docMk/>
          <pc:sldMk cId="2283558231" sldId="1338"/>
        </pc:sldMkLst>
        <pc:spChg chg="mod">
          <ac:chgData name="Soumita Sengupta" userId="4afa6ce1-cb01-46c2-8538-4650222f0c96" providerId="ADAL" clId="{C57B405C-1328-424D-990D-2F85E0044F4C}" dt="2021-06-15T13:27:58.861" v="2411" actId="20577"/>
          <ac:spMkLst>
            <pc:docMk/>
            <pc:sldMk cId="2283558231" sldId="1338"/>
            <ac:spMk id="2" creationId="{57983F62-BBB9-431B-A37F-BDA0DC7153F6}"/>
          </ac:spMkLst>
        </pc:spChg>
      </pc:sldChg>
      <pc:sldChg chg="addSp delSp modSp new mod">
        <pc:chgData name="Soumita Sengupta" userId="4afa6ce1-cb01-46c2-8538-4650222f0c96" providerId="ADAL" clId="{C57B405C-1328-424D-990D-2F85E0044F4C}" dt="2021-06-16T11:54:29.583" v="3938" actId="113"/>
        <pc:sldMkLst>
          <pc:docMk/>
          <pc:sldMk cId="2506302366" sldId="1339"/>
        </pc:sldMkLst>
        <pc:spChg chg="add del mod">
          <ac:chgData name="Soumita Sengupta" userId="4afa6ce1-cb01-46c2-8538-4650222f0c96" providerId="ADAL" clId="{C57B405C-1328-424D-990D-2F85E0044F4C}" dt="2021-06-16T10:45:40.497" v="3485" actId="20577"/>
          <ac:spMkLst>
            <pc:docMk/>
            <pc:sldMk cId="2506302366" sldId="1339"/>
            <ac:spMk id="2" creationId="{E95A8B90-5061-4744-9826-2849E3B2A867}"/>
          </ac:spMkLst>
        </pc:spChg>
        <pc:spChg chg="add del mod">
          <ac:chgData name="Soumita Sengupta" userId="4afa6ce1-cb01-46c2-8538-4650222f0c96" providerId="ADAL" clId="{C57B405C-1328-424D-990D-2F85E0044F4C}" dt="2021-06-16T11:54:29.583" v="3938" actId="113"/>
          <ac:spMkLst>
            <pc:docMk/>
            <pc:sldMk cId="2506302366" sldId="1339"/>
            <ac:spMk id="3" creationId="{1F4513C0-A900-4713-B675-AB3D1A29BA83}"/>
          </ac:spMkLst>
        </pc:spChg>
        <pc:spChg chg="add del mod">
          <ac:chgData name="Soumita Sengupta" userId="4afa6ce1-cb01-46c2-8538-4650222f0c96" providerId="ADAL" clId="{C57B405C-1328-424D-990D-2F85E0044F4C}" dt="2021-06-16T07:34:17.815" v="3089" actId="21"/>
          <ac:spMkLst>
            <pc:docMk/>
            <pc:sldMk cId="2506302366" sldId="1339"/>
            <ac:spMk id="7" creationId="{54D2CCC2-3600-4A14-8B5A-D9019646CACE}"/>
          </ac:spMkLst>
        </pc:spChg>
        <pc:spChg chg="add del mod">
          <ac:chgData name="Soumita Sengupta" userId="4afa6ce1-cb01-46c2-8538-4650222f0c96" providerId="ADAL" clId="{C57B405C-1328-424D-990D-2F85E0044F4C}" dt="2021-06-16T10:44:36.297" v="3456" actId="478"/>
          <ac:spMkLst>
            <pc:docMk/>
            <pc:sldMk cId="2506302366" sldId="1339"/>
            <ac:spMk id="10" creationId="{E237D4EA-2AE9-4E33-8D4F-A2DB802C5EB2}"/>
          </ac:spMkLst>
        </pc:spChg>
        <pc:spChg chg="mod">
          <ac:chgData name="Soumita Sengupta" userId="4afa6ce1-cb01-46c2-8538-4650222f0c96" providerId="ADAL" clId="{C57B405C-1328-424D-990D-2F85E0044F4C}" dt="2021-06-16T11:53:42.628" v="3928"/>
          <ac:spMkLst>
            <pc:docMk/>
            <pc:sldMk cId="2506302366" sldId="1339"/>
            <ac:spMk id="13" creationId="{475280A6-B1E5-40D1-B75D-03E16BA4205C}"/>
          </ac:spMkLst>
        </pc:spChg>
        <pc:spChg chg="mod">
          <ac:chgData name="Soumita Sengupta" userId="4afa6ce1-cb01-46c2-8538-4650222f0c96" providerId="ADAL" clId="{C57B405C-1328-424D-990D-2F85E0044F4C}" dt="2021-06-16T11:54:00.888" v="3933"/>
          <ac:spMkLst>
            <pc:docMk/>
            <pc:sldMk cId="2506302366" sldId="1339"/>
            <ac:spMk id="16" creationId="{40D8307D-6FB2-45FE-A214-86F479E834DF}"/>
          </ac:spMkLst>
        </pc:spChg>
        <pc:grpChg chg="add mod">
          <ac:chgData name="Soumita Sengupta" userId="4afa6ce1-cb01-46c2-8538-4650222f0c96" providerId="ADAL" clId="{C57B405C-1328-424D-990D-2F85E0044F4C}" dt="2021-06-16T11:53:49.303" v="3931" actId="1076"/>
          <ac:grpSpMkLst>
            <pc:docMk/>
            <pc:sldMk cId="2506302366" sldId="1339"/>
            <ac:grpSpMk id="11" creationId="{A2E79D37-8624-425A-B97A-72802C97AFA5}"/>
          </ac:grpSpMkLst>
        </pc:grpChg>
        <pc:grpChg chg="add mod">
          <ac:chgData name="Soumita Sengupta" userId="4afa6ce1-cb01-46c2-8538-4650222f0c96" providerId="ADAL" clId="{C57B405C-1328-424D-990D-2F85E0044F4C}" dt="2021-06-16T11:54:03.336" v="3934" actId="1076"/>
          <ac:grpSpMkLst>
            <pc:docMk/>
            <pc:sldMk cId="2506302366" sldId="1339"/>
            <ac:grpSpMk id="14" creationId="{0BEFA503-B366-46D0-A7E6-31F9E43619F1}"/>
          </ac:grpSpMkLst>
        </pc:grpChg>
        <pc:picChg chg="add del mod">
          <ac:chgData name="Soumita Sengupta" userId="4afa6ce1-cb01-46c2-8538-4650222f0c96" providerId="ADAL" clId="{C57B405C-1328-424D-990D-2F85E0044F4C}" dt="2021-06-16T10:24:31.861" v="3227"/>
          <ac:picMkLst>
            <pc:docMk/>
            <pc:sldMk cId="2506302366" sldId="1339"/>
            <ac:picMk id="8" creationId="{8391410F-900A-4B35-B0F2-88AAA2FDC488}"/>
          </ac:picMkLst>
        </pc:picChg>
        <pc:picChg chg="mod">
          <ac:chgData name="Soumita Sengupta" userId="4afa6ce1-cb01-46c2-8538-4650222f0c96" providerId="ADAL" clId="{C57B405C-1328-424D-990D-2F85E0044F4C}" dt="2021-06-16T11:53:42.628" v="3928"/>
          <ac:picMkLst>
            <pc:docMk/>
            <pc:sldMk cId="2506302366" sldId="1339"/>
            <ac:picMk id="12" creationId="{A0C1E231-2060-445F-8674-BF4FB6904AB9}"/>
          </ac:picMkLst>
        </pc:picChg>
        <pc:picChg chg="mod">
          <ac:chgData name="Soumita Sengupta" userId="4afa6ce1-cb01-46c2-8538-4650222f0c96" providerId="ADAL" clId="{C57B405C-1328-424D-990D-2F85E0044F4C}" dt="2021-06-16T11:54:00.888" v="3933"/>
          <ac:picMkLst>
            <pc:docMk/>
            <pc:sldMk cId="2506302366" sldId="1339"/>
            <ac:picMk id="15" creationId="{DE9EFFD6-8658-47CF-85DB-4A7B940D88A6}"/>
          </ac:picMkLst>
        </pc:picChg>
        <pc:cxnChg chg="add mod">
          <ac:chgData name="Soumita Sengupta" userId="4afa6ce1-cb01-46c2-8538-4650222f0c96" providerId="ADAL" clId="{C57B405C-1328-424D-990D-2F85E0044F4C}" dt="2021-06-16T11:54:11.654" v="3936" actId="1076"/>
          <ac:cxnSpMkLst>
            <pc:docMk/>
            <pc:sldMk cId="2506302366" sldId="1339"/>
            <ac:cxnSpMk id="17" creationId="{0712C3FE-6689-4A6F-B858-F53755022945}"/>
          </ac:cxnSpMkLst>
        </pc:cxnChg>
      </pc:sldChg>
      <pc:sldChg chg="new del">
        <pc:chgData name="Soumita Sengupta" userId="4afa6ce1-cb01-46c2-8538-4650222f0c96" providerId="ADAL" clId="{C57B405C-1328-424D-990D-2F85E0044F4C}" dt="2021-06-16T07:30:20.125" v="2842" actId="47"/>
        <pc:sldMkLst>
          <pc:docMk/>
          <pc:sldMk cId="1179560997" sldId="1340"/>
        </pc:sldMkLst>
      </pc:sldChg>
      <pc:sldChg chg="addSp modSp add mod">
        <pc:chgData name="Soumita Sengupta" userId="4afa6ce1-cb01-46c2-8538-4650222f0c96" providerId="ADAL" clId="{C57B405C-1328-424D-990D-2F85E0044F4C}" dt="2021-06-16T07:33:51.624" v="3085" actId="1076"/>
        <pc:sldMkLst>
          <pc:docMk/>
          <pc:sldMk cId="3821216101" sldId="1340"/>
        </pc:sldMkLst>
        <pc:spChg chg="add mod">
          <ac:chgData name="Soumita Sengupta" userId="4afa6ce1-cb01-46c2-8538-4650222f0c96" providerId="ADAL" clId="{C57B405C-1328-424D-990D-2F85E0044F4C}" dt="2021-06-16T07:32:45.267" v="3074" actId="20577"/>
          <ac:spMkLst>
            <pc:docMk/>
            <pc:sldMk cId="3821216101" sldId="1340"/>
            <ac:spMk id="8" creationId="{036C0413-D8F6-46EA-AB44-E5486C40922F}"/>
          </ac:spMkLst>
        </pc:spChg>
        <pc:picChg chg="mod">
          <ac:chgData name="Soumita Sengupta" userId="4afa6ce1-cb01-46c2-8538-4650222f0c96" providerId="ADAL" clId="{C57B405C-1328-424D-990D-2F85E0044F4C}" dt="2021-06-16T07:33:51.624" v="3085" actId="1076"/>
          <ac:picMkLst>
            <pc:docMk/>
            <pc:sldMk cId="3821216101" sldId="1340"/>
            <ac:picMk id="6" creationId="{FB68FA30-584D-461E-8C69-71D17EE9A70F}"/>
          </ac:picMkLst>
        </pc:picChg>
      </pc:sldChg>
      <pc:sldChg chg="modSp add mod">
        <pc:chgData name="Soumita Sengupta" userId="4afa6ce1-cb01-46c2-8538-4650222f0c96" providerId="ADAL" clId="{C57B405C-1328-424D-990D-2F85E0044F4C}" dt="2021-06-16T07:51:58.463" v="3146"/>
        <pc:sldMkLst>
          <pc:docMk/>
          <pc:sldMk cId="2288279991" sldId="1341"/>
        </pc:sldMkLst>
        <pc:spChg chg="mod">
          <ac:chgData name="Soumita Sengupta" userId="4afa6ce1-cb01-46c2-8538-4650222f0c96" providerId="ADAL" clId="{C57B405C-1328-424D-990D-2F85E0044F4C}" dt="2021-06-16T07:51:58.463" v="3146"/>
          <ac:spMkLst>
            <pc:docMk/>
            <pc:sldMk cId="2288279991" sldId="1341"/>
            <ac:spMk id="3" creationId="{D3677530-8219-4DBE-89C3-233B723060F9}"/>
          </ac:spMkLst>
        </pc:spChg>
      </pc:sldChg>
      <pc:sldChg chg="modSp add mod">
        <pc:chgData name="Soumita Sengupta" userId="4afa6ce1-cb01-46c2-8538-4650222f0c96" providerId="ADAL" clId="{C57B405C-1328-424D-990D-2F85E0044F4C}" dt="2021-06-16T07:55:20.399" v="3180"/>
        <pc:sldMkLst>
          <pc:docMk/>
          <pc:sldMk cId="4156669174" sldId="1342"/>
        </pc:sldMkLst>
        <pc:spChg chg="mod">
          <ac:chgData name="Soumita Sengupta" userId="4afa6ce1-cb01-46c2-8538-4650222f0c96" providerId="ADAL" clId="{C57B405C-1328-424D-990D-2F85E0044F4C}" dt="2021-06-16T07:53:13.684" v="3174" actId="20577"/>
          <ac:spMkLst>
            <pc:docMk/>
            <pc:sldMk cId="4156669174" sldId="1342"/>
            <ac:spMk id="2" creationId="{28798FC0-737C-4EAE-92DC-7EE712C795F3}"/>
          </ac:spMkLst>
        </pc:spChg>
        <pc:spChg chg="mod">
          <ac:chgData name="Soumita Sengupta" userId="4afa6ce1-cb01-46c2-8538-4650222f0c96" providerId="ADAL" clId="{C57B405C-1328-424D-990D-2F85E0044F4C}" dt="2021-06-16T07:55:20.399" v="3180"/>
          <ac:spMkLst>
            <pc:docMk/>
            <pc:sldMk cId="4156669174" sldId="1342"/>
            <ac:spMk id="3" creationId="{D3677530-8219-4DBE-89C3-233B723060F9}"/>
          </ac:spMkLst>
        </pc:spChg>
      </pc:sldChg>
      <pc:sldChg chg="modSp add mod">
        <pc:chgData name="Soumita Sengupta" userId="4afa6ce1-cb01-46c2-8538-4650222f0c96" providerId="ADAL" clId="{C57B405C-1328-424D-990D-2F85E0044F4C}" dt="2021-06-16T08:00:22.955" v="3196" actId="27636"/>
        <pc:sldMkLst>
          <pc:docMk/>
          <pc:sldMk cId="3268168444" sldId="1343"/>
        </pc:sldMkLst>
        <pc:spChg chg="mod">
          <ac:chgData name="Soumita Sengupta" userId="4afa6ce1-cb01-46c2-8538-4650222f0c96" providerId="ADAL" clId="{C57B405C-1328-424D-990D-2F85E0044F4C}" dt="2021-06-16T08:00:22.955" v="3196" actId="27636"/>
          <ac:spMkLst>
            <pc:docMk/>
            <pc:sldMk cId="3268168444" sldId="1343"/>
            <ac:spMk id="3" creationId="{D3677530-8219-4DBE-89C3-233B723060F9}"/>
          </ac:spMkLst>
        </pc:spChg>
      </pc:sldChg>
      <pc:sldChg chg="modSp add mod">
        <pc:chgData name="Soumita Sengupta" userId="4afa6ce1-cb01-46c2-8538-4650222f0c96" providerId="ADAL" clId="{C57B405C-1328-424D-990D-2F85E0044F4C}" dt="2021-06-16T07:58:49.064" v="3190" actId="20577"/>
        <pc:sldMkLst>
          <pc:docMk/>
          <pc:sldMk cId="580919392" sldId="1344"/>
        </pc:sldMkLst>
        <pc:spChg chg="mod">
          <ac:chgData name="Soumita Sengupta" userId="4afa6ce1-cb01-46c2-8538-4650222f0c96" providerId="ADAL" clId="{C57B405C-1328-424D-990D-2F85E0044F4C}" dt="2021-06-16T07:58:49.064" v="3190" actId="20577"/>
          <ac:spMkLst>
            <pc:docMk/>
            <pc:sldMk cId="580919392" sldId="1344"/>
            <ac:spMk id="3" creationId="{D3677530-8219-4DBE-89C3-233B723060F9}"/>
          </ac:spMkLst>
        </pc:spChg>
      </pc:sldChg>
      <pc:sldChg chg="addSp delSp modSp add del mod">
        <pc:chgData name="Soumita Sengupta" userId="4afa6ce1-cb01-46c2-8538-4650222f0c96" providerId="ADAL" clId="{C57B405C-1328-424D-990D-2F85E0044F4C}" dt="2021-06-16T11:54:20.018" v="3937" actId="47"/>
        <pc:sldMkLst>
          <pc:docMk/>
          <pc:sldMk cId="3246622478" sldId="1345"/>
        </pc:sldMkLst>
        <pc:spChg chg="mod">
          <ac:chgData name="Soumita Sengupta" userId="4afa6ce1-cb01-46c2-8538-4650222f0c96" providerId="ADAL" clId="{C57B405C-1328-424D-990D-2F85E0044F4C}" dt="2021-06-16T10:45:56.372" v="3489" actId="20577"/>
          <ac:spMkLst>
            <pc:docMk/>
            <pc:sldMk cId="3246622478" sldId="1345"/>
            <ac:spMk id="2" creationId="{E95A8B90-5061-4744-9826-2849E3B2A867}"/>
          </ac:spMkLst>
        </pc:spChg>
        <pc:spChg chg="mod">
          <ac:chgData name="Soumita Sengupta" userId="4afa6ce1-cb01-46c2-8538-4650222f0c96" providerId="ADAL" clId="{C57B405C-1328-424D-990D-2F85E0044F4C}" dt="2021-06-16T10:21:04.359" v="3199" actId="6549"/>
          <ac:spMkLst>
            <pc:docMk/>
            <pc:sldMk cId="3246622478" sldId="1345"/>
            <ac:spMk id="3" creationId="{1F4513C0-A900-4713-B675-AB3D1A29BA83}"/>
          </ac:spMkLst>
        </pc:spChg>
        <pc:spChg chg="add mod">
          <ac:chgData name="Soumita Sengupta" userId="4afa6ce1-cb01-46c2-8538-4650222f0c96" providerId="ADAL" clId="{C57B405C-1328-424D-990D-2F85E0044F4C}" dt="2021-06-16T11:53:57.541" v="3932" actId="164"/>
          <ac:spMkLst>
            <pc:docMk/>
            <pc:sldMk cId="3246622478" sldId="1345"/>
            <ac:spMk id="11" creationId="{675A5BEB-2D29-4E38-B825-25A99B709C97}"/>
          </ac:spMkLst>
        </pc:spChg>
        <pc:spChg chg="add mod">
          <ac:chgData name="Soumita Sengupta" userId="4afa6ce1-cb01-46c2-8538-4650222f0c96" providerId="ADAL" clId="{C57B405C-1328-424D-990D-2F85E0044F4C}" dt="2021-06-16T11:53:38.842" v="3927" actId="164"/>
          <ac:spMkLst>
            <pc:docMk/>
            <pc:sldMk cId="3246622478" sldId="1345"/>
            <ac:spMk id="12" creationId="{4859AC53-D239-4CD0-B5A3-D10C7BDF9453}"/>
          </ac:spMkLst>
        </pc:spChg>
        <pc:spChg chg="add mod">
          <ac:chgData name="Soumita Sengupta" userId="4afa6ce1-cb01-46c2-8538-4650222f0c96" providerId="ADAL" clId="{C57B405C-1328-424D-990D-2F85E0044F4C}" dt="2021-06-16T10:45:22.294" v="3483" actId="20577"/>
          <ac:spMkLst>
            <pc:docMk/>
            <pc:sldMk cId="3246622478" sldId="1345"/>
            <ac:spMk id="15" creationId="{ECB37FA7-C883-4753-8BDF-C1D36917B631}"/>
          </ac:spMkLst>
        </pc:spChg>
        <pc:spChg chg="add mod">
          <ac:chgData name="Soumita Sengupta" userId="4afa6ce1-cb01-46c2-8538-4650222f0c96" providerId="ADAL" clId="{C57B405C-1328-424D-990D-2F85E0044F4C}" dt="2021-06-16T10:45:53.906" v="3488" actId="20577"/>
          <ac:spMkLst>
            <pc:docMk/>
            <pc:sldMk cId="3246622478" sldId="1345"/>
            <ac:spMk id="16" creationId="{35AFCF8D-7764-4DA9-976D-0BDF001D6981}"/>
          </ac:spMkLst>
        </pc:spChg>
        <pc:grpChg chg="add mod">
          <ac:chgData name="Soumita Sengupta" userId="4afa6ce1-cb01-46c2-8538-4650222f0c96" providerId="ADAL" clId="{C57B405C-1328-424D-990D-2F85E0044F4C}" dt="2021-06-16T11:53:38.842" v="3927" actId="164"/>
          <ac:grpSpMkLst>
            <pc:docMk/>
            <pc:sldMk cId="3246622478" sldId="1345"/>
            <ac:grpSpMk id="17" creationId="{F2AB39D3-B298-4A06-976C-3C7FB653B6FA}"/>
          </ac:grpSpMkLst>
        </pc:grpChg>
        <pc:grpChg chg="add mod">
          <ac:chgData name="Soumita Sengupta" userId="4afa6ce1-cb01-46c2-8538-4650222f0c96" providerId="ADAL" clId="{C57B405C-1328-424D-990D-2F85E0044F4C}" dt="2021-06-16T11:53:57.541" v="3932" actId="164"/>
          <ac:grpSpMkLst>
            <pc:docMk/>
            <pc:sldMk cId="3246622478" sldId="1345"/>
            <ac:grpSpMk id="18" creationId="{A5EF4831-AACC-432F-A855-836A76953998}"/>
          </ac:grpSpMkLst>
        </pc:grpChg>
        <pc:picChg chg="add del mod modCrop">
          <ac:chgData name="Soumita Sengupta" userId="4afa6ce1-cb01-46c2-8538-4650222f0c96" providerId="ADAL" clId="{C57B405C-1328-424D-990D-2F85E0044F4C}" dt="2021-06-16T10:21:25.579" v="3204" actId="478"/>
          <ac:picMkLst>
            <pc:docMk/>
            <pc:sldMk cId="3246622478" sldId="1345"/>
            <ac:picMk id="7" creationId="{82CB9201-C8B6-46D8-9010-39B274FD080D}"/>
          </ac:picMkLst>
        </pc:picChg>
        <pc:picChg chg="add del mod modCrop">
          <ac:chgData name="Soumita Sengupta" userId="4afa6ce1-cb01-46c2-8538-4650222f0c96" providerId="ADAL" clId="{C57B405C-1328-424D-990D-2F85E0044F4C}" dt="2021-06-16T11:53:38.842" v="3927" actId="164"/>
          <ac:picMkLst>
            <pc:docMk/>
            <pc:sldMk cId="3246622478" sldId="1345"/>
            <ac:picMk id="9" creationId="{C239A9D0-7359-4FF7-B896-6FF8D6A0FA69}"/>
          </ac:picMkLst>
        </pc:picChg>
        <pc:picChg chg="add mod">
          <ac:chgData name="Soumita Sengupta" userId="4afa6ce1-cb01-46c2-8538-4650222f0c96" providerId="ADAL" clId="{C57B405C-1328-424D-990D-2F85E0044F4C}" dt="2021-06-16T11:53:57.541" v="3932" actId="164"/>
          <ac:picMkLst>
            <pc:docMk/>
            <pc:sldMk cId="3246622478" sldId="1345"/>
            <ac:picMk id="10" creationId="{20FE40E0-A7D3-4B11-AB38-7F752B9F1CED}"/>
          </ac:picMkLst>
        </pc:picChg>
        <pc:cxnChg chg="add mod">
          <ac:chgData name="Soumita Sengupta" userId="4afa6ce1-cb01-46c2-8538-4650222f0c96" providerId="ADAL" clId="{C57B405C-1328-424D-990D-2F85E0044F4C}" dt="2021-06-16T10:29:44.743" v="3273" actId="1076"/>
          <ac:cxnSpMkLst>
            <pc:docMk/>
            <pc:sldMk cId="3246622478" sldId="1345"/>
            <ac:cxnSpMk id="14" creationId="{4E37A35F-9082-4ADF-8278-49A1D6FB5858}"/>
          </ac:cxnSpMkLst>
        </pc:cxnChg>
      </pc:sldChg>
      <pc:sldChg chg="addSp delSp modSp new del mod">
        <pc:chgData name="Soumita Sengupta" userId="4afa6ce1-cb01-46c2-8538-4650222f0c96" providerId="ADAL" clId="{C57B405C-1328-424D-990D-2F85E0044F4C}" dt="2021-06-16T10:28:13.504" v="3258" actId="47"/>
        <pc:sldMkLst>
          <pc:docMk/>
          <pc:sldMk cId="3493942679" sldId="1346"/>
        </pc:sldMkLst>
        <pc:spChg chg="del">
          <ac:chgData name="Soumita Sengupta" userId="4afa6ce1-cb01-46c2-8538-4650222f0c96" providerId="ADAL" clId="{C57B405C-1328-424D-990D-2F85E0044F4C}" dt="2021-06-16T10:23:11.147" v="3212" actId="22"/>
          <ac:spMkLst>
            <pc:docMk/>
            <pc:sldMk cId="3493942679" sldId="1346"/>
            <ac:spMk id="3" creationId="{0438EA1F-BC57-4CC6-8820-A978FE1B2A96}"/>
          </ac:spMkLst>
        </pc:spChg>
        <pc:spChg chg="add mod">
          <ac:chgData name="Soumita Sengupta" userId="4afa6ce1-cb01-46c2-8538-4650222f0c96" providerId="ADAL" clId="{C57B405C-1328-424D-990D-2F85E0044F4C}" dt="2021-06-16T10:24:48.253" v="3231" actId="21"/>
          <ac:spMkLst>
            <pc:docMk/>
            <pc:sldMk cId="3493942679" sldId="1346"/>
            <ac:spMk id="9" creationId="{91CEF07F-EA01-48BB-BEFD-5EB28195DB5D}"/>
          </ac:spMkLst>
        </pc:spChg>
        <pc:picChg chg="add del mod ord modCrop">
          <ac:chgData name="Soumita Sengupta" userId="4afa6ce1-cb01-46c2-8538-4650222f0c96" providerId="ADAL" clId="{C57B405C-1328-424D-990D-2F85E0044F4C}" dt="2021-06-16T10:24:48.253" v="3231" actId="21"/>
          <ac:picMkLst>
            <pc:docMk/>
            <pc:sldMk cId="3493942679" sldId="1346"/>
            <ac:picMk id="7" creationId="{9CC70AC0-A6BB-4BBD-9897-221C4ED76452}"/>
          </ac:picMkLst>
        </pc:picChg>
      </pc:sldChg>
    </pc:docChg>
  </pc:docChgLst>
  <pc:docChgLst>
    <pc:chgData name="Soumita Sengupta" userId="4afa6ce1-cb01-46c2-8538-4650222f0c96" providerId="ADAL" clId="{46DF16B1-DF4E-4810-B0DB-6F1B830FE49B}"/>
    <pc:docChg chg="undo custSel delSld modSld">
      <pc:chgData name="Soumita Sengupta" userId="4afa6ce1-cb01-46c2-8538-4650222f0c96" providerId="ADAL" clId="{46DF16B1-DF4E-4810-B0DB-6F1B830FE49B}" dt="2021-06-01T09:56:50.773" v="22" actId="47"/>
      <pc:docMkLst>
        <pc:docMk/>
      </pc:docMkLst>
      <pc:sldChg chg="del">
        <pc:chgData name="Soumita Sengupta" userId="4afa6ce1-cb01-46c2-8538-4650222f0c96" providerId="ADAL" clId="{46DF16B1-DF4E-4810-B0DB-6F1B830FE49B}" dt="2021-06-01T09:56:45.690" v="8" actId="47"/>
        <pc:sldMkLst>
          <pc:docMk/>
          <pc:sldMk cId="1022635140" sldId="259"/>
        </pc:sldMkLst>
      </pc:sldChg>
      <pc:sldChg chg="del">
        <pc:chgData name="Soumita Sengupta" userId="4afa6ce1-cb01-46c2-8538-4650222f0c96" providerId="ADAL" clId="{46DF16B1-DF4E-4810-B0DB-6F1B830FE49B}" dt="2021-06-01T09:56:46.392" v="12" actId="47"/>
        <pc:sldMkLst>
          <pc:docMk/>
          <pc:sldMk cId="1672968615" sldId="261"/>
        </pc:sldMkLst>
      </pc:sldChg>
      <pc:sldChg chg="del">
        <pc:chgData name="Soumita Sengupta" userId="4afa6ce1-cb01-46c2-8538-4650222f0c96" providerId="ADAL" clId="{46DF16B1-DF4E-4810-B0DB-6F1B830FE49B}" dt="2021-06-01T09:56:47.173" v="13" actId="47"/>
        <pc:sldMkLst>
          <pc:docMk/>
          <pc:sldMk cId="1736851683" sldId="262"/>
        </pc:sldMkLst>
      </pc:sldChg>
      <pc:sldChg chg="del">
        <pc:chgData name="Soumita Sengupta" userId="4afa6ce1-cb01-46c2-8538-4650222f0c96" providerId="ADAL" clId="{46DF16B1-DF4E-4810-B0DB-6F1B830FE49B}" dt="2021-06-01T09:56:49.102" v="14" actId="47"/>
        <pc:sldMkLst>
          <pc:docMk/>
          <pc:sldMk cId="2420192051" sldId="263"/>
        </pc:sldMkLst>
      </pc:sldChg>
      <pc:sldChg chg="del">
        <pc:chgData name="Soumita Sengupta" userId="4afa6ce1-cb01-46c2-8538-4650222f0c96" providerId="ADAL" clId="{46DF16B1-DF4E-4810-B0DB-6F1B830FE49B}" dt="2021-06-01T09:56:49.255" v="15" actId="47"/>
        <pc:sldMkLst>
          <pc:docMk/>
          <pc:sldMk cId="2264191856" sldId="264"/>
        </pc:sldMkLst>
      </pc:sldChg>
      <pc:sldChg chg="del">
        <pc:chgData name="Soumita Sengupta" userId="4afa6ce1-cb01-46c2-8538-4650222f0c96" providerId="ADAL" clId="{46DF16B1-DF4E-4810-B0DB-6F1B830FE49B}" dt="2021-06-01T09:56:49.872" v="17" actId="47"/>
        <pc:sldMkLst>
          <pc:docMk/>
          <pc:sldMk cId="3421038341" sldId="265"/>
        </pc:sldMkLst>
      </pc:sldChg>
      <pc:sldChg chg="del">
        <pc:chgData name="Soumita Sengupta" userId="4afa6ce1-cb01-46c2-8538-4650222f0c96" providerId="ADAL" clId="{46DF16B1-DF4E-4810-B0DB-6F1B830FE49B}" dt="2021-06-01T09:56:50.272" v="19" actId="47"/>
        <pc:sldMkLst>
          <pc:docMk/>
          <pc:sldMk cId="1488796333" sldId="266"/>
        </pc:sldMkLst>
      </pc:sldChg>
      <pc:sldChg chg="del">
        <pc:chgData name="Soumita Sengupta" userId="4afa6ce1-cb01-46c2-8538-4650222f0c96" providerId="ADAL" clId="{46DF16B1-DF4E-4810-B0DB-6F1B830FE49B}" dt="2021-06-01T09:56:49.440" v="16" actId="47"/>
        <pc:sldMkLst>
          <pc:docMk/>
          <pc:sldMk cId="597918064" sldId="273"/>
        </pc:sldMkLst>
      </pc:sldChg>
      <pc:sldChg chg="del">
        <pc:chgData name="Soumita Sengupta" userId="4afa6ce1-cb01-46c2-8538-4650222f0c96" providerId="ADAL" clId="{46DF16B1-DF4E-4810-B0DB-6F1B830FE49B}" dt="2021-06-01T09:56:50.604" v="21" actId="47"/>
        <pc:sldMkLst>
          <pc:docMk/>
          <pc:sldMk cId="2239544602" sldId="275"/>
        </pc:sldMkLst>
      </pc:sldChg>
      <pc:sldChg chg="del">
        <pc:chgData name="Soumita Sengupta" userId="4afa6ce1-cb01-46c2-8538-4650222f0c96" providerId="ADAL" clId="{46DF16B1-DF4E-4810-B0DB-6F1B830FE49B}" dt="2021-06-01T09:56:44.826" v="6" actId="47"/>
        <pc:sldMkLst>
          <pc:docMk/>
          <pc:sldMk cId="1067621467" sldId="296"/>
        </pc:sldMkLst>
      </pc:sldChg>
      <pc:sldChg chg="del">
        <pc:chgData name="Soumita Sengupta" userId="4afa6ce1-cb01-46c2-8538-4650222f0c96" providerId="ADAL" clId="{46DF16B1-DF4E-4810-B0DB-6F1B830FE49B}" dt="2021-06-01T09:56:44.588" v="5" actId="47"/>
        <pc:sldMkLst>
          <pc:docMk/>
          <pc:sldMk cId="423898684" sldId="297"/>
        </pc:sldMkLst>
      </pc:sldChg>
      <pc:sldChg chg="del">
        <pc:chgData name="Soumita Sengupta" userId="4afa6ce1-cb01-46c2-8538-4650222f0c96" providerId="ADAL" clId="{46DF16B1-DF4E-4810-B0DB-6F1B830FE49B}" dt="2021-06-01T09:56:45.875" v="9" actId="47"/>
        <pc:sldMkLst>
          <pc:docMk/>
          <pc:sldMk cId="1391298160" sldId="298"/>
        </pc:sldMkLst>
      </pc:sldChg>
      <pc:sldChg chg="del">
        <pc:chgData name="Soumita Sengupta" userId="4afa6ce1-cb01-46c2-8538-4650222f0c96" providerId="ADAL" clId="{46DF16B1-DF4E-4810-B0DB-6F1B830FE49B}" dt="2021-06-01T09:56:46.022" v="10" actId="47"/>
        <pc:sldMkLst>
          <pc:docMk/>
          <pc:sldMk cId="2991185092" sldId="299"/>
        </pc:sldMkLst>
      </pc:sldChg>
      <pc:sldChg chg="del">
        <pc:chgData name="Soumita Sengupta" userId="4afa6ce1-cb01-46c2-8538-4650222f0c96" providerId="ADAL" clId="{46DF16B1-DF4E-4810-B0DB-6F1B830FE49B}" dt="2021-06-01T09:56:50.088" v="18" actId="47"/>
        <pc:sldMkLst>
          <pc:docMk/>
          <pc:sldMk cId="2793898638" sldId="300"/>
        </pc:sldMkLst>
      </pc:sldChg>
      <pc:sldChg chg="modSp mod">
        <pc:chgData name="Soumita Sengupta" userId="4afa6ce1-cb01-46c2-8538-4650222f0c96" providerId="ADAL" clId="{46DF16B1-DF4E-4810-B0DB-6F1B830FE49B}" dt="2021-06-01T09:56:31.156" v="3" actId="14100"/>
        <pc:sldMkLst>
          <pc:docMk/>
          <pc:sldMk cId="2584036331" sldId="339"/>
        </pc:sldMkLst>
        <pc:spChg chg="mod">
          <ac:chgData name="Soumita Sengupta" userId="4afa6ce1-cb01-46c2-8538-4650222f0c96" providerId="ADAL" clId="{46DF16B1-DF4E-4810-B0DB-6F1B830FE49B}" dt="2021-06-01T09:56:31.156" v="3" actId="14100"/>
          <ac:spMkLst>
            <pc:docMk/>
            <pc:sldMk cId="2584036331" sldId="339"/>
            <ac:spMk id="5" creationId="{6D1A1596-A8D7-4C1A-8956-0FA40A84EFCA}"/>
          </ac:spMkLst>
        </pc:spChg>
      </pc:sldChg>
      <pc:sldChg chg="del">
        <pc:chgData name="Soumita Sengupta" userId="4afa6ce1-cb01-46c2-8538-4650222f0c96" providerId="ADAL" clId="{46DF16B1-DF4E-4810-B0DB-6F1B830FE49B}" dt="2021-06-01T09:56:44.480" v="4" actId="47"/>
        <pc:sldMkLst>
          <pc:docMk/>
          <pc:sldMk cId="473323582" sldId="359"/>
        </pc:sldMkLst>
      </pc:sldChg>
      <pc:sldChg chg="del">
        <pc:chgData name="Soumita Sengupta" userId="4afa6ce1-cb01-46c2-8538-4650222f0c96" providerId="ADAL" clId="{46DF16B1-DF4E-4810-B0DB-6F1B830FE49B}" dt="2021-06-01T09:56:46.176" v="11" actId="47"/>
        <pc:sldMkLst>
          <pc:docMk/>
          <pc:sldMk cId="369802496" sldId="1322"/>
        </pc:sldMkLst>
      </pc:sldChg>
      <pc:sldChg chg="del">
        <pc:chgData name="Soumita Sengupta" userId="4afa6ce1-cb01-46c2-8538-4650222f0c96" providerId="ADAL" clId="{46DF16B1-DF4E-4810-B0DB-6F1B830FE49B}" dt="2021-06-01T09:56:50.441" v="20" actId="47"/>
        <pc:sldMkLst>
          <pc:docMk/>
          <pc:sldMk cId="1209534790" sldId="1324"/>
        </pc:sldMkLst>
      </pc:sldChg>
      <pc:sldChg chg="del">
        <pc:chgData name="Soumita Sengupta" userId="4afa6ce1-cb01-46c2-8538-4650222f0c96" providerId="ADAL" clId="{46DF16B1-DF4E-4810-B0DB-6F1B830FE49B}" dt="2021-06-01T09:56:50.773" v="22" actId="47"/>
        <pc:sldMkLst>
          <pc:docMk/>
          <pc:sldMk cId="3906375660" sldId="1325"/>
        </pc:sldMkLst>
      </pc:sldChg>
      <pc:sldChg chg="del">
        <pc:chgData name="Soumita Sengupta" userId="4afa6ce1-cb01-46c2-8538-4650222f0c96" providerId="ADAL" clId="{46DF16B1-DF4E-4810-B0DB-6F1B830FE49B}" dt="2021-06-01T09:56:45.004" v="7" actId="47"/>
        <pc:sldMkLst>
          <pc:docMk/>
          <pc:sldMk cId="2792125546" sldId="1326"/>
        </pc:sldMkLst>
      </pc:sldChg>
      <pc:sldMasterChg chg="delSldLayout">
        <pc:chgData name="Soumita Sengupta" userId="4afa6ce1-cb01-46c2-8538-4650222f0c96" providerId="ADAL" clId="{46DF16B1-DF4E-4810-B0DB-6F1B830FE49B}" dt="2021-06-01T09:56:46.392" v="12" actId="47"/>
        <pc:sldMasterMkLst>
          <pc:docMk/>
          <pc:sldMasterMk cId="1029875623" sldId="2147483678"/>
        </pc:sldMasterMkLst>
        <pc:sldLayoutChg chg="del">
          <pc:chgData name="Soumita Sengupta" userId="4afa6ce1-cb01-46c2-8538-4650222f0c96" providerId="ADAL" clId="{46DF16B1-DF4E-4810-B0DB-6F1B830FE49B}" dt="2021-06-01T09:56:46.392" v="12" actId="47"/>
          <pc:sldLayoutMkLst>
            <pc:docMk/>
            <pc:sldMasterMk cId="1029875623" sldId="2147483678"/>
            <pc:sldLayoutMk cId="3749695291" sldId="2147483733"/>
          </pc:sldLayoutMkLst>
        </pc:sldLayoutChg>
      </pc:sldMasterChg>
    </pc:docChg>
  </pc:docChgLst>
  <pc:docChgLst>
    <pc:chgData name="Soumita Sengupta" userId="4afa6ce1-cb01-46c2-8538-4650222f0c96" providerId="ADAL" clId="{B4F779A1-609E-4B82-A62E-798EA1B87F85}"/>
    <pc:docChg chg="undo redo custSel addSld delSld modSld sldOrd">
      <pc:chgData name="Soumita Sengupta" userId="4afa6ce1-cb01-46c2-8538-4650222f0c96" providerId="ADAL" clId="{B4F779A1-609E-4B82-A62E-798EA1B87F85}" dt="2021-09-08T10:51:53.584" v="1067" actId="1076"/>
      <pc:docMkLst>
        <pc:docMk/>
      </pc:docMkLst>
      <pc:sldChg chg="modSp mod">
        <pc:chgData name="Soumita Sengupta" userId="4afa6ce1-cb01-46c2-8538-4650222f0c96" providerId="ADAL" clId="{B4F779A1-609E-4B82-A62E-798EA1B87F85}" dt="2021-09-08T10:17:01.254" v="798" actId="12"/>
        <pc:sldMkLst>
          <pc:docMk/>
          <pc:sldMk cId="1912468287" sldId="260"/>
        </pc:sldMkLst>
        <pc:spChg chg="mod">
          <ac:chgData name="Soumita Sengupta" userId="4afa6ce1-cb01-46c2-8538-4650222f0c96" providerId="ADAL" clId="{B4F779A1-609E-4B82-A62E-798EA1B87F85}" dt="2021-09-08T10:17:01.254" v="798" actId="12"/>
          <ac:spMkLst>
            <pc:docMk/>
            <pc:sldMk cId="1912468287" sldId="260"/>
            <ac:spMk id="11" creationId="{43AA16C7-2D6F-4877-90DD-3BFAEC223106}"/>
          </ac:spMkLst>
        </pc:spChg>
      </pc:sldChg>
      <pc:sldChg chg="ord">
        <pc:chgData name="Soumita Sengupta" userId="4afa6ce1-cb01-46c2-8538-4650222f0c96" providerId="ADAL" clId="{B4F779A1-609E-4B82-A62E-798EA1B87F85}" dt="2021-09-06T10:17:33.757" v="19"/>
        <pc:sldMkLst>
          <pc:docMk/>
          <pc:sldMk cId="4010469105" sldId="368"/>
        </pc:sldMkLst>
      </pc:sldChg>
      <pc:sldChg chg="addSp delSp modSp add mod modClrScheme chgLayout">
        <pc:chgData name="Soumita Sengupta" userId="4afa6ce1-cb01-46c2-8538-4650222f0c96" providerId="ADAL" clId="{B4F779A1-609E-4B82-A62E-798EA1B87F85}" dt="2021-09-08T10:35:26.854" v="937" actId="1076"/>
        <pc:sldMkLst>
          <pc:docMk/>
          <pc:sldMk cId="3293354566" sldId="372"/>
        </pc:sldMkLst>
        <pc:spChg chg="add del mod ord">
          <ac:chgData name="Soumita Sengupta" userId="4afa6ce1-cb01-46c2-8538-4650222f0c96" providerId="ADAL" clId="{B4F779A1-609E-4B82-A62E-798EA1B87F85}" dt="2021-09-08T10:34:20.108" v="929" actId="700"/>
          <ac:spMkLst>
            <pc:docMk/>
            <pc:sldMk cId="3293354566" sldId="372"/>
            <ac:spMk id="2" creationId="{772ABC34-62CD-48D2-9FF5-17DFE7527C60}"/>
          </ac:spMkLst>
        </pc:spChg>
        <pc:spChg chg="mod ord">
          <ac:chgData name="Soumita Sengupta" userId="4afa6ce1-cb01-46c2-8538-4650222f0c96" providerId="ADAL" clId="{B4F779A1-609E-4B82-A62E-798EA1B87F85}" dt="2021-09-08T10:35:26.854" v="937" actId="1076"/>
          <ac:spMkLst>
            <pc:docMk/>
            <pc:sldMk cId="3293354566" sldId="372"/>
            <ac:spMk id="3" creationId="{7FC7B59F-5C01-4937-BF5B-38BF31D31D73}"/>
          </ac:spMkLst>
        </pc:spChg>
        <pc:spChg chg="add mod ord">
          <ac:chgData name="Soumita Sengupta" userId="4afa6ce1-cb01-46c2-8538-4650222f0c96" providerId="ADAL" clId="{B4F779A1-609E-4B82-A62E-798EA1B87F85}" dt="2021-09-08T10:35:24.200" v="936" actId="1076"/>
          <ac:spMkLst>
            <pc:docMk/>
            <pc:sldMk cId="3293354566" sldId="372"/>
            <ac:spMk id="4" creationId="{EB0ED349-C43A-4620-ADC0-995831CFBBAB}"/>
          </ac:spMkLst>
        </pc:spChg>
        <pc:spChg chg="del mod">
          <ac:chgData name="Soumita Sengupta" userId="4afa6ce1-cb01-46c2-8538-4650222f0c96" providerId="ADAL" clId="{B4F779A1-609E-4B82-A62E-798EA1B87F85}" dt="2021-09-08T10:35:09.887" v="933" actId="478"/>
          <ac:spMkLst>
            <pc:docMk/>
            <pc:sldMk cId="3293354566" sldId="372"/>
            <ac:spMk id="7" creationId="{D253DA7A-908A-4E2D-834B-364BE2E1B52E}"/>
          </ac:spMkLst>
        </pc:spChg>
      </pc:sldChg>
      <pc:sldChg chg="addSp delSp modSp add mod ord modClrScheme chgLayout">
        <pc:chgData name="Soumita Sengupta" userId="4afa6ce1-cb01-46c2-8538-4650222f0c96" providerId="ADAL" clId="{B4F779A1-609E-4B82-A62E-798EA1B87F85}" dt="2021-09-08T10:50:06.970" v="1052" actId="1076"/>
        <pc:sldMkLst>
          <pc:docMk/>
          <pc:sldMk cId="44463601" sldId="376"/>
        </pc:sldMkLst>
        <pc:spChg chg="add del mod ord">
          <ac:chgData name="Soumita Sengupta" userId="4afa6ce1-cb01-46c2-8538-4650222f0c96" providerId="ADAL" clId="{B4F779A1-609E-4B82-A62E-798EA1B87F85}" dt="2021-09-08T10:35:38.529" v="939" actId="478"/>
          <ac:spMkLst>
            <pc:docMk/>
            <pc:sldMk cId="44463601" sldId="376"/>
            <ac:spMk id="2" creationId="{E2CAD33A-E09E-446E-B1DC-BF2469DCE52E}"/>
          </ac:spMkLst>
        </pc:spChg>
        <pc:spChg chg="add mod">
          <ac:chgData name="Soumita Sengupta" userId="4afa6ce1-cb01-46c2-8538-4650222f0c96" providerId="ADAL" clId="{B4F779A1-609E-4B82-A62E-798EA1B87F85}" dt="2021-09-08T10:50:06.970" v="1052" actId="1076"/>
          <ac:spMkLst>
            <pc:docMk/>
            <pc:sldMk cId="44463601" sldId="376"/>
            <ac:spMk id="5" creationId="{844039D5-D942-4809-8C2D-C7549EC17190}"/>
          </ac:spMkLst>
        </pc:spChg>
        <pc:spChg chg="mod">
          <ac:chgData name="Soumita Sengupta" userId="4afa6ce1-cb01-46c2-8538-4650222f0c96" providerId="ADAL" clId="{B4F779A1-609E-4B82-A62E-798EA1B87F85}" dt="2021-09-08T10:35:47.246" v="941" actId="255"/>
          <ac:spMkLst>
            <pc:docMk/>
            <pc:sldMk cId="44463601" sldId="376"/>
            <ac:spMk id="6" creationId="{54331B7B-E6E2-4CC2-B0B2-1E0517461287}"/>
          </ac:spMkLst>
        </pc:spChg>
      </pc:sldChg>
      <pc:sldChg chg="addSp delSp modSp add mod ord modClrScheme chgLayout">
        <pc:chgData name="Soumita Sengupta" userId="4afa6ce1-cb01-46c2-8538-4650222f0c96" providerId="ADAL" clId="{B4F779A1-609E-4B82-A62E-798EA1B87F85}" dt="2021-09-08T10:50:14.249" v="1054" actId="1076"/>
        <pc:sldMkLst>
          <pc:docMk/>
          <pc:sldMk cId="496477996" sldId="377"/>
        </pc:sldMkLst>
        <pc:spChg chg="add del mod ord">
          <ac:chgData name="Soumita Sengupta" userId="4afa6ce1-cb01-46c2-8538-4650222f0c96" providerId="ADAL" clId="{B4F779A1-609E-4B82-A62E-798EA1B87F85}" dt="2021-09-08T10:49:40.043" v="1049" actId="478"/>
          <ac:spMkLst>
            <pc:docMk/>
            <pc:sldMk cId="496477996" sldId="377"/>
            <ac:spMk id="2" creationId="{1C0757DF-799F-49A5-92BA-D2D66CC96510}"/>
          </ac:spMkLst>
        </pc:spChg>
        <pc:spChg chg="mod">
          <ac:chgData name="Soumita Sengupta" userId="4afa6ce1-cb01-46c2-8538-4650222f0c96" providerId="ADAL" clId="{B4F779A1-609E-4B82-A62E-798EA1B87F85}" dt="2021-09-08T10:35:56.189" v="943" actId="255"/>
          <ac:spMkLst>
            <pc:docMk/>
            <pc:sldMk cId="496477996" sldId="377"/>
            <ac:spMk id="6" creationId="{550C3613-17A6-410C-B286-1442D7550C8F}"/>
          </ac:spMkLst>
        </pc:spChg>
        <pc:spChg chg="add mod">
          <ac:chgData name="Soumita Sengupta" userId="4afa6ce1-cb01-46c2-8538-4650222f0c96" providerId="ADAL" clId="{B4F779A1-609E-4B82-A62E-798EA1B87F85}" dt="2021-09-08T10:50:14.249" v="1054" actId="1076"/>
          <ac:spMkLst>
            <pc:docMk/>
            <pc:sldMk cId="496477996" sldId="377"/>
            <ac:spMk id="7" creationId="{D2B44739-6EF7-4FC1-9E81-C68158C3AB3C}"/>
          </ac:spMkLst>
        </pc:spChg>
      </pc:sldChg>
      <pc:sldChg chg="addSp delSp modSp add mod ord modClrScheme chgLayout">
        <pc:chgData name="Soumita Sengupta" userId="4afa6ce1-cb01-46c2-8538-4650222f0c96" providerId="ADAL" clId="{B4F779A1-609E-4B82-A62E-798EA1B87F85}" dt="2021-09-08T10:36:33.891" v="953" actId="14100"/>
        <pc:sldMkLst>
          <pc:docMk/>
          <pc:sldMk cId="1142275407" sldId="378"/>
        </pc:sldMkLst>
        <pc:spChg chg="add mod ord">
          <ac:chgData name="Soumita Sengupta" userId="4afa6ce1-cb01-46c2-8538-4650222f0c96" providerId="ADAL" clId="{B4F779A1-609E-4B82-A62E-798EA1B87F85}" dt="2021-09-08T10:36:26.382" v="951" actId="1076"/>
          <ac:spMkLst>
            <pc:docMk/>
            <pc:sldMk cId="1142275407" sldId="378"/>
            <ac:spMk id="2" creationId="{47B4270A-D22C-461E-B43F-9690002AF65B}"/>
          </ac:spMkLst>
        </pc:spChg>
        <pc:spChg chg="del mod ord">
          <ac:chgData name="Soumita Sengupta" userId="4afa6ce1-cb01-46c2-8538-4650222f0c96" providerId="ADAL" clId="{B4F779A1-609E-4B82-A62E-798EA1B87F85}" dt="2021-09-08T10:36:23.369" v="950" actId="478"/>
          <ac:spMkLst>
            <pc:docMk/>
            <pc:sldMk cId="1142275407" sldId="378"/>
            <ac:spMk id="5" creationId="{D12F745A-AAD2-48FC-955B-645AEEF87D7B}"/>
          </ac:spMkLst>
        </pc:spChg>
        <pc:graphicFrameChg chg="mod modGraphic">
          <ac:chgData name="Soumita Sengupta" userId="4afa6ce1-cb01-46c2-8538-4650222f0c96" providerId="ADAL" clId="{B4F779A1-609E-4B82-A62E-798EA1B87F85}" dt="2021-09-08T10:36:33.891" v="953" actId="14100"/>
          <ac:graphicFrameMkLst>
            <pc:docMk/>
            <pc:sldMk cId="1142275407" sldId="378"/>
            <ac:graphicFrameMk id="12" creationId="{8EF37635-A096-42D9-83C4-CF59403BBD24}"/>
          </ac:graphicFrameMkLst>
        </pc:graphicFrameChg>
      </pc:sldChg>
      <pc:sldChg chg="addSp delSp modSp add mod ord modClrScheme chgLayout">
        <pc:chgData name="Soumita Sengupta" userId="4afa6ce1-cb01-46c2-8538-4650222f0c96" providerId="ADAL" clId="{B4F779A1-609E-4B82-A62E-798EA1B87F85}" dt="2021-09-08T10:37:09.727" v="959" actId="1076"/>
        <pc:sldMkLst>
          <pc:docMk/>
          <pc:sldMk cId="250617250" sldId="379"/>
        </pc:sldMkLst>
        <pc:spChg chg="add mod ord">
          <ac:chgData name="Soumita Sengupta" userId="4afa6ce1-cb01-46c2-8538-4650222f0c96" providerId="ADAL" clId="{B4F779A1-609E-4B82-A62E-798EA1B87F85}" dt="2021-09-08T10:37:09.727" v="959" actId="1076"/>
          <ac:spMkLst>
            <pc:docMk/>
            <pc:sldMk cId="250617250" sldId="379"/>
            <ac:spMk id="2" creationId="{7F2A16EA-2769-4939-B756-78A8E796A8AF}"/>
          </ac:spMkLst>
        </pc:spChg>
        <pc:spChg chg="del mod ord">
          <ac:chgData name="Soumita Sengupta" userId="4afa6ce1-cb01-46c2-8538-4650222f0c96" providerId="ADAL" clId="{B4F779A1-609E-4B82-A62E-798EA1B87F85}" dt="2021-09-08T10:37:05.071" v="958" actId="478"/>
          <ac:spMkLst>
            <pc:docMk/>
            <pc:sldMk cId="250617250" sldId="379"/>
            <ac:spMk id="5" creationId="{18A18D38-1DCE-468A-9F19-1F41D90BC93E}"/>
          </ac:spMkLst>
        </pc:spChg>
      </pc:sldChg>
      <pc:sldChg chg="addSp delSp modSp add mod ord modClrScheme chgLayout">
        <pc:chgData name="Soumita Sengupta" userId="4afa6ce1-cb01-46c2-8538-4650222f0c96" providerId="ADAL" clId="{B4F779A1-609E-4B82-A62E-798EA1B87F85}" dt="2021-09-08T10:50:43.476" v="1055" actId="1076"/>
        <pc:sldMkLst>
          <pc:docMk/>
          <pc:sldMk cId="2089638901" sldId="380"/>
        </pc:sldMkLst>
        <pc:spChg chg="add mod ord">
          <ac:chgData name="Soumita Sengupta" userId="4afa6ce1-cb01-46c2-8538-4650222f0c96" providerId="ADAL" clId="{B4F779A1-609E-4B82-A62E-798EA1B87F85}" dt="2021-09-08T10:37:31.978" v="967" actId="1076"/>
          <ac:spMkLst>
            <pc:docMk/>
            <pc:sldMk cId="2089638901" sldId="380"/>
            <ac:spMk id="2" creationId="{5026CCEE-7273-41A5-8E32-9A248F015C3B}"/>
          </ac:spMkLst>
        </pc:spChg>
        <pc:spChg chg="del mod ord">
          <ac:chgData name="Soumita Sengupta" userId="4afa6ce1-cb01-46c2-8538-4650222f0c96" providerId="ADAL" clId="{B4F779A1-609E-4B82-A62E-798EA1B87F85}" dt="2021-09-08T10:37:27.250" v="966" actId="478"/>
          <ac:spMkLst>
            <pc:docMk/>
            <pc:sldMk cId="2089638901" sldId="380"/>
            <ac:spMk id="5" creationId="{C8EF4C02-8EAE-437F-9173-6191A399E6FA}"/>
          </ac:spMkLst>
        </pc:spChg>
        <pc:picChg chg="mod">
          <ac:chgData name="Soumita Sengupta" userId="4afa6ce1-cb01-46c2-8538-4650222f0c96" providerId="ADAL" clId="{B4F779A1-609E-4B82-A62E-798EA1B87F85}" dt="2021-09-08T10:50:43.476" v="1055" actId="1076"/>
          <ac:picMkLst>
            <pc:docMk/>
            <pc:sldMk cId="2089638901" sldId="380"/>
            <ac:picMk id="13" creationId="{944D67BE-EB96-4264-B540-9E9B563C6626}"/>
          </ac:picMkLst>
        </pc:picChg>
      </pc:sldChg>
      <pc:sldChg chg="addSp delSp modSp add mod modClrScheme chgLayout">
        <pc:chgData name="Soumita Sengupta" userId="4afa6ce1-cb01-46c2-8538-4650222f0c96" providerId="ADAL" clId="{B4F779A1-609E-4B82-A62E-798EA1B87F85}" dt="2021-09-08T10:27:57.399" v="869" actId="1076"/>
        <pc:sldMkLst>
          <pc:docMk/>
          <pc:sldMk cId="1132674416" sldId="388"/>
        </pc:sldMkLst>
        <pc:spChg chg="add mod ord">
          <ac:chgData name="Soumita Sengupta" userId="4afa6ce1-cb01-46c2-8538-4650222f0c96" providerId="ADAL" clId="{B4F779A1-609E-4B82-A62E-798EA1B87F85}" dt="2021-09-08T10:27:57.399" v="869" actId="1076"/>
          <ac:spMkLst>
            <pc:docMk/>
            <pc:sldMk cId="1132674416" sldId="388"/>
            <ac:spMk id="2" creationId="{70402422-941D-4082-9DD4-D60B4BA90797}"/>
          </ac:spMkLst>
        </pc:spChg>
        <pc:spChg chg="del mod">
          <ac:chgData name="Soumita Sengupta" userId="4afa6ce1-cb01-46c2-8538-4650222f0c96" providerId="ADAL" clId="{B4F779A1-609E-4B82-A62E-798EA1B87F85}" dt="2021-09-08T10:27:53.641" v="868" actId="478"/>
          <ac:spMkLst>
            <pc:docMk/>
            <pc:sldMk cId="1132674416" sldId="388"/>
            <ac:spMk id="6" creationId="{DE4E67A0-FE72-4C7F-B4A4-B69C8930867B}"/>
          </ac:spMkLst>
        </pc:spChg>
      </pc:sldChg>
      <pc:sldChg chg="addSp modSp del mod">
        <pc:chgData name="Soumita Sengupta" userId="4afa6ce1-cb01-46c2-8538-4650222f0c96" providerId="ADAL" clId="{B4F779A1-609E-4B82-A62E-798EA1B87F85}" dt="2021-09-08T07:07:49.483" v="742" actId="2696"/>
        <pc:sldMkLst>
          <pc:docMk/>
          <pc:sldMk cId="3896100195" sldId="388"/>
        </pc:sldMkLst>
        <pc:spChg chg="mod">
          <ac:chgData name="Soumita Sengupta" userId="4afa6ce1-cb01-46c2-8538-4650222f0c96" providerId="ADAL" clId="{B4F779A1-609E-4B82-A62E-798EA1B87F85}" dt="2021-09-07T14:27:52.082" v="424" actId="1076"/>
          <ac:spMkLst>
            <pc:docMk/>
            <pc:sldMk cId="3896100195" sldId="388"/>
            <ac:spMk id="5" creationId="{89856F51-9455-4AB9-8C6A-9C8F99263537}"/>
          </ac:spMkLst>
        </pc:spChg>
        <pc:spChg chg="add mod">
          <ac:chgData name="Soumita Sengupta" userId="4afa6ce1-cb01-46c2-8538-4650222f0c96" providerId="ADAL" clId="{B4F779A1-609E-4B82-A62E-798EA1B87F85}" dt="2021-09-07T14:28:00.660" v="427" actId="1076"/>
          <ac:spMkLst>
            <pc:docMk/>
            <pc:sldMk cId="3896100195" sldId="388"/>
            <ac:spMk id="6" creationId="{DE4E67A0-FE72-4C7F-B4A4-B69C8930867B}"/>
          </ac:spMkLst>
        </pc:spChg>
      </pc:sldChg>
      <pc:sldChg chg="addSp modSp add del mod">
        <pc:chgData name="Soumita Sengupta" userId="4afa6ce1-cb01-46c2-8538-4650222f0c96" providerId="ADAL" clId="{B4F779A1-609E-4B82-A62E-798EA1B87F85}" dt="2021-09-08T07:08:32.325" v="747" actId="2696"/>
        <pc:sldMkLst>
          <pc:docMk/>
          <pc:sldMk cId="1778034750" sldId="390"/>
        </pc:sldMkLst>
        <pc:spChg chg="add mod">
          <ac:chgData name="Soumita Sengupta" userId="4afa6ce1-cb01-46c2-8538-4650222f0c96" providerId="ADAL" clId="{B4F779A1-609E-4B82-A62E-798EA1B87F85}" dt="2021-09-07T14:32:14.746" v="548" actId="1076"/>
          <ac:spMkLst>
            <pc:docMk/>
            <pc:sldMk cId="1778034750" sldId="390"/>
            <ac:spMk id="3" creationId="{3CAE18DE-4B89-43B7-8A01-22B9A5CF778C}"/>
          </ac:spMkLst>
        </pc:spChg>
        <pc:spChg chg="mod">
          <ac:chgData name="Soumita Sengupta" userId="4afa6ce1-cb01-46c2-8538-4650222f0c96" providerId="ADAL" clId="{B4F779A1-609E-4B82-A62E-798EA1B87F85}" dt="2021-09-07T14:32:11.229" v="547" actId="1076"/>
          <ac:spMkLst>
            <pc:docMk/>
            <pc:sldMk cId="1778034750" sldId="390"/>
            <ac:spMk id="7" creationId="{E552A7FD-636A-4B79-9843-49555ABE1A1D}"/>
          </ac:spMkLst>
        </pc:spChg>
      </pc:sldChg>
      <pc:sldChg chg="addSp modSp add mod modClrScheme chgLayout">
        <pc:chgData name="Soumita Sengupta" userId="4afa6ce1-cb01-46c2-8538-4650222f0c96" providerId="ADAL" clId="{B4F779A1-609E-4B82-A62E-798EA1B87F85}" dt="2021-09-08T10:48:50.425" v="1045" actId="1076"/>
        <pc:sldMkLst>
          <pc:docMk/>
          <pc:sldMk cId="3083854523" sldId="390"/>
        </pc:sldMkLst>
        <pc:spChg chg="add mod ord">
          <ac:chgData name="Soumita Sengupta" userId="4afa6ce1-cb01-46c2-8538-4650222f0c96" providerId="ADAL" clId="{B4F779A1-609E-4B82-A62E-798EA1B87F85}" dt="2021-09-08T10:48:47.823" v="1044" actId="1076"/>
          <ac:spMkLst>
            <pc:docMk/>
            <pc:sldMk cId="3083854523" sldId="390"/>
            <ac:spMk id="2" creationId="{1AB83645-9D45-454D-93AC-9810A9FCB82E}"/>
          </ac:spMkLst>
        </pc:spChg>
        <pc:spChg chg="mod">
          <ac:chgData name="Soumita Sengupta" userId="4afa6ce1-cb01-46c2-8538-4650222f0c96" providerId="ADAL" clId="{B4F779A1-609E-4B82-A62E-798EA1B87F85}" dt="2021-09-08T10:31:55.218" v="894" actId="21"/>
          <ac:spMkLst>
            <pc:docMk/>
            <pc:sldMk cId="3083854523" sldId="390"/>
            <ac:spMk id="3" creationId="{3CAE18DE-4B89-43B7-8A01-22B9A5CF778C}"/>
          </ac:spMkLst>
        </pc:spChg>
        <pc:spChg chg="mod">
          <ac:chgData name="Soumita Sengupta" userId="4afa6ce1-cb01-46c2-8538-4650222f0c96" providerId="ADAL" clId="{B4F779A1-609E-4B82-A62E-798EA1B87F85}" dt="2021-09-08T10:48:50.425" v="1045" actId="1076"/>
          <ac:spMkLst>
            <pc:docMk/>
            <pc:sldMk cId="3083854523" sldId="390"/>
            <ac:spMk id="7" creationId="{E552A7FD-636A-4B79-9843-49555ABE1A1D}"/>
          </ac:spMkLst>
        </pc:spChg>
      </pc:sldChg>
      <pc:sldChg chg="addSp delSp modSp add mod modClrScheme chgLayout">
        <pc:chgData name="Soumita Sengupta" userId="4afa6ce1-cb01-46c2-8538-4650222f0c96" providerId="ADAL" clId="{B4F779A1-609E-4B82-A62E-798EA1B87F85}" dt="2021-09-08T10:26:47.766" v="846" actId="948"/>
        <pc:sldMkLst>
          <pc:docMk/>
          <pc:sldMk cId="212810816" sldId="391"/>
        </pc:sldMkLst>
        <pc:spChg chg="add mod ord">
          <ac:chgData name="Soumita Sengupta" userId="4afa6ce1-cb01-46c2-8538-4650222f0c96" providerId="ADAL" clId="{B4F779A1-609E-4B82-A62E-798EA1B87F85}" dt="2021-09-08T10:26:27.459" v="845" actId="1076"/>
          <ac:spMkLst>
            <pc:docMk/>
            <pc:sldMk cId="212810816" sldId="391"/>
            <ac:spMk id="2" creationId="{ED830737-E91F-4A36-8029-51ED83FF0AD3}"/>
          </ac:spMkLst>
        </pc:spChg>
        <pc:spChg chg="mod">
          <ac:chgData name="Soumita Sengupta" userId="4afa6ce1-cb01-46c2-8538-4650222f0c96" providerId="ADAL" clId="{B4F779A1-609E-4B82-A62E-798EA1B87F85}" dt="2021-09-08T10:26:47.766" v="846" actId="948"/>
          <ac:spMkLst>
            <pc:docMk/>
            <pc:sldMk cId="212810816" sldId="391"/>
            <ac:spMk id="5" creationId="{89856F51-9455-4AB9-8C6A-9C8F99263537}"/>
          </ac:spMkLst>
        </pc:spChg>
        <pc:spChg chg="del mod">
          <ac:chgData name="Soumita Sengupta" userId="4afa6ce1-cb01-46c2-8538-4650222f0c96" providerId="ADAL" clId="{B4F779A1-609E-4B82-A62E-798EA1B87F85}" dt="2021-09-08T10:26:23.443" v="844" actId="478"/>
          <ac:spMkLst>
            <pc:docMk/>
            <pc:sldMk cId="212810816" sldId="391"/>
            <ac:spMk id="6" creationId="{5531231A-BB8F-4AF9-9994-7E1403436EA8}"/>
          </ac:spMkLst>
        </pc:spChg>
      </pc:sldChg>
      <pc:sldChg chg="modSp add del mod">
        <pc:chgData name="Soumita Sengupta" userId="4afa6ce1-cb01-46c2-8538-4650222f0c96" providerId="ADAL" clId="{B4F779A1-609E-4B82-A62E-798EA1B87F85}" dt="2021-09-08T07:07:13.424" v="735" actId="2696"/>
        <pc:sldMkLst>
          <pc:docMk/>
          <pc:sldMk cId="1681951949" sldId="391"/>
        </pc:sldMkLst>
        <pc:spChg chg="mod">
          <ac:chgData name="Soumita Sengupta" userId="4afa6ce1-cb01-46c2-8538-4650222f0c96" providerId="ADAL" clId="{B4F779A1-609E-4B82-A62E-798EA1B87F85}" dt="2021-09-06T10:14:09.832" v="13" actId="255"/>
          <ac:spMkLst>
            <pc:docMk/>
            <pc:sldMk cId="1681951949" sldId="391"/>
            <ac:spMk id="5" creationId="{89856F51-9455-4AB9-8C6A-9C8F99263537}"/>
          </ac:spMkLst>
        </pc:spChg>
      </pc:sldChg>
      <pc:sldChg chg="add del">
        <pc:chgData name="Soumita Sengupta" userId="4afa6ce1-cb01-46c2-8538-4650222f0c96" providerId="ADAL" clId="{B4F779A1-609E-4B82-A62E-798EA1B87F85}" dt="2021-09-08T07:07:13.424" v="735" actId="2696"/>
        <pc:sldMkLst>
          <pc:docMk/>
          <pc:sldMk cId="11429922" sldId="392"/>
        </pc:sldMkLst>
      </pc:sldChg>
      <pc:sldChg chg="addSp modSp add mod modClrScheme chgLayout">
        <pc:chgData name="Soumita Sengupta" userId="4afa6ce1-cb01-46c2-8538-4650222f0c96" providerId="ADAL" clId="{B4F779A1-609E-4B82-A62E-798EA1B87F85}" dt="2021-09-08T10:27:20.860" v="862" actId="255"/>
        <pc:sldMkLst>
          <pc:docMk/>
          <pc:sldMk cId="2461733836" sldId="392"/>
        </pc:sldMkLst>
        <pc:spChg chg="add mod ord">
          <ac:chgData name="Soumita Sengupta" userId="4afa6ce1-cb01-46c2-8538-4650222f0c96" providerId="ADAL" clId="{B4F779A1-609E-4B82-A62E-798EA1B87F85}" dt="2021-09-08T10:27:07.350" v="859" actId="20577"/>
          <ac:spMkLst>
            <pc:docMk/>
            <pc:sldMk cId="2461733836" sldId="392"/>
            <ac:spMk id="2" creationId="{936A9200-A912-4820-8376-6547AE4CC0E9}"/>
          </ac:spMkLst>
        </pc:spChg>
        <pc:spChg chg="mod">
          <ac:chgData name="Soumita Sengupta" userId="4afa6ce1-cb01-46c2-8538-4650222f0c96" providerId="ADAL" clId="{B4F779A1-609E-4B82-A62E-798EA1B87F85}" dt="2021-09-08T10:27:20.860" v="862" actId="255"/>
          <ac:spMkLst>
            <pc:docMk/>
            <pc:sldMk cId="2461733836" sldId="392"/>
            <ac:spMk id="5" creationId="{89856F51-9455-4AB9-8C6A-9C8F99263537}"/>
          </ac:spMkLst>
        </pc:spChg>
      </pc:sldChg>
      <pc:sldChg chg="addSp delSp modSp add mod modClrScheme chgLayout">
        <pc:chgData name="Soumita Sengupta" userId="4afa6ce1-cb01-46c2-8538-4650222f0c96" providerId="ADAL" clId="{B4F779A1-609E-4B82-A62E-798EA1B87F85}" dt="2021-09-08T10:33:09.122" v="910" actId="1076"/>
        <pc:sldMkLst>
          <pc:docMk/>
          <pc:sldMk cId="2048704405" sldId="393"/>
        </pc:sldMkLst>
        <pc:spChg chg="add del mod ord">
          <ac:chgData name="Soumita Sengupta" userId="4afa6ce1-cb01-46c2-8538-4650222f0c96" providerId="ADAL" clId="{B4F779A1-609E-4B82-A62E-798EA1B87F85}" dt="2021-09-08T10:33:05.518" v="909" actId="478"/>
          <ac:spMkLst>
            <pc:docMk/>
            <pc:sldMk cId="2048704405" sldId="393"/>
            <ac:spMk id="2" creationId="{6B78488D-6EC7-4FC4-AEEF-2A77E4CCFF21}"/>
          </ac:spMkLst>
        </pc:spChg>
        <pc:spChg chg="mod">
          <ac:chgData name="Soumita Sengupta" userId="4afa6ce1-cb01-46c2-8538-4650222f0c96" providerId="ADAL" clId="{B4F779A1-609E-4B82-A62E-798EA1B87F85}" dt="2021-09-08T10:32:56.641" v="907" actId="255"/>
          <ac:spMkLst>
            <pc:docMk/>
            <pc:sldMk cId="2048704405" sldId="393"/>
            <ac:spMk id="5" creationId="{89856F51-9455-4AB9-8C6A-9C8F99263537}"/>
          </ac:spMkLst>
        </pc:spChg>
        <pc:spChg chg="mod">
          <ac:chgData name="Soumita Sengupta" userId="4afa6ce1-cb01-46c2-8538-4650222f0c96" providerId="ADAL" clId="{B4F779A1-609E-4B82-A62E-798EA1B87F85}" dt="2021-09-08T10:33:09.122" v="910" actId="1076"/>
          <ac:spMkLst>
            <pc:docMk/>
            <pc:sldMk cId="2048704405" sldId="393"/>
            <ac:spMk id="6" creationId="{5531231A-BB8F-4AF9-9994-7E1403436EA8}"/>
          </ac:spMkLst>
        </pc:spChg>
      </pc:sldChg>
      <pc:sldChg chg="addSp modSp add mod modClrScheme chgLayout">
        <pc:chgData name="Soumita Sengupta" userId="4afa6ce1-cb01-46c2-8538-4650222f0c96" providerId="ADAL" clId="{B4F779A1-609E-4B82-A62E-798EA1B87F85}" dt="2021-09-08T10:49:18.409" v="1047" actId="255"/>
        <pc:sldMkLst>
          <pc:docMk/>
          <pc:sldMk cId="1520608924" sldId="394"/>
        </pc:sldMkLst>
        <pc:spChg chg="add mod ord">
          <ac:chgData name="Soumita Sengupta" userId="4afa6ce1-cb01-46c2-8538-4650222f0c96" providerId="ADAL" clId="{B4F779A1-609E-4B82-A62E-798EA1B87F85}" dt="2021-09-08T10:33:27.972" v="916" actId="1076"/>
          <ac:spMkLst>
            <pc:docMk/>
            <pc:sldMk cId="1520608924" sldId="394"/>
            <ac:spMk id="2" creationId="{A91FE356-B777-403A-89CC-249A597F6F4D}"/>
          </ac:spMkLst>
        </pc:spChg>
        <pc:spChg chg="mod">
          <ac:chgData name="Soumita Sengupta" userId="4afa6ce1-cb01-46c2-8538-4650222f0c96" providerId="ADAL" clId="{B4F779A1-609E-4B82-A62E-798EA1B87F85}" dt="2021-09-08T10:49:18.409" v="1047" actId="255"/>
          <ac:spMkLst>
            <pc:docMk/>
            <pc:sldMk cId="1520608924" sldId="394"/>
            <ac:spMk id="5" creationId="{89856F51-9455-4AB9-8C6A-9C8F99263537}"/>
          </ac:spMkLst>
        </pc:spChg>
      </pc:sldChg>
      <pc:sldChg chg="addSp modSp add mod modClrScheme chgLayout">
        <pc:chgData name="Soumita Sengupta" userId="4afa6ce1-cb01-46c2-8538-4650222f0c96" providerId="ADAL" clId="{B4F779A1-609E-4B82-A62E-798EA1B87F85}" dt="2021-09-08T10:33:59.983" v="924" actId="1076"/>
        <pc:sldMkLst>
          <pc:docMk/>
          <pc:sldMk cId="1733325106" sldId="395"/>
        </pc:sldMkLst>
        <pc:spChg chg="add mod ord">
          <ac:chgData name="Soumita Sengupta" userId="4afa6ce1-cb01-46c2-8538-4650222f0c96" providerId="ADAL" clId="{B4F779A1-609E-4B82-A62E-798EA1B87F85}" dt="2021-09-08T10:33:59.983" v="924" actId="1076"/>
          <ac:spMkLst>
            <pc:docMk/>
            <pc:sldMk cId="1733325106" sldId="395"/>
            <ac:spMk id="2" creationId="{EB356004-856F-4015-B0C7-420A4DA5A729}"/>
          </ac:spMkLst>
        </pc:spChg>
        <pc:spChg chg="mod">
          <ac:chgData name="Soumita Sengupta" userId="4afa6ce1-cb01-46c2-8538-4650222f0c96" providerId="ADAL" clId="{B4F779A1-609E-4B82-A62E-798EA1B87F85}" dt="2021-09-08T10:33:55.265" v="923" actId="1076"/>
          <ac:spMkLst>
            <pc:docMk/>
            <pc:sldMk cId="1733325106" sldId="395"/>
            <ac:spMk id="5" creationId="{89856F51-9455-4AB9-8C6A-9C8F99263537}"/>
          </ac:spMkLst>
        </pc:spChg>
      </pc:sldChg>
      <pc:sldChg chg="addSp delSp modSp add mod ord modClrScheme chgLayout">
        <pc:chgData name="Soumita Sengupta" userId="4afa6ce1-cb01-46c2-8538-4650222f0c96" providerId="ADAL" clId="{B4F779A1-609E-4B82-A62E-798EA1B87F85}" dt="2021-09-08T10:50:59.256" v="1057" actId="255"/>
        <pc:sldMkLst>
          <pc:docMk/>
          <pc:sldMk cId="706176682" sldId="396"/>
        </pc:sldMkLst>
        <pc:spChg chg="add mod ord">
          <ac:chgData name="Soumita Sengupta" userId="4afa6ce1-cb01-46c2-8538-4650222f0c96" providerId="ADAL" clId="{B4F779A1-609E-4B82-A62E-798EA1B87F85}" dt="2021-09-08T10:38:06.833" v="974" actId="1076"/>
          <ac:spMkLst>
            <pc:docMk/>
            <pc:sldMk cId="706176682" sldId="396"/>
            <ac:spMk id="2" creationId="{EAA0C75A-063A-43EB-817A-B4BEB1302633}"/>
          </ac:spMkLst>
        </pc:spChg>
        <pc:spChg chg="del mod">
          <ac:chgData name="Soumita Sengupta" userId="4afa6ce1-cb01-46c2-8538-4650222f0c96" providerId="ADAL" clId="{B4F779A1-609E-4B82-A62E-798EA1B87F85}" dt="2021-09-08T10:38:03.703" v="973" actId="478"/>
          <ac:spMkLst>
            <pc:docMk/>
            <pc:sldMk cId="706176682" sldId="396"/>
            <ac:spMk id="7" creationId="{D253DA7A-908A-4E2D-834B-364BE2E1B52E}"/>
          </ac:spMkLst>
        </pc:spChg>
        <pc:spChg chg="mod">
          <ac:chgData name="Soumita Sengupta" userId="4afa6ce1-cb01-46c2-8538-4650222f0c96" providerId="ADAL" clId="{B4F779A1-609E-4B82-A62E-798EA1B87F85}" dt="2021-09-08T10:50:59.256" v="1057" actId="255"/>
          <ac:spMkLst>
            <pc:docMk/>
            <pc:sldMk cId="706176682" sldId="396"/>
            <ac:spMk id="8" creationId="{B8FF3DCD-3415-4F7B-8292-169ACA6661C2}"/>
          </ac:spMkLst>
        </pc:spChg>
      </pc:sldChg>
      <pc:sldChg chg="addSp delSp modSp add mod ord modClrScheme chgLayout">
        <pc:chgData name="Soumita Sengupta" userId="4afa6ce1-cb01-46c2-8538-4650222f0c96" providerId="ADAL" clId="{B4F779A1-609E-4B82-A62E-798EA1B87F85}" dt="2021-09-08T10:41:58.442" v="983" actId="1076"/>
        <pc:sldMkLst>
          <pc:docMk/>
          <pc:sldMk cId="1110749208" sldId="397"/>
        </pc:sldMkLst>
        <pc:spChg chg="add mod ord">
          <ac:chgData name="Soumita Sengupta" userId="4afa6ce1-cb01-46c2-8538-4650222f0c96" providerId="ADAL" clId="{B4F779A1-609E-4B82-A62E-798EA1B87F85}" dt="2021-09-08T10:39:02.916" v="981" actId="1076"/>
          <ac:spMkLst>
            <pc:docMk/>
            <pc:sldMk cId="1110749208" sldId="397"/>
            <ac:spMk id="2" creationId="{23888740-C779-4601-9647-78D071D6A289}"/>
          </ac:spMkLst>
        </pc:spChg>
        <pc:spChg chg="del mod">
          <ac:chgData name="Soumita Sengupta" userId="4afa6ce1-cb01-46c2-8538-4650222f0c96" providerId="ADAL" clId="{B4F779A1-609E-4B82-A62E-798EA1B87F85}" dt="2021-09-08T10:38:59.221" v="980"/>
          <ac:spMkLst>
            <pc:docMk/>
            <pc:sldMk cId="1110749208" sldId="397"/>
            <ac:spMk id="6" creationId="{021FAFB7-75AF-4B04-8F13-CFF7BAB0CCE8}"/>
          </ac:spMkLst>
        </pc:spChg>
        <pc:picChg chg="mod">
          <ac:chgData name="Soumita Sengupta" userId="4afa6ce1-cb01-46c2-8538-4650222f0c96" providerId="ADAL" clId="{B4F779A1-609E-4B82-A62E-798EA1B87F85}" dt="2021-09-08T10:41:58.442" v="983" actId="1076"/>
          <ac:picMkLst>
            <pc:docMk/>
            <pc:sldMk cId="1110749208" sldId="397"/>
            <ac:picMk id="9" creationId="{019508EA-0C8C-444A-A823-8EFB77BCAB10}"/>
          </ac:picMkLst>
        </pc:picChg>
      </pc:sldChg>
      <pc:sldChg chg="addSp delSp modSp add mod ord modClrScheme chgLayout">
        <pc:chgData name="Soumita Sengupta" userId="4afa6ce1-cb01-46c2-8538-4650222f0c96" providerId="ADAL" clId="{B4F779A1-609E-4B82-A62E-798EA1B87F85}" dt="2021-09-08T10:42:54.256" v="999" actId="255"/>
        <pc:sldMkLst>
          <pc:docMk/>
          <pc:sldMk cId="2663206622" sldId="398"/>
        </pc:sldMkLst>
        <pc:spChg chg="add mod ord">
          <ac:chgData name="Soumita Sengupta" userId="4afa6ce1-cb01-46c2-8538-4650222f0c96" providerId="ADAL" clId="{B4F779A1-609E-4B82-A62E-798EA1B87F85}" dt="2021-09-08T10:42:45.599" v="997" actId="1076"/>
          <ac:spMkLst>
            <pc:docMk/>
            <pc:sldMk cId="2663206622" sldId="398"/>
            <ac:spMk id="2" creationId="{182F2A76-58D3-4CEE-8356-F63BDA4F1C3A}"/>
          </ac:spMkLst>
        </pc:spChg>
        <pc:spChg chg="del mod">
          <ac:chgData name="Soumita Sengupta" userId="4afa6ce1-cb01-46c2-8538-4650222f0c96" providerId="ADAL" clId="{B4F779A1-609E-4B82-A62E-798EA1B87F85}" dt="2021-09-08T10:42:42.593" v="996" actId="478"/>
          <ac:spMkLst>
            <pc:docMk/>
            <pc:sldMk cId="2663206622" sldId="398"/>
            <ac:spMk id="7" creationId="{D253DA7A-908A-4E2D-834B-364BE2E1B52E}"/>
          </ac:spMkLst>
        </pc:spChg>
        <pc:spChg chg="mod">
          <ac:chgData name="Soumita Sengupta" userId="4afa6ce1-cb01-46c2-8538-4650222f0c96" providerId="ADAL" clId="{B4F779A1-609E-4B82-A62E-798EA1B87F85}" dt="2021-09-08T10:42:54.256" v="999" actId="255"/>
          <ac:spMkLst>
            <pc:docMk/>
            <pc:sldMk cId="2663206622" sldId="398"/>
            <ac:spMk id="9" creationId="{BA2D37B9-82A9-4F83-80C8-5ABEF927DE9C}"/>
          </ac:spMkLst>
        </pc:spChg>
      </pc:sldChg>
      <pc:sldChg chg="addSp delSp modSp add mod ord modClrScheme chgLayout">
        <pc:chgData name="Soumita Sengupta" userId="4afa6ce1-cb01-46c2-8538-4650222f0c96" providerId="ADAL" clId="{B4F779A1-609E-4B82-A62E-798EA1B87F85}" dt="2021-09-08T10:51:11.437" v="1059" actId="255"/>
        <pc:sldMkLst>
          <pc:docMk/>
          <pc:sldMk cId="475357487" sldId="399"/>
        </pc:sldMkLst>
        <pc:spChg chg="add mod ord">
          <ac:chgData name="Soumita Sengupta" userId="4afa6ce1-cb01-46c2-8538-4650222f0c96" providerId="ADAL" clId="{B4F779A1-609E-4B82-A62E-798EA1B87F85}" dt="2021-09-08T10:42:22.280" v="990" actId="1076"/>
          <ac:spMkLst>
            <pc:docMk/>
            <pc:sldMk cId="475357487" sldId="399"/>
            <ac:spMk id="2" creationId="{7D663880-81DD-4094-BA57-0FF2AB367BF8}"/>
          </ac:spMkLst>
        </pc:spChg>
        <pc:spChg chg="mod">
          <ac:chgData name="Soumita Sengupta" userId="4afa6ce1-cb01-46c2-8538-4650222f0c96" providerId="ADAL" clId="{B4F779A1-609E-4B82-A62E-798EA1B87F85}" dt="2021-09-08T10:51:11.437" v="1059" actId="255"/>
          <ac:spMkLst>
            <pc:docMk/>
            <pc:sldMk cId="475357487" sldId="399"/>
            <ac:spMk id="6" creationId="{C6FBE5DE-65EA-4669-85E8-5B0454C67358}"/>
          </ac:spMkLst>
        </pc:spChg>
        <pc:spChg chg="del mod">
          <ac:chgData name="Soumita Sengupta" userId="4afa6ce1-cb01-46c2-8538-4650222f0c96" providerId="ADAL" clId="{B4F779A1-609E-4B82-A62E-798EA1B87F85}" dt="2021-09-08T10:42:18.211" v="989" actId="478"/>
          <ac:spMkLst>
            <pc:docMk/>
            <pc:sldMk cId="475357487" sldId="399"/>
            <ac:spMk id="7" creationId="{D253DA7A-908A-4E2D-834B-364BE2E1B52E}"/>
          </ac:spMkLst>
        </pc:spChg>
      </pc:sldChg>
      <pc:sldChg chg="addSp delSp modSp add mod ord modClrScheme chgLayout">
        <pc:chgData name="Soumita Sengupta" userId="4afa6ce1-cb01-46c2-8538-4650222f0c96" providerId="ADAL" clId="{B4F779A1-609E-4B82-A62E-798EA1B87F85}" dt="2021-09-08T10:51:24.576" v="1061" actId="255"/>
        <pc:sldMkLst>
          <pc:docMk/>
          <pc:sldMk cId="937361523" sldId="400"/>
        </pc:sldMkLst>
        <pc:spChg chg="add mod ord">
          <ac:chgData name="Soumita Sengupta" userId="4afa6ce1-cb01-46c2-8538-4650222f0c96" providerId="ADAL" clId="{B4F779A1-609E-4B82-A62E-798EA1B87F85}" dt="2021-09-08T10:43:16.823" v="1006" actId="1076"/>
          <ac:spMkLst>
            <pc:docMk/>
            <pc:sldMk cId="937361523" sldId="400"/>
            <ac:spMk id="2" creationId="{CAC88FC9-A3D3-4005-A79B-CA8C45F85B64}"/>
          </ac:spMkLst>
        </pc:spChg>
        <pc:spChg chg="del mod">
          <ac:chgData name="Soumita Sengupta" userId="4afa6ce1-cb01-46c2-8538-4650222f0c96" providerId="ADAL" clId="{B4F779A1-609E-4B82-A62E-798EA1B87F85}" dt="2021-09-08T10:43:14.018" v="1005" actId="478"/>
          <ac:spMkLst>
            <pc:docMk/>
            <pc:sldMk cId="937361523" sldId="400"/>
            <ac:spMk id="7" creationId="{D253DA7A-908A-4E2D-834B-364BE2E1B52E}"/>
          </ac:spMkLst>
        </pc:spChg>
        <pc:spChg chg="mod">
          <ac:chgData name="Soumita Sengupta" userId="4afa6ce1-cb01-46c2-8538-4650222f0c96" providerId="ADAL" clId="{B4F779A1-609E-4B82-A62E-798EA1B87F85}" dt="2021-09-08T10:51:24.576" v="1061" actId="255"/>
          <ac:spMkLst>
            <pc:docMk/>
            <pc:sldMk cId="937361523" sldId="400"/>
            <ac:spMk id="8" creationId="{B8FF3DCD-3415-4F7B-8292-169ACA6661C2}"/>
          </ac:spMkLst>
        </pc:spChg>
      </pc:sldChg>
      <pc:sldChg chg="addSp delSp modSp add mod modClrScheme chgLayout">
        <pc:chgData name="Soumita Sengupta" userId="4afa6ce1-cb01-46c2-8538-4650222f0c96" providerId="ADAL" clId="{B4F779A1-609E-4B82-A62E-798EA1B87F85}" dt="2021-09-08T10:43:41.214" v="1011" actId="478"/>
        <pc:sldMkLst>
          <pc:docMk/>
          <pc:sldMk cId="3730912514" sldId="402"/>
        </pc:sldMkLst>
        <pc:spChg chg="add del mod ord">
          <ac:chgData name="Soumita Sengupta" userId="4afa6ce1-cb01-46c2-8538-4650222f0c96" providerId="ADAL" clId="{B4F779A1-609E-4B82-A62E-798EA1B87F85}" dt="2021-09-08T10:43:41.214" v="1011" actId="478"/>
          <ac:spMkLst>
            <pc:docMk/>
            <pc:sldMk cId="3730912514" sldId="402"/>
            <ac:spMk id="2" creationId="{E6C235F5-8B02-459F-B9E8-C817D8D8D75C}"/>
          </ac:spMkLst>
        </pc:spChg>
        <pc:spChg chg="mod">
          <ac:chgData name="Soumita Sengupta" userId="4afa6ce1-cb01-46c2-8538-4650222f0c96" providerId="ADAL" clId="{B4F779A1-609E-4B82-A62E-798EA1B87F85}" dt="2021-09-08T10:43:36.073" v="1010" actId="255"/>
          <ac:spMkLst>
            <pc:docMk/>
            <pc:sldMk cId="3730912514" sldId="402"/>
            <ac:spMk id="6" creationId="{E6253FAB-B698-4967-B140-E85AED6BCA0A}"/>
          </ac:spMkLst>
        </pc:spChg>
      </pc:sldChg>
      <pc:sldChg chg="addSp delSp modSp add mod modClrScheme chgLayout">
        <pc:chgData name="Soumita Sengupta" userId="4afa6ce1-cb01-46c2-8538-4650222f0c96" providerId="ADAL" clId="{B4F779A1-609E-4B82-A62E-798EA1B87F85}" dt="2021-09-08T10:43:51.383" v="1014" actId="478"/>
        <pc:sldMkLst>
          <pc:docMk/>
          <pc:sldMk cId="3177763991" sldId="403"/>
        </pc:sldMkLst>
        <pc:spChg chg="add del mod ord">
          <ac:chgData name="Soumita Sengupta" userId="4afa6ce1-cb01-46c2-8538-4650222f0c96" providerId="ADAL" clId="{B4F779A1-609E-4B82-A62E-798EA1B87F85}" dt="2021-09-08T10:43:51.383" v="1014" actId="478"/>
          <ac:spMkLst>
            <pc:docMk/>
            <pc:sldMk cId="3177763991" sldId="403"/>
            <ac:spMk id="2" creationId="{31DE9406-7668-4080-AD15-BC5B9C7B804A}"/>
          </ac:spMkLst>
        </pc:spChg>
      </pc:sldChg>
      <pc:sldChg chg="addSp delSp modSp add mod modClrScheme chgLayout">
        <pc:chgData name="Soumita Sengupta" userId="4afa6ce1-cb01-46c2-8538-4650222f0c96" providerId="ADAL" clId="{B4F779A1-609E-4B82-A62E-798EA1B87F85}" dt="2021-09-08T10:51:41.956" v="1064" actId="1076"/>
        <pc:sldMkLst>
          <pc:docMk/>
          <pc:sldMk cId="882027302" sldId="404"/>
        </pc:sldMkLst>
        <pc:spChg chg="add mod ord">
          <ac:chgData name="Soumita Sengupta" userId="4afa6ce1-cb01-46c2-8538-4650222f0c96" providerId="ADAL" clId="{B4F779A1-609E-4B82-A62E-798EA1B87F85}" dt="2021-09-08T10:44:31.930" v="1024" actId="1076"/>
          <ac:spMkLst>
            <pc:docMk/>
            <pc:sldMk cId="882027302" sldId="404"/>
            <ac:spMk id="2" creationId="{4D57ADC8-8C2C-4C7F-A70E-0C0EC084B45A}"/>
          </ac:spMkLst>
        </pc:spChg>
        <pc:spChg chg="mod">
          <ac:chgData name="Soumita Sengupta" userId="4afa6ce1-cb01-46c2-8538-4650222f0c96" providerId="ADAL" clId="{B4F779A1-609E-4B82-A62E-798EA1B87F85}" dt="2021-09-08T10:51:41.956" v="1064" actId="1076"/>
          <ac:spMkLst>
            <pc:docMk/>
            <pc:sldMk cId="882027302" sldId="404"/>
            <ac:spMk id="6" creationId="{E6253FAB-B698-4967-B140-E85AED6BCA0A}"/>
          </ac:spMkLst>
        </pc:spChg>
        <pc:spChg chg="del mod">
          <ac:chgData name="Soumita Sengupta" userId="4afa6ce1-cb01-46c2-8538-4650222f0c96" providerId="ADAL" clId="{B4F779A1-609E-4B82-A62E-798EA1B87F85}" dt="2021-09-08T10:44:28.172" v="1023" actId="478"/>
          <ac:spMkLst>
            <pc:docMk/>
            <pc:sldMk cId="882027302" sldId="404"/>
            <ac:spMk id="7" creationId="{D253DA7A-908A-4E2D-834B-364BE2E1B52E}"/>
          </ac:spMkLst>
        </pc:spChg>
      </pc:sldChg>
      <pc:sldChg chg="addSp delSp modSp add mod modClrScheme chgLayout">
        <pc:chgData name="Soumita Sengupta" userId="4afa6ce1-cb01-46c2-8538-4650222f0c96" providerId="ADAL" clId="{B4F779A1-609E-4B82-A62E-798EA1B87F85}" dt="2021-09-08T10:51:53.584" v="1067" actId="1076"/>
        <pc:sldMkLst>
          <pc:docMk/>
          <pc:sldMk cId="4172434246" sldId="405"/>
        </pc:sldMkLst>
        <pc:spChg chg="add mod ord">
          <ac:chgData name="Soumita Sengupta" userId="4afa6ce1-cb01-46c2-8538-4650222f0c96" providerId="ADAL" clId="{B4F779A1-609E-4B82-A62E-798EA1B87F85}" dt="2021-09-08T10:44:51.828" v="1031" actId="1076"/>
          <ac:spMkLst>
            <pc:docMk/>
            <pc:sldMk cId="4172434246" sldId="405"/>
            <ac:spMk id="2" creationId="{0DF204A7-2698-43B7-AE1D-6F49C87E988B}"/>
          </ac:spMkLst>
        </pc:spChg>
        <pc:spChg chg="mod">
          <ac:chgData name="Soumita Sengupta" userId="4afa6ce1-cb01-46c2-8538-4650222f0c96" providerId="ADAL" clId="{B4F779A1-609E-4B82-A62E-798EA1B87F85}" dt="2021-09-08T10:51:47.202" v="1065" actId="1076"/>
          <ac:spMkLst>
            <pc:docMk/>
            <pc:sldMk cId="4172434246" sldId="405"/>
            <ac:spMk id="6" creationId="{E6253FAB-B698-4967-B140-E85AED6BCA0A}"/>
          </ac:spMkLst>
        </pc:spChg>
        <pc:spChg chg="del mod">
          <ac:chgData name="Soumita Sengupta" userId="4afa6ce1-cb01-46c2-8538-4650222f0c96" providerId="ADAL" clId="{B4F779A1-609E-4B82-A62E-798EA1B87F85}" dt="2021-09-08T10:44:46.717" v="1030" actId="478"/>
          <ac:spMkLst>
            <pc:docMk/>
            <pc:sldMk cId="4172434246" sldId="405"/>
            <ac:spMk id="7" creationId="{D253DA7A-908A-4E2D-834B-364BE2E1B52E}"/>
          </ac:spMkLst>
        </pc:spChg>
        <pc:picChg chg="mod">
          <ac:chgData name="Soumita Sengupta" userId="4afa6ce1-cb01-46c2-8538-4650222f0c96" providerId="ADAL" clId="{B4F779A1-609E-4B82-A62E-798EA1B87F85}" dt="2021-09-08T10:51:53.584" v="1067" actId="1076"/>
          <ac:picMkLst>
            <pc:docMk/>
            <pc:sldMk cId="4172434246" sldId="405"/>
            <ac:picMk id="9" creationId="{81603913-7E9F-4BF0-BBCF-E5C1190B69C2}"/>
          </ac:picMkLst>
        </pc:picChg>
        <pc:picChg chg="mod">
          <ac:chgData name="Soumita Sengupta" userId="4afa6ce1-cb01-46c2-8538-4650222f0c96" providerId="ADAL" clId="{B4F779A1-609E-4B82-A62E-798EA1B87F85}" dt="2021-09-08T10:51:53.584" v="1067" actId="1076"/>
          <ac:picMkLst>
            <pc:docMk/>
            <pc:sldMk cId="4172434246" sldId="405"/>
            <ac:picMk id="10" creationId="{2D561A90-E38D-4A38-8B56-50347314AA61}"/>
          </ac:picMkLst>
        </pc:picChg>
      </pc:sldChg>
      <pc:sldChg chg="add del">
        <pc:chgData name="Soumita Sengupta" userId="4afa6ce1-cb01-46c2-8538-4650222f0c96" providerId="ADAL" clId="{B4F779A1-609E-4B82-A62E-798EA1B87F85}" dt="2021-09-06T14:52:54.403" v="390" actId="47"/>
        <pc:sldMkLst>
          <pc:docMk/>
          <pc:sldMk cId="1616061914" sldId="406"/>
        </pc:sldMkLst>
      </pc:sldChg>
      <pc:sldChg chg="add del">
        <pc:chgData name="Soumita Sengupta" userId="4afa6ce1-cb01-46c2-8538-4650222f0c96" providerId="ADAL" clId="{B4F779A1-609E-4B82-A62E-798EA1B87F85}" dt="2021-09-06T14:52:56.694" v="391" actId="47"/>
        <pc:sldMkLst>
          <pc:docMk/>
          <pc:sldMk cId="1443208208" sldId="408"/>
        </pc:sldMkLst>
      </pc:sldChg>
      <pc:sldChg chg="addSp delSp modSp mod modClrScheme chgLayout">
        <pc:chgData name="Soumita Sengupta" userId="4afa6ce1-cb01-46c2-8538-4650222f0c96" providerId="ADAL" clId="{B4F779A1-609E-4B82-A62E-798EA1B87F85}" dt="2021-09-08T10:22:50.533" v="837" actId="1076"/>
        <pc:sldMkLst>
          <pc:docMk/>
          <pc:sldMk cId="600309286" sldId="411"/>
        </pc:sldMkLst>
        <pc:spChg chg="add del mod ord">
          <ac:chgData name="Soumita Sengupta" userId="4afa6ce1-cb01-46c2-8538-4650222f0c96" providerId="ADAL" clId="{B4F779A1-609E-4B82-A62E-798EA1B87F85}" dt="2021-09-08T10:22:07.344" v="833" actId="478"/>
          <ac:spMkLst>
            <pc:docMk/>
            <pc:sldMk cId="600309286" sldId="411"/>
            <ac:spMk id="2" creationId="{4B4DE97E-197F-4691-8B2F-545C775E6D13}"/>
          </ac:spMkLst>
        </pc:spChg>
        <pc:spChg chg="mod">
          <ac:chgData name="Soumita Sengupta" userId="4afa6ce1-cb01-46c2-8538-4650222f0c96" providerId="ADAL" clId="{B4F779A1-609E-4B82-A62E-798EA1B87F85}" dt="2021-09-08T10:22:50.533" v="837" actId="1076"/>
          <ac:spMkLst>
            <pc:docMk/>
            <pc:sldMk cId="600309286" sldId="411"/>
            <ac:spMk id="5" creationId="{89856F51-9455-4AB9-8C6A-9C8F99263537}"/>
          </ac:spMkLst>
        </pc:spChg>
      </pc:sldChg>
      <pc:sldChg chg="addSp delSp modSp mod ord modClrScheme chgLayout">
        <pc:chgData name="Soumita Sengupta" userId="4afa6ce1-cb01-46c2-8538-4650222f0c96" providerId="ADAL" clId="{B4F779A1-609E-4B82-A62E-798EA1B87F85}" dt="2021-09-08T10:22:28.390" v="836" actId="1076"/>
        <pc:sldMkLst>
          <pc:docMk/>
          <pc:sldMk cId="3269508554" sldId="414"/>
        </pc:sldMkLst>
        <pc:spChg chg="add mod ord">
          <ac:chgData name="Soumita Sengupta" userId="4afa6ce1-cb01-46c2-8538-4650222f0c96" providerId="ADAL" clId="{B4F779A1-609E-4B82-A62E-798EA1B87F85}" dt="2021-09-08T10:22:28.390" v="836" actId="1076"/>
          <ac:spMkLst>
            <pc:docMk/>
            <pc:sldMk cId="3269508554" sldId="414"/>
            <ac:spMk id="3" creationId="{49556B53-9A5E-4445-83BD-7ECD3FF78798}"/>
          </ac:spMkLst>
        </pc:spChg>
        <pc:spChg chg="add del mod ord">
          <ac:chgData name="Soumita Sengupta" userId="4afa6ce1-cb01-46c2-8538-4650222f0c96" providerId="ADAL" clId="{B4F779A1-609E-4B82-A62E-798EA1B87F85}" dt="2021-09-08T10:22:24.801" v="835" actId="700"/>
          <ac:spMkLst>
            <pc:docMk/>
            <pc:sldMk cId="3269508554" sldId="414"/>
            <ac:spMk id="4" creationId="{99680867-6D27-4B0A-B9A9-1804D130FBE1}"/>
          </ac:spMkLst>
        </pc:spChg>
        <pc:spChg chg="mod">
          <ac:chgData name="Soumita Sengupta" userId="4afa6ce1-cb01-46c2-8538-4650222f0c96" providerId="ADAL" clId="{B4F779A1-609E-4B82-A62E-798EA1B87F85}" dt="2021-09-08T10:19:04.469" v="829" actId="1076"/>
          <ac:spMkLst>
            <pc:docMk/>
            <pc:sldMk cId="3269508554" sldId="414"/>
            <ac:spMk id="101" creationId="{7162404D-EB70-4AF4-ACE4-D7AFC8787086}"/>
          </ac:spMkLst>
        </pc:spChg>
        <pc:spChg chg="mod">
          <ac:chgData name="Soumita Sengupta" userId="4afa6ce1-cb01-46c2-8538-4650222f0c96" providerId="ADAL" clId="{B4F779A1-609E-4B82-A62E-798EA1B87F85}" dt="2021-09-08T10:18:50.376" v="827" actId="1076"/>
          <ac:spMkLst>
            <pc:docMk/>
            <pc:sldMk cId="3269508554" sldId="414"/>
            <ac:spMk id="111" creationId="{A04A43D7-5417-488F-9FF1-28DEBB886C51}"/>
          </ac:spMkLst>
        </pc:spChg>
        <pc:spChg chg="mod">
          <ac:chgData name="Soumita Sengupta" userId="4afa6ce1-cb01-46c2-8538-4650222f0c96" providerId="ADAL" clId="{B4F779A1-609E-4B82-A62E-798EA1B87F85}" dt="2021-09-08T10:21:53.725" v="830" actId="1076"/>
          <ac:spMkLst>
            <pc:docMk/>
            <pc:sldMk cId="3269508554" sldId="414"/>
            <ac:spMk id="125" creationId="{440AD818-C873-4107-A8F0-072B3291C9E8}"/>
          </ac:spMkLst>
        </pc:spChg>
      </pc:sldChg>
      <pc:sldChg chg="ord">
        <pc:chgData name="Soumita Sengupta" userId="4afa6ce1-cb01-46c2-8538-4650222f0c96" providerId="ADAL" clId="{B4F779A1-609E-4B82-A62E-798EA1B87F85}" dt="2021-09-06T10:17:41.366" v="21"/>
        <pc:sldMkLst>
          <pc:docMk/>
          <pc:sldMk cId="2207292725" sldId="1335"/>
        </pc:sldMkLst>
      </pc:sldChg>
      <pc:sldChg chg="addSp modSp mod">
        <pc:chgData name="Soumita Sengupta" userId="4afa6ce1-cb01-46c2-8538-4650222f0c96" providerId="ADAL" clId="{B4F779A1-609E-4B82-A62E-798EA1B87F85}" dt="2021-09-06T12:11:04.236" v="85" actId="1076"/>
        <pc:sldMkLst>
          <pc:docMk/>
          <pc:sldMk cId="3390905773" sldId="1338"/>
        </pc:sldMkLst>
        <pc:spChg chg="mod">
          <ac:chgData name="Soumita Sengupta" userId="4afa6ce1-cb01-46c2-8538-4650222f0c96" providerId="ADAL" clId="{B4F779A1-609E-4B82-A62E-798EA1B87F85}" dt="2021-09-06T12:11:04.236" v="85" actId="1076"/>
          <ac:spMkLst>
            <pc:docMk/>
            <pc:sldMk cId="3390905773" sldId="1338"/>
            <ac:spMk id="5" creationId="{7EBB0AF3-AC62-4365-99D1-029A3939AB6D}"/>
          </ac:spMkLst>
        </pc:spChg>
        <pc:spChg chg="add mod">
          <ac:chgData name="Soumita Sengupta" userId="4afa6ce1-cb01-46c2-8538-4650222f0c96" providerId="ADAL" clId="{B4F779A1-609E-4B82-A62E-798EA1B87F85}" dt="2021-09-06T12:10:49.085" v="83"/>
          <ac:spMkLst>
            <pc:docMk/>
            <pc:sldMk cId="3390905773" sldId="1338"/>
            <ac:spMk id="6" creationId="{52F7909A-88A2-42E6-A453-20FAF67E05D3}"/>
          </ac:spMkLst>
        </pc:spChg>
      </pc:sldChg>
      <pc:sldChg chg="modSp del mod">
        <pc:chgData name="Soumita Sengupta" userId="4afa6ce1-cb01-46c2-8538-4650222f0c96" providerId="ADAL" clId="{B4F779A1-609E-4B82-A62E-798EA1B87F85}" dt="2021-09-08T07:07:49.483" v="742" actId="2696"/>
        <pc:sldMkLst>
          <pc:docMk/>
          <pc:sldMk cId="132205383" sldId="1339"/>
        </pc:sldMkLst>
        <pc:spChg chg="mod">
          <ac:chgData name="Soumita Sengupta" userId="4afa6ce1-cb01-46c2-8538-4650222f0c96" providerId="ADAL" clId="{B4F779A1-609E-4B82-A62E-798EA1B87F85}" dt="2021-09-07T13:30:51.600" v="403" actId="20577"/>
          <ac:spMkLst>
            <pc:docMk/>
            <pc:sldMk cId="132205383" sldId="1339"/>
            <ac:spMk id="6" creationId="{BBF22BEF-1DA3-43AE-A981-A858CDA84CC6}"/>
          </ac:spMkLst>
        </pc:spChg>
      </pc:sldChg>
      <pc:sldChg chg="modSp add mod">
        <pc:chgData name="Soumita Sengupta" userId="4afa6ce1-cb01-46c2-8538-4650222f0c96" providerId="ADAL" clId="{B4F779A1-609E-4B82-A62E-798EA1B87F85}" dt="2021-09-08T10:47:45.960" v="1035" actId="20577"/>
        <pc:sldMkLst>
          <pc:docMk/>
          <pc:sldMk cId="605507258" sldId="1339"/>
        </pc:sldMkLst>
        <pc:spChg chg="mod">
          <ac:chgData name="Soumita Sengupta" userId="4afa6ce1-cb01-46c2-8538-4650222f0c96" providerId="ADAL" clId="{B4F779A1-609E-4B82-A62E-798EA1B87F85}" dt="2021-09-08T10:47:45.960" v="1035" actId="20577"/>
          <ac:spMkLst>
            <pc:docMk/>
            <pc:sldMk cId="605507258" sldId="1339"/>
            <ac:spMk id="5" creationId="{7EBB0AF3-AC62-4365-99D1-029A3939AB6D}"/>
          </ac:spMkLst>
        </pc:spChg>
      </pc:sldChg>
      <pc:sldChg chg="addSp modSp del mod">
        <pc:chgData name="Soumita Sengupta" userId="4afa6ce1-cb01-46c2-8538-4650222f0c96" providerId="ADAL" clId="{B4F779A1-609E-4B82-A62E-798EA1B87F85}" dt="2021-09-08T07:07:49.483" v="742" actId="2696"/>
        <pc:sldMkLst>
          <pc:docMk/>
          <pc:sldMk cId="2954718832" sldId="1340"/>
        </pc:sldMkLst>
        <pc:spChg chg="add mod">
          <ac:chgData name="Soumita Sengupta" userId="4afa6ce1-cb01-46c2-8538-4650222f0c96" providerId="ADAL" clId="{B4F779A1-609E-4B82-A62E-798EA1B87F85}" dt="2021-09-07T14:27:41.758" v="423" actId="20577"/>
          <ac:spMkLst>
            <pc:docMk/>
            <pc:sldMk cId="2954718832" sldId="1340"/>
            <ac:spMk id="6" creationId="{63175584-6680-438D-95BD-F984831940C2}"/>
          </ac:spMkLst>
        </pc:spChg>
      </pc:sldChg>
      <pc:sldChg chg="modSp add mod">
        <pc:chgData name="Soumita Sengupta" userId="4afa6ce1-cb01-46c2-8538-4650222f0c96" providerId="ADAL" clId="{B4F779A1-609E-4B82-A62E-798EA1B87F85}" dt="2021-09-08T10:31:08.896" v="888" actId="2711"/>
        <pc:sldMkLst>
          <pc:docMk/>
          <pc:sldMk cId="3243111247" sldId="1340"/>
        </pc:sldMkLst>
        <pc:spChg chg="mod">
          <ac:chgData name="Soumita Sengupta" userId="4afa6ce1-cb01-46c2-8538-4650222f0c96" providerId="ADAL" clId="{B4F779A1-609E-4B82-A62E-798EA1B87F85}" dt="2021-09-08T10:31:08.896" v="888" actId="2711"/>
          <ac:spMkLst>
            <pc:docMk/>
            <pc:sldMk cId="3243111247" sldId="1340"/>
            <ac:spMk id="5" creationId="{7EBB0AF3-AC62-4365-99D1-029A3939AB6D}"/>
          </ac:spMkLst>
        </pc:spChg>
      </pc:sldChg>
      <pc:sldChg chg="addSp modSp add mod modClrScheme chgLayout">
        <pc:chgData name="Soumita Sengupta" userId="4afa6ce1-cb01-46c2-8538-4650222f0c96" providerId="ADAL" clId="{B4F779A1-609E-4B82-A62E-798EA1B87F85}" dt="2021-09-08T10:48:40.422" v="1043" actId="1076"/>
        <pc:sldMkLst>
          <pc:docMk/>
          <pc:sldMk cId="1620411425" sldId="1341"/>
        </pc:sldMkLst>
        <pc:spChg chg="add mod ord">
          <ac:chgData name="Soumita Sengupta" userId="4afa6ce1-cb01-46c2-8538-4650222f0c96" providerId="ADAL" clId="{B4F779A1-609E-4B82-A62E-798EA1B87F85}" dt="2021-09-08T10:29:10.357" v="887" actId="1076"/>
          <ac:spMkLst>
            <pc:docMk/>
            <pc:sldMk cId="1620411425" sldId="1341"/>
            <ac:spMk id="2" creationId="{9266BBFC-C088-495D-B1B5-C9A10ED40911}"/>
          </ac:spMkLst>
        </pc:spChg>
        <pc:spChg chg="mod">
          <ac:chgData name="Soumita Sengupta" userId="4afa6ce1-cb01-46c2-8538-4650222f0c96" providerId="ADAL" clId="{B4F779A1-609E-4B82-A62E-798EA1B87F85}" dt="2021-09-08T10:28:27" v="875" actId="21"/>
          <ac:spMkLst>
            <pc:docMk/>
            <pc:sldMk cId="1620411425" sldId="1341"/>
            <ac:spMk id="6" creationId="{D7C74C96-3BFD-43CA-8230-AE240C1C4A10}"/>
          </ac:spMkLst>
        </pc:spChg>
        <pc:spChg chg="mod">
          <ac:chgData name="Soumita Sengupta" userId="4afa6ce1-cb01-46c2-8538-4650222f0c96" providerId="ADAL" clId="{B4F779A1-609E-4B82-A62E-798EA1B87F85}" dt="2021-09-08T10:48:40.422" v="1043" actId="1076"/>
          <ac:spMkLst>
            <pc:docMk/>
            <pc:sldMk cId="1620411425" sldId="1341"/>
            <ac:spMk id="7" creationId="{4EEDBFCA-707E-4F73-A3B1-D8DF6B5E428C}"/>
          </ac:spMkLst>
        </pc:spChg>
      </pc:sldChg>
      <pc:sldChg chg="addSp delSp modSp add del mod">
        <pc:chgData name="Soumita Sengupta" userId="4afa6ce1-cb01-46c2-8538-4650222f0c96" providerId="ADAL" clId="{B4F779A1-609E-4B82-A62E-798EA1B87F85}" dt="2021-09-08T07:08:32.325" v="747" actId="2696"/>
        <pc:sldMkLst>
          <pc:docMk/>
          <pc:sldMk cId="2786143961" sldId="1341"/>
        </pc:sldMkLst>
        <pc:spChg chg="del">
          <ac:chgData name="Soumita Sengupta" userId="4afa6ce1-cb01-46c2-8538-4650222f0c96" providerId="ADAL" clId="{B4F779A1-609E-4B82-A62E-798EA1B87F85}" dt="2021-09-06T10:12:36.106" v="3" actId="478"/>
          <ac:spMkLst>
            <pc:docMk/>
            <pc:sldMk cId="2786143961" sldId="1341"/>
            <ac:spMk id="5" creationId="{89856F51-9455-4AB9-8C6A-9C8F99263537}"/>
          </ac:spMkLst>
        </pc:spChg>
        <pc:spChg chg="add mod">
          <ac:chgData name="Soumita Sengupta" userId="4afa6ce1-cb01-46c2-8538-4650222f0c96" providerId="ADAL" clId="{B4F779A1-609E-4B82-A62E-798EA1B87F85}" dt="2021-09-06T10:13:01.892" v="5"/>
          <ac:spMkLst>
            <pc:docMk/>
            <pc:sldMk cId="2786143961" sldId="1341"/>
            <ac:spMk id="6" creationId="{D7C74C96-3BFD-43CA-8230-AE240C1C4A10}"/>
          </ac:spMkLst>
        </pc:spChg>
        <pc:spChg chg="add mod">
          <ac:chgData name="Soumita Sengupta" userId="4afa6ce1-cb01-46c2-8538-4650222f0c96" providerId="ADAL" clId="{B4F779A1-609E-4B82-A62E-798EA1B87F85}" dt="2021-09-06T10:13:24.390" v="8" actId="255"/>
          <ac:spMkLst>
            <pc:docMk/>
            <pc:sldMk cId="2786143961" sldId="1341"/>
            <ac:spMk id="7" creationId="{4EEDBFCA-707E-4F73-A3B1-D8DF6B5E428C}"/>
          </ac:spMkLst>
        </pc:spChg>
        <pc:picChg chg="del">
          <ac:chgData name="Soumita Sengupta" userId="4afa6ce1-cb01-46c2-8538-4650222f0c96" providerId="ADAL" clId="{B4F779A1-609E-4B82-A62E-798EA1B87F85}" dt="2021-09-06T10:12:39.967" v="4" actId="478"/>
          <ac:picMkLst>
            <pc:docMk/>
            <pc:sldMk cId="2786143961" sldId="1341"/>
            <ac:picMk id="4" creationId="{40D3A46D-B049-4C22-BE7F-8348EDD46B4C}"/>
          </ac:picMkLst>
        </pc:picChg>
      </pc:sldChg>
      <pc:sldChg chg="add del">
        <pc:chgData name="Soumita Sengupta" userId="4afa6ce1-cb01-46c2-8538-4650222f0c96" providerId="ADAL" clId="{B4F779A1-609E-4B82-A62E-798EA1B87F85}" dt="2021-09-06T10:13:38.965" v="9" actId="47"/>
        <pc:sldMkLst>
          <pc:docMk/>
          <pc:sldMk cId="1466353844" sldId="1342"/>
        </pc:sldMkLst>
      </pc:sldChg>
      <pc:sldChg chg="modSp add mod">
        <pc:chgData name="Soumita Sengupta" userId="4afa6ce1-cb01-46c2-8538-4650222f0c96" providerId="ADAL" clId="{B4F779A1-609E-4B82-A62E-798EA1B87F85}" dt="2021-09-06T10:18:02.868" v="25"/>
        <pc:sldMkLst>
          <pc:docMk/>
          <pc:sldMk cId="2693474580" sldId="1342"/>
        </pc:sldMkLst>
        <pc:spChg chg="mod">
          <ac:chgData name="Soumita Sengupta" userId="4afa6ce1-cb01-46c2-8538-4650222f0c96" providerId="ADAL" clId="{B4F779A1-609E-4B82-A62E-798EA1B87F85}" dt="2021-09-06T10:18:02.868" v="25"/>
          <ac:spMkLst>
            <pc:docMk/>
            <pc:sldMk cId="2693474580" sldId="1342"/>
            <ac:spMk id="2" creationId="{57983F62-BBB9-431B-A37F-BDA0DC7153F6}"/>
          </ac:spMkLst>
        </pc:spChg>
      </pc:sldChg>
      <pc:sldChg chg="modSp add mod">
        <pc:chgData name="Soumita Sengupta" userId="4afa6ce1-cb01-46c2-8538-4650222f0c96" providerId="ADAL" clId="{B4F779A1-609E-4B82-A62E-798EA1B87F85}" dt="2021-09-06T10:31:01.992" v="55" actId="20577"/>
        <pc:sldMkLst>
          <pc:docMk/>
          <pc:sldMk cId="367584548" sldId="1343"/>
        </pc:sldMkLst>
        <pc:spChg chg="mod">
          <ac:chgData name="Soumita Sengupta" userId="4afa6ce1-cb01-46c2-8538-4650222f0c96" providerId="ADAL" clId="{B4F779A1-609E-4B82-A62E-798EA1B87F85}" dt="2021-09-06T10:31:01.992" v="55" actId="20577"/>
          <ac:spMkLst>
            <pc:docMk/>
            <pc:sldMk cId="367584548" sldId="1343"/>
            <ac:spMk id="2" creationId="{57983F62-BBB9-431B-A37F-BDA0DC7153F6}"/>
          </ac:spMkLst>
        </pc:spChg>
      </pc:sldChg>
      <pc:sldChg chg="add del">
        <pc:chgData name="Soumita Sengupta" userId="4afa6ce1-cb01-46c2-8538-4650222f0c96" providerId="ADAL" clId="{B4F779A1-609E-4B82-A62E-798EA1B87F85}" dt="2021-09-06T10:13:40.026" v="10" actId="47"/>
        <pc:sldMkLst>
          <pc:docMk/>
          <pc:sldMk cId="550079011" sldId="1343"/>
        </pc:sldMkLst>
      </pc:sldChg>
      <pc:sldChg chg="addSp modSp add mod">
        <pc:chgData name="Soumita Sengupta" userId="4afa6ce1-cb01-46c2-8538-4650222f0c96" providerId="ADAL" clId="{B4F779A1-609E-4B82-A62E-798EA1B87F85}" dt="2021-09-06T14:53:23.198" v="393" actId="20577"/>
        <pc:sldMkLst>
          <pc:docMk/>
          <pc:sldMk cId="108993723" sldId="1344"/>
        </pc:sldMkLst>
        <pc:spChg chg="mod">
          <ac:chgData name="Soumita Sengupta" userId="4afa6ce1-cb01-46c2-8538-4650222f0c96" providerId="ADAL" clId="{B4F779A1-609E-4B82-A62E-798EA1B87F85}" dt="2021-09-06T14:53:23.198" v="393" actId="20577"/>
          <ac:spMkLst>
            <pc:docMk/>
            <pc:sldMk cId="108993723" sldId="1344"/>
            <ac:spMk id="5" creationId="{7EBB0AF3-AC62-4365-99D1-029A3939AB6D}"/>
          </ac:spMkLst>
        </pc:spChg>
        <pc:spChg chg="add mod">
          <ac:chgData name="Soumita Sengupta" userId="4afa6ce1-cb01-46c2-8538-4650222f0c96" providerId="ADAL" clId="{B4F779A1-609E-4B82-A62E-798EA1B87F85}" dt="2021-09-06T12:09:32.906" v="77" actId="1076"/>
          <ac:spMkLst>
            <pc:docMk/>
            <pc:sldMk cId="108993723" sldId="1344"/>
            <ac:spMk id="6" creationId="{45B8BA66-5628-4E29-8308-4A98308BC323}"/>
          </ac:spMkLst>
        </pc:spChg>
        <pc:graphicFrameChg chg="add mod modGraphic">
          <ac:chgData name="Soumita Sengupta" userId="4afa6ce1-cb01-46c2-8538-4650222f0c96" providerId="ADAL" clId="{B4F779A1-609E-4B82-A62E-798EA1B87F85}" dt="2021-09-06T12:30:57.087" v="225" actId="255"/>
          <ac:graphicFrameMkLst>
            <pc:docMk/>
            <pc:sldMk cId="108993723" sldId="1344"/>
            <ac:graphicFrameMk id="2" creationId="{9D54E321-43EB-4D93-A23D-424424DC4F7A}"/>
          </ac:graphicFrameMkLst>
        </pc:graphicFrameChg>
        <pc:graphicFrameChg chg="add mod modGraphic">
          <ac:chgData name="Soumita Sengupta" userId="4afa6ce1-cb01-46c2-8538-4650222f0c96" providerId="ADAL" clId="{B4F779A1-609E-4B82-A62E-798EA1B87F85}" dt="2021-09-06T12:31:01.884" v="226" actId="255"/>
          <ac:graphicFrameMkLst>
            <pc:docMk/>
            <pc:sldMk cId="108993723" sldId="1344"/>
            <ac:graphicFrameMk id="7" creationId="{F41A8FE6-C83E-4B1F-BDB9-839C2650D8E4}"/>
          </ac:graphicFrameMkLst>
        </pc:graphicFrameChg>
      </pc:sldChg>
      <pc:sldChg chg="modSp add mod">
        <pc:chgData name="Soumita Sengupta" userId="4afa6ce1-cb01-46c2-8538-4650222f0c96" providerId="ADAL" clId="{B4F779A1-609E-4B82-A62E-798EA1B87F85}" dt="2021-09-06T12:32:47.274" v="228"/>
        <pc:sldMkLst>
          <pc:docMk/>
          <pc:sldMk cId="1342098408" sldId="1345"/>
        </pc:sldMkLst>
        <pc:spChg chg="mod">
          <ac:chgData name="Soumita Sengupta" userId="4afa6ce1-cb01-46c2-8538-4650222f0c96" providerId="ADAL" clId="{B4F779A1-609E-4B82-A62E-798EA1B87F85}" dt="2021-09-06T12:32:47.274" v="228"/>
          <ac:spMkLst>
            <pc:docMk/>
            <pc:sldMk cId="1342098408" sldId="1345"/>
            <ac:spMk id="2" creationId="{57983F62-BBB9-431B-A37F-BDA0DC7153F6}"/>
          </ac:spMkLst>
        </pc:spChg>
      </pc:sldChg>
      <pc:sldChg chg="addSp delSp modSp add mod">
        <pc:chgData name="Soumita Sengupta" userId="4afa6ce1-cb01-46c2-8538-4650222f0c96" providerId="ADAL" clId="{B4F779A1-609E-4B82-A62E-798EA1B87F85}" dt="2021-09-06T12:35:43.571" v="267"/>
        <pc:sldMkLst>
          <pc:docMk/>
          <pc:sldMk cId="2450118331" sldId="1346"/>
        </pc:sldMkLst>
        <pc:spChg chg="mod">
          <ac:chgData name="Soumita Sengupta" userId="4afa6ce1-cb01-46c2-8538-4650222f0c96" providerId="ADAL" clId="{B4F779A1-609E-4B82-A62E-798EA1B87F85}" dt="2021-09-06T12:34:48.288" v="250" actId="5793"/>
          <ac:spMkLst>
            <pc:docMk/>
            <pc:sldMk cId="2450118331" sldId="1346"/>
            <ac:spMk id="5" creationId="{7EBB0AF3-AC62-4365-99D1-029A3939AB6D}"/>
          </ac:spMkLst>
        </pc:spChg>
        <pc:spChg chg="mod">
          <ac:chgData name="Soumita Sengupta" userId="4afa6ce1-cb01-46c2-8538-4650222f0c96" providerId="ADAL" clId="{B4F779A1-609E-4B82-A62E-798EA1B87F85}" dt="2021-09-06T12:34:02.638" v="239" actId="20577"/>
          <ac:spMkLst>
            <pc:docMk/>
            <pc:sldMk cId="2450118331" sldId="1346"/>
            <ac:spMk id="6" creationId="{45B8BA66-5628-4E29-8308-4A98308BC323}"/>
          </ac:spMkLst>
        </pc:spChg>
        <pc:graphicFrameChg chg="del modGraphic">
          <ac:chgData name="Soumita Sengupta" userId="4afa6ce1-cb01-46c2-8538-4650222f0c96" providerId="ADAL" clId="{B4F779A1-609E-4B82-A62E-798EA1B87F85}" dt="2021-09-06T12:34:23.681" v="241" actId="478"/>
          <ac:graphicFrameMkLst>
            <pc:docMk/>
            <pc:sldMk cId="2450118331" sldId="1346"/>
            <ac:graphicFrameMk id="2" creationId="{9D54E321-43EB-4D93-A23D-424424DC4F7A}"/>
          </ac:graphicFrameMkLst>
        </pc:graphicFrameChg>
        <pc:graphicFrameChg chg="del">
          <ac:chgData name="Soumita Sengupta" userId="4afa6ce1-cb01-46c2-8538-4650222f0c96" providerId="ADAL" clId="{B4F779A1-609E-4B82-A62E-798EA1B87F85}" dt="2021-09-06T12:34:25.992" v="242" actId="478"/>
          <ac:graphicFrameMkLst>
            <pc:docMk/>
            <pc:sldMk cId="2450118331" sldId="1346"/>
            <ac:graphicFrameMk id="7" creationId="{F41A8FE6-C83E-4B1F-BDB9-839C2650D8E4}"/>
          </ac:graphicFrameMkLst>
        </pc:graphicFrameChg>
        <pc:graphicFrameChg chg="add mod modGraphic">
          <ac:chgData name="Soumita Sengupta" userId="4afa6ce1-cb01-46c2-8538-4650222f0c96" providerId="ADAL" clId="{B4F779A1-609E-4B82-A62E-798EA1B87F85}" dt="2021-09-06T12:35:28.561" v="265" actId="1076"/>
          <ac:graphicFrameMkLst>
            <pc:docMk/>
            <pc:sldMk cId="2450118331" sldId="1346"/>
            <ac:graphicFrameMk id="8" creationId="{9C72DCFD-F814-41FF-8B34-9A5FC8D9CBCE}"/>
          </ac:graphicFrameMkLst>
        </pc:graphicFrameChg>
        <pc:graphicFrameChg chg="add del mod">
          <ac:chgData name="Soumita Sengupta" userId="4afa6ce1-cb01-46c2-8538-4650222f0c96" providerId="ADAL" clId="{B4F779A1-609E-4B82-A62E-798EA1B87F85}" dt="2021-09-06T12:35:43.571" v="267"/>
          <ac:graphicFrameMkLst>
            <pc:docMk/>
            <pc:sldMk cId="2450118331" sldId="1346"/>
            <ac:graphicFrameMk id="9" creationId="{1085579C-B883-4A14-8EB3-D0A4A0E44F5A}"/>
          </ac:graphicFrameMkLst>
        </pc:graphicFrameChg>
      </pc:sldChg>
      <pc:sldChg chg="addSp delSp modSp add mod">
        <pc:chgData name="Soumita Sengupta" userId="4afa6ce1-cb01-46c2-8538-4650222f0c96" providerId="ADAL" clId="{B4F779A1-609E-4B82-A62E-798EA1B87F85}" dt="2021-09-06T12:37:26.321" v="327" actId="1076"/>
        <pc:sldMkLst>
          <pc:docMk/>
          <pc:sldMk cId="3344584167" sldId="1347"/>
        </pc:sldMkLst>
        <pc:spChg chg="mod">
          <ac:chgData name="Soumita Sengupta" userId="4afa6ce1-cb01-46c2-8538-4650222f0c96" providerId="ADAL" clId="{B4F779A1-609E-4B82-A62E-798EA1B87F85}" dt="2021-09-06T12:37:22.950" v="326" actId="255"/>
          <ac:spMkLst>
            <pc:docMk/>
            <pc:sldMk cId="3344584167" sldId="1347"/>
            <ac:spMk id="5" creationId="{7EBB0AF3-AC62-4365-99D1-029A3939AB6D}"/>
          </ac:spMkLst>
        </pc:spChg>
        <pc:graphicFrameChg chg="add mod modGraphic">
          <ac:chgData name="Soumita Sengupta" userId="4afa6ce1-cb01-46c2-8538-4650222f0c96" providerId="ADAL" clId="{B4F779A1-609E-4B82-A62E-798EA1B87F85}" dt="2021-09-06T12:37:26.321" v="327" actId="1076"/>
          <ac:graphicFrameMkLst>
            <pc:docMk/>
            <pc:sldMk cId="3344584167" sldId="1347"/>
            <ac:graphicFrameMk id="2" creationId="{DD0F3356-6A65-4D02-811A-FFCF3EBBCF68}"/>
          </ac:graphicFrameMkLst>
        </pc:graphicFrameChg>
        <pc:graphicFrameChg chg="del">
          <ac:chgData name="Soumita Sengupta" userId="4afa6ce1-cb01-46c2-8538-4650222f0c96" providerId="ADAL" clId="{B4F779A1-609E-4B82-A62E-798EA1B87F85}" dt="2021-09-06T12:35:56.670" v="286" actId="478"/>
          <ac:graphicFrameMkLst>
            <pc:docMk/>
            <pc:sldMk cId="3344584167" sldId="1347"/>
            <ac:graphicFrameMk id="8" creationId="{9C72DCFD-F814-41FF-8B34-9A5FC8D9CBCE}"/>
          </ac:graphicFrameMkLst>
        </pc:graphicFrameChg>
      </pc:sldChg>
      <pc:sldChg chg="modSp add mod ord">
        <pc:chgData name="Soumita Sengupta" userId="4afa6ce1-cb01-46c2-8538-4650222f0c96" providerId="ADAL" clId="{B4F779A1-609E-4B82-A62E-798EA1B87F85}" dt="2021-09-06T13:37:09.729" v="333" actId="20577"/>
        <pc:sldMkLst>
          <pc:docMk/>
          <pc:sldMk cId="43208829" sldId="1348"/>
        </pc:sldMkLst>
        <pc:spChg chg="mod">
          <ac:chgData name="Soumita Sengupta" userId="4afa6ce1-cb01-46c2-8538-4650222f0c96" providerId="ADAL" clId="{B4F779A1-609E-4B82-A62E-798EA1B87F85}" dt="2021-09-06T13:37:09.729" v="333" actId="20577"/>
          <ac:spMkLst>
            <pc:docMk/>
            <pc:sldMk cId="43208829" sldId="1348"/>
            <ac:spMk id="2" creationId="{57983F62-BBB9-431B-A37F-BDA0DC7153F6}"/>
          </ac:spMkLst>
        </pc:spChg>
      </pc:sldChg>
      <pc:sldChg chg="add">
        <pc:chgData name="Soumita Sengupta" userId="4afa6ce1-cb01-46c2-8538-4650222f0c96" providerId="ADAL" clId="{B4F779A1-609E-4B82-A62E-798EA1B87F85}" dt="2021-09-08T07:07:21.161" v="736"/>
        <pc:sldMkLst>
          <pc:docMk/>
          <pc:sldMk cId="741534087" sldId="1349"/>
        </pc:sldMkLst>
      </pc:sldChg>
      <pc:sldChg chg="modSp add del mod">
        <pc:chgData name="Soumita Sengupta" userId="4afa6ce1-cb01-46c2-8538-4650222f0c96" providerId="ADAL" clId="{B4F779A1-609E-4B82-A62E-798EA1B87F85}" dt="2021-09-08T07:07:13.424" v="735" actId="2696"/>
        <pc:sldMkLst>
          <pc:docMk/>
          <pc:sldMk cId="1413606799" sldId="1349"/>
        </pc:sldMkLst>
        <pc:spChg chg="mod">
          <ac:chgData name="Soumita Sengupta" userId="4afa6ce1-cb01-46c2-8538-4650222f0c96" providerId="ADAL" clId="{B4F779A1-609E-4B82-A62E-798EA1B87F85}" dt="2021-09-06T14:15:44.531" v="337" actId="20577"/>
          <ac:spMkLst>
            <pc:docMk/>
            <pc:sldMk cId="1413606799" sldId="1349"/>
            <ac:spMk id="2" creationId="{57983F62-BBB9-431B-A37F-BDA0DC7153F6}"/>
          </ac:spMkLst>
        </pc:spChg>
      </pc:sldChg>
      <pc:sldChg chg="add">
        <pc:chgData name="Soumita Sengupta" userId="4afa6ce1-cb01-46c2-8538-4650222f0c96" providerId="ADAL" clId="{B4F779A1-609E-4B82-A62E-798EA1B87F85}" dt="2021-09-08T07:07:21.161" v="736"/>
        <pc:sldMkLst>
          <pc:docMk/>
          <pc:sldMk cId="1187715051" sldId="1350"/>
        </pc:sldMkLst>
      </pc:sldChg>
      <pc:sldChg chg="addSp delSp modSp add del mod">
        <pc:chgData name="Soumita Sengupta" userId="4afa6ce1-cb01-46c2-8538-4650222f0c96" providerId="ADAL" clId="{B4F779A1-609E-4B82-A62E-798EA1B87F85}" dt="2021-09-08T07:07:13.424" v="735" actId="2696"/>
        <pc:sldMkLst>
          <pc:docMk/>
          <pc:sldMk cId="4048781949" sldId="1350"/>
        </pc:sldMkLst>
        <pc:spChg chg="mod">
          <ac:chgData name="Soumita Sengupta" userId="4afa6ce1-cb01-46c2-8538-4650222f0c96" providerId="ADAL" clId="{B4F779A1-609E-4B82-A62E-798EA1B87F85}" dt="2021-09-06T14:45:20.529" v="365" actId="5793"/>
          <ac:spMkLst>
            <pc:docMk/>
            <pc:sldMk cId="4048781949" sldId="1350"/>
            <ac:spMk id="5" creationId="{7EBB0AF3-AC62-4365-99D1-029A3939AB6D}"/>
          </ac:spMkLst>
        </pc:spChg>
        <pc:spChg chg="mod">
          <ac:chgData name="Soumita Sengupta" userId="4afa6ce1-cb01-46c2-8538-4650222f0c96" providerId="ADAL" clId="{B4F779A1-609E-4B82-A62E-798EA1B87F85}" dt="2021-09-06T14:25:08.947" v="341" actId="20577"/>
          <ac:spMkLst>
            <pc:docMk/>
            <pc:sldMk cId="4048781949" sldId="1350"/>
            <ac:spMk id="6" creationId="{45B8BA66-5628-4E29-8308-4A98308BC323}"/>
          </ac:spMkLst>
        </pc:spChg>
        <pc:spChg chg="add del">
          <ac:chgData name="Soumita Sengupta" userId="4afa6ce1-cb01-46c2-8538-4650222f0c96" providerId="ADAL" clId="{B4F779A1-609E-4B82-A62E-798EA1B87F85}" dt="2021-09-06T14:42:14.723" v="352"/>
          <ac:spMkLst>
            <pc:docMk/>
            <pc:sldMk cId="4048781949" sldId="1350"/>
            <ac:spMk id="10" creationId="{4649D825-2C97-4840-B750-C927261FAAD1}"/>
          </ac:spMkLst>
        </pc:spChg>
        <pc:spChg chg="add del">
          <ac:chgData name="Soumita Sengupta" userId="4afa6ce1-cb01-46c2-8538-4650222f0c96" providerId="ADAL" clId="{B4F779A1-609E-4B82-A62E-798EA1B87F85}" dt="2021-09-06T14:42:14.723" v="352"/>
          <ac:spMkLst>
            <pc:docMk/>
            <pc:sldMk cId="4048781949" sldId="1350"/>
            <ac:spMk id="11" creationId="{1B018786-FABA-4F06-B2D3-CE1D21826755}"/>
          </ac:spMkLst>
        </pc:spChg>
        <pc:spChg chg="add del">
          <ac:chgData name="Soumita Sengupta" userId="4afa6ce1-cb01-46c2-8538-4650222f0c96" providerId="ADAL" clId="{B4F779A1-609E-4B82-A62E-798EA1B87F85}" dt="2021-09-06T14:42:14.723" v="352"/>
          <ac:spMkLst>
            <pc:docMk/>
            <pc:sldMk cId="4048781949" sldId="1350"/>
            <ac:spMk id="12" creationId="{98401DB9-236B-4337-AA45-E6B8F8597181}"/>
          </ac:spMkLst>
        </pc:spChg>
        <pc:graphicFrameChg chg="del modGraphic">
          <ac:chgData name="Soumita Sengupta" userId="4afa6ce1-cb01-46c2-8538-4650222f0c96" providerId="ADAL" clId="{B4F779A1-609E-4B82-A62E-798EA1B87F85}" dt="2021-09-06T14:28:43.291" v="343" actId="478"/>
          <ac:graphicFrameMkLst>
            <pc:docMk/>
            <pc:sldMk cId="4048781949" sldId="1350"/>
            <ac:graphicFrameMk id="2" creationId="{9D54E321-43EB-4D93-A23D-424424DC4F7A}"/>
          </ac:graphicFrameMkLst>
        </pc:graphicFrameChg>
        <pc:graphicFrameChg chg="del">
          <ac:chgData name="Soumita Sengupta" userId="4afa6ce1-cb01-46c2-8538-4650222f0c96" providerId="ADAL" clId="{B4F779A1-609E-4B82-A62E-798EA1B87F85}" dt="2021-09-06T14:28:46.527" v="344" actId="478"/>
          <ac:graphicFrameMkLst>
            <pc:docMk/>
            <pc:sldMk cId="4048781949" sldId="1350"/>
            <ac:graphicFrameMk id="7" creationId="{F41A8FE6-C83E-4B1F-BDB9-839C2650D8E4}"/>
          </ac:graphicFrameMkLst>
        </pc:graphicFrameChg>
        <pc:graphicFrameChg chg="add del mod">
          <ac:chgData name="Soumita Sengupta" userId="4afa6ce1-cb01-46c2-8538-4650222f0c96" providerId="ADAL" clId="{B4F779A1-609E-4B82-A62E-798EA1B87F85}" dt="2021-09-06T14:41:50.573" v="347" actId="478"/>
          <ac:graphicFrameMkLst>
            <pc:docMk/>
            <pc:sldMk cId="4048781949" sldId="1350"/>
            <ac:graphicFrameMk id="8" creationId="{8B3845E6-AD24-49AA-9BC7-B6F4DFFA5320}"/>
          </ac:graphicFrameMkLst>
        </pc:graphicFrameChg>
        <pc:graphicFrameChg chg="add mod">
          <ac:chgData name="Soumita Sengupta" userId="4afa6ce1-cb01-46c2-8538-4650222f0c96" providerId="ADAL" clId="{B4F779A1-609E-4B82-A62E-798EA1B87F85}" dt="2021-09-06T14:41:57.795" v="350" actId="1076"/>
          <ac:graphicFrameMkLst>
            <pc:docMk/>
            <pc:sldMk cId="4048781949" sldId="1350"/>
            <ac:graphicFrameMk id="9" creationId="{E916B151-C1F8-403E-B5FC-55FD2728E884}"/>
          </ac:graphicFrameMkLst>
        </pc:graphicFrameChg>
        <pc:graphicFrameChg chg="add mod modGraphic">
          <ac:chgData name="Soumita Sengupta" userId="4afa6ce1-cb01-46c2-8538-4650222f0c96" providerId="ADAL" clId="{B4F779A1-609E-4B82-A62E-798EA1B87F85}" dt="2021-09-06T14:45:12.154" v="362" actId="1076"/>
          <ac:graphicFrameMkLst>
            <pc:docMk/>
            <pc:sldMk cId="4048781949" sldId="1350"/>
            <ac:graphicFrameMk id="13" creationId="{F4C59751-F644-4927-9CE1-50A1CFA4BBF8}"/>
          </ac:graphicFrameMkLst>
        </pc:graphicFrameChg>
      </pc:sldChg>
      <pc:sldChg chg="addSp delSp modSp add mod">
        <pc:chgData name="Soumita Sengupta" userId="4afa6ce1-cb01-46c2-8538-4650222f0c96" providerId="ADAL" clId="{B4F779A1-609E-4B82-A62E-798EA1B87F85}" dt="2021-09-06T14:52:02.441" v="389" actId="1076"/>
        <pc:sldMkLst>
          <pc:docMk/>
          <pc:sldMk cId="1852871923" sldId="1351"/>
        </pc:sldMkLst>
        <pc:spChg chg="mod">
          <ac:chgData name="Soumita Sengupta" userId="4afa6ce1-cb01-46c2-8538-4650222f0c96" providerId="ADAL" clId="{B4F779A1-609E-4B82-A62E-798EA1B87F85}" dt="2021-09-06T14:51:58.520" v="388" actId="20577"/>
          <ac:spMkLst>
            <pc:docMk/>
            <pc:sldMk cId="1852871923" sldId="1351"/>
            <ac:spMk id="5" creationId="{7EBB0AF3-AC62-4365-99D1-029A3939AB6D}"/>
          </ac:spMkLst>
        </pc:spChg>
        <pc:spChg chg="mod">
          <ac:chgData name="Soumita Sengupta" userId="4afa6ce1-cb01-46c2-8538-4650222f0c96" providerId="ADAL" clId="{B4F779A1-609E-4B82-A62E-798EA1B87F85}" dt="2021-09-06T14:49:42.878" v="371" actId="20577"/>
          <ac:spMkLst>
            <pc:docMk/>
            <pc:sldMk cId="1852871923" sldId="1351"/>
            <ac:spMk id="6" creationId="{45B8BA66-5628-4E29-8308-4A98308BC323}"/>
          </ac:spMkLst>
        </pc:spChg>
        <pc:graphicFrameChg chg="add mod modGraphic">
          <ac:chgData name="Soumita Sengupta" userId="4afa6ce1-cb01-46c2-8538-4650222f0c96" providerId="ADAL" clId="{B4F779A1-609E-4B82-A62E-798EA1B87F85}" dt="2021-09-06T14:52:02.441" v="389" actId="1076"/>
          <ac:graphicFrameMkLst>
            <pc:docMk/>
            <pc:sldMk cId="1852871923" sldId="1351"/>
            <ac:graphicFrameMk id="2" creationId="{41453CA9-626B-416B-A211-286562B0D2BA}"/>
          </ac:graphicFrameMkLst>
        </pc:graphicFrameChg>
        <pc:graphicFrameChg chg="add mod modGraphic">
          <ac:chgData name="Soumita Sengupta" userId="4afa6ce1-cb01-46c2-8538-4650222f0c96" providerId="ADAL" clId="{B4F779A1-609E-4B82-A62E-798EA1B87F85}" dt="2021-09-06T14:51:40.849" v="383" actId="1076"/>
          <ac:graphicFrameMkLst>
            <pc:docMk/>
            <pc:sldMk cId="1852871923" sldId="1351"/>
            <ac:graphicFrameMk id="7" creationId="{B8826FC7-EBBF-442C-AD28-2C1096961649}"/>
          </ac:graphicFrameMkLst>
        </pc:graphicFrameChg>
        <pc:graphicFrameChg chg="del">
          <ac:chgData name="Soumita Sengupta" userId="4afa6ce1-cb01-46c2-8538-4650222f0c96" providerId="ADAL" clId="{B4F779A1-609E-4B82-A62E-798EA1B87F85}" dt="2021-09-06T14:49:53.764" v="373" actId="478"/>
          <ac:graphicFrameMkLst>
            <pc:docMk/>
            <pc:sldMk cId="1852871923" sldId="1351"/>
            <ac:graphicFrameMk id="9" creationId="{E916B151-C1F8-403E-B5FC-55FD2728E884}"/>
          </ac:graphicFrameMkLst>
        </pc:graphicFrameChg>
        <pc:graphicFrameChg chg="del">
          <ac:chgData name="Soumita Sengupta" userId="4afa6ce1-cb01-46c2-8538-4650222f0c96" providerId="ADAL" clId="{B4F779A1-609E-4B82-A62E-798EA1B87F85}" dt="2021-09-06T14:49:50.686" v="372" actId="478"/>
          <ac:graphicFrameMkLst>
            <pc:docMk/>
            <pc:sldMk cId="1852871923" sldId="1351"/>
            <ac:graphicFrameMk id="13" creationId="{F4C59751-F644-4927-9CE1-50A1CFA4BBF8}"/>
          </ac:graphicFrameMkLst>
        </pc:graphicFrameChg>
      </pc:sldChg>
      <pc:sldChg chg="add">
        <pc:chgData name="Soumita Sengupta" userId="4afa6ce1-cb01-46c2-8538-4650222f0c96" providerId="ADAL" clId="{B4F779A1-609E-4B82-A62E-798EA1B87F85}" dt="2021-09-08T07:08:38.147" v="748"/>
        <pc:sldMkLst>
          <pc:docMk/>
          <pc:sldMk cId="303562943" sldId="1352"/>
        </pc:sldMkLst>
      </pc:sldChg>
      <pc:sldChg chg="modSp add del mod ord">
        <pc:chgData name="Soumita Sengupta" userId="4afa6ce1-cb01-46c2-8538-4650222f0c96" providerId="ADAL" clId="{B4F779A1-609E-4B82-A62E-798EA1B87F85}" dt="2021-09-08T07:08:32.325" v="747" actId="2696"/>
        <pc:sldMkLst>
          <pc:docMk/>
          <pc:sldMk cId="1325618641" sldId="1352"/>
        </pc:sldMkLst>
        <pc:spChg chg="mod">
          <ac:chgData name="Soumita Sengupta" userId="4afa6ce1-cb01-46c2-8538-4650222f0c96" providerId="ADAL" clId="{B4F779A1-609E-4B82-A62E-798EA1B87F85}" dt="2021-09-06T14:56:35.952" v="399" actId="20577"/>
          <ac:spMkLst>
            <pc:docMk/>
            <pc:sldMk cId="1325618641" sldId="1352"/>
            <ac:spMk id="2" creationId="{57983F62-BBB9-431B-A37F-BDA0DC7153F6}"/>
          </ac:spMkLst>
        </pc:spChg>
      </pc:sldChg>
      <pc:sldChg chg="modSp add del mod ord">
        <pc:chgData name="Soumita Sengupta" userId="4afa6ce1-cb01-46c2-8538-4650222f0c96" providerId="ADAL" clId="{B4F779A1-609E-4B82-A62E-798EA1B87F85}" dt="2021-09-08T07:07:49.483" v="742" actId="2696"/>
        <pc:sldMkLst>
          <pc:docMk/>
          <pc:sldMk cId="318822837" sldId="1353"/>
        </pc:sldMkLst>
        <pc:spChg chg="mod">
          <ac:chgData name="Soumita Sengupta" userId="4afa6ce1-cb01-46c2-8538-4650222f0c96" providerId="ADAL" clId="{B4F779A1-609E-4B82-A62E-798EA1B87F85}" dt="2021-09-07T13:30:55.465" v="406" actId="20577"/>
          <ac:spMkLst>
            <pc:docMk/>
            <pc:sldMk cId="318822837" sldId="1353"/>
            <ac:spMk id="2" creationId="{57983F62-BBB9-431B-A37F-BDA0DC7153F6}"/>
          </ac:spMkLst>
        </pc:spChg>
      </pc:sldChg>
      <pc:sldChg chg="add">
        <pc:chgData name="Soumita Sengupta" userId="4afa6ce1-cb01-46c2-8538-4650222f0c96" providerId="ADAL" clId="{B4F779A1-609E-4B82-A62E-798EA1B87F85}" dt="2021-09-08T07:07:55.705" v="743"/>
        <pc:sldMkLst>
          <pc:docMk/>
          <pc:sldMk cId="2047891641" sldId="1353"/>
        </pc:sldMkLst>
      </pc:sldChg>
      <pc:sldChg chg="addSp delSp modSp add del mod">
        <pc:chgData name="Soumita Sengupta" userId="4afa6ce1-cb01-46c2-8538-4650222f0c96" providerId="ADAL" clId="{B4F779A1-609E-4B82-A62E-798EA1B87F85}" dt="2021-09-08T07:07:49.483" v="742" actId="2696"/>
        <pc:sldMkLst>
          <pc:docMk/>
          <pc:sldMk cId="907347557" sldId="1354"/>
        </pc:sldMkLst>
        <pc:spChg chg="add del">
          <ac:chgData name="Soumita Sengupta" userId="4afa6ce1-cb01-46c2-8538-4650222f0c96" providerId="ADAL" clId="{B4F779A1-609E-4B82-A62E-798EA1B87F85}" dt="2021-09-07T14:28:48.873" v="444"/>
          <ac:spMkLst>
            <pc:docMk/>
            <pc:sldMk cId="907347557" sldId="1354"/>
            <ac:spMk id="2" creationId="{5AE45CDB-0BAD-4745-AC50-CC1BB3C55973}"/>
          </ac:spMkLst>
        </pc:spChg>
        <pc:spChg chg="add del">
          <ac:chgData name="Soumita Sengupta" userId="4afa6ce1-cb01-46c2-8538-4650222f0c96" providerId="ADAL" clId="{B4F779A1-609E-4B82-A62E-798EA1B87F85}" dt="2021-09-07T14:28:48.873" v="444"/>
          <ac:spMkLst>
            <pc:docMk/>
            <pc:sldMk cId="907347557" sldId="1354"/>
            <ac:spMk id="3" creationId="{1F0FBA84-FC7D-4637-8B45-7DE1F0CFB86E}"/>
          </ac:spMkLst>
        </pc:spChg>
        <pc:spChg chg="mod">
          <ac:chgData name="Soumita Sengupta" userId="4afa6ce1-cb01-46c2-8538-4650222f0c96" providerId="ADAL" clId="{B4F779A1-609E-4B82-A62E-798EA1B87F85}" dt="2021-09-07T14:31:11.377" v="521" actId="20577"/>
          <ac:spMkLst>
            <pc:docMk/>
            <pc:sldMk cId="907347557" sldId="1354"/>
            <ac:spMk id="5" creationId="{89856F51-9455-4AB9-8C6A-9C8F99263537}"/>
          </ac:spMkLst>
        </pc:spChg>
        <pc:spChg chg="mod">
          <ac:chgData name="Soumita Sengupta" userId="4afa6ce1-cb01-46c2-8538-4650222f0c96" providerId="ADAL" clId="{B4F779A1-609E-4B82-A62E-798EA1B87F85}" dt="2021-09-07T14:29:07.496" v="485" actId="313"/>
          <ac:spMkLst>
            <pc:docMk/>
            <pc:sldMk cId="907347557" sldId="1354"/>
            <ac:spMk id="6" creationId="{DE4E67A0-FE72-4C7F-B4A4-B69C8930867B}"/>
          </ac:spMkLst>
        </pc:spChg>
        <pc:spChg chg="add del">
          <ac:chgData name="Soumita Sengupta" userId="4afa6ce1-cb01-46c2-8538-4650222f0c96" providerId="ADAL" clId="{B4F779A1-609E-4B82-A62E-798EA1B87F85}" dt="2021-09-07T14:28:48.873" v="444"/>
          <ac:spMkLst>
            <pc:docMk/>
            <pc:sldMk cId="907347557" sldId="1354"/>
            <ac:spMk id="7" creationId="{BF774495-9F4C-4266-B0D9-9C3386D19243}"/>
          </ac:spMkLst>
        </pc:spChg>
        <pc:spChg chg="add del">
          <ac:chgData name="Soumita Sengupta" userId="4afa6ce1-cb01-46c2-8538-4650222f0c96" providerId="ADAL" clId="{B4F779A1-609E-4B82-A62E-798EA1B87F85}" dt="2021-09-07T14:30:08.906" v="504"/>
          <ac:spMkLst>
            <pc:docMk/>
            <pc:sldMk cId="907347557" sldId="1354"/>
            <ac:spMk id="9" creationId="{7364891F-81CB-4C9E-B2BF-D150A3491BF1}"/>
          </ac:spMkLst>
        </pc:spChg>
        <pc:spChg chg="add del">
          <ac:chgData name="Soumita Sengupta" userId="4afa6ce1-cb01-46c2-8538-4650222f0c96" providerId="ADAL" clId="{B4F779A1-609E-4B82-A62E-798EA1B87F85}" dt="2021-09-07T14:30:08.906" v="504"/>
          <ac:spMkLst>
            <pc:docMk/>
            <pc:sldMk cId="907347557" sldId="1354"/>
            <ac:spMk id="10" creationId="{2ED22B32-5EB9-43BA-AC4B-4A3F74D8328A}"/>
          </ac:spMkLst>
        </pc:spChg>
        <pc:spChg chg="add del">
          <ac:chgData name="Soumita Sengupta" userId="4afa6ce1-cb01-46c2-8538-4650222f0c96" providerId="ADAL" clId="{B4F779A1-609E-4B82-A62E-798EA1B87F85}" dt="2021-09-07T14:30:08.906" v="504"/>
          <ac:spMkLst>
            <pc:docMk/>
            <pc:sldMk cId="907347557" sldId="1354"/>
            <ac:spMk id="11" creationId="{A919B4F9-8A25-4931-A43A-1A215C98387A}"/>
          </ac:spMkLst>
        </pc:spChg>
        <pc:graphicFrameChg chg="add mod modGraphic">
          <ac:chgData name="Soumita Sengupta" userId="4afa6ce1-cb01-46c2-8538-4650222f0c96" providerId="ADAL" clId="{B4F779A1-609E-4B82-A62E-798EA1B87F85}" dt="2021-09-07T14:31:23.215" v="526" actId="20577"/>
          <ac:graphicFrameMkLst>
            <pc:docMk/>
            <pc:sldMk cId="907347557" sldId="1354"/>
            <ac:graphicFrameMk id="8" creationId="{DE43FB0D-15D0-4A66-BE33-B52AD3A9AC75}"/>
          </ac:graphicFrameMkLst>
        </pc:graphicFrameChg>
        <pc:graphicFrameChg chg="add mod modGraphic">
          <ac:chgData name="Soumita Sengupta" userId="4afa6ce1-cb01-46c2-8538-4650222f0c96" providerId="ADAL" clId="{B4F779A1-609E-4B82-A62E-798EA1B87F85}" dt="2021-09-07T14:31:25.469" v="527" actId="1076"/>
          <ac:graphicFrameMkLst>
            <pc:docMk/>
            <pc:sldMk cId="907347557" sldId="1354"/>
            <ac:graphicFrameMk id="12" creationId="{F1EC488C-71A0-4D03-88DE-89EFD6AA688E}"/>
          </ac:graphicFrameMkLst>
        </pc:graphicFrameChg>
        <pc:picChg chg="del">
          <ac:chgData name="Soumita Sengupta" userId="4afa6ce1-cb01-46c2-8538-4650222f0c96" providerId="ADAL" clId="{B4F779A1-609E-4B82-A62E-798EA1B87F85}" dt="2021-09-07T14:29:19.797" v="487" actId="478"/>
          <ac:picMkLst>
            <pc:docMk/>
            <pc:sldMk cId="907347557" sldId="1354"/>
            <ac:picMk id="4" creationId="{40D3A46D-B049-4C22-BE7F-8348EDD46B4C}"/>
          </ac:picMkLst>
        </pc:picChg>
      </pc:sldChg>
      <pc:sldChg chg="addSp delSp modSp add mod modClrScheme chgLayout">
        <pc:chgData name="Soumita Sengupta" userId="4afa6ce1-cb01-46c2-8538-4650222f0c96" providerId="ADAL" clId="{B4F779A1-609E-4B82-A62E-798EA1B87F85}" dt="2021-09-08T10:48:29.775" v="1042" actId="1076"/>
        <pc:sldMkLst>
          <pc:docMk/>
          <pc:sldMk cId="1505579695" sldId="1354"/>
        </pc:sldMkLst>
        <pc:spChg chg="add mod ord">
          <ac:chgData name="Soumita Sengupta" userId="4afa6ce1-cb01-46c2-8538-4650222f0c96" providerId="ADAL" clId="{B4F779A1-609E-4B82-A62E-798EA1B87F85}" dt="2021-09-08T10:48:29.775" v="1042" actId="1076"/>
          <ac:spMkLst>
            <pc:docMk/>
            <pc:sldMk cId="1505579695" sldId="1354"/>
            <ac:spMk id="2" creationId="{7E1F4610-B42B-4884-9E5E-292DD2D7F1B9}"/>
          </ac:spMkLst>
        </pc:spChg>
        <pc:spChg chg="mod">
          <ac:chgData name="Soumita Sengupta" userId="4afa6ce1-cb01-46c2-8538-4650222f0c96" providerId="ADAL" clId="{B4F779A1-609E-4B82-A62E-798EA1B87F85}" dt="2021-09-08T10:28:09.324" v="872" actId="20577"/>
          <ac:spMkLst>
            <pc:docMk/>
            <pc:sldMk cId="1505579695" sldId="1354"/>
            <ac:spMk id="5" creationId="{89856F51-9455-4AB9-8C6A-9C8F99263537}"/>
          </ac:spMkLst>
        </pc:spChg>
        <pc:spChg chg="del mod">
          <ac:chgData name="Soumita Sengupta" userId="4afa6ce1-cb01-46c2-8538-4650222f0c96" providerId="ADAL" clId="{B4F779A1-609E-4B82-A62E-798EA1B87F85}" dt="2021-09-08T10:48:25.978" v="1041" actId="478"/>
          <ac:spMkLst>
            <pc:docMk/>
            <pc:sldMk cId="1505579695" sldId="1354"/>
            <ac:spMk id="6" creationId="{DE4E67A0-FE72-4C7F-B4A4-B69C8930867B}"/>
          </ac:spMkLst>
        </pc:spChg>
      </pc:sldChg>
      <pc:sldChg chg="addSp delSp modSp add del mod">
        <pc:chgData name="Soumita Sengupta" userId="4afa6ce1-cb01-46c2-8538-4650222f0c96" providerId="ADAL" clId="{B4F779A1-609E-4B82-A62E-798EA1B87F85}" dt="2021-09-08T07:08:32.325" v="747" actId="2696"/>
        <pc:sldMkLst>
          <pc:docMk/>
          <pc:sldMk cId="523505615" sldId="1355"/>
        </pc:sldMkLst>
        <pc:spChg chg="mod">
          <ac:chgData name="Soumita Sengupta" userId="4afa6ce1-cb01-46c2-8538-4650222f0c96" providerId="ADAL" clId="{B4F779A1-609E-4B82-A62E-798EA1B87F85}" dt="2021-09-07T14:33:38.674" v="616" actId="20577"/>
          <ac:spMkLst>
            <pc:docMk/>
            <pc:sldMk cId="523505615" sldId="1355"/>
            <ac:spMk id="5" creationId="{89856F51-9455-4AB9-8C6A-9C8F99263537}"/>
          </ac:spMkLst>
        </pc:spChg>
        <pc:spChg chg="mod">
          <ac:chgData name="Soumita Sengupta" userId="4afa6ce1-cb01-46c2-8538-4650222f0c96" providerId="ADAL" clId="{B4F779A1-609E-4B82-A62E-798EA1B87F85}" dt="2021-09-07T14:32:49.932" v="554" actId="20577"/>
          <ac:spMkLst>
            <pc:docMk/>
            <pc:sldMk cId="523505615" sldId="1355"/>
            <ac:spMk id="6" creationId="{DE4E67A0-FE72-4C7F-B4A4-B69C8930867B}"/>
          </ac:spMkLst>
        </pc:spChg>
        <pc:graphicFrameChg chg="add mod modGraphic">
          <ac:chgData name="Soumita Sengupta" userId="4afa6ce1-cb01-46c2-8538-4650222f0c96" providerId="ADAL" clId="{B4F779A1-609E-4B82-A62E-798EA1B87F85}" dt="2021-09-07T14:33:36.339" v="614" actId="14734"/>
          <ac:graphicFrameMkLst>
            <pc:docMk/>
            <pc:sldMk cId="523505615" sldId="1355"/>
            <ac:graphicFrameMk id="2" creationId="{1A9D3522-9FD0-4B6A-B336-3CB6EF611162}"/>
          </ac:graphicFrameMkLst>
        </pc:graphicFrameChg>
        <pc:graphicFrameChg chg="add mod modGraphic">
          <ac:chgData name="Soumita Sengupta" userId="4afa6ce1-cb01-46c2-8538-4650222f0c96" providerId="ADAL" clId="{B4F779A1-609E-4B82-A62E-798EA1B87F85}" dt="2021-09-07T14:34:18.800" v="628" actId="1076"/>
          <ac:graphicFrameMkLst>
            <pc:docMk/>
            <pc:sldMk cId="523505615" sldId="1355"/>
            <ac:graphicFrameMk id="3" creationId="{5252EB2A-1565-40EC-A4D0-30FACEB748DF}"/>
          </ac:graphicFrameMkLst>
        </pc:graphicFrameChg>
        <pc:graphicFrameChg chg="del">
          <ac:chgData name="Soumita Sengupta" userId="4afa6ce1-cb01-46c2-8538-4650222f0c96" providerId="ADAL" clId="{B4F779A1-609E-4B82-A62E-798EA1B87F85}" dt="2021-09-07T14:32:58.573" v="555" actId="478"/>
          <ac:graphicFrameMkLst>
            <pc:docMk/>
            <pc:sldMk cId="523505615" sldId="1355"/>
            <ac:graphicFrameMk id="8" creationId="{DE43FB0D-15D0-4A66-BE33-B52AD3A9AC75}"/>
          </ac:graphicFrameMkLst>
        </pc:graphicFrameChg>
        <pc:graphicFrameChg chg="del modGraphic">
          <ac:chgData name="Soumita Sengupta" userId="4afa6ce1-cb01-46c2-8538-4650222f0c96" providerId="ADAL" clId="{B4F779A1-609E-4B82-A62E-798EA1B87F85}" dt="2021-09-07T14:33:13.718" v="562" actId="478"/>
          <ac:graphicFrameMkLst>
            <pc:docMk/>
            <pc:sldMk cId="523505615" sldId="1355"/>
            <ac:graphicFrameMk id="12" creationId="{F1EC488C-71A0-4D03-88DE-89EFD6AA688E}"/>
          </ac:graphicFrameMkLst>
        </pc:graphicFrameChg>
      </pc:sldChg>
      <pc:sldChg chg="add del">
        <pc:chgData name="Soumita Sengupta" userId="4afa6ce1-cb01-46c2-8538-4650222f0c96" providerId="ADAL" clId="{B4F779A1-609E-4B82-A62E-798EA1B87F85}" dt="2021-09-07T14:32:33.907" v="550"/>
        <pc:sldMkLst>
          <pc:docMk/>
          <pc:sldMk cId="557171037" sldId="1355"/>
        </pc:sldMkLst>
      </pc:sldChg>
      <pc:sldChg chg="add del">
        <pc:chgData name="Soumita Sengupta" userId="4afa6ce1-cb01-46c2-8538-4650222f0c96" providerId="ADAL" clId="{B4F779A1-609E-4B82-A62E-798EA1B87F85}" dt="2021-09-07T14:28:29.591" v="430"/>
        <pc:sldMkLst>
          <pc:docMk/>
          <pc:sldMk cId="2431133159" sldId="1355"/>
        </pc:sldMkLst>
      </pc:sldChg>
      <pc:sldChg chg="addSp delSp modSp add mod modClrScheme chgLayout">
        <pc:chgData name="Soumita Sengupta" userId="4afa6ce1-cb01-46c2-8538-4650222f0c96" providerId="ADAL" clId="{B4F779A1-609E-4B82-A62E-798EA1B87F85}" dt="2021-09-08T10:32:15.437" v="901" actId="1076"/>
        <pc:sldMkLst>
          <pc:docMk/>
          <pc:sldMk cId="4211711100" sldId="1355"/>
        </pc:sldMkLst>
        <pc:spChg chg="add del mod ord">
          <ac:chgData name="Soumita Sengupta" userId="4afa6ce1-cb01-46c2-8538-4650222f0c96" providerId="ADAL" clId="{B4F779A1-609E-4B82-A62E-798EA1B87F85}" dt="2021-09-08T10:32:12.787" v="900" actId="478"/>
          <ac:spMkLst>
            <pc:docMk/>
            <pc:sldMk cId="4211711100" sldId="1355"/>
            <ac:spMk id="4" creationId="{8C3784DD-C1C6-4382-95EF-39F6C3FF442A}"/>
          </ac:spMkLst>
        </pc:spChg>
        <pc:spChg chg="mod">
          <ac:chgData name="Soumita Sengupta" userId="4afa6ce1-cb01-46c2-8538-4650222f0c96" providerId="ADAL" clId="{B4F779A1-609E-4B82-A62E-798EA1B87F85}" dt="2021-09-08T10:32:15.437" v="901" actId="1076"/>
          <ac:spMkLst>
            <pc:docMk/>
            <pc:sldMk cId="4211711100" sldId="1355"/>
            <ac:spMk id="6" creationId="{DE4E67A0-FE72-4C7F-B4A4-B69C8930867B}"/>
          </ac:spMkLst>
        </pc:spChg>
      </pc:sldChg>
      <pc:sldChg chg="addSp delSp modSp add mod modClrScheme chgLayout">
        <pc:chgData name="Soumita Sengupta" userId="4afa6ce1-cb01-46c2-8538-4650222f0c96" providerId="ADAL" clId="{B4F779A1-609E-4B82-A62E-798EA1B87F85}" dt="2021-09-08T10:32:33.940" v="905" actId="20577"/>
        <pc:sldMkLst>
          <pc:docMk/>
          <pc:sldMk cId="304995676" sldId="1356"/>
        </pc:sldMkLst>
        <pc:spChg chg="add del mod ord">
          <ac:chgData name="Soumita Sengupta" userId="4afa6ce1-cb01-46c2-8538-4650222f0c96" providerId="ADAL" clId="{B4F779A1-609E-4B82-A62E-798EA1B87F85}" dt="2021-09-08T10:32:26.635" v="903" actId="478"/>
          <ac:spMkLst>
            <pc:docMk/>
            <pc:sldMk cId="304995676" sldId="1356"/>
            <ac:spMk id="3" creationId="{B94493B3-1B02-4847-9055-0D7F5D139EE3}"/>
          </ac:spMkLst>
        </pc:spChg>
        <pc:spChg chg="mod">
          <ac:chgData name="Soumita Sengupta" userId="4afa6ce1-cb01-46c2-8538-4650222f0c96" providerId="ADAL" clId="{B4F779A1-609E-4B82-A62E-798EA1B87F85}" dt="2021-09-08T10:32:33.940" v="905" actId="20577"/>
          <ac:spMkLst>
            <pc:docMk/>
            <pc:sldMk cId="304995676" sldId="1356"/>
            <ac:spMk id="5" creationId="{89856F51-9455-4AB9-8C6A-9C8F99263537}"/>
          </ac:spMkLst>
        </pc:spChg>
      </pc:sldChg>
      <pc:sldChg chg="addSp delSp modSp add del mod">
        <pc:chgData name="Soumita Sengupta" userId="4afa6ce1-cb01-46c2-8538-4650222f0c96" providerId="ADAL" clId="{B4F779A1-609E-4B82-A62E-798EA1B87F85}" dt="2021-09-08T07:08:32.325" v="747" actId="2696"/>
        <pc:sldMkLst>
          <pc:docMk/>
          <pc:sldMk cId="2595351663" sldId="1356"/>
        </pc:sldMkLst>
        <pc:spChg chg="mod">
          <ac:chgData name="Soumita Sengupta" userId="4afa6ce1-cb01-46c2-8538-4650222f0c96" providerId="ADAL" clId="{B4F779A1-609E-4B82-A62E-798EA1B87F85}" dt="2021-09-07T14:35:21.561" v="650" actId="20577"/>
          <ac:spMkLst>
            <pc:docMk/>
            <pc:sldMk cId="2595351663" sldId="1356"/>
            <ac:spMk id="5" creationId="{89856F51-9455-4AB9-8C6A-9C8F99263537}"/>
          </ac:spMkLst>
        </pc:spChg>
        <pc:graphicFrameChg chg="del mod modGraphic">
          <ac:chgData name="Soumita Sengupta" userId="4afa6ce1-cb01-46c2-8538-4650222f0c96" providerId="ADAL" clId="{B4F779A1-609E-4B82-A62E-798EA1B87F85}" dt="2021-09-07T14:34:48.898" v="634" actId="478"/>
          <ac:graphicFrameMkLst>
            <pc:docMk/>
            <pc:sldMk cId="2595351663" sldId="1356"/>
            <ac:graphicFrameMk id="3" creationId="{5252EB2A-1565-40EC-A4D0-30FACEB748DF}"/>
          </ac:graphicFrameMkLst>
        </pc:graphicFrameChg>
        <pc:graphicFrameChg chg="add mod modGraphic">
          <ac:chgData name="Soumita Sengupta" userId="4afa6ce1-cb01-46c2-8538-4650222f0c96" providerId="ADAL" clId="{B4F779A1-609E-4B82-A62E-798EA1B87F85}" dt="2021-09-07T14:35:32.603" v="657" actId="1076"/>
          <ac:graphicFrameMkLst>
            <pc:docMk/>
            <pc:sldMk cId="2595351663" sldId="1356"/>
            <ac:graphicFrameMk id="4" creationId="{D23DDF85-A888-4E03-AB3A-3BE8663F2F7E}"/>
          </ac:graphicFrameMkLst>
        </pc:graphicFrameChg>
      </pc:sldChg>
      <pc:sldChg chg="addSp delSp modSp add mod">
        <pc:chgData name="Soumita Sengupta" userId="4afa6ce1-cb01-46c2-8538-4650222f0c96" providerId="ADAL" clId="{B4F779A1-609E-4B82-A62E-798EA1B87F85}" dt="2021-09-08T10:16:26.199" v="797" actId="20577"/>
        <pc:sldMkLst>
          <pc:docMk/>
          <pc:sldMk cId="2893556536" sldId="1357"/>
        </pc:sldMkLst>
        <pc:spChg chg="add del mod">
          <ac:chgData name="Soumita Sengupta" userId="4afa6ce1-cb01-46c2-8538-4650222f0c96" providerId="ADAL" clId="{B4F779A1-609E-4B82-A62E-798EA1B87F85}" dt="2021-09-08T10:14:57.675" v="753"/>
          <ac:spMkLst>
            <pc:docMk/>
            <pc:sldMk cId="2893556536" sldId="1357"/>
            <ac:spMk id="2" creationId="{837ADFC4-93C3-45BC-B319-C8B4EEBA55E5}"/>
          </ac:spMkLst>
        </pc:spChg>
        <pc:spChg chg="add del mod">
          <ac:chgData name="Soumita Sengupta" userId="4afa6ce1-cb01-46c2-8538-4650222f0c96" providerId="ADAL" clId="{B4F779A1-609E-4B82-A62E-798EA1B87F85}" dt="2021-09-08T10:15:14.343" v="754"/>
          <ac:spMkLst>
            <pc:docMk/>
            <pc:sldMk cId="2893556536" sldId="1357"/>
            <ac:spMk id="5" creationId="{00000000-0000-0000-0000-000000000000}"/>
          </ac:spMkLst>
        </pc:spChg>
        <pc:spChg chg="add mod">
          <ac:chgData name="Soumita Sengupta" userId="4afa6ce1-cb01-46c2-8538-4650222f0c96" providerId="ADAL" clId="{B4F779A1-609E-4B82-A62E-798EA1B87F85}" dt="2021-09-08T10:16:26.199" v="797" actId="20577"/>
          <ac:spMkLst>
            <pc:docMk/>
            <pc:sldMk cId="2893556536" sldId="1357"/>
            <ac:spMk id="6" creationId="{A83F56C7-5442-4EC7-B998-E88E40A20B98}"/>
          </ac:spMkLst>
        </pc:spChg>
      </pc:sldChg>
      <pc:sldChg chg="new del">
        <pc:chgData name="Soumita Sengupta" userId="4afa6ce1-cb01-46c2-8538-4650222f0c96" providerId="ADAL" clId="{B4F779A1-609E-4B82-A62E-798EA1B87F85}" dt="2021-09-08T10:17:54.384" v="801" actId="680"/>
        <pc:sldMkLst>
          <pc:docMk/>
          <pc:sldMk cId="1782535808" sldId="1358"/>
        </pc:sldMkLst>
      </pc:sldChg>
      <pc:sldMasterChg chg="addSldLayout modSldLayout">
        <pc:chgData name="Soumita Sengupta" userId="4afa6ce1-cb01-46c2-8538-4650222f0c96" providerId="ADAL" clId="{B4F779A1-609E-4B82-A62E-798EA1B87F85}" dt="2021-09-08T10:17:35.354" v="799" actId="11236"/>
        <pc:sldMasterMkLst>
          <pc:docMk/>
          <pc:sldMasterMk cId="1029875623" sldId="2147483678"/>
        </pc:sldMasterMkLst>
        <pc:sldLayoutChg chg="new mod">
          <pc:chgData name="Soumita Sengupta" userId="4afa6ce1-cb01-46c2-8538-4650222f0c96" providerId="ADAL" clId="{B4F779A1-609E-4B82-A62E-798EA1B87F85}" dt="2021-09-08T10:17:35.354" v="799" actId="11236"/>
          <pc:sldLayoutMkLst>
            <pc:docMk/>
            <pc:sldMasterMk cId="1029875623" sldId="2147483678"/>
            <pc:sldLayoutMk cId="259650454" sldId="2147483734"/>
          </pc:sldLayoutMkLst>
        </pc:sldLayoutChg>
      </pc:sldMasterChg>
    </pc:docChg>
  </pc:docChgLst>
  <pc:docChgLst>
    <pc:chgData name="Soumita Sengupta" userId="4afa6ce1-cb01-46c2-8538-4650222f0c96" providerId="ADAL" clId="{2571C0C7-060E-48EE-9E7D-00F1E2A5D45C}"/>
    <pc:docChg chg="undo custSel addSld delSld modSld sldOrd modMainMaster">
      <pc:chgData name="Soumita Sengupta" userId="4afa6ce1-cb01-46c2-8538-4650222f0c96" providerId="ADAL" clId="{2571C0C7-060E-48EE-9E7D-00F1E2A5D45C}" dt="2021-06-24T11:15:39.967" v="148" actId="207"/>
      <pc:docMkLst>
        <pc:docMk/>
      </pc:docMkLst>
      <pc:sldChg chg="del">
        <pc:chgData name="Soumita Sengupta" userId="4afa6ce1-cb01-46c2-8538-4650222f0c96" providerId="ADAL" clId="{2571C0C7-060E-48EE-9E7D-00F1E2A5D45C}" dt="2021-06-24T08:49:04.858" v="70" actId="47"/>
        <pc:sldMkLst>
          <pc:docMk/>
          <pc:sldMk cId="1912468287" sldId="260"/>
        </pc:sldMkLst>
      </pc:sldChg>
      <pc:sldChg chg="del">
        <pc:chgData name="Soumita Sengupta" userId="4afa6ce1-cb01-46c2-8538-4650222f0c96" providerId="ADAL" clId="{2571C0C7-060E-48EE-9E7D-00F1E2A5D45C}" dt="2021-06-24T08:30:15.381" v="21" actId="47"/>
        <pc:sldMkLst>
          <pc:docMk/>
          <pc:sldMk cId="3916458465" sldId="274"/>
        </pc:sldMkLst>
      </pc:sldChg>
      <pc:sldChg chg="del">
        <pc:chgData name="Soumita Sengupta" userId="4afa6ce1-cb01-46c2-8538-4650222f0c96" providerId="ADAL" clId="{2571C0C7-060E-48EE-9E7D-00F1E2A5D45C}" dt="2021-06-24T08:30:15.544" v="22" actId="47"/>
        <pc:sldMkLst>
          <pc:docMk/>
          <pc:sldMk cId="1769911636" sldId="275"/>
        </pc:sldMkLst>
      </pc:sldChg>
      <pc:sldChg chg="del">
        <pc:chgData name="Soumita Sengupta" userId="4afa6ce1-cb01-46c2-8538-4650222f0c96" providerId="ADAL" clId="{2571C0C7-060E-48EE-9E7D-00F1E2A5D45C}" dt="2021-06-24T08:30:15.698" v="23" actId="47"/>
        <pc:sldMkLst>
          <pc:docMk/>
          <pc:sldMk cId="3249280852" sldId="276"/>
        </pc:sldMkLst>
      </pc:sldChg>
      <pc:sldChg chg="del">
        <pc:chgData name="Soumita Sengupta" userId="4afa6ce1-cb01-46c2-8538-4650222f0c96" providerId="ADAL" clId="{2571C0C7-060E-48EE-9E7D-00F1E2A5D45C}" dt="2021-06-24T08:30:15.866" v="24" actId="47"/>
        <pc:sldMkLst>
          <pc:docMk/>
          <pc:sldMk cId="269360884" sldId="279"/>
        </pc:sldMkLst>
      </pc:sldChg>
      <pc:sldChg chg="del">
        <pc:chgData name="Soumita Sengupta" userId="4afa6ce1-cb01-46c2-8538-4650222f0c96" providerId="ADAL" clId="{2571C0C7-060E-48EE-9E7D-00F1E2A5D45C}" dt="2021-06-24T08:30:16.214" v="26" actId="47"/>
        <pc:sldMkLst>
          <pc:docMk/>
          <pc:sldMk cId="3621967906" sldId="280"/>
        </pc:sldMkLst>
      </pc:sldChg>
      <pc:sldChg chg="del">
        <pc:chgData name="Soumita Sengupta" userId="4afa6ce1-cb01-46c2-8538-4650222f0c96" providerId="ADAL" clId="{2571C0C7-060E-48EE-9E7D-00F1E2A5D45C}" dt="2021-06-24T08:30:16.853" v="30" actId="47"/>
        <pc:sldMkLst>
          <pc:docMk/>
          <pc:sldMk cId="2998439583" sldId="286"/>
        </pc:sldMkLst>
      </pc:sldChg>
      <pc:sldChg chg="del">
        <pc:chgData name="Soumita Sengupta" userId="4afa6ce1-cb01-46c2-8538-4650222f0c96" providerId="ADAL" clId="{2571C0C7-060E-48EE-9E7D-00F1E2A5D45C}" dt="2021-06-24T08:30:18.156" v="35" actId="47"/>
        <pc:sldMkLst>
          <pc:docMk/>
          <pc:sldMk cId="2747257436" sldId="287"/>
        </pc:sldMkLst>
      </pc:sldChg>
      <pc:sldChg chg="del">
        <pc:chgData name="Soumita Sengupta" userId="4afa6ce1-cb01-46c2-8538-4650222f0c96" providerId="ADAL" clId="{2571C0C7-060E-48EE-9E7D-00F1E2A5D45C}" dt="2021-06-24T08:30:18.938" v="38" actId="47"/>
        <pc:sldMkLst>
          <pc:docMk/>
          <pc:sldMk cId="497692830" sldId="288"/>
        </pc:sldMkLst>
      </pc:sldChg>
      <pc:sldChg chg="del">
        <pc:chgData name="Soumita Sengupta" userId="4afa6ce1-cb01-46c2-8538-4650222f0c96" providerId="ADAL" clId="{2571C0C7-060E-48EE-9E7D-00F1E2A5D45C}" dt="2021-06-24T08:30:19.593" v="39" actId="47"/>
        <pc:sldMkLst>
          <pc:docMk/>
          <pc:sldMk cId="1690934009" sldId="289"/>
        </pc:sldMkLst>
      </pc:sldChg>
      <pc:sldChg chg="del">
        <pc:chgData name="Soumita Sengupta" userId="4afa6ce1-cb01-46c2-8538-4650222f0c96" providerId="ADAL" clId="{2571C0C7-060E-48EE-9E7D-00F1E2A5D45C}" dt="2021-06-24T08:30:20.546" v="40" actId="47"/>
        <pc:sldMkLst>
          <pc:docMk/>
          <pc:sldMk cId="3987752600" sldId="290"/>
        </pc:sldMkLst>
      </pc:sldChg>
      <pc:sldChg chg="modSp mod">
        <pc:chgData name="Soumita Sengupta" userId="4afa6ce1-cb01-46c2-8538-4650222f0c96" providerId="ADAL" clId="{2571C0C7-060E-48EE-9E7D-00F1E2A5D45C}" dt="2021-06-24T08:30:12.618" v="20" actId="20577"/>
        <pc:sldMkLst>
          <pc:docMk/>
          <pc:sldMk cId="2584036331" sldId="339"/>
        </pc:sldMkLst>
        <pc:spChg chg="mod">
          <ac:chgData name="Soumita Sengupta" userId="4afa6ce1-cb01-46c2-8538-4650222f0c96" providerId="ADAL" clId="{2571C0C7-060E-48EE-9E7D-00F1E2A5D45C}" dt="2021-06-24T08:30:12.618" v="20" actId="20577"/>
          <ac:spMkLst>
            <pc:docMk/>
            <pc:sldMk cId="2584036331" sldId="339"/>
            <ac:spMk id="5" creationId="{6D1A1596-A8D7-4C1A-8956-0FA40A84EFCA}"/>
          </ac:spMkLst>
        </pc:spChg>
      </pc:sldChg>
      <pc:sldChg chg="modSp add mod">
        <pc:chgData name="Soumita Sengupta" userId="4afa6ce1-cb01-46c2-8538-4650222f0c96" providerId="ADAL" clId="{2571C0C7-060E-48EE-9E7D-00F1E2A5D45C}" dt="2021-06-24T08:54:08.320" v="76" actId="255"/>
        <pc:sldMkLst>
          <pc:docMk/>
          <pc:sldMk cId="3006812007" sldId="727"/>
        </pc:sldMkLst>
        <pc:spChg chg="mod">
          <ac:chgData name="Soumita Sengupta" userId="4afa6ce1-cb01-46c2-8538-4650222f0c96" providerId="ADAL" clId="{2571C0C7-060E-48EE-9E7D-00F1E2A5D45C}" dt="2021-06-24T08:54:08.320" v="76" actId="255"/>
          <ac:spMkLst>
            <pc:docMk/>
            <pc:sldMk cId="3006812007" sldId="727"/>
            <ac:spMk id="3" creationId="{00000000-0000-0000-0000-000000000000}"/>
          </ac:spMkLst>
        </pc:spChg>
        <pc:spChg chg="mod">
          <ac:chgData name="Soumita Sengupta" userId="4afa6ce1-cb01-46c2-8538-4650222f0c96" providerId="ADAL" clId="{2571C0C7-060E-48EE-9E7D-00F1E2A5D45C}" dt="2021-06-24T08:51:45.036" v="74" actId="207"/>
          <ac:spMkLst>
            <pc:docMk/>
            <pc:sldMk cId="3006812007" sldId="727"/>
            <ac:spMk id="4" creationId="{00000000-0000-0000-0000-000000000000}"/>
          </ac:spMkLst>
        </pc:spChg>
        <pc:spChg chg="mod">
          <ac:chgData name="Soumita Sengupta" userId="4afa6ce1-cb01-46c2-8538-4650222f0c96" providerId="ADAL" clId="{2571C0C7-060E-48EE-9E7D-00F1E2A5D45C}" dt="2021-06-24T08:51:43.117" v="73" actId="207"/>
          <ac:spMkLst>
            <pc:docMk/>
            <pc:sldMk cId="3006812007" sldId="727"/>
            <ac:spMk id="6" creationId="{00000000-0000-0000-0000-000000000000}"/>
          </ac:spMkLst>
        </pc:spChg>
      </pc:sldChg>
      <pc:sldChg chg="delSp modSp add mod">
        <pc:chgData name="Soumita Sengupta" userId="4afa6ce1-cb01-46c2-8538-4650222f0c96" providerId="ADAL" clId="{2571C0C7-060E-48EE-9E7D-00F1E2A5D45C}" dt="2021-06-24T08:37:54.495" v="46" actId="1076"/>
        <pc:sldMkLst>
          <pc:docMk/>
          <pc:sldMk cId="361969412" sldId="729"/>
        </pc:sldMkLst>
        <pc:spChg chg="del">
          <ac:chgData name="Soumita Sengupta" userId="4afa6ce1-cb01-46c2-8538-4650222f0c96" providerId="ADAL" clId="{2571C0C7-060E-48EE-9E7D-00F1E2A5D45C}" dt="2021-06-24T08:37:49.011" v="44" actId="478"/>
          <ac:spMkLst>
            <pc:docMk/>
            <pc:sldMk cId="361969412" sldId="729"/>
            <ac:spMk id="7" creationId="{09CEF575-2E6E-4C6B-BD54-867FDEAAC162}"/>
          </ac:spMkLst>
        </pc:spChg>
        <pc:picChg chg="mod">
          <ac:chgData name="Soumita Sengupta" userId="4afa6ce1-cb01-46c2-8538-4650222f0c96" providerId="ADAL" clId="{2571C0C7-060E-48EE-9E7D-00F1E2A5D45C}" dt="2021-06-24T08:37:54.495" v="46" actId="1076"/>
          <ac:picMkLst>
            <pc:docMk/>
            <pc:sldMk cId="361969412" sldId="729"/>
            <ac:picMk id="8" creationId="{03BD3932-399E-4A6A-AD03-6057279D9E8C}"/>
          </ac:picMkLst>
        </pc:picChg>
      </pc:sldChg>
      <pc:sldChg chg="modSp add mod">
        <pc:chgData name="Soumita Sengupta" userId="4afa6ce1-cb01-46c2-8538-4650222f0c96" providerId="ADAL" clId="{2571C0C7-060E-48EE-9E7D-00F1E2A5D45C}" dt="2021-06-24T08:54:18.874" v="77" actId="255"/>
        <pc:sldMkLst>
          <pc:docMk/>
          <pc:sldMk cId="1915874701" sldId="730"/>
        </pc:sldMkLst>
        <pc:spChg chg="mod">
          <ac:chgData name="Soumita Sengupta" userId="4afa6ce1-cb01-46c2-8538-4650222f0c96" providerId="ADAL" clId="{2571C0C7-060E-48EE-9E7D-00F1E2A5D45C}" dt="2021-06-24T08:54:18.874" v="77" actId="255"/>
          <ac:spMkLst>
            <pc:docMk/>
            <pc:sldMk cId="1915874701" sldId="730"/>
            <ac:spMk id="3" creationId="{00000000-0000-0000-0000-000000000000}"/>
          </ac:spMkLst>
        </pc:spChg>
      </pc:sldChg>
      <pc:sldChg chg="modSp add mod">
        <pc:chgData name="Soumita Sengupta" userId="4afa6ce1-cb01-46c2-8538-4650222f0c96" providerId="ADAL" clId="{2571C0C7-060E-48EE-9E7D-00F1E2A5D45C}" dt="2021-06-24T08:54:39.173" v="85" actId="5793"/>
        <pc:sldMkLst>
          <pc:docMk/>
          <pc:sldMk cId="1595993787" sldId="731"/>
        </pc:sldMkLst>
        <pc:spChg chg="mod">
          <ac:chgData name="Soumita Sengupta" userId="4afa6ce1-cb01-46c2-8538-4650222f0c96" providerId="ADAL" clId="{2571C0C7-060E-48EE-9E7D-00F1E2A5D45C}" dt="2021-06-24T08:54:39.173" v="85" actId="5793"/>
          <ac:spMkLst>
            <pc:docMk/>
            <pc:sldMk cId="1595993787" sldId="731"/>
            <ac:spMk id="3" creationId="{00000000-0000-0000-0000-000000000000}"/>
          </ac:spMkLst>
        </pc:spChg>
      </pc:sldChg>
      <pc:sldChg chg="modSp add mod">
        <pc:chgData name="Soumita Sengupta" userId="4afa6ce1-cb01-46c2-8538-4650222f0c96" providerId="ADAL" clId="{2571C0C7-060E-48EE-9E7D-00F1E2A5D45C}" dt="2021-06-24T08:54:51.071" v="86" actId="255"/>
        <pc:sldMkLst>
          <pc:docMk/>
          <pc:sldMk cId="2222224942" sldId="732"/>
        </pc:sldMkLst>
        <pc:spChg chg="mod">
          <ac:chgData name="Soumita Sengupta" userId="4afa6ce1-cb01-46c2-8538-4650222f0c96" providerId="ADAL" clId="{2571C0C7-060E-48EE-9E7D-00F1E2A5D45C}" dt="2021-06-24T08:54:51.071" v="86" actId="255"/>
          <ac:spMkLst>
            <pc:docMk/>
            <pc:sldMk cId="2222224942" sldId="732"/>
            <ac:spMk id="3" creationId="{00000000-0000-0000-0000-000000000000}"/>
          </ac:spMkLst>
        </pc:spChg>
      </pc:sldChg>
      <pc:sldChg chg="modSp add mod">
        <pc:chgData name="Soumita Sengupta" userId="4afa6ce1-cb01-46c2-8538-4650222f0c96" providerId="ADAL" clId="{2571C0C7-060E-48EE-9E7D-00F1E2A5D45C}" dt="2021-06-24T08:54:59.615" v="87" actId="255"/>
        <pc:sldMkLst>
          <pc:docMk/>
          <pc:sldMk cId="4207930121" sldId="733"/>
        </pc:sldMkLst>
        <pc:spChg chg="mod">
          <ac:chgData name="Soumita Sengupta" userId="4afa6ce1-cb01-46c2-8538-4650222f0c96" providerId="ADAL" clId="{2571C0C7-060E-48EE-9E7D-00F1E2A5D45C}" dt="2021-06-24T08:54:59.615" v="87" actId="255"/>
          <ac:spMkLst>
            <pc:docMk/>
            <pc:sldMk cId="4207930121" sldId="733"/>
            <ac:spMk id="3" creationId="{00000000-0000-0000-0000-000000000000}"/>
          </ac:spMkLst>
        </pc:spChg>
      </pc:sldChg>
      <pc:sldChg chg="modSp add mod">
        <pc:chgData name="Soumita Sengupta" userId="4afa6ce1-cb01-46c2-8538-4650222f0c96" providerId="ADAL" clId="{2571C0C7-060E-48EE-9E7D-00F1E2A5D45C}" dt="2021-06-24T08:55:15.569" v="88" actId="255"/>
        <pc:sldMkLst>
          <pc:docMk/>
          <pc:sldMk cId="3931385810" sldId="734"/>
        </pc:sldMkLst>
        <pc:spChg chg="mod">
          <ac:chgData name="Soumita Sengupta" userId="4afa6ce1-cb01-46c2-8538-4650222f0c96" providerId="ADAL" clId="{2571C0C7-060E-48EE-9E7D-00F1E2A5D45C}" dt="2021-06-24T08:55:15.569" v="88" actId="255"/>
          <ac:spMkLst>
            <pc:docMk/>
            <pc:sldMk cId="3931385810" sldId="734"/>
            <ac:spMk id="3" creationId="{00000000-0000-0000-0000-000000000000}"/>
          </ac:spMkLst>
        </pc:spChg>
      </pc:sldChg>
      <pc:sldChg chg="modSp add mod">
        <pc:chgData name="Soumita Sengupta" userId="4afa6ce1-cb01-46c2-8538-4650222f0c96" providerId="ADAL" clId="{2571C0C7-060E-48EE-9E7D-00F1E2A5D45C}" dt="2021-06-24T08:55:31.551" v="90" actId="255"/>
        <pc:sldMkLst>
          <pc:docMk/>
          <pc:sldMk cId="2633334292" sldId="735"/>
        </pc:sldMkLst>
        <pc:spChg chg="mod">
          <ac:chgData name="Soumita Sengupta" userId="4afa6ce1-cb01-46c2-8538-4650222f0c96" providerId="ADAL" clId="{2571C0C7-060E-48EE-9E7D-00F1E2A5D45C}" dt="2021-06-24T08:55:31.551" v="90" actId="255"/>
          <ac:spMkLst>
            <pc:docMk/>
            <pc:sldMk cId="2633334292" sldId="735"/>
            <ac:spMk id="5" creationId="{00000000-0000-0000-0000-000000000000}"/>
          </ac:spMkLst>
        </pc:spChg>
      </pc:sldChg>
      <pc:sldChg chg="modSp add mod">
        <pc:chgData name="Soumita Sengupta" userId="4afa6ce1-cb01-46c2-8538-4650222f0c96" providerId="ADAL" clId="{2571C0C7-060E-48EE-9E7D-00F1E2A5D45C}" dt="2021-06-24T08:55:41.178" v="93" actId="5793"/>
        <pc:sldMkLst>
          <pc:docMk/>
          <pc:sldMk cId="2643369656" sldId="736"/>
        </pc:sldMkLst>
        <pc:spChg chg="mod">
          <ac:chgData name="Soumita Sengupta" userId="4afa6ce1-cb01-46c2-8538-4650222f0c96" providerId="ADAL" clId="{2571C0C7-060E-48EE-9E7D-00F1E2A5D45C}" dt="2021-06-24T08:55:41.178" v="93" actId="5793"/>
          <ac:spMkLst>
            <pc:docMk/>
            <pc:sldMk cId="2643369656" sldId="736"/>
            <ac:spMk id="5" creationId="{00000000-0000-0000-0000-000000000000}"/>
          </ac:spMkLst>
        </pc:spChg>
      </pc:sldChg>
      <pc:sldChg chg="modSp add mod">
        <pc:chgData name="Soumita Sengupta" userId="4afa6ce1-cb01-46c2-8538-4650222f0c96" providerId="ADAL" clId="{2571C0C7-060E-48EE-9E7D-00F1E2A5D45C}" dt="2021-06-24T08:55:50.082" v="94" actId="255"/>
        <pc:sldMkLst>
          <pc:docMk/>
          <pc:sldMk cId="3894913924" sldId="737"/>
        </pc:sldMkLst>
        <pc:spChg chg="mod">
          <ac:chgData name="Soumita Sengupta" userId="4afa6ce1-cb01-46c2-8538-4650222f0c96" providerId="ADAL" clId="{2571C0C7-060E-48EE-9E7D-00F1E2A5D45C}" dt="2021-06-24T08:55:50.082" v="94" actId="255"/>
          <ac:spMkLst>
            <pc:docMk/>
            <pc:sldMk cId="3894913924" sldId="737"/>
            <ac:spMk id="5" creationId="{00000000-0000-0000-0000-000000000000}"/>
          </ac:spMkLst>
        </pc:spChg>
      </pc:sldChg>
      <pc:sldChg chg="add del">
        <pc:chgData name="Soumita Sengupta" userId="4afa6ce1-cb01-46c2-8538-4650222f0c96" providerId="ADAL" clId="{2571C0C7-060E-48EE-9E7D-00F1E2A5D45C}" dt="2021-06-24T08:46:14.346" v="56" actId="47"/>
        <pc:sldMkLst>
          <pc:docMk/>
          <pc:sldMk cId="3746418437" sldId="738"/>
        </pc:sldMkLst>
      </pc:sldChg>
      <pc:sldChg chg="modSp add mod">
        <pc:chgData name="Soumita Sengupta" userId="4afa6ce1-cb01-46c2-8538-4650222f0c96" providerId="ADAL" clId="{2571C0C7-060E-48EE-9E7D-00F1E2A5D45C}" dt="2021-06-24T08:56:05.485" v="97" actId="255"/>
        <pc:sldMkLst>
          <pc:docMk/>
          <pc:sldMk cId="4201402383" sldId="739"/>
        </pc:sldMkLst>
        <pc:spChg chg="mod">
          <ac:chgData name="Soumita Sengupta" userId="4afa6ce1-cb01-46c2-8538-4650222f0c96" providerId="ADAL" clId="{2571C0C7-060E-48EE-9E7D-00F1E2A5D45C}" dt="2021-06-24T08:56:05.485" v="97" actId="255"/>
          <ac:spMkLst>
            <pc:docMk/>
            <pc:sldMk cId="4201402383" sldId="739"/>
            <ac:spMk id="5" creationId="{00000000-0000-0000-0000-000000000000}"/>
          </ac:spMkLst>
        </pc:spChg>
      </pc:sldChg>
      <pc:sldChg chg="modSp add mod">
        <pc:chgData name="Soumita Sengupta" userId="4afa6ce1-cb01-46c2-8538-4650222f0c96" providerId="ADAL" clId="{2571C0C7-060E-48EE-9E7D-00F1E2A5D45C}" dt="2021-06-24T08:56:24.276" v="100" actId="255"/>
        <pc:sldMkLst>
          <pc:docMk/>
          <pc:sldMk cId="2355219403" sldId="740"/>
        </pc:sldMkLst>
        <pc:spChg chg="mod">
          <ac:chgData name="Soumita Sengupta" userId="4afa6ce1-cb01-46c2-8538-4650222f0c96" providerId="ADAL" clId="{2571C0C7-060E-48EE-9E7D-00F1E2A5D45C}" dt="2021-06-24T08:56:19.107" v="99" actId="255"/>
          <ac:spMkLst>
            <pc:docMk/>
            <pc:sldMk cId="2355219403" sldId="740"/>
            <ac:spMk id="5" creationId="{00000000-0000-0000-0000-000000000000}"/>
          </ac:spMkLst>
        </pc:spChg>
        <pc:spChg chg="mod">
          <ac:chgData name="Soumita Sengupta" userId="4afa6ce1-cb01-46c2-8538-4650222f0c96" providerId="ADAL" clId="{2571C0C7-060E-48EE-9E7D-00F1E2A5D45C}" dt="2021-06-24T08:56:24.276" v="100" actId="255"/>
          <ac:spMkLst>
            <pc:docMk/>
            <pc:sldMk cId="2355219403" sldId="740"/>
            <ac:spMk id="9" creationId="{800D259A-3A87-4907-96BC-57B74BBE7814}"/>
          </ac:spMkLst>
        </pc:spChg>
      </pc:sldChg>
      <pc:sldChg chg="modSp add mod">
        <pc:chgData name="Soumita Sengupta" userId="4afa6ce1-cb01-46c2-8538-4650222f0c96" providerId="ADAL" clId="{2571C0C7-060E-48EE-9E7D-00F1E2A5D45C}" dt="2021-06-24T08:56:34.337" v="102" actId="1076"/>
        <pc:sldMkLst>
          <pc:docMk/>
          <pc:sldMk cId="3247647825" sldId="741"/>
        </pc:sldMkLst>
        <pc:spChg chg="mod">
          <ac:chgData name="Soumita Sengupta" userId="4afa6ce1-cb01-46c2-8538-4650222f0c96" providerId="ADAL" clId="{2571C0C7-060E-48EE-9E7D-00F1E2A5D45C}" dt="2021-06-24T08:56:31.479" v="101" actId="255"/>
          <ac:spMkLst>
            <pc:docMk/>
            <pc:sldMk cId="3247647825" sldId="741"/>
            <ac:spMk id="5" creationId="{00000000-0000-0000-0000-000000000000}"/>
          </ac:spMkLst>
        </pc:spChg>
        <pc:picChg chg="mod">
          <ac:chgData name="Soumita Sengupta" userId="4afa6ce1-cb01-46c2-8538-4650222f0c96" providerId="ADAL" clId="{2571C0C7-060E-48EE-9E7D-00F1E2A5D45C}" dt="2021-06-24T08:56:34.337" v="102" actId="1076"/>
          <ac:picMkLst>
            <pc:docMk/>
            <pc:sldMk cId="3247647825" sldId="741"/>
            <ac:picMk id="2" creationId="{542C35B7-A39D-499B-8EC2-499A02B01BF5}"/>
          </ac:picMkLst>
        </pc:picChg>
      </pc:sldChg>
      <pc:sldChg chg="modSp add mod">
        <pc:chgData name="Soumita Sengupta" userId="4afa6ce1-cb01-46c2-8538-4650222f0c96" providerId="ADAL" clId="{2571C0C7-060E-48EE-9E7D-00F1E2A5D45C}" dt="2021-06-24T08:56:51.071" v="105" actId="255"/>
        <pc:sldMkLst>
          <pc:docMk/>
          <pc:sldMk cId="524730391" sldId="742"/>
        </pc:sldMkLst>
        <pc:spChg chg="mod">
          <ac:chgData name="Soumita Sengupta" userId="4afa6ce1-cb01-46c2-8538-4650222f0c96" providerId="ADAL" clId="{2571C0C7-060E-48EE-9E7D-00F1E2A5D45C}" dt="2021-06-24T08:56:51.071" v="105" actId="255"/>
          <ac:spMkLst>
            <pc:docMk/>
            <pc:sldMk cId="524730391" sldId="742"/>
            <ac:spMk id="5" creationId="{00000000-0000-0000-0000-000000000000}"/>
          </ac:spMkLst>
        </pc:spChg>
      </pc:sldChg>
      <pc:sldChg chg="modSp add mod">
        <pc:chgData name="Soumita Sengupta" userId="4afa6ce1-cb01-46c2-8538-4650222f0c96" providerId="ADAL" clId="{2571C0C7-060E-48EE-9E7D-00F1E2A5D45C}" dt="2021-06-24T08:57:19.913" v="117" actId="1076"/>
        <pc:sldMkLst>
          <pc:docMk/>
          <pc:sldMk cId="2982867143" sldId="743"/>
        </pc:sldMkLst>
        <pc:spChg chg="mod">
          <ac:chgData name="Soumita Sengupta" userId="4afa6ce1-cb01-46c2-8538-4650222f0c96" providerId="ADAL" clId="{2571C0C7-060E-48EE-9E7D-00F1E2A5D45C}" dt="2021-06-24T08:57:19.913" v="117" actId="1076"/>
          <ac:spMkLst>
            <pc:docMk/>
            <pc:sldMk cId="2982867143" sldId="743"/>
            <ac:spMk id="5" creationId="{00000000-0000-0000-0000-000000000000}"/>
          </ac:spMkLst>
        </pc:spChg>
      </pc:sldChg>
      <pc:sldChg chg="modSp add mod">
        <pc:chgData name="Soumita Sengupta" userId="4afa6ce1-cb01-46c2-8538-4650222f0c96" providerId="ADAL" clId="{2571C0C7-060E-48EE-9E7D-00F1E2A5D45C}" dt="2021-06-24T08:57:31.559" v="119" actId="255"/>
        <pc:sldMkLst>
          <pc:docMk/>
          <pc:sldMk cId="1375910068" sldId="744"/>
        </pc:sldMkLst>
        <pc:spChg chg="mod">
          <ac:chgData name="Soumita Sengupta" userId="4afa6ce1-cb01-46c2-8538-4650222f0c96" providerId="ADAL" clId="{2571C0C7-060E-48EE-9E7D-00F1E2A5D45C}" dt="2021-06-24T08:57:31.559" v="119" actId="255"/>
          <ac:spMkLst>
            <pc:docMk/>
            <pc:sldMk cId="1375910068" sldId="744"/>
            <ac:spMk id="5" creationId="{00000000-0000-0000-0000-000000000000}"/>
          </ac:spMkLst>
        </pc:spChg>
      </pc:sldChg>
      <pc:sldChg chg="modSp add mod">
        <pc:chgData name="Soumita Sengupta" userId="4afa6ce1-cb01-46c2-8538-4650222f0c96" providerId="ADAL" clId="{2571C0C7-060E-48EE-9E7D-00F1E2A5D45C}" dt="2021-06-24T08:57:43.512" v="122" actId="255"/>
        <pc:sldMkLst>
          <pc:docMk/>
          <pc:sldMk cId="1321172283" sldId="745"/>
        </pc:sldMkLst>
        <pc:spChg chg="mod">
          <ac:chgData name="Soumita Sengupta" userId="4afa6ce1-cb01-46c2-8538-4650222f0c96" providerId="ADAL" clId="{2571C0C7-060E-48EE-9E7D-00F1E2A5D45C}" dt="2021-06-24T08:57:43.512" v="122" actId="255"/>
          <ac:spMkLst>
            <pc:docMk/>
            <pc:sldMk cId="1321172283" sldId="745"/>
            <ac:spMk id="5" creationId="{00000000-0000-0000-0000-000000000000}"/>
          </ac:spMkLst>
        </pc:spChg>
      </pc:sldChg>
      <pc:sldChg chg="modSp add mod">
        <pc:chgData name="Soumita Sengupta" userId="4afa6ce1-cb01-46c2-8538-4650222f0c96" providerId="ADAL" clId="{2571C0C7-060E-48EE-9E7D-00F1E2A5D45C}" dt="2021-06-24T08:58:03.637" v="125" actId="1076"/>
        <pc:sldMkLst>
          <pc:docMk/>
          <pc:sldMk cId="591059380" sldId="746"/>
        </pc:sldMkLst>
        <pc:spChg chg="mod">
          <ac:chgData name="Soumita Sengupta" userId="4afa6ce1-cb01-46c2-8538-4650222f0c96" providerId="ADAL" clId="{2571C0C7-060E-48EE-9E7D-00F1E2A5D45C}" dt="2021-06-24T08:57:57.100" v="124" actId="255"/>
          <ac:spMkLst>
            <pc:docMk/>
            <pc:sldMk cId="591059380" sldId="746"/>
            <ac:spMk id="5" creationId="{00000000-0000-0000-0000-000000000000}"/>
          </ac:spMkLst>
        </pc:spChg>
        <pc:picChg chg="mod">
          <ac:chgData name="Soumita Sengupta" userId="4afa6ce1-cb01-46c2-8538-4650222f0c96" providerId="ADAL" clId="{2571C0C7-060E-48EE-9E7D-00F1E2A5D45C}" dt="2021-06-24T08:58:03.637" v="125" actId="1076"/>
          <ac:picMkLst>
            <pc:docMk/>
            <pc:sldMk cId="591059380" sldId="746"/>
            <ac:picMk id="9" creationId="{00000000-0000-0000-0000-000000000000}"/>
          </ac:picMkLst>
        </pc:picChg>
      </pc:sldChg>
      <pc:sldChg chg="modSp add mod">
        <pc:chgData name="Soumita Sengupta" userId="4afa6ce1-cb01-46c2-8538-4650222f0c96" providerId="ADAL" clId="{2571C0C7-060E-48EE-9E7D-00F1E2A5D45C}" dt="2021-06-24T08:58:08.981" v="126" actId="255"/>
        <pc:sldMkLst>
          <pc:docMk/>
          <pc:sldMk cId="3475117086" sldId="747"/>
        </pc:sldMkLst>
        <pc:spChg chg="mod">
          <ac:chgData name="Soumita Sengupta" userId="4afa6ce1-cb01-46c2-8538-4650222f0c96" providerId="ADAL" clId="{2571C0C7-060E-48EE-9E7D-00F1E2A5D45C}" dt="2021-06-24T08:58:08.981" v="126" actId="255"/>
          <ac:spMkLst>
            <pc:docMk/>
            <pc:sldMk cId="3475117086" sldId="747"/>
            <ac:spMk id="5" creationId="{00000000-0000-0000-0000-000000000000}"/>
          </ac:spMkLst>
        </pc:spChg>
      </pc:sldChg>
      <pc:sldChg chg="modSp add mod">
        <pc:chgData name="Soumita Sengupta" userId="4afa6ce1-cb01-46c2-8538-4650222f0c96" providerId="ADAL" clId="{2571C0C7-060E-48EE-9E7D-00F1E2A5D45C}" dt="2021-06-24T08:58:26.639" v="131" actId="20577"/>
        <pc:sldMkLst>
          <pc:docMk/>
          <pc:sldMk cId="405216084" sldId="748"/>
        </pc:sldMkLst>
        <pc:spChg chg="mod">
          <ac:chgData name="Soumita Sengupta" userId="4afa6ce1-cb01-46c2-8538-4650222f0c96" providerId="ADAL" clId="{2571C0C7-060E-48EE-9E7D-00F1E2A5D45C}" dt="2021-06-24T08:58:26.639" v="131" actId="20577"/>
          <ac:spMkLst>
            <pc:docMk/>
            <pc:sldMk cId="405216084" sldId="748"/>
            <ac:spMk id="5" creationId="{00000000-0000-0000-0000-000000000000}"/>
          </ac:spMkLst>
        </pc:spChg>
      </pc:sldChg>
      <pc:sldChg chg="delSp modSp add mod">
        <pc:chgData name="Soumita Sengupta" userId="4afa6ce1-cb01-46c2-8538-4650222f0c96" providerId="ADAL" clId="{2571C0C7-060E-48EE-9E7D-00F1E2A5D45C}" dt="2021-06-24T08:58:44.551" v="142" actId="1076"/>
        <pc:sldMkLst>
          <pc:docMk/>
          <pc:sldMk cId="3372552821" sldId="749"/>
        </pc:sldMkLst>
        <pc:spChg chg="del">
          <ac:chgData name="Soumita Sengupta" userId="4afa6ce1-cb01-46c2-8538-4650222f0c96" providerId="ADAL" clId="{2571C0C7-060E-48EE-9E7D-00F1E2A5D45C}" dt="2021-06-24T08:45:28.313" v="48" actId="478"/>
          <ac:spMkLst>
            <pc:docMk/>
            <pc:sldMk cId="3372552821" sldId="749"/>
            <ac:spMk id="2" creationId="{99AB7701-456C-4D2E-99AA-9F94D4CA635F}"/>
          </ac:spMkLst>
        </pc:spChg>
        <pc:spChg chg="del">
          <ac:chgData name="Soumita Sengupta" userId="4afa6ce1-cb01-46c2-8538-4650222f0c96" providerId="ADAL" clId="{2571C0C7-060E-48EE-9E7D-00F1E2A5D45C}" dt="2021-06-24T08:45:25.649" v="47" actId="478"/>
          <ac:spMkLst>
            <pc:docMk/>
            <pc:sldMk cId="3372552821" sldId="749"/>
            <ac:spMk id="16" creationId="{00000000-0000-0000-0000-000000000000}"/>
          </ac:spMkLst>
        </pc:spChg>
        <pc:picChg chg="mod">
          <ac:chgData name="Soumita Sengupta" userId="4afa6ce1-cb01-46c2-8538-4650222f0c96" providerId="ADAL" clId="{2571C0C7-060E-48EE-9E7D-00F1E2A5D45C}" dt="2021-06-24T08:58:44.551" v="142" actId="1076"/>
          <ac:picMkLst>
            <pc:docMk/>
            <pc:sldMk cId="3372552821" sldId="749"/>
            <ac:picMk id="8" creationId="{BF708B6C-5834-402C-A0A0-BB62B2F4F7EB}"/>
          </ac:picMkLst>
        </pc:picChg>
      </pc:sldChg>
      <pc:sldChg chg="modSp add mod">
        <pc:chgData name="Soumita Sengupta" userId="4afa6ce1-cb01-46c2-8538-4650222f0c96" providerId="ADAL" clId="{2571C0C7-060E-48EE-9E7D-00F1E2A5D45C}" dt="2021-06-24T08:58:50.075" v="143" actId="255"/>
        <pc:sldMkLst>
          <pc:docMk/>
          <pc:sldMk cId="2342434088" sldId="750"/>
        </pc:sldMkLst>
        <pc:spChg chg="mod">
          <ac:chgData name="Soumita Sengupta" userId="4afa6ce1-cb01-46c2-8538-4650222f0c96" providerId="ADAL" clId="{2571C0C7-060E-48EE-9E7D-00F1E2A5D45C}" dt="2021-06-24T08:58:50.075" v="143" actId="255"/>
          <ac:spMkLst>
            <pc:docMk/>
            <pc:sldMk cId="2342434088" sldId="750"/>
            <ac:spMk id="5" creationId="{00000000-0000-0000-0000-000000000000}"/>
          </ac:spMkLst>
        </pc:spChg>
      </pc:sldChg>
      <pc:sldChg chg="modSp add mod">
        <pc:chgData name="Soumita Sengupta" userId="4afa6ce1-cb01-46c2-8538-4650222f0c96" providerId="ADAL" clId="{2571C0C7-060E-48EE-9E7D-00F1E2A5D45C}" dt="2021-06-24T11:14:16.699" v="145" actId="207"/>
        <pc:sldMkLst>
          <pc:docMk/>
          <pc:sldMk cId="3820407078" sldId="887"/>
        </pc:sldMkLst>
        <pc:spChg chg="mod">
          <ac:chgData name="Soumita Sengupta" userId="4afa6ce1-cb01-46c2-8538-4650222f0c96" providerId="ADAL" clId="{2571C0C7-060E-48EE-9E7D-00F1E2A5D45C}" dt="2021-06-24T11:14:16.699" v="145" actId="207"/>
          <ac:spMkLst>
            <pc:docMk/>
            <pc:sldMk cId="3820407078" sldId="887"/>
            <ac:spMk id="4" creationId="{00000000-0000-0000-0000-000000000000}"/>
          </ac:spMkLst>
        </pc:spChg>
        <pc:spChg chg="mod">
          <ac:chgData name="Soumita Sengupta" userId="4afa6ce1-cb01-46c2-8538-4650222f0c96" providerId="ADAL" clId="{2571C0C7-060E-48EE-9E7D-00F1E2A5D45C}" dt="2021-06-24T09:00:19.668" v="144" actId="255"/>
          <ac:spMkLst>
            <pc:docMk/>
            <pc:sldMk cId="3820407078" sldId="887"/>
            <ac:spMk id="5" creationId="{00000000-0000-0000-0000-000000000000}"/>
          </ac:spMkLst>
        </pc:spChg>
        <pc:spChg chg="mod">
          <ac:chgData name="Soumita Sengupta" userId="4afa6ce1-cb01-46c2-8538-4650222f0c96" providerId="ADAL" clId="{2571C0C7-060E-48EE-9E7D-00F1E2A5D45C}" dt="2021-06-24T11:14:16.699" v="145" actId="207"/>
          <ac:spMkLst>
            <pc:docMk/>
            <pc:sldMk cId="3820407078" sldId="887"/>
            <ac:spMk id="7" creationId="{00000000-0000-0000-0000-000000000000}"/>
          </ac:spMkLst>
        </pc:spChg>
      </pc:sldChg>
      <pc:sldChg chg="modSp add mod">
        <pc:chgData name="Soumita Sengupta" userId="4afa6ce1-cb01-46c2-8538-4650222f0c96" providerId="ADAL" clId="{2571C0C7-060E-48EE-9E7D-00F1E2A5D45C}" dt="2021-06-24T08:54:30.712" v="82" actId="5793"/>
        <pc:sldMkLst>
          <pc:docMk/>
          <pc:sldMk cId="2554462038" sldId="888"/>
        </pc:sldMkLst>
        <pc:spChg chg="mod">
          <ac:chgData name="Soumita Sengupta" userId="4afa6ce1-cb01-46c2-8538-4650222f0c96" providerId="ADAL" clId="{2571C0C7-060E-48EE-9E7D-00F1E2A5D45C}" dt="2021-06-24T08:54:30.712" v="82" actId="5793"/>
          <ac:spMkLst>
            <pc:docMk/>
            <pc:sldMk cId="2554462038" sldId="888"/>
            <ac:spMk id="3" creationId="{00000000-0000-0000-0000-000000000000}"/>
          </ac:spMkLst>
        </pc:spChg>
      </pc:sldChg>
      <pc:sldChg chg="modSp add mod">
        <pc:chgData name="Soumita Sengupta" userId="4afa6ce1-cb01-46c2-8538-4650222f0c96" providerId="ADAL" clId="{2571C0C7-060E-48EE-9E7D-00F1E2A5D45C}" dt="2021-06-24T08:55:21.636" v="89" actId="255"/>
        <pc:sldMkLst>
          <pc:docMk/>
          <pc:sldMk cId="945208216" sldId="889"/>
        </pc:sldMkLst>
        <pc:spChg chg="mod">
          <ac:chgData name="Soumita Sengupta" userId="4afa6ce1-cb01-46c2-8538-4650222f0c96" providerId="ADAL" clId="{2571C0C7-060E-48EE-9E7D-00F1E2A5D45C}" dt="2021-06-24T08:55:21.636" v="89" actId="255"/>
          <ac:spMkLst>
            <pc:docMk/>
            <pc:sldMk cId="945208216" sldId="889"/>
            <ac:spMk id="3" creationId="{00000000-0000-0000-0000-000000000000}"/>
          </ac:spMkLst>
        </pc:spChg>
      </pc:sldChg>
      <pc:sldChg chg="modSp add mod">
        <pc:chgData name="Soumita Sengupta" userId="4afa6ce1-cb01-46c2-8538-4650222f0c96" providerId="ADAL" clId="{2571C0C7-060E-48EE-9E7D-00F1E2A5D45C}" dt="2021-06-24T08:56:09.543" v="98" actId="255"/>
        <pc:sldMkLst>
          <pc:docMk/>
          <pc:sldMk cId="2233172498" sldId="890"/>
        </pc:sldMkLst>
        <pc:spChg chg="mod">
          <ac:chgData name="Soumita Sengupta" userId="4afa6ce1-cb01-46c2-8538-4650222f0c96" providerId="ADAL" clId="{2571C0C7-060E-48EE-9E7D-00F1E2A5D45C}" dt="2021-06-24T08:56:09.543" v="98" actId="255"/>
          <ac:spMkLst>
            <pc:docMk/>
            <pc:sldMk cId="2233172498" sldId="890"/>
            <ac:spMk id="5" creationId="{00000000-0000-0000-0000-000000000000}"/>
          </ac:spMkLst>
        </pc:spChg>
      </pc:sldChg>
      <pc:sldChg chg="modSp add mod">
        <pc:chgData name="Soumita Sengupta" userId="4afa6ce1-cb01-46c2-8538-4650222f0c96" providerId="ADAL" clId="{2571C0C7-060E-48EE-9E7D-00F1E2A5D45C}" dt="2021-06-24T08:56:46.092" v="104" actId="14100"/>
        <pc:sldMkLst>
          <pc:docMk/>
          <pc:sldMk cId="3665284836" sldId="891"/>
        </pc:sldMkLst>
        <pc:spChg chg="mod">
          <ac:chgData name="Soumita Sengupta" userId="4afa6ce1-cb01-46c2-8538-4650222f0c96" providerId="ADAL" clId="{2571C0C7-060E-48EE-9E7D-00F1E2A5D45C}" dt="2021-06-24T08:56:46.092" v="104" actId="14100"/>
          <ac:spMkLst>
            <pc:docMk/>
            <pc:sldMk cId="3665284836" sldId="891"/>
            <ac:spMk id="5" creationId="{00000000-0000-0000-0000-000000000000}"/>
          </ac:spMkLst>
        </pc:spChg>
      </pc:sldChg>
      <pc:sldChg chg="modSp add mod">
        <pc:chgData name="Soumita Sengupta" userId="4afa6ce1-cb01-46c2-8538-4650222f0c96" providerId="ADAL" clId="{2571C0C7-060E-48EE-9E7D-00F1E2A5D45C}" dt="2021-06-24T08:57:26.061" v="118" actId="255"/>
        <pc:sldMkLst>
          <pc:docMk/>
          <pc:sldMk cId="2541011516" sldId="892"/>
        </pc:sldMkLst>
        <pc:spChg chg="mod">
          <ac:chgData name="Soumita Sengupta" userId="4afa6ce1-cb01-46c2-8538-4650222f0c96" providerId="ADAL" clId="{2571C0C7-060E-48EE-9E7D-00F1E2A5D45C}" dt="2021-06-24T08:57:26.061" v="118" actId="255"/>
          <ac:spMkLst>
            <pc:docMk/>
            <pc:sldMk cId="2541011516" sldId="892"/>
            <ac:spMk id="5" creationId="{00000000-0000-0000-0000-000000000000}"/>
          </ac:spMkLst>
        </pc:spChg>
      </pc:sldChg>
      <pc:sldChg chg="modSp add mod">
        <pc:chgData name="Soumita Sengupta" userId="4afa6ce1-cb01-46c2-8538-4650222f0c96" providerId="ADAL" clId="{2571C0C7-060E-48EE-9E7D-00F1E2A5D45C}" dt="2021-06-24T08:57:37.540" v="121" actId="27636"/>
        <pc:sldMkLst>
          <pc:docMk/>
          <pc:sldMk cId="2706045134" sldId="893"/>
        </pc:sldMkLst>
        <pc:spChg chg="mod">
          <ac:chgData name="Soumita Sengupta" userId="4afa6ce1-cb01-46c2-8538-4650222f0c96" providerId="ADAL" clId="{2571C0C7-060E-48EE-9E7D-00F1E2A5D45C}" dt="2021-06-24T08:57:37.540" v="121" actId="27636"/>
          <ac:spMkLst>
            <pc:docMk/>
            <pc:sldMk cId="2706045134" sldId="893"/>
            <ac:spMk id="5" creationId="{00000000-0000-0000-0000-000000000000}"/>
          </ac:spMkLst>
        </pc:spChg>
      </pc:sldChg>
      <pc:sldChg chg="modSp add mod">
        <pc:chgData name="Soumita Sengupta" userId="4afa6ce1-cb01-46c2-8538-4650222f0c96" providerId="ADAL" clId="{2571C0C7-060E-48EE-9E7D-00F1E2A5D45C}" dt="2021-06-24T08:57:50.088" v="123" actId="255"/>
        <pc:sldMkLst>
          <pc:docMk/>
          <pc:sldMk cId="3684676909" sldId="894"/>
        </pc:sldMkLst>
        <pc:spChg chg="mod">
          <ac:chgData name="Soumita Sengupta" userId="4afa6ce1-cb01-46c2-8538-4650222f0c96" providerId="ADAL" clId="{2571C0C7-060E-48EE-9E7D-00F1E2A5D45C}" dt="2021-06-24T08:57:50.088" v="123" actId="255"/>
          <ac:spMkLst>
            <pc:docMk/>
            <pc:sldMk cId="3684676909" sldId="894"/>
            <ac:spMk id="5" creationId="{00000000-0000-0000-0000-000000000000}"/>
          </ac:spMkLst>
        </pc:spChg>
      </pc:sldChg>
      <pc:sldChg chg="modSp add mod">
        <pc:chgData name="Soumita Sengupta" userId="4afa6ce1-cb01-46c2-8538-4650222f0c96" providerId="ADAL" clId="{2571C0C7-060E-48EE-9E7D-00F1E2A5D45C}" dt="2021-06-24T08:58:15.229" v="127" actId="255"/>
        <pc:sldMkLst>
          <pc:docMk/>
          <pc:sldMk cId="240143812" sldId="895"/>
        </pc:sldMkLst>
        <pc:spChg chg="mod">
          <ac:chgData name="Soumita Sengupta" userId="4afa6ce1-cb01-46c2-8538-4650222f0c96" providerId="ADAL" clId="{2571C0C7-060E-48EE-9E7D-00F1E2A5D45C}" dt="2021-06-24T08:58:15.229" v="127" actId="255"/>
          <ac:spMkLst>
            <pc:docMk/>
            <pc:sldMk cId="240143812" sldId="895"/>
            <ac:spMk id="5" creationId="{00000000-0000-0000-0000-000000000000}"/>
          </ac:spMkLst>
        </pc:spChg>
      </pc:sldChg>
      <pc:sldChg chg="modSp add mod">
        <pc:chgData name="Soumita Sengupta" userId="4afa6ce1-cb01-46c2-8538-4650222f0c96" providerId="ADAL" clId="{2571C0C7-060E-48EE-9E7D-00F1E2A5D45C}" dt="2021-06-24T08:58:42.107" v="141" actId="20577"/>
        <pc:sldMkLst>
          <pc:docMk/>
          <pc:sldMk cId="2514170485" sldId="896"/>
        </pc:sldMkLst>
        <pc:spChg chg="mod">
          <ac:chgData name="Soumita Sengupta" userId="4afa6ce1-cb01-46c2-8538-4650222f0c96" providerId="ADAL" clId="{2571C0C7-060E-48EE-9E7D-00F1E2A5D45C}" dt="2021-06-24T08:58:42.107" v="141" actId="20577"/>
          <ac:spMkLst>
            <pc:docMk/>
            <pc:sldMk cId="2514170485" sldId="896"/>
            <ac:spMk id="17" creationId="{00000000-0000-0000-0000-000000000000}"/>
          </ac:spMkLst>
        </pc:spChg>
      </pc:sldChg>
      <pc:sldChg chg="del">
        <pc:chgData name="Soumita Sengupta" userId="4afa6ce1-cb01-46c2-8538-4650222f0c96" providerId="ADAL" clId="{2571C0C7-060E-48EE-9E7D-00F1E2A5D45C}" dt="2021-06-24T08:30:16.383" v="27" actId="47"/>
        <pc:sldMkLst>
          <pc:docMk/>
          <pc:sldMk cId="2306519255" sldId="912"/>
        </pc:sldMkLst>
      </pc:sldChg>
      <pc:sldChg chg="del">
        <pc:chgData name="Soumita Sengupta" userId="4afa6ce1-cb01-46c2-8538-4650222f0c96" providerId="ADAL" clId="{2571C0C7-060E-48EE-9E7D-00F1E2A5D45C}" dt="2021-06-24T08:49:03.386" v="69" actId="47"/>
        <pc:sldMkLst>
          <pc:docMk/>
          <pc:sldMk cId="3693191466" sldId="1327"/>
        </pc:sldMkLst>
      </pc:sldChg>
      <pc:sldChg chg="modSp add mod">
        <pc:chgData name="Soumita Sengupta" userId="4afa6ce1-cb01-46c2-8538-4650222f0c96" providerId="ADAL" clId="{2571C0C7-060E-48EE-9E7D-00F1E2A5D45C}" dt="2021-06-24T08:46:12.648" v="55"/>
        <pc:sldMkLst>
          <pc:docMk/>
          <pc:sldMk cId="260074369" sldId="1328"/>
        </pc:sldMkLst>
        <pc:spChg chg="mod">
          <ac:chgData name="Soumita Sengupta" userId="4afa6ce1-cb01-46c2-8538-4650222f0c96" providerId="ADAL" clId="{2571C0C7-060E-48EE-9E7D-00F1E2A5D45C}" dt="2021-06-24T08:46:12.648" v="55"/>
          <ac:spMkLst>
            <pc:docMk/>
            <pc:sldMk cId="260074369" sldId="1328"/>
            <ac:spMk id="2" creationId="{57983F62-BBB9-431B-A37F-BDA0DC7153F6}"/>
          </ac:spMkLst>
        </pc:spChg>
      </pc:sldChg>
      <pc:sldChg chg="del">
        <pc:chgData name="Soumita Sengupta" userId="4afa6ce1-cb01-46c2-8538-4650222f0c96" providerId="ADAL" clId="{2571C0C7-060E-48EE-9E7D-00F1E2A5D45C}" dt="2021-06-24T08:30:15.998" v="25" actId="47"/>
        <pc:sldMkLst>
          <pc:docMk/>
          <pc:sldMk cId="3560475705" sldId="1328"/>
        </pc:sldMkLst>
      </pc:sldChg>
      <pc:sldChg chg="del">
        <pc:chgData name="Soumita Sengupta" userId="4afa6ce1-cb01-46c2-8538-4650222f0c96" providerId="ADAL" clId="{2571C0C7-060E-48EE-9E7D-00F1E2A5D45C}" dt="2021-06-24T08:30:16.552" v="28" actId="47"/>
        <pc:sldMkLst>
          <pc:docMk/>
          <pc:sldMk cId="42831603" sldId="1329"/>
        </pc:sldMkLst>
      </pc:sldChg>
      <pc:sldChg chg="modSp add mod ord">
        <pc:chgData name="Soumita Sengupta" userId="4afa6ce1-cb01-46c2-8538-4650222f0c96" providerId="ADAL" clId="{2571C0C7-060E-48EE-9E7D-00F1E2A5D45C}" dt="2021-06-24T08:47:17.875" v="63"/>
        <pc:sldMkLst>
          <pc:docMk/>
          <pc:sldMk cId="4294574429" sldId="1329"/>
        </pc:sldMkLst>
        <pc:spChg chg="mod">
          <ac:chgData name="Soumita Sengupta" userId="4afa6ce1-cb01-46c2-8538-4650222f0c96" providerId="ADAL" clId="{2571C0C7-060E-48EE-9E7D-00F1E2A5D45C}" dt="2021-06-24T08:46:56.573" v="61" actId="20577"/>
          <ac:spMkLst>
            <pc:docMk/>
            <pc:sldMk cId="4294574429" sldId="1329"/>
            <ac:spMk id="2" creationId="{57983F62-BBB9-431B-A37F-BDA0DC7153F6}"/>
          </ac:spMkLst>
        </pc:spChg>
      </pc:sldChg>
      <pc:sldChg chg="modSp add mod">
        <pc:chgData name="Soumita Sengupta" userId="4afa6ce1-cb01-46c2-8538-4650222f0c96" providerId="ADAL" clId="{2571C0C7-060E-48EE-9E7D-00F1E2A5D45C}" dt="2021-06-24T08:47:52.229" v="68" actId="20577"/>
        <pc:sldMkLst>
          <pc:docMk/>
          <pc:sldMk cId="1948634782" sldId="1330"/>
        </pc:sldMkLst>
        <pc:spChg chg="mod">
          <ac:chgData name="Soumita Sengupta" userId="4afa6ce1-cb01-46c2-8538-4650222f0c96" providerId="ADAL" clId="{2571C0C7-060E-48EE-9E7D-00F1E2A5D45C}" dt="2021-06-24T08:47:52.229" v="68" actId="20577"/>
          <ac:spMkLst>
            <pc:docMk/>
            <pc:sldMk cId="1948634782" sldId="1330"/>
            <ac:spMk id="2" creationId="{57983F62-BBB9-431B-A37F-BDA0DC7153F6}"/>
          </ac:spMkLst>
        </pc:spChg>
      </pc:sldChg>
      <pc:sldChg chg="del">
        <pc:chgData name="Soumita Sengupta" userId="4afa6ce1-cb01-46c2-8538-4650222f0c96" providerId="ADAL" clId="{2571C0C7-060E-48EE-9E7D-00F1E2A5D45C}" dt="2021-06-24T08:30:16.684" v="29" actId="47"/>
        <pc:sldMkLst>
          <pc:docMk/>
          <pc:sldMk cId="4042070132" sldId="1330"/>
        </pc:sldMkLst>
      </pc:sldChg>
      <pc:sldChg chg="del">
        <pc:chgData name="Soumita Sengupta" userId="4afa6ce1-cb01-46c2-8538-4650222f0c96" providerId="ADAL" clId="{2571C0C7-060E-48EE-9E7D-00F1E2A5D45C}" dt="2021-06-24T08:30:17.016" v="31" actId="47"/>
        <pc:sldMkLst>
          <pc:docMk/>
          <pc:sldMk cId="3744767317" sldId="1331"/>
        </pc:sldMkLst>
      </pc:sldChg>
      <pc:sldChg chg="del">
        <pc:chgData name="Soumita Sengupta" userId="4afa6ce1-cb01-46c2-8538-4650222f0c96" providerId="ADAL" clId="{2571C0C7-060E-48EE-9E7D-00F1E2A5D45C}" dt="2021-06-24T08:30:17.185" v="32" actId="47"/>
        <pc:sldMkLst>
          <pc:docMk/>
          <pc:sldMk cId="3523257164" sldId="1332"/>
        </pc:sldMkLst>
      </pc:sldChg>
      <pc:sldChg chg="del">
        <pc:chgData name="Soumita Sengupta" userId="4afa6ce1-cb01-46c2-8538-4650222f0c96" providerId="ADAL" clId="{2571C0C7-060E-48EE-9E7D-00F1E2A5D45C}" dt="2021-06-24T08:30:17.348" v="33" actId="47"/>
        <pc:sldMkLst>
          <pc:docMk/>
          <pc:sldMk cId="2835351086" sldId="1333"/>
        </pc:sldMkLst>
      </pc:sldChg>
      <pc:sldChg chg="del">
        <pc:chgData name="Soumita Sengupta" userId="4afa6ce1-cb01-46c2-8538-4650222f0c96" providerId="ADAL" clId="{2571C0C7-060E-48EE-9E7D-00F1E2A5D45C}" dt="2021-06-24T08:30:17.517" v="34" actId="47"/>
        <pc:sldMkLst>
          <pc:docMk/>
          <pc:sldMk cId="826410433" sldId="1334"/>
        </pc:sldMkLst>
      </pc:sldChg>
      <pc:sldChg chg="del">
        <pc:chgData name="Soumita Sengupta" userId="4afa6ce1-cb01-46c2-8538-4650222f0c96" providerId="ADAL" clId="{2571C0C7-060E-48EE-9E7D-00F1E2A5D45C}" dt="2021-06-24T08:30:18.590" v="37" actId="47"/>
        <pc:sldMkLst>
          <pc:docMk/>
          <pc:sldMk cId="1172614157" sldId="1335"/>
        </pc:sldMkLst>
      </pc:sldChg>
      <pc:sldChg chg="del">
        <pc:chgData name="Soumita Sengupta" userId="4afa6ce1-cb01-46c2-8538-4650222f0c96" providerId="ADAL" clId="{2571C0C7-060E-48EE-9E7D-00F1E2A5D45C}" dt="2021-06-24T08:30:18.320" v="36" actId="47"/>
        <pc:sldMkLst>
          <pc:docMk/>
          <pc:sldMk cId="1838583949" sldId="1336"/>
        </pc:sldMkLst>
      </pc:sldChg>
      <pc:sldMasterChg chg="modSp delSldLayout modSldLayout">
        <pc:chgData name="Soumita Sengupta" userId="4afa6ce1-cb01-46c2-8538-4650222f0c96" providerId="ADAL" clId="{2571C0C7-060E-48EE-9E7D-00F1E2A5D45C}" dt="2021-06-24T11:15:39.967" v="148" actId="207"/>
        <pc:sldMasterMkLst>
          <pc:docMk/>
          <pc:sldMasterMk cId="1029875623" sldId="2147483678"/>
        </pc:sldMasterMkLst>
        <pc:spChg chg="mod">
          <ac:chgData name="Soumita Sengupta" userId="4afa6ce1-cb01-46c2-8538-4650222f0c96" providerId="ADAL" clId="{2571C0C7-060E-48EE-9E7D-00F1E2A5D45C}" dt="2021-06-24T08:53:27.313" v="75" actId="207"/>
          <ac:spMkLst>
            <pc:docMk/>
            <pc:sldMasterMk cId="1029875623" sldId="2147483678"/>
            <ac:spMk id="10" creationId="{93E6BF79-D03F-4EC1-99A8-F7AB036C42D1}"/>
          </ac:spMkLst>
        </pc:spChg>
        <pc:spChg chg="mod">
          <ac:chgData name="Soumita Sengupta" userId="4afa6ce1-cb01-46c2-8538-4650222f0c96" providerId="ADAL" clId="{2571C0C7-060E-48EE-9E7D-00F1E2A5D45C}" dt="2021-06-24T08:50:33.389" v="72" actId="207"/>
          <ac:spMkLst>
            <pc:docMk/>
            <pc:sldMasterMk cId="1029875623" sldId="2147483678"/>
            <ac:spMk id="11" creationId="{E41563B2-506F-49E4-8762-C6EAB193E7BF}"/>
          </ac:spMkLst>
        </pc:spChg>
        <pc:sldLayoutChg chg="modSp">
          <pc:chgData name="Soumita Sengupta" userId="4afa6ce1-cb01-46c2-8538-4650222f0c96" providerId="ADAL" clId="{2571C0C7-060E-48EE-9E7D-00F1E2A5D45C}" dt="2021-06-24T11:14:46.768" v="146" actId="207"/>
          <pc:sldLayoutMkLst>
            <pc:docMk/>
            <pc:sldMasterMk cId="1029875623" sldId="2147483678"/>
            <pc:sldLayoutMk cId="2439129452" sldId="2147483686"/>
          </pc:sldLayoutMkLst>
          <pc:spChg chg="mod">
            <ac:chgData name="Soumita Sengupta" userId="4afa6ce1-cb01-46c2-8538-4650222f0c96" providerId="ADAL" clId="{2571C0C7-060E-48EE-9E7D-00F1E2A5D45C}" dt="2021-06-24T11:14:46.768" v="146" actId="207"/>
            <ac:spMkLst>
              <pc:docMk/>
              <pc:sldMasterMk cId="1029875623" sldId="2147483678"/>
              <pc:sldLayoutMk cId="2439129452" sldId="2147483686"/>
              <ac:spMk id="5" creationId="{00000000-0000-0000-0000-000000000000}"/>
            </ac:spMkLst>
          </pc:spChg>
          <pc:spChg chg="mod">
            <ac:chgData name="Soumita Sengupta" userId="4afa6ce1-cb01-46c2-8538-4650222f0c96" providerId="ADAL" clId="{2571C0C7-060E-48EE-9E7D-00F1E2A5D45C}" dt="2021-06-24T11:14:46.768" v="146" actId="207"/>
            <ac:spMkLst>
              <pc:docMk/>
              <pc:sldMasterMk cId="1029875623" sldId="2147483678"/>
              <pc:sldLayoutMk cId="2439129452" sldId="2147483686"/>
              <ac:spMk id="6" creationId="{00000000-0000-0000-0000-000000000000}"/>
            </ac:spMkLst>
          </pc:spChg>
        </pc:sldLayoutChg>
        <pc:sldLayoutChg chg="modSp">
          <pc:chgData name="Soumita Sengupta" userId="4afa6ce1-cb01-46c2-8538-4650222f0c96" providerId="ADAL" clId="{2571C0C7-060E-48EE-9E7D-00F1E2A5D45C}" dt="2021-06-24T11:15:39.967" v="148" actId="207"/>
          <pc:sldLayoutMkLst>
            <pc:docMk/>
            <pc:sldMasterMk cId="1029875623" sldId="2147483678"/>
            <pc:sldLayoutMk cId="700349446" sldId="2147483713"/>
          </pc:sldLayoutMkLst>
          <pc:spChg chg="mod">
            <ac:chgData name="Soumita Sengupta" userId="4afa6ce1-cb01-46c2-8538-4650222f0c96" providerId="ADAL" clId="{2571C0C7-060E-48EE-9E7D-00F1E2A5D45C}" dt="2021-06-24T11:15:34.471" v="147" actId="207"/>
            <ac:spMkLst>
              <pc:docMk/>
              <pc:sldMasterMk cId="1029875623" sldId="2147483678"/>
              <pc:sldLayoutMk cId="700349446" sldId="2147483713"/>
              <ac:spMk id="5" creationId="{00000000-0000-0000-0000-000000000000}"/>
            </ac:spMkLst>
          </pc:spChg>
          <pc:spChg chg="mod">
            <ac:chgData name="Soumita Sengupta" userId="4afa6ce1-cb01-46c2-8538-4650222f0c96" providerId="ADAL" clId="{2571C0C7-060E-48EE-9E7D-00F1E2A5D45C}" dt="2021-06-24T11:15:39.967" v="148" actId="207"/>
            <ac:spMkLst>
              <pc:docMk/>
              <pc:sldMasterMk cId="1029875623" sldId="2147483678"/>
              <pc:sldLayoutMk cId="700349446" sldId="2147483713"/>
              <ac:spMk id="6" creationId="{00000000-0000-0000-0000-000000000000}"/>
            </ac:spMkLst>
          </pc:spChg>
        </pc:sldLayoutChg>
        <pc:sldLayoutChg chg="del">
          <pc:chgData name="Soumita Sengupta" userId="4afa6ce1-cb01-46c2-8538-4650222f0c96" providerId="ADAL" clId="{2571C0C7-060E-48EE-9E7D-00F1E2A5D45C}" dt="2021-06-24T08:46:14.346" v="56" actId="47"/>
          <pc:sldLayoutMkLst>
            <pc:docMk/>
            <pc:sldMasterMk cId="1029875623" sldId="2147483678"/>
            <pc:sldLayoutMk cId="1796046941" sldId="2147483732"/>
          </pc:sldLayoutMkLst>
        </pc:sldLayoutChg>
        <pc:sldLayoutChg chg="del">
          <pc:chgData name="Soumita Sengupta" userId="4afa6ce1-cb01-46c2-8538-4650222f0c96" providerId="ADAL" clId="{2571C0C7-060E-48EE-9E7D-00F1E2A5D45C}" dt="2021-06-24T08:30:19.593" v="39" actId="47"/>
          <pc:sldLayoutMkLst>
            <pc:docMk/>
            <pc:sldMasterMk cId="1029875623" sldId="2147483678"/>
            <pc:sldLayoutMk cId="2463364972" sldId="2147483732"/>
          </pc:sldLayoutMkLst>
        </pc:sldLayoutChg>
      </pc:sldMasterChg>
    </pc:docChg>
  </pc:docChgLst>
  <pc:docChgLst>
    <pc:chgData name="Reeturaj Bhuyan" userId="3d221661-8007-416c-bcf3-489d99dae692" providerId="ADAL" clId="{0A423B2B-5DD2-49B2-AB0A-1911FD6F1C60}"/>
    <pc:docChg chg="modSld">
      <pc:chgData name="Reeturaj Bhuyan" userId="3d221661-8007-416c-bcf3-489d99dae692" providerId="ADAL" clId="{0A423B2B-5DD2-49B2-AB0A-1911FD6F1C60}" dt="2021-09-14T07:49:12.789" v="1"/>
      <pc:docMkLst>
        <pc:docMk/>
      </pc:docMkLst>
      <pc:sldChg chg="modSp">
        <pc:chgData name="Reeturaj Bhuyan" userId="3d221661-8007-416c-bcf3-489d99dae692" providerId="ADAL" clId="{0A423B2B-5DD2-49B2-AB0A-1911FD6F1C60}" dt="2021-09-14T07:49:12.789" v="1"/>
        <pc:sldMkLst>
          <pc:docMk/>
          <pc:sldMk cId="2893556536" sldId="1357"/>
        </pc:sldMkLst>
        <pc:graphicFrameChg chg="mod">
          <ac:chgData name="Reeturaj Bhuyan" userId="3d221661-8007-416c-bcf3-489d99dae692" providerId="ADAL" clId="{0A423B2B-5DD2-49B2-AB0A-1911FD6F1C60}" dt="2021-09-14T07:49:12.789" v="1"/>
          <ac:graphicFrameMkLst>
            <pc:docMk/>
            <pc:sldMk cId="2893556536" sldId="1357"/>
            <ac:graphicFrameMk id="7" creationId="{57157894-7FAF-4241-B32B-F5BF78019064}"/>
          </ac:graphicFrameMkLst>
        </pc:graphicFrameChg>
      </pc:sldChg>
    </pc:docChg>
  </pc:docChgLst>
  <pc:docChgLst>
    <pc:chgData name="Soumita Sengupta" userId="4afa6ce1-cb01-46c2-8538-4650222f0c96" providerId="ADAL" clId="{36A5475D-3ADB-4C86-A0F2-D5010D2E9340}"/>
    <pc:docChg chg="undo custSel addSld delSld modSld">
      <pc:chgData name="Soumita Sengupta" userId="4afa6ce1-cb01-46c2-8538-4650222f0c96" providerId="ADAL" clId="{36A5475D-3ADB-4C86-A0F2-D5010D2E9340}" dt="2021-06-23T13:16:03.695" v="2375" actId="1076"/>
      <pc:docMkLst>
        <pc:docMk/>
      </pc:docMkLst>
      <pc:sldChg chg="modSp mod">
        <pc:chgData name="Soumita Sengupta" userId="4afa6ce1-cb01-46c2-8538-4650222f0c96" providerId="ADAL" clId="{36A5475D-3ADB-4C86-A0F2-D5010D2E9340}" dt="2021-06-23T11:27:34.481" v="809" actId="20577"/>
        <pc:sldMkLst>
          <pc:docMk/>
          <pc:sldMk cId="1912468287" sldId="260"/>
        </pc:sldMkLst>
        <pc:spChg chg="mod">
          <ac:chgData name="Soumita Sengupta" userId="4afa6ce1-cb01-46c2-8538-4650222f0c96" providerId="ADAL" clId="{36A5475D-3ADB-4C86-A0F2-D5010D2E9340}" dt="2021-06-23T11:27:34.481" v="809" actId="20577"/>
          <ac:spMkLst>
            <pc:docMk/>
            <pc:sldMk cId="1912468287" sldId="260"/>
            <ac:spMk id="5" creationId="{00000000-0000-0000-0000-000000000000}"/>
          </ac:spMkLst>
        </pc:spChg>
      </pc:sldChg>
      <pc:sldChg chg="addSp delSp modSp add del mod">
        <pc:chgData name="Soumita Sengupta" userId="4afa6ce1-cb01-46c2-8538-4650222f0c96" providerId="ADAL" clId="{36A5475D-3ADB-4C86-A0F2-D5010D2E9340}" dt="2021-06-18T14:13:20.608" v="137" actId="1076"/>
        <pc:sldMkLst>
          <pc:docMk/>
          <pc:sldMk cId="3916458465" sldId="274"/>
        </pc:sldMkLst>
        <pc:spChg chg="mod">
          <ac:chgData name="Soumita Sengupta" userId="4afa6ce1-cb01-46c2-8538-4650222f0c96" providerId="ADAL" clId="{36A5475D-3ADB-4C86-A0F2-D5010D2E9340}" dt="2021-06-18T14:13:14.943" v="136" actId="255"/>
          <ac:spMkLst>
            <pc:docMk/>
            <pc:sldMk cId="3916458465" sldId="274"/>
            <ac:spMk id="10" creationId="{00000000-0000-0000-0000-000000000000}"/>
          </ac:spMkLst>
        </pc:spChg>
        <pc:picChg chg="del">
          <ac:chgData name="Soumita Sengupta" userId="4afa6ce1-cb01-46c2-8538-4650222f0c96" providerId="ADAL" clId="{36A5475D-3ADB-4C86-A0F2-D5010D2E9340}" dt="2021-06-17T13:07:39.917" v="43" actId="478"/>
          <ac:picMkLst>
            <pc:docMk/>
            <pc:sldMk cId="3916458465" sldId="274"/>
            <ac:picMk id="3" creationId="{00000000-0000-0000-0000-000000000000}"/>
          </ac:picMkLst>
        </pc:picChg>
        <pc:picChg chg="add mod">
          <ac:chgData name="Soumita Sengupta" userId="4afa6ce1-cb01-46c2-8538-4650222f0c96" providerId="ADAL" clId="{36A5475D-3ADB-4C86-A0F2-D5010D2E9340}" dt="2021-06-18T14:13:20.608" v="137" actId="1076"/>
          <ac:picMkLst>
            <pc:docMk/>
            <pc:sldMk cId="3916458465" sldId="274"/>
            <ac:picMk id="6" creationId="{9A531B62-B554-496E-88F1-A1FCA4057395}"/>
          </ac:picMkLst>
        </pc:picChg>
      </pc:sldChg>
      <pc:sldChg chg="modSp add del mod">
        <pc:chgData name="Soumita Sengupta" userId="4afa6ce1-cb01-46c2-8538-4650222f0c96" providerId="ADAL" clId="{36A5475D-3ADB-4C86-A0F2-D5010D2E9340}" dt="2021-06-23T11:33:53.255" v="810" actId="13926"/>
        <pc:sldMkLst>
          <pc:docMk/>
          <pc:sldMk cId="1769911636" sldId="275"/>
        </pc:sldMkLst>
        <pc:spChg chg="mod">
          <ac:chgData name="Soumita Sengupta" userId="4afa6ce1-cb01-46c2-8538-4650222f0c96" providerId="ADAL" clId="{36A5475D-3ADB-4C86-A0F2-D5010D2E9340}" dt="2021-06-23T11:33:53.255" v="810" actId="13926"/>
          <ac:spMkLst>
            <pc:docMk/>
            <pc:sldMk cId="1769911636" sldId="275"/>
            <ac:spMk id="9" creationId="{00000000-0000-0000-0000-000000000000}"/>
          </ac:spMkLst>
        </pc:spChg>
      </pc:sldChg>
      <pc:sldChg chg="modSp add mod">
        <pc:chgData name="Soumita Sengupta" userId="4afa6ce1-cb01-46c2-8538-4650222f0c96" providerId="ADAL" clId="{36A5475D-3ADB-4C86-A0F2-D5010D2E9340}" dt="2021-06-18T11:36:07.746" v="108" actId="13926"/>
        <pc:sldMkLst>
          <pc:docMk/>
          <pc:sldMk cId="3249280852" sldId="276"/>
        </pc:sldMkLst>
        <pc:spChg chg="mod">
          <ac:chgData name="Soumita Sengupta" userId="4afa6ce1-cb01-46c2-8538-4650222f0c96" providerId="ADAL" clId="{36A5475D-3ADB-4C86-A0F2-D5010D2E9340}" dt="2021-06-18T11:36:07.746" v="108" actId="13926"/>
          <ac:spMkLst>
            <pc:docMk/>
            <pc:sldMk cId="3249280852" sldId="276"/>
            <ac:spMk id="2" creationId="{00000000-0000-0000-0000-000000000000}"/>
          </ac:spMkLst>
        </pc:spChg>
      </pc:sldChg>
      <pc:sldChg chg="modSp add del mod">
        <pc:chgData name="Soumita Sengupta" userId="4afa6ce1-cb01-46c2-8538-4650222f0c96" providerId="ADAL" clId="{36A5475D-3ADB-4C86-A0F2-D5010D2E9340}" dt="2021-06-23T11:43:27.878" v="1178" actId="47"/>
        <pc:sldMkLst>
          <pc:docMk/>
          <pc:sldMk cId="273729914" sldId="278"/>
        </pc:sldMkLst>
        <pc:spChg chg="mod">
          <ac:chgData name="Soumita Sengupta" userId="4afa6ce1-cb01-46c2-8538-4650222f0c96" providerId="ADAL" clId="{36A5475D-3ADB-4C86-A0F2-D5010D2E9340}" dt="2021-06-18T14:18:39.307" v="373" actId="13926"/>
          <ac:spMkLst>
            <pc:docMk/>
            <pc:sldMk cId="273729914" sldId="278"/>
            <ac:spMk id="2" creationId="{00000000-0000-0000-0000-000000000000}"/>
          </ac:spMkLst>
        </pc:spChg>
        <pc:spChg chg="mod">
          <ac:chgData name="Soumita Sengupta" userId="4afa6ce1-cb01-46c2-8538-4650222f0c96" providerId="ADAL" clId="{36A5475D-3ADB-4C86-A0F2-D5010D2E9340}" dt="2021-06-23T11:35:39.055" v="880" actId="20577"/>
          <ac:spMkLst>
            <pc:docMk/>
            <pc:sldMk cId="273729914" sldId="278"/>
            <ac:spMk id="9" creationId="{00000000-0000-0000-0000-000000000000}"/>
          </ac:spMkLst>
        </pc:spChg>
      </pc:sldChg>
      <pc:sldChg chg="modSp add del mod">
        <pc:chgData name="Soumita Sengupta" userId="4afa6ce1-cb01-46c2-8538-4650222f0c96" providerId="ADAL" clId="{36A5475D-3ADB-4C86-A0F2-D5010D2E9340}" dt="2021-06-23T12:22:32.055" v="1906" actId="20577"/>
        <pc:sldMkLst>
          <pc:docMk/>
          <pc:sldMk cId="269360884" sldId="279"/>
        </pc:sldMkLst>
        <pc:spChg chg="mod">
          <ac:chgData name="Soumita Sengupta" userId="4afa6ce1-cb01-46c2-8538-4650222f0c96" providerId="ADAL" clId="{36A5475D-3ADB-4C86-A0F2-D5010D2E9340}" dt="2021-06-23T11:50:00.372" v="1264" actId="13926"/>
          <ac:spMkLst>
            <pc:docMk/>
            <pc:sldMk cId="269360884" sldId="279"/>
            <ac:spMk id="2" creationId="{00000000-0000-0000-0000-000000000000}"/>
          </ac:spMkLst>
        </pc:spChg>
        <pc:spChg chg="mod">
          <ac:chgData name="Soumita Sengupta" userId="4afa6ce1-cb01-46c2-8538-4650222f0c96" providerId="ADAL" clId="{36A5475D-3ADB-4C86-A0F2-D5010D2E9340}" dt="2021-06-23T12:22:32.055" v="1906" actId="20577"/>
          <ac:spMkLst>
            <pc:docMk/>
            <pc:sldMk cId="269360884" sldId="279"/>
            <ac:spMk id="10" creationId="{00000000-0000-0000-0000-000000000000}"/>
          </ac:spMkLst>
        </pc:spChg>
      </pc:sldChg>
      <pc:sldChg chg="addSp delSp modSp add mod">
        <pc:chgData name="Soumita Sengupta" userId="4afa6ce1-cb01-46c2-8538-4650222f0c96" providerId="ADAL" clId="{36A5475D-3ADB-4C86-A0F2-D5010D2E9340}" dt="2021-06-23T12:24:15.811" v="2002" actId="1076"/>
        <pc:sldMkLst>
          <pc:docMk/>
          <pc:sldMk cId="3621967906" sldId="280"/>
        </pc:sldMkLst>
        <pc:spChg chg="add del mod">
          <ac:chgData name="Soumita Sengupta" userId="4afa6ce1-cb01-46c2-8538-4650222f0c96" providerId="ADAL" clId="{36A5475D-3ADB-4C86-A0F2-D5010D2E9340}" dt="2021-06-23T11:41:23.591" v="1084"/>
          <ac:spMkLst>
            <pc:docMk/>
            <pc:sldMk cId="3621967906" sldId="280"/>
            <ac:spMk id="8" creationId="{C6683A8D-8FB9-42EE-84AA-5B5B8FA4F597}"/>
          </ac:spMkLst>
        </pc:spChg>
        <pc:spChg chg="mod">
          <ac:chgData name="Soumita Sengupta" userId="4afa6ce1-cb01-46c2-8538-4650222f0c96" providerId="ADAL" clId="{36A5475D-3ADB-4C86-A0F2-D5010D2E9340}" dt="2021-06-23T12:24:15.811" v="2002" actId="1076"/>
          <ac:spMkLst>
            <pc:docMk/>
            <pc:sldMk cId="3621967906" sldId="280"/>
            <ac:spMk id="9" creationId="{00000000-0000-0000-0000-000000000000}"/>
          </ac:spMkLst>
        </pc:spChg>
      </pc:sldChg>
      <pc:sldChg chg="add del">
        <pc:chgData name="Soumita Sengupta" userId="4afa6ce1-cb01-46c2-8538-4650222f0c96" providerId="ADAL" clId="{36A5475D-3ADB-4C86-A0F2-D5010D2E9340}" dt="2021-06-23T12:24:25.628" v="2003" actId="47"/>
        <pc:sldMkLst>
          <pc:docMk/>
          <pc:sldMk cId="3384384337" sldId="281"/>
        </pc:sldMkLst>
      </pc:sldChg>
      <pc:sldChg chg="modSp add del mod">
        <pc:chgData name="Soumita Sengupta" userId="4afa6ce1-cb01-46c2-8538-4650222f0c96" providerId="ADAL" clId="{36A5475D-3ADB-4C86-A0F2-D5010D2E9340}" dt="2021-06-23T12:26:06.717" v="2005" actId="47"/>
        <pc:sldMkLst>
          <pc:docMk/>
          <pc:sldMk cId="1365856972" sldId="282"/>
        </pc:sldMkLst>
        <pc:spChg chg="mod">
          <ac:chgData name="Soumita Sengupta" userId="4afa6ce1-cb01-46c2-8538-4650222f0c96" providerId="ADAL" clId="{36A5475D-3ADB-4C86-A0F2-D5010D2E9340}" dt="2021-06-23T12:25:57.021" v="2004" actId="6549"/>
          <ac:spMkLst>
            <pc:docMk/>
            <pc:sldMk cId="1365856972" sldId="282"/>
            <ac:spMk id="9" creationId="{00000000-0000-0000-0000-000000000000}"/>
          </ac:spMkLst>
        </pc:spChg>
      </pc:sldChg>
      <pc:sldChg chg="add del">
        <pc:chgData name="Soumita Sengupta" userId="4afa6ce1-cb01-46c2-8538-4650222f0c96" providerId="ADAL" clId="{36A5475D-3ADB-4C86-A0F2-D5010D2E9340}" dt="2021-06-23T12:26:10.084" v="2006" actId="47"/>
        <pc:sldMkLst>
          <pc:docMk/>
          <pc:sldMk cId="2959855628" sldId="283"/>
        </pc:sldMkLst>
      </pc:sldChg>
      <pc:sldChg chg="add del">
        <pc:chgData name="Soumita Sengupta" userId="4afa6ce1-cb01-46c2-8538-4650222f0c96" providerId="ADAL" clId="{36A5475D-3ADB-4C86-A0F2-D5010D2E9340}" dt="2021-06-23T12:30:58.109" v="2080" actId="2696"/>
        <pc:sldMkLst>
          <pc:docMk/>
          <pc:sldMk cId="2822785928" sldId="285"/>
        </pc:sldMkLst>
      </pc:sldChg>
      <pc:sldChg chg="addSp delSp modSp add mod">
        <pc:chgData name="Soumita Sengupta" userId="4afa6ce1-cb01-46c2-8538-4650222f0c96" providerId="ADAL" clId="{36A5475D-3ADB-4C86-A0F2-D5010D2E9340}" dt="2021-06-23T12:34:33.338" v="2179" actId="208"/>
        <pc:sldMkLst>
          <pc:docMk/>
          <pc:sldMk cId="2998439583" sldId="286"/>
        </pc:sldMkLst>
        <pc:spChg chg="mod">
          <ac:chgData name="Soumita Sengupta" userId="4afa6ce1-cb01-46c2-8538-4650222f0c96" providerId="ADAL" clId="{36A5475D-3ADB-4C86-A0F2-D5010D2E9340}" dt="2021-06-23T12:33:58.390" v="2170" actId="20577"/>
          <ac:spMkLst>
            <pc:docMk/>
            <pc:sldMk cId="2998439583" sldId="286"/>
            <ac:spMk id="2" creationId="{00000000-0000-0000-0000-000000000000}"/>
          </ac:spMkLst>
        </pc:spChg>
        <pc:spChg chg="add del">
          <ac:chgData name="Soumita Sengupta" userId="4afa6ce1-cb01-46c2-8538-4650222f0c96" providerId="ADAL" clId="{36A5475D-3ADB-4C86-A0F2-D5010D2E9340}" dt="2021-06-23T12:34:24.958" v="2173"/>
          <ac:spMkLst>
            <pc:docMk/>
            <pc:sldMk cId="2998439583" sldId="286"/>
            <ac:spMk id="5" creationId="{DAF38F27-62AE-4A72-AE69-C80C27FD3581}"/>
          </ac:spMkLst>
        </pc:spChg>
        <pc:picChg chg="add mod">
          <ac:chgData name="Soumita Sengupta" userId="4afa6ce1-cb01-46c2-8538-4650222f0c96" providerId="ADAL" clId="{36A5475D-3ADB-4C86-A0F2-D5010D2E9340}" dt="2021-06-23T12:34:33.338" v="2179" actId="208"/>
          <ac:picMkLst>
            <pc:docMk/>
            <pc:sldMk cId="2998439583" sldId="286"/>
            <ac:picMk id="6" creationId="{6E2A7E2F-FFAB-461D-BF9E-D3F8ABAEC706}"/>
          </ac:picMkLst>
        </pc:picChg>
        <pc:picChg chg="del">
          <ac:chgData name="Soumita Sengupta" userId="4afa6ce1-cb01-46c2-8538-4650222f0c96" providerId="ADAL" clId="{36A5475D-3ADB-4C86-A0F2-D5010D2E9340}" dt="2021-06-23T12:34:01.188" v="2171" actId="478"/>
          <ac:picMkLst>
            <pc:docMk/>
            <pc:sldMk cId="2998439583" sldId="286"/>
            <ac:picMk id="15" creationId="{36C82030-3C6A-4F09-ACFD-5CE2627DF551}"/>
          </ac:picMkLst>
        </pc:picChg>
      </pc:sldChg>
      <pc:sldChg chg="addSp delSp modSp add mod">
        <pc:chgData name="Soumita Sengupta" userId="4afa6ce1-cb01-46c2-8538-4650222f0c96" providerId="ADAL" clId="{36A5475D-3ADB-4C86-A0F2-D5010D2E9340}" dt="2021-06-23T12:41:09.488" v="2249" actId="1076"/>
        <pc:sldMkLst>
          <pc:docMk/>
          <pc:sldMk cId="2747257436" sldId="287"/>
        </pc:sldMkLst>
        <pc:spChg chg="mod">
          <ac:chgData name="Soumita Sengupta" userId="4afa6ce1-cb01-46c2-8538-4650222f0c96" providerId="ADAL" clId="{36A5475D-3ADB-4C86-A0F2-D5010D2E9340}" dt="2021-06-23T12:40:34.073" v="2240" actId="20577"/>
          <ac:spMkLst>
            <pc:docMk/>
            <pc:sldMk cId="2747257436" sldId="287"/>
            <ac:spMk id="2" creationId="{00000000-0000-0000-0000-000000000000}"/>
          </ac:spMkLst>
        </pc:spChg>
        <pc:spChg chg="add del">
          <ac:chgData name="Soumita Sengupta" userId="4afa6ce1-cb01-46c2-8538-4650222f0c96" providerId="ADAL" clId="{36A5475D-3ADB-4C86-A0F2-D5010D2E9340}" dt="2021-06-23T12:39:40.807" v="2226"/>
          <ac:spMkLst>
            <pc:docMk/>
            <pc:sldMk cId="2747257436" sldId="287"/>
            <ac:spMk id="5" creationId="{41867F17-8006-4C0D-BC8D-FB5060AB98EF}"/>
          </ac:spMkLst>
        </pc:spChg>
        <pc:spChg chg="add del">
          <ac:chgData name="Soumita Sengupta" userId="4afa6ce1-cb01-46c2-8538-4650222f0c96" providerId="ADAL" clId="{36A5475D-3ADB-4C86-A0F2-D5010D2E9340}" dt="2021-06-23T12:41:01.322" v="2243"/>
          <ac:spMkLst>
            <pc:docMk/>
            <pc:sldMk cId="2747257436" sldId="287"/>
            <ac:spMk id="8" creationId="{E40D4C6E-C740-46DD-B603-3683DDB170C2}"/>
          </ac:spMkLst>
        </pc:spChg>
        <pc:picChg chg="del">
          <ac:chgData name="Soumita Sengupta" userId="4afa6ce1-cb01-46c2-8538-4650222f0c96" providerId="ADAL" clId="{36A5475D-3ADB-4C86-A0F2-D5010D2E9340}" dt="2021-06-23T12:38:15.931" v="2219" actId="478"/>
          <ac:picMkLst>
            <pc:docMk/>
            <pc:sldMk cId="2747257436" sldId="287"/>
            <ac:picMk id="6" creationId="{3525355F-7AA3-453B-A921-FFF4727F8363}"/>
          </ac:picMkLst>
        </pc:picChg>
        <pc:picChg chg="add del mod">
          <ac:chgData name="Soumita Sengupta" userId="4afa6ce1-cb01-46c2-8538-4650222f0c96" providerId="ADAL" clId="{36A5475D-3ADB-4C86-A0F2-D5010D2E9340}" dt="2021-06-23T12:40:35.734" v="2241" actId="478"/>
          <ac:picMkLst>
            <pc:docMk/>
            <pc:sldMk cId="2747257436" sldId="287"/>
            <ac:picMk id="7" creationId="{34CE5381-B826-4240-AFC6-C4F2E7432677}"/>
          </ac:picMkLst>
        </pc:picChg>
        <pc:picChg chg="add mod">
          <ac:chgData name="Soumita Sengupta" userId="4afa6ce1-cb01-46c2-8538-4650222f0c96" providerId="ADAL" clId="{36A5475D-3ADB-4C86-A0F2-D5010D2E9340}" dt="2021-06-23T12:41:09.488" v="2249" actId="1076"/>
          <ac:picMkLst>
            <pc:docMk/>
            <pc:sldMk cId="2747257436" sldId="287"/>
            <ac:picMk id="9" creationId="{A7762DBD-9FB0-46E1-88FB-8EC324A6B3FC}"/>
          </ac:picMkLst>
        </pc:picChg>
      </pc:sldChg>
      <pc:sldChg chg="addSp delSp modSp add mod">
        <pc:chgData name="Soumita Sengupta" userId="4afa6ce1-cb01-46c2-8538-4650222f0c96" providerId="ADAL" clId="{36A5475D-3ADB-4C86-A0F2-D5010D2E9340}" dt="2021-06-23T12:44:21.183" v="2325" actId="208"/>
        <pc:sldMkLst>
          <pc:docMk/>
          <pc:sldMk cId="497692830" sldId="288"/>
        </pc:sldMkLst>
        <pc:spChg chg="mod">
          <ac:chgData name="Soumita Sengupta" userId="4afa6ce1-cb01-46c2-8538-4650222f0c96" providerId="ADAL" clId="{36A5475D-3ADB-4C86-A0F2-D5010D2E9340}" dt="2021-06-23T12:43:19.485" v="2321" actId="20577"/>
          <ac:spMkLst>
            <pc:docMk/>
            <pc:sldMk cId="497692830" sldId="288"/>
            <ac:spMk id="2" creationId="{00000000-0000-0000-0000-000000000000}"/>
          </ac:spMkLst>
        </pc:spChg>
        <pc:picChg chg="del">
          <ac:chgData name="Soumita Sengupta" userId="4afa6ce1-cb01-46c2-8538-4650222f0c96" providerId="ADAL" clId="{36A5475D-3ADB-4C86-A0F2-D5010D2E9340}" dt="2021-06-23T12:43:06.818" v="2272" actId="478"/>
          <ac:picMkLst>
            <pc:docMk/>
            <pc:sldMk cId="497692830" sldId="288"/>
            <ac:picMk id="6" creationId="{DBB9FEF3-CF3F-4ECB-9F53-E316FAB0227E}"/>
          </ac:picMkLst>
        </pc:picChg>
        <pc:picChg chg="add mod">
          <ac:chgData name="Soumita Sengupta" userId="4afa6ce1-cb01-46c2-8538-4650222f0c96" providerId="ADAL" clId="{36A5475D-3ADB-4C86-A0F2-D5010D2E9340}" dt="2021-06-23T12:44:21.183" v="2325" actId="208"/>
          <ac:picMkLst>
            <pc:docMk/>
            <pc:sldMk cId="497692830" sldId="288"/>
            <ac:picMk id="7" creationId="{912463E7-14CC-4AEE-8BA2-1E4635BA35A2}"/>
          </ac:picMkLst>
        </pc:picChg>
      </pc:sldChg>
      <pc:sldChg chg="addSp delSp modSp add mod">
        <pc:chgData name="Soumita Sengupta" userId="4afa6ce1-cb01-46c2-8538-4650222f0c96" providerId="ADAL" clId="{36A5475D-3ADB-4C86-A0F2-D5010D2E9340}" dt="2021-06-23T13:16:03.695" v="2375" actId="1076"/>
        <pc:sldMkLst>
          <pc:docMk/>
          <pc:sldMk cId="1690934009" sldId="289"/>
        </pc:sldMkLst>
        <pc:spChg chg="mod">
          <ac:chgData name="Soumita Sengupta" userId="4afa6ce1-cb01-46c2-8538-4650222f0c96" providerId="ADAL" clId="{36A5475D-3ADB-4C86-A0F2-D5010D2E9340}" dt="2021-06-23T12:44:56.071" v="2332" actId="20577"/>
          <ac:spMkLst>
            <pc:docMk/>
            <pc:sldMk cId="1690934009" sldId="289"/>
            <ac:spMk id="2" creationId="{00000000-0000-0000-0000-000000000000}"/>
          </ac:spMkLst>
        </pc:spChg>
        <pc:spChg chg="add del">
          <ac:chgData name="Soumita Sengupta" userId="4afa6ce1-cb01-46c2-8538-4650222f0c96" providerId="ADAL" clId="{36A5475D-3ADB-4C86-A0F2-D5010D2E9340}" dt="2021-06-23T12:44:59.857" v="2335"/>
          <ac:spMkLst>
            <pc:docMk/>
            <pc:sldMk cId="1690934009" sldId="289"/>
            <ac:spMk id="5" creationId="{D5B99B6F-6255-435D-B94B-730BF9B0F14A}"/>
          </ac:spMkLst>
        </pc:spChg>
        <pc:spChg chg="add mod">
          <ac:chgData name="Soumita Sengupta" userId="4afa6ce1-cb01-46c2-8538-4650222f0c96" providerId="ADAL" clId="{36A5475D-3ADB-4C86-A0F2-D5010D2E9340}" dt="2021-06-23T13:16:01.224" v="2374" actId="1076"/>
          <ac:spMkLst>
            <pc:docMk/>
            <pc:sldMk cId="1690934009" sldId="289"/>
            <ac:spMk id="11" creationId="{7122915E-D11E-46AF-A363-B6E15F52BEFF}"/>
          </ac:spMkLst>
        </pc:spChg>
        <pc:picChg chg="add mod">
          <ac:chgData name="Soumita Sengupta" userId="4afa6ce1-cb01-46c2-8538-4650222f0c96" providerId="ADAL" clId="{36A5475D-3ADB-4C86-A0F2-D5010D2E9340}" dt="2021-06-23T13:16:03.695" v="2375" actId="1076"/>
          <ac:picMkLst>
            <pc:docMk/>
            <pc:sldMk cId="1690934009" sldId="289"/>
            <ac:picMk id="6" creationId="{A7719E5C-64AB-4F91-AC94-647AB66CC114}"/>
          </ac:picMkLst>
        </pc:picChg>
        <pc:picChg chg="add mod">
          <ac:chgData name="Soumita Sengupta" userId="4afa6ce1-cb01-46c2-8538-4650222f0c96" providerId="ADAL" clId="{36A5475D-3ADB-4C86-A0F2-D5010D2E9340}" dt="2021-06-23T12:46:38.516" v="2370" actId="1076"/>
          <ac:picMkLst>
            <pc:docMk/>
            <pc:sldMk cId="1690934009" sldId="289"/>
            <ac:picMk id="8" creationId="{55FBBF07-C4A9-426A-A748-7D603913DFE7}"/>
          </ac:picMkLst>
        </pc:picChg>
        <pc:picChg chg="del mod">
          <ac:chgData name="Soumita Sengupta" userId="4afa6ce1-cb01-46c2-8538-4650222f0c96" providerId="ADAL" clId="{36A5475D-3ADB-4C86-A0F2-D5010D2E9340}" dt="2021-06-23T12:44:57.646" v="2333" actId="478"/>
          <ac:picMkLst>
            <pc:docMk/>
            <pc:sldMk cId="1690934009" sldId="289"/>
            <ac:picMk id="10" creationId="{00000000-0000-0000-0000-000000000000}"/>
          </ac:picMkLst>
        </pc:picChg>
      </pc:sldChg>
      <pc:sldChg chg="add del">
        <pc:chgData name="Soumita Sengupta" userId="4afa6ce1-cb01-46c2-8538-4650222f0c96" providerId="ADAL" clId="{36A5475D-3ADB-4C86-A0F2-D5010D2E9340}" dt="2021-06-17T13:04:15.939" v="41"/>
        <pc:sldMkLst>
          <pc:docMk/>
          <pc:sldMk cId="3987752600" sldId="290"/>
        </pc:sldMkLst>
      </pc:sldChg>
      <pc:sldChg chg="del">
        <pc:chgData name="Soumita Sengupta" userId="4afa6ce1-cb01-46c2-8538-4650222f0c96" providerId="ADAL" clId="{36A5475D-3ADB-4C86-A0F2-D5010D2E9340}" dt="2021-06-17T11:27:08.600" v="14" actId="47"/>
        <pc:sldMkLst>
          <pc:docMk/>
          <pc:sldMk cId="1095455151" sldId="303"/>
        </pc:sldMkLst>
      </pc:sldChg>
      <pc:sldChg chg="modSp mod">
        <pc:chgData name="Soumita Sengupta" userId="4afa6ce1-cb01-46c2-8538-4650222f0c96" providerId="ADAL" clId="{36A5475D-3ADB-4C86-A0F2-D5010D2E9340}" dt="2021-06-17T11:27:03.932" v="8" actId="20577"/>
        <pc:sldMkLst>
          <pc:docMk/>
          <pc:sldMk cId="2584036331" sldId="339"/>
        </pc:sldMkLst>
        <pc:spChg chg="mod">
          <ac:chgData name="Soumita Sengupta" userId="4afa6ce1-cb01-46c2-8538-4650222f0c96" providerId="ADAL" clId="{36A5475D-3ADB-4C86-A0F2-D5010D2E9340}" dt="2021-06-17T11:27:03.932" v="8" actId="20577"/>
          <ac:spMkLst>
            <pc:docMk/>
            <pc:sldMk cId="2584036331" sldId="339"/>
            <ac:spMk id="5" creationId="{6D1A1596-A8D7-4C1A-8956-0FA40A84EFCA}"/>
          </ac:spMkLst>
        </pc:spChg>
      </pc:sldChg>
      <pc:sldChg chg="addSp delSp modSp add mod">
        <pc:chgData name="Soumita Sengupta" userId="4afa6ce1-cb01-46c2-8538-4650222f0c96" providerId="ADAL" clId="{36A5475D-3ADB-4C86-A0F2-D5010D2E9340}" dt="2021-06-23T12:28:47.046" v="2030" actId="208"/>
        <pc:sldMkLst>
          <pc:docMk/>
          <pc:sldMk cId="2306519255" sldId="912"/>
        </pc:sldMkLst>
        <pc:spChg chg="mod">
          <ac:chgData name="Soumita Sengupta" userId="4afa6ce1-cb01-46c2-8538-4650222f0c96" providerId="ADAL" clId="{36A5475D-3ADB-4C86-A0F2-D5010D2E9340}" dt="2021-06-23T12:28:06.461" v="2023" actId="5793"/>
          <ac:spMkLst>
            <pc:docMk/>
            <pc:sldMk cId="2306519255" sldId="912"/>
            <ac:spMk id="2" creationId="{00000000-0000-0000-0000-000000000000}"/>
          </ac:spMkLst>
        </pc:spChg>
        <pc:spChg chg="add del">
          <ac:chgData name="Soumita Sengupta" userId="4afa6ce1-cb01-46c2-8538-4650222f0c96" providerId="ADAL" clId="{36A5475D-3ADB-4C86-A0F2-D5010D2E9340}" dt="2021-06-23T12:28:38.828" v="2026"/>
          <ac:spMkLst>
            <pc:docMk/>
            <pc:sldMk cId="2306519255" sldId="912"/>
            <ac:spMk id="5" creationId="{0EE74282-AE66-4DA2-9CD2-8EDFA75FDD6F}"/>
          </ac:spMkLst>
        </pc:spChg>
        <pc:picChg chg="add mod">
          <ac:chgData name="Soumita Sengupta" userId="4afa6ce1-cb01-46c2-8538-4650222f0c96" providerId="ADAL" clId="{36A5475D-3ADB-4C86-A0F2-D5010D2E9340}" dt="2021-06-23T12:28:47.046" v="2030" actId="208"/>
          <ac:picMkLst>
            <pc:docMk/>
            <pc:sldMk cId="2306519255" sldId="912"/>
            <ac:picMk id="6" creationId="{B08067EB-D6CB-4440-B2F9-65D1D1721410}"/>
          </ac:picMkLst>
        </pc:picChg>
        <pc:picChg chg="del mod">
          <ac:chgData name="Soumita Sengupta" userId="4afa6ce1-cb01-46c2-8538-4650222f0c96" providerId="ADAL" clId="{36A5475D-3ADB-4C86-A0F2-D5010D2E9340}" dt="2021-06-23T12:28:08.886" v="2024" actId="478"/>
          <ac:picMkLst>
            <pc:docMk/>
            <pc:sldMk cId="2306519255" sldId="912"/>
            <ac:picMk id="8" creationId="{00000000-0000-0000-0000-000000000000}"/>
          </ac:picMkLst>
        </pc:picChg>
      </pc:sldChg>
      <pc:sldChg chg="modSp mod">
        <pc:chgData name="Soumita Sengupta" userId="4afa6ce1-cb01-46c2-8538-4650222f0c96" providerId="ADAL" clId="{36A5475D-3ADB-4C86-A0F2-D5010D2E9340}" dt="2021-06-17T11:29:55.644" v="40" actId="1076"/>
        <pc:sldMkLst>
          <pc:docMk/>
          <pc:sldMk cId="3693191466" sldId="1327"/>
        </pc:sldMkLst>
        <pc:spChg chg="mod">
          <ac:chgData name="Soumita Sengupta" userId="4afa6ce1-cb01-46c2-8538-4650222f0c96" providerId="ADAL" clId="{36A5475D-3ADB-4C86-A0F2-D5010D2E9340}" dt="2021-06-17T11:29:55.644" v="40" actId="1076"/>
          <ac:spMkLst>
            <pc:docMk/>
            <pc:sldMk cId="3693191466" sldId="1327"/>
            <ac:spMk id="2" creationId="{57983F62-BBB9-431B-A37F-BDA0DC7153F6}"/>
          </ac:spMkLst>
        </pc:spChg>
      </pc:sldChg>
      <pc:sldChg chg="modSp add mod">
        <pc:chgData name="Soumita Sengupta" userId="4afa6ce1-cb01-46c2-8538-4650222f0c96" providerId="ADAL" clId="{36A5475D-3ADB-4C86-A0F2-D5010D2E9340}" dt="2021-06-23T12:22:48.133" v="1907" actId="12"/>
        <pc:sldMkLst>
          <pc:docMk/>
          <pc:sldMk cId="3560475705" sldId="1328"/>
        </pc:sldMkLst>
        <pc:spChg chg="mod">
          <ac:chgData name="Soumita Sengupta" userId="4afa6ce1-cb01-46c2-8538-4650222f0c96" providerId="ADAL" clId="{36A5475D-3ADB-4C86-A0F2-D5010D2E9340}" dt="2021-06-23T12:12:02.491" v="1610" actId="13926"/>
          <ac:spMkLst>
            <pc:docMk/>
            <pc:sldMk cId="3560475705" sldId="1328"/>
            <ac:spMk id="2" creationId="{00000000-0000-0000-0000-000000000000}"/>
          </ac:spMkLst>
        </pc:spChg>
        <pc:spChg chg="mod">
          <ac:chgData name="Soumita Sengupta" userId="4afa6ce1-cb01-46c2-8538-4650222f0c96" providerId="ADAL" clId="{36A5475D-3ADB-4C86-A0F2-D5010D2E9340}" dt="2021-06-23T12:22:48.133" v="1907" actId="12"/>
          <ac:spMkLst>
            <pc:docMk/>
            <pc:sldMk cId="3560475705" sldId="1328"/>
            <ac:spMk id="10" creationId="{00000000-0000-0000-0000-000000000000}"/>
          </ac:spMkLst>
        </pc:spChg>
      </pc:sldChg>
      <pc:sldChg chg="del">
        <pc:chgData name="Soumita Sengupta" userId="4afa6ce1-cb01-46c2-8538-4650222f0c96" providerId="ADAL" clId="{36A5475D-3ADB-4C86-A0F2-D5010D2E9340}" dt="2021-06-17T11:27:10.790" v="19" actId="47"/>
        <pc:sldMkLst>
          <pc:docMk/>
          <pc:sldMk cId="4051698625" sldId="1328"/>
        </pc:sldMkLst>
      </pc:sldChg>
      <pc:sldChg chg="addSp delSp modSp add mod">
        <pc:chgData name="Soumita Sengupta" userId="4afa6ce1-cb01-46c2-8538-4650222f0c96" providerId="ADAL" clId="{36A5475D-3ADB-4C86-A0F2-D5010D2E9340}" dt="2021-06-23T12:29:29.741" v="2057" actId="1076"/>
        <pc:sldMkLst>
          <pc:docMk/>
          <pc:sldMk cId="42831603" sldId="1329"/>
        </pc:sldMkLst>
        <pc:spChg chg="mod">
          <ac:chgData name="Soumita Sengupta" userId="4afa6ce1-cb01-46c2-8538-4650222f0c96" providerId="ADAL" clId="{36A5475D-3ADB-4C86-A0F2-D5010D2E9340}" dt="2021-06-23T12:29:00.243" v="2047" actId="5793"/>
          <ac:spMkLst>
            <pc:docMk/>
            <pc:sldMk cId="42831603" sldId="1329"/>
            <ac:spMk id="2" creationId="{00000000-0000-0000-0000-000000000000}"/>
          </ac:spMkLst>
        </pc:spChg>
        <pc:spChg chg="add del">
          <ac:chgData name="Soumita Sengupta" userId="4afa6ce1-cb01-46c2-8538-4650222f0c96" providerId="ADAL" clId="{36A5475D-3ADB-4C86-A0F2-D5010D2E9340}" dt="2021-06-23T12:29:14.560" v="2050"/>
          <ac:spMkLst>
            <pc:docMk/>
            <pc:sldMk cId="42831603" sldId="1329"/>
            <ac:spMk id="5" creationId="{61AB3965-B13A-4252-98F5-349D20D576DC}"/>
          </ac:spMkLst>
        </pc:spChg>
        <pc:picChg chg="del">
          <ac:chgData name="Soumita Sengupta" userId="4afa6ce1-cb01-46c2-8538-4650222f0c96" providerId="ADAL" clId="{36A5475D-3ADB-4C86-A0F2-D5010D2E9340}" dt="2021-06-23T12:29:11.911" v="2048" actId="478"/>
          <ac:picMkLst>
            <pc:docMk/>
            <pc:sldMk cId="42831603" sldId="1329"/>
            <ac:picMk id="6" creationId="{B08067EB-D6CB-4440-B2F9-65D1D1721410}"/>
          </ac:picMkLst>
        </pc:picChg>
        <pc:picChg chg="add mod">
          <ac:chgData name="Soumita Sengupta" userId="4afa6ce1-cb01-46c2-8538-4650222f0c96" providerId="ADAL" clId="{36A5475D-3ADB-4C86-A0F2-D5010D2E9340}" dt="2021-06-23T12:29:29.741" v="2057" actId="1076"/>
          <ac:picMkLst>
            <pc:docMk/>
            <pc:sldMk cId="42831603" sldId="1329"/>
            <ac:picMk id="7" creationId="{82EEFCFA-916F-4EFE-BB3E-73A80EC1A1C5}"/>
          </ac:picMkLst>
        </pc:picChg>
      </pc:sldChg>
      <pc:sldChg chg="del">
        <pc:chgData name="Soumita Sengupta" userId="4afa6ce1-cb01-46c2-8538-4650222f0c96" providerId="ADAL" clId="{36A5475D-3ADB-4C86-A0F2-D5010D2E9340}" dt="2021-06-17T11:27:07.396" v="9" actId="47"/>
        <pc:sldMkLst>
          <pc:docMk/>
          <pc:sldMk cId="4227866224" sldId="1329"/>
        </pc:sldMkLst>
      </pc:sldChg>
      <pc:sldChg chg="addSp modSp add del mod">
        <pc:chgData name="Soumita Sengupta" userId="4afa6ce1-cb01-46c2-8538-4650222f0c96" providerId="ADAL" clId="{36A5475D-3ADB-4C86-A0F2-D5010D2E9340}" dt="2021-06-23T12:30:56.272" v="2079" actId="2696"/>
        <pc:sldMkLst>
          <pc:docMk/>
          <pc:sldMk cId="602120299" sldId="1330"/>
        </pc:sldMkLst>
        <pc:spChg chg="mod">
          <ac:chgData name="Soumita Sengupta" userId="4afa6ce1-cb01-46c2-8538-4650222f0c96" providerId="ADAL" clId="{36A5475D-3ADB-4C86-A0F2-D5010D2E9340}" dt="2021-06-23T12:30:42.333" v="2076" actId="21"/>
          <ac:spMkLst>
            <pc:docMk/>
            <pc:sldMk cId="602120299" sldId="1330"/>
            <ac:spMk id="2" creationId="{00000000-0000-0000-0000-000000000000}"/>
          </ac:spMkLst>
        </pc:spChg>
        <pc:spChg chg="add mod">
          <ac:chgData name="Soumita Sengupta" userId="4afa6ce1-cb01-46c2-8538-4650222f0c96" providerId="ADAL" clId="{36A5475D-3ADB-4C86-A0F2-D5010D2E9340}" dt="2021-06-23T12:30:47.214" v="2078" actId="1076"/>
          <ac:spMkLst>
            <pc:docMk/>
            <pc:sldMk cId="602120299" sldId="1330"/>
            <ac:spMk id="8" creationId="{20E7A16B-F7DA-48B7-B45A-84B44240D0C7}"/>
          </ac:spMkLst>
        </pc:spChg>
        <pc:picChg chg="mod">
          <ac:chgData name="Soumita Sengupta" userId="4afa6ce1-cb01-46c2-8538-4650222f0c96" providerId="ADAL" clId="{36A5475D-3ADB-4C86-A0F2-D5010D2E9340}" dt="2021-06-23T12:30:45.244" v="2077" actId="1076"/>
          <ac:picMkLst>
            <pc:docMk/>
            <pc:sldMk cId="602120299" sldId="1330"/>
            <ac:picMk id="7" creationId="{82EEFCFA-916F-4EFE-BB3E-73A80EC1A1C5}"/>
          </ac:picMkLst>
        </pc:picChg>
      </pc:sldChg>
      <pc:sldChg chg="del">
        <pc:chgData name="Soumita Sengupta" userId="4afa6ce1-cb01-46c2-8538-4650222f0c96" providerId="ADAL" clId="{36A5475D-3ADB-4C86-A0F2-D5010D2E9340}" dt="2021-06-17T11:27:08.083" v="12" actId="47"/>
        <pc:sldMkLst>
          <pc:docMk/>
          <pc:sldMk cId="2689733765" sldId="1330"/>
        </pc:sldMkLst>
      </pc:sldChg>
      <pc:sldChg chg="addSp delSp modSp add mod">
        <pc:chgData name="Soumita Sengupta" userId="4afa6ce1-cb01-46c2-8538-4650222f0c96" providerId="ADAL" clId="{36A5475D-3ADB-4C86-A0F2-D5010D2E9340}" dt="2021-06-23T12:32:43.233" v="2136" actId="1076"/>
        <pc:sldMkLst>
          <pc:docMk/>
          <pc:sldMk cId="4042070132" sldId="1330"/>
        </pc:sldMkLst>
        <pc:spChg chg="add del">
          <ac:chgData name="Soumita Sengupta" userId="4afa6ce1-cb01-46c2-8538-4650222f0c96" providerId="ADAL" clId="{36A5475D-3ADB-4C86-A0F2-D5010D2E9340}" dt="2021-06-23T12:32:01.984" v="2105"/>
          <ac:spMkLst>
            <pc:docMk/>
            <pc:sldMk cId="4042070132" sldId="1330"/>
            <ac:spMk id="5" creationId="{901E5E06-2270-474F-9D8B-FAA5B742249D}"/>
          </ac:spMkLst>
        </pc:spChg>
        <pc:spChg chg="add mod">
          <ac:chgData name="Soumita Sengupta" userId="4afa6ce1-cb01-46c2-8538-4650222f0c96" providerId="ADAL" clId="{36A5475D-3ADB-4C86-A0F2-D5010D2E9340}" dt="2021-06-23T12:32:37.741" v="2135" actId="2711"/>
          <ac:spMkLst>
            <pc:docMk/>
            <pc:sldMk cId="4042070132" sldId="1330"/>
            <ac:spMk id="8" creationId="{2AA84AE1-921B-4893-B6C8-9BA72B24D2FB}"/>
          </ac:spMkLst>
        </pc:spChg>
        <pc:picChg chg="add mod">
          <ac:chgData name="Soumita Sengupta" userId="4afa6ce1-cb01-46c2-8538-4650222f0c96" providerId="ADAL" clId="{36A5475D-3ADB-4C86-A0F2-D5010D2E9340}" dt="2021-06-23T12:32:43.233" v="2136" actId="1076"/>
          <ac:picMkLst>
            <pc:docMk/>
            <pc:sldMk cId="4042070132" sldId="1330"/>
            <ac:picMk id="6" creationId="{D46540CB-95AC-4F87-879D-6452D53FA385}"/>
          </ac:picMkLst>
        </pc:picChg>
        <pc:picChg chg="del">
          <ac:chgData name="Soumita Sengupta" userId="4afa6ce1-cb01-46c2-8538-4650222f0c96" providerId="ADAL" clId="{36A5475D-3ADB-4C86-A0F2-D5010D2E9340}" dt="2021-06-23T12:31:09.315" v="2082" actId="478"/>
          <ac:picMkLst>
            <pc:docMk/>
            <pc:sldMk cId="4042070132" sldId="1330"/>
            <ac:picMk id="7" creationId="{82EEFCFA-916F-4EFE-BB3E-73A80EC1A1C5}"/>
          </ac:picMkLst>
        </pc:picChg>
      </pc:sldChg>
      <pc:sldChg chg="addSp delSp modSp add mod">
        <pc:chgData name="Soumita Sengupta" userId="4afa6ce1-cb01-46c2-8538-4650222f0c96" providerId="ADAL" clId="{36A5475D-3ADB-4C86-A0F2-D5010D2E9340}" dt="2021-06-23T12:35:05.521" v="2188" actId="208"/>
        <pc:sldMkLst>
          <pc:docMk/>
          <pc:sldMk cId="3744767317" sldId="1331"/>
        </pc:sldMkLst>
        <pc:spChg chg="add del">
          <ac:chgData name="Soumita Sengupta" userId="4afa6ce1-cb01-46c2-8538-4650222f0c96" providerId="ADAL" clId="{36A5475D-3ADB-4C86-A0F2-D5010D2E9340}" dt="2021-06-23T12:34:58.761" v="2183"/>
          <ac:spMkLst>
            <pc:docMk/>
            <pc:sldMk cId="3744767317" sldId="1331"/>
            <ac:spMk id="5" creationId="{6CDC2C1C-F19B-4522-A931-4694F5F3E785}"/>
          </ac:spMkLst>
        </pc:spChg>
        <pc:picChg chg="del">
          <ac:chgData name="Soumita Sengupta" userId="4afa6ce1-cb01-46c2-8538-4650222f0c96" providerId="ADAL" clId="{36A5475D-3ADB-4C86-A0F2-D5010D2E9340}" dt="2021-06-23T12:34:56.011" v="2181" actId="478"/>
          <ac:picMkLst>
            <pc:docMk/>
            <pc:sldMk cId="3744767317" sldId="1331"/>
            <ac:picMk id="6" creationId="{6E2A7E2F-FFAB-461D-BF9E-D3F8ABAEC706}"/>
          </ac:picMkLst>
        </pc:picChg>
        <pc:picChg chg="add mod">
          <ac:chgData name="Soumita Sengupta" userId="4afa6ce1-cb01-46c2-8538-4650222f0c96" providerId="ADAL" clId="{36A5475D-3ADB-4C86-A0F2-D5010D2E9340}" dt="2021-06-23T12:35:05.521" v="2188" actId="208"/>
          <ac:picMkLst>
            <pc:docMk/>
            <pc:sldMk cId="3744767317" sldId="1331"/>
            <ac:picMk id="7" creationId="{4F0F5168-8C85-4992-97B8-024A416A267C}"/>
          </ac:picMkLst>
        </pc:picChg>
      </pc:sldChg>
      <pc:sldChg chg="del">
        <pc:chgData name="Soumita Sengupta" userId="4afa6ce1-cb01-46c2-8538-4650222f0c96" providerId="ADAL" clId="{36A5475D-3ADB-4C86-A0F2-D5010D2E9340}" dt="2021-06-17T11:27:10.151" v="17" actId="47"/>
        <pc:sldMkLst>
          <pc:docMk/>
          <pc:sldMk cId="3825885641" sldId="1331"/>
        </pc:sldMkLst>
      </pc:sldChg>
      <pc:sldChg chg="del">
        <pc:chgData name="Soumita Sengupta" userId="4afa6ce1-cb01-46c2-8538-4650222f0c96" providerId="ADAL" clId="{36A5475D-3ADB-4C86-A0F2-D5010D2E9340}" dt="2021-06-17T11:27:10.991" v="20" actId="47"/>
        <pc:sldMkLst>
          <pc:docMk/>
          <pc:sldMk cId="3080214361" sldId="1332"/>
        </pc:sldMkLst>
      </pc:sldChg>
      <pc:sldChg chg="addSp delSp modSp add mod">
        <pc:chgData name="Soumita Sengupta" userId="4afa6ce1-cb01-46c2-8538-4650222f0c96" providerId="ADAL" clId="{36A5475D-3ADB-4C86-A0F2-D5010D2E9340}" dt="2021-06-23T12:35:41.127" v="2197" actId="208"/>
        <pc:sldMkLst>
          <pc:docMk/>
          <pc:sldMk cId="3523257164" sldId="1332"/>
        </pc:sldMkLst>
        <pc:spChg chg="add del">
          <ac:chgData name="Soumita Sengupta" userId="4afa6ce1-cb01-46c2-8538-4650222f0c96" providerId="ADAL" clId="{36A5475D-3ADB-4C86-A0F2-D5010D2E9340}" dt="2021-06-23T12:35:34.772" v="2192"/>
          <ac:spMkLst>
            <pc:docMk/>
            <pc:sldMk cId="3523257164" sldId="1332"/>
            <ac:spMk id="5" creationId="{D285A1D1-1773-4AB9-B225-D9848DE10097}"/>
          </ac:spMkLst>
        </pc:spChg>
        <pc:picChg chg="add mod">
          <ac:chgData name="Soumita Sengupta" userId="4afa6ce1-cb01-46c2-8538-4650222f0c96" providerId="ADAL" clId="{36A5475D-3ADB-4C86-A0F2-D5010D2E9340}" dt="2021-06-23T12:35:41.127" v="2197" actId="208"/>
          <ac:picMkLst>
            <pc:docMk/>
            <pc:sldMk cId="3523257164" sldId="1332"/>
            <ac:picMk id="6" creationId="{CD1A3F25-98FC-4AA5-B1EE-D82AE4A13688}"/>
          </ac:picMkLst>
        </pc:picChg>
        <pc:picChg chg="del">
          <ac:chgData name="Soumita Sengupta" userId="4afa6ce1-cb01-46c2-8538-4650222f0c96" providerId="ADAL" clId="{36A5475D-3ADB-4C86-A0F2-D5010D2E9340}" dt="2021-06-23T12:35:31.895" v="2190" actId="478"/>
          <ac:picMkLst>
            <pc:docMk/>
            <pc:sldMk cId="3523257164" sldId="1332"/>
            <ac:picMk id="7" creationId="{4F0F5168-8C85-4992-97B8-024A416A267C}"/>
          </ac:picMkLst>
        </pc:picChg>
      </pc:sldChg>
      <pc:sldChg chg="addSp delSp modSp add mod">
        <pc:chgData name="Soumita Sengupta" userId="4afa6ce1-cb01-46c2-8538-4650222f0c96" providerId="ADAL" clId="{36A5475D-3ADB-4C86-A0F2-D5010D2E9340}" dt="2021-06-23T12:36:02.713" v="2205" actId="208"/>
        <pc:sldMkLst>
          <pc:docMk/>
          <pc:sldMk cId="2835351086" sldId="1333"/>
        </pc:sldMkLst>
        <pc:spChg chg="add del">
          <ac:chgData name="Soumita Sengupta" userId="4afa6ce1-cb01-46c2-8538-4650222f0c96" providerId="ADAL" clId="{36A5475D-3ADB-4C86-A0F2-D5010D2E9340}" dt="2021-06-23T12:35:57.607" v="2201"/>
          <ac:spMkLst>
            <pc:docMk/>
            <pc:sldMk cId="2835351086" sldId="1333"/>
            <ac:spMk id="5" creationId="{2EE94A37-BDF6-4151-8044-928716A7FC26}"/>
          </ac:spMkLst>
        </pc:spChg>
        <pc:picChg chg="del">
          <ac:chgData name="Soumita Sengupta" userId="4afa6ce1-cb01-46c2-8538-4650222f0c96" providerId="ADAL" clId="{36A5475D-3ADB-4C86-A0F2-D5010D2E9340}" dt="2021-06-23T12:35:54.987" v="2199" actId="478"/>
          <ac:picMkLst>
            <pc:docMk/>
            <pc:sldMk cId="2835351086" sldId="1333"/>
            <ac:picMk id="6" creationId="{CD1A3F25-98FC-4AA5-B1EE-D82AE4A13688}"/>
          </ac:picMkLst>
        </pc:picChg>
        <pc:picChg chg="add mod">
          <ac:chgData name="Soumita Sengupta" userId="4afa6ce1-cb01-46c2-8538-4650222f0c96" providerId="ADAL" clId="{36A5475D-3ADB-4C86-A0F2-D5010D2E9340}" dt="2021-06-23T12:36:02.713" v="2205" actId="208"/>
          <ac:picMkLst>
            <pc:docMk/>
            <pc:sldMk cId="2835351086" sldId="1333"/>
            <ac:picMk id="7" creationId="{3FE4B06F-076E-49D6-AA85-9BB12BB99D23}"/>
          </ac:picMkLst>
        </pc:picChg>
      </pc:sldChg>
      <pc:sldChg chg="del">
        <pc:chgData name="Soumita Sengupta" userId="4afa6ce1-cb01-46c2-8538-4650222f0c96" providerId="ADAL" clId="{36A5475D-3ADB-4C86-A0F2-D5010D2E9340}" dt="2021-06-17T11:27:11.856" v="25" actId="47"/>
        <pc:sldMkLst>
          <pc:docMk/>
          <pc:sldMk cId="3051288005" sldId="1333"/>
        </pc:sldMkLst>
      </pc:sldChg>
      <pc:sldChg chg="addSp delSp modSp add mod">
        <pc:chgData name="Soumita Sengupta" userId="4afa6ce1-cb01-46c2-8538-4650222f0c96" providerId="ADAL" clId="{36A5475D-3ADB-4C86-A0F2-D5010D2E9340}" dt="2021-06-23T12:37:03.495" v="2215" actId="1076"/>
        <pc:sldMkLst>
          <pc:docMk/>
          <pc:sldMk cId="826410433" sldId="1334"/>
        </pc:sldMkLst>
        <pc:spChg chg="add del">
          <ac:chgData name="Soumita Sengupta" userId="4afa6ce1-cb01-46c2-8538-4650222f0c96" providerId="ADAL" clId="{36A5475D-3ADB-4C86-A0F2-D5010D2E9340}" dt="2021-06-23T12:36:54.719" v="2209"/>
          <ac:spMkLst>
            <pc:docMk/>
            <pc:sldMk cId="826410433" sldId="1334"/>
            <ac:spMk id="5" creationId="{E4FFD85F-A35E-46F5-9746-CF02985C0E8A}"/>
          </ac:spMkLst>
        </pc:spChg>
        <pc:spChg chg="mod">
          <ac:chgData name="Soumita Sengupta" userId="4afa6ce1-cb01-46c2-8538-4650222f0c96" providerId="ADAL" clId="{36A5475D-3ADB-4C86-A0F2-D5010D2E9340}" dt="2021-06-23T12:37:01.945" v="2214" actId="20577"/>
          <ac:spMkLst>
            <pc:docMk/>
            <pc:sldMk cId="826410433" sldId="1334"/>
            <ac:spMk id="8" creationId="{00000000-0000-0000-0000-000000000000}"/>
          </ac:spMkLst>
        </pc:spChg>
        <pc:picChg chg="add mod">
          <ac:chgData name="Soumita Sengupta" userId="4afa6ce1-cb01-46c2-8538-4650222f0c96" providerId="ADAL" clId="{36A5475D-3ADB-4C86-A0F2-D5010D2E9340}" dt="2021-06-23T12:37:03.495" v="2215" actId="1076"/>
          <ac:picMkLst>
            <pc:docMk/>
            <pc:sldMk cId="826410433" sldId="1334"/>
            <ac:picMk id="6" creationId="{C1CC93A0-198E-4479-818C-D639E028C917}"/>
          </ac:picMkLst>
        </pc:picChg>
        <pc:picChg chg="del">
          <ac:chgData name="Soumita Sengupta" userId="4afa6ce1-cb01-46c2-8538-4650222f0c96" providerId="ADAL" clId="{36A5475D-3ADB-4C86-A0F2-D5010D2E9340}" dt="2021-06-23T12:36:51.614" v="2207" actId="478"/>
          <ac:picMkLst>
            <pc:docMk/>
            <pc:sldMk cId="826410433" sldId="1334"/>
            <ac:picMk id="7" creationId="{3FE4B06F-076E-49D6-AA85-9BB12BB99D23}"/>
          </ac:picMkLst>
        </pc:picChg>
      </pc:sldChg>
      <pc:sldChg chg="del">
        <pc:chgData name="Soumita Sengupta" userId="4afa6ce1-cb01-46c2-8538-4650222f0c96" providerId="ADAL" clId="{36A5475D-3ADB-4C86-A0F2-D5010D2E9340}" dt="2021-06-17T11:27:12.025" v="26" actId="47"/>
        <pc:sldMkLst>
          <pc:docMk/>
          <pc:sldMk cId="3612439745" sldId="1334"/>
        </pc:sldMkLst>
      </pc:sldChg>
      <pc:sldChg chg="del">
        <pc:chgData name="Soumita Sengupta" userId="4afa6ce1-cb01-46c2-8538-4650222f0c96" providerId="ADAL" clId="{36A5475D-3ADB-4C86-A0F2-D5010D2E9340}" dt="2021-06-17T11:27:12.226" v="27" actId="47"/>
        <pc:sldMkLst>
          <pc:docMk/>
          <pc:sldMk cId="4631750" sldId="1335"/>
        </pc:sldMkLst>
      </pc:sldChg>
      <pc:sldChg chg="add">
        <pc:chgData name="Soumita Sengupta" userId="4afa6ce1-cb01-46c2-8538-4650222f0c96" providerId="ADAL" clId="{36A5475D-3ADB-4C86-A0F2-D5010D2E9340}" dt="2021-06-23T12:40:27.181" v="2233" actId="2890"/>
        <pc:sldMkLst>
          <pc:docMk/>
          <pc:sldMk cId="1172614157" sldId="1335"/>
        </pc:sldMkLst>
      </pc:sldChg>
      <pc:sldChg chg="del">
        <pc:chgData name="Soumita Sengupta" userId="4afa6ce1-cb01-46c2-8538-4650222f0c96" providerId="ADAL" clId="{36A5475D-3ADB-4C86-A0F2-D5010D2E9340}" dt="2021-06-17T11:27:12.394" v="28" actId="47"/>
        <pc:sldMkLst>
          <pc:docMk/>
          <pc:sldMk cId="736621240" sldId="1336"/>
        </pc:sldMkLst>
      </pc:sldChg>
      <pc:sldChg chg="addSp delSp modSp add mod">
        <pc:chgData name="Soumita Sengupta" userId="4afa6ce1-cb01-46c2-8538-4650222f0c96" providerId="ADAL" clId="{36A5475D-3ADB-4C86-A0F2-D5010D2E9340}" dt="2021-06-23T12:41:54.508" v="2271" actId="5793"/>
        <pc:sldMkLst>
          <pc:docMk/>
          <pc:sldMk cId="1838583949" sldId="1336"/>
        </pc:sldMkLst>
        <pc:spChg chg="mod">
          <ac:chgData name="Soumita Sengupta" userId="4afa6ce1-cb01-46c2-8538-4650222f0c96" providerId="ADAL" clId="{36A5475D-3ADB-4C86-A0F2-D5010D2E9340}" dt="2021-06-23T12:41:54.508" v="2271" actId="5793"/>
          <ac:spMkLst>
            <pc:docMk/>
            <pc:sldMk cId="1838583949" sldId="1336"/>
            <ac:spMk id="2" creationId="{00000000-0000-0000-0000-000000000000}"/>
          </ac:spMkLst>
        </pc:spChg>
        <pc:spChg chg="add del">
          <ac:chgData name="Soumita Sengupta" userId="4afa6ce1-cb01-46c2-8538-4650222f0c96" providerId="ADAL" clId="{36A5475D-3ADB-4C86-A0F2-D5010D2E9340}" dt="2021-06-23T12:41:41.834" v="2253"/>
          <ac:spMkLst>
            <pc:docMk/>
            <pc:sldMk cId="1838583949" sldId="1336"/>
            <ac:spMk id="5" creationId="{ACE29150-FB53-4AD1-B0BD-8E59EB3D8521}"/>
          </ac:spMkLst>
        </pc:spChg>
        <pc:picChg chg="add mod">
          <ac:chgData name="Soumita Sengupta" userId="4afa6ce1-cb01-46c2-8538-4650222f0c96" providerId="ADAL" clId="{36A5475D-3ADB-4C86-A0F2-D5010D2E9340}" dt="2021-06-23T12:41:48.550" v="2257" actId="208"/>
          <ac:picMkLst>
            <pc:docMk/>
            <pc:sldMk cId="1838583949" sldId="1336"/>
            <ac:picMk id="6" creationId="{B7CF53F7-F774-4FD1-9A1E-E51D39F11791}"/>
          </ac:picMkLst>
        </pc:picChg>
        <pc:picChg chg="del">
          <ac:chgData name="Soumita Sengupta" userId="4afa6ce1-cb01-46c2-8538-4650222f0c96" providerId="ADAL" clId="{36A5475D-3ADB-4C86-A0F2-D5010D2E9340}" dt="2021-06-23T12:41:38.616" v="2251" actId="478"/>
          <ac:picMkLst>
            <pc:docMk/>
            <pc:sldMk cId="1838583949" sldId="1336"/>
            <ac:picMk id="9" creationId="{A7762DBD-9FB0-46E1-88FB-8EC324A6B3FC}"/>
          </ac:picMkLst>
        </pc:picChg>
      </pc:sldChg>
      <pc:sldChg chg="del">
        <pc:chgData name="Soumita Sengupta" userId="4afa6ce1-cb01-46c2-8538-4650222f0c96" providerId="ADAL" clId="{36A5475D-3ADB-4C86-A0F2-D5010D2E9340}" dt="2021-06-17T11:27:13.082" v="29" actId="47"/>
        <pc:sldMkLst>
          <pc:docMk/>
          <pc:sldMk cId="2486887644" sldId="1337"/>
        </pc:sldMkLst>
      </pc:sldChg>
      <pc:sldChg chg="del">
        <pc:chgData name="Soumita Sengupta" userId="4afa6ce1-cb01-46c2-8538-4650222f0c96" providerId="ADAL" clId="{36A5475D-3ADB-4C86-A0F2-D5010D2E9340}" dt="2021-06-17T11:27:14.288" v="30" actId="47"/>
        <pc:sldMkLst>
          <pc:docMk/>
          <pc:sldMk cId="2283558231" sldId="1338"/>
        </pc:sldMkLst>
      </pc:sldChg>
      <pc:sldChg chg="del">
        <pc:chgData name="Soumita Sengupta" userId="4afa6ce1-cb01-46c2-8538-4650222f0c96" providerId="ADAL" clId="{36A5475D-3ADB-4C86-A0F2-D5010D2E9340}" dt="2021-06-17T11:27:09.132" v="15" actId="47"/>
        <pc:sldMkLst>
          <pc:docMk/>
          <pc:sldMk cId="2506302366" sldId="1339"/>
        </pc:sldMkLst>
      </pc:sldChg>
      <pc:sldChg chg="del">
        <pc:chgData name="Soumita Sengupta" userId="4afa6ce1-cb01-46c2-8538-4650222f0c96" providerId="ADAL" clId="{36A5475D-3ADB-4C86-A0F2-D5010D2E9340}" dt="2021-06-17T11:27:08.284" v="13" actId="47"/>
        <pc:sldMkLst>
          <pc:docMk/>
          <pc:sldMk cId="3821216101" sldId="1340"/>
        </pc:sldMkLst>
      </pc:sldChg>
      <pc:sldChg chg="del">
        <pc:chgData name="Soumita Sengupta" userId="4afa6ce1-cb01-46c2-8538-4650222f0c96" providerId="ADAL" clId="{36A5475D-3ADB-4C86-A0F2-D5010D2E9340}" dt="2021-06-17T11:27:11.138" v="21" actId="47"/>
        <pc:sldMkLst>
          <pc:docMk/>
          <pc:sldMk cId="2288279991" sldId="1341"/>
        </pc:sldMkLst>
      </pc:sldChg>
      <pc:sldChg chg="del">
        <pc:chgData name="Soumita Sengupta" userId="4afa6ce1-cb01-46c2-8538-4650222f0c96" providerId="ADAL" clId="{36A5475D-3ADB-4C86-A0F2-D5010D2E9340}" dt="2021-06-17T11:27:11.524" v="23" actId="47"/>
        <pc:sldMkLst>
          <pc:docMk/>
          <pc:sldMk cId="4156669174" sldId="1342"/>
        </pc:sldMkLst>
      </pc:sldChg>
      <pc:sldChg chg="del">
        <pc:chgData name="Soumita Sengupta" userId="4afa6ce1-cb01-46c2-8538-4650222f0c96" providerId="ADAL" clId="{36A5475D-3ADB-4C86-A0F2-D5010D2E9340}" dt="2021-06-17T11:27:11.708" v="24" actId="47"/>
        <pc:sldMkLst>
          <pc:docMk/>
          <pc:sldMk cId="3268168444" sldId="1343"/>
        </pc:sldMkLst>
      </pc:sldChg>
      <pc:sldChg chg="del">
        <pc:chgData name="Soumita Sengupta" userId="4afa6ce1-cb01-46c2-8538-4650222f0c96" providerId="ADAL" clId="{36A5475D-3ADB-4C86-A0F2-D5010D2E9340}" dt="2021-06-17T11:27:11.354" v="22" actId="47"/>
        <pc:sldMkLst>
          <pc:docMk/>
          <pc:sldMk cId="580919392" sldId="1344"/>
        </pc:sldMkLst>
      </pc:sldChg>
      <pc:sldMasterChg chg="delSldLayout">
        <pc:chgData name="Soumita Sengupta" userId="4afa6ce1-cb01-46c2-8538-4650222f0c96" providerId="ADAL" clId="{36A5475D-3ADB-4C86-A0F2-D5010D2E9340}" dt="2021-06-17T11:27:08.284" v="13" actId="47"/>
        <pc:sldMasterMkLst>
          <pc:docMk/>
          <pc:sldMasterMk cId="1029875623" sldId="2147483678"/>
        </pc:sldMasterMkLst>
        <pc:sldLayoutChg chg="del">
          <pc:chgData name="Soumita Sengupta" userId="4afa6ce1-cb01-46c2-8538-4650222f0c96" providerId="ADAL" clId="{36A5475D-3ADB-4C86-A0F2-D5010D2E9340}" dt="2021-06-17T11:27:08.284" v="13" actId="47"/>
          <pc:sldLayoutMkLst>
            <pc:docMk/>
            <pc:sldMasterMk cId="1029875623" sldId="2147483678"/>
            <pc:sldLayoutMk cId="2205136909" sldId="2147483732"/>
          </pc:sldLayoutMkLst>
        </pc:sldLayoutChg>
      </pc:sldMasterChg>
    </pc:docChg>
  </pc:docChgLst>
  <pc:docChgLst>
    <pc:chgData name="Soumita Sengupta" userId="4afa6ce1-cb01-46c2-8538-4650222f0c96" providerId="ADAL" clId="{223AD6F7-43E6-4D12-9E97-BB09D3B3238B}"/>
    <pc:docChg chg="delSld">
      <pc:chgData name="Soumita Sengupta" userId="4afa6ce1-cb01-46c2-8538-4650222f0c96" providerId="ADAL" clId="{223AD6F7-43E6-4D12-9E97-BB09D3B3238B}" dt="2021-08-19T10:56:01.414" v="1" actId="47"/>
      <pc:docMkLst>
        <pc:docMk/>
      </pc:docMkLst>
      <pc:sldChg chg="del">
        <pc:chgData name="Soumita Sengupta" userId="4afa6ce1-cb01-46c2-8538-4650222f0c96" providerId="ADAL" clId="{223AD6F7-43E6-4D12-9E97-BB09D3B3238B}" dt="2021-08-19T10:55:56.566" v="0" actId="47"/>
        <pc:sldMkLst>
          <pc:docMk/>
          <pc:sldMk cId="3209581276" sldId="754"/>
        </pc:sldMkLst>
      </pc:sldChg>
      <pc:sldChg chg="del">
        <pc:chgData name="Soumita Sengupta" userId="4afa6ce1-cb01-46c2-8538-4650222f0c96" providerId="ADAL" clId="{223AD6F7-43E6-4D12-9E97-BB09D3B3238B}" dt="2021-08-19T10:56:01.414" v="1" actId="47"/>
        <pc:sldMkLst>
          <pc:docMk/>
          <pc:sldMk cId="3780801346" sldId="897"/>
        </pc:sldMkLst>
      </pc:sldChg>
    </pc:docChg>
  </pc:docChgLst>
  <pc:docChgLst>
    <pc:chgData name="Soumita Sengupta" userId="4afa6ce1-cb01-46c2-8538-4650222f0c96" providerId="ADAL" clId="{B0AE7DB9-0830-4674-80CF-8FE714AF9B7B}"/>
    <pc:docChg chg="undo custSel addSld delSld modSld sldOrd">
      <pc:chgData name="Soumita Sengupta" userId="4afa6ce1-cb01-46c2-8538-4650222f0c96" providerId="ADAL" clId="{B0AE7DB9-0830-4674-80CF-8FE714AF9B7B}" dt="2021-05-31T12:13:12.331" v="575" actId="5793"/>
      <pc:docMkLst>
        <pc:docMk/>
      </pc:docMkLst>
      <pc:sldChg chg="addSp delSp modSp mod">
        <pc:chgData name="Soumita Sengupta" userId="4afa6ce1-cb01-46c2-8538-4650222f0c96" providerId="ADAL" clId="{B0AE7DB9-0830-4674-80CF-8FE714AF9B7B}" dt="2021-05-31T11:19:45.865" v="9" actId="478"/>
        <pc:sldMkLst>
          <pc:docMk/>
          <pc:sldMk cId="3505707011" sldId="258"/>
        </pc:sldMkLst>
        <pc:spChg chg="mod">
          <ac:chgData name="Soumita Sengupta" userId="4afa6ce1-cb01-46c2-8538-4650222f0c96" providerId="ADAL" clId="{B0AE7DB9-0830-4674-80CF-8FE714AF9B7B}" dt="2021-05-31T11:19:35.964" v="7"/>
          <ac:spMkLst>
            <pc:docMk/>
            <pc:sldMk cId="3505707011" sldId="258"/>
            <ac:spMk id="5" creationId="{00000000-0000-0000-0000-000000000000}"/>
          </ac:spMkLst>
        </pc:spChg>
        <pc:spChg chg="del">
          <ac:chgData name="Soumita Sengupta" userId="4afa6ce1-cb01-46c2-8538-4650222f0c96" providerId="ADAL" clId="{B0AE7DB9-0830-4674-80CF-8FE714AF9B7B}" dt="2021-05-31T11:19:39.941" v="8" actId="478"/>
          <ac:spMkLst>
            <pc:docMk/>
            <pc:sldMk cId="3505707011" sldId="258"/>
            <ac:spMk id="6" creationId="{59C3A4C2-17E3-4EC2-B0BA-CBC8305B62A2}"/>
          </ac:spMkLst>
        </pc:spChg>
        <pc:spChg chg="add del mod">
          <ac:chgData name="Soumita Sengupta" userId="4afa6ce1-cb01-46c2-8538-4650222f0c96" providerId="ADAL" clId="{B0AE7DB9-0830-4674-80CF-8FE714AF9B7B}" dt="2021-05-31T11:19:45.865" v="9" actId="478"/>
          <ac:spMkLst>
            <pc:docMk/>
            <pc:sldMk cId="3505707011" sldId="258"/>
            <ac:spMk id="8" creationId="{C391CAAB-3BDD-4CDC-80A7-0F622274AB5C}"/>
          </ac:spMkLst>
        </pc:spChg>
      </pc:sldChg>
      <pc:sldChg chg="addSp delSp modSp add mod">
        <pc:chgData name="Soumita Sengupta" userId="4afa6ce1-cb01-46c2-8538-4650222f0c96" providerId="ADAL" clId="{B0AE7DB9-0830-4674-80CF-8FE714AF9B7B}" dt="2021-05-31T12:13:12.331" v="575" actId="5793"/>
        <pc:sldMkLst>
          <pc:docMk/>
          <pc:sldMk cId="4213263748" sldId="268"/>
        </pc:sldMkLst>
        <pc:spChg chg="add del">
          <ac:chgData name="Soumita Sengupta" userId="4afa6ce1-cb01-46c2-8538-4650222f0c96" providerId="ADAL" clId="{B0AE7DB9-0830-4674-80CF-8FE714AF9B7B}" dt="2021-05-31T12:12:47.362" v="568"/>
          <ac:spMkLst>
            <pc:docMk/>
            <pc:sldMk cId="4213263748" sldId="268"/>
            <ac:spMk id="3" creationId="{33E0D7C3-92D8-45C1-AE4F-4471581FD895}"/>
          </ac:spMkLst>
        </pc:spChg>
        <pc:spChg chg="mod">
          <ac:chgData name="Soumita Sengupta" userId="4afa6ce1-cb01-46c2-8538-4650222f0c96" providerId="ADAL" clId="{B0AE7DB9-0830-4674-80CF-8FE714AF9B7B}" dt="2021-05-31T12:13:12.331" v="575" actId="5793"/>
          <ac:spMkLst>
            <pc:docMk/>
            <pc:sldMk cId="4213263748" sldId="268"/>
            <ac:spMk id="9" creationId="{00000000-0000-0000-0000-000000000000}"/>
          </ac:spMkLst>
        </pc:spChg>
        <pc:picChg chg="add mod">
          <ac:chgData name="Soumita Sengupta" userId="4afa6ce1-cb01-46c2-8538-4650222f0c96" providerId="ADAL" clId="{B0AE7DB9-0830-4674-80CF-8FE714AF9B7B}" dt="2021-05-31T12:13:09.453" v="573" actId="1076"/>
          <ac:picMkLst>
            <pc:docMk/>
            <pc:sldMk cId="4213263748" sldId="268"/>
            <ac:picMk id="5" creationId="{D2C807F8-B2A0-4B46-A61D-3733CA446D42}"/>
          </ac:picMkLst>
        </pc:picChg>
      </pc:sldChg>
      <pc:sldChg chg="modSp add mod">
        <pc:chgData name="Soumita Sengupta" userId="4afa6ce1-cb01-46c2-8538-4650222f0c96" providerId="ADAL" clId="{B0AE7DB9-0830-4674-80CF-8FE714AF9B7B}" dt="2021-05-31T11:24:16.557" v="223" actId="255"/>
        <pc:sldMkLst>
          <pc:docMk/>
          <pc:sldMk cId="458674981" sldId="269"/>
        </pc:sldMkLst>
        <pc:spChg chg="mod">
          <ac:chgData name="Soumita Sengupta" userId="4afa6ce1-cb01-46c2-8538-4650222f0c96" providerId="ADAL" clId="{B0AE7DB9-0830-4674-80CF-8FE714AF9B7B}" dt="2021-05-31T11:24:16.557" v="223" actId="255"/>
          <ac:spMkLst>
            <pc:docMk/>
            <pc:sldMk cId="458674981" sldId="269"/>
            <ac:spMk id="10" creationId="{00000000-0000-0000-0000-000000000000}"/>
          </ac:spMkLst>
        </pc:spChg>
      </pc:sldChg>
      <pc:sldChg chg="modSp add mod">
        <pc:chgData name="Soumita Sengupta" userId="4afa6ce1-cb01-46c2-8538-4650222f0c96" providerId="ADAL" clId="{B0AE7DB9-0830-4674-80CF-8FE714AF9B7B}" dt="2021-05-31T11:24:23.712" v="224" actId="255"/>
        <pc:sldMkLst>
          <pc:docMk/>
          <pc:sldMk cId="2152186373" sldId="270"/>
        </pc:sldMkLst>
        <pc:spChg chg="mod">
          <ac:chgData name="Soumita Sengupta" userId="4afa6ce1-cb01-46c2-8538-4650222f0c96" providerId="ADAL" clId="{B0AE7DB9-0830-4674-80CF-8FE714AF9B7B}" dt="2021-05-31T11:24:23.712" v="224" actId="255"/>
          <ac:spMkLst>
            <pc:docMk/>
            <pc:sldMk cId="2152186373" sldId="270"/>
            <ac:spMk id="3" creationId="{0637C1A2-011F-49DB-90F2-9F5006489823}"/>
          </ac:spMkLst>
        </pc:spChg>
      </pc:sldChg>
      <pc:sldChg chg="delSp modSp add mod">
        <pc:chgData name="Soumita Sengupta" userId="4afa6ce1-cb01-46c2-8538-4650222f0c96" providerId="ADAL" clId="{B0AE7DB9-0830-4674-80CF-8FE714AF9B7B}" dt="2021-05-31T11:53:20.718" v="230" actId="478"/>
        <pc:sldMkLst>
          <pc:docMk/>
          <pc:sldMk cId="2097761920" sldId="272"/>
        </pc:sldMkLst>
        <pc:spChg chg="mod">
          <ac:chgData name="Soumita Sengupta" userId="4afa6ce1-cb01-46c2-8538-4650222f0c96" providerId="ADAL" clId="{B0AE7DB9-0830-4674-80CF-8FE714AF9B7B}" dt="2021-05-31T11:24:48.888" v="229" actId="5793"/>
          <ac:spMkLst>
            <pc:docMk/>
            <pc:sldMk cId="2097761920" sldId="272"/>
            <ac:spMk id="9" creationId="{00000000-0000-0000-0000-000000000000}"/>
          </ac:spMkLst>
        </pc:spChg>
        <pc:spChg chg="del">
          <ac:chgData name="Soumita Sengupta" userId="4afa6ce1-cb01-46c2-8538-4650222f0c96" providerId="ADAL" clId="{B0AE7DB9-0830-4674-80CF-8FE714AF9B7B}" dt="2021-05-31T11:53:20.718" v="230" actId="478"/>
          <ac:spMkLst>
            <pc:docMk/>
            <pc:sldMk cId="2097761920" sldId="272"/>
            <ac:spMk id="14" creationId="{00000000-0000-0000-0000-000000000000}"/>
          </ac:spMkLst>
        </pc:spChg>
      </pc:sldChg>
      <pc:sldChg chg="del">
        <pc:chgData name="Soumita Sengupta" userId="4afa6ce1-cb01-46c2-8538-4650222f0c96" providerId="ADAL" clId="{B0AE7DB9-0830-4674-80CF-8FE714AF9B7B}" dt="2021-05-31T11:20:41.185" v="10" actId="47"/>
        <pc:sldMkLst>
          <pc:docMk/>
          <pc:sldMk cId="3879588154" sldId="290"/>
        </pc:sldMkLst>
      </pc:sldChg>
      <pc:sldChg chg="del">
        <pc:chgData name="Soumita Sengupta" userId="4afa6ce1-cb01-46c2-8538-4650222f0c96" providerId="ADAL" clId="{B0AE7DB9-0830-4674-80CF-8FE714AF9B7B}" dt="2021-05-31T11:20:58.478" v="20" actId="47"/>
        <pc:sldMkLst>
          <pc:docMk/>
          <pc:sldMk cId="2478915525" sldId="296"/>
        </pc:sldMkLst>
      </pc:sldChg>
      <pc:sldChg chg="del">
        <pc:chgData name="Soumita Sengupta" userId="4afa6ce1-cb01-46c2-8538-4650222f0c96" providerId="ADAL" clId="{B0AE7DB9-0830-4674-80CF-8FE714AF9B7B}" dt="2021-05-31T11:20:58.927" v="21" actId="47"/>
        <pc:sldMkLst>
          <pc:docMk/>
          <pc:sldMk cId="1092620403" sldId="297"/>
        </pc:sldMkLst>
      </pc:sldChg>
      <pc:sldChg chg="del">
        <pc:chgData name="Soumita Sengupta" userId="4afa6ce1-cb01-46c2-8538-4650222f0c96" providerId="ADAL" clId="{B0AE7DB9-0830-4674-80CF-8FE714AF9B7B}" dt="2021-05-31T11:20:59.197" v="22" actId="47"/>
        <pc:sldMkLst>
          <pc:docMk/>
          <pc:sldMk cId="665055627" sldId="298"/>
        </pc:sldMkLst>
      </pc:sldChg>
      <pc:sldChg chg="del">
        <pc:chgData name="Soumita Sengupta" userId="4afa6ce1-cb01-46c2-8538-4650222f0c96" providerId="ADAL" clId="{B0AE7DB9-0830-4674-80CF-8FE714AF9B7B}" dt="2021-05-31T11:20:59.482" v="23" actId="47"/>
        <pc:sldMkLst>
          <pc:docMk/>
          <pc:sldMk cId="3976154013" sldId="300"/>
        </pc:sldMkLst>
      </pc:sldChg>
      <pc:sldChg chg="modSp mod">
        <pc:chgData name="Soumita Sengupta" userId="4afa6ce1-cb01-46c2-8538-4650222f0c96" providerId="ADAL" clId="{B0AE7DB9-0830-4674-80CF-8FE714AF9B7B}" dt="2021-05-31T11:17:21.153" v="2"/>
        <pc:sldMkLst>
          <pc:docMk/>
          <pc:sldMk cId="2584036331" sldId="339"/>
        </pc:sldMkLst>
        <pc:spChg chg="mod">
          <ac:chgData name="Soumita Sengupta" userId="4afa6ce1-cb01-46c2-8538-4650222f0c96" providerId="ADAL" clId="{B0AE7DB9-0830-4674-80CF-8FE714AF9B7B}" dt="2021-05-31T11:17:21.153" v="2"/>
          <ac:spMkLst>
            <pc:docMk/>
            <pc:sldMk cId="2584036331" sldId="339"/>
            <ac:spMk id="5" creationId="{6D1A1596-A8D7-4C1A-8956-0FA40A84EFCA}"/>
          </ac:spMkLst>
        </pc:spChg>
      </pc:sldChg>
      <pc:sldChg chg="del">
        <pc:chgData name="Soumita Sengupta" userId="4afa6ce1-cb01-46c2-8538-4650222f0c96" providerId="ADAL" clId="{B0AE7DB9-0830-4674-80CF-8FE714AF9B7B}" dt="2021-05-31T11:21:02.373" v="34" actId="47"/>
        <pc:sldMkLst>
          <pc:docMk/>
          <pc:sldMk cId="1746907881" sldId="473"/>
        </pc:sldMkLst>
      </pc:sldChg>
      <pc:sldChg chg="del">
        <pc:chgData name="Soumita Sengupta" userId="4afa6ce1-cb01-46c2-8538-4650222f0c96" providerId="ADAL" clId="{B0AE7DB9-0830-4674-80CF-8FE714AF9B7B}" dt="2021-05-31T11:21:03.338" v="38" actId="47"/>
        <pc:sldMkLst>
          <pc:docMk/>
          <pc:sldMk cId="98495870" sldId="476"/>
        </pc:sldMkLst>
      </pc:sldChg>
      <pc:sldChg chg="del">
        <pc:chgData name="Soumita Sengupta" userId="4afa6ce1-cb01-46c2-8538-4650222f0c96" providerId="ADAL" clId="{B0AE7DB9-0830-4674-80CF-8FE714AF9B7B}" dt="2021-05-31T11:21:04.727" v="44" actId="47"/>
        <pc:sldMkLst>
          <pc:docMk/>
          <pc:sldMk cId="1973532725" sldId="479"/>
        </pc:sldMkLst>
      </pc:sldChg>
      <pc:sldChg chg="del">
        <pc:chgData name="Soumita Sengupta" userId="4afa6ce1-cb01-46c2-8538-4650222f0c96" providerId="ADAL" clId="{B0AE7DB9-0830-4674-80CF-8FE714AF9B7B}" dt="2021-05-31T11:21:08.461" v="58" actId="47"/>
        <pc:sldMkLst>
          <pc:docMk/>
          <pc:sldMk cId="4081721116" sldId="482"/>
        </pc:sldMkLst>
      </pc:sldChg>
      <pc:sldChg chg="modSp mod">
        <pc:chgData name="Soumita Sengupta" userId="4afa6ce1-cb01-46c2-8538-4650222f0c96" providerId="ADAL" clId="{B0AE7DB9-0830-4674-80CF-8FE714AF9B7B}" dt="2021-05-31T11:18:09.543" v="5"/>
        <pc:sldMkLst>
          <pc:docMk/>
          <pc:sldMk cId="247062728" sldId="492"/>
        </pc:sldMkLst>
        <pc:spChg chg="mod">
          <ac:chgData name="Soumita Sengupta" userId="4afa6ce1-cb01-46c2-8538-4650222f0c96" providerId="ADAL" clId="{B0AE7DB9-0830-4674-80CF-8FE714AF9B7B}" dt="2021-05-31T11:18:09.543" v="5"/>
          <ac:spMkLst>
            <pc:docMk/>
            <pc:sldMk cId="247062728" sldId="492"/>
            <ac:spMk id="2" creationId="{57983F62-BBB9-431B-A37F-BDA0DC7153F6}"/>
          </ac:spMkLst>
        </pc:spChg>
      </pc:sldChg>
      <pc:sldChg chg="del">
        <pc:chgData name="Soumita Sengupta" userId="4afa6ce1-cb01-46c2-8538-4650222f0c96" providerId="ADAL" clId="{B0AE7DB9-0830-4674-80CF-8FE714AF9B7B}" dt="2021-05-31T11:21:05.366" v="47" actId="47"/>
        <pc:sldMkLst>
          <pc:docMk/>
          <pc:sldMk cId="3513540522" sldId="493"/>
        </pc:sldMkLst>
      </pc:sldChg>
      <pc:sldChg chg="del">
        <pc:chgData name="Soumita Sengupta" userId="4afa6ce1-cb01-46c2-8538-4650222f0c96" providerId="ADAL" clId="{B0AE7DB9-0830-4674-80CF-8FE714AF9B7B}" dt="2021-05-31T11:21:08.847" v="59" actId="47"/>
        <pc:sldMkLst>
          <pc:docMk/>
          <pc:sldMk cId="3201109162" sldId="495"/>
        </pc:sldMkLst>
      </pc:sldChg>
      <pc:sldChg chg="del">
        <pc:chgData name="Soumita Sengupta" userId="4afa6ce1-cb01-46c2-8538-4650222f0c96" providerId="ADAL" clId="{B0AE7DB9-0830-4674-80CF-8FE714AF9B7B}" dt="2021-05-31T11:21:09.063" v="60" actId="47"/>
        <pc:sldMkLst>
          <pc:docMk/>
          <pc:sldMk cId="2730795599" sldId="496"/>
        </pc:sldMkLst>
      </pc:sldChg>
      <pc:sldChg chg="del">
        <pc:chgData name="Soumita Sengupta" userId="4afa6ce1-cb01-46c2-8538-4650222f0c96" providerId="ADAL" clId="{B0AE7DB9-0830-4674-80CF-8FE714AF9B7B}" dt="2021-05-31T11:21:09.549" v="62" actId="47"/>
        <pc:sldMkLst>
          <pc:docMk/>
          <pc:sldMk cId="4235573198" sldId="497"/>
        </pc:sldMkLst>
      </pc:sldChg>
      <pc:sldChg chg="del">
        <pc:chgData name="Soumita Sengupta" userId="4afa6ce1-cb01-46c2-8538-4650222f0c96" providerId="ADAL" clId="{B0AE7DB9-0830-4674-80CF-8FE714AF9B7B}" dt="2021-05-31T11:21:10.042" v="64" actId="47"/>
        <pc:sldMkLst>
          <pc:docMk/>
          <pc:sldMk cId="3201341972" sldId="498"/>
        </pc:sldMkLst>
      </pc:sldChg>
      <pc:sldChg chg="del">
        <pc:chgData name="Soumita Sengupta" userId="4afa6ce1-cb01-46c2-8538-4650222f0c96" providerId="ADAL" clId="{B0AE7DB9-0830-4674-80CF-8FE714AF9B7B}" dt="2021-05-31T11:21:11.369" v="70" actId="47"/>
        <pc:sldMkLst>
          <pc:docMk/>
          <pc:sldMk cId="51554605" sldId="502"/>
        </pc:sldMkLst>
      </pc:sldChg>
      <pc:sldChg chg="del">
        <pc:chgData name="Soumita Sengupta" userId="4afa6ce1-cb01-46c2-8538-4650222f0c96" providerId="ADAL" clId="{B0AE7DB9-0830-4674-80CF-8FE714AF9B7B}" dt="2021-05-31T11:21:11.569" v="71" actId="47"/>
        <pc:sldMkLst>
          <pc:docMk/>
          <pc:sldMk cId="966716634" sldId="503"/>
        </pc:sldMkLst>
      </pc:sldChg>
      <pc:sldChg chg="del">
        <pc:chgData name="Soumita Sengupta" userId="4afa6ce1-cb01-46c2-8538-4650222f0c96" providerId="ADAL" clId="{B0AE7DB9-0830-4674-80CF-8FE714AF9B7B}" dt="2021-05-31T11:21:11.769" v="72" actId="47"/>
        <pc:sldMkLst>
          <pc:docMk/>
          <pc:sldMk cId="1902268106" sldId="504"/>
        </pc:sldMkLst>
      </pc:sldChg>
      <pc:sldChg chg="del">
        <pc:chgData name="Soumita Sengupta" userId="4afa6ce1-cb01-46c2-8538-4650222f0c96" providerId="ADAL" clId="{B0AE7DB9-0830-4674-80CF-8FE714AF9B7B}" dt="2021-05-31T11:21:12.132" v="74" actId="47"/>
        <pc:sldMkLst>
          <pc:docMk/>
          <pc:sldMk cId="4046367649" sldId="505"/>
        </pc:sldMkLst>
      </pc:sldChg>
      <pc:sldChg chg="del">
        <pc:chgData name="Soumita Sengupta" userId="4afa6ce1-cb01-46c2-8538-4650222f0c96" providerId="ADAL" clId="{B0AE7DB9-0830-4674-80CF-8FE714AF9B7B}" dt="2021-05-31T11:21:12.401" v="75" actId="47"/>
        <pc:sldMkLst>
          <pc:docMk/>
          <pc:sldMk cId="3681553546" sldId="506"/>
        </pc:sldMkLst>
      </pc:sldChg>
      <pc:sldChg chg="del">
        <pc:chgData name="Soumita Sengupta" userId="4afa6ce1-cb01-46c2-8538-4650222f0c96" providerId="ADAL" clId="{B0AE7DB9-0830-4674-80CF-8FE714AF9B7B}" dt="2021-05-31T11:21:12.787" v="77" actId="47"/>
        <pc:sldMkLst>
          <pc:docMk/>
          <pc:sldMk cId="3736971921" sldId="507"/>
        </pc:sldMkLst>
      </pc:sldChg>
      <pc:sldChg chg="del">
        <pc:chgData name="Soumita Sengupta" userId="4afa6ce1-cb01-46c2-8538-4650222f0c96" providerId="ADAL" clId="{B0AE7DB9-0830-4674-80CF-8FE714AF9B7B}" dt="2021-05-31T11:21:14.122" v="82" actId="47"/>
        <pc:sldMkLst>
          <pc:docMk/>
          <pc:sldMk cId="125891335" sldId="510"/>
        </pc:sldMkLst>
      </pc:sldChg>
      <pc:sldChg chg="del">
        <pc:chgData name="Soumita Sengupta" userId="4afa6ce1-cb01-46c2-8538-4650222f0c96" providerId="ADAL" clId="{B0AE7DB9-0830-4674-80CF-8FE714AF9B7B}" dt="2021-05-31T11:21:14.338" v="83" actId="47"/>
        <pc:sldMkLst>
          <pc:docMk/>
          <pc:sldMk cId="4105329583" sldId="511"/>
        </pc:sldMkLst>
      </pc:sldChg>
      <pc:sldChg chg="del">
        <pc:chgData name="Soumita Sengupta" userId="4afa6ce1-cb01-46c2-8538-4650222f0c96" providerId="ADAL" clId="{B0AE7DB9-0830-4674-80CF-8FE714AF9B7B}" dt="2021-05-31T11:21:14.577" v="84" actId="47"/>
        <pc:sldMkLst>
          <pc:docMk/>
          <pc:sldMk cId="1263259725" sldId="512"/>
        </pc:sldMkLst>
      </pc:sldChg>
      <pc:sldChg chg="del">
        <pc:chgData name="Soumita Sengupta" userId="4afa6ce1-cb01-46c2-8538-4650222f0c96" providerId="ADAL" clId="{B0AE7DB9-0830-4674-80CF-8FE714AF9B7B}" dt="2021-05-31T11:21:14.824" v="85" actId="47"/>
        <pc:sldMkLst>
          <pc:docMk/>
          <pc:sldMk cId="1013096958" sldId="513"/>
        </pc:sldMkLst>
      </pc:sldChg>
      <pc:sldChg chg="del">
        <pc:chgData name="Soumita Sengupta" userId="4afa6ce1-cb01-46c2-8538-4650222f0c96" providerId="ADAL" clId="{B0AE7DB9-0830-4674-80CF-8FE714AF9B7B}" dt="2021-05-31T11:21:15.063" v="86" actId="47"/>
        <pc:sldMkLst>
          <pc:docMk/>
          <pc:sldMk cId="376726005" sldId="514"/>
        </pc:sldMkLst>
      </pc:sldChg>
      <pc:sldChg chg="del">
        <pc:chgData name="Soumita Sengupta" userId="4afa6ce1-cb01-46c2-8538-4650222f0c96" providerId="ADAL" clId="{B0AE7DB9-0830-4674-80CF-8FE714AF9B7B}" dt="2021-05-31T11:21:15.479" v="88" actId="47"/>
        <pc:sldMkLst>
          <pc:docMk/>
          <pc:sldMk cId="2413661491" sldId="515"/>
        </pc:sldMkLst>
      </pc:sldChg>
      <pc:sldChg chg="del">
        <pc:chgData name="Soumita Sengupta" userId="4afa6ce1-cb01-46c2-8538-4650222f0c96" providerId="ADAL" clId="{B0AE7DB9-0830-4674-80CF-8FE714AF9B7B}" dt="2021-05-31T11:21:15.943" v="90" actId="47"/>
        <pc:sldMkLst>
          <pc:docMk/>
          <pc:sldMk cId="1605938043" sldId="527"/>
        </pc:sldMkLst>
      </pc:sldChg>
      <pc:sldChg chg="del">
        <pc:chgData name="Soumita Sengupta" userId="4afa6ce1-cb01-46c2-8538-4650222f0c96" providerId="ADAL" clId="{B0AE7DB9-0830-4674-80CF-8FE714AF9B7B}" dt="2021-05-31T11:21:16.181" v="91" actId="47"/>
        <pc:sldMkLst>
          <pc:docMk/>
          <pc:sldMk cId="4105988392" sldId="528"/>
        </pc:sldMkLst>
      </pc:sldChg>
      <pc:sldChg chg="del">
        <pc:chgData name="Soumita Sengupta" userId="4afa6ce1-cb01-46c2-8538-4650222f0c96" providerId="ADAL" clId="{B0AE7DB9-0830-4674-80CF-8FE714AF9B7B}" dt="2021-05-31T11:21:16.381" v="92" actId="47"/>
        <pc:sldMkLst>
          <pc:docMk/>
          <pc:sldMk cId="2600651979" sldId="529"/>
        </pc:sldMkLst>
      </pc:sldChg>
      <pc:sldChg chg="del">
        <pc:chgData name="Soumita Sengupta" userId="4afa6ce1-cb01-46c2-8538-4650222f0c96" providerId="ADAL" clId="{B0AE7DB9-0830-4674-80CF-8FE714AF9B7B}" dt="2021-05-31T11:21:17.569" v="97" actId="47"/>
        <pc:sldMkLst>
          <pc:docMk/>
          <pc:sldMk cId="3709622581" sldId="538"/>
        </pc:sldMkLst>
      </pc:sldChg>
      <pc:sldChg chg="del">
        <pc:chgData name="Soumita Sengupta" userId="4afa6ce1-cb01-46c2-8538-4650222f0c96" providerId="ADAL" clId="{B0AE7DB9-0830-4674-80CF-8FE714AF9B7B}" dt="2021-05-31T11:21:27.985" v="139" actId="47"/>
        <pc:sldMkLst>
          <pc:docMk/>
          <pc:sldMk cId="2752539856" sldId="596"/>
        </pc:sldMkLst>
      </pc:sldChg>
      <pc:sldChg chg="del">
        <pc:chgData name="Soumita Sengupta" userId="4afa6ce1-cb01-46c2-8538-4650222f0c96" providerId="ADAL" clId="{B0AE7DB9-0830-4674-80CF-8FE714AF9B7B}" dt="2021-05-31T11:21:28.238" v="140" actId="47"/>
        <pc:sldMkLst>
          <pc:docMk/>
          <pc:sldMk cId="1366182979" sldId="597"/>
        </pc:sldMkLst>
      </pc:sldChg>
      <pc:sldChg chg="del">
        <pc:chgData name="Soumita Sengupta" userId="4afa6ce1-cb01-46c2-8538-4650222f0c96" providerId="ADAL" clId="{B0AE7DB9-0830-4674-80CF-8FE714AF9B7B}" dt="2021-05-31T11:21:28.857" v="143" actId="47"/>
        <pc:sldMkLst>
          <pc:docMk/>
          <pc:sldMk cId="2739226745" sldId="599"/>
        </pc:sldMkLst>
      </pc:sldChg>
      <pc:sldChg chg="del">
        <pc:chgData name="Soumita Sengupta" userId="4afa6ce1-cb01-46c2-8538-4650222f0c96" providerId="ADAL" clId="{B0AE7DB9-0830-4674-80CF-8FE714AF9B7B}" dt="2021-05-31T11:21:29.342" v="144" actId="47"/>
        <pc:sldMkLst>
          <pc:docMk/>
          <pc:sldMk cId="1306066386" sldId="600"/>
        </pc:sldMkLst>
      </pc:sldChg>
      <pc:sldChg chg="del ord">
        <pc:chgData name="Soumita Sengupta" userId="4afa6ce1-cb01-46c2-8538-4650222f0c96" providerId="ADAL" clId="{B0AE7DB9-0830-4674-80CF-8FE714AF9B7B}" dt="2021-05-31T11:22:31.375" v="149" actId="47"/>
        <pc:sldMkLst>
          <pc:docMk/>
          <pc:sldMk cId="536837091" sldId="601"/>
        </pc:sldMkLst>
      </pc:sldChg>
      <pc:sldChg chg="del">
        <pc:chgData name="Soumita Sengupta" userId="4afa6ce1-cb01-46c2-8538-4650222f0c96" providerId="ADAL" clId="{B0AE7DB9-0830-4674-80CF-8FE714AF9B7B}" dt="2021-05-31T11:23:02.945" v="151" actId="47"/>
        <pc:sldMkLst>
          <pc:docMk/>
          <pc:sldMk cId="3069890481" sldId="602"/>
        </pc:sldMkLst>
      </pc:sldChg>
      <pc:sldChg chg="del">
        <pc:chgData name="Soumita Sengupta" userId="4afa6ce1-cb01-46c2-8538-4650222f0c96" providerId="ADAL" clId="{B0AE7DB9-0830-4674-80CF-8FE714AF9B7B}" dt="2021-05-31T11:23:03.463" v="152" actId="47"/>
        <pc:sldMkLst>
          <pc:docMk/>
          <pc:sldMk cId="1654328000" sldId="603"/>
        </pc:sldMkLst>
      </pc:sldChg>
      <pc:sldChg chg="del">
        <pc:chgData name="Soumita Sengupta" userId="4afa6ce1-cb01-46c2-8538-4650222f0c96" providerId="ADAL" clId="{B0AE7DB9-0830-4674-80CF-8FE714AF9B7B}" dt="2021-05-31T11:23:04.381" v="154" actId="47"/>
        <pc:sldMkLst>
          <pc:docMk/>
          <pc:sldMk cId="390194341" sldId="604"/>
        </pc:sldMkLst>
      </pc:sldChg>
      <pc:sldChg chg="del">
        <pc:chgData name="Soumita Sengupta" userId="4afa6ce1-cb01-46c2-8538-4650222f0c96" providerId="ADAL" clId="{B0AE7DB9-0830-4674-80CF-8FE714AF9B7B}" dt="2021-05-31T11:23:04.920" v="155" actId="47"/>
        <pc:sldMkLst>
          <pc:docMk/>
          <pc:sldMk cId="1727804845" sldId="605"/>
        </pc:sldMkLst>
      </pc:sldChg>
      <pc:sldChg chg="del">
        <pc:chgData name="Soumita Sengupta" userId="4afa6ce1-cb01-46c2-8538-4650222f0c96" providerId="ADAL" clId="{B0AE7DB9-0830-4674-80CF-8FE714AF9B7B}" dt="2021-05-31T11:23:05.383" v="156" actId="47"/>
        <pc:sldMkLst>
          <pc:docMk/>
          <pc:sldMk cId="4150797766" sldId="606"/>
        </pc:sldMkLst>
      </pc:sldChg>
      <pc:sldChg chg="del">
        <pc:chgData name="Soumita Sengupta" userId="4afa6ce1-cb01-46c2-8538-4650222f0c96" providerId="ADAL" clId="{B0AE7DB9-0830-4674-80CF-8FE714AF9B7B}" dt="2021-05-31T11:23:06.671" v="158" actId="47"/>
        <pc:sldMkLst>
          <pc:docMk/>
          <pc:sldMk cId="2998912537" sldId="608"/>
        </pc:sldMkLst>
      </pc:sldChg>
      <pc:sldChg chg="del">
        <pc:chgData name="Soumita Sengupta" userId="4afa6ce1-cb01-46c2-8538-4650222f0c96" providerId="ADAL" clId="{B0AE7DB9-0830-4674-80CF-8FE714AF9B7B}" dt="2021-05-31T11:23:07.207" v="160" actId="47"/>
        <pc:sldMkLst>
          <pc:docMk/>
          <pc:sldMk cId="2513612184" sldId="609"/>
        </pc:sldMkLst>
      </pc:sldChg>
      <pc:sldChg chg="del">
        <pc:chgData name="Soumita Sengupta" userId="4afa6ce1-cb01-46c2-8538-4650222f0c96" providerId="ADAL" clId="{B0AE7DB9-0830-4674-80CF-8FE714AF9B7B}" dt="2021-05-31T11:23:07.025" v="159" actId="47"/>
        <pc:sldMkLst>
          <pc:docMk/>
          <pc:sldMk cId="2469314218" sldId="610"/>
        </pc:sldMkLst>
      </pc:sldChg>
      <pc:sldChg chg="del">
        <pc:chgData name="Soumita Sengupta" userId="4afa6ce1-cb01-46c2-8538-4650222f0c96" providerId="ADAL" clId="{B0AE7DB9-0830-4674-80CF-8FE714AF9B7B}" dt="2021-05-31T11:23:07.704" v="161" actId="47"/>
        <pc:sldMkLst>
          <pc:docMk/>
          <pc:sldMk cId="1649629401" sldId="611"/>
        </pc:sldMkLst>
      </pc:sldChg>
      <pc:sldChg chg="del">
        <pc:chgData name="Soumita Sengupta" userId="4afa6ce1-cb01-46c2-8538-4650222f0c96" providerId="ADAL" clId="{B0AE7DB9-0830-4674-80CF-8FE714AF9B7B}" dt="2021-05-31T11:23:07.927" v="162" actId="47"/>
        <pc:sldMkLst>
          <pc:docMk/>
          <pc:sldMk cId="3588579200" sldId="612"/>
        </pc:sldMkLst>
      </pc:sldChg>
      <pc:sldChg chg="del">
        <pc:chgData name="Soumita Sengupta" userId="4afa6ce1-cb01-46c2-8538-4650222f0c96" providerId="ADAL" clId="{B0AE7DB9-0830-4674-80CF-8FE714AF9B7B}" dt="2021-05-31T11:23:08.206" v="163" actId="47"/>
        <pc:sldMkLst>
          <pc:docMk/>
          <pc:sldMk cId="918964389" sldId="613"/>
        </pc:sldMkLst>
      </pc:sldChg>
      <pc:sldChg chg="del">
        <pc:chgData name="Soumita Sengupta" userId="4afa6ce1-cb01-46c2-8538-4650222f0c96" providerId="ADAL" clId="{B0AE7DB9-0830-4674-80CF-8FE714AF9B7B}" dt="2021-05-31T11:23:08.429" v="164" actId="47"/>
        <pc:sldMkLst>
          <pc:docMk/>
          <pc:sldMk cId="1152959613" sldId="614"/>
        </pc:sldMkLst>
      </pc:sldChg>
      <pc:sldChg chg="del">
        <pc:chgData name="Soumita Sengupta" userId="4afa6ce1-cb01-46c2-8538-4650222f0c96" providerId="ADAL" clId="{B0AE7DB9-0830-4674-80CF-8FE714AF9B7B}" dt="2021-05-31T11:23:09.247" v="166" actId="47"/>
        <pc:sldMkLst>
          <pc:docMk/>
          <pc:sldMk cId="4180479736" sldId="615"/>
        </pc:sldMkLst>
      </pc:sldChg>
      <pc:sldChg chg="del">
        <pc:chgData name="Soumita Sengupta" userId="4afa6ce1-cb01-46c2-8538-4650222f0c96" providerId="ADAL" clId="{B0AE7DB9-0830-4674-80CF-8FE714AF9B7B}" dt="2021-05-31T11:23:09.595" v="167" actId="47"/>
        <pc:sldMkLst>
          <pc:docMk/>
          <pc:sldMk cId="945563877" sldId="616"/>
        </pc:sldMkLst>
      </pc:sldChg>
      <pc:sldChg chg="del">
        <pc:chgData name="Soumita Sengupta" userId="4afa6ce1-cb01-46c2-8538-4650222f0c96" providerId="ADAL" clId="{B0AE7DB9-0830-4674-80CF-8FE714AF9B7B}" dt="2021-05-31T11:23:09.849" v="168" actId="47"/>
        <pc:sldMkLst>
          <pc:docMk/>
          <pc:sldMk cId="3378954170" sldId="618"/>
        </pc:sldMkLst>
      </pc:sldChg>
      <pc:sldChg chg="del">
        <pc:chgData name="Soumita Sengupta" userId="4afa6ce1-cb01-46c2-8538-4650222f0c96" providerId="ADAL" clId="{B0AE7DB9-0830-4674-80CF-8FE714AF9B7B}" dt="2021-05-31T11:23:10.397" v="169" actId="47"/>
        <pc:sldMkLst>
          <pc:docMk/>
          <pc:sldMk cId="3175453255" sldId="619"/>
        </pc:sldMkLst>
      </pc:sldChg>
      <pc:sldChg chg="del">
        <pc:chgData name="Soumita Sengupta" userId="4afa6ce1-cb01-46c2-8538-4650222f0c96" providerId="ADAL" clId="{B0AE7DB9-0830-4674-80CF-8FE714AF9B7B}" dt="2021-05-31T11:23:12.102" v="172" actId="47"/>
        <pc:sldMkLst>
          <pc:docMk/>
          <pc:sldMk cId="1796439600" sldId="622"/>
        </pc:sldMkLst>
      </pc:sldChg>
      <pc:sldChg chg="del">
        <pc:chgData name="Soumita Sengupta" userId="4afa6ce1-cb01-46c2-8538-4650222f0c96" providerId="ADAL" clId="{B0AE7DB9-0830-4674-80CF-8FE714AF9B7B}" dt="2021-05-31T11:23:12.604" v="173" actId="47"/>
        <pc:sldMkLst>
          <pc:docMk/>
          <pc:sldMk cId="3566022154" sldId="623"/>
        </pc:sldMkLst>
      </pc:sldChg>
      <pc:sldChg chg="del">
        <pc:chgData name="Soumita Sengupta" userId="4afa6ce1-cb01-46c2-8538-4650222f0c96" providerId="ADAL" clId="{B0AE7DB9-0830-4674-80CF-8FE714AF9B7B}" dt="2021-05-31T11:23:14.192" v="176" actId="47"/>
        <pc:sldMkLst>
          <pc:docMk/>
          <pc:sldMk cId="4149358472" sldId="625"/>
        </pc:sldMkLst>
      </pc:sldChg>
      <pc:sldChg chg="del">
        <pc:chgData name="Soumita Sengupta" userId="4afa6ce1-cb01-46c2-8538-4650222f0c96" providerId="ADAL" clId="{B0AE7DB9-0830-4674-80CF-8FE714AF9B7B}" dt="2021-05-31T11:23:14.647" v="177" actId="47"/>
        <pc:sldMkLst>
          <pc:docMk/>
          <pc:sldMk cId="2979335379" sldId="626"/>
        </pc:sldMkLst>
      </pc:sldChg>
      <pc:sldChg chg="del">
        <pc:chgData name="Soumita Sengupta" userId="4afa6ce1-cb01-46c2-8538-4650222f0c96" providerId="ADAL" clId="{B0AE7DB9-0830-4674-80CF-8FE714AF9B7B}" dt="2021-05-31T11:23:15.064" v="178" actId="47"/>
        <pc:sldMkLst>
          <pc:docMk/>
          <pc:sldMk cId="2143778835" sldId="627"/>
        </pc:sldMkLst>
      </pc:sldChg>
      <pc:sldChg chg="del">
        <pc:chgData name="Soumita Sengupta" userId="4afa6ce1-cb01-46c2-8538-4650222f0c96" providerId="ADAL" clId="{B0AE7DB9-0830-4674-80CF-8FE714AF9B7B}" dt="2021-05-31T11:23:16.032" v="179" actId="47"/>
        <pc:sldMkLst>
          <pc:docMk/>
          <pc:sldMk cId="1840417079" sldId="628"/>
        </pc:sldMkLst>
      </pc:sldChg>
      <pc:sldChg chg="del">
        <pc:chgData name="Soumita Sengupta" userId="4afa6ce1-cb01-46c2-8538-4650222f0c96" providerId="ADAL" clId="{B0AE7DB9-0830-4674-80CF-8FE714AF9B7B}" dt="2021-05-31T11:23:18.972" v="185" actId="47"/>
        <pc:sldMkLst>
          <pc:docMk/>
          <pc:sldMk cId="96484799" sldId="633"/>
        </pc:sldMkLst>
      </pc:sldChg>
      <pc:sldChg chg="del">
        <pc:chgData name="Soumita Sengupta" userId="4afa6ce1-cb01-46c2-8538-4650222f0c96" providerId="ADAL" clId="{B0AE7DB9-0830-4674-80CF-8FE714AF9B7B}" dt="2021-05-31T11:23:19.991" v="187" actId="47"/>
        <pc:sldMkLst>
          <pc:docMk/>
          <pc:sldMk cId="4018720682" sldId="634"/>
        </pc:sldMkLst>
      </pc:sldChg>
      <pc:sldChg chg="del">
        <pc:chgData name="Soumita Sengupta" userId="4afa6ce1-cb01-46c2-8538-4650222f0c96" providerId="ADAL" clId="{B0AE7DB9-0830-4674-80CF-8FE714AF9B7B}" dt="2021-05-31T11:23:26.962" v="199" actId="47"/>
        <pc:sldMkLst>
          <pc:docMk/>
          <pc:sldMk cId="1101439345" sldId="636"/>
        </pc:sldMkLst>
      </pc:sldChg>
      <pc:sldChg chg="del">
        <pc:chgData name="Soumita Sengupta" userId="4afa6ce1-cb01-46c2-8538-4650222f0c96" providerId="ADAL" clId="{B0AE7DB9-0830-4674-80CF-8FE714AF9B7B}" dt="2021-05-31T11:23:27.934" v="201" actId="47"/>
        <pc:sldMkLst>
          <pc:docMk/>
          <pc:sldMk cId="583779290" sldId="637"/>
        </pc:sldMkLst>
      </pc:sldChg>
      <pc:sldChg chg="del">
        <pc:chgData name="Soumita Sengupta" userId="4afa6ce1-cb01-46c2-8538-4650222f0c96" providerId="ADAL" clId="{B0AE7DB9-0830-4674-80CF-8FE714AF9B7B}" dt="2021-05-31T11:23:28.482" v="202" actId="47"/>
        <pc:sldMkLst>
          <pc:docMk/>
          <pc:sldMk cId="4285856727" sldId="638"/>
        </pc:sldMkLst>
      </pc:sldChg>
      <pc:sldChg chg="del">
        <pc:chgData name="Soumita Sengupta" userId="4afa6ce1-cb01-46c2-8538-4650222f0c96" providerId="ADAL" clId="{B0AE7DB9-0830-4674-80CF-8FE714AF9B7B}" dt="2021-05-31T11:23:31.173" v="208" actId="47"/>
        <pc:sldMkLst>
          <pc:docMk/>
          <pc:sldMk cId="994777911" sldId="642"/>
        </pc:sldMkLst>
      </pc:sldChg>
      <pc:sldChg chg="del">
        <pc:chgData name="Soumita Sengupta" userId="4afa6ce1-cb01-46c2-8538-4650222f0c96" providerId="ADAL" clId="{B0AE7DB9-0830-4674-80CF-8FE714AF9B7B}" dt="2021-05-31T11:23:31.891" v="209" actId="47"/>
        <pc:sldMkLst>
          <pc:docMk/>
          <pc:sldMk cId="2095642720" sldId="643"/>
        </pc:sldMkLst>
      </pc:sldChg>
      <pc:sldChg chg="del">
        <pc:chgData name="Soumita Sengupta" userId="4afa6ce1-cb01-46c2-8538-4650222f0c96" providerId="ADAL" clId="{B0AE7DB9-0830-4674-80CF-8FE714AF9B7B}" dt="2021-05-31T11:23:32.630" v="211" actId="47"/>
        <pc:sldMkLst>
          <pc:docMk/>
          <pc:sldMk cId="1181531667" sldId="644"/>
        </pc:sldMkLst>
      </pc:sldChg>
      <pc:sldChg chg="del">
        <pc:chgData name="Soumita Sengupta" userId="4afa6ce1-cb01-46c2-8538-4650222f0c96" providerId="ADAL" clId="{B0AE7DB9-0830-4674-80CF-8FE714AF9B7B}" dt="2021-05-31T11:23:32.995" v="212" actId="47"/>
        <pc:sldMkLst>
          <pc:docMk/>
          <pc:sldMk cId="3152158587" sldId="645"/>
        </pc:sldMkLst>
      </pc:sldChg>
      <pc:sldChg chg="del">
        <pc:chgData name="Soumita Sengupta" userId="4afa6ce1-cb01-46c2-8538-4650222f0c96" providerId="ADAL" clId="{B0AE7DB9-0830-4674-80CF-8FE714AF9B7B}" dt="2021-05-31T11:23:33.390" v="213" actId="47"/>
        <pc:sldMkLst>
          <pc:docMk/>
          <pc:sldMk cId="3694302526" sldId="646"/>
        </pc:sldMkLst>
      </pc:sldChg>
      <pc:sldChg chg="del">
        <pc:chgData name="Soumita Sengupta" userId="4afa6ce1-cb01-46c2-8538-4650222f0c96" providerId="ADAL" clId="{B0AE7DB9-0830-4674-80CF-8FE714AF9B7B}" dt="2021-05-31T11:23:33.715" v="214" actId="47"/>
        <pc:sldMkLst>
          <pc:docMk/>
          <pc:sldMk cId="3358312975" sldId="647"/>
        </pc:sldMkLst>
      </pc:sldChg>
      <pc:sldChg chg="del">
        <pc:chgData name="Soumita Sengupta" userId="4afa6ce1-cb01-46c2-8538-4650222f0c96" providerId="ADAL" clId="{B0AE7DB9-0830-4674-80CF-8FE714AF9B7B}" dt="2021-05-31T11:23:34.265" v="215" actId="47"/>
        <pc:sldMkLst>
          <pc:docMk/>
          <pc:sldMk cId="2361541675" sldId="648"/>
        </pc:sldMkLst>
      </pc:sldChg>
      <pc:sldChg chg="del">
        <pc:chgData name="Soumita Sengupta" userId="4afa6ce1-cb01-46c2-8538-4650222f0c96" providerId="ADAL" clId="{B0AE7DB9-0830-4674-80CF-8FE714AF9B7B}" dt="2021-05-31T11:23:34.616" v="216" actId="47"/>
        <pc:sldMkLst>
          <pc:docMk/>
          <pc:sldMk cId="2222658692" sldId="649"/>
        </pc:sldMkLst>
      </pc:sldChg>
      <pc:sldChg chg="del">
        <pc:chgData name="Soumita Sengupta" userId="4afa6ce1-cb01-46c2-8538-4650222f0c96" providerId="ADAL" clId="{B0AE7DB9-0830-4674-80CF-8FE714AF9B7B}" dt="2021-05-31T11:23:34.983" v="217" actId="47"/>
        <pc:sldMkLst>
          <pc:docMk/>
          <pc:sldMk cId="510060166" sldId="650"/>
        </pc:sldMkLst>
      </pc:sldChg>
      <pc:sldChg chg="del">
        <pc:chgData name="Soumita Sengupta" userId="4afa6ce1-cb01-46c2-8538-4650222f0c96" providerId="ADAL" clId="{B0AE7DB9-0830-4674-80CF-8FE714AF9B7B}" dt="2021-05-31T11:23:35.500" v="218" actId="47"/>
        <pc:sldMkLst>
          <pc:docMk/>
          <pc:sldMk cId="1129792128" sldId="666"/>
        </pc:sldMkLst>
      </pc:sldChg>
      <pc:sldChg chg="del">
        <pc:chgData name="Soumita Sengupta" userId="4afa6ce1-cb01-46c2-8538-4650222f0c96" providerId="ADAL" clId="{B0AE7DB9-0830-4674-80CF-8FE714AF9B7B}" dt="2021-05-31T11:21:05.784" v="49" actId="47"/>
        <pc:sldMkLst>
          <pc:docMk/>
          <pc:sldMk cId="2849411837" sldId="668"/>
        </pc:sldMkLst>
      </pc:sldChg>
      <pc:sldChg chg="del">
        <pc:chgData name="Soumita Sengupta" userId="4afa6ce1-cb01-46c2-8538-4650222f0c96" providerId="ADAL" clId="{B0AE7DB9-0830-4674-80CF-8FE714AF9B7B}" dt="2021-05-31T11:21:06.001" v="50" actId="47"/>
        <pc:sldMkLst>
          <pc:docMk/>
          <pc:sldMk cId="1823865472" sldId="669"/>
        </pc:sldMkLst>
      </pc:sldChg>
      <pc:sldChg chg="del">
        <pc:chgData name="Soumita Sengupta" userId="4afa6ce1-cb01-46c2-8538-4650222f0c96" providerId="ADAL" clId="{B0AE7DB9-0830-4674-80CF-8FE714AF9B7B}" dt="2021-05-31T11:21:06.231" v="51" actId="47"/>
        <pc:sldMkLst>
          <pc:docMk/>
          <pc:sldMk cId="3322344175" sldId="670"/>
        </pc:sldMkLst>
      </pc:sldChg>
      <pc:sldChg chg="del">
        <pc:chgData name="Soumita Sengupta" userId="4afa6ce1-cb01-46c2-8538-4650222f0c96" providerId="ADAL" clId="{B0AE7DB9-0830-4674-80CF-8FE714AF9B7B}" dt="2021-05-31T11:21:06.764" v="52" actId="47"/>
        <pc:sldMkLst>
          <pc:docMk/>
          <pc:sldMk cId="1858348461" sldId="671"/>
        </pc:sldMkLst>
      </pc:sldChg>
      <pc:sldChg chg="del">
        <pc:chgData name="Soumita Sengupta" userId="4afa6ce1-cb01-46c2-8538-4650222f0c96" providerId="ADAL" clId="{B0AE7DB9-0830-4674-80CF-8FE714AF9B7B}" dt="2021-05-31T11:21:07.535" v="54" actId="47"/>
        <pc:sldMkLst>
          <pc:docMk/>
          <pc:sldMk cId="2643689726" sldId="673"/>
        </pc:sldMkLst>
      </pc:sldChg>
      <pc:sldChg chg="del">
        <pc:chgData name="Soumita Sengupta" userId="4afa6ce1-cb01-46c2-8538-4650222f0c96" providerId="ADAL" clId="{B0AE7DB9-0830-4674-80CF-8FE714AF9B7B}" dt="2021-05-31T11:21:07.759" v="55" actId="47"/>
        <pc:sldMkLst>
          <pc:docMk/>
          <pc:sldMk cId="1058378958" sldId="674"/>
        </pc:sldMkLst>
      </pc:sldChg>
      <pc:sldChg chg="del">
        <pc:chgData name="Soumita Sengupta" userId="4afa6ce1-cb01-46c2-8538-4650222f0c96" providerId="ADAL" clId="{B0AE7DB9-0830-4674-80CF-8FE714AF9B7B}" dt="2021-05-31T11:21:08.223" v="57" actId="47"/>
        <pc:sldMkLst>
          <pc:docMk/>
          <pc:sldMk cId="1466538347" sldId="675"/>
        </pc:sldMkLst>
      </pc:sldChg>
      <pc:sldChg chg="del">
        <pc:chgData name="Soumita Sengupta" userId="4afa6ce1-cb01-46c2-8538-4650222f0c96" providerId="ADAL" clId="{B0AE7DB9-0830-4674-80CF-8FE714AF9B7B}" dt="2021-05-31T11:21:22.327" v="113" actId="47"/>
        <pc:sldMkLst>
          <pc:docMk/>
          <pc:sldMk cId="1877917348" sldId="682"/>
        </pc:sldMkLst>
      </pc:sldChg>
      <pc:sldChg chg="del">
        <pc:chgData name="Soumita Sengupta" userId="4afa6ce1-cb01-46c2-8538-4650222f0c96" providerId="ADAL" clId="{B0AE7DB9-0830-4674-80CF-8FE714AF9B7B}" dt="2021-05-31T11:21:00.099" v="25" actId="47"/>
        <pc:sldMkLst>
          <pc:docMk/>
          <pc:sldMk cId="1349535947" sldId="690"/>
        </pc:sldMkLst>
      </pc:sldChg>
      <pc:sldChg chg="del">
        <pc:chgData name="Soumita Sengupta" userId="4afa6ce1-cb01-46c2-8538-4650222f0c96" providerId="ADAL" clId="{B0AE7DB9-0830-4674-80CF-8FE714AF9B7B}" dt="2021-05-31T11:21:00.632" v="27" actId="47"/>
        <pc:sldMkLst>
          <pc:docMk/>
          <pc:sldMk cId="2783950847" sldId="691"/>
        </pc:sldMkLst>
      </pc:sldChg>
      <pc:sldChg chg="del">
        <pc:chgData name="Soumita Sengupta" userId="4afa6ce1-cb01-46c2-8538-4650222f0c96" providerId="ADAL" clId="{B0AE7DB9-0830-4674-80CF-8FE714AF9B7B}" dt="2021-05-31T11:21:00.854" v="28" actId="47"/>
        <pc:sldMkLst>
          <pc:docMk/>
          <pc:sldMk cId="3881707545" sldId="692"/>
        </pc:sldMkLst>
      </pc:sldChg>
      <pc:sldChg chg="del">
        <pc:chgData name="Soumita Sengupta" userId="4afa6ce1-cb01-46c2-8538-4650222f0c96" providerId="ADAL" clId="{B0AE7DB9-0830-4674-80CF-8FE714AF9B7B}" dt="2021-05-31T11:21:01.102" v="29" actId="47"/>
        <pc:sldMkLst>
          <pc:docMk/>
          <pc:sldMk cId="732789534" sldId="693"/>
        </pc:sldMkLst>
      </pc:sldChg>
      <pc:sldChg chg="del">
        <pc:chgData name="Soumita Sengupta" userId="4afa6ce1-cb01-46c2-8538-4650222f0c96" providerId="ADAL" clId="{B0AE7DB9-0830-4674-80CF-8FE714AF9B7B}" dt="2021-05-31T11:21:01.386" v="30" actId="47"/>
        <pc:sldMkLst>
          <pc:docMk/>
          <pc:sldMk cId="1650069667" sldId="694"/>
        </pc:sldMkLst>
      </pc:sldChg>
      <pc:sldChg chg="del">
        <pc:chgData name="Soumita Sengupta" userId="4afa6ce1-cb01-46c2-8538-4650222f0c96" providerId="ADAL" clId="{B0AE7DB9-0830-4674-80CF-8FE714AF9B7B}" dt="2021-05-31T11:21:01.571" v="31" actId="47"/>
        <pc:sldMkLst>
          <pc:docMk/>
          <pc:sldMk cId="3977964455" sldId="695"/>
        </pc:sldMkLst>
      </pc:sldChg>
      <pc:sldChg chg="del">
        <pc:chgData name="Soumita Sengupta" userId="4afa6ce1-cb01-46c2-8538-4650222f0c96" providerId="ADAL" clId="{B0AE7DB9-0830-4674-80CF-8FE714AF9B7B}" dt="2021-05-31T11:21:02.119" v="33" actId="47"/>
        <pc:sldMkLst>
          <pc:docMk/>
          <pc:sldMk cId="2989975256" sldId="697"/>
        </pc:sldMkLst>
      </pc:sldChg>
      <pc:sldChg chg="del">
        <pc:chgData name="Soumita Sengupta" userId="4afa6ce1-cb01-46c2-8538-4650222f0c96" providerId="ADAL" clId="{B0AE7DB9-0830-4674-80CF-8FE714AF9B7B}" dt="2021-05-31T11:21:02.673" v="35" actId="47"/>
        <pc:sldMkLst>
          <pc:docMk/>
          <pc:sldMk cId="3242929" sldId="699"/>
        </pc:sldMkLst>
      </pc:sldChg>
      <pc:sldChg chg="del">
        <pc:chgData name="Soumita Sengupta" userId="4afa6ce1-cb01-46c2-8538-4650222f0c96" providerId="ADAL" clId="{B0AE7DB9-0830-4674-80CF-8FE714AF9B7B}" dt="2021-05-31T11:21:02.936" v="36" actId="47"/>
        <pc:sldMkLst>
          <pc:docMk/>
          <pc:sldMk cId="2833213052" sldId="700"/>
        </pc:sldMkLst>
      </pc:sldChg>
      <pc:sldChg chg="del">
        <pc:chgData name="Soumita Sengupta" userId="4afa6ce1-cb01-46c2-8538-4650222f0c96" providerId="ADAL" clId="{B0AE7DB9-0830-4674-80CF-8FE714AF9B7B}" dt="2021-05-31T11:21:03.106" v="37" actId="47"/>
        <pc:sldMkLst>
          <pc:docMk/>
          <pc:sldMk cId="67063222" sldId="701"/>
        </pc:sldMkLst>
      </pc:sldChg>
      <pc:sldChg chg="del">
        <pc:chgData name="Soumita Sengupta" userId="4afa6ce1-cb01-46c2-8538-4650222f0c96" providerId="ADAL" clId="{B0AE7DB9-0830-4674-80CF-8FE714AF9B7B}" dt="2021-05-31T11:21:03.608" v="39" actId="47"/>
        <pc:sldMkLst>
          <pc:docMk/>
          <pc:sldMk cId="394688444" sldId="703"/>
        </pc:sldMkLst>
      </pc:sldChg>
      <pc:sldChg chg="del">
        <pc:chgData name="Soumita Sengupta" userId="4afa6ce1-cb01-46c2-8538-4650222f0c96" providerId="ADAL" clId="{B0AE7DB9-0830-4674-80CF-8FE714AF9B7B}" dt="2021-05-31T11:21:03.862" v="40" actId="47"/>
        <pc:sldMkLst>
          <pc:docMk/>
          <pc:sldMk cId="2559343463" sldId="704"/>
        </pc:sldMkLst>
      </pc:sldChg>
      <pc:sldChg chg="del">
        <pc:chgData name="Soumita Sengupta" userId="4afa6ce1-cb01-46c2-8538-4650222f0c96" providerId="ADAL" clId="{B0AE7DB9-0830-4674-80CF-8FE714AF9B7B}" dt="2021-05-31T11:21:04.043" v="41" actId="47"/>
        <pc:sldMkLst>
          <pc:docMk/>
          <pc:sldMk cId="2847207556" sldId="705"/>
        </pc:sldMkLst>
      </pc:sldChg>
      <pc:sldChg chg="del">
        <pc:chgData name="Soumita Sengupta" userId="4afa6ce1-cb01-46c2-8538-4650222f0c96" providerId="ADAL" clId="{B0AE7DB9-0830-4674-80CF-8FE714AF9B7B}" dt="2021-05-31T11:21:04.210" v="42" actId="47"/>
        <pc:sldMkLst>
          <pc:docMk/>
          <pc:sldMk cId="2525000584" sldId="706"/>
        </pc:sldMkLst>
      </pc:sldChg>
      <pc:sldChg chg="del">
        <pc:chgData name="Soumita Sengupta" userId="4afa6ce1-cb01-46c2-8538-4650222f0c96" providerId="ADAL" clId="{B0AE7DB9-0830-4674-80CF-8FE714AF9B7B}" dt="2021-05-31T11:21:04.464" v="43" actId="47"/>
        <pc:sldMkLst>
          <pc:docMk/>
          <pc:sldMk cId="1118961763" sldId="707"/>
        </pc:sldMkLst>
      </pc:sldChg>
      <pc:sldChg chg="del">
        <pc:chgData name="Soumita Sengupta" userId="4afa6ce1-cb01-46c2-8538-4650222f0c96" providerId="ADAL" clId="{B0AE7DB9-0830-4674-80CF-8FE714AF9B7B}" dt="2021-05-31T11:21:21.641" v="110" actId="47"/>
        <pc:sldMkLst>
          <pc:docMk/>
          <pc:sldMk cId="3842062754" sldId="708"/>
        </pc:sldMkLst>
      </pc:sldChg>
      <pc:sldChg chg="del">
        <pc:chgData name="Soumita Sengupta" userId="4afa6ce1-cb01-46c2-8538-4650222f0c96" providerId="ADAL" clId="{B0AE7DB9-0830-4674-80CF-8FE714AF9B7B}" dt="2021-05-31T11:21:21.857" v="111" actId="47"/>
        <pc:sldMkLst>
          <pc:docMk/>
          <pc:sldMk cId="1385205329" sldId="709"/>
        </pc:sldMkLst>
      </pc:sldChg>
      <pc:sldChg chg="del">
        <pc:chgData name="Soumita Sengupta" userId="4afa6ce1-cb01-46c2-8538-4650222f0c96" providerId="ADAL" clId="{B0AE7DB9-0830-4674-80CF-8FE714AF9B7B}" dt="2021-05-31T11:21:22.111" v="112" actId="47"/>
        <pc:sldMkLst>
          <pc:docMk/>
          <pc:sldMk cId="3511327653" sldId="710"/>
        </pc:sldMkLst>
      </pc:sldChg>
      <pc:sldChg chg="del">
        <pc:chgData name="Soumita Sengupta" userId="4afa6ce1-cb01-46c2-8538-4650222f0c96" providerId="ADAL" clId="{B0AE7DB9-0830-4674-80CF-8FE714AF9B7B}" dt="2021-05-31T11:21:23.012" v="116" actId="47"/>
        <pc:sldMkLst>
          <pc:docMk/>
          <pc:sldMk cId="3137745536" sldId="712"/>
        </pc:sldMkLst>
      </pc:sldChg>
      <pc:sldChg chg="del">
        <pc:chgData name="Soumita Sengupta" userId="4afa6ce1-cb01-46c2-8538-4650222f0c96" providerId="ADAL" clId="{B0AE7DB9-0830-4674-80CF-8FE714AF9B7B}" dt="2021-05-31T11:21:23.244" v="117" actId="47"/>
        <pc:sldMkLst>
          <pc:docMk/>
          <pc:sldMk cId="2872170972" sldId="713"/>
        </pc:sldMkLst>
      </pc:sldChg>
      <pc:sldChg chg="del">
        <pc:chgData name="Soumita Sengupta" userId="4afa6ce1-cb01-46c2-8538-4650222f0c96" providerId="ADAL" clId="{B0AE7DB9-0830-4674-80CF-8FE714AF9B7B}" dt="2021-05-31T11:21:23.461" v="118" actId="47"/>
        <pc:sldMkLst>
          <pc:docMk/>
          <pc:sldMk cId="910368742" sldId="714"/>
        </pc:sldMkLst>
      </pc:sldChg>
      <pc:sldChg chg="del">
        <pc:chgData name="Soumita Sengupta" userId="4afa6ce1-cb01-46c2-8538-4650222f0c96" providerId="ADAL" clId="{B0AE7DB9-0830-4674-80CF-8FE714AF9B7B}" dt="2021-05-31T11:21:23.862" v="120" actId="47"/>
        <pc:sldMkLst>
          <pc:docMk/>
          <pc:sldMk cId="2173025332" sldId="716"/>
        </pc:sldMkLst>
      </pc:sldChg>
      <pc:sldChg chg="del">
        <pc:chgData name="Soumita Sengupta" userId="4afa6ce1-cb01-46c2-8538-4650222f0c96" providerId="ADAL" clId="{B0AE7DB9-0830-4674-80CF-8FE714AF9B7B}" dt="2021-05-31T11:20:42.505" v="11" actId="47"/>
        <pc:sldMkLst>
          <pc:docMk/>
          <pc:sldMk cId="4197784673" sldId="718"/>
        </pc:sldMkLst>
      </pc:sldChg>
      <pc:sldChg chg="del">
        <pc:chgData name="Soumita Sengupta" userId="4afa6ce1-cb01-46c2-8538-4650222f0c96" providerId="ADAL" clId="{B0AE7DB9-0830-4674-80CF-8FE714AF9B7B}" dt="2021-05-31T11:20:43.531" v="13" actId="47"/>
        <pc:sldMkLst>
          <pc:docMk/>
          <pc:sldMk cId="1817621787" sldId="719"/>
        </pc:sldMkLst>
      </pc:sldChg>
      <pc:sldChg chg="del">
        <pc:chgData name="Soumita Sengupta" userId="4afa6ce1-cb01-46c2-8538-4650222f0c96" providerId="ADAL" clId="{B0AE7DB9-0830-4674-80CF-8FE714AF9B7B}" dt="2021-05-31T11:20:44.674" v="14" actId="47"/>
        <pc:sldMkLst>
          <pc:docMk/>
          <pc:sldMk cId="2472564179" sldId="720"/>
        </pc:sldMkLst>
      </pc:sldChg>
      <pc:sldChg chg="del">
        <pc:chgData name="Soumita Sengupta" userId="4afa6ce1-cb01-46c2-8538-4650222f0c96" providerId="ADAL" clId="{B0AE7DB9-0830-4674-80CF-8FE714AF9B7B}" dt="2021-05-31T11:20:55.371" v="15" actId="47"/>
        <pc:sldMkLst>
          <pc:docMk/>
          <pc:sldMk cId="2557363682" sldId="726"/>
        </pc:sldMkLst>
      </pc:sldChg>
      <pc:sldChg chg="del">
        <pc:chgData name="Soumita Sengupta" userId="4afa6ce1-cb01-46c2-8538-4650222f0c96" providerId="ADAL" clId="{B0AE7DB9-0830-4674-80CF-8FE714AF9B7B}" dt="2021-05-31T11:20:56.505" v="17" actId="47"/>
        <pc:sldMkLst>
          <pc:docMk/>
          <pc:sldMk cId="2533192149" sldId="727"/>
        </pc:sldMkLst>
      </pc:sldChg>
      <pc:sldChg chg="del">
        <pc:chgData name="Soumita Sengupta" userId="4afa6ce1-cb01-46c2-8538-4650222f0c96" providerId="ADAL" clId="{B0AE7DB9-0830-4674-80CF-8FE714AF9B7B}" dt="2021-05-31T11:20:56.944" v="18" actId="47"/>
        <pc:sldMkLst>
          <pc:docMk/>
          <pc:sldMk cId="267288945" sldId="728"/>
        </pc:sldMkLst>
      </pc:sldChg>
      <pc:sldChg chg="del">
        <pc:chgData name="Soumita Sengupta" userId="4afa6ce1-cb01-46c2-8538-4650222f0c96" providerId="ADAL" clId="{B0AE7DB9-0830-4674-80CF-8FE714AF9B7B}" dt="2021-05-31T11:20:56.042" v="16" actId="47"/>
        <pc:sldMkLst>
          <pc:docMk/>
          <pc:sldMk cId="1657360727" sldId="729"/>
        </pc:sldMkLst>
      </pc:sldChg>
      <pc:sldChg chg="del">
        <pc:chgData name="Soumita Sengupta" userId="4afa6ce1-cb01-46c2-8538-4650222f0c96" providerId="ADAL" clId="{B0AE7DB9-0830-4674-80CF-8FE714AF9B7B}" dt="2021-05-31T11:20:43.059" v="12" actId="47"/>
        <pc:sldMkLst>
          <pc:docMk/>
          <pc:sldMk cId="452156479" sldId="736"/>
        </pc:sldMkLst>
      </pc:sldChg>
      <pc:sldChg chg="del">
        <pc:chgData name="Soumita Sengupta" userId="4afa6ce1-cb01-46c2-8538-4650222f0c96" providerId="ADAL" clId="{B0AE7DB9-0830-4674-80CF-8FE714AF9B7B}" dt="2021-05-31T11:23:02.375" v="150" actId="47"/>
        <pc:sldMkLst>
          <pc:docMk/>
          <pc:sldMk cId="1013292222" sldId="737"/>
        </pc:sldMkLst>
      </pc:sldChg>
      <pc:sldChg chg="del">
        <pc:chgData name="Soumita Sengupta" userId="4afa6ce1-cb01-46c2-8538-4650222f0c96" providerId="ADAL" clId="{B0AE7DB9-0830-4674-80CF-8FE714AF9B7B}" dt="2021-05-31T11:20:58.062" v="19" actId="47"/>
        <pc:sldMkLst>
          <pc:docMk/>
          <pc:sldMk cId="481063857" sldId="738"/>
        </pc:sldMkLst>
      </pc:sldChg>
      <pc:sldChg chg="del">
        <pc:chgData name="Soumita Sengupta" userId="4afa6ce1-cb01-46c2-8538-4650222f0c96" providerId="ADAL" clId="{B0AE7DB9-0830-4674-80CF-8FE714AF9B7B}" dt="2021-05-31T11:20:59.783" v="24" actId="47"/>
        <pc:sldMkLst>
          <pc:docMk/>
          <pc:sldMk cId="1233064520" sldId="739"/>
        </pc:sldMkLst>
      </pc:sldChg>
      <pc:sldChg chg="del">
        <pc:chgData name="Soumita Sengupta" userId="4afa6ce1-cb01-46c2-8538-4650222f0c96" providerId="ADAL" clId="{B0AE7DB9-0830-4674-80CF-8FE714AF9B7B}" dt="2021-05-31T11:21:07.991" v="56" actId="47"/>
        <pc:sldMkLst>
          <pc:docMk/>
          <pc:sldMk cId="506531162" sldId="786"/>
        </pc:sldMkLst>
      </pc:sldChg>
      <pc:sldChg chg="del">
        <pc:chgData name="Soumita Sengupta" userId="4afa6ce1-cb01-46c2-8538-4650222f0c96" providerId="ADAL" clId="{B0AE7DB9-0830-4674-80CF-8FE714AF9B7B}" dt="2021-05-31T11:21:11.985" v="73" actId="47"/>
        <pc:sldMkLst>
          <pc:docMk/>
          <pc:sldMk cId="1187423674" sldId="788"/>
        </pc:sldMkLst>
      </pc:sldChg>
      <pc:sldChg chg="del">
        <pc:chgData name="Soumita Sengupta" userId="4afa6ce1-cb01-46c2-8538-4650222f0c96" providerId="ADAL" clId="{B0AE7DB9-0830-4674-80CF-8FE714AF9B7B}" dt="2021-05-31T11:21:12.617" v="76" actId="47"/>
        <pc:sldMkLst>
          <pc:docMk/>
          <pc:sldMk cId="2446929124" sldId="789"/>
        </pc:sldMkLst>
      </pc:sldChg>
      <pc:sldChg chg="del">
        <pc:chgData name="Soumita Sengupta" userId="4afa6ce1-cb01-46c2-8538-4650222f0c96" providerId="ADAL" clId="{B0AE7DB9-0830-4674-80CF-8FE714AF9B7B}" dt="2021-05-31T11:21:13.419" v="79" actId="47"/>
        <pc:sldMkLst>
          <pc:docMk/>
          <pc:sldMk cId="3045271607" sldId="794"/>
        </pc:sldMkLst>
      </pc:sldChg>
      <pc:sldChg chg="del">
        <pc:chgData name="Soumita Sengupta" userId="4afa6ce1-cb01-46c2-8538-4650222f0c96" providerId="ADAL" clId="{B0AE7DB9-0830-4674-80CF-8FE714AF9B7B}" dt="2021-05-31T11:21:15.279" v="87" actId="47"/>
        <pc:sldMkLst>
          <pc:docMk/>
          <pc:sldMk cId="2268596285" sldId="796"/>
        </pc:sldMkLst>
      </pc:sldChg>
      <pc:sldChg chg="del">
        <pc:chgData name="Soumita Sengupta" userId="4afa6ce1-cb01-46c2-8538-4650222f0c96" providerId="ADAL" clId="{B0AE7DB9-0830-4674-80CF-8FE714AF9B7B}" dt="2021-05-31T11:21:29.944" v="145" actId="47"/>
        <pc:sldMkLst>
          <pc:docMk/>
          <pc:sldMk cId="575536835" sldId="803"/>
        </pc:sldMkLst>
      </pc:sldChg>
      <pc:sldChg chg="del">
        <pc:chgData name="Soumita Sengupta" userId="4afa6ce1-cb01-46c2-8538-4650222f0c96" providerId="ADAL" clId="{B0AE7DB9-0830-4674-80CF-8FE714AF9B7B}" dt="2021-05-31T11:23:27.463" v="200" actId="47"/>
        <pc:sldMkLst>
          <pc:docMk/>
          <pc:sldMk cId="3221674416" sldId="804"/>
        </pc:sldMkLst>
      </pc:sldChg>
      <pc:sldChg chg="del">
        <pc:chgData name="Soumita Sengupta" userId="4afa6ce1-cb01-46c2-8538-4650222f0c96" providerId="ADAL" clId="{B0AE7DB9-0830-4674-80CF-8FE714AF9B7B}" dt="2021-05-31T11:23:28.967" v="203" actId="47"/>
        <pc:sldMkLst>
          <pc:docMk/>
          <pc:sldMk cId="87442308" sldId="805"/>
        </pc:sldMkLst>
      </pc:sldChg>
      <pc:sldChg chg="del">
        <pc:chgData name="Soumita Sengupta" userId="4afa6ce1-cb01-46c2-8538-4650222f0c96" providerId="ADAL" clId="{B0AE7DB9-0830-4674-80CF-8FE714AF9B7B}" dt="2021-05-31T11:21:24.332" v="122" actId="47"/>
        <pc:sldMkLst>
          <pc:docMk/>
          <pc:sldMk cId="2726919898" sldId="808"/>
        </pc:sldMkLst>
      </pc:sldChg>
      <pc:sldChg chg="del">
        <pc:chgData name="Soumita Sengupta" userId="4afa6ce1-cb01-46c2-8538-4650222f0c96" providerId="ADAL" clId="{B0AE7DB9-0830-4674-80CF-8FE714AF9B7B}" dt="2021-05-31T11:21:24.585" v="123" actId="47"/>
        <pc:sldMkLst>
          <pc:docMk/>
          <pc:sldMk cId="3656546334" sldId="809"/>
        </pc:sldMkLst>
      </pc:sldChg>
      <pc:sldChg chg="del">
        <pc:chgData name="Soumita Sengupta" userId="4afa6ce1-cb01-46c2-8538-4650222f0c96" providerId="ADAL" clId="{B0AE7DB9-0830-4674-80CF-8FE714AF9B7B}" dt="2021-05-31T11:21:24.786" v="124" actId="47"/>
        <pc:sldMkLst>
          <pc:docMk/>
          <pc:sldMk cId="3895102673" sldId="810"/>
        </pc:sldMkLst>
      </pc:sldChg>
      <pc:sldChg chg="del">
        <pc:chgData name="Soumita Sengupta" userId="4afa6ce1-cb01-46c2-8538-4650222f0c96" providerId="ADAL" clId="{B0AE7DB9-0830-4674-80CF-8FE714AF9B7B}" dt="2021-05-31T11:21:24.901" v="125" actId="47"/>
        <pc:sldMkLst>
          <pc:docMk/>
          <pc:sldMk cId="2442620785" sldId="811"/>
        </pc:sldMkLst>
      </pc:sldChg>
      <pc:sldChg chg="del">
        <pc:chgData name="Soumita Sengupta" userId="4afa6ce1-cb01-46c2-8538-4650222f0c96" providerId="ADAL" clId="{B0AE7DB9-0830-4674-80CF-8FE714AF9B7B}" dt="2021-05-31T11:23:13.120" v="174" actId="47"/>
        <pc:sldMkLst>
          <pc:docMk/>
          <pc:sldMk cId="1600615961" sldId="822"/>
        </pc:sldMkLst>
      </pc:sldChg>
      <pc:sldChg chg="del">
        <pc:chgData name="Soumita Sengupta" userId="4afa6ce1-cb01-46c2-8538-4650222f0c96" providerId="ADAL" clId="{B0AE7DB9-0830-4674-80CF-8FE714AF9B7B}" dt="2021-05-31T11:23:25.503" v="197" actId="47"/>
        <pc:sldMkLst>
          <pc:docMk/>
          <pc:sldMk cId="646275432" sldId="823"/>
        </pc:sldMkLst>
      </pc:sldChg>
      <pc:sldChg chg="del">
        <pc:chgData name="Soumita Sengupta" userId="4afa6ce1-cb01-46c2-8538-4650222f0c96" providerId="ADAL" clId="{B0AE7DB9-0830-4674-80CF-8FE714AF9B7B}" dt="2021-05-31T11:23:35.917" v="219" actId="47"/>
        <pc:sldMkLst>
          <pc:docMk/>
          <pc:sldMk cId="609144779" sldId="824"/>
        </pc:sldMkLst>
      </pc:sldChg>
      <pc:sldChg chg="del">
        <pc:chgData name="Soumita Sengupta" userId="4afa6ce1-cb01-46c2-8538-4650222f0c96" providerId="ADAL" clId="{B0AE7DB9-0830-4674-80CF-8FE714AF9B7B}" dt="2021-05-31T11:23:22.450" v="192" actId="47"/>
        <pc:sldMkLst>
          <pc:docMk/>
          <pc:sldMk cId="2061984971" sldId="826"/>
        </pc:sldMkLst>
      </pc:sldChg>
      <pc:sldChg chg="del">
        <pc:chgData name="Soumita Sengupta" userId="4afa6ce1-cb01-46c2-8538-4650222f0c96" providerId="ADAL" clId="{B0AE7DB9-0830-4674-80CF-8FE714AF9B7B}" dt="2021-05-31T11:23:23.715" v="194" actId="47"/>
        <pc:sldMkLst>
          <pc:docMk/>
          <pc:sldMk cId="2916609019" sldId="827"/>
        </pc:sldMkLst>
      </pc:sldChg>
      <pc:sldChg chg="del">
        <pc:chgData name="Soumita Sengupta" userId="4afa6ce1-cb01-46c2-8538-4650222f0c96" providerId="ADAL" clId="{B0AE7DB9-0830-4674-80CF-8FE714AF9B7B}" dt="2021-05-31T11:23:24.169" v="195" actId="47"/>
        <pc:sldMkLst>
          <pc:docMk/>
          <pc:sldMk cId="3965900230" sldId="828"/>
        </pc:sldMkLst>
      </pc:sldChg>
      <pc:sldChg chg="del">
        <pc:chgData name="Soumita Sengupta" userId="4afa6ce1-cb01-46c2-8538-4650222f0c96" providerId="ADAL" clId="{B0AE7DB9-0830-4674-80CF-8FE714AF9B7B}" dt="2021-05-31T11:23:24.986" v="196" actId="47"/>
        <pc:sldMkLst>
          <pc:docMk/>
          <pc:sldMk cId="860800460" sldId="829"/>
        </pc:sldMkLst>
      </pc:sldChg>
      <pc:sldChg chg="del">
        <pc:chgData name="Soumita Sengupta" userId="4afa6ce1-cb01-46c2-8538-4650222f0c96" providerId="ADAL" clId="{B0AE7DB9-0830-4674-80CF-8FE714AF9B7B}" dt="2021-05-31T11:21:25.433" v="127" actId="47"/>
        <pc:sldMkLst>
          <pc:docMk/>
          <pc:sldMk cId="1968607313" sldId="833"/>
        </pc:sldMkLst>
      </pc:sldChg>
      <pc:sldChg chg="del">
        <pc:chgData name="Soumita Sengupta" userId="4afa6ce1-cb01-46c2-8538-4650222f0c96" providerId="ADAL" clId="{B0AE7DB9-0830-4674-80CF-8FE714AF9B7B}" dt="2021-05-31T11:21:25.649" v="128" actId="47"/>
        <pc:sldMkLst>
          <pc:docMk/>
          <pc:sldMk cId="3495316257" sldId="834"/>
        </pc:sldMkLst>
      </pc:sldChg>
      <pc:sldChg chg="del">
        <pc:chgData name="Soumita Sengupta" userId="4afa6ce1-cb01-46c2-8538-4650222f0c96" providerId="ADAL" clId="{B0AE7DB9-0830-4674-80CF-8FE714AF9B7B}" dt="2021-05-31T11:21:25.865" v="129" actId="47"/>
        <pc:sldMkLst>
          <pc:docMk/>
          <pc:sldMk cId="3157366253" sldId="835"/>
        </pc:sldMkLst>
      </pc:sldChg>
      <pc:sldChg chg="del">
        <pc:chgData name="Soumita Sengupta" userId="4afa6ce1-cb01-46c2-8538-4650222f0c96" providerId="ADAL" clId="{B0AE7DB9-0830-4674-80CF-8FE714AF9B7B}" dt="2021-05-31T11:21:26.466" v="131" actId="47"/>
        <pc:sldMkLst>
          <pc:docMk/>
          <pc:sldMk cId="116401671" sldId="837"/>
        </pc:sldMkLst>
      </pc:sldChg>
      <pc:sldChg chg="del">
        <pc:chgData name="Soumita Sengupta" userId="4afa6ce1-cb01-46c2-8538-4650222f0c96" providerId="ADAL" clId="{B0AE7DB9-0830-4674-80CF-8FE714AF9B7B}" dt="2021-05-31T11:21:26.650" v="132" actId="47"/>
        <pc:sldMkLst>
          <pc:docMk/>
          <pc:sldMk cId="2218938682" sldId="838"/>
        </pc:sldMkLst>
      </pc:sldChg>
      <pc:sldChg chg="del">
        <pc:chgData name="Soumita Sengupta" userId="4afa6ce1-cb01-46c2-8538-4650222f0c96" providerId="ADAL" clId="{B0AE7DB9-0830-4674-80CF-8FE714AF9B7B}" dt="2021-05-31T11:21:26.867" v="133" actId="47"/>
        <pc:sldMkLst>
          <pc:docMk/>
          <pc:sldMk cId="3790829099" sldId="839"/>
        </pc:sldMkLst>
      </pc:sldChg>
      <pc:sldChg chg="del">
        <pc:chgData name="Soumita Sengupta" userId="4afa6ce1-cb01-46c2-8538-4650222f0c96" providerId="ADAL" clId="{B0AE7DB9-0830-4674-80CF-8FE714AF9B7B}" dt="2021-05-31T11:21:27.052" v="134" actId="47"/>
        <pc:sldMkLst>
          <pc:docMk/>
          <pc:sldMk cId="137161310" sldId="840"/>
        </pc:sldMkLst>
      </pc:sldChg>
      <pc:sldChg chg="del">
        <pc:chgData name="Soumita Sengupta" userId="4afa6ce1-cb01-46c2-8538-4650222f0c96" providerId="ADAL" clId="{B0AE7DB9-0830-4674-80CF-8FE714AF9B7B}" dt="2021-05-31T11:21:27.237" v="135" actId="47"/>
        <pc:sldMkLst>
          <pc:docMk/>
          <pc:sldMk cId="2895645912" sldId="841"/>
        </pc:sldMkLst>
      </pc:sldChg>
      <pc:sldChg chg="del">
        <pc:chgData name="Soumita Sengupta" userId="4afa6ce1-cb01-46c2-8538-4650222f0c96" providerId="ADAL" clId="{B0AE7DB9-0830-4674-80CF-8FE714AF9B7B}" dt="2021-05-31T11:21:27.422" v="136" actId="47"/>
        <pc:sldMkLst>
          <pc:docMk/>
          <pc:sldMk cId="3451605243" sldId="842"/>
        </pc:sldMkLst>
      </pc:sldChg>
      <pc:sldChg chg="del">
        <pc:chgData name="Soumita Sengupta" userId="4afa6ce1-cb01-46c2-8538-4650222f0c96" providerId="ADAL" clId="{B0AE7DB9-0830-4674-80CF-8FE714AF9B7B}" dt="2021-05-31T11:21:27.607" v="137" actId="47"/>
        <pc:sldMkLst>
          <pc:docMk/>
          <pc:sldMk cId="3520553567" sldId="843"/>
        </pc:sldMkLst>
      </pc:sldChg>
      <pc:sldChg chg="del">
        <pc:chgData name="Soumita Sengupta" userId="4afa6ce1-cb01-46c2-8538-4650222f0c96" providerId="ADAL" clId="{B0AE7DB9-0830-4674-80CF-8FE714AF9B7B}" dt="2021-05-31T11:23:21.395" v="190" actId="47"/>
        <pc:sldMkLst>
          <pc:docMk/>
          <pc:sldMk cId="739307135" sldId="845"/>
        </pc:sldMkLst>
      </pc:sldChg>
      <pc:sldChg chg="del">
        <pc:chgData name="Soumita Sengupta" userId="4afa6ce1-cb01-46c2-8538-4650222f0c96" providerId="ADAL" clId="{B0AE7DB9-0830-4674-80CF-8FE714AF9B7B}" dt="2021-05-31T11:23:20.446" v="188" actId="47"/>
        <pc:sldMkLst>
          <pc:docMk/>
          <pc:sldMk cId="2149126909" sldId="846"/>
        </pc:sldMkLst>
      </pc:sldChg>
      <pc:sldChg chg="del">
        <pc:chgData name="Soumita Sengupta" userId="4afa6ce1-cb01-46c2-8538-4650222f0c96" providerId="ADAL" clId="{B0AE7DB9-0830-4674-80CF-8FE714AF9B7B}" dt="2021-05-31T11:23:21.865" v="191" actId="47"/>
        <pc:sldMkLst>
          <pc:docMk/>
          <pc:sldMk cId="3396759169" sldId="847"/>
        </pc:sldMkLst>
      </pc:sldChg>
      <pc:sldChg chg="del">
        <pc:chgData name="Soumita Sengupta" userId="4afa6ce1-cb01-46c2-8538-4650222f0c96" providerId="ADAL" clId="{B0AE7DB9-0830-4674-80CF-8FE714AF9B7B}" dt="2021-05-31T11:23:22.898" v="193" actId="47"/>
        <pc:sldMkLst>
          <pc:docMk/>
          <pc:sldMk cId="2403941356" sldId="848"/>
        </pc:sldMkLst>
      </pc:sldChg>
      <pc:sldChg chg="del">
        <pc:chgData name="Soumita Sengupta" userId="4afa6ce1-cb01-46c2-8538-4650222f0c96" providerId="ADAL" clId="{B0AE7DB9-0830-4674-80CF-8FE714AF9B7B}" dt="2021-05-31T11:21:18.601" v="100" actId="47"/>
        <pc:sldMkLst>
          <pc:docMk/>
          <pc:sldMk cId="254607577" sldId="868"/>
        </pc:sldMkLst>
      </pc:sldChg>
      <pc:sldChg chg="del">
        <pc:chgData name="Soumita Sengupta" userId="4afa6ce1-cb01-46c2-8538-4650222f0c96" providerId="ADAL" clId="{B0AE7DB9-0830-4674-80CF-8FE714AF9B7B}" dt="2021-05-31T11:21:18.934" v="101" actId="47"/>
        <pc:sldMkLst>
          <pc:docMk/>
          <pc:sldMk cId="1693671457" sldId="869"/>
        </pc:sldMkLst>
      </pc:sldChg>
      <pc:sldChg chg="del">
        <pc:chgData name="Soumita Sengupta" userId="4afa6ce1-cb01-46c2-8538-4650222f0c96" providerId="ADAL" clId="{B0AE7DB9-0830-4674-80CF-8FE714AF9B7B}" dt="2021-05-31T11:21:19.187" v="102" actId="47"/>
        <pc:sldMkLst>
          <pc:docMk/>
          <pc:sldMk cId="2521651456" sldId="870"/>
        </pc:sldMkLst>
      </pc:sldChg>
      <pc:sldChg chg="del">
        <pc:chgData name="Soumita Sengupta" userId="4afa6ce1-cb01-46c2-8538-4650222f0c96" providerId="ADAL" clId="{B0AE7DB9-0830-4674-80CF-8FE714AF9B7B}" dt="2021-05-31T11:21:19.989" v="104" actId="47"/>
        <pc:sldMkLst>
          <pc:docMk/>
          <pc:sldMk cId="2056228496" sldId="872"/>
        </pc:sldMkLst>
      </pc:sldChg>
      <pc:sldChg chg="del">
        <pc:chgData name="Soumita Sengupta" userId="4afa6ce1-cb01-46c2-8538-4650222f0c96" providerId="ADAL" clId="{B0AE7DB9-0830-4674-80CF-8FE714AF9B7B}" dt="2021-05-31T11:21:20.320" v="105" actId="47"/>
        <pc:sldMkLst>
          <pc:docMk/>
          <pc:sldMk cId="2816898881" sldId="873"/>
        </pc:sldMkLst>
      </pc:sldChg>
      <pc:sldChg chg="del">
        <pc:chgData name="Soumita Sengupta" userId="4afa6ce1-cb01-46c2-8538-4650222f0c96" providerId="ADAL" clId="{B0AE7DB9-0830-4674-80CF-8FE714AF9B7B}" dt="2021-05-31T11:21:20.869" v="107" actId="47"/>
        <pc:sldMkLst>
          <pc:docMk/>
          <pc:sldMk cId="53408869" sldId="874"/>
        </pc:sldMkLst>
      </pc:sldChg>
      <pc:sldChg chg="del">
        <pc:chgData name="Soumita Sengupta" userId="4afa6ce1-cb01-46c2-8538-4650222f0c96" providerId="ADAL" clId="{B0AE7DB9-0830-4674-80CF-8FE714AF9B7B}" dt="2021-05-31T11:21:21.123" v="108" actId="47"/>
        <pc:sldMkLst>
          <pc:docMk/>
          <pc:sldMk cId="1332674554" sldId="875"/>
        </pc:sldMkLst>
      </pc:sldChg>
      <pc:sldChg chg="del">
        <pc:chgData name="Soumita Sengupta" userId="4afa6ce1-cb01-46c2-8538-4650222f0c96" providerId="ADAL" clId="{B0AE7DB9-0830-4674-80CF-8FE714AF9B7B}" dt="2021-05-31T11:23:37.762" v="221" actId="47"/>
        <pc:sldMkLst>
          <pc:docMk/>
          <pc:sldMk cId="202006007" sldId="879"/>
        </pc:sldMkLst>
      </pc:sldChg>
      <pc:sldChg chg="del">
        <pc:chgData name="Soumita Sengupta" userId="4afa6ce1-cb01-46c2-8538-4650222f0c96" providerId="ADAL" clId="{B0AE7DB9-0830-4674-80CF-8FE714AF9B7B}" dt="2021-05-31T11:21:06.789" v="53" actId="47"/>
        <pc:sldMkLst>
          <pc:docMk/>
          <pc:sldMk cId="1639061617" sldId="880"/>
        </pc:sldMkLst>
      </pc:sldChg>
      <pc:sldChg chg="del">
        <pc:chgData name="Soumita Sengupta" userId="4afa6ce1-cb01-46c2-8538-4650222f0c96" providerId="ADAL" clId="{B0AE7DB9-0830-4674-80CF-8FE714AF9B7B}" dt="2021-05-31T11:21:09.342" v="61" actId="47"/>
        <pc:sldMkLst>
          <pc:docMk/>
          <pc:sldMk cId="2139875260" sldId="881"/>
        </pc:sldMkLst>
      </pc:sldChg>
      <pc:sldChg chg="del">
        <pc:chgData name="Soumita Sengupta" userId="4afa6ce1-cb01-46c2-8538-4650222f0c96" providerId="ADAL" clId="{B0AE7DB9-0830-4674-80CF-8FE714AF9B7B}" dt="2021-05-31T11:21:09.828" v="63" actId="47"/>
        <pc:sldMkLst>
          <pc:docMk/>
          <pc:sldMk cId="4074590590" sldId="882"/>
        </pc:sldMkLst>
      </pc:sldChg>
      <pc:sldChg chg="del">
        <pc:chgData name="Soumita Sengupta" userId="4afa6ce1-cb01-46c2-8538-4650222f0c96" providerId="ADAL" clId="{B0AE7DB9-0830-4674-80CF-8FE714AF9B7B}" dt="2021-05-31T11:21:10.283" v="65" actId="47"/>
        <pc:sldMkLst>
          <pc:docMk/>
          <pc:sldMk cId="2047864383" sldId="883"/>
        </pc:sldMkLst>
      </pc:sldChg>
      <pc:sldChg chg="del">
        <pc:chgData name="Soumita Sengupta" userId="4afa6ce1-cb01-46c2-8538-4650222f0c96" providerId="ADAL" clId="{B0AE7DB9-0830-4674-80CF-8FE714AF9B7B}" dt="2021-05-31T11:21:10.568" v="66" actId="47"/>
        <pc:sldMkLst>
          <pc:docMk/>
          <pc:sldMk cId="3568281701" sldId="884"/>
        </pc:sldMkLst>
      </pc:sldChg>
      <pc:sldChg chg="del">
        <pc:chgData name="Soumita Sengupta" userId="4afa6ce1-cb01-46c2-8538-4650222f0c96" providerId="ADAL" clId="{B0AE7DB9-0830-4674-80CF-8FE714AF9B7B}" dt="2021-05-31T11:21:10.783" v="67" actId="47"/>
        <pc:sldMkLst>
          <pc:docMk/>
          <pc:sldMk cId="3658751047" sldId="885"/>
        </pc:sldMkLst>
      </pc:sldChg>
      <pc:sldChg chg="del">
        <pc:chgData name="Soumita Sengupta" userId="4afa6ce1-cb01-46c2-8538-4650222f0c96" providerId="ADAL" clId="{B0AE7DB9-0830-4674-80CF-8FE714AF9B7B}" dt="2021-05-31T11:21:10.984" v="68" actId="47"/>
        <pc:sldMkLst>
          <pc:docMk/>
          <pc:sldMk cId="225487929" sldId="886"/>
        </pc:sldMkLst>
      </pc:sldChg>
      <pc:sldChg chg="del">
        <pc:chgData name="Soumita Sengupta" userId="4afa6ce1-cb01-46c2-8538-4650222f0c96" providerId="ADAL" clId="{B0AE7DB9-0830-4674-80CF-8FE714AF9B7B}" dt="2021-05-31T11:21:11.199" v="69" actId="47"/>
        <pc:sldMkLst>
          <pc:docMk/>
          <pc:sldMk cId="1268566176" sldId="887"/>
        </pc:sldMkLst>
      </pc:sldChg>
      <pc:sldChg chg="del">
        <pc:chgData name="Soumita Sengupta" userId="4afa6ce1-cb01-46c2-8538-4650222f0c96" providerId="ADAL" clId="{B0AE7DB9-0830-4674-80CF-8FE714AF9B7B}" dt="2021-05-31T11:21:13.072" v="78" actId="47"/>
        <pc:sldMkLst>
          <pc:docMk/>
          <pc:sldMk cId="2151746763" sldId="888"/>
        </pc:sldMkLst>
      </pc:sldChg>
      <pc:sldChg chg="del">
        <pc:chgData name="Soumita Sengupta" userId="4afa6ce1-cb01-46c2-8538-4650222f0c96" providerId="ADAL" clId="{B0AE7DB9-0830-4674-80CF-8FE714AF9B7B}" dt="2021-05-31T11:21:13.673" v="80" actId="47"/>
        <pc:sldMkLst>
          <pc:docMk/>
          <pc:sldMk cId="2990392643" sldId="889"/>
        </pc:sldMkLst>
      </pc:sldChg>
      <pc:sldChg chg="del">
        <pc:chgData name="Soumita Sengupta" userId="4afa6ce1-cb01-46c2-8538-4650222f0c96" providerId="ADAL" clId="{B0AE7DB9-0830-4674-80CF-8FE714AF9B7B}" dt="2021-05-31T11:21:13.889" v="81" actId="47"/>
        <pc:sldMkLst>
          <pc:docMk/>
          <pc:sldMk cId="4152093735" sldId="890"/>
        </pc:sldMkLst>
      </pc:sldChg>
      <pc:sldChg chg="del">
        <pc:chgData name="Soumita Sengupta" userId="4afa6ce1-cb01-46c2-8538-4650222f0c96" providerId="ADAL" clId="{B0AE7DB9-0830-4674-80CF-8FE714AF9B7B}" dt="2021-05-31T11:21:16.566" v="93" actId="47"/>
        <pc:sldMkLst>
          <pc:docMk/>
          <pc:sldMk cId="3419036602" sldId="891"/>
        </pc:sldMkLst>
      </pc:sldChg>
      <pc:sldChg chg="del">
        <pc:chgData name="Soumita Sengupta" userId="4afa6ce1-cb01-46c2-8538-4650222f0c96" providerId="ADAL" clId="{B0AE7DB9-0830-4674-80CF-8FE714AF9B7B}" dt="2021-05-31T11:21:16.744" v="94" actId="47"/>
        <pc:sldMkLst>
          <pc:docMk/>
          <pc:sldMk cId="2610132345" sldId="892"/>
        </pc:sldMkLst>
      </pc:sldChg>
      <pc:sldChg chg="del">
        <pc:chgData name="Soumita Sengupta" userId="4afa6ce1-cb01-46c2-8538-4650222f0c96" providerId="ADAL" clId="{B0AE7DB9-0830-4674-80CF-8FE714AF9B7B}" dt="2021-05-31T11:21:16.945" v="95" actId="47"/>
        <pc:sldMkLst>
          <pc:docMk/>
          <pc:sldMk cId="44910485" sldId="893"/>
        </pc:sldMkLst>
      </pc:sldChg>
      <pc:sldChg chg="del">
        <pc:chgData name="Soumita Sengupta" userId="4afa6ce1-cb01-46c2-8538-4650222f0c96" providerId="ADAL" clId="{B0AE7DB9-0830-4674-80CF-8FE714AF9B7B}" dt="2021-05-31T11:21:17.167" v="96" actId="47"/>
        <pc:sldMkLst>
          <pc:docMk/>
          <pc:sldMk cId="3136716027" sldId="894"/>
        </pc:sldMkLst>
      </pc:sldChg>
      <pc:sldChg chg="del">
        <pc:chgData name="Soumita Sengupta" userId="4afa6ce1-cb01-46c2-8538-4650222f0c96" providerId="ADAL" clId="{B0AE7DB9-0830-4674-80CF-8FE714AF9B7B}" dt="2021-05-31T11:21:20.606" v="106" actId="47"/>
        <pc:sldMkLst>
          <pc:docMk/>
          <pc:sldMk cId="1567628064" sldId="895"/>
        </pc:sldMkLst>
      </pc:sldChg>
      <pc:sldChg chg="del">
        <pc:chgData name="Soumita Sengupta" userId="4afa6ce1-cb01-46c2-8538-4650222f0c96" providerId="ADAL" clId="{B0AE7DB9-0830-4674-80CF-8FE714AF9B7B}" dt="2021-05-31T11:21:22.527" v="114" actId="47"/>
        <pc:sldMkLst>
          <pc:docMk/>
          <pc:sldMk cId="3581655586" sldId="897"/>
        </pc:sldMkLst>
      </pc:sldChg>
      <pc:sldChg chg="del">
        <pc:chgData name="Soumita Sengupta" userId="4afa6ce1-cb01-46c2-8538-4650222f0c96" providerId="ADAL" clId="{B0AE7DB9-0830-4674-80CF-8FE714AF9B7B}" dt="2021-05-31T11:21:22.781" v="115" actId="47"/>
        <pc:sldMkLst>
          <pc:docMk/>
          <pc:sldMk cId="2881927986" sldId="898"/>
        </pc:sldMkLst>
      </pc:sldChg>
      <pc:sldChg chg="del">
        <pc:chgData name="Soumita Sengupta" userId="4afa6ce1-cb01-46c2-8538-4650222f0c96" providerId="ADAL" clId="{B0AE7DB9-0830-4674-80CF-8FE714AF9B7B}" dt="2021-05-31T11:21:23.684" v="119" actId="47"/>
        <pc:sldMkLst>
          <pc:docMk/>
          <pc:sldMk cId="2274002417" sldId="900"/>
        </pc:sldMkLst>
      </pc:sldChg>
      <pc:sldChg chg="del">
        <pc:chgData name="Soumita Sengupta" userId="4afa6ce1-cb01-46c2-8538-4650222f0c96" providerId="ADAL" clId="{B0AE7DB9-0830-4674-80CF-8FE714AF9B7B}" dt="2021-05-31T11:21:26.281" v="130" actId="47"/>
        <pc:sldMkLst>
          <pc:docMk/>
          <pc:sldMk cId="764318788" sldId="902"/>
        </pc:sldMkLst>
      </pc:sldChg>
      <pc:sldChg chg="del">
        <pc:chgData name="Soumita Sengupta" userId="4afa6ce1-cb01-46c2-8538-4650222f0c96" providerId="ADAL" clId="{B0AE7DB9-0830-4674-80CF-8FE714AF9B7B}" dt="2021-05-31T11:21:28.455" v="141" actId="47"/>
        <pc:sldMkLst>
          <pc:docMk/>
          <pc:sldMk cId="1489738380" sldId="903"/>
        </pc:sldMkLst>
      </pc:sldChg>
      <pc:sldChg chg="del">
        <pc:chgData name="Soumita Sengupta" userId="4afa6ce1-cb01-46c2-8538-4650222f0c96" providerId="ADAL" clId="{B0AE7DB9-0830-4674-80CF-8FE714AF9B7B}" dt="2021-05-31T11:21:28.687" v="142" actId="47"/>
        <pc:sldMkLst>
          <pc:docMk/>
          <pc:sldMk cId="3148603224" sldId="904"/>
        </pc:sldMkLst>
      </pc:sldChg>
      <pc:sldChg chg="del">
        <pc:chgData name="Soumita Sengupta" userId="4afa6ce1-cb01-46c2-8538-4650222f0c96" providerId="ADAL" clId="{B0AE7DB9-0830-4674-80CF-8FE714AF9B7B}" dt="2021-05-31T11:23:03.895" v="153" actId="47"/>
        <pc:sldMkLst>
          <pc:docMk/>
          <pc:sldMk cId="1190720650" sldId="905"/>
        </pc:sldMkLst>
      </pc:sldChg>
      <pc:sldChg chg="del">
        <pc:chgData name="Soumita Sengupta" userId="4afa6ce1-cb01-46c2-8538-4650222f0c96" providerId="ADAL" clId="{B0AE7DB9-0830-4674-80CF-8FE714AF9B7B}" dt="2021-05-31T11:23:19.474" v="186" actId="47"/>
        <pc:sldMkLst>
          <pc:docMk/>
          <pc:sldMk cId="2516332578" sldId="906"/>
        </pc:sldMkLst>
      </pc:sldChg>
      <pc:sldChg chg="del">
        <pc:chgData name="Soumita Sengupta" userId="4afa6ce1-cb01-46c2-8538-4650222f0c96" providerId="ADAL" clId="{B0AE7DB9-0830-4674-80CF-8FE714AF9B7B}" dt="2021-05-31T11:23:20.932" v="189" actId="47"/>
        <pc:sldMkLst>
          <pc:docMk/>
          <pc:sldMk cId="2973615240" sldId="907"/>
        </pc:sldMkLst>
      </pc:sldChg>
      <pc:sldChg chg="del">
        <pc:chgData name="Soumita Sengupta" userId="4afa6ce1-cb01-46c2-8538-4650222f0c96" providerId="ADAL" clId="{B0AE7DB9-0830-4674-80CF-8FE714AF9B7B}" dt="2021-05-31T11:23:29.384" v="204" actId="47"/>
        <pc:sldMkLst>
          <pc:docMk/>
          <pc:sldMk cId="1602332024" sldId="908"/>
        </pc:sldMkLst>
      </pc:sldChg>
      <pc:sldChg chg="del">
        <pc:chgData name="Soumita Sengupta" userId="4afa6ce1-cb01-46c2-8538-4650222f0c96" providerId="ADAL" clId="{B0AE7DB9-0830-4674-80CF-8FE714AF9B7B}" dt="2021-05-31T11:23:29.870" v="205" actId="47"/>
        <pc:sldMkLst>
          <pc:docMk/>
          <pc:sldMk cId="2713866988" sldId="909"/>
        </pc:sldMkLst>
      </pc:sldChg>
      <pc:sldChg chg="del">
        <pc:chgData name="Soumita Sengupta" userId="4afa6ce1-cb01-46c2-8538-4650222f0c96" providerId="ADAL" clId="{B0AE7DB9-0830-4674-80CF-8FE714AF9B7B}" dt="2021-05-31T11:23:30.302" v="206" actId="47"/>
        <pc:sldMkLst>
          <pc:docMk/>
          <pc:sldMk cId="959984758" sldId="910"/>
        </pc:sldMkLst>
      </pc:sldChg>
      <pc:sldChg chg="del">
        <pc:chgData name="Soumita Sengupta" userId="4afa6ce1-cb01-46c2-8538-4650222f0c96" providerId="ADAL" clId="{B0AE7DB9-0830-4674-80CF-8FE714AF9B7B}" dt="2021-05-31T11:23:30.788" v="207" actId="47"/>
        <pc:sldMkLst>
          <pc:docMk/>
          <pc:sldMk cId="2701152022" sldId="911"/>
        </pc:sldMkLst>
      </pc:sldChg>
      <pc:sldChg chg="del">
        <pc:chgData name="Soumita Sengupta" userId="4afa6ce1-cb01-46c2-8538-4650222f0c96" providerId="ADAL" clId="{B0AE7DB9-0830-4674-80CF-8FE714AF9B7B}" dt="2021-05-31T11:23:32.293" v="210" actId="47"/>
        <pc:sldMkLst>
          <pc:docMk/>
          <pc:sldMk cId="7820174" sldId="912"/>
        </pc:sldMkLst>
      </pc:sldChg>
      <pc:sldChg chg="del">
        <pc:chgData name="Soumita Sengupta" userId="4afa6ce1-cb01-46c2-8538-4650222f0c96" providerId="ADAL" clId="{B0AE7DB9-0830-4674-80CF-8FE714AF9B7B}" dt="2021-05-31T11:23:16.452" v="180" actId="47"/>
        <pc:sldMkLst>
          <pc:docMk/>
          <pc:sldMk cId="2358187163" sldId="913"/>
        </pc:sldMkLst>
      </pc:sldChg>
      <pc:sldChg chg="del">
        <pc:chgData name="Soumita Sengupta" userId="4afa6ce1-cb01-46c2-8538-4650222f0c96" providerId="ADAL" clId="{B0AE7DB9-0830-4674-80CF-8FE714AF9B7B}" dt="2021-05-31T11:23:16.931" v="181" actId="47"/>
        <pc:sldMkLst>
          <pc:docMk/>
          <pc:sldMk cId="1544824064" sldId="914"/>
        </pc:sldMkLst>
      </pc:sldChg>
      <pc:sldChg chg="del">
        <pc:chgData name="Soumita Sengupta" userId="4afa6ce1-cb01-46c2-8538-4650222f0c96" providerId="ADAL" clId="{B0AE7DB9-0830-4674-80CF-8FE714AF9B7B}" dt="2021-05-31T11:23:17.433" v="182" actId="47"/>
        <pc:sldMkLst>
          <pc:docMk/>
          <pc:sldMk cId="3465040682" sldId="915"/>
        </pc:sldMkLst>
      </pc:sldChg>
      <pc:sldChg chg="del">
        <pc:chgData name="Soumita Sengupta" userId="4afa6ce1-cb01-46c2-8538-4650222f0c96" providerId="ADAL" clId="{B0AE7DB9-0830-4674-80CF-8FE714AF9B7B}" dt="2021-05-31T11:23:17.902" v="183" actId="47"/>
        <pc:sldMkLst>
          <pc:docMk/>
          <pc:sldMk cId="3794074273" sldId="916"/>
        </pc:sldMkLst>
      </pc:sldChg>
      <pc:sldChg chg="del">
        <pc:chgData name="Soumita Sengupta" userId="4afa6ce1-cb01-46c2-8538-4650222f0c96" providerId="ADAL" clId="{B0AE7DB9-0830-4674-80CF-8FE714AF9B7B}" dt="2021-05-31T11:23:18.435" v="184" actId="47"/>
        <pc:sldMkLst>
          <pc:docMk/>
          <pc:sldMk cId="187595524" sldId="917"/>
        </pc:sldMkLst>
      </pc:sldChg>
      <pc:sldChg chg="del">
        <pc:chgData name="Soumita Sengupta" userId="4afa6ce1-cb01-46c2-8538-4650222f0c96" providerId="ADAL" clId="{B0AE7DB9-0830-4674-80CF-8FE714AF9B7B}" dt="2021-05-31T11:23:10.799" v="170" actId="47"/>
        <pc:sldMkLst>
          <pc:docMk/>
          <pc:sldMk cId="2852893372" sldId="918"/>
        </pc:sldMkLst>
      </pc:sldChg>
      <pc:sldChg chg="del">
        <pc:chgData name="Soumita Sengupta" userId="4afa6ce1-cb01-46c2-8538-4650222f0c96" providerId="ADAL" clId="{B0AE7DB9-0830-4674-80CF-8FE714AF9B7B}" dt="2021-05-31T11:23:08.893" v="165" actId="47"/>
        <pc:sldMkLst>
          <pc:docMk/>
          <pc:sldMk cId="2759954250" sldId="919"/>
        </pc:sldMkLst>
      </pc:sldChg>
      <pc:sldChg chg="del">
        <pc:chgData name="Soumita Sengupta" userId="4afa6ce1-cb01-46c2-8538-4650222f0c96" providerId="ADAL" clId="{B0AE7DB9-0830-4674-80CF-8FE714AF9B7B}" dt="2021-05-31T11:21:00.385" v="26" actId="47"/>
        <pc:sldMkLst>
          <pc:docMk/>
          <pc:sldMk cId="3295062282" sldId="927"/>
        </pc:sldMkLst>
      </pc:sldChg>
      <pc:sldChg chg="del">
        <pc:chgData name="Soumita Sengupta" userId="4afa6ce1-cb01-46c2-8538-4650222f0c96" providerId="ADAL" clId="{B0AE7DB9-0830-4674-80CF-8FE714AF9B7B}" dt="2021-05-31T11:21:01.919" v="32" actId="47"/>
        <pc:sldMkLst>
          <pc:docMk/>
          <pc:sldMk cId="2217130885" sldId="928"/>
        </pc:sldMkLst>
      </pc:sldChg>
      <pc:sldChg chg="del">
        <pc:chgData name="Soumita Sengupta" userId="4afa6ce1-cb01-46c2-8538-4650222f0c96" providerId="ADAL" clId="{B0AE7DB9-0830-4674-80CF-8FE714AF9B7B}" dt="2021-05-31T11:21:04.981" v="45" actId="47"/>
        <pc:sldMkLst>
          <pc:docMk/>
          <pc:sldMk cId="1748012018" sldId="929"/>
        </pc:sldMkLst>
      </pc:sldChg>
      <pc:sldChg chg="del">
        <pc:chgData name="Soumita Sengupta" userId="4afa6ce1-cb01-46c2-8538-4650222f0c96" providerId="ADAL" clId="{B0AE7DB9-0830-4674-80CF-8FE714AF9B7B}" dt="2021-05-31T11:21:05.213" v="46" actId="47"/>
        <pc:sldMkLst>
          <pc:docMk/>
          <pc:sldMk cId="2923169041" sldId="930"/>
        </pc:sldMkLst>
      </pc:sldChg>
      <pc:sldChg chg="del">
        <pc:chgData name="Soumita Sengupta" userId="4afa6ce1-cb01-46c2-8538-4650222f0c96" providerId="ADAL" clId="{B0AE7DB9-0830-4674-80CF-8FE714AF9B7B}" dt="2021-05-31T11:21:05.582" v="48" actId="47"/>
        <pc:sldMkLst>
          <pc:docMk/>
          <pc:sldMk cId="1035846895" sldId="931"/>
        </pc:sldMkLst>
      </pc:sldChg>
      <pc:sldChg chg="del">
        <pc:chgData name="Soumita Sengupta" userId="4afa6ce1-cb01-46c2-8538-4650222f0c96" providerId="ADAL" clId="{B0AE7DB9-0830-4674-80CF-8FE714AF9B7B}" dt="2021-05-31T11:21:17.832" v="98" actId="47"/>
        <pc:sldMkLst>
          <pc:docMk/>
          <pc:sldMk cId="76057407" sldId="932"/>
        </pc:sldMkLst>
      </pc:sldChg>
      <pc:sldChg chg="del">
        <pc:chgData name="Soumita Sengupta" userId="4afa6ce1-cb01-46c2-8538-4650222f0c96" providerId="ADAL" clId="{B0AE7DB9-0830-4674-80CF-8FE714AF9B7B}" dt="2021-05-31T11:21:15.696" v="89" actId="47"/>
        <pc:sldMkLst>
          <pc:docMk/>
          <pc:sldMk cId="571070298" sldId="933"/>
        </pc:sldMkLst>
      </pc:sldChg>
      <pc:sldChg chg="del">
        <pc:chgData name="Soumita Sengupta" userId="4afa6ce1-cb01-46c2-8538-4650222f0c96" providerId="ADAL" clId="{B0AE7DB9-0830-4674-80CF-8FE714AF9B7B}" dt="2021-05-31T11:21:18.263" v="99" actId="47"/>
        <pc:sldMkLst>
          <pc:docMk/>
          <pc:sldMk cId="4227295208" sldId="934"/>
        </pc:sldMkLst>
      </pc:sldChg>
      <pc:sldChg chg="del">
        <pc:chgData name="Soumita Sengupta" userId="4afa6ce1-cb01-46c2-8538-4650222f0c96" providerId="ADAL" clId="{B0AE7DB9-0830-4674-80CF-8FE714AF9B7B}" dt="2021-05-31T11:21:19.651" v="103" actId="47"/>
        <pc:sldMkLst>
          <pc:docMk/>
          <pc:sldMk cId="714188267" sldId="935"/>
        </pc:sldMkLst>
      </pc:sldChg>
      <pc:sldChg chg="del">
        <pc:chgData name="Soumita Sengupta" userId="4afa6ce1-cb01-46c2-8538-4650222f0c96" providerId="ADAL" clId="{B0AE7DB9-0830-4674-80CF-8FE714AF9B7B}" dt="2021-05-31T11:21:21.340" v="109" actId="47"/>
        <pc:sldMkLst>
          <pc:docMk/>
          <pc:sldMk cId="3232398204" sldId="936"/>
        </pc:sldMkLst>
      </pc:sldChg>
      <pc:sldChg chg="del">
        <pc:chgData name="Soumita Sengupta" userId="4afa6ce1-cb01-46c2-8538-4650222f0c96" providerId="ADAL" clId="{B0AE7DB9-0830-4674-80CF-8FE714AF9B7B}" dt="2021-05-31T11:21:24.116" v="121" actId="47"/>
        <pc:sldMkLst>
          <pc:docMk/>
          <pc:sldMk cId="3642712085" sldId="937"/>
        </pc:sldMkLst>
      </pc:sldChg>
      <pc:sldChg chg="del">
        <pc:chgData name="Soumita Sengupta" userId="4afa6ce1-cb01-46c2-8538-4650222f0c96" providerId="ADAL" clId="{B0AE7DB9-0830-4674-80CF-8FE714AF9B7B}" dt="2021-05-31T11:21:25.180" v="126" actId="47"/>
        <pc:sldMkLst>
          <pc:docMk/>
          <pc:sldMk cId="7191770" sldId="938"/>
        </pc:sldMkLst>
      </pc:sldChg>
      <pc:sldChg chg="del">
        <pc:chgData name="Soumita Sengupta" userId="4afa6ce1-cb01-46c2-8538-4650222f0c96" providerId="ADAL" clId="{B0AE7DB9-0830-4674-80CF-8FE714AF9B7B}" dt="2021-05-31T11:21:27.784" v="138" actId="47"/>
        <pc:sldMkLst>
          <pc:docMk/>
          <pc:sldMk cId="1629828719" sldId="939"/>
        </pc:sldMkLst>
      </pc:sldChg>
      <pc:sldChg chg="del">
        <pc:chgData name="Soumita Sengupta" userId="4afa6ce1-cb01-46c2-8538-4650222f0c96" providerId="ADAL" clId="{B0AE7DB9-0830-4674-80CF-8FE714AF9B7B}" dt="2021-05-31T11:23:06.169" v="157" actId="47"/>
        <pc:sldMkLst>
          <pc:docMk/>
          <pc:sldMk cId="2290130803" sldId="940"/>
        </pc:sldMkLst>
      </pc:sldChg>
      <pc:sldChg chg="del">
        <pc:chgData name="Soumita Sengupta" userId="4afa6ce1-cb01-46c2-8538-4650222f0c96" providerId="ADAL" clId="{B0AE7DB9-0830-4674-80CF-8FE714AF9B7B}" dt="2021-05-31T11:23:11.803" v="171" actId="47"/>
        <pc:sldMkLst>
          <pc:docMk/>
          <pc:sldMk cId="2474761129" sldId="941"/>
        </pc:sldMkLst>
      </pc:sldChg>
      <pc:sldChg chg="del">
        <pc:chgData name="Soumita Sengupta" userId="4afa6ce1-cb01-46c2-8538-4650222f0c96" providerId="ADAL" clId="{B0AE7DB9-0830-4674-80CF-8FE714AF9B7B}" dt="2021-05-31T11:23:13.643" v="175" actId="47"/>
        <pc:sldMkLst>
          <pc:docMk/>
          <pc:sldMk cId="3331102589" sldId="942"/>
        </pc:sldMkLst>
      </pc:sldChg>
      <pc:sldChg chg="del">
        <pc:chgData name="Soumita Sengupta" userId="4afa6ce1-cb01-46c2-8538-4650222f0c96" providerId="ADAL" clId="{B0AE7DB9-0830-4674-80CF-8FE714AF9B7B}" dt="2021-05-31T11:23:26.592" v="198" actId="47"/>
        <pc:sldMkLst>
          <pc:docMk/>
          <pc:sldMk cId="1168179596" sldId="943"/>
        </pc:sldMkLst>
      </pc:sldChg>
      <pc:sldChg chg="del">
        <pc:chgData name="Soumita Sengupta" userId="4afa6ce1-cb01-46c2-8538-4650222f0c96" providerId="ADAL" clId="{B0AE7DB9-0830-4674-80CF-8FE714AF9B7B}" dt="2021-05-31T11:23:36.550" v="220" actId="47"/>
        <pc:sldMkLst>
          <pc:docMk/>
          <pc:sldMk cId="2402883476" sldId="944"/>
        </pc:sldMkLst>
      </pc:sldChg>
      <pc:sldChg chg="modSp add mod">
        <pc:chgData name="Soumita Sengupta" userId="4afa6ce1-cb01-46c2-8538-4650222f0c96" providerId="ADAL" clId="{B0AE7DB9-0830-4674-80CF-8FE714AF9B7B}" dt="2021-05-31T12:10:05.012" v="561" actId="20577"/>
        <pc:sldMkLst>
          <pc:docMk/>
          <pc:sldMk cId="2658743009" sldId="1320"/>
        </pc:sldMkLst>
        <pc:spChg chg="mod">
          <ac:chgData name="Soumita Sengupta" userId="4afa6ce1-cb01-46c2-8538-4650222f0c96" providerId="ADAL" clId="{B0AE7DB9-0830-4674-80CF-8FE714AF9B7B}" dt="2021-05-31T11:24:35.847" v="225" actId="255"/>
          <ac:spMkLst>
            <pc:docMk/>
            <pc:sldMk cId="2658743009" sldId="1320"/>
            <ac:spMk id="3" creationId="{0637C1A2-011F-49DB-90F2-9F5006489823}"/>
          </ac:spMkLst>
        </pc:spChg>
        <pc:graphicFrameChg chg="mod modGraphic">
          <ac:chgData name="Soumita Sengupta" userId="4afa6ce1-cb01-46c2-8538-4650222f0c96" providerId="ADAL" clId="{B0AE7DB9-0830-4674-80CF-8FE714AF9B7B}" dt="2021-05-31T12:10:05.012" v="561" actId="20577"/>
          <ac:graphicFrameMkLst>
            <pc:docMk/>
            <pc:sldMk cId="2658743009" sldId="1320"/>
            <ac:graphicFrameMk id="10" creationId="{00000000-0000-0000-0000-000000000000}"/>
          </ac:graphicFrameMkLst>
        </pc:graphicFrameChg>
      </pc:sldChg>
      <pc:sldMasterChg chg="delSldLayout">
        <pc:chgData name="Soumita Sengupta" userId="4afa6ce1-cb01-46c2-8538-4650222f0c96" providerId="ADAL" clId="{B0AE7DB9-0830-4674-80CF-8FE714AF9B7B}" dt="2021-05-31T11:21:27.237" v="135" actId="47"/>
        <pc:sldMasterMkLst>
          <pc:docMk/>
          <pc:sldMasterMk cId="1029875623" sldId="2147483678"/>
        </pc:sldMasterMkLst>
        <pc:sldLayoutChg chg="del">
          <pc:chgData name="Soumita Sengupta" userId="4afa6ce1-cb01-46c2-8538-4650222f0c96" providerId="ADAL" clId="{B0AE7DB9-0830-4674-80CF-8FE714AF9B7B}" dt="2021-05-31T11:21:27.237" v="135" actId="47"/>
          <pc:sldLayoutMkLst>
            <pc:docMk/>
            <pc:sldMasterMk cId="1029875623" sldId="2147483678"/>
            <pc:sldLayoutMk cId="2170229222" sldId="2147483718"/>
          </pc:sldLayoutMkLst>
        </pc:sldLayoutChg>
      </pc:sldMasterChg>
    </pc:docChg>
  </pc:docChgLst>
  <pc:docChgLst>
    <pc:chgData name="Shrivan Hirakani" userId="S::shrivan.hirakani@alepo.com::69466441-1916-4231-8c4d-c9c4342b6f93" providerId="AD" clId="Web-{87E3A283-BE6D-EDBC-BE0A-6DEA0F3DA524}"/>
    <pc:docChg chg="modSld">
      <pc:chgData name="Shrivan Hirakani" userId="S::shrivan.hirakani@alepo.com::69466441-1916-4231-8c4d-c9c4342b6f93" providerId="AD" clId="Web-{87E3A283-BE6D-EDBC-BE0A-6DEA0F3DA524}" dt="2021-09-13T11:56:59.081" v="312"/>
      <pc:docMkLst>
        <pc:docMk/>
      </pc:docMkLst>
      <pc:sldChg chg="modNotes">
        <pc:chgData name="Shrivan Hirakani" userId="S::shrivan.hirakani@alepo.com::69466441-1916-4231-8c4d-c9c4342b6f93" providerId="AD" clId="Web-{87E3A283-BE6D-EDBC-BE0A-6DEA0F3DA524}" dt="2021-09-13T11:31:06.029" v="66"/>
        <pc:sldMkLst>
          <pc:docMk/>
          <pc:sldMk cId="1132674416" sldId="388"/>
        </pc:sldMkLst>
      </pc:sldChg>
      <pc:sldChg chg="modNotes">
        <pc:chgData name="Shrivan Hirakani" userId="S::shrivan.hirakani@alepo.com::69466441-1916-4231-8c4d-c9c4342b6f93" providerId="AD" clId="Web-{87E3A283-BE6D-EDBC-BE0A-6DEA0F3DA524}" dt="2021-09-13T11:51:27.699" v="258"/>
        <pc:sldMkLst>
          <pc:docMk/>
          <pc:sldMk cId="2693474580" sldId="1342"/>
        </pc:sldMkLst>
      </pc:sldChg>
      <pc:sldChg chg="modNotes">
        <pc:chgData name="Shrivan Hirakani" userId="S::shrivan.hirakani@alepo.com::69466441-1916-4231-8c4d-c9c4342b6f93" providerId="AD" clId="Web-{87E3A283-BE6D-EDBC-BE0A-6DEA0F3DA524}" dt="2021-09-13T11:56:59.081" v="312"/>
        <pc:sldMkLst>
          <pc:docMk/>
          <pc:sldMk cId="2893556536" sldId="1357"/>
        </pc:sldMkLst>
      </pc:sldChg>
    </pc:docChg>
  </pc:docChgLst>
  <pc:docChgLst>
    <pc:chgData name="Shrivan Hirakani" userId="69466441-1916-4231-8c4d-c9c4342b6f93" providerId="ADAL" clId="{A9FFF6EA-8050-40B1-AD63-8576CAD905D9}"/>
    <pc:docChg chg="custSel modSld">
      <pc:chgData name="Shrivan Hirakani" userId="69466441-1916-4231-8c4d-c9c4342b6f93" providerId="ADAL" clId="{A9FFF6EA-8050-40B1-AD63-8576CAD905D9}" dt="2021-09-14T07:47:40.094" v="7"/>
      <pc:docMkLst>
        <pc:docMk/>
      </pc:docMkLst>
      <pc:sldChg chg="addSp delSp modSp mod">
        <pc:chgData name="Shrivan Hirakani" userId="69466441-1916-4231-8c4d-c9c4342b6f93" providerId="ADAL" clId="{A9FFF6EA-8050-40B1-AD63-8576CAD905D9}" dt="2021-09-14T07:47:40.094" v="7"/>
        <pc:sldMkLst>
          <pc:docMk/>
          <pc:sldMk cId="2893556536" sldId="1357"/>
        </pc:sldMkLst>
        <pc:graphicFrameChg chg="add del mod">
          <ac:chgData name="Shrivan Hirakani" userId="69466441-1916-4231-8c4d-c9c4342b6f93" providerId="ADAL" clId="{A9FFF6EA-8050-40B1-AD63-8576CAD905D9}" dt="2021-09-14T07:43:11.812" v="2"/>
          <ac:graphicFrameMkLst>
            <pc:docMk/>
            <pc:sldMk cId="2893556536" sldId="1357"/>
            <ac:graphicFrameMk id="2" creationId="{193A6636-0C28-4682-9D79-EFDF13767AAC}"/>
          </ac:graphicFrameMkLst>
        </pc:graphicFrameChg>
        <pc:graphicFrameChg chg="del">
          <ac:chgData name="Shrivan Hirakani" userId="69466441-1916-4231-8c4d-c9c4342b6f93" providerId="ADAL" clId="{A9FFF6EA-8050-40B1-AD63-8576CAD905D9}" dt="2021-09-14T07:42:29.761" v="0" actId="478"/>
          <ac:graphicFrameMkLst>
            <pc:docMk/>
            <pc:sldMk cId="2893556536" sldId="1357"/>
            <ac:graphicFrameMk id="5" creationId="{8C711895-5906-4793-9C23-73950F034B80}"/>
          </ac:graphicFrameMkLst>
        </pc:graphicFrameChg>
        <pc:graphicFrameChg chg="add mod">
          <ac:chgData name="Shrivan Hirakani" userId="69466441-1916-4231-8c4d-c9c4342b6f93" providerId="ADAL" clId="{A9FFF6EA-8050-40B1-AD63-8576CAD905D9}" dt="2021-09-14T07:47:40.094" v="7"/>
          <ac:graphicFrameMkLst>
            <pc:docMk/>
            <pc:sldMk cId="2893556536" sldId="1357"/>
            <ac:graphicFrameMk id="7" creationId="{57157894-7FAF-4241-B32B-F5BF78019064}"/>
          </ac:graphicFrameMkLst>
        </pc:graphicFrameChg>
      </pc:sldChg>
    </pc:docChg>
  </pc:docChgLst>
  <pc:docChgLst>
    <pc:chgData name="Soumita Sengupta" userId="4afa6ce1-cb01-46c2-8538-4650222f0c96" providerId="ADAL" clId="{875F669D-74BC-4232-91C4-0841C4359CB3}"/>
    <pc:docChg chg="modSld">
      <pc:chgData name="Soumita Sengupta" userId="4afa6ce1-cb01-46c2-8538-4650222f0c96" providerId="ADAL" clId="{875F669D-74BC-4232-91C4-0841C4359CB3}" dt="2021-08-26T12:46:58.240" v="26" actId="20577"/>
      <pc:docMkLst>
        <pc:docMk/>
      </pc:docMkLst>
      <pc:sldChg chg="modSp mod">
        <pc:chgData name="Soumita Sengupta" userId="4afa6ce1-cb01-46c2-8538-4650222f0c96" providerId="ADAL" clId="{875F669D-74BC-4232-91C4-0841C4359CB3}" dt="2021-08-26T12:46:58.240" v="26" actId="20577"/>
        <pc:sldMkLst>
          <pc:docMk/>
          <pc:sldMk cId="1912468287" sldId="260"/>
        </pc:sldMkLst>
        <pc:spChg chg="mod">
          <ac:chgData name="Soumita Sengupta" userId="4afa6ce1-cb01-46c2-8538-4650222f0c96" providerId="ADAL" clId="{875F669D-74BC-4232-91C4-0841C4359CB3}" dt="2021-08-26T12:46:58.240" v="26" actId="20577"/>
          <ac:spMkLst>
            <pc:docMk/>
            <pc:sldMk cId="1912468287" sldId="260"/>
            <ac:spMk id="5" creationId="{00000000-0000-0000-0000-000000000000}"/>
          </ac:spMkLst>
        </pc:spChg>
      </pc:sldChg>
      <pc:sldChg chg="modSp mod">
        <pc:chgData name="Soumita Sengupta" userId="4afa6ce1-cb01-46c2-8538-4650222f0c96" providerId="ADAL" clId="{875F669D-74BC-4232-91C4-0841C4359CB3}" dt="2021-08-26T12:46:00.046" v="3" actId="20577"/>
        <pc:sldMkLst>
          <pc:docMk/>
          <pc:sldMk cId="2584036331" sldId="339"/>
        </pc:sldMkLst>
        <pc:spChg chg="mod">
          <ac:chgData name="Soumita Sengupta" userId="4afa6ce1-cb01-46c2-8538-4650222f0c96" providerId="ADAL" clId="{875F669D-74BC-4232-91C4-0841C4359CB3}" dt="2021-08-26T12:46:00.046" v="3" actId="20577"/>
          <ac:spMkLst>
            <pc:docMk/>
            <pc:sldMk cId="2584036331" sldId="339"/>
            <ac:spMk id="5" creationId="{6D1A1596-A8D7-4C1A-8956-0FA40A84EFCA}"/>
          </ac:spMkLst>
        </pc:spChg>
      </pc:sldChg>
    </pc:docChg>
  </pc:docChgLst>
  <pc:docChgLst>
    <pc:chgData name="Soumita Sengupta" userId="4afa6ce1-cb01-46c2-8538-4650222f0c96" providerId="ADAL" clId="{6D014E28-5AC5-424B-B335-F0A00E851760}"/>
    <pc:docChg chg="undo custSel addSld delSld modSld sldOrd">
      <pc:chgData name="Soumita Sengupta" userId="4afa6ce1-cb01-46c2-8538-4650222f0c96" providerId="ADAL" clId="{6D014E28-5AC5-424B-B335-F0A00E851760}" dt="2021-04-09T06:25:34.661" v="414" actId="47"/>
      <pc:docMkLst>
        <pc:docMk/>
      </pc:docMkLst>
      <pc:sldChg chg="del">
        <pc:chgData name="Soumita Sengupta" userId="4afa6ce1-cb01-46c2-8538-4650222f0c96" providerId="ADAL" clId="{6D014E28-5AC5-424B-B335-F0A00E851760}" dt="2021-04-06T10:33:03.639" v="83" actId="47"/>
        <pc:sldMkLst>
          <pc:docMk/>
          <pc:sldMk cId="897743312" sldId="260"/>
        </pc:sldMkLst>
      </pc:sldChg>
      <pc:sldChg chg="del">
        <pc:chgData name="Soumita Sengupta" userId="4afa6ce1-cb01-46c2-8538-4650222f0c96" providerId="ADAL" clId="{6D014E28-5AC5-424B-B335-F0A00E851760}" dt="2021-04-06T11:12:32.703" v="220" actId="47"/>
        <pc:sldMkLst>
          <pc:docMk/>
          <pc:sldMk cId="633416662" sldId="262"/>
        </pc:sldMkLst>
      </pc:sldChg>
      <pc:sldChg chg="del">
        <pc:chgData name="Soumita Sengupta" userId="4afa6ce1-cb01-46c2-8538-4650222f0c96" providerId="ADAL" clId="{6D014E28-5AC5-424B-B335-F0A00E851760}" dt="2021-04-06T11:14:35.014" v="246" actId="47"/>
        <pc:sldMkLst>
          <pc:docMk/>
          <pc:sldMk cId="446307671" sldId="263"/>
        </pc:sldMkLst>
      </pc:sldChg>
      <pc:sldChg chg="addSp delSp modSp add mod">
        <pc:chgData name="Soumita Sengupta" userId="4afa6ce1-cb01-46c2-8538-4650222f0c96" providerId="ADAL" clId="{6D014E28-5AC5-424B-B335-F0A00E851760}" dt="2021-04-06T11:33:00.895" v="366"/>
        <pc:sldMkLst>
          <pc:docMk/>
          <pc:sldMk cId="4196682678" sldId="286"/>
        </pc:sldMkLst>
        <pc:spChg chg="del">
          <ac:chgData name="Soumita Sengupta" userId="4afa6ce1-cb01-46c2-8538-4650222f0c96" providerId="ADAL" clId="{6D014E28-5AC5-424B-B335-F0A00E851760}" dt="2021-04-06T11:32:57.255" v="364" actId="478"/>
          <ac:spMkLst>
            <pc:docMk/>
            <pc:sldMk cId="4196682678" sldId="286"/>
            <ac:spMk id="2" creationId="{601C711B-9295-4652-9ABE-066D256A2133}"/>
          </ac:spMkLst>
        </pc:spChg>
        <pc:spChg chg="del">
          <ac:chgData name="Soumita Sengupta" userId="4afa6ce1-cb01-46c2-8538-4650222f0c96" providerId="ADAL" clId="{6D014E28-5AC5-424B-B335-F0A00E851760}" dt="2021-04-06T11:32:59.336" v="365" actId="478"/>
          <ac:spMkLst>
            <pc:docMk/>
            <pc:sldMk cId="4196682678" sldId="286"/>
            <ac:spMk id="3" creationId="{69926989-36A1-4026-8037-8E95E7C4CAA4}"/>
          </ac:spMkLst>
        </pc:spChg>
        <pc:spChg chg="add mod">
          <ac:chgData name="Soumita Sengupta" userId="4afa6ce1-cb01-46c2-8538-4650222f0c96" providerId="ADAL" clId="{6D014E28-5AC5-424B-B335-F0A00E851760}" dt="2021-04-06T11:33:00.895" v="366"/>
          <ac:spMkLst>
            <pc:docMk/>
            <pc:sldMk cId="4196682678" sldId="286"/>
            <ac:spMk id="7" creationId="{CC8A216C-C5D2-4688-B2C4-7816EC783D76}"/>
          </ac:spMkLst>
        </pc:spChg>
        <pc:spChg chg="mod">
          <ac:chgData name="Soumita Sengupta" userId="4afa6ce1-cb01-46c2-8538-4650222f0c96" providerId="ADAL" clId="{6D014E28-5AC5-424B-B335-F0A00E851760}" dt="2021-04-06T10:48:54.159" v="192" actId="255"/>
          <ac:spMkLst>
            <pc:docMk/>
            <pc:sldMk cId="4196682678" sldId="286"/>
            <ac:spMk id="10" creationId="{1CEF220F-4F97-4E58-8F35-3888D7A16DD5}"/>
          </ac:spMkLst>
        </pc:spChg>
        <pc:picChg chg="add mod">
          <ac:chgData name="Soumita Sengupta" userId="4afa6ce1-cb01-46c2-8538-4650222f0c96" providerId="ADAL" clId="{6D014E28-5AC5-424B-B335-F0A00E851760}" dt="2021-04-06T11:33:00.895" v="366"/>
          <ac:picMkLst>
            <pc:docMk/>
            <pc:sldMk cId="4196682678" sldId="286"/>
            <ac:picMk id="6" creationId="{2F38D59A-3EDA-4ACD-8BE2-FAD988C40D97}"/>
          </ac:picMkLst>
        </pc:picChg>
      </pc:sldChg>
      <pc:sldChg chg="addSp delSp modSp add del mod">
        <pc:chgData name="Soumita Sengupta" userId="4afa6ce1-cb01-46c2-8538-4650222f0c96" providerId="ADAL" clId="{6D014E28-5AC5-424B-B335-F0A00E851760}" dt="2021-04-09T06:25:33.738" v="413" actId="47"/>
        <pc:sldMkLst>
          <pc:docMk/>
          <pc:sldMk cId="3445965952" sldId="287"/>
        </pc:sldMkLst>
        <pc:spChg chg="del">
          <ac:chgData name="Soumita Sengupta" userId="4afa6ce1-cb01-46c2-8538-4650222f0c96" providerId="ADAL" clId="{6D014E28-5AC5-424B-B335-F0A00E851760}" dt="2021-04-06T11:32:00.503" v="349" actId="478"/>
          <ac:spMkLst>
            <pc:docMk/>
            <pc:sldMk cId="3445965952" sldId="287"/>
            <ac:spMk id="3" creationId="{00000000-0000-0000-0000-000000000000}"/>
          </ac:spMkLst>
        </pc:spChg>
        <pc:spChg chg="del">
          <ac:chgData name="Soumita Sengupta" userId="4afa6ce1-cb01-46c2-8538-4650222f0c96" providerId="ADAL" clId="{6D014E28-5AC5-424B-B335-F0A00E851760}" dt="2021-04-06T11:32:02.609" v="350" actId="478"/>
          <ac:spMkLst>
            <pc:docMk/>
            <pc:sldMk cId="3445965952" sldId="287"/>
            <ac:spMk id="4" creationId="{00000000-0000-0000-0000-000000000000}"/>
          </ac:spMkLst>
        </pc:spChg>
        <pc:spChg chg="add mod">
          <ac:chgData name="Soumita Sengupta" userId="4afa6ce1-cb01-46c2-8538-4650222f0c96" providerId="ADAL" clId="{6D014E28-5AC5-424B-B335-F0A00E851760}" dt="2021-04-06T11:32:04.467" v="351"/>
          <ac:spMkLst>
            <pc:docMk/>
            <pc:sldMk cId="3445965952" sldId="287"/>
            <ac:spMk id="8" creationId="{F946BBD2-C62F-45F5-B703-216EEC30A172}"/>
          </ac:spMkLst>
        </pc:spChg>
        <pc:graphicFrameChg chg="mod">
          <ac:chgData name="Soumita Sengupta" userId="4afa6ce1-cb01-46c2-8538-4650222f0c96" providerId="ADAL" clId="{6D014E28-5AC5-424B-B335-F0A00E851760}" dt="2021-04-06T10:42:18.804" v="159" actId="108"/>
          <ac:graphicFrameMkLst>
            <pc:docMk/>
            <pc:sldMk cId="3445965952" sldId="287"/>
            <ac:graphicFrameMk id="6" creationId="{00000000-0000-0000-0000-000000000000}"/>
          </ac:graphicFrameMkLst>
        </pc:graphicFrameChg>
        <pc:picChg chg="add mod">
          <ac:chgData name="Soumita Sengupta" userId="4afa6ce1-cb01-46c2-8538-4650222f0c96" providerId="ADAL" clId="{6D014E28-5AC5-424B-B335-F0A00E851760}" dt="2021-04-06T11:32:04.467" v="351"/>
          <ac:picMkLst>
            <pc:docMk/>
            <pc:sldMk cId="3445965952" sldId="287"/>
            <ac:picMk id="7" creationId="{2756D2A9-510A-4961-8348-84F9D8FEC4F8}"/>
          </ac:picMkLst>
        </pc:picChg>
      </pc:sldChg>
      <pc:sldChg chg="addSp delSp modSp add del mod">
        <pc:chgData name="Soumita Sengupta" userId="4afa6ce1-cb01-46c2-8538-4650222f0c96" providerId="ADAL" clId="{6D014E28-5AC5-424B-B335-F0A00E851760}" dt="2021-04-09T06:25:34.661" v="414" actId="47"/>
        <pc:sldMkLst>
          <pc:docMk/>
          <pc:sldMk cId="3251029133" sldId="288"/>
        </pc:sldMkLst>
        <pc:spChg chg="del">
          <ac:chgData name="Soumita Sengupta" userId="4afa6ce1-cb01-46c2-8538-4650222f0c96" providerId="ADAL" clId="{6D014E28-5AC5-424B-B335-F0A00E851760}" dt="2021-04-06T11:32:11.846" v="352" actId="478"/>
          <ac:spMkLst>
            <pc:docMk/>
            <pc:sldMk cId="3251029133" sldId="288"/>
            <ac:spMk id="3" creationId="{00000000-0000-0000-0000-000000000000}"/>
          </ac:spMkLst>
        </pc:spChg>
        <pc:spChg chg="del">
          <ac:chgData name="Soumita Sengupta" userId="4afa6ce1-cb01-46c2-8538-4650222f0c96" providerId="ADAL" clId="{6D014E28-5AC5-424B-B335-F0A00E851760}" dt="2021-04-06T11:32:14.376" v="353" actId="478"/>
          <ac:spMkLst>
            <pc:docMk/>
            <pc:sldMk cId="3251029133" sldId="288"/>
            <ac:spMk id="4" creationId="{00000000-0000-0000-0000-000000000000}"/>
          </ac:spMkLst>
        </pc:spChg>
        <pc:spChg chg="add mod">
          <ac:chgData name="Soumita Sengupta" userId="4afa6ce1-cb01-46c2-8538-4650222f0c96" providerId="ADAL" clId="{6D014E28-5AC5-424B-B335-F0A00E851760}" dt="2021-04-06T11:32:16.059" v="354"/>
          <ac:spMkLst>
            <pc:docMk/>
            <pc:sldMk cId="3251029133" sldId="288"/>
            <ac:spMk id="8" creationId="{79399695-8344-4CD9-89EC-1DE36A0A5609}"/>
          </ac:spMkLst>
        </pc:spChg>
        <pc:graphicFrameChg chg="mod modGraphic">
          <ac:chgData name="Soumita Sengupta" userId="4afa6ce1-cb01-46c2-8538-4650222f0c96" providerId="ADAL" clId="{6D014E28-5AC5-424B-B335-F0A00E851760}" dt="2021-04-06T10:42:39.502" v="162" actId="255"/>
          <ac:graphicFrameMkLst>
            <pc:docMk/>
            <pc:sldMk cId="3251029133" sldId="288"/>
            <ac:graphicFrameMk id="6" creationId="{00000000-0000-0000-0000-000000000000}"/>
          </ac:graphicFrameMkLst>
        </pc:graphicFrameChg>
        <pc:picChg chg="add mod">
          <ac:chgData name="Soumita Sengupta" userId="4afa6ce1-cb01-46c2-8538-4650222f0c96" providerId="ADAL" clId="{6D014E28-5AC5-424B-B335-F0A00E851760}" dt="2021-04-06T11:32:16.059" v="354"/>
          <ac:picMkLst>
            <pc:docMk/>
            <pc:sldMk cId="3251029133" sldId="288"/>
            <ac:picMk id="7" creationId="{6C13166F-E210-4A02-9BD9-885CE8179C2A}"/>
          </ac:picMkLst>
        </pc:picChg>
      </pc:sldChg>
      <pc:sldChg chg="addSp delSp modSp add mod">
        <pc:chgData name="Soumita Sengupta" userId="4afa6ce1-cb01-46c2-8538-4650222f0c96" providerId="ADAL" clId="{6D014E28-5AC5-424B-B335-F0A00E851760}" dt="2021-04-06T11:29:52.198" v="318" actId="1076"/>
        <pc:sldMkLst>
          <pc:docMk/>
          <pc:sldMk cId="3879588154" sldId="290"/>
        </pc:sldMkLst>
        <pc:spChg chg="del">
          <ac:chgData name="Soumita Sengupta" userId="4afa6ce1-cb01-46c2-8538-4650222f0c96" providerId="ADAL" clId="{6D014E28-5AC5-424B-B335-F0A00E851760}" dt="2021-04-06T11:29:19.041" v="311" actId="478"/>
          <ac:spMkLst>
            <pc:docMk/>
            <pc:sldMk cId="3879588154" sldId="290"/>
            <ac:spMk id="2" creationId="{D91EEE62-42F2-4F1D-B8A3-FBAD6C650C8E}"/>
          </ac:spMkLst>
        </pc:spChg>
        <pc:spChg chg="del">
          <ac:chgData name="Soumita Sengupta" userId="4afa6ce1-cb01-46c2-8538-4650222f0c96" providerId="ADAL" clId="{6D014E28-5AC5-424B-B335-F0A00E851760}" dt="2021-04-06T11:29:22.653" v="312" actId="478"/>
          <ac:spMkLst>
            <pc:docMk/>
            <pc:sldMk cId="3879588154" sldId="290"/>
            <ac:spMk id="4" creationId="{3444EB40-04FA-4299-92D2-DF45857EA738}"/>
          </ac:spMkLst>
        </pc:spChg>
        <pc:spChg chg="add del mod">
          <ac:chgData name="Soumita Sengupta" userId="4afa6ce1-cb01-46c2-8538-4650222f0c96" providerId="ADAL" clId="{6D014E28-5AC5-424B-B335-F0A00E851760}" dt="2021-04-06T11:29:26.521" v="314"/>
          <ac:spMkLst>
            <pc:docMk/>
            <pc:sldMk cId="3879588154" sldId="290"/>
            <ac:spMk id="6" creationId="{4A68B003-77A7-437B-A30B-46606BC3B75E}"/>
          </ac:spMkLst>
        </pc:spChg>
        <pc:spChg chg="add mod">
          <ac:chgData name="Soumita Sengupta" userId="4afa6ce1-cb01-46c2-8538-4650222f0c96" providerId="ADAL" clId="{6D014E28-5AC5-424B-B335-F0A00E851760}" dt="2021-04-06T11:29:52.198" v="318" actId="1076"/>
          <ac:spMkLst>
            <pc:docMk/>
            <pc:sldMk cId="3879588154" sldId="290"/>
            <ac:spMk id="8" creationId="{8B8D271A-70E6-42E8-9673-1CD0392E2CE6}"/>
          </ac:spMkLst>
        </pc:spChg>
        <pc:spChg chg="del">
          <ac:chgData name="Soumita Sengupta" userId="4afa6ce1-cb01-46c2-8538-4650222f0c96" providerId="ADAL" clId="{6D014E28-5AC5-424B-B335-F0A00E851760}" dt="2021-04-06T10:27:48.707" v="26" actId="478"/>
          <ac:spMkLst>
            <pc:docMk/>
            <pc:sldMk cId="3879588154" sldId="290"/>
            <ac:spMk id="10" creationId="{31F121B9-728B-46F1-B056-A4E564A3B017}"/>
          </ac:spMkLst>
        </pc:spChg>
        <pc:picChg chg="add mod">
          <ac:chgData name="Soumita Sengupta" userId="4afa6ce1-cb01-46c2-8538-4650222f0c96" providerId="ADAL" clId="{6D014E28-5AC5-424B-B335-F0A00E851760}" dt="2021-04-06T11:29:30.627" v="316" actId="1076"/>
          <ac:picMkLst>
            <pc:docMk/>
            <pc:sldMk cId="3879588154" sldId="290"/>
            <ac:picMk id="3" creationId="{07E0BDF4-BE3D-48E3-B3B8-73695475CDBD}"/>
          </ac:picMkLst>
        </pc:picChg>
        <pc:picChg chg="mod">
          <ac:chgData name="Soumita Sengupta" userId="4afa6ce1-cb01-46c2-8538-4650222f0c96" providerId="ADAL" clId="{6D014E28-5AC5-424B-B335-F0A00E851760}" dt="2021-04-06T10:27:53.390" v="27" actId="1076"/>
          <ac:picMkLst>
            <pc:docMk/>
            <pc:sldMk cId="3879588154" sldId="290"/>
            <ac:picMk id="7" creationId="{7F152307-C1F8-47C6-A5BE-D147F2DA68FF}"/>
          </ac:picMkLst>
        </pc:picChg>
      </pc:sldChg>
      <pc:sldChg chg="addSp delSp modSp add mod">
        <pc:chgData name="Soumita Sengupta" userId="4afa6ce1-cb01-46c2-8538-4650222f0c96" providerId="ADAL" clId="{6D014E28-5AC5-424B-B335-F0A00E851760}" dt="2021-04-06T11:30:12.786" v="321"/>
        <pc:sldMkLst>
          <pc:docMk/>
          <pc:sldMk cId="1179459248" sldId="291"/>
        </pc:sldMkLst>
        <pc:spChg chg="del">
          <ac:chgData name="Soumita Sengupta" userId="4afa6ce1-cb01-46c2-8538-4650222f0c96" providerId="ADAL" clId="{6D014E28-5AC5-424B-B335-F0A00E851760}" dt="2021-04-06T11:30:07.448" v="319" actId="478"/>
          <ac:spMkLst>
            <pc:docMk/>
            <pc:sldMk cId="1179459248" sldId="291"/>
            <ac:spMk id="2" creationId="{A5545079-D53D-4204-BC3D-24CFC6CCA960}"/>
          </ac:spMkLst>
        </pc:spChg>
        <pc:spChg chg="del">
          <ac:chgData name="Soumita Sengupta" userId="4afa6ce1-cb01-46c2-8538-4650222f0c96" providerId="ADAL" clId="{6D014E28-5AC5-424B-B335-F0A00E851760}" dt="2021-04-06T11:30:10.766" v="320" actId="478"/>
          <ac:spMkLst>
            <pc:docMk/>
            <pc:sldMk cId="1179459248" sldId="291"/>
            <ac:spMk id="3" creationId="{CF66264A-2F27-4E94-9395-FD5D576B0B85}"/>
          </ac:spMkLst>
        </pc:spChg>
        <pc:spChg chg="add mod">
          <ac:chgData name="Soumita Sengupta" userId="4afa6ce1-cb01-46c2-8538-4650222f0c96" providerId="ADAL" clId="{6D014E28-5AC5-424B-B335-F0A00E851760}" dt="2021-04-06T11:30:12.786" v="321"/>
          <ac:spMkLst>
            <pc:docMk/>
            <pc:sldMk cId="1179459248" sldId="291"/>
            <ac:spMk id="8" creationId="{E5338E6C-3031-4B14-B954-C1758B845F2F}"/>
          </ac:spMkLst>
        </pc:spChg>
        <pc:graphicFrameChg chg="mod">
          <ac:chgData name="Soumita Sengupta" userId="4afa6ce1-cb01-46c2-8538-4650222f0c96" providerId="ADAL" clId="{6D014E28-5AC5-424B-B335-F0A00E851760}" dt="2021-04-06T10:29:10.749" v="42" actId="1076"/>
          <ac:graphicFrameMkLst>
            <pc:docMk/>
            <pc:sldMk cId="1179459248" sldId="291"/>
            <ac:graphicFrameMk id="6" creationId="{00000000-0000-0000-0000-000000000000}"/>
          </ac:graphicFrameMkLst>
        </pc:graphicFrameChg>
        <pc:picChg chg="add mod">
          <ac:chgData name="Soumita Sengupta" userId="4afa6ce1-cb01-46c2-8538-4650222f0c96" providerId="ADAL" clId="{6D014E28-5AC5-424B-B335-F0A00E851760}" dt="2021-04-06T11:30:12.786" v="321"/>
          <ac:picMkLst>
            <pc:docMk/>
            <pc:sldMk cId="1179459248" sldId="291"/>
            <ac:picMk id="7" creationId="{D0CDCA76-7101-49FB-9F61-9458A01E9EB3}"/>
          </ac:picMkLst>
        </pc:picChg>
      </pc:sldChg>
      <pc:sldChg chg="addSp delSp modSp add mod">
        <pc:chgData name="Soumita Sengupta" userId="4afa6ce1-cb01-46c2-8538-4650222f0c96" providerId="ADAL" clId="{6D014E28-5AC5-424B-B335-F0A00E851760}" dt="2021-04-06T11:30:20.285" v="324"/>
        <pc:sldMkLst>
          <pc:docMk/>
          <pc:sldMk cId="4035925901" sldId="292"/>
        </pc:sldMkLst>
        <pc:spChg chg="del">
          <ac:chgData name="Soumita Sengupta" userId="4afa6ce1-cb01-46c2-8538-4650222f0c96" providerId="ADAL" clId="{6D014E28-5AC5-424B-B335-F0A00E851760}" dt="2021-04-06T11:30:16.513" v="322" actId="478"/>
          <ac:spMkLst>
            <pc:docMk/>
            <pc:sldMk cId="4035925901" sldId="292"/>
            <ac:spMk id="3" creationId="{00000000-0000-0000-0000-000000000000}"/>
          </ac:spMkLst>
        </pc:spChg>
        <pc:spChg chg="del">
          <ac:chgData name="Soumita Sengupta" userId="4afa6ce1-cb01-46c2-8538-4650222f0c96" providerId="ADAL" clId="{6D014E28-5AC5-424B-B335-F0A00E851760}" dt="2021-04-06T11:30:18.577" v="323" actId="478"/>
          <ac:spMkLst>
            <pc:docMk/>
            <pc:sldMk cId="4035925901" sldId="292"/>
            <ac:spMk id="4" creationId="{00000000-0000-0000-0000-000000000000}"/>
          </ac:spMkLst>
        </pc:spChg>
        <pc:spChg chg="mod">
          <ac:chgData name="Soumita Sengupta" userId="4afa6ce1-cb01-46c2-8538-4650222f0c96" providerId="ADAL" clId="{6D014E28-5AC5-424B-B335-F0A00E851760}" dt="2021-04-06T10:30:20.641" v="72" actId="5793"/>
          <ac:spMkLst>
            <pc:docMk/>
            <pc:sldMk cId="4035925901" sldId="292"/>
            <ac:spMk id="5" creationId="{00000000-0000-0000-0000-000000000000}"/>
          </ac:spMkLst>
        </pc:spChg>
        <pc:spChg chg="add mod">
          <ac:chgData name="Soumita Sengupta" userId="4afa6ce1-cb01-46c2-8538-4650222f0c96" providerId="ADAL" clId="{6D014E28-5AC5-424B-B335-F0A00E851760}" dt="2021-04-06T11:30:20.285" v="324"/>
          <ac:spMkLst>
            <pc:docMk/>
            <pc:sldMk cId="4035925901" sldId="292"/>
            <ac:spMk id="8" creationId="{CD558720-D4DD-4EFF-9F83-5B3E3F40688A}"/>
          </ac:spMkLst>
        </pc:spChg>
        <pc:graphicFrameChg chg="mod">
          <ac:chgData name="Soumita Sengupta" userId="4afa6ce1-cb01-46c2-8538-4650222f0c96" providerId="ADAL" clId="{6D014E28-5AC5-424B-B335-F0A00E851760}" dt="2021-04-06T10:30:03.025" v="59" actId="108"/>
          <ac:graphicFrameMkLst>
            <pc:docMk/>
            <pc:sldMk cId="4035925901" sldId="292"/>
            <ac:graphicFrameMk id="6" creationId="{00000000-0000-0000-0000-000000000000}"/>
          </ac:graphicFrameMkLst>
        </pc:graphicFrameChg>
        <pc:picChg chg="add mod">
          <ac:chgData name="Soumita Sengupta" userId="4afa6ce1-cb01-46c2-8538-4650222f0c96" providerId="ADAL" clId="{6D014E28-5AC5-424B-B335-F0A00E851760}" dt="2021-04-06T11:30:20.285" v="324"/>
          <ac:picMkLst>
            <pc:docMk/>
            <pc:sldMk cId="4035925901" sldId="292"/>
            <ac:picMk id="7" creationId="{CA1F9789-7C7C-4395-9DC5-7B02EAEC5DD4}"/>
          </ac:picMkLst>
        </pc:picChg>
      </pc:sldChg>
      <pc:sldChg chg="addSp delSp modSp add mod">
        <pc:chgData name="Soumita Sengupta" userId="4afa6ce1-cb01-46c2-8538-4650222f0c96" providerId="ADAL" clId="{6D014E28-5AC5-424B-B335-F0A00E851760}" dt="2021-04-06T11:31:13.617" v="336"/>
        <pc:sldMkLst>
          <pc:docMk/>
          <pc:sldMk cId="1447183784" sldId="293"/>
        </pc:sldMkLst>
        <pc:spChg chg="del">
          <ac:chgData name="Soumita Sengupta" userId="4afa6ce1-cb01-46c2-8538-4650222f0c96" providerId="ADAL" clId="{6D014E28-5AC5-424B-B335-F0A00E851760}" dt="2021-04-06T11:31:09.283" v="334" actId="478"/>
          <ac:spMkLst>
            <pc:docMk/>
            <pc:sldMk cId="1447183784" sldId="293"/>
            <ac:spMk id="3" creationId="{00000000-0000-0000-0000-000000000000}"/>
          </ac:spMkLst>
        </pc:spChg>
        <pc:spChg chg="del">
          <ac:chgData name="Soumita Sengupta" userId="4afa6ce1-cb01-46c2-8538-4650222f0c96" providerId="ADAL" clId="{6D014E28-5AC5-424B-B335-F0A00E851760}" dt="2021-04-06T11:31:11.987" v="335" actId="478"/>
          <ac:spMkLst>
            <pc:docMk/>
            <pc:sldMk cId="1447183784" sldId="293"/>
            <ac:spMk id="4" creationId="{00000000-0000-0000-0000-000000000000}"/>
          </ac:spMkLst>
        </pc:spChg>
        <pc:spChg chg="mod">
          <ac:chgData name="Soumita Sengupta" userId="4afa6ce1-cb01-46c2-8538-4650222f0c96" providerId="ADAL" clId="{6D014E28-5AC5-424B-B335-F0A00E851760}" dt="2021-04-06T10:33:44.983" v="87" actId="27636"/>
          <ac:spMkLst>
            <pc:docMk/>
            <pc:sldMk cId="1447183784" sldId="293"/>
            <ac:spMk id="5" creationId="{00000000-0000-0000-0000-000000000000}"/>
          </ac:spMkLst>
        </pc:spChg>
        <pc:spChg chg="add mod">
          <ac:chgData name="Soumita Sengupta" userId="4afa6ce1-cb01-46c2-8538-4650222f0c96" providerId="ADAL" clId="{6D014E28-5AC5-424B-B335-F0A00E851760}" dt="2021-04-06T11:31:13.617" v="336"/>
          <ac:spMkLst>
            <pc:docMk/>
            <pc:sldMk cId="1447183784" sldId="293"/>
            <ac:spMk id="8" creationId="{DA5ECAA8-14F4-4E16-B435-807A3D718475}"/>
          </ac:spMkLst>
        </pc:spChg>
        <pc:graphicFrameChg chg="mod">
          <ac:chgData name="Soumita Sengupta" userId="4afa6ce1-cb01-46c2-8538-4650222f0c96" providerId="ADAL" clId="{6D014E28-5AC5-424B-B335-F0A00E851760}" dt="2021-04-06T10:35:41.844" v="110" actId="108"/>
          <ac:graphicFrameMkLst>
            <pc:docMk/>
            <pc:sldMk cId="1447183784" sldId="293"/>
            <ac:graphicFrameMk id="6" creationId="{00000000-0000-0000-0000-000000000000}"/>
          </ac:graphicFrameMkLst>
        </pc:graphicFrameChg>
        <pc:picChg chg="add mod">
          <ac:chgData name="Soumita Sengupta" userId="4afa6ce1-cb01-46c2-8538-4650222f0c96" providerId="ADAL" clId="{6D014E28-5AC5-424B-B335-F0A00E851760}" dt="2021-04-06T11:31:13.617" v="336"/>
          <ac:picMkLst>
            <pc:docMk/>
            <pc:sldMk cId="1447183784" sldId="293"/>
            <ac:picMk id="7" creationId="{310ECB26-5718-49CF-8AFF-89EF79FC7A6D}"/>
          </ac:picMkLst>
        </pc:picChg>
      </pc:sldChg>
      <pc:sldChg chg="modSp mod">
        <pc:chgData name="Soumita Sengupta" userId="4afa6ce1-cb01-46c2-8538-4650222f0c96" providerId="ADAL" clId="{6D014E28-5AC5-424B-B335-F0A00E851760}" dt="2021-04-06T10:26:10.949" v="24" actId="20577"/>
        <pc:sldMkLst>
          <pc:docMk/>
          <pc:sldMk cId="2584036331" sldId="339"/>
        </pc:sldMkLst>
        <pc:spChg chg="mod">
          <ac:chgData name="Soumita Sengupta" userId="4afa6ce1-cb01-46c2-8538-4650222f0c96" providerId="ADAL" clId="{6D014E28-5AC5-424B-B335-F0A00E851760}" dt="2021-04-06T10:26:10.949" v="24" actId="20577"/>
          <ac:spMkLst>
            <pc:docMk/>
            <pc:sldMk cId="2584036331" sldId="339"/>
            <ac:spMk id="5" creationId="{6D1A1596-A8D7-4C1A-8956-0FA40A84EFCA}"/>
          </ac:spMkLst>
        </pc:spChg>
      </pc:sldChg>
      <pc:sldChg chg="modSp mod ord">
        <pc:chgData name="Soumita Sengupta" userId="4afa6ce1-cb01-46c2-8538-4650222f0c96" providerId="ADAL" clId="{6D014E28-5AC5-424B-B335-F0A00E851760}" dt="2021-04-06T10:31:23.957" v="79"/>
        <pc:sldMkLst>
          <pc:docMk/>
          <pc:sldMk cId="473323582" sldId="359"/>
        </pc:sldMkLst>
        <pc:spChg chg="mod">
          <ac:chgData name="Soumita Sengupta" userId="4afa6ce1-cb01-46c2-8538-4650222f0c96" providerId="ADAL" clId="{6D014E28-5AC5-424B-B335-F0A00E851760}" dt="2021-04-06T10:31:23.957" v="79"/>
          <ac:spMkLst>
            <pc:docMk/>
            <pc:sldMk cId="473323582" sldId="359"/>
            <ac:spMk id="2" creationId="{57983F62-BBB9-431B-A37F-BDA0DC7153F6}"/>
          </ac:spMkLst>
        </pc:spChg>
      </pc:sldChg>
      <pc:sldChg chg="addSp delSp modSp add mod">
        <pc:chgData name="Soumita Sengupta" userId="4afa6ce1-cb01-46c2-8538-4650222f0c96" providerId="ADAL" clId="{6D014E28-5AC5-424B-B335-F0A00E851760}" dt="2021-04-08T09:04:39.270" v="411" actId="20577"/>
        <pc:sldMkLst>
          <pc:docMk/>
          <pc:sldMk cId="3877073650" sldId="430"/>
        </pc:sldMkLst>
        <pc:spChg chg="del">
          <ac:chgData name="Soumita Sengupta" userId="4afa6ce1-cb01-46c2-8538-4650222f0c96" providerId="ADAL" clId="{6D014E28-5AC5-424B-B335-F0A00E851760}" dt="2021-04-06T11:31:20.616" v="337" actId="478"/>
          <ac:spMkLst>
            <pc:docMk/>
            <pc:sldMk cId="3877073650" sldId="430"/>
            <ac:spMk id="3" creationId="{00000000-0000-0000-0000-000000000000}"/>
          </ac:spMkLst>
        </pc:spChg>
        <pc:spChg chg="del">
          <ac:chgData name="Soumita Sengupta" userId="4afa6ce1-cb01-46c2-8538-4650222f0c96" providerId="ADAL" clId="{6D014E28-5AC5-424B-B335-F0A00E851760}" dt="2021-04-06T11:31:25.503" v="338" actId="478"/>
          <ac:spMkLst>
            <pc:docMk/>
            <pc:sldMk cId="3877073650" sldId="430"/>
            <ac:spMk id="4" creationId="{00000000-0000-0000-0000-000000000000}"/>
          </ac:spMkLst>
        </pc:spChg>
        <pc:spChg chg="mod">
          <ac:chgData name="Soumita Sengupta" userId="4afa6ce1-cb01-46c2-8538-4650222f0c96" providerId="ADAL" clId="{6D014E28-5AC5-424B-B335-F0A00E851760}" dt="2021-04-06T10:40:13.449" v="129" actId="108"/>
          <ac:spMkLst>
            <pc:docMk/>
            <pc:sldMk cId="3877073650" sldId="430"/>
            <ac:spMk id="12" creationId="{1C263E02-A142-4874-9FC3-BD95A9151AC6}"/>
          </ac:spMkLst>
        </pc:spChg>
        <pc:spChg chg="mod">
          <ac:chgData name="Soumita Sengupta" userId="4afa6ce1-cb01-46c2-8538-4650222f0c96" providerId="ADAL" clId="{6D014E28-5AC5-424B-B335-F0A00E851760}" dt="2021-04-06T10:40:08.919" v="128" actId="108"/>
          <ac:spMkLst>
            <pc:docMk/>
            <pc:sldMk cId="3877073650" sldId="430"/>
            <ac:spMk id="14" creationId="{43512C94-6DDC-471B-BD2C-171EC74F8CB2}"/>
          </ac:spMkLst>
        </pc:spChg>
        <pc:spChg chg="mod">
          <ac:chgData name="Soumita Sengupta" userId="4afa6ce1-cb01-46c2-8538-4650222f0c96" providerId="ADAL" clId="{6D014E28-5AC5-424B-B335-F0A00E851760}" dt="2021-04-06T10:40:04.365" v="127" actId="108"/>
          <ac:spMkLst>
            <pc:docMk/>
            <pc:sldMk cId="3877073650" sldId="430"/>
            <ac:spMk id="16" creationId="{6A7CE17C-D6FB-46CF-8557-0A4908E55458}"/>
          </ac:spMkLst>
        </pc:spChg>
        <pc:spChg chg="add mod">
          <ac:chgData name="Soumita Sengupta" userId="4afa6ce1-cb01-46c2-8538-4650222f0c96" providerId="ADAL" clId="{6D014E28-5AC5-424B-B335-F0A00E851760}" dt="2021-04-06T11:31:27.414" v="339"/>
          <ac:spMkLst>
            <pc:docMk/>
            <pc:sldMk cId="3877073650" sldId="430"/>
            <ac:spMk id="20" creationId="{9CB889B1-CF3A-4A1C-8CCD-69D36C5EB271}"/>
          </ac:spMkLst>
        </pc:spChg>
        <pc:graphicFrameChg chg="mod">
          <ac:chgData name="Soumita Sengupta" userId="4afa6ce1-cb01-46c2-8538-4650222f0c96" providerId="ADAL" clId="{6D014E28-5AC5-424B-B335-F0A00E851760}" dt="2021-04-08T09:04:39.270" v="411" actId="20577"/>
          <ac:graphicFrameMkLst>
            <pc:docMk/>
            <pc:sldMk cId="3877073650" sldId="430"/>
            <ac:graphicFrameMk id="6" creationId="{00000000-0000-0000-0000-000000000000}"/>
          </ac:graphicFrameMkLst>
        </pc:graphicFrameChg>
        <pc:picChg chg="add mod">
          <ac:chgData name="Soumita Sengupta" userId="4afa6ce1-cb01-46c2-8538-4650222f0c96" providerId="ADAL" clId="{6D014E28-5AC5-424B-B335-F0A00E851760}" dt="2021-04-06T11:31:27.414" v="339"/>
          <ac:picMkLst>
            <pc:docMk/>
            <pc:sldMk cId="3877073650" sldId="430"/>
            <ac:picMk id="19" creationId="{A3EC2265-0BB0-49EE-9033-C09AF9E6E187}"/>
          </ac:picMkLst>
        </pc:picChg>
      </pc:sldChg>
      <pc:sldChg chg="addSp delSp modSp add mod">
        <pc:chgData name="Soumita Sengupta" userId="4afa6ce1-cb01-46c2-8538-4650222f0c96" providerId="ADAL" clId="{6D014E28-5AC5-424B-B335-F0A00E851760}" dt="2021-04-06T11:31:39.006" v="342"/>
        <pc:sldMkLst>
          <pc:docMk/>
          <pc:sldMk cId="282342653" sldId="431"/>
        </pc:sldMkLst>
        <pc:spChg chg="del">
          <ac:chgData name="Soumita Sengupta" userId="4afa6ce1-cb01-46c2-8538-4650222f0c96" providerId="ADAL" clId="{6D014E28-5AC5-424B-B335-F0A00E851760}" dt="2021-04-06T11:31:34.236" v="340" actId="478"/>
          <ac:spMkLst>
            <pc:docMk/>
            <pc:sldMk cId="282342653" sldId="431"/>
            <ac:spMk id="3" creationId="{00000000-0000-0000-0000-000000000000}"/>
          </ac:spMkLst>
        </pc:spChg>
        <pc:spChg chg="del">
          <ac:chgData name="Soumita Sengupta" userId="4afa6ce1-cb01-46c2-8538-4650222f0c96" providerId="ADAL" clId="{6D014E28-5AC5-424B-B335-F0A00E851760}" dt="2021-04-06T11:31:37.245" v="341" actId="478"/>
          <ac:spMkLst>
            <pc:docMk/>
            <pc:sldMk cId="282342653" sldId="431"/>
            <ac:spMk id="4" creationId="{00000000-0000-0000-0000-000000000000}"/>
          </ac:spMkLst>
        </pc:spChg>
        <pc:spChg chg="mod">
          <ac:chgData name="Soumita Sengupta" userId="4afa6ce1-cb01-46c2-8538-4650222f0c96" providerId="ADAL" clId="{6D014E28-5AC5-424B-B335-F0A00E851760}" dt="2021-04-06T10:40:44.281" v="136" actId="108"/>
          <ac:spMkLst>
            <pc:docMk/>
            <pc:sldMk cId="282342653" sldId="431"/>
            <ac:spMk id="14" creationId="{43512C94-6DDC-471B-BD2C-171EC74F8CB2}"/>
          </ac:spMkLst>
        </pc:spChg>
        <pc:spChg chg="mod">
          <ac:chgData name="Soumita Sengupta" userId="4afa6ce1-cb01-46c2-8538-4650222f0c96" providerId="ADAL" clId="{6D014E28-5AC5-424B-B335-F0A00E851760}" dt="2021-04-06T10:40:31.916" v="135" actId="108"/>
          <ac:spMkLst>
            <pc:docMk/>
            <pc:sldMk cId="282342653" sldId="431"/>
            <ac:spMk id="16" creationId="{6A7CE17C-D6FB-46CF-8557-0A4908E55458}"/>
          </ac:spMkLst>
        </pc:spChg>
        <pc:spChg chg="add mod">
          <ac:chgData name="Soumita Sengupta" userId="4afa6ce1-cb01-46c2-8538-4650222f0c96" providerId="ADAL" clId="{6D014E28-5AC5-424B-B335-F0A00E851760}" dt="2021-04-06T11:31:39.006" v="342"/>
          <ac:spMkLst>
            <pc:docMk/>
            <pc:sldMk cId="282342653" sldId="431"/>
            <ac:spMk id="20" creationId="{E4E4FFAD-140F-40A2-BDA3-E20AC944E184}"/>
          </ac:spMkLst>
        </pc:spChg>
        <pc:graphicFrameChg chg="mod">
          <ac:chgData name="Soumita Sengupta" userId="4afa6ce1-cb01-46c2-8538-4650222f0c96" providerId="ADAL" clId="{6D014E28-5AC5-424B-B335-F0A00E851760}" dt="2021-04-06T10:40:30.271" v="134"/>
          <ac:graphicFrameMkLst>
            <pc:docMk/>
            <pc:sldMk cId="282342653" sldId="431"/>
            <ac:graphicFrameMk id="6" creationId="{00000000-0000-0000-0000-000000000000}"/>
          </ac:graphicFrameMkLst>
        </pc:graphicFrameChg>
        <pc:picChg chg="add mod">
          <ac:chgData name="Soumita Sengupta" userId="4afa6ce1-cb01-46c2-8538-4650222f0c96" providerId="ADAL" clId="{6D014E28-5AC5-424B-B335-F0A00E851760}" dt="2021-04-06T11:31:39.006" v="342"/>
          <ac:picMkLst>
            <pc:docMk/>
            <pc:sldMk cId="282342653" sldId="431"/>
            <ac:picMk id="19" creationId="{288E5FC9-E128-4042-AA5F-4DE03DBA8340}"/>
          </ac:picMkLst>
        </pc:picChg>
      </pc:sldChg>
      <pc:sldChg chg="addSp delSp modSp add mod">
        <pc:chgData name="Soumita Sengupta" userId="4afa6ce1-cb01-46c2-8538-4650222f0c96" providerId="ADAL" clId="{6D014E28-5AC5-424B-B335-F0A00E851760}" dt="2021-04-08T09:03:54.440" v="408" actId="255"/>
        <pc:sldMkLst>
          <pc:docMk/>
          <pc:sldMk cId="892776276" sldId="432"/>
        </pc:sldMkLst>
        <pc:spChg chg="del">
          <ac:chgData name="Soumita Sengupta" userId="4afa6ce1-cb01-46c2-8538-4650222f0c96" providerId="ADAL" clId="{6D014E28-5AC5-424B-B335-F0A00E851760}" dt="2021-04-06T11:31:43.261" v="343" actId="478"/>
          <ac:spMkLst>
            <pc:docMk/>
            <pc:sldMk cId="892776276" sldId="432"/>
            <ac:spMk id="3" creationId="{00000000-0000-0000-0000-000000000000}"/>
          </ac:spMkLst>
        </pc:spChg>
        <pc:spChg chg="del">
          <ac:chgData name="Soumita Sengupta" userId="4afa6ce1-cb01-46c2-8538-4650222f0c96" providerId="ADAL" clId="{6D014E28-5AC5-424B-B335-F0A00E851760}" dt="2021-04-06T11:31:46.216" v="344" actId="478"/>
          <ac:spMkLst>
            <pc:docMk/>
            <pc:sldMk cId="892776276" sldId="432"/>
            <ac:spMk id="4" creationId="{00000000-0000-0000-0000-000000000000}"/>
          </ac:spMkLst>
        </pc:spChg>
        <pc:spChg chg="mod">
          <ac:chgData name="Soumita Sengupta" userId="4afa6ce1-cb01-46c2-8538-4650222f0c96" providerId="ADAL" clId="{6D014E28-5AC5-424B-B335-F0A00E851760}" dt="2021-04-08T09:03:54.440" v="408" actId="255"/>
          <ac:spMkLst>
            <pc:docMk/>
            <pc:sldMk cId="892776276" sldId="432"/>
            <ac:spMk id="27" creationId="{A976FBE3-570A-4551-B721-7E1D4F374A33}"/>
          </ac:spMkLst>
        </pc:spChg>
        <pc:spChg chg="mod">
          <ac:chgData name="Soumita Sengupta" userId="4afa6ce1-cb01-46c2-8538-4650222f0c96" providerId="ADAL" clId="{6D014E28-5AC5-424B-B335-F0A00E851760}" dt="2021-04-06T10:41:18.979" v="146" actId="108"/>
          <ac:spMkLst>
            <pc:docMk/>
            <pc:sldMk cId="892776276" sldId="432"/>
            <ac:spMk id="29" creationId="{1B6F2D4B-3312-4222-A72E-A2918F49E8A5}"/>
          </ac:spMkLst>
        </pc:spChg>
        <pc:spChg chg="mod">
          <ac:chgData name="Soumita Sengupta" userId="4afa6ce1-cb01-46c2-8538-4650222f0c96" providerId="ADAL" clId="{6D014E28-5AC5-424B-B335-F0A00E851760}" dt="2021-04-06T10:41:15.648" v="145" actId="108"/>
          <ac:spMkLst>
            <pc:docMk/>
            <pc:sldMk cId="892776276" sldId="432"/>
            <ac:spMk id="31" creationId="{1F3FC68A-FD16-438A-A393-637E05B7EE5E}"/>
          </ac:spMkLst>
        </pc:spChg>
        <pc:spChg chg="mod">
          <ac:chgData name="Soumita Sengupta" userId="4afa6ce1-cb01-46c2-8538-4650222f0c96" providerId="ADAL" clId="{6D014E28-5AC5-424B-B335-F0A00E851760}" dt="2021-04-06T10:41:12.454" v="144" actId="108"/>
          <ac:spMkLst>
            <pc:docMk/>
            <pc:sldMk cId="892776276" sldId="432"/>
            <ac:spMk id="33" creationId="{1D8CCF16-7D40-4F74-814F-AD21AC8E0F90}"/>
          </ac:spMkLst>
        </pc:spChg>
        <pc:spChg chg="mod">
          <ac:chgData name="Soumita Sengupta" userId="4afa6ce1-cb01-46c2-8538-4650222f0c96" providerId="ADAL" clId="{6D014E28-5AC5-424B-B335-F0A00E851760}" dt="2021-04-06T10:41:08.958" v="143" actId="108"/>
          <ac:spMkLst>
            <pc:docMk/>
            <pc:sldMk cId="892776276" sldId="432"/>
            <ac:spMk id="35" creationId="{90282522-2FCC-488C-8F6B-E7DC3AC867D4}"/>
          </ac:spMkLst>
        </pc:spChg>
        <pc:spChg chg="mod">
          <ac:chgData name="Soumita Sengupta" userId="4afa6ce1-cb01-46c2-8538-4650222f0c96" providerId="ADAL" clId="{6D014E28-5AC5-424B-B335-F0A00E851760}" dt="2021-04-06T10:41:05.173" v="142" actId="108"/>
          <ac:spMkLst>
            <pc:docMk/>
            <pc:sldMk cId="892776276" sldId="432"/>
            <ac:spMk id="37" creationId="{11E8A3D4-9254-4ABE-9A0F-5EF44B7F89D5}"/>
          </ac:spMkLst>
        </pc:spChg>
        <pc:spChg chg="mod">
          <ac:chgData name="Soumita Sengupta" userId="4afa6ce1-cb01-46c2-8538-4650222f0c96" providerId="ADAL" clId="{6D014E28-5AC5-424B-B335-F0A00E851760}" dt="2021-04-06T10:41:01.198" v="141" actId="255"/>
          <ac:spMkLst>
            <pc:docMk/>
            <pc:sldMk cId="892776276" sldId="432"/>
            <ac:spMk id="39" creationId="{8CF89A70-AAC8-4E83-ABC9-192683867934}"/>
          </ac:spMkLst>
        </pc:spChg>
        <pc:spChg chg="add mod">
          <ac:chgData name="Soumita Sengupta" userId="4afa6ce1-cb01-46c2-8538-4650222f0c96" providerId="ADAL" clId="{6D014E28-5AC5-424B-B335-F0A00E851760}" dt="2021-04-06T11:31:48.088" v="345"/>
          <ac:spMkLst>
            <pc:docMk/>
            <pc:sldMk cId="892776276" sldId="432"/>
            <ac:spMk id="44" creationId="{549F388A-B3A7-439C-A66C-B389B06BE3F8}"/>
          </ac:spMkLst>
        </pc:spChg>
        <pc:grpChg chg="mod">
          <ac:chgData name="Soumita Sengupta" userId="4afa6ce1-cb01-46c2-8538-4650222f0c96" providerId="ADAL" clId="{6D014E28-5AC5-424B-B335-F0A00E851760}" dt="2021-04-06T10:41:24.504" v="147" actId="1076"/>
          <ac:grpSpMkLst>
            <pc:docMk/>
            <pc:sldMk cId="892776276" sldId="432"/>
            <ac:grpSpMk id="25" creationId="{EA8FE4E8-5003-4BDC-86EE-BF7795A6EB04}"/>
          </ac:grpSpMkLst>
        </pc:grpChg>
        <pc:graphicFrameChg chg="mod">
          <ac:chgData name="Soumita Sengupta" userId="4afa6ce1-cb01-46c2-8538-4650222f0c96" providerId="ADAL" clId="{6D014E28-5AC5-424B-B335-F0A00E851760}" dt="2021-04-06T10:40:56.494" v="139"/>
          <ac:graphicFrameMkLst>
            <pc:docMk/>
            <pc:sldMk cId="892776276" sldId="432"/>
            <ac:graphicFrameMk id="6" creationId="{00000000-0000-0000-0000-000000000000}"/>
          </ac:graphicFrameMkLst>
        </pc:graphicFrameChg>
        <pc:picChg chg="add mod">
          <ac:chgData name="Soumita Sengupta" userId="4afa6ce1-cb01-46c2-8538-4650222f0c96" providerId="ADAL" clId="{6D014E28-5AC5-424B-B335-F0A00E851760}" dt="2021-04-06T11:31:48.088" v="345"/>
          <ac:picMkLst>
            <pc:docMk/>
            <pc:sldMk cId="892776276" sldId="432"/>
            <ac:picMk id="43" creationId="{12721721-C8B4-4EA7-943E-C06EFAE228C3}"/>
          </ac:picMkLst>
        </pc:picChg>
      </pc:sldChg>
      <pc:sldChg chg="del">
        <pc:chgData name="Soumita Sengupta" userId="4afa6ce1-cb01-46c2-8538-4650222f0c96" providerId="ADAL" clId="{6D014E28-5AC5-424B-B335-F0A00E851760}" dt="2021-04-06T11:12:31.653" v="219" actId="47"/>
        <pc:sldMkLst>
          <pc:docMk/>
          <pc:sldMk cId="536020238" sldId="459"/>
        </pc:sldMkLst>
      </pc:sldChg>
      <pc:sldChg chg="del">
        <pc:chgData name="Soumita Sengupta" userId="4afa6ce1-cb01-46c2-8538-4650222f0c96" providerId="ADAL" clId="{6D014E28-5AC5-424B-B335-F0A00E851760}" dt="2021-04-06T11:14:35.634" v="247" actId="47"/>
        <pc:sldMkLst>
          <pc:docMk/>
          <pc:sldMk cId="2675690424" sldId="460"/>
        </pc:sldMkLst>
      </pc:sldChg>
      <pc:sldChg chg="modSp mod ord">
        <pc:chgData name="Soumita Sengupta" userId="4afa6ce1-cb01-46c2-8538-4650222f0c96" providerId="ADAL" clId="{6D014E28-5AC5-424B-B335-F0A00E851760}" dt="2021-04-06T10:32:54.865" v="82"/>
        <pc:sldMkLst>
          <pc:docMk/>
          <pc:sldMk cId="4158948976" sldId="461"/>
        </pc:sldMkLst>
        <pc:spChg chg="mod">
          <ac:chgData name="Soumita Sengupta" userId="4afa6ce1-cb01-46c2-8538-4650222f0c96" providerId="ADAL" clId="{6D014E28-5AC5-424B-B335-F0A00E851760}" dt="2021-04-06T10:32:54.865" v="82"/>
          <ac:spMkLst>
            <pc:docMk/>
            <pc:sldMk cId="4158948976" sldId="461"/>
            <ac:spMk id="2" creationId="{57983F62-BBB9-431B-A37F-BDA0DC7153F6}"/>
          </ac:spMkLst>
        </pc:spChg>
      </pc:sldChg>
      <pc:sldChg chg="modSp mod ord">
        <pc:chgData name="Soumita Sengupta" userId="4afa6ce1-cb01-46c2-8538-4650222f0c96" providerId="ADAL" clId="{6D014E28-5AC5-424B-B335-F0A00E851760}" dt="2021-04-06T10:44:19.376" v="169"/>
        <pc:sldMkLst>
          <pc:docMk/>
          <pc:sldMk cId="2200198616" sldId="462"/>
        </pc:sldMkLst>
        <pc:spChg chg="mod">
          <ac:chgData name="Soumita Sengupta" userId="4afa6ce1-cb01-46c2-8538-4650222f0c96" providerId="ADAL" clId="{6D014E28-5AC5-424B-B335-F0A00E851760}" dt="2021-04-06T10:44:19.376" v="169"/>
          <ac:spMkLst>
            <pc:docMk/>
            <pc:sldMk cId="2200198616" sldId="462"/>
            <ac:spMk id="2" creationId="{57983F62-BBB9-431B-A37F-BDA0DC7153F6}"/>
          </ac:spMkLst>
        </pc:spChg>
      </pc:sldChg>
      <pc:sldChg chg="del">
        <pc:chgData name="Soumita Sengupta" userId="4afa6ce1-cb01-46c2-8538-4650222f0c96" providerId="ADAL" clId="{6D014E28-5AC5-424B-B335-F0A00E851760}" dt="2021-04-06T11:14:36.415" v="248" actId="47"/>
        <pc:sldMkLst>
          <pc:docMk/>
          <pc:sldMk cId="3508468486" sldId="463"/>
        </pc:sldMkLst>
      </pc:sldChg>
      <pc:sldChg chg="del">
        <pc:chgData name="Soumita Sengupta" userId="4afa6ce1-cb01-46c2-8538-4650222f0c96" providerId="ADAL" clId="{6D014E28-5AC5-424B-B335-F0A00E851760}" dt="2021-04-06T11:14:37.526" v="249" actId="47"/>
        <pc:sldMkLst>
          <pc:docMk/>
          <pc:sldMk cId="1610934708" sldId="464"/>
        </pc:sldMkLst>
      </pc:sldChg>
      <pc:sldChg chg="addSp delSp modSp add mod">
        <pc:chgData name="Soumita Sengupta" userId="4afa6ce1-cb01-46c2-8538-4650222f0c96" providerId="ADAL" clId="{6D014E28-5AC5-424B-B335-F0A00E851760}" dt="2021-04-06T11:30:39.390" v="327"/>
        <pc:sldMkLst>
          <pc:docMk/>
          <pc:sldMk cId="1128901314" sldId="465"/>
        </pc:sldMkLst>
        <pc:spChg chg="del">
          <ac:chgData name="Soumita Sengupta" userId="4afa6ce1-cb01-46c2-8538-4650222f0c96" providerId="ADAL" clId="{6D014E28-5AC5-424B-B335-F0A00E851760}" dt="2021-04-06T11:30:34.715" v="325" actId="478"/>
          <ac:spMkLst>
            <pc:docMk/>
            <pc:sldMk cId="1128901314" sldId="465"/>
            <ac:spMk id="3" creationId="{00000000-0000-0000-0000-000000000000}"/>
          </ac:spMkLst>
        </pc:spChg>
        <pc:spChg chg="del">
          <ac:chgData name="Soumita Sengupta" userId="4afa6ce1-cb01-46c2-8538-4650222f0c96" providerId="ADAL" clId="{6D014E28-5AC5-424B-B335-F0A00E851760}" dt="2021-04-06T11:30:37.216" v="326" actId="478"/>
          <ac:spMkLst>
            <pc:docMk/>
            <pc:sldMk cId="1128901314" sldId="465"/>
            <ac:spMk id="4" creationId="{00000000-0000-0000-0000-000000000000}"/>
          </ac:spMkLst>
        </pc:spChg>
        <pc:spChg chg="add mod">
          <ac:chgData name="Soumita Sengupta" userId="4afa6ce1-cb01-46c2-8538-4650222f0c96" providerId="ADAL" clId="{6D014E28-5AC5-424B-B335-F0A00E851760}" dt="2021-04-06T11:30:39.390" v="327"/>
          <ac:spMkLst>
            <pc:docMk/>
            <pc:sldMk cId="1128901314" sldId="465"/>
            <ac:spMk id="7" creationId="{60ECC8F5-6566-4039-AA5D-67A7DD3A2C61}"/>
          </ac:spMkLst>
        </pc:spChg>
        <pc:graphicFrameChg chg="mod">
          <ac:chgData name="Soumita Sengupta" userId="4afa6ce1-cb01-46c2-8538-4650222f0c96" providerId="ADAL" clId="{6D014E28-5AC5-424B-B335-F0A00E851760}" dt="2021-04-06T10:34:49.371" v="97" actId="108"/>
          <ac:graphicFrameMkLst>
            <pc:docMk/>
            <pc:sldMk cId="1128901314" sldId="465"/>
            <ac:graphicFrameMk id="10" creationId="{00000000-0000-0000-0000-000000000000}"/>
          </ac:graphicFrameMkLst>
        </pc:graphicFrameChg>
        <pc:picChg chg="add mod">
          <ac:chgData name="Soumita Sengupta" userId="4afa6ce1-cb01-46c2-8538-4650222f0c96" providerId="ADAL" clId="{6D014E28-5AC5-424B-B335-F0A00E851760}" dt="2021-04-06T11:30:39.390" v="327"/>
          <ac:picMkLst>
            <pc:docMk/>
            <pc:sldMk cId="1128901314" sldId="465"/>
            <ac:picMk id="6" creationId="{A1E25FBE-AB48-45BB-AFB8-C2A95500FA69}"/>
          </ac:picMkLst>
        </pc:picChg>
      </pc:sldChg>
      <pc:sldChg chg="addSp delSp modSp add mod">
        <pc:chgData name="Soumita Sengupta" userId="4afa6ce1-cb01-46c2-8538-4650222f0c96" providerId="ADAL" clId="{6D014E28-5AC5-424B-B335-F0A00E851760}" dt="2021-04-06T11:30:53.740" v="330"/>
        <pc:sldMkLst>
          <pc:docMk/>
          <pc:sldMk cId="814614294" sldId="466"/>
        </pc:sldMkLst>
        <pc:spChg chg="del">
          <ac:chgData name="Soumita Sengupta" userId="4afa6ce1-cb01-46c2-8538-4650222f0c96" providerId="ADAL" clId="{6D014E28-5AC5-424B-B335-F0A00E851760}" dt="2021-04-06T11:30:47.843" v="328" actId="478"/>
          <ac:spMkLst>
            <pc:docMk/>
            <pc:sldMk cId="814614294" sldId="466"/>
            <ac:spMk id="3" creationId="{00000000-0000-0000-0000-000000000000}"/>
          </ac:spMkLst>
        </pc:spChg>
        <pc:spChg chg="del">
          <ac:chgData name="Soumita Sengupta" userId="4afa6ce1-cb01-46c2-8538-4650222f0c96" providerId="ADAL" clId="{6D014E28-5AC5-424B-B335-F0A00E851760}" dt="2021-04-06T11:30:51.784" v="329" actId="478"/>
          <ac:spMkLst>
            <pc:docMk/>
            <pc:sldMk cId="814614294" sldId="466"/>
            <ac:spMk id="4" creationId="{00000000-0000-0000-0000-000000000000}"/>
          </ac:spMkLst>
        </pc:spChg>
        <pc:spChg chg="mod">
          <ac:chgData name="Soumita Sengupta" userId="4afa6ce1-cb01-46c2-8538-4650222f0c96" providerId="ADAL" clId="{6D014E28-5AC5-424B-B335-F0A00E851760}" dt="2021-04-06T10:33:44.973" v="85" actId="27636"/>
          <ac:spMkLst>
            <pc:docMk/>
            <pc:sldMk cId="814614294" sldId="466"/>
            <ac:spMk id="5" creationId="{00000000-0000-0000-0000-000000000000}"/>
          </ac:spMkLst>
        </pc:spChg>
        <pc:spChg chg="add mod">
          <ac:chgData name="Soumita Sengupta" userId="4afa6ce1-cb01-46c2-8538-4650222f0c96" providerId="ADAL" clId="{6D014E28-5AC5-424B-B335-F0A00E851760}" dt="2021-04-06T11:30:53.740" v="330"/>
          <ac:spMkLst>
            <pc:docMk/>
            <pc:sldMk cId="814614294" sldId="466"/>
            <ac:spMk id="8" creationId="{BDDF7B8A-05AD-453C-A93F-AC67EDDD722B}"/>
          </ac:spMkLst>
        </pc:spChg>
        <pc:graphicFrameChg chg="mod">
          <ac:chgData name="Soumita Sengupta" userId="4afa6ce1-cb01-46c2-8538-4650222f0c96" providerId="ADAL" clId="{6D014E28-5AC5-424B-B335-F0A00E851760}" dt="2021-04-06T10:35:10.673" v="102" actId="108"/>
          <ac:graphicFrameMkLst>
            <pc:docMk/>
            <pc:sldMk cId="814614294" sldId="466"/>
            <ac:graphicFrameMk id="6" creationId="{00000000-0000-0000-0000-000000000000}"/>
          </ac:graphicFrameMkLst>
        </pc:graphicFrameChg>
        <pc:picChg chg="add mod">
          <ac:chgData name="Soumita Sengupta" userId="4afa6ce1-cb01-46c2-8538-4650222f0c96" providerId="ADAL" clId="{6D014E28-5AC5-424B-B335-F0A00E851760}" dt="2021-04-06T11:30:53.740" v="330"/>
          <ac:picMkLst>
            <pc:docMk/>
            <pc:sldMk cId="814614294" sldId="466"/>
            <ac:picMk id="7" creationId="{A7F9965C-674F-4777-813E-EDA2DFE98154}"/>
          </ac:picMkLst>
        </pc:picChg>
      </pc:sldChg>
      <pc:sldChg chg="addSp delSp modSp add mod">
        <pc:chgData name="Soumita Sengupta" userId="4afa6ce1-cb01-46c2-8538-4650222f0c96" providerId="ADAL" clId="{6D014E28-5AC5-424B-B335-F0A00E851760}" dt="2021-04-06T11:31:05.035" v="333"/>
        <pc:sldMkLst>
          <pc:docMk/>
          <pc:sldMk cId="2918944075" sldId="467"/>
        </pc:sldMkLst>
        <pc:spChg chg="del">
          <ac:chgData name="Soumita Sengupta" userId="4afa6ce1-cb01-46c2-8538-4650222f0c96" providerId="ADAL" clId="{6D014E28-5AC5-424B-B335-F0A00E851760}" dt="2021-04-06T11:30:59.936" v="331" actId="478"/>
          <ac:spMkLst>
            <pc:docMk/>
            <pc:sldMk cId="2918944075" sldId="467"/>
            <ac:spMk id="3" creationId="{00000000-0000-0000-0000-000000000000}"/>
          </ac:spMkLst>
        </pc:spChg>
        <pc:spChg chg="del">
          <ac:chgData name="Soumita Sengupta" userId="4afa6ce1-cb01-46c2-8538-4650222f0c96" providerId="ADAL" clId="{6D014E28-5AC5-424B-B335-F0A00E851760}" dt="2021-04-06T11:31:03.206" v="332" actId="478"/>
          <ac:spMkLst>
            <pc:docMk/>
            <pc:sldMk cId="2918944075" sldId="467"/>
            <ac:spMk id="4" creationId="{00000000-0000-0000-0000-000000000000}"/>
          </ac:spMkLst>
        </pc:spChg>
        <pc:spChg chg="mod">
          <ac:chgData name="Soumita Sengupta" userId="4afa6ce1-cb01-46c2-8538-4650222f0c96" providerId="ADAL" clId="{6D014E28-5AC5-424B-B335-F0A00E851760}" dt="2021-04-06T10:33:44.976" v="86" actId="27636"/>
          <ac:spMkLst>
            <pc:docMk/>
            <pc:sldMk cId="2918944075" sldId="467"/>
            <ac:spMk id="5" creationId="{00000000-0000-0000-0000-000000000000}"/>
          </ac:spMkLst>
        </pc:spChg>
        <pc:spChg chg="add mod">
          <ac:chgData name="Soumita Sengupta" userId="4afa6ce1-cb01-46c2-8538-4650222f0c96" providerId="ADAL" clId="{6D014E28-5AC5-424B-B335-F0A00E851760}" dt="2021-04-06T11:31:05.035" v="333"/>
          <ac:spMkLst>
            <pc:docMk/>
            <pc:sldMk cId="2918944075" sldId="467"/>
            <ac:spMk id="8" creationId="{0E90E9AE-D712-43DD-BEEF-E074F1C0741C}"/>
          </ac:spMkLst>
        </pc:spChg>
        <pc:graphicFrameChg chg="mod">
          <ac:chgData name="Soumita Sengupta" userId="4afa6ce1-cb01-46c2-8538-4650222f0c96" providerId="ADAL" clId="{6D014E28-5AC5-424B-B335-F0A00E851760}" dt="2021-04-06T10:35:28.584" v="107" actId="108"/>
          <ac:graphicFrameMkLst>
            <pc:docMk/>
            <pc:sldMk cId="2918944075" sldId="467"/>
            <ac:graphicFrameMk id="6" creationId="{00000000-0000-0000-0000-000000000000}"/>
          </ac:graphicFrameMkLst>
        </pc:graphicFrameChg>
        <pc:picChg chg="add mod">
          <ac:chgData name="Soumita Sengupta" userId="4afa6ce1-cb01-46c2-8538-4650222f0c96" providerId="ADAL" clId="{6D014E28-5AC5-424B-B335-F0A00E851760}" dt="2021-04-06T11:31:05.035" v="333"/>
          <ac:picMkLst>
            <pc:docMk/>
            <pc:sldMk cId="2918944075" sldId="467"/>
            <ac:picMk id="7" creationId="{87A8A8EC-97A0-4F39-B969-8004BBABE137}"/>
          </ac:picMkLst>
        </pc:picChg>
      </pc:sldChg>
      <pc:sldChg chg="modSp add mod ord">
        <pc:chgData name="Soumita Sengupta" userId="4afa6ce1-cb01-46c2-8538-4650222f0c96" providerId="ADAL" clId="{6D014E28-5AC5-424B-B335-F0A00E851760}" dt="2021-04-06T10:38:32.301" v="122" actId="20577"/>
        <pc:sldMkLst>
          <pc:docMk/>
          <pc:sldMk cId="3129535754" sldId="468"/>
        </pc:sldMkLst>
        <pc:spChg chg="mod">
          <ac:chgData name="Soumita Sengupta" userId="4afa6ce1-cb01-46c2-8538-4650222f0c96" providerId="ADAL" clId="{6D014E28-5AC5-424B-B335-F0A00E851760}" dt="2021-04-06T10:38:32.301" v="122" actId="20577"/>
          <ac:spMkLst>
            <pc:docMk/>
            <pc:sldMk cId="3129535754" sldId="468"/>
            <ac:spMk id="2" creationId="{57983F62-BBB9-431B-A37F-BDA0DC7153F6}"/>
          </ac:spMkLst>
        </pc:spChg>
      </pc:sldChg>
      <pc:sldChg chg="add del">
        <pc:chgData name="Soumita Sengupta" userId="4afa6ce1-cb01-46c2-8538-4650222f0c96" providerId="ADAL" clId="{6D014E28-5AC5-424B-B335-F0A00E851760}" dt="2021-04-06T10:38:07.834" v="115" actId="47"/>
        <pc:sldMkLst>
          <pc:docMk/>
          <pc:sldMk cId="1609502928" sldId="469"/>
        </pc:sldMkLst>
      </pc:sldChg>
      <pc:sldChg chg="addSp delSp modSp add mod">
        <pc:chgData name="Soumita Sengupta" userId="4afa6ce1-cb01-46c2-8538-4650222f0c96" providerId="ADAL" clId="{6D014E28-5AC5-424B-B335-F0A00E851760}" dt="2021-04-08T09:05:48.339" v="412" actId="20577"/>
        <pc:sldMkLst>
          <pc:docMk/>
          <pc:sldMk cId="2572882987" sldId="469"/>
        </pc:sldMkLst>
        <pc:spChg chg="del">
          <ac:chgData name="Soumita Sengupta" userId="4afa6ce1-cb01-46c2-8538-4650222f0c96" providerId="ADAL" clId="{6D014E28-5AC5-424B-B335-F0A00E851760}" dt="2021-04-06T11:31:51.748" v="346" actId="478"/>
          <ac:spMkLst>
            <pc:docMk/>
            <pc:sldMk cId="2572882987" sldId="469"/>
            <ac:spMk id="3" creationId="{00000000-0000-0000-0000-000000000000}"/>
          </ac:spMkLst>
        </pc:spChg>
        <pc:spChg chg="del">
          <ac:chgData name="Soumita Sengupta" userId="4afa6ce1-cb01-46c2-8538-4650222f0c96" providerId="ADAL" clId="{6D014E28-5AC5-424B-B335-F0A00E851760}" dt="2021-04-06T11:31:53.963" v="347" actId="478"/>
          <ac:spMkLst>
            <pc:docMk/>
            <pc:sldMk cId="2572882987" sldId="469"/>
            <ac:spMk id="4" creationId="{00000000-0000-0000-0000-000000000000}"/>
          </ac:spMkLst>
        </pc:spChg>
        <pc:spChg chg="add mod">
          <ac:chgData name="Soumita Sengupta" userId="4afa6ce1-cb01-46c2-8538-4650222f0c96" providerId="ADAL" clId="{6D014E28-5AC5-424B-B335-F0A00E851760}" dt="2021-04-06T11:31:56.088" v="348"/>
          <ac:spMkLst>
            <pc:docMk/>
            <pc:sldMk cId="2572882987" sldId="469"/>
            <ac:spMk id="8" creationId="{80F516F6-BFCC-4B30-98C6-CA8DC7BB7A79}"/>
          </ac:spMkLst>
        </pc:spChg>
        <pc:graphicFrameChg chg="mod">
          <ac:chgData name="Soumita Sengupta" userId="4afa6ce1-cb01-46c2-8538-4650222f0c96" providerId="ADAL" clId="{6D014E28-5AC5-424B-B335-F0A00E851760}" dt="2021-04-08T09:05:48.339" v="412" actId="20577"/>
          <ac:graphicFrameMkLst>
            <pc:docMk/>
            <pc:sldMk cId="2572882987" sldId="469"/>
            <ac:graphicFrameMk id="6" creationId="{00000000-0000-0000-0000-000000000000}"/>
          </ac:graphicFrameMkLst>
        </pc:graphicFrameChg>
        <pc:picChg chg="add mod">
          <ac:chgData name="Soumita Sengupta" userId="4afa6ce1-cb01-46c2-8538-4650222f0c96" providerId="ADAL" clId="{6D014E28-5AC5-424B-B335-F0A00E851760}" dt="2021-04-06T11:31:56.088" v="348"/>
          <ac:picMkLst>
            <pc:docMk/>
            <pc:sldMk cId="2572882987" sldId="469"/>
            <ac:picMk id="7" creationId="{441F5ACF-E5F5-44A5-815C-C819F22A6AEC}"/>
          </ac:picMkLst>
        </pc:picChg>
      </pc:sldChg>
      <pc:sldChg chg="addSp delSp modSp add mod">
        <pc:chgData name="Soumita Sengupta" userId="4afa6ce1-cb01-46c2-8538-4650222f0c96" providerId="ADAL" clId="{6D014E28-5AC5-424B-B335-F0A00E851760}" dt="2021-04-06T11:32:29.899" v="357"/>
        <pc:sldMkLst>
          <pc:docMk/>
          <pc:sldMk cId="4174806997" sldId="470"/>
        </pc:sldMkLst>
        <pc:spChg chg="del">
          <ac:chgData name="Soumita Sengupta" userId="4afa6ce1-cb01-46c2-8538-4650222f0c96" providerId="ADAL" clId="{6D014E28-5AC5-424B-B335-F0A00E851760}" dt="2021-04-06T11:32:23.960" v="355" actId="478"/>
          <ac:spMkLst>
            <pc:docMk/>
            <pc:sldMk cId="4174806997" sldId="470"/>
            <ac:spMk id="2" creationId="{4886E191-B9DF-4548-ACFB-30F58B242C75}"/>
          </ac:spMkLst>
        </pc:spChg>
        <pc:spChg chg="del">
          <ac:chgData name="Soumita Sengupta" userId="4afa6ce1-cb01-46c2-8538-4650222f0c96" providerId="ADAL" clId="{6D014E28-5AC5-424B-B335-F0A00E851760}" dt="2021-04-06T10:45:20.271" v="171" actId="478"/>
          <ac:spMkLst>
            <pc:docMk/>
            <pc:sldMk cId="4174806997" sldId="470"/>
            <ac:spMk id="3" creationId="{2403F964-5DD4-4C7C-86C3-BA43436E81BB}"/>
          </ac:spMkLst>
        </pc:spChg>
        <pc:spChg chg="del">
          <ac:chgData name="Soumita Sengupta" userId="4afa6ce1-cb01-46c2-8538-4650222f0c96" providerId="ADAL" clId="{6D014E28-5AC5-424B-B335-F0A00E851760}" dt="2021-04-06T11:32:26.371" v="356" actId="478"/>
          <ac:spMkLst>
            <pc:docMk/>
            <pc:sldMk cId="4174806997" sldId="470"/>
            <ac:spMk id="4" creationId="{9C749F69-CF3B-460F-B6A3-FEA80E5BB57F}"/>
          </ac:spMkLst>
        </pc:spChg>
        <pc:spChg chg="add mod">
          <ac:chgData name="Soumita Sengupta" userId="4afa6ce1-cb01-46c2-8538-4650222f0c96" providerId="ADAL" clId="{6D014E28-5AC5-424B-B335-F0A00E851760}" dt="2021-04-06T11:32:29.899" v="357"/>
          <ac:spMkLst>
            <pc:docMk/>
            <pc:sldMk cId="4174806997" sldId="470"/>
            <ac:spMk id="72" creationId="{D4A13E9E-B546-472E-85B3-EF69B9675427}"/>
          </ac:spMkLst>
        </pc:spChg>
        <pc:picChg chg="add mod">
          <ac:chgData name="Soumita Sengupta" userId="4afa6ce1-cb01-46c2-8538-4650222f0c96" providerId="ADAL" clId="{6D014E28-5AC5-424B-B335-F0A00E851760}" dt="2021-04-06T11:32:29.899" v="357"/>
          <ac:picMkLst>
            <pc:docMk/>
            <pc:sldMk cId="4174806997" sldId="470"/>
            <ac:picMk id="71" creationId="{F533FDEF-B514-4C40-B9CF-1F88F4E588A5}"/>
          </ac:picMkLst>
        </pc:picChg>
      </pc:sldChg>
      <pc:sldChg chg="addSp delSp modSp add mod">
        <pc:chgData name="Soumita Sengupta" userId="4afa6ce1-cb01-46c2-8538-4650222f0c96" providerId="ADAL" clId="{6D014E28-5AC5-424B-B335-F0A00E851760}" dt="2021-04-06T11:32:38.583" v="360"/>
        <pc:sldMkLst>
          <pc:docMk/>
          <pc:sldMk cId="3622205205" sldId="471"/>
        </pc:sldMkLst>
        <pc:spChg chg="del">
          <ac:chgData name="Soumita Sengupta" userId="4afa6ce1-cb01-46c2-8538-4650222f0c96" providerId="ADAL" clId="{6D014E28-5AC5-424B-B335-F0A00E851760}" dt="2021-04-06T11:32:34.564" v="358" actId="478"/>
          <ac:spMkLst>
            <pc:docMk/>
            <pc:sldMk cId="3622205205" sldId="471"/>
            <ac:spMk id="3" creationId="{00000000-0000-0000-0000-000000000000}"/>
          </ac:spMkLst>
        </pc:spChg>
        <pc:spChg chg="del">
          <ac:chgData name="Soumita Sengupta" userId="4afa6ce1-cb01-46c2-8538-4650222f0c96" providerId="ADAL" clId="{6D014E28-5AC5-424B-B335-F0A00E851760}" dt="2021-04-06T11:32:37.346" v="359" actId="478"/>
          <ac:spMkLst>
            <pc:docMk/>
            <pc:sldMk cId="3622205205" sldId="471"/>
            <ac:spMk id="4" creationId="{00000000-0000-0000-0000-000000000000}"/>
          </ac:spMkLst>
        </pc:spChg>
        <pc:spChg chg="del">
          <ac:chgData name="Soumita Sengupta" userId="4afa6ce1-cb01-46c2-8538-4650222f0c96" providerId="ADAL" clId="{6D014E28-5AC5-424B-B335-F0A00E851760}" dt="2021-04-06T10:45:23.860" v="172" actId="478"/>
          <ac:spMkLst>
            <pc:docMk/>
            <pc:sldMk cId="3622205205" sldId="471"/>
            <ac:spMk id="8" creationId="{9A1ADF70-1F4D-4090-9054-400064660638}"/>
          </ac:spMkLst>
        </pc:spChg>
        <pc:spChg chg="add mod">
          <ac:chgData name="Soumita Sengupta" userId="4afa6ce1-cb01-46c2-8538-4650222f0c96" providerId="ADAL" clId="{6D014E28-5AC5-424B-B335-F0A00E851760}" dt="2021-04-06T11:32:38.583" v="360"/>
          <ac:spMkLst>
            <pc:docMk/>
            <pc:sldMk cId="3622205205" sldId="471"/>
            <ac:spMk id="10" creationId="{F0025AC6-18C6-4F12-852A-8E0E8ECD555B}"/>
          </ac:spMkLst>
        </pc:spChg>
        <pc:picChg chg="add mod">
          <ac:chgData name="Soumita Sengupta" userId="4afa6ce1-cb01-46c2-8538-4650222f0c96" providerId="ADAL" clId="{6D014E28-5AC5-424B-B335-F0A00E851760}" dt="2021-04-06T11:32:38.583" v="360"/>
          <ac:picMkLst>
            <pc:docMk/>
            <pc:sldMk cId="3622205205" sldId="471"/>
            <ac:picMk id="9" creationId="{F1B32505-09BB-444D-B029-74B6448CDE46}"/>
          </ac:picMkLst>
        </pc:picChg>
      </pc:sldChg>
      <pc:sldChg chg="addSp delSp modSp add mod">
        <pc:chgData name="Soumita Sengupta" userId="4afa6ce1-cb01-46c2-8538-4650222f0c96" providerId="ADAL" clId="{6D014E28-5AC5-424B-B335-F0A00E851760}" dt="2021-04-06T11:32:49.981" v="363"/>
        <pc:sldMkLst>
          <pc:docMk/>
          <pc:sldMk cId="2123051012" sldId="472"/>
        </pc:sldMkLst>
        <pc:spChg chg="del">
          <ac:chgData name="Soumita Sengupta" userId="4afa6ce1-cb01-46c2-8538-4650222f0c96" providerId="ADAL" clId="{6D014E28-5AC5-424B-B335-F0A00E851760}" dt="2021-04-06T11:32:45.754" v="361" actId="478"/>
          <ac:spMkLst>
            <pc:docMk/>
            <pc:sldMk cId="2123051012" sldId="472"/>
            <ac:spMk id="3" creationId="{00000000-0000-0000-0000-000000000000}"/>
          </ac:spMkLst>
        </pc:spChg>
        <pc:spChg chg="del">
          <ac:chgData name="Soumita Sengupta" userId="4afa6ce1-cb01-46c2-8538-4650222f0c96" providerId="ADAL" clId="{6D014E28-5AC5-424B-B335-F0A00E851760}" dt="2021-04-06T11:32:48.256" v="362" actId="478"/>
          <ac:spMkLst>
            <pc:docMk/>
            <pc:sldMk cId="2123051012" sldId="472"/>
            <ac:spMk id="4" creationId="{00000000-0000-0000-0000-000000000000}"/>
          </ac:spMkLst>
        </pc:spChg>
        <pc:spChg chg="add mod">
          <ac:chgData name="Soumita Sengupta" userId="4afa6ce1-cb01-46c2-8538-4650222f0c96" providerId="ADAL" clId="{6D014E28-5AC5-424B-B335-F0A00E851760}" dt="2021-04-06T11:32:49.981" v="363"/>
          <ac:spMkLst>
            <pc:docMk/>
            <pc:sldMk cId="2123051012" sldId="472"/>
            <ac:spMk id="8" creationId="{5F3E35C0-8567-419F-89B3-0473435A916F}"/>
          </ac:spMkLst>
        </pc:spChg>
        <pc:graphicFrameChg chg="mod">
          <ac:chgData name="Soumita Sengupta" userId="4afa6ce1-cb01-46c2-8538-4650222f0c96" providerId="ADAL" clId="{6D014E28-5AC5-424B-B335-F0A00E851760}" dt="2021-04-06T10:45:59.443" v="178" actId="108"/>
          <ac:graphicFrameMkLst>
            <pc:docMk/>
            <pc:sldMk cId="2123051012" sldId="472"/>
            <ac:graphicFrameMk id="6" creationId="{00000000-0000-0000-0000-000000000000}"/>
          </ac:graphicFrameMkLst>
        </pc:graphicFrameChg>
        <pc:picChg chg="add mod">
          <ac:chgData name="Soumita Sengupta" userId="4afa6ce1-cb01-46c2-8538-4650222f0c96" providerId="ADAL" clId="{6D014E28-5AC5-424B-B335-F0A00E851760}" dt="2021-04-06T11:32:49.981" v="363"/>
          <ac:picMkLst>
            <pc:docMk/>
            <pc:sldMk cId="2123051012" sldId="472"/>
            <ac:picMk id="7" creationId="{5CEF9EEA-AC1D-409D-9251-6AE25E4E8A01}"/>
          </ac:picMkLst>
        </pc:picChg>
      </pc:sldChg>
      <pc:sldChg chg="modSp add mod ord">
        <pc:chgData name="Soumita Sengupta" userId="4afa6ce1-cb01-46c2-8538-4650222f0c96" providerId="ADAL" clId="{6D014E28-5AC5-424B-B335-F0A00E851760}" dt="2021-04-06T10:48:20.574" v="190" actId="20577"/>
        <pc:sldMkLst>
          <pc:docMk/>
          <pc:sldMk cId="1746907881" sldId="473"/>
        </pc:sldMkLst>
        <pc:spChg chg="mod">
          <ac:chgData name="Soumita Sengupta" userId="4afa6ce1-cb01-46c2-8538-4650222f0c96" providerId="ADAL" clId="{6D014E28-5AC5-424B-B335-F0A00E851760}" dt="2021-04-06T10:48:20.574" v="190" actId="20577"/>
          <ac:spMkLst>
            <pc:docMk/>
            <pc:sldMk cId="1746907881" sldId="473"/>
            <ac:spMk id="2" creationId="{57983F62-BBB9-431B-A37F-BDA0DC7153F6}"/>
          </ac:spMkLst>
        </pc:spChg>
      </pc:sldChg>
      <pc:sldChg chg="addSp delSp modSp add mod">
        <pc:chgData name="Soumita Sengupta" userId="4afa6ce1-cb01-46c2-8538-4650222f0c96" providerId="ADAL" clId="{6D014E28-5AC5-424B-B335-F0A00E851760}" dt="2021-04-06T11:33:07.430" v="369"/>
        <pc:sldMkLst>
          <pc:docMk/>
          <pc:sldMk cId="1835273428" sldId="474"/>
        </pc:sldMkLst>
        <pc:spChg chg="del">
          <ac:chgData name="Soumita Sengupta" userId="4afa6ce1-cb01-46c2-8538-4650222f0c96" providerId="ADAL" clId="{6D014E28-5AC5-424B-B335-F0A00E851760}" dt="2021-04-06T11:33:03.926" v="367" actId="478"/>
          <ac:spMkLst>
            <pc:docMk/>
            <pc:sldMk cId="1835273428" sldId="474"/>
            <ac:spMk id="3" creationId="{00000000-0000-0000-0000-000000000000}"/>
          </ac:spMkLst>
        </pc:spChg>
        <pc:spChg chg="del">
          <ac:chgData name="Soumita Sengupta" userId="4afa6ce1-cb01-46c2-8538-4650222f0c96" providerId="ADAL" clId="{6D014E28-5AC5-424B-B335-F0A00E851760}" dt="2021-04-06T11:33:05.866" v="368" actId="478"/>
          <ac:spMkLst>
            <pc:docMk/>
            <pc:sldMk cId="1835273428" sldId="474"/>
            <ac:spMk id="4" creationId="{00000000-0000-0000-0000-000000000000}"/>
          </ac:spMkLst>
        </pc:spChg>
        <pc:spChg chg="add mod">
          <ac:chgData name="Soumita Sengupta" userId="4afa6ce1-cb01-46c2-8538-4650222f0c96" providerId="ADAL" clId="{6D014E28-5AC5-424B-B335-F0A00E851760}" dt="2021-04-06T11:33:07.430" v="369"/>
          <ac:spMkLst>
            <pc:docMk/>
            <pc:sldMk cId="1835273428" sldId="474"/>
            <ac:spMk id="8" creationId="{B44B5F5A-D6D8-49E3-ACF9-93C6BDD36529}"/>
          </ac:spMkLst>
        </pc:spChg>
        <pc:graphicFrameChg chg="mod">
          <ac:chgData name="Soumita Sengupta" userId="4afa6ce1-cb01-46c2-8538-4650222f0c96" providerId="ADAL" clId="{6D014E28-5AC5-424B-B335-F0A00E851760}" dt="2021-04-06T10:49:10.080" v="194" actId="255"/>
          <ac:graphicFrameMkLst>
            <pc:docMk/>
            <pc:sldMk cId="1835273428" sldId="474"/>
            <ac:graphicFrameMk id="6" creationId="{00000000-0000-0000-0000-000000000000}"/>
          </ac:graphicFrameMkLst>
        </pc:graphicFrameChg>
        <pc:picChg chg="add mod">
          <ac:chgData name="Soumita Sengupta" userId="4afa6ce1-cb01-46c2-8538-4650222f0c96" providerId="ADAL" clId="{6D014E28-5AC5-424B-B335-F0A00E851760}" dt="2021-04-06T11:33:07.430" v="369"/>
          <ac:picMkLst>
            <pc:docMk/>
            <pc:sldMk cId="1835273428" sldId="474"/>
            <ac:picMk id="7" creationId="{4F8AA042-E576-47FB-959D-0B2972CDFD2A}"/>
          </ac:picMkLst>
        </pc:picChg>
      </pc:sldChg>
      <pc:sldChg chg="add del">
        <pc:chgData name="Soumita Sengupta" userId="4afa6ce1-cb01-46c2-8538-4650222f0c96" providerId="ADAL" clId="{6D014E28-5AC5-424B-B335-F0A00E851760}" dt="2021-04-06T10:47:19.599" v="183" actId="47"/>
        <pc:sldMkLst>
          <pc:docMk/>
          <pc:sldMk cId="2491786750" sldId="474"/>
        </pc:sldMkLst>
      </pc:sldChg>
      <pc:sldChg chg="addSp delSp modSp add mod">
        <pc:chgData name="Soumita Sengupta" userId="4afa6ce1-cb01-46c2-8538-4650222f0c96" providerId="ADAL" clId="{6D014E28-5AC5-424B-B335-F0A00E851760}" dt="2021-04-06T11:33:14.124" v="372"/>
        <pc:sldMkLst>
          <pc:docMk/>
          <pc:sldMk cId="2933197989" sldId="475"/>
        </pc:sldMkLst>
        <pc:spChg chg="del">
          <ac:chgData name="Soumita Sengupta" userId="4afa6ce1-cb01-46c2-8538-4650222f0c96" providerId="ADAL" clId="{6D014E28-5AC5-424B-B335-F0A00E851760}" dt="2021-04-06T11:33:10.592" v="370" actId="478"/>
          <ac:spMkLst>
            <pc:docMk/>
            <pc:sldMk cId="2933197989" sldId="475"/>
            <ac:spMk id="3" creationId="{00000000-0000-0000-0000-000000000000}"/>
          </ac:spMkLst>
        </pc:spChg>
        <pc:spChg chg="del">
          <ac:chgData name="Soumita Sengupta" userId="4afa6ce1-cb01-46c2-8538-4650222f0c96" providerId="ADAL" clId="{6D014E28-5AC5-424B-B335-F0A00E851760}" dt="2021-04-06T11:33:12.323" v="371" actId="478"/>
          <ac:spMkLst>
            <pc:docMk/>
            <pc:sldMk cId="2933197989" sldId="475"/>
            <ac:spMk id="4" creationId="{00000000-0000-0000-0000-000000000000}"/>
          </ac:spMkLst>
        </pc:spChg>
        <pc:spChg chg="add mod">
          <ac:chgData name="Soumita Sengupta" userId="4afa6ce1-cb01-46c2-8538-4650222f0c96" providerId="ADAL" clId="{6D014E28-5AC5-424B-B335-F0A00E851760}" dt="2021-04-06T11:33:14.124" v="372"/>
          <ac:spMkLst>
            <pc:docMk/>
            <pc:sldMk cId="2933197989" sldId="475"/>
            <ac:spMk id="8" creationId="{0CBB50C2-57C6-404C-82F3-51C751D41AEE}"/>
          </ac:spMkLst>
        </pc:spChg>
        <pc:graphicFrameChg chg="mod">
          <ac:chgData name="Soumita Sengupta" userId="4afa6ce1-cb01-46c2-8538-4650222f0c96" providerId="ADAL" clId="{6D014E28-5AC5-424B-B335-F0A00E851760}" dt="2021-04-06T10:49:52.748" v="199" actId="20577"/>
          <ac:graphicFrameMkLst>
            <pc:docMk/>
            <pc:sldMk cId="2933197989" sldId="475"/>
            <ac:graphicFrameMk id="6" creationId="{00000000-0000-0000-0000-000000000000}"/>
          </ac:graphicFrameMkLst>
        </pc:graphicFrameChg>
        <pc:picChg chg="add mod">
          <ac:chgData name="Soumita Sengupta" userId="4afa6ce1-cb01-46c2-8538-4650222f0c96" providerId="ADAL" clId="{6D014E28-5AC5-424B-B335-F0A00E851760}" dt="2021-04-06T11:33:14.124" v="372"/>
          <ac:picMkLst>
            <pc:docMk/>
            <pc:sldMk cId="2933197989" sldId="475"/>
            <ac:picMk id="7" creationId="{3A01FA65-EB37-470D-A3B4-E351AEA8BAE3}"/>
          </ac:picMkLst>
        </pc:picChg>
      </pc:sldChg>
      <pc:sldChg chg="modSp add mod ord">
        <pc:chgData name="Soumita Sengupta" userId="4afa6ce1-cb01-46c2-8538-4650222f0c96" providerId="ADAL" clId="{6D014E28-5AC5-424B-B335-F0A00E851760}" dt="2021-04-06T11:10:51.771" v="208"/>
        <pc:sldMkLst>
          <pc:docMk/>
          <pc:sldMk cId="98495870" sldId="476"/>
        </pc:sldMkLst>
        <pc:spChg chg="mod">
          <ac:chgData name="Soumita Sengupta" userId="4afa6ce1-cb01-46c2-8538-4650222f0c96" providerId="ADAL" clId="{6D014E28-5AC5-424B-B335-F0A00E851760}" dt="2021-04-06T11:10:51.771" v="208"/>
          <ac:spMkLst>
            <pc:docMk/>
            <pc:sldMk cId="98495870" sldId="476"/>
            <ac:spMk id="2" creationId="{57983F62-BBB9-431B-A37F-BDA0DC7153F6}"/>
          </ac:spMkLst>
        </pc:spChg>
      </pc:sldChg>
      <pc:sldChg chg="addSp delSp modSp add mod">
        <pc:chgData name="Soumita Sengupta" userId="4afa6ce1-cb01-46c2-8538-4650222f0c96" providerId="ADAL" clId="{6D014E28-5AC5-424B-B335-F0A00E851760}" dt="2021-04-06T11:33:26.224" v="375"/>
        <pc:sldMkLst>
          <pc:docMk/>
          <pc:sldMk cId="1241194053" sldId="477"/>
        </pc:sldMkLst>
        <pc:spChg chg="del">
          <ac:chgData name="Soumita Sengupta" userId="4afa6ce1-cb01-46c2-8538-4650222f0c96" providerId="ADAL" clId="{6D014E28-5AC5-424B-B335-F0A00E851760}" dt="2021-04-06T11:33:19.846" v="373" actId="478"/>
          <ac:spMkLst>
            <pc:docMk/>
            <pc:sldMk cId="1241194053" sldId="477"/>
            <ac:spMk id="2" creationId="{5066AD9C-BE1B-4B2E-8657-1705C22F502E}"/>
          </ac:spMkLst>
        </pc:spChg>
        <pc:spChg chg="del">
          <ac:chgData name="Soumita Sengupta" userId="4afa6ce1-cb01-46c2-8538-4650222f0c96" providerId="ADAL" clId="{6D014E28-5AC5-424B-B335-F0A00E851760}" dt="2021-04-06T11:33:22.282" v="374" actId="478"/>
          <ac:spMkLst>
            <pc:docMk/>
            <pc:sldMk cId="1241194053" sldId="477"/>
            <ac:spMk id="3" creationId="{27DFB158-0FF6-4E1B-9032-1C3D1A8681AD}"/>
          </ac:spMkLst>
        </pc:spChg>
        <pc:spChg chg="add mod">
          <ac:chgData name="Soumita Sengupta" userId="4afa6ce1-cb01-46c2-8538-4650222f0c96" providerId="ADAL" clId="{6D014E28-5AC5-424B-B335-F0A00E851760}" dt="2021-04-06T11:33:26.224" v="375"/>
          <ac:spMkLst>
            <pc:docMk/>
            <pc:sldMk cId="1241194053" sldId="477"/>
            <ac:spMk id="7" creationId="{259398D0-A461-435D-BF05-4E2F01123CE3}"/>
          </ac:spMkLst>
        </pc:spChg>
        <pc:spChg chg="mod">
          <ac:chgData name="Soumita Sengupta" userId="4afa6ce1-cb01-46c2-8538-4650222f0c96" providerId="ADAL" clId="{6D014E28-5AC5-424B-B335-F0A00E851760}" dt="2021-04-06T11:11:26.476" v="212" actId="5793"/>
          <ac:spMkLst>
            <pc:docMk/>
            <pc:sldMk cId="1241194053" sldId="477"/>
            <ac:spMk id="11" creationId="{162E94A1-5558-4A1A-88C9-167FC734AE54}"/>
          </ac:spMkLst>
        </pc:spChg>
        <pc:picChg chg="add mod">
          <ac:chgData name="Soumita Sengupta" userId="4afa6ce1-cb01-46c2-8538-4650222f0c96" providerId="ADAL" clId="{6D014E28-5AC5-424B-B335-F0A00E851760}" dt="2021-04-06T11:33:26.224" v="375"/>
          <ac:picMkLst>
            <pc:docMk/>
            <pc:sldMk cId="1241194053" sldId="477"/>
            <ac:picMk id="6" creationId="{DE1594C8-0177-4E35-A831-C1520F25F46C}"/>
          </ac:picMkLst>
        </pc:picChg>
      </pc:sldChg>
      <pc:sldChg chg="add del">
        <pc:chgData name="Soumita Sengupta" userId="4afa6ce1-cb01-46c2-8538-4650222f0c96" providerId="ADAL" clId="{6D014E28-5AC5-424B-B335-F0A00E851760}" dt="2021-04-06T11:10:36.998" v="205" actId="47"/>
        <pc:sldMkLst>
          <pc:docMk/>
          <pc:sldMk cId="2928427033" sldId="477"/>
        </pc:sldMkLst>
      </pc:sldChg>
      <pc:sldChg chg="addSp delSp modSp add mod">
        <pc:chgData name="Soumita Sengupta" userId="4afa6ce1-cb01-46c2-8538-4650222f0c96" providerId="ADAL" clId="{6D014E28-5AC5-424B-B335-F0A00E851760}" dt="2021-04-06T11:33:33.955" v="378"/>
        <pc:sldMkLst>
          <pc:docMk/>
          <pc:sldMk cId="3774298818" sldId="478"/>
        </pc:sldMkLst>
        <pc:spChg chg="del">
          <ac:chgData name="Soumita Sengupta" userId="4afa6ce1-cb01-46c2-8538-4650222f0c96" providerId="ADAL" clId="{6D014E28-5AC5-424B-B335-F0A00E851760}" dt="2021-04-06T11:33:29.969" v="376" actId="478"/>
          <ac:spMkLst>
            <pc:docMk/>
            <pc:sldMk cId="3774298818" sldId="478"/>
            <ac:spMk id="3" creationId="{00000000-0000-0000-0000-000000000000}"/>
          </ac:spMkLst>
        </pc:spChg>
        <pc:spChg chg="del">
          <ac:chgData name="Soumita Sengupta" userId="4afa6ce1-cb01-46c2-8538-4650222f0c96" providerId="ADAL" clId="{6D014E28-5AC5-424B-B335-F0A00E851760}" dt="2021-04-06T11:33:32.181" v="377" actId="478"/>
          <ac:spMkLst>
            <pc:docMk/>
            <pc:sldMk cId="3774298818" sldId="478"/>
            <ac:spMk id="4" creationId="{00000000-0000-0000-0000-000000000000}"/>
          </ac:spMkLst>
        </pc:spChg>
        <pc:spChg chg="add mod">
          <ac:chgData name="Soumita Sengupta" userId="4afa6ce1-cb01-46c2-8538-4650222f0c96" providerId="ADAL" clId="{6D014E28-5AC5-424B-B335-F0A00E851760}" dt="2021-04-06T11:33:33.955" v="378"/>
          <ac:spMkLst>
            <pc:docMk/>
            <pc:sldMk cId="3774298818" sldId="478"/>
            <ac:spMk id="8" creationId="{C128250E-9B4E-43D7-A4F3-3D5F8F213D0E}"/>
          </ac:spMkLst>
        </pc:spChg>
        <pc:graphicFrameChg chg="mod">
          <ac:chgData name="Soumita Sengupta" userId="4afa6ce1-cb01-46c2-8538-4650222f0c96" providerId="ADAL" clId="{6D014E28-5AC5-424B-B335-F0A00E851760}" dt="2021-04-06T11:11:43.136" v="215" actId="20577"/>
          <ac:graphicFrameMkLst>
            <pc:docMk/>
            <pc:sldMk cId="3774298818" sldId="478"/>
            <ac:graphicFrameMk id="6" creationId="{00000000-0000-0000-0000-000000000000}"/>
          </ac:graphicFrameMkLst>
        </pc:graphicFrameChg>
        <pc:picChg chg="add mod">
          <ac:chgData name="Soumita Sengupta" userId="4afa6ce1-cb01-46c2-8538-4650222f0c96" providerId="ADAL" clId="{6D014E28-5AC5-424B-B335-F0A00E851760}" dt="2021-04-06T11:33:33.955" v="378"/>
          <ac:picMkLst>
            <pc:docMk/>
            <pc:sldMk cId="3774298818" sldId="478"/>
            <ac:picMk id="7" creationId="{5E58AFAD-99E0-4795-B897-AF8351AABE30}"/>
          </ac:picMkLst>
        </pc:picChg>
      </pc:sldChg>
      <pc:sldChg chg="modSp add mod ord">
        <pc:chgData name="Soumita Sengupta" userId="4afa6ce1-cb01-46c2-8538-4650222f0c96" providerId="ADAL" clId="{6D014E28-5AC5-424B-B335-F0A00E851760}" dt="2021-04-06T11:12:49.213" v="223"/>
        <pc:sldMkLst>
          <pc:docMk/>
          <pc:sldMk cId="1973532725" sldId="479"/>
        </pc:sldMkLst>
        <pc:spChg chg="mod">
          <ac:chgData name="Soumita Sengupta" userId="4afa6ce1-cb01-46c2-8538-4650222f0c96" providerId="ADAL" clId="{6D014E28-5AC5-424B-B335-F0A00E851760}" dt="2021-04-06T11:12:49.213" v="223"/>
          <ac:spMkLst>
            <pc:docMk/>
            <pc:sldMk cId="1973532725" sldId="479"/>
            <ac:spMk id="2" creationId="{57983F62-BBB9-431B-A37F-BDA0DC7153F6}"/>
          </ac:spMkLst>
        </pc:spChg>
      </pc:sldChg>
      <pc:sldChg chg="addSp delSp modSp add mod">
        <pc:chgData name="Soumita Sengupta" userId="4afa6ce1-cb01-46c2-8538-4650222f0c96" providerId="ADAL" clId="{6D014E28-5AC5-424B-B335-F0A00E851760}" dt="2021-04-06T11:33:43.731" v="381"/>
        <pc:sldMkLst>
          <pc:docMk/>
          <pc:sldMk cId="994147715" sldId="480"/>
        </pc:sldMkLst>
        <pc:spChg chg="del">
          <ac:chgData name="Soumita Sengupta" userId="4afa6ce1-cb01-46c2-8538-4650222f0c96" providerId="ADAL" clId="{6D014E28-5AC5-424B-B335-F0A00E851760}" dt="2021-04-06T11:33:39.254" v="379" actId="478"/>
          <ac:spMkLst>
            <pc:docMk/>
            <pc:sldMk cId="994147715" sldId="480"/>
            <ac:spMk id="3" creationId="{00000000-0000-0000-0000-000000000000}"/>
          </ac:spMkLst>
        </pc:spChg>
        <pc:spChg chg="del">
          <ac:chgData name="Soumita Sengupta" userId="4afa6ce1-cb01-46c2-8538-4650222f0c96" providerId="ADAL" clId="{6D014E28-5AC5-424B-B335-F0A00E851760}" dt="2021-04-06T11:33:42.019" v="380" actId="478"/>
          <ac:spMkLst>
            <pc:docMk/>
            <pc:sldMk cId="994147715" sldId="480"/>
            <ac:spMk id="4" creationId="{00000000-0000-0000-0000-000000000000}"/>
          </ac:spMkLst>
        </pc:spChg>
        <pc:spChg chg="add mod">
          <ac:chgData name="Soumita Sengupta" userId="4afa6ce1-cb01-46c2-8538-4650222f0c96" providerId="ADAL" clId="{6D014E28-5AC5-424B-B335-F0A00E851760}" dt="2021-04-06T11:33:43.731" v="381"/>
          <ac:spMkLst>
            <pc:docMk/>
            <pc:sldMk cId="994147715" sldId="480"/>
            <ac:spMk id="8" creationId="{0F0E0C1C-9526-4817-B14F-AF997FCE8E6E}"/>
          </ac:spMkLst>
        </pc:spChg>
        <pc:graphicFrameChg chg="mod">
          <ac:chgData name="Soumita Sengupta" userId="4afa6ce1-cb01-46c2-8538-4650222f0c96" providerId="ADAL" clId="{6D014E28-5AC5-424B-B335-F0A00E851760}" dt="2021-04-06T11:14:04.852" v="238" actId="108"/>
          <ac:graphicFrameMkLst>
            <pc:docMk/>
            <pc:sldMk cId="994147715" sldId="480"/>
            <ac:graphicFrameMk id="6" creationId="{00000000-0000-0000-0000-000000000000}"/>
          </ac:graphicFrameMkLst>
        </pc:graphicFrameChg>
        <pc:picChg chg="add mod">
          <ac:chgData name="Soumita Sengupta" userId="4afa6ce1-cb01-46c2-8538-4650222f0c96" providerId="ADAL" clId="{6D014E28-5AC5-424B-B335-F0A00E851760}" dt="2021-04-06T11:33:43.731" v="381"/>
          <ac:picMkLst>
            <pc:docMk/>
            <pc:sldMk cId="994147715" sldId="480"/>
            <ac:picMk id="7" creationId="{DCFAA87D-0A1A-4340-AA80-EB95CFF904CA}"/>
          </ac:picMkLst>
        </pc:picChg>
      </pc:sldChg>
      <pc:sldChg chg="addSp delSp modSp add mod">
        <pc:chgData name="Soumita Sengupta" userId="4afa6ce1-cb01-46c2-8538-4650222f0c96" providerId="ADAL" clId="{6D014E28-5AC5-424B-B335-F0A00E851760}" dt="2021-04-06T11:33:51.395" v="384"/>
        <pc:sldMkLst>
          <pc:docMk/>
          <pc:sldMk cId="1207871582" sldId="481"/>
        </pc:sldMkLst>
        <pc:spChg chg="del">
          <ac:chgData name="Soumita Sengupta" userId="4afa6ce1-cb01-46c2-8538-4650222f0c96" providerId="ADAL" clId="{6D014E28-5AC5-424B-B335-F0A00E851760}" dt="2021-04-06T11:33:46.981" v="382" actId="478"/>
          <ac:spMkLst>
            <pc:docMk/>
            <pc:sldMk cId="1207871582" sldId="481"/>
            <ac:spMk id="3" creationId="{00000000-0000-0000-0000-000000000000}"/>
          </ac:spMkLst>
        </pc:spChg>
        <pc:spChg chg="del">
          <ac:chgData name="Soumita Sengupta" userId="4afa6ce1-cb01-46c2-8538-4650222f0c96" providerId="ADAL" clId="{6D014E28-5AC5-424B-B335-F0A00E851760}" dt="2021-04-06T11:33:49.360" v="383" actId="478"/>
          <ac:spMkLst>
            <pc:docMk/>
            <pc:sldMk cId="1207871582" sldId="481"/>
            <ac:spMk id="4" creationId="{00000000-0000-0000-0000-000000000000}"/>
          </ac:spMkLst>
        </pc:spChg>
        <pc:spChg chg="add mod">
          <ac:chgData name="Soumita Sengupta" userId="4afa6ce1-cb01-46c2-8538-4650222f0c96" providerId="ADAL" clId="{6D014E28-5AC5-424B-B335-F0A00E851760}" dt="2021-04-06T11:33:51.395" v="384"/>
          <ac:spMkLst>
            <pc:docMk/>
            <pc:sldMk cId="1207871582" sldId="481"/>
            <ac:spMk id="8" creationId="{484A41C7-1327-4B48-8B68-099849ED7C3F}"/>
          </ac:spMkLst>
        </pc:spChg>
        <pc:graphicFrameChg chg="mod">
          <ac:chgData name="Soumita Sengupta" userId="4afa6ce1-cb01-46c2-8538-4650222f0c96" providerId="ADAL" clId="{6D014E28-5AC5-424B-B335-F0A00E851760}" dt="2021-04-06T11:14:24.769" v="242" actId="108"/>
          <ac:graphicFrameMkLst>
            <pc:docMk/>
            <pc:sldMk cId="1207871582" sldId="481"/>
            <ac:graphicFrameMk id="6" creationId="{00000000-0000-0000-0000-000000000000}"/>
          </ac:graphicFrameMkLst>
        </pc:graphicFrameChg>
        <pc:picChg chg="add mod">
          <ac:chgData name="Soumita Sengupta" userId="4afa6ce1-cb01-46c2-8538-4650222f0c96" providerId="ADAL" clId="{6D014E28-5AC5-424B-B335-F0A00E851760}" dt="2021-04-06T11:33:51.395" v="384"/>
          <ac:picMkLst>
            <pc:docMk/>
            <pc:sldMk cId="1207871582" sldId="481"/>
            <ac:picMk id="7" creationId="{69BB296C-E55E-46D1-94CD-C2D6A43E2B29}"/>
          </ac:picMkLst>
        </pc:picChg>
      </pc:sldChg>
      <pc:sldChg chg="modSp add mod ord">
        <pc:chgData name="Soumita Sengupta" userId="4afa6ce1-cb01-46c2-8538-4650222f0c96" providerId="ADAL" clId="{6D014E28-5AC5-424B-B335-F0A00E851760}" dt="2021-04-06T11:16:13.054" v="255" actId="113"/>
        <pc:sldMkLst>
          <pc:docMk/>
          <pc:sldMk cId="4081721116" sldId="482"/>
        </pc:sldMkLst>
        <pc:spChg chg="mod">
          <ac:chgData name="Soumita Sengupta" userId="4afa6ce1-cb01-46c2-8538-4650222f0c96" providerId="ADAL" clId="{6D014E28-5AC5-424B-B335-F0A00E851760}" dt="2021-04-06T11:16:13.054" v="255" actId="113"/>
          <ac:spMkLst>
            <pc:docMk/>
            <pc:sldMk cId="4081721116" sldId="482"/>
            <ac:spMk id="2" creationId="{57983F62-BBB9-431B-A37F-BDA0DC7153F6}"/>
          </ac:spMkLst>
        </pc:spChg>
      </pc:sldChg>
      <pc:sldChg chg="addSp delSp modSp add mod">
        <pc:chgData name="Soumita Sengupta" userId="4afa6ce1-cb01-46c2-8538-4650222f0c96" providerId="ADAL" clId="{6D014E28-5AC5-424B-B335-F0A00E851760}" dt="2021-04-06T11:34:03.642" v="387"/>
        <pc:sldMkLst>
          <pc:docMk/>
          <pc:sldMk cId="1725077821" sldId="483"/>
        </pc:sldMkLst>
        <pc:spChg chg="del">
          <ac:chgData name="Soumita Sengupta" userId="4afa6ce1-cb01-46c2-8538-4650222f0c96" providerId="ADAL" clId="{6D014E28-5AC5-424B-B335-F0A00E851760}" dt="2021-04-06T11:33:57.501" v="385" actId="478"/>
          <ac:spMkLst>
            <pc:docMk/>
            <pc:sldMk cId="1725077821" sldId="483"/>
            <ac:spMk id="3" creationId="{00000000-0000-0000-0000-000000000000}"/>
          </ac:spMkLst>
        </pc:spChg>
        <pc:spChg chg="del">
          <ac:chgData name="Soumita Sengupta" userId="4afa6ce1-cb01-46c2-8538-4650222f0c96" providerId="ADAL" clId="{6D014E28-5AC5-424B-B335-F0A00E851760}" dt="2021-04-06T11:33:59.696" v="386" actId="478"/>
          <ac:spMkLst>
            <pc:docMk/>
            <pc:sldMk cId="1725077821" sldId="483"/>
            <ac:spMk id="4" creationId="{00000000-0000-0000-0000-000000000000}"/>
          </ac:spMkLst>
        </pc:spChg>
        <pc:spChg chg="add mod">
          <ac:chgData name="Soumita Sengupta" userId="4afa6ce1-cb01-46c2-8538-4650222f0c96" providerId="ADAL" clId="{6D014E28-5AC5-424B-B335-F0A00E851760}" dt="2021-04-06T11:34:03.642" v="387"/>
          <ac:spMkLst>
            <pc:docMk/>
            <pc:sldMk cId="1725077821" sldId="483"/>
            <ac:spMk id="8" creationId="{8F7B7D83-792B-4DE2-BFEF-3B65CB0DE452}"/>
          </ac:spMkLst>
        </pc:spChg>
        <pc:graphicFrameChg chg="mod">
          <ac:chgData name="Soumita Sengupta" userId="4afa6ce1-cb01-46c2-8538-4650222f0c96" providerId="ADAL" clId="{6D014E28-5AC5-424B-B335-F0A00E851760}" dt="2021-04-06T11:16:55.892" v="264" actId="108"/>
          <ac:graphicFrameMkLst>
            <pc:docMk/>
            <pc:sldMk cId="1725077821" sldId="483"/>
            <ac:graphicFrameMk id="6" creationId="{00000000-0000-0000-0000-000000000000}"/>
          </ac:graphicFrameMkLst>
        </pc:graphicFrameChg>
        <pc:picChg chg="add mod">
          <ac:chgData name="Soumita Sengupta" userId="4afa6ce1-cb01-46c2-8538-4650222f0c96" providerId="ADAL" clId="{6D014E28-5AC5-424B-B335-F0A00E851760}" dt="2021-04-06T11:34:03.642" v="387"/>
          <ac:picMkLst>
            <pc:docMk/>
            <pc:sldMk cId="1725077821" sldId="483"/>
            <ac:picMk id="7" creationId="{033D1B5E-8501-40C3-9B5C-534A21B8FC2A}"/>
          </ac:picMkLst>
        </pc:picChg>
      </pc:sldChg>
      <pc:sldChg chg="addSp delSp modSp add mod">
        <pc:chgData name="Soumita Sengupta" userId="4afa6ce1-cb01-46c2-8538-4650222f0c96" providerId="ADAL" clId="{6D014E28-5AC5-424B-B335-F0A00E851760}" dt="2021-04-06T11:34:11.065" v="390"/>
        <pc:sldMkLst>
          <pc:docMk/>
          <pc:sldMk cId="401624613" sldId="484"/>
        </pc:sldMkLst>
        <pc:spChg chg="del">
          <ac:chgData name="Soumita Sengupta" userId="4afa6ce1-cb01-46c2-8538-4650222f0c96" providerId="ADAL" clId="{6D014E28-5AC5-424B-B335-F0A00E851760}" dt="2021-04-06T11:34:07.368" v="388" actId="478"/>
          <ac:spMkLst>
            <pc:docMk/>
            <pc:sldMk cId="401624613" sldId="484"/>
            <ac:spMk id="3" creationId="{00000000-0000-0000-0000-000000000000}"/>
          </ac:spMkLst>
        </pc:spChg>
        <pc:spChg chg="del">
          <ac:chgData name="Soumita Sengupta" userId="4afa6ce1-cb01-46c2-8538-4650222f0c96" providerId="ADAL" clId="{6D014E28-5AC5-424B-B335-F0A00E851760}" dt="2021-04-06T11:34:09.387" v="389" actId="478"/>
          <ac:spMkLst>
            <pc:docMk/>
            <pc:sldMk cId="401624613" sldId="484"/>
            <ac:spMk id="4" creationId="{00000000-0000-0000-0000-000000000000}"/>
          </ac:spMkLst>
        </pc:spChg>
        <pc:spChg chg="add mod">
          <ac:chgData name="Soumita Sengupta" userId="4afa6ce1-cb01-46c2-8538-4650222f0c96" providerId="ADAL" clId="{6D014E28-5AC5-424B-B335-F0A00E851760}" dt="2021-04-06T11:34:11.065" v="390"/>
          <ac:spMkLst>
            <pc:docMk/>
            <pc:sldMk cId="401624613" sldId="484"/>
            <ac:spMk id="8" creationId="{D574F81B-227B-4F8F-8BBA-8437CFC2187D}"/>
          </ac:spMkLst>
        </pc:spChg>
        <pc:graphicFrameChg chg="mod">
          <ac:chgData name="Soumita Sengupta" userId="4afa6ce1-cb01-46c2-8538-4650222f0c96" providerId="ADAL" clId="{6D014E28-5AC5-424B-B335-F0A00E851760}" dt="2021-04-06T11:17:21.464" v="272" actId="108"/>
          <ac:graphicFrameMkLst>
            <pc:docMk/>
            <pc:sldMk cId="401624613" sldId="484"/>
            <ac:graphicFrameMk id="6" creationId="{00000000-0000-0000-0000-000000000000}"/>
          </ac:graphicFrameMkLst>
        </pc:graphicFrameChg>
        <pc:picChg chg="add mod">
          <ac:chgData name="Soumita Sengupta" userId="4afa6ce1-cb01-46c2-8538-4650222f0c96" providerId="ADAL" clId="{6D014E28-5AC5-424B-B335-F0A00E851760}" dt="2021-04-06T11:34:11.065" v="390"/>
          <ac:picMkLst>
            <pc:docMk/>
            <pc:sldMk cId="401624613" sldId="484"/>
            <ac:picMk id="7" creationId="{2F6F01EC-A790-4076-A618-FC637A30FF51}"/>
          </ac:picMkLst>
        </pc:picChg>
      </pc:sldChg>
      <pc:sldChg chg="modSp add del mod ord">
        <pc:chgData name="Soumita Sengupta" userId="4afa6ce1-cb01-46c2-8538-4650222f0c96" providerId="ADAL" clId="{6D014E28-5AC5-424B-B335-F0A00E851760}" dt="2021-04-06T11:18:10.340" v="278" actId="47"/>
        <pc:sldMkLst>
          <pc:docMk/>
          <pc:sldMk cId="3084910297" sldId="485"/>
        </pc:sldMkLst>
        <pc:spChg chg="mod">
          <ac:chgData name="Soumita Sengupta" userId="4afa6ce1-cb01-46c2-8538-4650222f0c96" providerId="ADAL" clId="{6D014E28-5AC5-424B-B335-F0A00E851760}" dt="2021-04-06T11:18:03.209" v="276" actId="6549"/>
          <ac:spMkLst>
            <pc:docMk/>
            <pc:sldMk cId="3084910297" sldId="485"/>
            <ac:spMk id="2" creationId="{57983F62-BBB9-431B-A37F-BDA0DC7153F6}"/>
          </ac:spMkLst>
        </pc:spChg>
      </pc:sldChg>
      <pc:sldChg chg="modSp add del mod">
        <pc:chgData name="Soumita Sengupta" userId="4afa6ce1-cb01-46c2-8538-4650222f0c96" providerId="ADAL" clId="{6D014E28-5AC5-424B-B335-F0A00E851760}" dt="2021-04-08T08:59:39.219" v="403" actId="47"/>
        <pc:sldMkLst>
          <pc:docMk/>
          <pc:sldMk cId="1051422832" sldId="486"/>
        </pc:sldMkLst>
        <pc:spChg chg="mod">
          <ac:chgData name="Soumita Sengupta" userId="4afa6ce1-cb01-46c2-8538-4650222f0c96" providerId="ADAL" clId="{6D014E28-5AC5-424B-B335-F0A00E851760}" dt="2021-04-06T11:18:28.261" v="282"/>
          <ac:spMkLst>
            <pc:docMk/>
            <pc:sldMk cId="1051422832" sldId="486"/>
            <ac:spMk id="2" creationId="{57983F62-BBB9-431B-A37F-BDA0DC7153F6}"/>
          </ac:spMkLst>
        </pc:spChg>
      </pc:sldChg>
      <pc:sldChg chg="addSp delSp modSp add del mod">
        <pc:chgData name="Soumita Sengupta" userId="4afa6ce1-cb01-46c2-8538-4650222f0c96" providerId="ADAL" clId="{6D014E28-5AC5-424B-B335-F0A00E851760}" dt="2021-04-08T08:59:41.082" v="404" actId="47"/>
        <pc:sldMkLst>
          <pc:docMk/>
          <pc:sldMk cId="3301539231" sldId="487"/>
        </pc:sldMkLst>
        <pc:spChg chg="del">
          <ac:chgData name="Soumita Sengupta" userId="4afa6ce1-cb01-46c2-8538-4650222f0c96" providerId="ADAL" clId="{6D014E28-5AC5-424B-B335-F0A00E851760}" dt="2021-04-06T11:34:22.966" v="391" actId="478"/>
          <ac:spMkLst>
            <pc:docMk/>
            <pc:sldMk cId="3301539231" sldId="487"/>
            <ac:spMk id="3" creationId="{00000000-0000-0000-0000-000000000000}"/>
          </ac:spMkLst>
        </pc:spChg>
        <pc:spChg chg="del">
          <ac:chgData name="Soumita Sengupta" userId="4afa6ce1-cb01-46c2-8538-4650222f0c96" providerId="ADAL" clId="{6D014E28-5AC5-424B-B335-F0A00E851760}" dt="2021-04-06T11:34:25.495" v="392" actId="478"/>
          <ac:spMkLst>
            <pc:docMk/>
            <pc:sldMk cId="3301539231" sldId="487"/>
            <ac:spMk id="4" creationId="{00000000-0000-0000-0000-000000000000}"/>
          </ac:spMkLst>
        </pc:spChg>
        <pc:spChg chg="add mod">
          <ac:chgData name="Soumita Sengupta" userId="4afa6ce1-cb01-46c2-8538-4650222f0c96" providerId="ADAL" clId="{6D014E28-5AC5-424B-B335-F0A00E851760}" dt="2021-04-06T11:34:27.026" v="393"/>
          <ac:spMkLst>
            <pc:docMk/>
            <pc:sldMk cId="3301539231" sldId="487"/>
            <ac:spMk id="8" creationId="{01B57924-6E5C-4A16-A9B4-78819B5D0E23}"/>
          </ac:spMkLst>
        </pc:spChg>
        <pc:graphicFrameChg chg="mod">
          <ac:chgData name="Soumita Sengupta" userId="4afa6ce1-cb01-46c2-8538-4650222f0c96" providerId="ADAL" clId="{6D014E28-5AC5-424B-B335-F0A00E851760}" dt="2021-04-06T11:19:17.704" v="293" actId="255"/>
          <ac:graphicFrameMkLst>
            <pc:docMk/>
            <pc:sldMk cId="3301539231" sldId="487"/>
            <ac:graphicFrameMk id="6" creationId="{00000000-0000-0000-0000-000000000000}"/>
          </ac:graphicFrameMkLst>
        </pc:graphicFrameChg>
        <pc:picChg chg="add mod">
          <ac:chgData name="Soumita Sengupta" userId="4afa6ce1-cb01-46c2-8538-4650222f0c96" providerId="ADAL" clId="{6D014E28-5AC5-424B-B335-F0A00E851760}" dt="2021-04-06T11:34:27.026" v="393"/>
          <ac:picMkLst>
            <pc:docMk/>
            <pc:sldMk cId="3301539231" sldId="487"/>
            <ac:picMk id="7" creationId="{441A97DD-C594-4635-877F-61F105504BC4}"/>
          </ac:picMkLst>
        </pc:picChg>
      </pc:sldChg>
      <pc:sldChg chg="addSp delSp modSp add del mod">
        <pc:chgData name="Soumita Sengupta" userId="4afa6ce1-cb01-46c2-8538-4650222f0c96" providerId="ADAL" clId="{6D014E28-5AC5-424B-B335-F0A00E851760}" dt="2021-04-08T08:59:42.101" v="405" actId="47"/>
        <pc:sldMkLst>
          <pc:docMk/>
          <pc:sldMk cId="3075750034" sldId="488"/>
        </pc:sldMkLst>
        <pc:spChg chg="del">
          <ac:chgData name="Soumita Sengupta" userId="4afa6ce1-cb01-46c2-8538-4650222f0c96" providerId="ADAL" clId="{6D014E28-5AC5-424B-B335-F0A00E851760}" dt="2021-04-06T11:34:30.922" v="394" actId="478"/>
          <ac:spMkLst>
            <pc:docMk/>
            <pc:sldMk cId="3075750034" sldId="488"/>
            <ac:spMk id="3" creationId="{00000000-0000-0000-0000-000000000000}"/>
          </ac:spMkLst>
        </pc:spChg>
        <pc:spChg chg="del">
          <ac:chgData name="Soumita Sengupta" userId="4afa6ce1-cb01-46c2-8538-4650222f0c96" providerId="ADAL" clId="{6D014E28-5AC5-424B-B335-F0A00E851760}" dt="2021-04-06T11:34:32.799" v="395" actId="478"/>
          <ac:spMkLst>
            <pc:docMk/>
            <pc:sldMk cId="3075750034" sldId="488"/>
            <ac:spMk id="4" creationId="{00000000-0000-0000-0000-000000000000}"/>
          </ac:spMkLst>
        </pc:spChg>
        <pc:spChg chg="add mod">
          <ac:chgData name="Soumita Sengupta" userId="4afa6ce1-cb01-46c2-8538-4650222f0c96" providerId="ADAL" clId="{6D014E28-5AC5-424B-B335-F0A00E851760}" dt="2021-04-06T11:34:34.441" v="396"/>
          <ac:spMkLst>
            <pc:docMk/>
            <pc:sldMk cId="3075750034" sldId="488"/>
            <ac:spMk id="8" creationId="{39B4C5F5-A2BF-46B4-BD86-C43103F6847E}"/>
          </ac:spMkLst>
        </pc:spChg>
        <pc:graphicFrameChg chg="mod">
          <ac:chgData name="Soumita Sengupta" userId="4afa6ce1-cb01-46c2-8538-4650222f0c96" providerId="ADAL" clId="{6D014E28-5AC5-424B-B335-F0A00E851760}" dt="2021-04-06T11:19:29.147" v="295" actId="255"/>
          <ac:graphicFrameMkLst>
            <pc:docMk/>
            <pc:sldMk cId="3075750034" sldId="488"/>
            <ac:graphicFrameMk id="6" creationId="{00000000-0000-0000-0000-000000000000}"/>
          </ac:graphicFrameMkLst>
        </pc:graphicFrameChg>
        <pc:picChg chg="add mod">
          <ac:chgData name="Soumita Sengupta" userId="4afa6ce1-cb01-46c2-8538-4650222f0c96" providerId="ADAL" clId="{6D014E28-5AC5-424B-B335-F0A00E851760}" dt="2021-04-06T11:34:34.441" v="396"/>
          <ac:picMkLst>
            <pc:docMk/>
            <pc:sldMk cId="3075750034" sldId="488"/>
            <ac:picMk id="7" creationId="{B5662F97-45B6-4308-A44A-03DC56923B94}"/>
          </ac:picMkLst>
        </pc:picChg>
      </pc:sldChg>
      <pc:sldChg chg="modSp add mod ord">
        <pc:chgData name="Soumita Sengupta" userId="4afa6ce1-cb01-46c2-8538-4650222f0c96" providerId="ADAL" clId="{6D014E28-5AC5-424B-B335-F0A00E851760}" dt="2021-04-06T11:20:07.227" v="302"/>
        <pc:sldMkLst>
          <pc:docMk/>
          <pc:sldMk cId="2562816360" sldId="489"/>
        </pc:sldMkLst>
        <pc:spChg chg="mod">
          <ac:chgData name="Soumita Sengupta" userId="4afa6ce1-cb01-46c2-8538-4650222f0c96" providerId="ADAL" clId="{6D014E28-5AC5-424B-B335-F0A00E851760}" dt="2021-04-06T11:20:07.227" v="302"/>
          <ac:spMkLst>
            <pc:docMk/>
            <pc:sldMk cId="2562816360" sldId="489"/>
            <ac:spMk id="2" creationId="{57983F62-BBB9-431B-A37F-BDA0DC7153F6}"/>
          </ac:spMkLst>
        </pc:spChg>
      </pc:sldChg>
      <pc:sldChg chg="addSp delSp modSp add mod">
        <pc:chgData name="Soumita Sengupta" userId="4afa6ce1-cb01-46c2-8538-4650222f0c96" providerId="ADAL" clId="{6D014E28-5AC5-424B-B335-F0A00E851760}" dt="2021-04-06T11:34:44.827" v="399"/>
        <pc:sldMkLst>
          <pc:docMk/>
          <pc:sldMk cId="587301050" sldId="490"/>
        </pc:sldMkLst>
        <pc:spChg chg="del">
          <ac:chgData name="Soumita Sengupta" userId="4afa6ce1-cb01-46c2-8538-4650222f0c96" providerId="ADAL" clId="{6D014E28-5AC5-424B-B335-F0A00E851760}" dt="2021-04-06T11:34:40.622" v="397" actId="478"/>
          <ac:spMkLst>
            <pc:docMk/>
            <pc:sldMk cId="587301050" sldId="490"/>
            <ac:spMk id="3" creationId="{00000000-0000-0000-0000-000000000000}"/>
          </ac:spMkLst>
        </pc:spChg>
        <pc:spChg chg="del">
          <ac:chgData name="Soumita Sengupta" userId="4afa6ce1-cb01-46c2-8538-4650222f0c96" providerId="ADAL" clId="{6D014E28-5AC5-424B-B335-F0A00E851760}" dt="2021-04-06T11:34:42.621" v="398" actId="478"/>
          <ac:spMkLst>
            <pc:docMk/>
            <pc:sldMk cId="587301050" sldId="490"/>
            <ac:spMk id="4" creationId="{00000000-0000-0000-0000-000000000000}"/>
          </ac:spMkLst>
        </pc:spChg>
        <pc:spChg chg="add mod">
          <ac:chgData name="Soumita Sengupta" userId="4afa6ce1-cb01-46c2-8538-4650222f0c96" providerId="ADAL" clId="{6D014E28-5AC5-424B-B335-F0A00E851760}" dt="2021-04-06T11:34:44.827" v="399"/>
          <ac:spMkLst>
            <pc:docMk/>
            <pc:sldMk cId="587301050" sldId="490"/>
            <ac:spMk id="8" creationId="{B5620C1A-C585-44A2-AB24-C74892DCA3EE}"/>
          </ac:spMkLst>
        </pc:spChg>
        <pc:graphicFrameChg chg="mod">
          <ac:chgData name="Soumita Sengupta" userId="4afa6ce1-cb01-46c2-8538-4650222f0c96" providerId="ADAL" clId="{6D014E28-5AC5-424B-B335-F0A00E851760}" dt="2021-04-06T11:20:53.289" v="307" actId="255"/>
          <ac:graphicFrameMkLst>
            <pc:docMk/>
            <pc:sldMk cId="587301050" sldId="490"/>
            <ac:graphicFrameMk id="6" creationId="{00000000-0000-0000-0000-000000000000}"/>
          </ac:graphicFrameMkLst>
        </pc:graphicFrameChg>
        <pc:picChg chg="add mod">
          <ac:chgData name="Soumita Sengupta" userId="4afa6ce1-cb01-46c2-8538-4650222f0c96" providerId="ADAL" clId="{6D014E28-5AC5-424B-B335-F0A00E851760}" dt="2021-04-06T11:34:44.827" v="399"/>
          <ac:picMkLst>
            <pc:docMk/>
            <pc:sldMk cId="587301050" sldId="490"/>
            <ac:picMk id="7" creationId="{BA0AE333-A933-4878-9F5A-472B3B806519}"/>
          </ac:picMkLst>
        </pc:picChg>
      </pc:sldChg>
      <pc:sldChg chg="addSp delSp modSp add mod">
        <pc:chgData name="Soumita Sengupta" userId="4afa6ce1-cb01-46c2-8538-4650222f0c96" providerId="ADAL" clId="{6D014E28-5AC5-424B-B335-F0A00E851760}" dt="2021-04-06T11:34:51.403" v="402"/>
        <pc:sldMkLst>
          <pc:docMk/>
          <pc:sldMk cId="1654427468" sldId="491"/>
        </pc:sldMkLst>
        <pc:spChg chg="del">
          <ac:chgData name="Soumita Sengupta" userId="4afa6ce1-cb01-46c2-8538-4650222f0c96" providerId="ADAL" clId="{6D014E28-5AC5-424B-B335-F0A00E851760}" dt="2021-04-06T11:34:47.739" v="400" actId="478"/>
          <ac:spMkLst>
            <pc:docMk/>
            <pc:sldMk cId="1654427468" sldId="491"/>
            <ac:spMk id="3" creationId="{00000000-0000-0000-0000-000000000000}"/>
          </ac:spMkLst>
        </pc:spChg>
        <pc:spChg chg="del">
          <ac:chgData name="Soumita Sengupta" userId="4afa6ce1-cb01-46c2-8538-4650222f0c96" providerId="ADAL" clId="{6D014E28-5AC5-424B-B335-F0A00E851760}" dt="2021-04-06T11:34:49.571" v="401" actId="478"/>
          <ac:spMkLst>
            <pc:docMk/>
            <pc:sldMk cId="1654427468" sldId="491"/>
            <ac:spMk id="4" creationId="{00000000-0000-0000-0000-000000000000}"/>
          </ac:spMkLst>
        </pc:spChg>
        <pc:spChg chg="add mod">
          <ac:chgData name="Soumita Sengupta" userId="4afa6ce1-cb01-46c2-8538-4650222f0c96" providerId="ADAL" clId="{6D014E28-5AC5-424B-B335-F0A00E851760}" dt="2021-04-06T11:34:51.403" v="402"/>
          <ac:spMkLst>
            <pc:docMk/>
            <pc:sldMk cId="1654427468" sldId="491"/>
            <ac:spMk id="8" creationId="{EFCC832C-E209-4A95-A02D-4FF671F60C42}"/>
          </ac:spMkLst>
        </pc:spChg>
        <pc:graphicFrameChg chg="mod">
          <ac:chgData name="Soumita Sengupta" userId="4afa6ce1-cb01-46c2-8538-4650222f0c96" providerId="ADAL" clId="{6D014E28-5AC5-424B-B335-F0A00E851760}" dt="2021-04-06T11:22:04.255" v="310" actId="255"/>
          <ac:graphicFrameMkLst>
            <pc:docMk/>
            <pc:sldMk cId="1654427468" sldId="491"/>
            <ac:graphicFrameMk id="6" creationId="{00000000-0000-0000-0000-000000000000}"/>
          </ac:graphicFrameMkLst>
        </pc:graphicFrameChg>
        <pc:picChg chg="add mod">
          <ac:chgData name="Soumita Sengupta" userId="4afa6ce1-cb01-46c2-8538-4650222f0c96" providerId="ADAL" clId="{6D014E28-5AC5-424B-B335-F0A00E851760}" dt="2021-04-06T11:34:51.403" v="402"/>
          <ac:picMkLst>
            <pc:docMk/>
            <pc:sldMk cId="1654427468" sldId="491"/>
            <ac:picMk id="7" creationId="{035D253D-EEEA-48CF-8AEC-825C5A976C88}"/>
          </ac:picMkLst>
        </pc:picChg>
      </pc:sldChg>
    </pc:docChg>
  </pc:docChgLst>
  <pc:docChgLst>
    <pc:chgData name="Soumita Sengupta" userId="4afa6ce1-cb01-46c2-8538-4650222f0c96" providerId="ADAL" clId="{EBCC04DE-33C6-4BF7-92A4-631C1E01E167}"/>
    <pc:docChg chg="undo custSel addSld delSld modSld">
      <pc:chgData name="Soumita Sengupta" userId="4afa6ce1-cb01-46c2-8538-4650222f0c96" providerId="ADAL" clId="{EBCC04DE-33C6-4BF7-92A4-631C1E01E167}" dt="2021-06-01T07:16:42.779" v="92" actId="207"/>
      <pc:docMkLst>
        <pc:docMk/>
      </pc:docMkLst>
      <pc:sldChg chg="del">
        <pc:chgData name="Soumita Sengupta" userId="4afa6ce1-cb01-46c2-8538-4650222f0c96" providerId="ADAL" clId="{EBCC04DE-33C6-4BF7-92A4-631C1E01E167}" dt="2021-06-01T06:51:49.751" v="2" actId="47"/>
        <pc:sldMkLst>
          <pc:docMk/>
          <pc:sldMk cId="3505707011" sldId="258"/>
        </pc:sldMkLst>
      </pc:sldChg>
      <pc:sldChg chg="modSp add mod">
        <pc:chgData name="Soumita Sengupta" userId="4afa6ce1-cb01-46c2-8538-4650222f0c96" providerId="ADAL" clId="{EBCC04DE-33C6-4BF7-92A4-631C1E01E167}" dt="2021-06-01T07:15:25.878" v="81" actId="207"/>
        <pc:sldMkLst>
          <pc:docMk/>
          <pc:sldMk cId="1022635140" sldId="259"/>
        </pc:sldMkLst>
        <pc:spChg chg="mod">
          <ac:chgData name="Soumita Sengupta" userId="4afa6ce1-cb01-46c2-8538-4650222f0c96" providerId="ADAL" clId="{EBCC04DE-33C6-4BF7-92A4-631C1E01E167}" dt="2021-06-01T07:05:19.111" v="26" actId="255"/>
          <ac:spMkLst>
            <pc:docMk/>
            <pc:sldMk cId="1022635140" sldId="259"/>
            <ac:spMk id="3" creationId="{00000000-0000-0000-0000-000000000000}"/>
          </ac:spMkLst>
        </pc:spChg>
        <pc:spChg chg="mod">
          <ac:chgData name="Soumita Sengupta" userId="4afa6ce1-cb01-46c2-8538-4650222f0c96" providerId="ADAL" clId="{EBCC04DE-33C6-4BF7-92A4-631C1E01E167}" dt="2021-06-01T07:15:25.878" v="81" actId="207"/>
          <ac:spMkLst>
            <pc:docMk/>
            <pc:sldMk cId="1022635140" sldId="259"/>
            <ac:spMk id="4" creationId="{8036B5C3-E622-4635-A937-F798BBCC23C4}"/>
          </ac:spMkLst>
        </pc:spChg>
        <pc:spChg chg="mod">
          <ac:chgData name="Soumita Sengupta" userId="4afa6ce1-cb01-46c2-8538-4650222f0c96" providerId="ADAL" clId="{EBCC04DE-33C6-4BF7-92A4-631C1E01E167}" dt="2021-06-01T07:15:25.878" v="81" actId="207"/>
          <ac:spMkLst>
            <pc:docMk/>
            <pc:sldMk cId="1022635140" sldId="259"/>
            <ac:spMk id="5" creationId="{A7C4FB5B-10CF-4442-879A-9E19985E0940}"/>
          </ac:spMkLst>
        </pc:spChg>
      </pc:sldChg>
      <pc:sldChg chg="del">
        <pc:chgData name="Soumita Sengupta" userId="4afa6ce1-cb01-46c2-8538-4650222f0c96" providerId="ADAL" clId="{EBCC04DE-33C6-4BF7-92A4-631C1E01E167}" dt="2021-06-01T07:12:10.665" v="54" actId="47"/>
        <pc:sldMkLst>
          <pc:docMk/>
          <pc:sldMk cId="1912468287" sldId="260"/>
        </pc:sldMkLst>
      </pc:sldChg>
      <pc:sldChg chg="modSp add mod">
        <pc:chgData name="Soumita Sengupta" userId="4afa6ce1-cb01-46c2-8538-4650222f0c96" providerId="ADAL" clId="{EBCC04DE-33C6-4BF7-92A4-631C1E01E167}" dt="2021-06-01T07:08:55.134" v="36" actId="255"/>
        <pc:sldMkLst>
          <pc:docMk/>
          <pc:sldMk cId="1672968615" sldId="261"/>
        </pc:sldMkLst>
        <pc:spChg chg="mod">
          <ac:chgData name="Soumita Sengupta" userId="4afa6ce1-cb01-46c2-8538-4650222f0c96" providerId="ADAL" clId="{EBCC04DE-33C6-4BF7-92A4-631C1E01E167}" dt="2021-06-01T07:08:55.134" v="36" actId="255"/>
          <ac:spMkLst>
            <pc:docMk/>
            <pc:sldMk cId="1672968615" sldId="261"/>
            <ac:spMk id="3" creationId="{00000000-0000-0000-0000-000000000000}"/>
          </ac:spMkLst>
        </pc:spChg>
        <pc:spChg chg="mod">
          <ac:chgData name="Soumita Sengupta" userId="4afa6ce1-cb01-46c2-8538-4650222f0c96" providerId="ADAL" clId="{EBCC04DE-33C6-4BF7-92A4-631C1E01E167}" dt="2021-06-01T07:08:49.966" v="35" actId="255"/>
          <ac:spMkLst>
            <pc:docMk/>
            <pc:sldMk cId="1672968615" sldId="261"/>
            <ac:spMk id="14" creationId="{912F0195-9D62-4171-BC6C-2154CEE1E887}"/>
          </ac:spMkLst>
        </pc:spChg>
      </pc:sldChg>
      <pc:sldChg chg="modSp add mod">
        <pc:chgData name="Soumita Sengupta" userId="4afa6ce1-cb01-46c2-8538-4650222f0c96" providerId="ADAL" clId="{EBCC04DE-33C6-4BF7-92A4-631C1E01E167}" dt="2021-06-01T07:15:55.986" v="85" actId="207"/>
        <pc:sldMkLst>
          <pc:docMk/>
          <pc:sldMk cId="1736851683" sldId="262"/>
        </pc:sldMkLst>
        <pc:spChg chg="mod">
          <ac:chgData name="Soumita Sengupta" userId="4afa6ce1-cb01-46c2-8538-4650222f0c96" providerId="ADAL" clId="{EBCC04DE-33C6-4BF7-92A4-631C1E01E167}" dt="2021-06-01T07:09:13.391" v="37" actId="255"/>
          <ac:spMkLst>
            <pc:docMk/>
            <pc:sldMk cId="1736851683" sldId="262"/>
            <ac:spMk id="3" creationId="{00000000-0000-0000-0000-000000000000}"/>
          </ac:spMkLst>
        </pc:spChg>
        <pc:spChg chg="mod">
          <ac:chgData name="Soumita Sengupta" userId="4afa6ce1-cb01-46c2-8538-4650222f0c96" providerId="ADAL" clId="{EBCC04DE-33C6-4BF7-92A4-631C1E01E167}" dt="2021-06-01T07:15:55.986" v="85" actId="207"/>
          <ac:spMkLst>
            <pc:docMk/>
            <pc:sldMk cId="1736851683" sldId="262"/>
            <ac:spMk id="4" creationId="{3AED4FD9-4B6D-4065-AB11-F7937A5A2050}"/>
          </ac:spMkLst>
        </pc:spChg>
        <pc:spChg chg="mod">
          <ac:chgData name="Soumita Sengupta" userId="4afa6ce1-cb01-46c2-8538-4650222f0c96" providerId="ADAL" clId="{EBCC04DE-33C6-4BF7-92A4-631C1E01E167}" dt="2021-06-01T07:15:55.986" v="85" actId="207"/>
          <ac:spMkLst>
            <pc:docMk/>
            <pc:sldMk cId="1736851683" sldId="262"/>
            <ac:spMk id="5" creationId="{8D26BC62-80E0-49EC-BAD2-29ABE7EC757D}"/>
          </ac:spMkLst>
        </pc:spChg>
      </pc:sldChg>
      <pc:sldChg chg="modSp add mod">
        <pc:chgData name="Soumita Sengupta" userId="4afa6ce1-cb01-46c2-8538-4650222f0c96" providerId="ADAL" clId="{EBCC04DE-33C6-4BF7-92A4-631C1E01E167}" dt="2021-06-01T07:16:04.496" v="86" actId="207"/>
        <pc:sldMkLst>
          <pc:docMk/>
          <pc:sldMk cId="2420192051" sldId="263"/>
        </pc:sldMkLst>
        <pc:spChg chg="mod">
          <ac:chgData name="Soumita Sengupta" userId="4afa6ce1-cb01-46c2-8538-4650222f0c96" providerId="ADAL" clId="{EBCC04DE-33C6-4BF7-92A4-631C1E01E167}" dt="2021-06-01T07:09:58.512" v="43" actId="255"/>
          <ac:spMkLst>
            <pc:docMk/>
            <pc:sldMk cId="2420192051" sldId="263"/>
            <ac:spMk id="3" creationId="{00000000-0000-0000-0000-000000000000}"/>
          </ac:spMkLst>
        </pc:spChg>
        <pc:spChg chg="mod">
          <ac:chgData name="Soumita Sengupta" userId="4afa6ce1-cb01-46c2-8538-4650222f0c96" providerId="ADAL" clId="{EBCC04DE-33C6-4BF7-92A4-631C1E01E167}" dt="2021-06-01T07:16:04.496" v="86" actId="207"/>
          <ac:spMkLst>
            <pc:docMk/>
            <pc:sldMk cId="2420192051" sldId="263"/>
            <ac:spMk id="4" creationId="{9D71E05F-FC71-4A1A-B8D2-044A50ED7CD5}"/>
          </ac:spMkLst>
        </pc:spChg>
        <pc:spChg chg="mod">
          <ac:chgData name="Soumita Sengupta" userId="4afa6ce1-cb01-46c2-8538-4650222f0c96" providerId="ADAL" clId="{EBCC04DE-33C6-4BF7-92A4-631C1E01E167}" dt="2021-06-01T07:16:04.496" v="86" actId="207"/>
          <ac:spMkLst>
            <pc:docMk/>
            <pc:sldMk cId="2420192051" sldId="263"/>
            <ac:spMk id="5" creationId="{0F5C877E-F40D-4D60-B0D7-3EE950DB68F1}"/>
          </ac:spMkLst>
        </pc:spChg>
      </pc:sldChg>
      <pc:sldChg chg="modSp add mod">
        <pc:chgData name="Soumita Sengupta" userId="4afa6ce1-cb01-46c2-8538-4650222f0c96" providerId="ADAL" clId="{EBCC04DE-33C6-4BF7-92A4-631C1E01E167}" dt="2021-06-01T07:16:10.165" v="87" actId="207"/>
        <pc:sldMkLst>
          <pc:docMk/>
          <pc:sldMk cId="2264191856" sldId="264"/>
        </pc:sldMkLst>
        <pc:spChg chg="mod">
          <ac:chgData name="Soumita Sengupta" userId="4afa6ce1-cb01-46c2-8538-4650222f0c96" providerId="ADAL" clId="{EBCC04DE-33C6-4BF7-92A4-631C1E01E167}" dt="2021-06-01T07:10:14.864" v="44" actId="255"/>
          <ac:spMkLst>
            <pc:docMk/>
            <pc:sldMk cId="2264191856" sldId="264"/>
            <ac:spMk id="3" creationId="{00000000-0000-0000-0000-000000000000}"/>
          </ac:spMkLst>
        </pc:spChg>
        <pc:spChg chg="mod">
          <ac:chgData name="Soumita Sengupta" userId="4afa6ce1-cb01-46c2-8538-4650222f0c96" providerId="ADAL" clId="{EBCC04DE-33C6-4BF7-92A4-631C1E01E167}" dt="2021-06-01T07:16:10.165" v="87" actId="207"/>
          <ac:spMkLst>
            <pc:docMk/>
            <pc:sldMk cId="2264191856" sldId="264"/>
            <ac:spMk id="4" creationId="{EEEC2EFD-7A8E-4D50-9CCF-8CBB63C5965E}"/>
          </ac:spMkLst>
        </pc:spChg>
        <pc:spChg chg="mod">
          <ac:chgData name="Soumita Sengupta" userId="4afa6ce1-cb01-46c2-8538-4650222f0c96" providerId="ADAL" clId="{EBCC04DE-33C6-4BF7-92A4-631C1E01E167}" dt="2021-06-01T07:16:10.165" v="87" actId="207"/>
          <ac:spMkLst>
            <pc:docMk/>
            <pc:sldMk cId="2264191856" sldId="264"/>
            <ac:spMk id="5" creationId="{BA202B0C-E076-450E-9DE0-4B0CD8239EF8}"/>
          </ac:spMkLst>
        </pc:spChg>
      </pc:sldChg>
      <pc:sldChg chg="modSp add mod">
        <pc:chgData name="Soumita Sengupta" userId="4afa6ce1-cb01-46c2-8538-4650222f0c96" providerId="ADAL" clId="{EBCC04DE-33C6-4BF7-92A4-631C1E01E167}" dt="2021-06-01T07:11:04.441" v="48" actId="20577"/>
        <pc:sldMkLst>
          <pc:docMk/>
          <pc:sldMk cId="3421038341" sldId="265"/>
        </pc:sldMkLst>
        <pc:spChg chg="mod">
          <ac:chgData name="Soumita Sengupta" userId="4afa6ce1-cb01-46c2-8538-4650222f0c96" providerId="ADAL" clId="{EBCC04DE-33C6-4BF7-92A4-631C1E01E167}" dt="2021-06-01T07:11:04.441" v="48" actId="20577"/>
          <ac:spMkLst>
            <pc:docMk/>
            <pc:sldMk cId="3421038341" sldId="265"/>
            <ac:spMk id="3" creationId="{00000000-0000-0000-0000-000000000000}"/>
          </ac:spMkLst>
        </pc:spChg>
      </pc:sldChg>
      <pc:sldChg chg="modSp add mod">
        <pc:chgData name="Soumita Sengupta" userId="4afa6ce1-cb01-46c2-8538-4650222f0c96" providerId="ADAL" clId="{EBCC04DE-33C6-4BF7-92A4-631C1E01E167}" dt="2021-06-01T07:16:23.941" v="89" actId="207"/>
        <pc:sldMkLst>
          <pc:docMk/>
          <pc:sldMk cId="1488796333" sldId="266"/>
        </pc:sldMkLst>
        <pc:spChg chg="mod">
          <ac:chgData name="Soumita Sengupta" userId="4afa6ce1-cb01-46c2-8538-4650222f0c96" providerId="ADAL" clId="{EBCC04DE-33C6-4BF7-92A4-631C1E01E167}" dt="2021-06-01T07:11:42.756" v="51" actId="255"/>
          <ac:spMkLst>
            <pc:docMk/>
            <pc:sldMk cId="1488796333" sldId="266"/>
            <ac:spMk id="3" creationId="{00000000-0000-0000-0000-000000000000}"/>
          </ac:spMkLst>
        </pc:spChg>
        <pc:spChg chg="mod">
          <ac:chgData name="Soumita Sengupta" userId="4afa6ce1-cb01-46c2-8538-4650222f0c96" providerId="ADAL" clId="{EBCC04DE-33C6-4BF7-92A4-631C1E01E167}" dt="2021-06-01T07:16:23.941" v="89" actId="207"/>
          <ac:spMkLst>
            <pc:docMk/>
            <pc:sldMk cId="1488796333" sldId="266"/>
            <ac:spMk id="4" creationId="{F522E753-83BF-45FE-B19B-991CC88F6453}"/>
          </ac:spMkLst>
        </pc:spChg>
        <pc:spChg chg="mod">
          <ac:chgData name="Soumita Sengupta" userId="4afa6ce1-cb01-46c2-8538-4650222f0c96" providerId="ADAL" clId="{EBCC04DE-33C6-4BF7-92A4-631C1E01E167}" dt="2021-06-01T07:16:23.941" v="89" actId="207"/>
          <ac:spMkLst>
            <pc:docMk/>
            <pc:sldMk cId="1488796333" sldId="266"/>
            <ac:spMk id="5" creationId="{82AC65A8-6AAC-4CB7-8E9E-D9FB8618C9B1}"/>
          </ac:spMkLst>
        </pc:spChg>
      </pc:sldChg>
      <pc:sldChg chg="del">
        <pc:chgData name="Soumita Sengupta" userId="4afa6ce1-cb01-46c2-8538-4650222f0c96" providerId="ADAL" clId="{EBCC04DE-33C6-4BF7-92A4-631C1E01E167}" dt="2021-06-01T07:12:15.234" v="56" actId="47"/>
        <pc:sldMkLst>
          <pc:docMk/>
          <pc:sldMk cId="4213263748" sldId="268"/>
        </pc:sldMkLst>
      </pc:sldChg>
      <pc:sldChg chg="del">
        <pc:chgData name="Soumita Sengupta" userId="4afa6ce1-cb01-46c2-8538-4650222f0c96" providerId="ADAL" clId="{EBCC04DE-33C6-4BF7-92A4-631C1E01E167}" dt="2021-06-01T07:12:16.671" v="57" actId="47"/>
        <pc:sldMkLst>
          <pc:docMk/>
          <pc:sldMk cId="458674981" sldId="269"/>
        </pc:sldMkLst>
      </pc:sldChg>
      <pc:sldChg chg="del">
        <pc:chgData name="Soumita Sengupta" userId="4afa6ce1-cb01-46c2-8538-4650222f0c96" providerId="ADAL" clId="{EBCC04DE-33C6-4BF7-92A4-631C1E01E167}" dt="2021-06-01T07:12:18.608" v="58" actId="47"/>
        <pc:sldMkLst>
          <pc:docMk/>
          <pc:sldMk cId="2152186373" sldId="270"/>
        </pc:sldMkLst>
      </pc:sldChg>
      <pc:sldChg chg="add del">
        <pc:chgData name="Soumita Sengupta" userId="4afa6ce1-cb01-46c2-8538-4650222f0c96" providerId="ADAL" clId="{EBCC04DE-33C6-4BF7-92A4-631C1E01E167}" dt="2021-06-01T07:05:11.169" v="25" actId="47"/>
        <pc:sldMkLst>
          <pc:docMk/>
          <pc:sldMk cId="4041059787" sldId="271"/>
        </pc:sldMkLst>
      </pc:sldChg>
      <pc:sldChg chg="add del">
        <pc:chgData name="Soumita Sengupta" userId="4afa6ce1-cb01-46c2-8538-4650222f0c96" providerId="ADAL" clId="{EBCC04DE-33C6-4BF7-92A4-631C1E01E167}" dt="2021-06-01T07:12:28.669" v="62" actId="47"/>
        <pc:sldMkLst>
          <pc:docMk/>
          <pc:sldMk cId="2097761920" sldId="272"/>
        </pc:sldMkLst>
      </pc:sldChg>
      <pc:sldChg chg="delSp modSp add mod">
        <pc:chgData name="Soumita Sengupta" userId="4afa6ce1-cb01-46c2-8538-4650222f0c96" providerId="ADAL" clId="{EBCC04DE-33C6-4BF7-92A4-631C1E01E167}" dt="2021-06-01T07:16:19.596" v="88" actId="207"/>
        <pc:sldMkLst>
          <pc:docMk/>
          <pc:sldMk cId="597918064" sldId="273"/>
        </pc:sldMkLst>
        <pc:spChg chg="del">
          <ac:chgData name="Soumita Sengupta" userId="4afa6ce1-cb01-46c2-8538-4650222f0c96" providerId="ADAL" clId="{EBCC04DE-33C6-4BF7-92A4-631C1E01E167}" dt="2021-06-01T07:10:26.083" v="45" actId="478"/>
          <ac:spMkLst>
            <pc:docMk/>
            <pc:sldMk cId="597918064" sldId="273"/>
            <ac:spMk id="3" creationId="{00000000-0000-0000-0000-000000000000}"/>
          </ac:spMkLst>
        </pc:spChg>
        <pc:spChg chg="mod">
          <ac:chgData name="Soumita Sengupta" userId="4afa6ce1-cb01-46c2-8538-4650222f0c96" providerId="ADAL" clId="{EBCC04DE-33C6-4BF7-92A4-631C1E01E167}" dt="2021-06-01T07:16:19.596" v="88" actId="207"/>
          <ac:spMkLst>
            <pc:docMk/>
            <pc:sldMk cId="597918064" sldId="273"/>
            <ac:spMk id="8" creationId="{886A4682-F2EB-4716-A330-85CE1E97E82F}"/>
          </ac:spMkLst>
        </pc:spChg>
        <pc:spChg chg="mod">
          <ac:chgData name="Soumita Sengupta" userId="4afa6ce1-cb01-46c2-8538-4650222f0c96" providerId="ADAL" clId="{EBCC04DE-33C6-4BF7-92A4-631C1E01E167}" dt="2021-06-01T07:16:19.596" v="88" actId="207"/>
          <ac:spMkLst>
            <pc:docMk/>
            <pc:sldMk cId="597918064" sldId="273"/>
            <ac:spMk id="9" creationId="{DB584F56-DA53-4D63-96F5-BB6E2E338917}"/>
          </ac:spMkLst>
        </pc:spChg>
      </pc:sldChg>
      <pc:sldChg chg="modSp add mod">
        <pc:chgData name="Soumita Sengupta" userId="4afa6ce1-cb01-46c2-8538-4650222f0c96" providerId="ADAL" clId="{EBCC04DE-33C6-4BF7-92A4-631C1E01E167}" dt="2021-06-01T07:16:36.792" v="91" actId="207"/>
        <pc:sldMkLst>
          <pc:docMk/>
          <pc:sldMk cId="2239544602" sldId="275"/>
        </pc:sldMkLst>
        <pc:spChg chg="mod">
          <ac:chgData name="Soumita Sengupta" userId="4afa6ce1-cb01-46c2-8538-4650222f0c96" providerId="ADAL" clId="{EBCC04DE-33C6-4BF7-92A4-631C1E01E167}" dt="2021-06-01T07:11:59.497" v="53" actId="27636"/>
          <ac:spMkLst>
            <pc:docMk/>
            <pc:sldMk cId="2239544602" sldId="275"/>
            <ac:spMk id="3" creationId="{00000000-0000-0000-0000-000000000000}"/>
          </ac:spMkLst>
        </pc:spChg>
        <pc:spChg chg="mod">
          <ac:chgData name="Soumita Sengupta" userId="4afa6ce1-cb01-46c2-8538-4650222f0c96" providerId="ADAL" clId="{EBCC04DE-33C6-4BF7-92A4-631C1E01E167}" dt="2021-06-01T07:16:36.792" v="91" actId="207"/>
          <ac:spMkLst>
            <pc:docMk/>
            <pc:sldMk cId="2239544602" sldId="275"/>
            <ac:spMk id="5" creationId="{2B4C5041-C411-49D2-A053-A551C0E7032C}"/>
          </ac:spMkLst>
        </pc:spChg>
        <pc:spChg chg="mod">
          <ac:chgData name="Soumita Sengupta" userId="4afa6ce1-cb01-46c2-8538-4650222f0c96" providerId="ADAL" clId="{EBCC04DE-33C6-4BF7-92A4-631C1E01E167}" dt="2021-06-01T07:16:36.792" v="91" actId="207"/>
          <ac:spMkLst>
            <pc:docMk/>
            <pc:sldMk cId="2239544602" sldId="275"/>
            <ac:spMk id="6" creationId="{B6099F1A-840E-4815-8FFF-B722E207FE90}"/>
          </ac:spMkLst>
        </pc:spChg>
      </pc:sldChg>
      <pc:sldChg chg="modSp add mod">
        <pc:chgData name="Soumita Sengupta" userId="4afa6ce1-cb01-46c2-8538-4650222f0c96" providerId="ADAL" clId="{EBCC04DE-33C6-4BF7-92A4-631C1E01E167}" dt="2021-06-01T07:15:18.939" v="80" actId="207"/>
        <pc:sldMkLst>
          <pc:docMk/>
          <pc:sldMk cId="1067621467" sldId="296"/>
        </pc:sldMkLst>
        <pc:spChg chg="mod">
          <ac:chgData name="Soumita Sengupta" userId="4afa6ce1-cb01-46c2-8538-4650222f0c96" providerId="ADAL" clId="{EBCC04DE-33C6-4BF7-92A4-631C1E01E167}" dt="2021-06-01T07:15:18.939" v="80" actId="207"/>
          <ac:spMkLst>
            <pc:docMk/>
            <pc:sldMk cId="1067621467" sldId="296"/>
            <ac:spMk id="4" creationId="{0B7AEDBB-0A41-4C35-BE55-F46D0CA94435}"/>
          </ac:spMkLst>
        </pc:spChg>
        <pc:spChg chg="mod">
          <ac:chgData name="Soumita Sengupta" userId="4afa6ce1-cb01-46c2-8538-4650222f0c96" providerId="ADAL" clId="{EBCC04DE-33C6-4BF7-92A4-631C1E01E167}" dt="2021-06-01T07:15:18.939" v="80" actId="207"/>
          <ac:spMkLst>
            <pc:docMk/>
            <pc:sldMk cId="1067621467" sldId="296"/>
            <ac:spMk id="5" creationId="{2176AF9F-4E1F-499E-95FC-3C830E07D3B2}"/>
          </ac:spMkLst>
        </pc:spChg>
        <pc:spChg chg="mod">
          <ac:chgData name="Soumita Sengupta" userId="4afa6ce1-cb01-46c2-8538-4650222f0c96" providerId="ADAL" clId="{EBCC04DE-33C6-4BF7-92A4-631C1E01E167}" dt="2021-06-01T07:03:55.053" v="10" actId="255"/>
          <ac:spMkLst>
            <pc:docMk/>
            <pc:sldMk cId="1067621467" sldId="296"/>
            <ac:spMk id="6" creationId="{E8B92EB7-B2DB-4719-A862-7FA74B112890}"/>
          </ac:spMkLst>
        </pc:spChg>
      </pc:sldChg>
      <pc:sldChg chg="modSp add mod">
        <pc:chgData name="Soumita Sengupta" userId="4afa6ce1-cb01-46c2-8538-4650222f0c96" providerId="ADAL" clId="{EBCC04DE-33C6-4BF7-92A4-631C1E01E167}" dt="2021-06-01T07:14:40.105" v="79" actId="207"/>
        <pc:sldMkLst>
          <pc:docMk/>
          <pc:sldMk cId="423898684" sldId="297"/>
        </pc:sldMkLst>
        <pc:spChg chg="mod">
          <ac:chgData name="Soumita Sengupta" userId="4afa6ce1-cb01-46c2-8538-4650222f0c96" providerId="ADAL" clId="{EBCC04DE-33C6-4BF7-92A4-631C1E01E167}" dt="2021-06-01T07:12:56.539" v="65" actId="14100"/>
          <ac:spMkLst>
            <pc:docMk/>
            <pc:sldMk cId="423898684" sldId="297"/>
            <ac:spMk id="3" creationId="{00000000-0000-0000-0000-000000000000}"/>
          </ac:spMkLst>
        </pc:spChg>
        <pc:spChg chg="mod">
          <ac:chgData name="Soumita Sengupta" userId="4afa6ce1-cb01-46c2-8538-4650222f0c96" providerId="ADAL" clId="{EBCC04DE-33C6-4BF7-92A4-631C1E01E167}" dt="2021-06-01T07:14:40.105" v="79" actId="207"/>
          <ac:spMkLst>
            <pc:docMk/>
            <pc:sldMk cId="423898684" sldId="297"/>
            <ac:spMk id="6" creationId="{0D77E2B2-4D77-41EC-8E80-D1D20A4D58E9}"/>
          </ac:spMkLst>
        </pc:spChg>
        <pc:spChg chg="mod">
          <ac:chgData name="Soumita Sengupta" userId="4afa6ce1-cb01-46c2-8538-4650222f0c96" providerId="ADAL" clId="{EBCC04DE-33C6-4BF7-92A4-631C1E01E167}" dt="2021-06-01T07:14:40.105" v="79" actId="207"/>
          <ac:spMkLst>
            <pc:docMk/>
            <pc:sldMk cId="423898684" sldId="297"/>
            <ac:spMk id="7" creationId="{BE15210E-5F51-44D9-861F-0C16142EEA69}"/>
          </ac:spMkLst>
        </pc:spChg>
      </pc:sldChg>
      <pc:sldChg chg="modSp add mod">
        <pc:chgData name="Soumita Sengupta" userId="4afa6ce1-cb01-46c2-8538-4650222f0c96" providerId="ADAL" clId="{EBCC04DE-33C6-4BF7-92A4-631C1E01E167}" dt="2021-06-01T07:15:32.044" v="82" actId="207"/>
        <pc:sldMkLst>
          <pc:docMk/>
          <pc:sldMk cId="1391298160" sldId="298"/>
        </pc:sldMkLst>
        <pc:spChg chg="mod">
          <ac:chgData name="Soumita Sengupta" userId="4afa6ce1-cb01-46c2-8538-4650222f0c96" providerId="ADAL" clId="{EBCC04DE-33C6-4BF7-92A4-631C1E01E167}" dt="2021-06-01T07:06:16.522" v="32" actId="20577"/>
          <ac:spMkLst>
            <pc:docMk/>
            <pc:sldMk cId="1391298160" sldId="298"/>
            <ac:spMk id="3" creationId="{00000000-0000-0000-0000-000000000000}"/>
          </ac:spMkLst>
        </pc:spChg>
        <pc:spChg chg="mod">
          <ac:chgData name="Soumita Sengupta" userId="4afa6ce1-cb01-46c2-8538-4650222f0c96" providerId="ADAL" clId="{EBCC04DE-33C6-4BF7-92A4-631C1E01E167}" dt="2021-06-01T07:15:32.044" v="82" actId="207"/>
          <ac:spMkLst>
            <pc:docMk/>
            <pc:sldMk cId="1391298160" sldId="298"/>
            <ac:spMk id="4" creationId="{8036B5C3-E622-4635-A937-F798BBCC23C4}"/>
          </ac:spMkLst>
        </pc:spChg>
        <pc:spChg chg="mod">
          <ac:chgData name="Soumita Sengupta" userId="4afa6ce1-cb01-46c2-8538-4650222f0c96" providerId="ADAL" clId="{EBCC04DE-33C6-4BF7-92A4-631C1E01E167}" dt="2021-06-01T07:15:32.044" v="82" actId="207"/>
          <ac:spMkLst>
            <pc:docMk/>
            <pc:sldMk cId="1391298160" sldId="298"/>
            <ac:spMk id="5" creationId="{A7C4FB5B-10CF-4442-879A-9E19985E0940}"/>
          </ac:spMkLst>
        </pc:spChg>
      </pc:sldChg>
      <pc:sldChg chg="modSp add mod">
        <pc:chgData name="Soumita Sengupta" userId="4afa6ce1-cb01-46c2-8538-4650222f0c96" providerId="ADAL" clId="{EBCC04DE-33C6-4BF7-92A4-631C1E01E167}" dt="2021-06-01T07:15:42.545" v="83" actId="207"/>
        <pc:sldMkLst>
          <pc:docMk/>
          <pc:sldMk cId="2991185092" sldId="299"/>
        </pc:sldMkLst>
        <pc:spChg chg="mod">
          <ac:chgData name="Soumita Sengupta" userId="4afa6ce1-cb01-46c2-8538-4650222f0c96" providerId="ADAL" clId="{EBCC04DE-33C6-4BF7-92A4-631C1E01E167}" dt="2021-06-01T07:06:25.994" v="33" actId="255"/>
          <ac:spMkLst>
            <pc:docMk/>
            <pc:sldMk cId="2991185092" sldId="299"/>
            <ac:spMk id="3" creationId="{00000000-0000-0000-0000-000000000000}"/>
          </ac:spMkLst>
        </pc:spChg>
        <pc:spChg chg="mod">
          <ac:chgData name="Soumita Sengupta" userId="4afa6ce1-cb01-46c2-8538-4650222f0c96" providerId="ADAL" clId="{EBCC04DE-33C6-4BF7-92A4-631C1E01E167}" dt="2021-06-01T07:15:42.545" v="83" actId="207"/>
          <ac:spMkLst>
            <pc:docMk/>
            <pc:sldMk cId="2991185092" sldId="299"/>
            <ac:spMk id="4" creationId="{8036B5C3-E622-4635-A937-F798BBCC23C4}"/>
          </ac:spMkLst>
        </pc:spChg>
        <pc:spChg chg="mod">
          <ac:chgData name="Soumita Sengupta" userId="4afa6ce1-cb01-46c2-8538-4650222f0c96" providerId="ADAL" clId="{EBCC04DE-33C6-4BF7-92A4-631C1E01E167}" dt="2021-06-01T07:15:42.545" v="83" actId="207"/>
          <ac:spMkLst>
            <pc:docMk/>
            <pc:sldMk cId="2991185092" sldId="299"/>
            <ac:spMk id="5" creationId="{A7C4FB5B-10CF-4442-879A-9E19985E0940}"/>
          </ac:spMkLst>
        </pc:spChg>
      </pc:sldChg>
      <pc:sldChg chg="delSp add mod">
        <pc:chgData name="Soumita Sengupta" userId="4afa6ce1-cb01-46c2-8538-4650222f0c96" providerId="ADAL" clId="{EBCC04DE-33C6-4BF7-92A4-631C1E01E167}" dt="2021-06-01T07:11:23.987" v="49" actId="478"/>
        <pc:sldMkLst>
          <pc:docMk/>
          <pc:sldMk cId="2793898638" sldId="300"/>
        </pc:sldMkLst>
        <pc:spChg chg="del">
          <ac:chgData name="Soumita Sengupta" userId="4afa6ce1-cb01-46c2-8538-4650222f0c96" providerId="ADAL" clId="{EBCC04DE-33C6-4BF7-92A4-631C1E01E167}" dt="2021-06-01T07:11:23.987" v="49" actId="478"/>
          <ac:spMkLst>
            <pc:docMk/>
            <pc:sldMk cId="2793898638" sldId="300"/>
            <ac:spMk id="3" creationId="{00000000-0000-0000-0000-000000000000}"/>
          </ac:spMkLst>
        </pc:spChg>
      </pc:sldChg>
      <pc:sldChg chg="modSp mod">
        <pc:chgData name="Soumita Sengupta" userId="4afa6ce1-cb01-46c2-8538-4650222f0c96" providerId="ADAL" clId="{EBCC04DE-33C6-4BF7-92A4-631C1E01E167}" dt="2021-06-01T07:14:09.615" v="78"/>
        <pc:sldMkLst>
          <pc:docMk/>
          <pc:sldMk cId="2584036331" sldId="339"/>
        </pc:sldMkLst>
        <pc:spChg chg="mod">
          <ac:chgData name="Soumita Sengupta" userId="4afa6ce1-cb01-46c2-8538-4650222f0c96" providerId="ADAL" clId="{EBCC04DE-33C6-4BF7-92A4-631C1E01E167}" dt="2021-06-01T07:14:09.615" v="78"/>
          <ac:spMkLst>
            <pc:docMk/>
            <pc:sldMk cId="2584036331" sldId="339"/>
            <ac:spMk id="5" creationId="{6D1A1596-A8D7-4C1A-8956-0FA40A84EFCA}"/>
          </ac:spMkLst>
        </pc:spChg>
      </pc:sldChg>
      <pc:sldChg chg="modSp add del mod">
        <pc:chgData name="Soumita Sengupta" userId="4afa6ce1-cb01-46c2-8538-4650222f0c96" providerId="ADAL" clId="{EBCC04DE-33C6-4BF7-92A4-631C1E01E167}" dt="2021-06-01T06:52:25.583" v="7" actId="47"/>
        <pc:sldMkLst>
          <pc:docMk/>
          <pc:sldMk cId="473323582" sldId="359"/>
        </pc:sldMkLst>
        <pc:spChg chg="mod">
          <ac:chgData name="Soumita Sengupta" userId="4afa6ce1-cb01-46c2-8538-4650222f0c96" providerId="ADAL" clId="{EBCC04DE-33C6-4BF7-92A4-631C1E01E167}" dt="2021-06-01T06:52:05.617" v="5"/>
          <ac:spMkLst>
            <pc:docMk/>
            <pc:sldMk cId="473323582" sldId="359"/>
            <ac:spMk id="2" creationId="{57983F62-BBB9-431B-A37F-BDA0DC7153F6}"/>
          </ac:spMkLst>
        </pc:spChg>
      </pc:sldChg>
      <pc:sldChg chg="del">
        <pc:chgData name="Soumita Sengupta" userId="4afa6ce1-cb01-46c2-8538-4650222f0c96" providerId="ADAL" clId="{EBCC04DE-33C6-4BF7-92A4-631C1E01E167}" dt="2021-06-01T07:12:13.389" v="55" actId="47"/>
        <pc:sldMkLst>
          <pc:docMk/>
          <pc:sldMk cId="247062728" sldId="492"/>
        </pc:sldMkLst>
      </pc:sldChg>
      <pc:sldChg chg="del">
        <pc:chgData name="Soumita Sengupta" userId="4afa6ce1-cb01-46c2-8538-4650222f0c96" providerId="ADAL" clId="{EBCC04DE-33C6-4BF7-92A4-631C1E01E167}" dt="2021-06-01T07:12:19.364" v="59" actId="47"/>
        <pc:sldMkLst>
          <pc:docMk/>
          <pc:sldMk cId="2658743009" sldId="1320"/>
        </pc:sldMkLst>
      </pc:sldChg>
      <pc:sldChg chg="addSp delSp modSp add mod">
        <pc:chgData name="Soumita Sengupta" userId="4afa6ce1-cb01-46c2-8538-4650222f0c96" providerId="ADAL" clId="{EBCC04DE-33C6-4BF7-92A4-631C1E01E167}" dt="2021-06-01T07:13:28.059" v="69" actId="1076"/>
        <pc:sldMkLst>
          <pc:docMk/>
          <pc:sldMk cId="795492833" sldId="1321"/>
        </pc:sldMkLst>
        <pc:spChg chg="mod">
          <ac:chgData name="Soumita Sengupta" userId="4afa6ce1-cb01-46c2-8538-4650222f0c96" providerId="ADAL" clId="{EBCC04DE-33C6-4BF7-92A4-631C1E01E167}" dt="2021-06-01T07:12:48.676" v="64" actId="14100"/>
          <ac:spMkLst>
            <pc:docMk/>
            <pc:sldMk cId="795492833" sldId="1321"/>
            <ac:spMk id="5" creationId="{00000000-0000-0000-0000-000000000000}"/>
          </ac:spMkLst>
        </pc:spChg>
        <pc:spChg chg="add del mod">
          <ac:chgData name="Soumita Sengupta" userId="4afa6ce1-cb01-46c2-8538-4650222f0c96" providerId="ADAL" clId="{EBCC04DE-33C6-4BF7-92A4-631C1E01E167}" dt="2021-06-01T07:13:23.590" v="67"/>
          <ac:spMkLst>
            <pc:docMk/>
            <pc:sldMk cId="795492833" sldId="1321"/>
            <ac:spMk id="6" creationId="{A11BBD6E-857F-459D-BFC6-1C73689B181B}"/>
          </ac:spMkLst>
        </pc:spChg>
        <pc:spChg chg="add del mod">
          <ac:chgData name="Soumita Sengupta" userId="4afa6ce1-cb01-46c2-8538-4650222f0c96" providerId="ADAL" clId="{EBCC04DE-33C6-4BF7-92A4-631C1E01E167}" dt="2021-06-01T07:13:23.590" v="67"/>
          <ac:spMkLst>
            <pc:docMk/>
            <pc:sldMk cId="795492833" sldId="1321"/>
            <ac:spMk id="7" creationId="{37A4C525-4485-4A2F-B0D7-758051DE765F}"/>
          </ac:spMkLst>
        </pc:spChg>
        <pc:picChg chg="add mod">
          <ac:chgData name="Soumita Sengupta" userId="4afa6ce1-cb01-46c2-8538-4650222f0c96" providerId="ADAL" clId="{EBCC04DE-33C6-4BF7-92A4-631C1E01E167}" dt="2021-06-01T07:13:28.059" v="69" actId="1076"/>
          <ac:picMkLst>
            <pc:docMk/>
            <pc:sldMk cId="795492833" sldId="1321"/>
            <ac:picMk id="8" creationId="{45F2ED29-ACFE-4180-8FEF-B5759FDA722E}"/>
          </ac:picMkLst>
        </pc:picChg>
      </pc:sldChg>
      <pc:sldChg chg="modSp add mod">
        <pc:chgData name="Soumita Sengupta" userId="4afa6ce1-cb01-46c2-8538-4650222f0c96" providerId="ADAL" clId="{EBCC04DE-33C6-4BF7-92A4-631C1E01E167}" dt="2021-06-01T07:15:46.989" v="84" actId="207"/>
        <pc:sldMkLst>
          <pc:docMk/>
          <pc:sldMk cId="369802496" sldId="1322"/>
        </pc:sldMkLst>
        <pc:spChg chg="mod">
          <ac:chgData name="Soumita Sengupta" userId="4afa6ce1-cb01-46c2-8538-4650222f0c96" providerId="ADAL" clId="{EBCC04DE-33C6-4BF7-92A4-631C1E01E167}" dt="2021-06-01T07:06:40.819" v="34" actId="255"/>
          <ac:spMkLst>
            <pc:docMk/>
            <pc:sldMk cId="369802496" sldId="1322"/>
            <ac:spMk id="3" creationId="{00000000-0000-0000-0000-000000000000}"/>
          </ac:spMkLst>
        </pc:spChg>
        <pc:spChg chg="mod">
          <ac:chgData name="Soumita Sengupta" userId="4afa6ce1-cb01-46c2-8538-4650222f0c96" providerId="ADAL" clId="{EBCC04DE-33C6-4BF7-92A4-631C1E01E167}" dt="2021-06-01T07:15:46.989" v="84" actId="207"/>
          <ac:spMkLst>
            <pc:docMk/>
            <pc:sldMk cId="369802496" sldId="1322"/>
            <ac:spMk id="4" creationId="{24E09755-891C-4DE4-92FC-3976A17D3101}"/>
          </ac:spMkLst>
        </pc:spChg>
        <pc:spChg chg="mod">
          <ac:chgData name="Soumita Sengupta" userId="4afa6ce1-cb01-46c2-8538-4650222f0c96" providerId="ADAL" clId="{EBCC04DE-33C6-4BF7-92A4-631C1E01E167}" dt="2021-06-01T07:15:46.989" v="84" actId="207"/>
          <ac:spMkLst>
            <pc:docMk/>
            <pc:sldMk cId="369802496" sldId="1322"/>
            <ac:spMk id="5" creationId="{13EA9EA1-7B53-48F3-BD1C-755917D78E6C}"/>
          </ac:spMkLst>
        </pc:spChg>
      </pc:sldChg>
      <pc:sldChg chg="add del">
        <pc:chgData name="Soumita Sengupta" userId="4afa6ce1-cb01-46c2-8538-4650222f0c96" providerId="ADAL" clId="{EBCC04DE-33C6-4BF7-92A4-631C1E01E167}" dt="2021-06-01T07:09:49.832" v="42" actId="47"/>
        <pc:sldMkLst>
          <pc:docMk/>
          <pc:sldMk cId="3209556019" sldId="1323"/>
        </pc:sldMkLst>
      </pc:sldChg>
      <pc:sldChg chg="modSp add mod">
        <pc:chgData name="Soumita Sengupta" userId="4afa6ce1-cb01-46c2-8538-4650222f0c96" providerId="ADAL" clId="{EBCC04DE-33C6-4BF7-92A4-631C1E01E167}" dt="2021-06-01T07:16:28.138" v="90" actId="207"/>
        <pc:sldMkLst>
          <pc:docMk/>
          <pc:sldMk cId="1209534790" sldId="1324"/>
        </pc:sldMkLst>
        <pc:spChg chg="mod">
          <ac:chgData name="Soumita Sengupta" userId="4afa6ce1-cb01-46c2-8538-4650222f0c96" providerId="ADAL" clId="{EBCC04DE-33C6-4BF7-92A4-631C1E01E167}" dt="2021-06-01T07:16:28.138" v="90" actId="207"/>
          <ac:spMkLst>
            <pc:docMk/>
            <pc:sldMk cId="1209534790" sldId="1324"/>
            <ac:spMk id="9" creationId="{770CC1E9-FA18-40AE-87D9-0674D683D5EC}"/>
          </ac:spMkLst>
        </pc:spChg>
        <pc:spChg chg="mod">
          <ac:chgData name="Soumita Sengupta" userId="4afa6ce1-cb01-46c2-8538-4650222f0c96" providerId="ADAL" clId="{EBCC04DE-33C6-4BF7-92A4-631C1E01E167}" dt="2021-06-01T07:16:28.138" v="90" actId="207"/>
          <ac:spMkLst>
            <pc:docMk/>
            <pc:sldMk cId="1209534790" sldId="1324"/>
            <ac:spMk id="10" creationId="{A890B80F-A704-469B-B0CA-9098415DDD94}"/>
          </ac:spMkLst>
        </pc:spChg>
      </pc:sldChg>
      <pc:sldChg chg="modSp add mod">
        <pc:chgData name="Soumita Sengupta" userId="4afa6ce1-cb01-46c2-8538-4650222f0c96" providerId="ADAL" clId="{EBCC04DE-33C6-4BF7-92A4-631C1E01E167}" dt="2021-06-01T07:16:42.779" v="92" actId="207"/>
        <pc:sldMkLst>
          <pc:docMk/>
          <pc:sldMk cId="3906375660" sldId="1325"/>
        </pc:sldMkLst>
        <pc:spChg chg="mod">
          <ac:chgData name="Soumita Sengupta" userId="4afa6ce1-cb01-46c2-8538-4650222f0c96" providerId="ADAL" clId="{EBCC04DE-33C6-4BF7-92A4-631C1E01E167}" dt="2021-06-01T07:12:34.770" v="63" actId="255"/>
          <ac:spMkLst>
            <pc:docMk/>
            <pc:sldMk cId="3906375660" sldId="1325"/>
            <ac:spMk id="3" creationId="{00000000-0000-0000-0000-000000000000}"/>
          </ac:spMkLst>
        </pc:spChg>
        <pc:spChg chg="mod">
          <ac:chgData name="Soumita Sengupta" userId="4afa6ce1-cb01-46c2-8538-4650222f0c96" providerId="ADAL" clId="{EBCC04DE-33C6-4BF7-92A4-631C1E01E167}" dt="2021-06-01T07:16:42.779" v="92" actId="207"/>
          <ac:spMkLst>
            <pc:docMk/>
            <pc:sldMk cId="3906375660" sldId="1325"/>
            <ac:spMk id="4" creationId="{A44C85B3-CCA0-41EF-9899-99A7B4B26E09}"/>
          </ac:spMkLst>
        </pc:spChg>
        <pc:spChg chg="mod">
          <ac:chgData name="Soumita Sengupta" userId="4afa6ce1-cb01-46c2-8538-4650222f0c96" providerId="ADAL" clId="{EBCC04DE-33C6-4BF7-92A4-631C1E01E167}" dt="2021-06-01T07:16:42.779" v="92" actId="207"/>
          <ac:spMkLst>
            <pc:docMk/>
            <pc:sldMk cId="3906375660" sldId="1325"/>
            <ac:spMk id="5" creationId="{21108830-E41B-46A9-B762-E6BB4ABC2A3F}"/>
          </ac:spMkLst>
        </pc:spChg>
      </pc:sldChg>
      <pc:sldChg chg="modSp add mod">
        <pc:chgData name="Soumita Sengupta" userId="4afa6ce1-cb01-46c2-8538-4650222f0c96" providerId="ADAL" clId="{EBCC04DE-33C6-4BF7-92A4-631C1E01E167}" dt="2021-06-01T07:05:07.125" v="24" actId="20577"/>
        <pc:sldMkLst>
          <pc:docMk/>
          <pc:sldMk cId="2792125546" sldId="1326"/>
        </pc:sldMkLst>
        <pc:spChg chg="mod">
          <ac:chgData name="Soumita Sengupta" userId="4afa6ce1-cb01-46c2-8538-4650222f0c96" providerId="ADAL" clId="{EBCC04DE-33C6-4BF7-92A4-631C1E01E167}" dt="2021-06-01T07:05:07.125" v="24" actId="20577"/>
          <ac:spMkLst>
            <pc:docMk/>
            <pc:sldMk cId="2792125546" sldId="1326"/>
            <ac:spMk id="2" creationId="{57983F62-BBB9-431B-A37F-BDA0DC7153F6}"/>
          </ac:spMkLst>
        </pc:spChg>
      </pc:sldChg>
      <pc:sldChg chg="modSp add mod">
        <pc:chgData name="Soumita Sengupta" userId="4afa6ce1-cb01-46c2-8538-4650222f0c96" providerId="ADAL" clId="{EBCC04DE-33C6-4BF7-92A4-631C1E01E167}" dt="2021-06-01T07:09:48.113" v="41"/>
        <pc:sldMkLst>
          <pc:docMk/>
          <pc:sldMk cId="3693191466" sldId="1327"/>
        </pc:sldMkLst>
        <pc:spChg chg="mod">
          <ac:chgData name="Soumita Sengupta" userId="4afa6ce1-cb01-46c2-8538-4650222f0c96" providerId="ADAL" clId="{EBCC04DE-33C6-4BF7-92A4-631C1E01E167}" dt="2021-06-01T07:09:48.113" v="41"/>
          <ac:spMkLst>
            <pc:docMk/>
            <pc:sldMk cId="3693191466" sldId="1327"/>
            <ac:spMk id="2" creationId="{57983F62-BBB9-431B-A37F-BDA0DC7153F6}"/>
          </ac:spMkLst>
        </pc:spChg>
      </pc:sldChg>
      <pc:sldMasterChg chg="delSldLayout">
        <pc:chgData name="Soumita Sengupta" userId="4afa6ce1-cb01-46c2-8538-4650222f0c96" providerId="ADAL" clId="{EBCC04DE-33C6-4BF7-92A4-631C1E01E167}" dt="2021-06-01T07:09:49.832" v="42" actId="47"/>
        <pc:sldMasterMkLst>
          <pc:docMk/>
          <pc:sldMasterMk cId="1029875623" sldId="2147483678"/>
        </pc:sldMasterMkLst>
        <pc:sldLayoutChg chg="del">
          <pc:chgData name="Soumita Sengupta" userId="4afa6ce1-cb01-46c2-8538-4650222f0c96" providerId="ADAL" clId="{EBCC04DE-33C6-4BF7-92A4-631C1E01E167}" dt="2021-06-01T06:51:49.751" v="2" actId="47"/>
          <pc:sldLayoutMkLst>
            <pc:docMk/>
            <pc:sldMasterMk cId="1029875623" sldId="2147483678"/>
            <pc:sldLayoutMk cId="1139513039" sldId="2147483716"/>
          </pc:sldLayoutMkLst>
        </pc:sldLayoutChg>
        <pc:sldLayoutChg chg="del">
          <pc:chgData name="Soumita Sengupta" userId="4afa6ce1-cb01-46c2-8538-4650222f0c96" providerId="ADAL" clId="{EBCC04DE-33C6-4BF7-92A4-631C1E01E167}" dt="2021-06-01T07:09:49.832" v="42" actId="47"/>
          <pc:sldLayoutMkLst>
            <pc:docMk/>
            <pc:sldMasterMk cId="1029875623" sldId="2147483678"/>
            <pc:sldLayoutMk cId="3607679162" sldId="2147483732"/>
          </pc:sldLayoutMkLst>
        </pc:sldLayoutChg>
      </pc:sldMasterChg>
    </pc:docChg>
  </pc:docChgLst>
  <pc:docChgLst>
    <pc:chgData name="Soumita Sengupta" userId="4afa6ce1-cb01-46c2-8538-4650222f0c96" providerId="ADAL" clId="{B40F3650-4116-4162-BB34-2551B383FECC}"/>
    <pc:docChg chg="undo custSel addSld delSld modSld sldOrd">
      <pc:chgData name="Soumita Sengupta" userId="4afa6ce1-cb01-46c2-8538-4650222f0c96" providerId="ADAL" clId="{B40F3650-4116-4162-BB34-2551B383FECC}" dt="2021-08-19T10:49:06.306" v="166" actId="255"/>
      <pc:docMkLst>
        <pc:docMk/>
      </pc:docMkLst>
      <pc:sldChg chg="modSp add mod">
        <pc:chgData name="Soumita Sengupta" userId="4afa6ce1-cb01-46c2-8538-4650222f0c96" providerId="ADAL" clId="{B40F3650-4116-4162-BB34-2551B383FECC}" dt="2021-08-19T10:46:12.567" v="153" actId="20577"/>
        <pc:sldMkLst>
          <pc:docMk/>
          <pc:sldMk cId="1912468287" sldId="260"/>
        </pc:sldMkLst>
        <pc:spChg chg="mod">
          <ac:chgData name="Soumita Sengupta" userId="4afa6ce1-cb01-46c2-8538-4650222f0c96" providerId="ADAL" clId="{B40F3650-4116-4162-BB34-2551B383FECC}" dt="2021-08-19T10:46:12.567" v="153" actId="20577"/>
          <ac:spMkLst>
            <pc:docMk/>
            <pc:sldMk cId="1912468287" sldId="260"/>
            <ac:spMk id="5" creationId="{00000000-0000-0000-0000-000000000000}"/>
          </ac:spMkLst>
        </pc:spChg>
      </pc:sldChg>
      <pc:sldChg chg="modSp mod">
        <pc:chgData name="Soumita Sengupta" userId="4afa6ce1-cb01-46c2-8538-4650222f0c96" providerId="ADAL" clId="{B40F3650-4116-4162-BB34-2551B383FECC}" dt="2021-08-19T10:23:19.391" v="16" actId="20577"/>
        <pc:sldMkLst>
          <pc:docMk/>
          <pc:sldMk cId="2584036331" sldId="339"/>
        </pc:sldMkLst>
        <pc:spChg chg="mod">
          <ac:chgData name="Soumita Sengupta" userId="4afa6ce1-cb01-46c2-8538-4650222f0c96" providerId="ADAL" clId="{B40F3650-4116-4162-BB34-2551B383FECC}" dt="2021-08-19T10:23:19.391" v="16" actId="20577"/>
          <ac:spMkLst>
            <pc:docMk/>
            <pc:sldMk cId="2584036331" sldId="339"/>
            <ac:spMk id="5" creationId="{6D1A1596-A8D7-4C1A-8956-0FA40A84EFCA}"/>
          </ac:spMkLst>
        </pc:spChg>
      </pc:sldChg>
      <pc:sldChg chg="modSp add mod">
        <pc:chgData name="Soumita Sengupta" userId="4afa6ce1-cb01-46c2-8538-4650222f0c96" providerId="ADAL" clId="{B40F3650-4116-4162-BB34-2551B383FECC}" dt="2021-08-19T10:48:12.913" v="156" actId="255"/>
        <pc:sldMkLst>
          <pc:docMk/>
          <pc:sldMk cId="1676893809" sldId="520"/>
        </pc:sldMkLst>
        <pc:spChg chg="mod">
          <ac:chgData name="Soumita Sengupta" userId="4afa6ce1-cb01-46c2-8538-4650222f0c96" providerId="ADAL" clId="{B40F3650-4116-4162-BB34-2551B383FECC}" dt="2021-08-19T10:48:12.913" v="156" actId="255"/>
          <ac:spMkLst>
            <pc:docMk/>
            <pc:sldMk cId="1676893809" sldId="520"/>
            <ac:spMk id="2" creationId="{00000000-0000-0000-0000-000000000000}"/>
          </ac:spMkLst>
        </pc:spChg>
      </pc:sldChg>
      <pc:sldChg chg="add del">
        <pc:chgData name="Soumita Sengupta" userId="4afa6ce1-cb01-46c2-8538-4650222f0c96" providerId="ADAL" clId="{B40F3650-4116-4162-BB34-2551B383FECC}" dt="2021-08-19T10:40:47.725" v="73" actId="47"/>
        <pc:sldMkLst>
          <pc:docMk/>
          <pc:sldMk cId="2622444170" sldId="523"/>
        </pc:sldMkLst>
      </pc:sldChg>
      <pc:sldChg chg="add ord">
        <pc:chgData name="Soumita Sengupta" userId="4afa6ce1-cb01-46c2-8538-4650222f0c96" providerId="ADAL" clId="{B40F3650-4116-4162-BB34-2551B383FECC}" dt="2021-08-19T10:41:46.237" v="76"/>
        <pc:sldMkLst>
          <pc:docMk/>
          <pc:sldMk cId="2863234239" sldId="525"/>
        </pc:sldMkLst>
      </pc:sldChg>
      <pc:sldChg chg="del">
        <pc:chgData name="Soumita Sengupta" userId="4afa6ce1-cb01-46c2-8538-4650222f0c96" providerId="ADAL" clId="{B40F3650-4116-4162-BB34-2551B383FECC}" dt="2021-08-19T10:24:50.704" v="17" actId="47"/>
        <pc:sldMkLst>
          <pc:docMk/>
          <pc:sldMk cId="3006812007" sldId="727"/>
        </pc:sldMkLst>
      </pc:sldChg>
      <pc:sldChg chg="del">
        <pc:chgData name="Soumita Sengupta" userId="4afa6ce1-cb01-46c2-8538-4650222f0c96" providerId="ADAL" clId="{B40F3650-4116-4162-BB34-2551B383FECC}" dt="2021-08-19T10:24:51.421" v="19" actId="47"/>
        <pc:sldMkLst>
          <pc:docMk/>
          <pc:sldMk cId="361969412" sldId="729"/>
        </pc:sldMkLst>
      </pc:sldChg>
      <pc:sldChg chg="del">
        <pc:chgData name="Soumita Sengupta" userId="4afa6ce1-cb01-46c2-8538-4650222f0c96" providerId="ADAL" clId="{B40F3650-4116-4162-BB34-2551B383FECC}" dt="2021-08-19T10:24:51.722" v="20" actId="47"/>
        <pc:sldMkLst>
          <pc:docMk/>
          <pc:sldMk cId="1915874701" sldId="730"/>
        </pc:sldMkLst>
      </pc:sldChg>
      <pc:sldChg chg="del">
        <pc:chgData name="Soumita Sengupta" userId="4afa6ce1-cb01-46c2-8538-4650222f0c96" providerId="ADAL" clId="{B40F3650-4116-4162-BB34-2551B383FECC}" dt="2021-08-19T10:24:53.145" v="22" actId="47"/>
        <pc:sldMkLst>
          <pc:docMk/>
          <pc:sldMk cId="1595993787" sldId="731"/>
        </pc:sldMkLst>
      </pc:sldChg>
      <pc:sldChg chg="del">
        <pc:chgData name="Soumita Sengupta" userId="4afa6ce1-cb01-46c2-8538-4650222f0c96" providerId="ADAL" clId="{B40F3650-4116-4162-BB34-2551B383FECC}" dt="2021-08-19T10:24:55.573" v="23" actId="47"/>
        <pc:sldMkLst>
          <pc:docMk/>
          <pc:sldMk cId="2222224942" sldId="732"/>
        </pc:sldMkLst>
      </pc:sldChg>
      <pc:sldChg chg="del">
        <pc:chgData name="Soumita Sengupta" userId="4afa6ce1-cb01-46c2-8538-4650222f0c96" providerId="ADAL" clId="{B40F3650-4116-4162-BB34-2551B383FECC}" dt="2021-08-19T10:24:55.873" v="24" actId="47"/>
        <pc:sldMkLst>
          <pc:docMk/>
          <pc:sldMk cId="4207930121" sldId="733"/>
        </pc:sldMkLst>
      </pc:sldChg>
      <pc:sldChg chg="del">
        <pc:chgData name="Soumita Sengupta" userId="4afa6ce1-cb01-46c2-8538-4650222f0c96" providerId="ADAL" clId="{B40F3650-4116-4162-BB34-2551B383FECC}" dt="2021-08-19T10:24:56.036" v="25" actId="47"/>
        <pc:sldMkLst>
          <pc:docMk/>
          <pc:sldMk cId="3931385810" sldId="734"/>
        </pc:sldMkLst>
      </pc:sldChg>
      <pc:sldChg chg="del">
        <pc:chgData name="Soumita Sengupta" userId="4afa6ce1-cb01-46c2-8538-4650222f0c96" providerId="ADAL" clId="{B40F3650-4116-4162-BB34-2551B383FECC}" dt="2021-08-19T10:24:57.378" v="28" actId="47"/>
        <pc:sldMkLst>
          <pc:docMk/>
          <pc:sldMk cId="2633334292" sldId="735"/>
        </pc:sldMkLst>
      </pc:sldChg>
      <pc:sldChg chg="del">
        <pc:chgData name="Soumita Sengupta" userId="4afa6ce1-cb01-46c2-8538-4650222f0c96" providerId="ADAL" clId="{B40F3650-4116-4162-BB34-2551B383FECC}" dt="2021-08-19T10:24:57.572" v="29" actId="47"/>
        <pc:sldMkLst>
          <pc:docMk/>
          <pc:sldMk cId="2643369656" sldId="736"/>
        </pc:sldMkLst>
      </pc:sldChg>
      <pc:sldChg chg="del">
        <pc:chgData name="Soumita Sengupta" userId="4afa6ce1-cb01-46c2-8538-4650222f0c96" providerId="ADAL" clId="{B40F3650-4116-4162-BB34-2551B383FECC}" dt="2021-08-19T10:24:57.695" v="30" actId="47"/>
        <pc:sldMkLst>
          <pc:docMk/>
          <pc:sldMk cId="3894913924" sldId="737"/>
        </pc:sldMkLst>
      </pc:sldChg>
      <pc:sldChg chg="del">
        <pc:chgData name="Soumita Sengupta" userId="4afa6ce1-cb01-46c2-8538-4650222f0c96" providerId="ADAL" clId="{B40F3650-4116-4162-BB34-2551B383FECC}" dt="2021-08-19T10:24:58.862" v="32" actId="47"/>
        <pc:sldMkLst>
          <pc:docMk/>
          <pc:sldMk cId="4201402383" sldId="739"/>
        </pc:sldMkLst>
      </pc:sldChg>
      <pc:sldChg chg="del">
        <pc:chgData name="Soumita Sengupta" userId="4afa6ce1-cb01-46c2-8538-4650222f0c96" providerId="ADAL" clId="{B40F3650-4116-4162-BB34-2551B383FECC}" dt="2021-08-19T10:24:59.586" v="34" actId="47"/>
        <pc:sldMkLst>
          <pc:docMk/>
          <pc:sldMk cId="2355219403" sldId="740"/>
        </pc:sldMkLst>
      </pc:sldChg>
      <pc:sldChg chg="del">
        <pc:chgData name="Soumita Sengupta" userId="4afa6ce1-cb01-46c2-8538-4650222f0c96" providerId="ADAL" clId="{B40F3650-4116-4162-BB34-2551B383FECC}" dt="2021-08-19T10:24:59.764" v="35" actId="47"/>
        <pc:sldMkLst>
          <pc:docMk/>
          <pc:sldMk cId="3247647825" sldId="741"/>
        </pc:sldMkLst>
      </pc:sldChg>
      <pc:sldChg chg="del">
        <pc:chgData name="Soumita Sengupta" userId="4afa6ce1-cb01-46c2-8538-4650222f0c96" providerId="ADAL" clId="{B40F3650-4116-4162-BB34-2551B383FECC}" dt="2021-08-19T10:25:00.603" v="37" actId="47"/>
        <pc:sldMkLst>
          <pc:docMk/>
          <pc:sldMk cId="524730391" sldId="742"/>
        </pc:sldMkLst>
      </pc:sldChg>
      <pc:sldChg chg="del">
        <pc:chgData name="Soumita Sengupta" userId="4afa6ce1-cb01-46c2-8538-4650222f0c96" providerId="ADAL" clId="{B40F3650-4116-4162-BB34-2551B383FECC}" dt="2021-08-19T10:25:00.734" v="38" actId="47"/>
        <pc:sldMkLst>
          <pc:docMk/>
          <pc:sldMk cId="2982867143" sldId="743"/>
        </pc:sldMkLst>
      </pc:sldChg>
      <pc:sldChg chg="del">
        <pc:chgData name="Soumita Sengupta" userId="4afa6ce1-cb01-46c2-8538-4650222f0c96" providerId="ADAL" clId="{B40F3650-4116-4162-BB34-2551B383FECC}" dt="2021-08-19T10:25:01.335" v="40" actId="47"/>
        <pc:sldMkLst>
          <pc:docMk/>
          <pc:sldMk cId="1375910068" sldId="744"/>
        </pc:sldMkLst>
      </pc:sldChg>
      <pc:sldChg chg="del">
        <pc:chgData name="Soumita Sengupta" userId="4afa6ce1-cb01-46c2-8538-4650222f0c96" providerId="ADAL" clId="{B40F3650-4116-4162-BB34-2551B383FECC}" dt="2021-08-19T10:25:01.868" v="42" actId="47"/>
        <pc:sldMkLst>
          <pc:docMk/>
          <pc:sldMk cId="1321172283" sldId="745"/>
        </pc:sldMkLst>
      </pc:sldChg>
      <pc:sldChg chg="del">
        <pc:chgData name="Soumita Sengupta" userId="4afa6ce1-cb01-46c2-8538-4650222f0c96" providerId="ADAL" clId="{B40F3650-4116-4162-BB34-2551B383FECC}" dt="2021-08-19T10:25:02.894" v="44" actId="47"/>
        <pc:sldMkLst>
          <pc:docMk/>
          <pc:sldMk cId="591059380" sldId="746"/>
        </pc:sldMkLst>
      </pc:sldChg>
      <pc:sldChg chg="del">
        <pc:chgData name="Soumita Sengupta" userId="4afa6ce1-cb01-46c2-8538-4650222f0c96" providerId="ADAL" clId="{B40F3650-4116-4162-BB34-2551B383FECC}" dt="2021-08-19T10:25:03.072" v="45" actId="47"/>
        <pc:sldMkLst>
          <pc:docMk/>
          <pc:sldMk cId="3475117086" sldId="747"/>
        </pc:sldMkLst>
      </pc:sldChg>
      <pc:sldChg chg="del">
        <pc:chgData name="Soumita Sengupta" userId="4afa6ce1-cb01-46c2-8538-4650222f0c96" providerId="ADAL" clId="{B40F3650-4116-4162-BB34-2551B383FECC}" dt="2021-08-19T10:25:04.230" v="47" actId="47"/>
        <pc:sldMkLst>
          <pc:docMk/>
          <pc:sldMk cId="405216084" sldId="748"/>
        </pc:sldMkLst>
      </pc:sldChg>
      <pc:sldChg chg="del">
        <pc:chgData name="Soumita Sengupta" userId="4afa6ce1-cb01-46c2-8538-4650222f0c96" providerId="ADAL" clId="{B40F3650-4116-4162-BB34-2551B383FECC}" dt="2021-08-19T10:25:05.565" v="49" actId="47"/>
        <pc:sldMkLst>
          <pc:docMk/>
          <pc:sldMk cId="3372552821" sldId="749"/>
        </pc:sldMkLst>
      </pc:sldChg>
      <pc:sldChg chg="del">
        <pc:chgData name="Soumita Sengupta" userId="4afa6ce1-cb01-46c2-8538-4650222f0c96" providerId="ADAL" clId="{B40F3650-4116-4162-BB34-2551B383FECC}" dt="2021-08-19T10:25:05.966" v="50" actId="47"/>
        <pc:sldMkLst>
          <pc:docMk/>
          <pc:sldMk cId="2342434088" sldId="750"/>
        </pc:sldMkLst>
      </pc:sldChg>
      <pc:sldChg chg="modSp add mod">
        <pc:chgData name="Soumita Sengupta" userId="4afa6ce1-cb01-46c2-8538-4650222f0c96" providerId="ADAL" clId="{B40F3650-4116-4162-BB34-2551B383FECC}" dt="2021-08-19T10:48:01.379" v="155" actId="255"/>
        <pc:sldMkLst>
          <pc:docMk/>
          <pc:sldMk cId="3781635149" sldId="752"/>
        </pc:sldMkLst>
        <pc:spChg chg="mod">
          <ac:chgData name="Soumita Sengupta" userId="4afa6ce1-cb01-46c2-8538-4650222f0c96" providerId="ADAL" clId="{B40F3650-4116-4162-BB34-2551B383FECC}" dt="2021-08-19T10:48:01.379" v="155" actId="255"/>
          <ac:spMkLst>
            <pc:docMk/>
            <pc:sldMk cId="3781635149" sldId="752"/>
            <ac:spMk id="5" creationId="{00000000-0000-0000-0000-000000000000}"/>
          </ac:spMkLst>
        </pc:spChg>
      </pc:sldChg>
      <pc:sldChg chg="modSp add mod">
        <pc:chgData name="Soumita Sengupta" userId="4afa6ce1-cb01-46c2-8538-4650222f0c96" providerId="ADAL" clId="{B40F3650-4116-4162-BB34-2551B383FECC}" dt="2021-08-19T10:48:18.147" v="157" actId="255"/>
        <pc:sldMkLst>
          <pc:docMk/>
          <pc:sldMk cId="3609704129" sldId="753"/>
        </pc:sldMkLst>
        <pc:spChg chg="mod">
          <ac:chgData name="Soumita Sengupta" userId="4afa6ce1-cb01-46c2-8538-4650222f0c96" providerId="ADAL" clId="{B40F3650-4116-4162-BB34-2551B383FECC}" dt="2021-08-19T10:48:18.147" v="157" actId="255"/>
          <ac:spMkLst>
            <pc:docMk/>
            <pc:sldMk cId="3609704129" sldId="753"/>
            <ac:spMk id="5" creationId="{00000000-0000-0000-0000-000000000000}"/>
          </ac:spMkLst>
        </pc:spChg>
      </pc:sldChg>
      <pc:sldChg chg="modSp add mod">
        <pc:chgData name="Soumita Sengupta" userId="4afa6ce1-cb01-46c2-8538-4650222f0c96" providerId="ADAL" clId="{B40F3650-4116-4162-BB34-2551B383FECC}" dt="2021-08-19T10:48:26.717" v="159" actId="27636"/>
        <pc:sldMkLst>
          <pc:docMk/>
          <pc:sldMk cId="3209581276" sldId="754"/>
        </pc:sldMkLst>
        <pc:spChg chg="mod">
          <ac:chgData name="Soumita Sengupta" userId="4afa6ce1-cb01-46c2-8538-4650222f0c96" providerId="ADAL" clId="{B40F3650-4116-4162-BB34-2551B383FECC}" dt="2021-08-19T10:48:26.717" v="159" actId="27636"/>
          <ac:spMkLst>
            <pc:docMk/>
            <pc:sldMk cId="3209581276" sldId="754"/>
            <ac:spMk id="5" creationId="{00000000-0000-0000-0000-000000000000}"/>
          </ac:spMkLst>
        </pc:spChg>
      </pc:sldChg>
      <pc:sldChg chg="modSp add mod">
        <pc:chgData name="Soumita Sengupta" userId="4afa6ce1-cb01-46c2-8538-4650222f0c96" providerId="ADAL" clId="{B40F3650-4116-4162-BB34-2551B383FECC}" dt="2021-08-19T10:48:39.692" v="161" actId="255"/>
        <pc:sldMkLst>
          <pc:docMk/>
          <pc:sldMk cId="3563480216" sldId="756"/>
        </pc:sldMkLst>
        <pc:spChg chg="mod">
          <ac:chgData name="Soumita Sengupta" userId="4afa6ce1-cb01-46c2-8538-4650222f0c96" providerId="ADAL" clId="{B40F3650-4116-4162-BB34-2551B383FECC}" dt="2021-08-19T10:48:39.692" v="161" actId="255"/>
          <ac:spMkLst>
            <pc:docMk/>
            <pc:sldMk cId="3563480216" sldId="756"/>
            <ac:spMk id="5" creationId="{00000000-0000-0000-0000-000000000000}"/>
          </ac:spMkLst>
        </pc:spChg>
      </pc:sldChg>
      <pc:sldChg chg="delSp modSp add mod">
        <pc:chgData name="Soumita Sengupta" userId="4afa6ce1-cb01-46c2-8538-4650222f0c96" providerId="ADAL" clId="{B40F3650-4116-4162-BB34-2551B383FECC}" dt="2021-08-19T10:48:49.065" v="163" actId="1076"/>
        <pc:sldMkLst>
          <pc:docMk/>
          <pc:sldMk cId="1011519630" sldId="757"/>
        </pc:sldMkLst>
        <pc:spChg chg="del">
          <ac:chgData name="Soumita Sengupta" userId="4afa6ce1-cb01-46c2-8538-4650222f0c96" providerId="ADAL" clId="{B40F3650-4116-4162-BB34-2551B383FECC}" dt="2021-08-19T10:44:10.393" v="77" actId="478"/>
          <ac:spMkLst>
            <pc:docMk/>
            <pc:sldMk cId="1011519630" sldId="757"/>
            <ac:spMk id="11" creationId="{00000000-0000-0000-0000-000000000000}"/>
          </ac:spMkLst>
        </pc:spChg>
        <pc:picChg chg="mod">
          <ac:chgData name="Soumita Sengupta" userId="4afa6ce1-cb01-46c2-8538-4650222f0c96" providerId="ADAL" clId="{B40F3650-4116-4162-BB34-2551B383FECC}" dt="2021-08-19T10:48:49.065" v="163" actId="1076"/>
          <ac:picMkLst>
            <pc:docMk/>
            <pc:sldMk cId="1011519630" sldId="757"/>
            <ac:picMk id="2" creationId="{00000000-0000-0000-0000-000000000000}"/>
          </ac:picMkLst>
        </pc:picChg>
      </pc:sldChg>
      <pc:sldChg chg="modSp add mod">
        <pc:chgData name="Soumita Sengupta" userId="4afa6ce1-cb01-46c2-8538-4650222f0c96" providerId="ADAL" clId="{B40F3650-4116-4162-BB34-2551B383FECC}" dt="2021-08-19T10:49:00.688" v="165" actId="255"/>
        <pc:sldMkLst>
          <pc:docMk/>
          <pc:sldMk cId="3902355907" sldId="758"/>
        </pc:sldMkLst>
        <pc:spChg chg="mod">
          <ac:chgData name="Soumita Sengupta" userId="4afa6ce1-cb01-46c2-8538-4650222f0c96" providerId="ADAL" clId="{B40F3650-4116-4162-BB34-2551B383FECC}" dt="2021-08-19T10:48:56.246" v="164" actId="255"/>
          <ac:spMkLst>
            <pc:docMk/>
            <pc:sldMk cId="3902355907" sldId="758"/>
            <ac:spMk id="5" creationId="{00000000-0000-0000-0000-000000000000}"/>
          </ac:spMkLst>
        </pc:spChg>
        <pc:spChg chg="mod">
          <ac:chgData name="Soumita Sengupta" userId="4afa6ce1-cb01-46c2-8538-4650222f0c96" providerId="ADAL" clId="{B40F3650-4116-4162-BB34-2551B383FECC}" dt="2021-08-19T10:49:00.688" v="165" actId="255"/>
          <ac:spMkLst>
            <pc:docMk/>
            <pc:sldMk cId="3902355907" sldId="758"/>
            <ac:spMk id="6" creationId="{05E7F7E3-9E8C-4121-88D2-4C4B236DAF24}"/>
          </ac:spMkLst>
        </pc:spChg>
      </pc:sldChg>
      <pc:sldChg chg="modSp add mod">
        <pc:chgData name="Soumita Sengupta" userId="4afa6ce1-cb01-46c2-8538-4650222f0c96" providerId="ADAL" clId="{B40F3650-4116-4162-BB34-2551B383FECC}" dt="2021-08-19T10:49:06.306" v="166" actId="255"/>
        <pc:sldMkLst>
          <pc:docMk/>
          <pc:sldMk cId="2304859679" sldId="759"/>
        </pc:sldMkLst>
        <pc:spChg chg="mod">
          <ac:chgData name="Soumita Sengupta" userId="4afa6ce1-cb01-46c2-8538-4650222f0c96" providerId="ADAL" clId="{B40F3650-4116-4162-BB34-2551B383FECC}" dt="2021-08-19T10:49:06.306" v="166" actId="255"/>
          <ac:spMkLst>
            <pc:docMk/>
            <pc:sldMk cId="2304859679" sldId="759"/>
            <ac:spMk id="5" creationId="{00000000-0000-0000-0000-000000000000}"/>
          </ac:spMkLst>
        </pc:spChg>
      </pc:sldChg>
      <pc:sldChg chg="del">
        <pc:chgData name="Soumita Sengupta" userId="4afa6ce1-cb01-46c2-8538-4650222f0c96" providerId="ADAL" clId="{B40F3650-4116-4162-BB34-2551B383FECC}" dt="2021-08-19T10:24:51.221" v="18" actId="47"/>
        <pc:sldMkLst>
          <pc:docMk/>
          <pc:sldMk cId="3820407078" sldId="887"/>
        </pc:sldMkLst>
      </pc:sldChg>
      <pc:sldChg chg="del">
        <pc:chgData name="Soumita Sengupta" userId="4afa6ce1-cb01-46c2-8538-4650222f0c96" providerId="ADAL" clId="{B40F3650-4116-4162-BB34-2551B383FECC}" dt="2021-08-19T10:24:52.255" v="21" actId="47"/>
        <pc:sldMkLst>
          <pc:docMk/>
          <pc:sldMk cId="2554462038" sldId="888"/>
        </pc:sldMkLst>
      </pc:sldChg>
      <pc:sldChg chg="del">
        <pc:chgData name="Soumita Sengupta" userId="4afa6ce1-cb01-46c2-8538-4650222f0c96" providerId="ADAL" clId="{B40F3650-4116-4162-BB34-2551B383FECC}" dt="2021-08-19T10:24:56.722" v="26" actId="47"/>
        <pc:sldMkLst>
          <pc:docMk/>
          <pc:sldMk cId="945208216" sldId="889"/>
        </pc:sldMkLst>
      </pc:sldChg>
      <pc:sldChg chg="del">
        <pc:chgData name="Soumita Sengupta" userId="4afa6ce1-cb01-46c2-8538-4650222f0c96" providerId="ADAL" clId="{B40F3650-4116-4162-BB34-2551B383FECC}" dt="2021-08-19T10:24:59.416" v="33" actId="47"/>
        <pc:sldMkLst>
          <pc:docMk/>
          <pc:sldMk cId="2233172498" sldId="890"/>
        </pc:sldMkLst>
      </pc:sldChg>
      <pc:sldChg chg="del">
        <pc:chgData name="Soumita Sengupta" userId="4afa6ce1-cb01-46c2-8538-4650222f0c96" providerId="ADAL" clId="{B40F3650-4116-4162-BB34-2551B383FECC}" dt="2021-08-19T10:25:00.333" v="36" actId="47"/>
        <pc:sldMkLst>
          <pc:docMk/>
          <pc:sldMk cId="3665284836" sldId="891"/>
        </pc:sldMkLst>
      </pc:sldChg>
      <pc:sldChg chg="del">
        <pc:chgData name="Soumita Sengupta" userId="4afa6ce1-cb01-46c2-8538-4650222f0c96" providerId="ADAL" clId="{B40F3650-4116-4162-BB34-2551B383FECC}" dt="2021-08-19T10:25:00.934" v="39" actId="47"/>
        <pc:sldMkLst>
          <pc:docMk/>
          <pc:sldMk cId="2541011516" sldId="892"/>
        </pc:sldMkLst>
      </pc:sldChg>
      <pc:sldChg chg="del">
        <pc:chgData name="Soumita Sengupta" userId="4afa6ce1-cb01-46c2-8538-4650222f0c96" providerId="ADAL" clId="{B40F3650-4116-4162-BB34-2551B383FECC}" dt="2021-08-19T10:25:01.652" v="41" actId="47"/>
        <pc:sldMkLst>
          <pc:docMk/>
          <pc:sldMk cId="2706045134" sldId="893"/>
        </pc:sldMkLst>
      </pc:sldChg>
      <pc:sldChg chg="del">
        <pc:chgData name="Soumita Sengupta" userId="4afa6ce1-cb01-46c2-8538-4650222f0c96" providerId="ADAL" clId="{B40F3650-4116-4162-BB34-2551B383FECC}" dt="2021-08-19T10:25:02.486" v="43" actId="47"/>
        <pc:sldMkLst>
          <pc:docMk/>
          <pc:sldMk cId="3684676909" sldId="894"/>
        </pc:sldMkLst>
      </pc:sldChg>
      <pc:sldChg chg="del">
        <pc:chgData name="Soumita Sengupta" userId="4afa6ce1-cb01-46c2-8538-4650222f0c96" providerId="ADAL" clId="{B40F3650-4116-4162-BB34-2551B383FECC}" dt="2021-08-19T10:25:03.257" v="46" actId="47"/>
        <pc:sldMkLst>
          <pc:docMk/>
          <pc:sldMk cId="240143812" sldId="895"/>
        </pc:sldMkLst>
      </pc:sldChg>
      <pc:sldChg chg="del">
        <pc:chgData name="Soumita Sengupta" userId="4afa6ce1-cb01-46c2-8538-4650222f0c96" providerId="ADAL" clId="{B40F3650-4116-4162-BB34-2551B383FECC}" dt="2021-08-19T10:25:04.732" v="48" actId="47"/>
        <pc:sldMkLst>
          <pc:docMk/>
          <pc:sldMk cId="2514170485" sldId="896"/>
        </pc:sldMkLst>
      </pc:sldChg>
      <pc:sldChg chg="modSp add mod">
        <pc:chgData name="Soumita Sengupta" userId="4afa6ce1-cb01-46c2-8538-4650222f0c96" providerId="ADAL" clId="{B40F3650-4116-4162-BB34-2551B383FECC}" dt="2021-08-19T10:48:33.551" v="160" actId="255"/>
        <pc:sldMkLst>
          <pc:docMk/>
          <pc:sldMk cId="3780801346" sldId="897"/>
        </pc:sldMkLst>
        <pc:spChg chg="mod">
          <ac:chgData name="Soumita Sengupta" userId="4afa6ce1-cb01-46c2-8538-4650222f0c96" providerId="ADAL" clId="{B40F3650-4116-4162-BB34-2551B383FECC}" dt="2021-08-19T10:48:33.551" v="160" actId="255"/>
          <ac:spMkLst>
            <pc:docMk/>
            <pc:sldMk cId="3780801346" sldId="897"/>
            <ac:spMk id="5" creationId="{00000000-0000-0000-0000-000000000000}"/>
          </ac:spMkLst>
        </pc:spChg>
      </pc:sldChg>
      <pc:sldChg chg="modSp add mod">
        <pc:chgData name="Soumita Sengupta" userId="4afa6ce1-cb01-46c2-8538-4650222f0c96" providerId="ADAL" clId="{B40F3650-4116-4162-BB34-2551B383FECC}" dt="2021-08-19T10:48:45.725" v="162" actId="255"/>
        <pc:sldMkLst>
          <pc:docMk/>
          <pc:sldMk cId="1292349193" sldId="898"/>
        </pc:sldMkLst>
        <pc:spChg chg="mod">
          <ac:chgData name="Soumita Sengupta" userId="4afa6ce1-cb01-46c2-8538-4650222f0c96" providerId="ADAL" clId="{B40F3650-4116-4162-BB34-2551B383FECC}" dt="2021-08-19T10:48:45.725" v="162" actId="255"/>
          <ac:spMkLst>
            <pc:docMk/>
            <pc:sldMk cId="1292349193" sldId="898"/>
            <ac:spMk id="5" creationId="{00000000-0000-0000-0000-000000000000}"/>
          </ac:spMkLst>
        </pc:spChg>
      </pc:sldChg>
      <pc:sldChg chg="del">
        <pc:chgData name="Soumita Sengupta" userId="4afa6ce1-cb01-46c2-8538-4650222f0c96" providerId="ADAL" clId="{B40F3650-4116-4162-BB34-2551B383FECC}" dt="2021-08-19T10:24:58.614" v="31" actId="47"/>
        <pc:sldMkLst>
          <pc:docMk/>
          <pc:sldMk cId="260074369" sldId="1328"/>
        </pc:sldMkLst>
      </pc:sldChg>
      <pc:sldChg chg="modSp mod">
        <pc:chgData name="Soumita Sengupta" userId="4afa6ce1-cb01-46c2-8538-4650222f0c96" providerId="ADAL" clId="{B40F3650-4116-4162-BB34-2551B383FECC}" dt="2021-08-19T10:25:24.407" v="70" actId="20577"/>
        <pc:sldMkLst>
          <pc:docMk/>
          <pc:sldMk cId="4294574429" sldId="1329"/>
        </pc:sldMkLst>
        <pc:spChg chg="mod">
          <ac:chgData name="Soumita Sengupta" userId="4afa6ce1-cb01-46c2-8538-4650222f0c96" providerId="ADAL" clId="{B40F3650-4116-4162-BB34-2551B383FECC}" dt="2021-08-19T10:25:24.407" v="70" actId="20577"/>
          <ac:spMkLst>
            <pc:docMk/>
            <pc:sldMk cId="4294574429" sldId="1329"/>
            <ac:spMk id="2" creationId="{57983F62-BBB9-431B-A37F-BDA0DC7153F6}"/>
          </ac:spMkLst>
        </pc:spChg>
      </pc:sldChg>
      <pc:sldChg chg="del">
        <pc:chgData name="Soumita Sengupta" userId="4afa6ce1-cb01-46c2-8538-4650222f0c96" providerId="ADAL" clId="{B40F3650-4116-4162-BB34-2551B383FECC}" dt="2021-08-19T10:24:57.256" v="27" actId="47"/>
        <pc:sldMkLst>
          <pc:docMk/>
          <pc:sldMk cId="1948634782" sldId="1330"/>
        </pc:sldMkLst>
      </pc:sldChg>
      <pc:sldMasterChg chg="delSldLayout">
        <pc:chgData name="Soumita Sengupta" userId="4afa6ce1-cb01-46c2-8538-4650222f0c96" providerId="ADAL" clId="{B40F3650-4116-4162-BB34-2551B383FECC}" dt="2021-08-19T10:24:59.586" v="34" actId="47"/>
        <pc:sldMasterMkLst>
          <pc:docMk/>
          <pc:sldMasterMk cId="1029875623" sldId="2147483678"/>
        </pc:sldMasterMkLst>
        <pc:sldLayoutChg chg="del">
          <pc:chgData name="Soumita Sengupta" userId="4afa6ce1-cb01-46c2-8538-4650222f0c96" providerId="ADAL" clId="{B40F3650-4116-4162-BB34-2551B383FECC}" dt="2021-08-19T10:24:59.586" v="34" actId="47"/>
          <pc:sldLayoutMkLst>
            <pc:docMk/>
            <pc:sldMasterMk cId="1029875623" sldId="2147483678"/>
            <pc:sldLayoutMk cId="3189769506" sldId="2147483733"/>
          </pc:sldLayoutMkLst>
        </pc:sldLayoutChg>
      </pc:sldMasterChg>
    </pc:docChg>
  </pc:docChgLst>
  <pc:docChgLst>
    <pc:chgData name="Soumita Sengupta" userId="4afa6ce1-cb01-46c2-8538-4650222f0c96" providerId="ADAL" clId="{0A78EE60-BBCD-4A76-81BC-E7FB80E1D58E}"/>
    <pc:docChg chg="undo redo custSel addSld delSld modSld sldOrd">
      <pc:chgData name="Soumita Sengupta" userId="4afa6ce1-cb01-46c2-8538-4650222f0c96" providerId="ADAL" clId="{0A78EE60-BBCD-4A76-81BC-E7FB80E1D58E}" dt="2021-08-24T03:07:51.702" v="1159" actId="1076"/>
      <pc:docMkLst>
        <pc:docMk/>
      </pc:docMkLst>
      <pc:sldChg chg="modSp mod">
        <pc:chgData name="Soumita Sengupta" userId="4afa6ce1-cb01-46c2-8538-4650222f0c96" providerId="ADAL" clId="{0A78EE60-BBCD-4A76-81BC-E7FB80E1D58E}" dt="2021-08-23T12:26:48.667" v="1146" actId="12"/>
        <pc:sldMkLst>
          <pc:docMk/>
          <pc:sldMk cId="1912468287" sldId="260"/>
        </pc:sldMkLst>
        <pc:spChg chg="mod">
          <ac:chgData name="Soumita Sengupta" userId="4afa6ce1-cb01-46c2-8538-4650222f0c96" providerId="ADAL" clId="{0A78EE60-BBCD-4A76-81BC-E7FB80E1D58E}" dt="2021-08-23T12:26:48.667" v="1146" actId="12"/>
          <ac:spMkLst>
            <pc:docMk/>
            <pc:sldMk cId="1912468287" sldId="260"/>
            <ac:spMk id="5" creationId="{00000000-0000-0000-0000-000000000000}"/>
          </ac:spMkLst>
        </pc:spChg>
      </pc:sldChg>
      <pc:sldChg chg="modSp mod">
        <pc:chgData name="Soumita Sengupta" userId="4afa6ce1-cb01-46c2-8538-4650222f0c96" providerId="ADAL" clId="{0A78EE60-BBCD-4A76-81BC-E7FB80E1D58E}" dt="2021-08-23T12:29:17.416" v="1155" actId="20577"/>
        <pc:sldMkLst>
          <pc:docMk/>
          <pc:sldMk cId="2584036331" sldId="339"/>
        </pc:sldMkLst>
        <pc:spChg chg="mod">
          <ac:chgData name="Soumita Sengupta" userId="4afa6ce1-cb01-46c2-8538-4650222f0c96" providerId="ADAL" clId="{0A78EE60-BBCD-4A76-81BC-E7FB80E1D58E}" dt="2021-08-23T12:29:17.416" v="1155" actId="20577"/>
          <ac:spMkLst>
            <pc:docMk/>
            <pc:sldMk cId="2584036331" sldId="339"/>
            <ac:spMk id="5" creationId="{6D1A1596-A8D7-4C1A-8956-0FA40A84EFCA}"/>
          </ac:spMkLst>
        </pc:spChg>
      </pc:sldChg>
      <pc:sldChg chg="modSp mod">
        <pc:chgData name="Soumita Sengupta" userId="4afa6ce1-cb01-46c2-8538-4650222f0c96" providerId="ADAL" clId="{0A78EE60-BBCD-4A76-81BC-E7FB80E1D58E}" dt="2021-08-20T08:32:52.160" v="19" actId="13926"/>
        <pc:sldMkLst>
          <pc:docMk/>
          <pc:sldMk cId="2863234239" sldId="525"/>
        </pc:sldMkLst>
        <pc:spChg chg="mod">
          <ac:chgData name="Soumita Sengupta" userId="4afa6ce1-cb01-46c2-8538-4650222f0c96" providerId="ADAL" clId="{0A78EE60-BBCD-4A76-81BC-E7FB80E1D58E}" dt="2021-08-20T08:32:52.160" v="19" actId="13926"/>
          <ac:spMkLst>
            <pc:docMk/>
            <pc:sldMk cId="2863234239" sldId="525"/>
            <ac:spMk id="13" creationId="{00000000-0000-0000-0000-000000000000}"/>
          </ac:spMkLst>
        </pc:spChg>
        <pc:spChg chg="mod">
          <ac:chgData name="Soumita Sengupta" userId="4afa6ce1-cb01-46c2-8538-4650222f0c96" providerId="ADAL" clId="{0A78EE60-BBCD-4A76-81BC-E7FB80E1D58E}" dt="2021-08-20T08:32:46.254" v="18" actId="13926"/>
          <ac:spMkLst>
            <pc:docMk/>
            <pc:sldMk cId="2863234239" sldId="525"/>
            <ac:spMk id="24" creationId="{00000000-0000-0000-0000-000000000000}"/>
          </ac:spMkLst>
        </pc:spChg>
      </pc:sldChg>
      <pc:sldChg chg="modSp mod">
        <pc:chgData name="Soumita Sengupta" userId="4afa6ce1-cb01-46c2-8538-4650222f0c96" providerId="ADAL" clId="{0A78EE60-BBCD-4A76-81BC-E7FB80E1D58E}" dt="2021-08-20T08:32:13.491" v="17" actId="33524"/>
        <pc:sldMkLst>
          <pc:docMk/>
          <pc:sldMk cId="3781635149" sldId="752"/>
        </pc:sldMkLst>
        <pc:spChg chg="mod">
          <ac:chgData name="Soumita Sengupta" userId="4afa6ce1-cb01-46c2-8538-4650222f0c96" providerId="ADAL" clId="{0A78EE60-BBCD-4A76-81BC-E7FB80E1D58E}" dt="2021-08-20T08:32:13.491" v="17" actId="33524"/>
          <ac:spMkLst>
            <pc:docMk/>
            <pc:sldMk cId="3781635149" sldId="752"/>
            <ac:spMk id="5" creationId="{00000000-0000-0000-0000-000000000000}"/>
          </ac:spMkLst>
        </pc:spChg>
      </pc:sldChg>
      <pc:sldChg chg="modSp mod modClrScheme chgLayout">
        <pc:chgData name="Soumita Sengupta" userId="4afa6ce1-cb01-46c2-8538-4650222f0c96" providerId="ADAL" clId="{0A78EE60-BBCD-4A76-81BC-E7FB80E1D58E}" dt="2021-08-23T11:40:30.837" v="977" actId="700"/>
        <pc:sldMkLst>
          <pc:docMk/>
          <pc:sldMk cId="3563480216" sldId="756"/>
        </pc:sldMkLst>
        <pc:spChg chg="mod ord">
          <ac:chgData name="Soumita Sengupta" userId="4afa6ce1-cb01-46c2-8538-4650222f0c96" providerId="ADAL" clId="{0A78EE60-BBCD-4A76-81BC-E7FB80E1D58E}" dt="2021-08-23T11:40:30.837" v="977" actId="700"/>
          <ac:spMkLst>
            <pc:docMk/>
            <pc:sldMk cId="3563480216" sldId="756"/>
            <ac:spMk id="3" creationId="{00000000-0000-0000-0000-000000000000}"/>
          </ac:spMkLst>
        </pc:spChg>
        <pc:spChg chg="mod ord">
          <ac:chgData name="Soumita Sengupta" userId="4afa6ce1-cb01-46c2-8538-4650222f0c96" providerId="ADAL" clId="{0A78EE60-BBCD-4A76-81BC-E7FB80E1D58E}" dt="2021-08-23T11:40:30.837" v="977" actId="700"/>
          <ac:spMkLst>
            <pc:docMk/>
            <pc:sldMk cId="3563480216" sldId="756"/>
            <ac:spMk id="4" creationId="{00000000-0000-0000-0000-000000000000}"/>
          </ac:spMkLst>
        </pc:spChg>
        <pc:spChg chg="mod ord">
          <ac:chgData name="Soumita Sengupta" userId="4afa6ce1-cb01-46c2-8538-4650222f0c96" providerId="ADAL" clId="{0A78EE60-BBCD-4A76-81BC-E7FB80E1D58E}" dt="2021-08-23T11:40:30.837" v="977" actId="700"/>
          <ac:spMkLst>
            <pc:docMk/>
            <pc:sldMk cId="3563480216" sldId="756"/>
            <ac:spMk id="5" creationId="{00000000-0000-0000-0000-000000000000}"/>
          </ac:spMkLst>
        </pc:spChg>
        <pc:spChg chg="mod ord">
          <ac:chgData name="Soumita Sengupta" userId="4afa6ce1-cb01-46c2-8538-4650222f0c96" providerId="ADAL" clId="{0A78EE60-BBCD-4A76-81BC-E7FB80E1D58E}" dt="2021-08-23T11:40:30.837" v="977" actId="700"/>
          <ac:spMkLst>
            <pc:docMk/>
            <pc:sldMk cId="3563480216" sldId="756"/>
            <ac:spMk id="11" creationId="{00000000-0000-0000-0000-000000000000}"/>
          </ac:spMkLst>
        </pc:spChg>
      </pc:sldChg>
      <pc:sldChg chg="modSp mod">
        <pc:chgData name="Soumita Sengupta" userId="4afa6ce1-cb01-46c2-8538-4650222f0c96" providerId="ADAL" clId="{0A78EE60-BBCD-4A76-81BC-E7FB80E1D58E}" dt="2021-08-23T11:39:25.753" v="974" actId="1076"/>
        <pc:sldMkLst>
          <pc:docMk/>
          <pc:sldMk cId="2304859679" sldId="759"/>
        </pc:sldMkLst>
        <pc:spChg chg="mod">
          <ac:chgData name="Soumita Sengupta" userId="4afa6ce1-cb01-46c2-8538-4650222f0c96" providerId="ADAL" clId="{0A78EE60-BBCD-4A76-81BC-E7FB80E1D58E}" dt="2021-08-23T11:39:25.753" v="974" actId="1076"/>
          <ac:spMkLst>
            <pc:docMk/>
            <pc:sldMk cId="2304859679" sldId="759"/>
            <ac:spMk id="9" creationId="{00000000-0000-0000-0000-000000000000}"/>
          </ac:spMkLst>
        </pc:spChg>
      </pc:sldChg>
      <pc:sldChg chg="del">
        <pc:chgData name="Soumita Sengupta" userId="4afa6ce1-cb01-46c2-8538-4650222f0c96" providerId="ADAL" clId="{0A78EE60-BBCD-4A76-81BC-E7FB80E1D58E}" dt="2021-08-23T08:39:56.653" v="258" actId="47"/>
        <pc:sldMkLst>
          <pc:docMk/>
          <pc:sldMk cId="1292349193" sldId="898"/>
        </pc:sldMkLst>
      </pc:sldChg>
      <pc:sldChg chg="modSp add del mod">
        <pc:chgData name="Soumita Sengupta" userId="4afa6ce1-cb01-46c2-8538-4650222f0c96" providerId="ADAL" clId="{0A78EE60-BBCD-4A76-81BC-E7FB80E1D58E}" dt="2021-08-20T11:33:21.154" v="224" actId="47"/>
        <pc:sldMkLst>
          <pc:docMk/>
          <pc:sldMk cId="1019518089" sldId="1304"/>
        </pc:sldMkLst>
        <pc:spChg chg="mod">
          <ac:chgData name="Soumita Sengupta" userId="4afa6ce1-cb01-46c2-8538-4650222f0c96" providerId="ADAL" clId="{0A78EE60-BBCD-4A76-81BC-E7FB80E1D58E}" dt="2021-08-20T10:59:49.498" v="215" actId="6549"/>
          <ac:spMkLst>
            <pc:docMk/>
            <pc:sldMk cId="1019518089" sldId="1304"/>
            <ac:spMk id="7" creationId="{00000000-0000-0000-0000-000000000000}"/>
          </ac:spMkLst>
        </pc:spChg>
        <pc:spChg chg="mod">
          <ac:chgData name="Soumita Sengupta" userId="4afa6ce1-cb01-46c2-8538-4650222f0c96" providerId="ADAL" clId="{0A78EE60-BBCD-4A76-81BC-E7FB80E1D58E}" dt="2021-08-20T10:59:29.224" v="213" actId="1076"/>
          <ac:spMkLst>
            <pc:docMk/>
            <pc:sldMk cId="1019518089" sldId="1304"/>
            <ac:spMk id="8" creationId="{00000000-0000-0000-0000-000000000000}"/>
          </ac:spMkLst>
        </pc:spChg>
        <pc:picChg chg="mod">
          <ac:chgData name="Soumita Sengupta" userId="4afa6ce1-cb01-46c2-8538-4650222f0c96" providerId="ADAL" clId="{0A78EE60-BBCD-4A76-81BC-E7FB80E1D58E}" dt="2021-08-20T08:48:58.134" v="55" actId="208"/>
          <ac:picMkLst>
            <pc:docMk/>
            <pc:sldMk cId="1019518089" sldId="1304"/>
            <ac:picMk id="3" creationId="{00000000-0000-0000-0000-000000000000}"/>
          </ac:picMkLst>
        </pc:picChg>
      </pc:sldChg>
      <pc:sldChg chg="modSp add mod">
        <pc:chgData name="Soumita Sengupta" userId="4afa6ce1-cb01-46c2-8538-4650222f0c96" providerId="ADAL" clId="{0A78EE60-BBCD-4A76-81BC-E7FB80E1D58E}" dt="2021-08-20T08:25:50.808" v="6"/>
        <pc:sldMkLst>
          <pc:docMk/>
          <pc:sldMk cId="53564333" sldId="1330"/>
        </pc:sldMkLst>
        <pc:spChg chg="mod">
          <ac:chgData name="Soumita Sengupta" userId="4afa6ce1-cb01-46c2-8538-4650222f0c96" providerId="ADAL" clId="{0A78EE60-BBCD-4A76-81BC-E7FB80E1D58E}" dt="2021-08-20T08:25:50.808" v="6"/>
          <ac:spMkLst>
            <pc:docMk/>
            <pc:sldMk cId="53564333" sldId="1330"/>
            <ac:spMk id="2" creationId="{57983F62-BBB9-431B-A37F-BDA0DC7153F6}"/>
          </ac:spMkLst>
        </pc:spChg>
      </pc:sldChg>
      <pc:sldChg chg="addSp delSp modSp add del mod">
        <pc:chgData name="Soumita Sengupta" userId="4afa6ce1-cb01-46c2-8538-4650222f0c96" providerId="ADAL" clId="{0A78EE60-BBCD-4A76-81BC-E7FB80E1D58E}" dt="2021-08-20T12:56:18.606" v="236" actId="47"/>
        <pc:sldMkLst>
          <pc:docMk/>
          <pc:sldMk cId="2409457827" sldId="1411"/>
        </pc:sldMkLst>
        <pc:spChg chg="mod">
          <ac:chgData name="Soumita Sengupta" userId="4afa6ce1-cb01-46c2-8538-4650222f0c96" providerId="ADAL" clId="{0A78EE60-BBCD-4A76-81BC-E7FB80E1D58E}" dt="2021-08-20T12:55:41.125" v="233" actId="164"/>
          <ac:spMkLst>
            <pc:docMk/>
            <pc:sldMk cId="2409457827" sldId="1411"/>
            <ac:spMk id="2" creationId="{00000000-0000-0000-0000-000000000000}"/>
          </ac:spMkLst>
        </pc:spChg>
        <pc:spChg chg="mod">
          <ac:chgData name="Soumita Sengupta" userId="4afa6ce1-cb01-46c2-8538-4650222f0c96" providerId="ADAL" clId="{0A78EE60-BBCD-4A76-81BC-E7FB80E1D58E}" dt="2021-08-20T12:53:51.649" v="226" actId="1076"/>
          <ac:spMkLst>
            <pc:docMk/>
            <pc:sldMk cId="2409457827" sldId="1411"/>
            <ac:spMk id="4" creationId="{00000000-0000-0000-0000-000000000000}"/>
          </ac:spMkLst>
        </pc:spChg>
        <pc:spChg chg="mod">
          <ac:chgData name="Soumita Sengupta" userId="4afa6ce1-cb01-46c2-8538-4650222f0c96" providerId="ADAL" clId="{0A78EE60-BBCD-4A76-81BC-E7FB80E1D58E}" dt="2021-08-20T10:43:49.535" v="172" actId="255"/>
          <ac:spMkLst>
            <pc:docMk/>
            <pc:sldMk cId="2409457827" sldId="1411"/>
            <ac:spMk id="7" creationId="{00000000-0000-0000-0000-000000000000}"/>
          </ac:spMkLst>
        </pc:spChg>
        <pc:spChg chg="mod">
          <ac:chgData name="Soumita Sengupta" userId="4afa6ce1-cb01-46c2-8538-4650222f0c96" providerId="ADAL" clId="{0A78EE60-BBCD-4A76-81BC-E7FB80E1D58E}" dt="2021-08-20T12:55:07.602" v="229" actId="21"/>
          <ac:spMkLst>
            <pc:docMk/>
            <pc:sldMk cId="2409457827" sldId="1411"/>
            <ac:spMk id="8"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10"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11"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16" creationId="{00000000-0000-0000-0000-000000000000}"/>
          </ac:spMkLst>
        </pc:spChg>
        <pc:spChg chg="add del mod">
          <ac:chgData name="Soumita Sengupta" userId="4afa6ce1-cb01-46c2-8538-4650222f0c96" providerId="ADAL" clId="{0A78EE60-BBCD-4A76-81BC-E7FB80E1D58E}" dt="2021-08-20T08:52:30.256" v="74" actId="478"/>
          <ac:spMkLst>
            <pc:docMk/>
            <pc:sldMk cId="2409457827" sldId="1411"/>
            <ac:spMk id="22"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24" creationId="{00000000-0000-0000-0000-000000000000}"/>
          </ac:spMkLst>
        </pc:spChg>
        <pc:spChg chg="add mod">
          <ac:chgData name="Soumita Sengupta" userId="4afa6ce1-cb01-46c2-8538-4650222f0c96" providerId="ADAL" clId="{0A78EE60-BBCD-4A76-81BC-E7FB80E1D58E}" dt="2021-08-20T12:55:41.125" v="233" actId="164"/>
          <ac:spMkLst>
            <pc:docMk/>
            <pc:sldMk cId="2409457827" sldId="1411"/>
            <ac:spMk id="26" creationId="{049D4EA3-BBF3-42BD-830A-D9D6C6DF29AB}"/>
          </ac:spMkLst>
        </pc:spChg>
        <pc:spChg chg="mod">
          <ac:chgData name="Soumita Sengupta" userId="4afa6ce1-cb01-46c2-8538-4650222f0c96" providerId="ADAL" clId="{0A78EE60-BBCD-4A76-81BC-E7FB80E1D58E}" dt="2021-08-20T12:55:41.125" v="233" actId="164"/>
          <ac:spMkLst>
            <pc:docMk/>
            <pc:sldMk cId="2409457827" sldId="1411"/>
            <ac:spMk id="28" creationId="{00000000-0000-0000-0000-000000000000}"/>
          </ac:spMkLst>
        </pc:spChg>
        <pc:spChg chg="add del">
          <ac:chgData name="Soumita Sengupta" userId="4afa6ce1-cb01-46c2-8538-4650222f0c96" providerId="ADAL" clId="{0A78EE60-BBCD-4A76-81BC-E7FB80E1D58E}" dt="2021-08-20T08:59:19.788" v="126" actId="22"/>
          <ac:spMkLst>
            <pc:docMk/>
            <pc:sldMk cId="2409457827" sldId="1411"/>
            <ac:spMk id="29" creationId="{F2465777-2446-40F7-B512-9AE463A7AD18}"/>
          </ac:spMkLst>
        </pc:spChg>
        <pc:spChg chg="add mod">
          <ac:chgData name="Soumita Sengupta" userId="4afa6ce1-cb01-46c2-8538-4650222f0c96" providerId="ADAL" clId="{0A78EE60-BBCD-4A76-81BC-E7FB80E1D58E}" dt="2021-08-20T12:55:41.125" v="233" actId="164"/>
          <ac:spMkLst>
            <pc:docMk/>
            <pc:sldMk cId="2409457827" sldId="1411"/>
            <ac:spMk id="30" creationId="{58F02FE8-42E9-44C3-B760-FD2F36523733}"/>
          </ac:spMkLst>
        </pc:spChg>
        <pc:spChg chg="del mod">
          <ac:chgData name="Soumita Sengupta" userId="4afa6ce1-cb01-46c2-8538-4650222f0c96" providerId="ADAL" clId="{0A78EE60-BBCD-4A76-81BC-E7FB80E1D58E}" dt="2021-08-20T08:52:47.433" v="79" actId="478"/>
          <ac:spMkLst>
            <pc:docMk/>
            <pc:sldMk cId="2409457827" sldId="1411"/>
            <ac:spMk id="31"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33"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34"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35" creationId="{00000000-0000-0000-0000-000000000000}"/>
          </ac:spMkLst>
        </pc:spChg>
        <pc:grpChg chg="add mod">
          <ac:chgData name="Soumita Sengupta" userId="4afa6ce1-cb01-46c2-8538-4650222f0c96" providerId="ADAL" clId="{0A78EE60-BBCD-4A76-81BC-E7FB80E1D58E}" dt="2021-08-20T12:55:41.125" v="233" actId="164"/>
          <ac:grpSpMkLst>
            <pc:docMk/>
            <pc:sldMk cId="2409457827" sldId="1411"/>
            <ac:grpSpMk id="3" creationId="{31D2C36E-F6C5-4FCB-BFF5-6E2F855ED19D}"/>
          </ac:grpSpMkLst>
        </pc:grpChg>
        <pc:cxnChg chg="mod">
          <ac:chgData name="Soumita Sengupta" userId="4afa6ce1-cb01-46c2-8538-4650222f0c96" providerId="ADAL" clId="{0A78EE60-BBCD-4A76-81BC-E7FB80E1D58E}" dt="2021-08-20T12:55:41.125" v="233" actId="164"/>
          <ac:cxnSpMkLst>
            <pc:docMk/>
            <pc:sldMk cId="2409457827" sldId="1411"/>
            <ac:cxnSpMk id="6"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12"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13"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15"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17"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23"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25"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27" creationId="{00000000-0000-0000-0000-000000000000}"/>
          </ac:cxnSpMkLst>
        </pc:cxnChg>
      </pc:sldChg>
      <pc:sldChg chg="addSp modSp add del mod">
        <pc:chgData name="Soumita Sengupta" userId="4afa6ce1-cb01-46c2-8538-4650222f0c96" providerId="ADAL" clId="{0A78EE60-BBCD-4A76-81BC-E7FB80E1D58E}" dt="2021-08-20T12:59:49.809" v="245" actId="47"/>
        <pc:sldMkLst>
          <pc:docMk/>
          <pc:sldMk cId="1722423472" sldId="1412"/>
        </pc:sldMkLst>
        <pc:spChg chg="mod">
          <ac:chgData name="Soumita Sengupta" userId="4afa6ce1-cb01-46c2-8538-4650222f0c96" providerId="ADAL" clId="{0A78EE60-BBCD-4A76-81BC-E7FB80E1D58E}" dt="2021-08-20T12:58:47.735" v="240" actId="164"/>
          <ac:spMkLst>
            <pc:docMk/>
            <pc:sldMk cId="1722423472" sldId="1412"/>
            <ac:spMk id="2"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3" creationId="{00000000-0000-0000-0000-000000000000}"/>
          </ac:spMkLst>
        </pc:spChg>
        <pc:spChg chg="mod">
          <ac:chgData name="Soumita Sengupta" userId="4afa6ce1-cb01-46c2-8538-4650222f0c96" providerId="ADAL" clId="{0A78EE60-BBCD-4A76-81BC-E7FB80E1D58E}" dt="2021-08-20T10:52:40.975" v="194" actId="1076"/>
          <ac:spMkLst>
            <pc:docMk/>
            <pc:sldMk cId="1722423472" sldId="1412"/>
            <ac:spMk id="4" creationId="{00000000-0000-0000-0000-000000000000}"/>
          </ac:spMkLst>
        </pc:spChg>
        <pc:spChg chg="mod">
          <ac:chgData name="Soumita Sengupta" userId="4afa6ce1-cb01-46c2-8538-4650222f0c96" providerId="ADAL" clId="{0A78EE60-BBCD-4A76-81BC-E7FB80E1D58E}" dt="2021-08-20T10:51:14.211" v="180" actId="1076"/>
          <ac:spMkLst>
            <pc:docMk/>
            <pc:sldMk cId="1722423472" sldId="1412"/>
            <ac:spMk id="7" creationId="{00000000-0000-0000-0000-000000000000}"/>
          </ac:spMkLst>
        </pc:spChg>
        <pc:spChg chg="mod">
          <ac:chgData name="Soumita Sengupta" userId="4afa6ce1-cb01-46c2-8538-4650222f0c96" providerId="ADAL" clId="{0A78EE60-BBCD-4A76-81BC-E7FB80E1D58E}" dt="2021-08-20T10:44:10.127" v="175" actId="1076"/>
          <ac:spMkLst>
            <pc:docMk/>
            <pc:sldMk cId="1722423472" sldId="1412"/>
            <ac:spMk id="8"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10"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11"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22"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24"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26"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29"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35" creationId="{00000000-0000-0000-0000-000000000000}"/>
          </ac:spMkLst>
        </pc:spChg>
        <pc:grpChg chg="add mod">
          <ac:chgData name="Soumita Sengupta" userId="4afa6ce1-cb01-46c2-8538-4650222f0c96" providerId="ADAL" clId="{0A78EE60-BBCD-4A76-81BC-E7FB80E1D58E}" dt="2021-08-20T12:58:47.735" v="240" actId="164"/>
          <ac:grpSpMkLst>
            <pc:docMk/>
            <pc:sldMk cId="1722423472" sldId="1412"/>
            <ac:grpSpMk id="5" creationId="{3A94D4A9-F6A9-4709-BA98-13E70FFFDE6C}"/>
          </ac:grpSpMkLst>
        </pc:grpChg>
        <pc:cxnChg chg="mod">
          <ac:chgData name="Soumita Sengupta" userId="4afa6ce1-cb01-46c2-8538-4650222f0c96" providerId="ADAL" clId="{0A78EE60-BBCD-4A76-81BC-E7FB80E1D58E}" dt="2021-08-20T12:58:47.735" v="240" actId="164"/>
          <ac:cxnSpMkLst>
            <pc:docMk/>
            <pc:sldMk cId="1722423472" sldId="1412"/>
            <ac:cxnSpMk id="6" creationId="{00000000-0000-0000-0000-000000000000}"/>
          </ac:cxnSpMkLst>
        </pc:cxnChg>
        <pc:cxnChg chg="mod">
          <ac:chgData name="Soumita Sengupta" userId="4afa6ce1-cb01-46c2-8538-4650222f0c96" providerId="ADAL" clId="{0A78EE60-BBCD-4A76-81BC-E7FB80E1D58E}" dt="2021-08-20T12:58:47.735" v="240" actId="164"/>
          <ac:cxnSpMkLst>
            <pc:docMk/>
            <pc:sldMk cId="1722423472" sldId="1412"/>
            <ac:cxnSpMk id="12" creationId="{00000000-0000-0000-0000-000000000000}"/>
          </ac:cxnSpMkLst>
        </pc:cxnChg>
        <pc:cxnChg chg="mod">
          <ac:chgData name="Soumita Sengupta" userId="4afa6ce1-cb01-46c2-8538-4650222f0c96" providerId="ADAL" clId="{0A78EE60-BBCD-4A76-81BC-E7FB80E1D58E}" dt="2021-08-20T12:58:47.735" v="240" actId="164"/>
          <ac:cxnSpMkLst>
            <pc:docMk/>
            <pc:sldMk cId="1722423472" sldId="1412"/>
            <ac:cxnSpMk id="13" creationId="{00000000-0000-0000-0000-000000000000}"/>
          </ac:cxnSpMkLst>
        </pc:cxnChg>
        <pc:cxnChg chg="mod">
          <ac:chgData name="Soumita Sengupta" userId="4afa6ce1-cb01-46c2-8538-4650222f0c96" providerId="ADAL" clId="{0A78EE60-BBCD-4A76-81BC-E7FB80E1D58E}" dt="2021-08-20T12:58:47.735" v="240" actId="164"/>
          <ac:cxnSpMkLst>
            <pc:docMk/>
            <pc:sldMk cId="1722423472" sldId="1412"/>
            <ac:cxnSpMk id="17" creationId="{00000000-0000-0000-0000-000000000000}"/>
          </ac:cxnSpMkLst>
        </pc:cxnChg>
        <pc:cxnChg chg="mod">
          <ac:chgData name="Soumita Sengupta" userId="4afa6ce1-cb01-46c2-8538-4650222f0c96" providerId="ADAL" clId="{0A78EE60-BBCD-4A76-81BC-E7FB80E1D58E}" dt="2021-08-20T12:58:47.735" v="240" actId="164"/>
          <ac:cxnSpMkLst>
            <pc:docMk/>
            <pc:sldMk cId="1722423472" sldId="1412"/>
            <ac:cxnSpMk id="23" creationId="{00000000-0000-0000-0000-000000000000}"/>
          </ac:cxnSpMkLst>
        </pc:cxnChg>
      </pc:sldChg>
      <pc:sldChg chg="addSp delSp modSp add mod modClrScheme chgLayout">
        <pc:chgData name="Soumita Sengupta" userId="4afa6ce1-cb01-46c2-8538-4650222f0c96" providerId="ADAL" clId="{0A78EE60-BBCD-4A76-81BC-E7FB80E1D58E}" dt="2021-08-23T11:42:34.916" v="999" actId="11"/>
        <pc:sldMkLst>
          <pc:docMk/>
          <pc:sldMk cId="3054948585" sldId="1413"/>
        </pc:sldMkLst>
        <pc:spChg chg="add del mod ord">
          <ac:chgData name="Soumita Sengupta" userId="4afa6ce1-cb01-46c2-8538-4650222f0c96" providerId="ADAL" clId="{0A78EE60-BBCD-4A76-81BC-E7FB80E1D58E}" dt="2021-08-23T11:41:58.310" v="993" actId="478"/>
          <ac:spMkLst>
            <pc:docMk/>
            <pc:sldMk cId="3054948585" sldId="1413"/>
            <ac:spMk id="2" creationId="{4BFB504E-062C-441A-BC81-4D101061FCD7}"/>
          </ac:spMkLst>
        </pc:spChg>
        <pc:spChg chg="add del mod ord">
          <ac:chgData name="Soumita Sengupta" userId="4afa6ce1-cb01-46c2-8538-4650222f0c96" providerId="ADAL" clId="{0A78EE60-BBCD-4A76-81BC-E7FB80E1D58E}" dt="2021-08-23T11:40:54.192" v="980" actId="478"/>
          <ac:spMkLst>
            <pc:docMk/>
            <pc:sldMk cId="3054948585" sldId="1413"/>
            <ac:spMk id="3" creationId="{6196E8DF-7AFC-446E-B1E8-D9C5A4422411}"/>
          </ac:spMkLst>
        </pc:spChg>
        <pc:spChg chg="mod ord">
          <ac:chgData name="Soumita Sengupta" userId="4afa6ce1-cb01-46c2-8538-4650222f0c96" providerId="ADAL" clId="{0A78EE60-BBCD-4A76-81BC-E7FB80E1D58E}" dt="2021-08-23T11:40:40.306" v="978" actId="700"/>
          <ac:spMkLst>
            <pc:docMk/>
            <pc:sldMk cId="3054948585" sldId="1413"/>
            <ac:spMk id="4" creationId="{00000000-0000-0000-0000-000000000000}"/>
          </ac:spMkLst>
        </pc:spChg>
        <pc:spChg chg="add del mod">
          <ac:chgData name="Soumita Sengupta" userId="4afa6ce1-cb01-46c2-8538-4650222f0c96" providerId="ADAL" clId="{0A78EE60-BBCD-4A76-81BC-E7FB80E1D58E}" dt="2021-08-23T11:42:00.289" v="994" actId="478"/>
          <ac:spMkLst>
            <pc:docMk/>
            <pc:sldMk cId="3054948585" sldId="1413"/>
            <ac:spMk id="6" creationId="{A96024C4-96BC-4F29-8E73-C9410C7DCF43}"/>
          </ac:spMkLst>
        </pc:spChg>
        <pc:spChg chg="mod">
          <ac:chgData name="Soumita Sengupta" userId="4afa6ce1-cb01-46c2-8538-4650222f0c96" providerId="ADAL" clId="{0A78EE60-BBCD-4A76-81BC-E7FB80E1D58E}" dt="2021-08-23T11:42:34.916" v="999" actId="11"/>
          <ac:spMkLst>
            <pc:docMk/>
            <pc:sldMk cId="3054948585" sldId="1413"/>
            <ac:spMk id="7" creationId="{00000000-0000-0000-0000-000000000000}"/>
          </ac:spMkLst>
        </pc:spChg>
        <pc:spChg chg="mod">
          <ac:chgData name="Soumita Sengupta" userId="4afa6ce1-cb01-46c2-8538-4650222f0c96" providerId="ADAL" clId="{0A78EE60-BBCD-4A76-81BC-E7FB80E1D58E}" dt="2021-08-23T11:42:04.146" v="995" actId="1076"/>
          <ac:spMkLst>
            <pc:docMk/>
            <pc:sldMk cId="3054948585" sldId="1413"/>
            <ac:spMk id="8" creationId="{00000000-0000-0000-0000-000000000000}"/>
          </ac:spMkLst>
        </pc:spChg>
        <pc:spChg chg="mod ord">
          <ac:chgData name="Soumita Sengupta" userId="4afa6ce1-cb01-46c2-8538-4650222f0c96" providerId="ADAL" clId="{0A78EE60-BBCD-4A76-81BC-E7FB80E1D58E}" dt="2021-08-23T11:40:40.306" v="978" actId="700"/>
          <ac:spMkLst>
            <pc:docMk/>
            <pc:sldMk cId="3054948585" sldId="1413"/>
            <ac:spMk id="9" creationId="{00000000-0000-0000-0000-000000000000}"/>
          </ac:spMkLst>
        </pc:spChg>
      </pc:sldChg>
      <pc:sldChg chg="addSp delSp modSp add mod modClrScheme chgLayout">
        <pc:chgData name="Soumita Sengupta" userId="4afa6ce1-cb01-46c2-8538-4650222f0c96" providerId="ADAL" clId="{0A78EE60-BBCD-4A76-81BC-E7FB80E1D58E}" dt="2021-08-23T11:43:38.205" v="1004" actId="478"/>
        <pc:sldMkLst>
          <pc:docMk/>
          <pc:sldMk cId="122248758" sldId="1414"/>
        </pc:sldMkLst>
        <pc:spChg chg="mod ord">
          <ac:chgData name="Soumita Sengupta" userId="4afa6ce1-cb01-46c2-8538-4650222f0c96" providerId="ADAL" clId="{0A78EE60-BBCD-4A76-81BC-E7FB80E1D58E}" dt="2021-08-23T11:43:25.377" v="1000" actId="700"/>
          <ac:spMkLst>
            <pc:docMk/>
            <pc:sldMk cId="122248758" sldId="1414"/>
            <ac:spMk id="4" creationId="{00000000-0000-0000-0000-000000000000}"/>
          </ac:spMkLst>
        </pc:spChg>
        <pc:spChg chg="mod">
          <ac:chgData name="Soumita Sengupta" userId="4afa6ce1-cb01-46c2-8538-4650222f0c96" providerId="ADAL" clId="{0A78EE60-BBCD-4A76-81BC-E7FB80E1D58E}" dt="2021-08-23T09:02:02.005" v="319" actId="11"/>
          <ac:spMkLst>
            <pc:docMk/>
            <pc:sldMk cId="122248758" sldId="1414"/>
            <ac:spMk id="7" creationId="{00000000-0000-0000-0000-000000000000}"/>
          </ac:spMkLst>
        </pc:spChg>
        <pc:spChg chg="del">
          <ac:chgData name="Soumita Sengupta" userId="4afa6ce1-cb01-46c2-8538-4650222f0c96" providerId="ADAL" clId="{0A78EE60-BBCD-4A76-81BC-E7FB80E1D58E}" dt="2021-08-23T08:55:21.673" v="282" actId="478"/>
          <ac:spMkLst>
            <pc:docMk/>
            <pc:sldMk cId="122248758" sldId="1414"/>
            <ac:spMk id="8" creationId="{00000000-0000-0000-0000-000000000000}"/>
          </ac:spMkLst>
        </pc:spChg>
        <pc:spChg chg="mod ord">
          <ac:chgData name="Soumita Sengupta" userId="4afa6ce1-cb01-46c2-8538-4650222f0c96" providerId="ADAL" clId="{0A78EE60-BBCD-4A76-81BC-E7FB80E1D58E}" dt="2021-08-23T11:43:25.377" v="1000" actId="700"/>
          <ac:spMkLst>
            <pc:docMk/>
            <pc:sldMk cId="122248758" sldId="1414"/>
            <ac:spMk id="9" creationId="{00000000-0000-0000-0000-000000000000}"/>
          </ac:spMkLst>
        </pc:spChg>
        <pc:spChg chg="add del">
          <ac:chgData name="Soumita Sengupta" userId="4afa6ce1-cb01-46c2-8538-4650222f0c96" providerId="ADAL" clId="{0A78EE60-BBCD-4A76-81BC-E7FB80E1D58E}" dt="2021-08-23T08:55:25.067" v="284" actId="22"/>
          <ac:spMkLst>
            <pc:docMk/>
            <pc:sldMk cId="122248758" sldId="1414"/>
            <ac:spMk id="10" creationId="{069A8DF2-A83E-45FF-B3BD-0E04EEEC0E00}"/>
          </ac:spMkLst>
        </pc:spChg>
        <pc:spChg chg="add del mod">
          <ac:chgData name="Soumita Sengupta" userId="4afa6ce1-cb01-46c2-8538-4650222f0c96" providerId="ADAL" clId="{0A78EE60-BBCD-4A76-81BC-E7FB80E1D58E}" dt="2021-08-23T08:55:36.606" v="287" actId="478"/>
          <ac:spMkLst>
            <pc:docMk/>
            <pc:sldMk cId="122248758" sldId="1414"/>
            <ac:spMk id="11" creationId="{6C61ABAD-9132-42A7-9EB0-24B776BAB1B8}"/>
          </ac:spMkLst>
        </pc:spChg>
        <pc:spChg chg="add del">
          <ac:chgData name="Soumita Sengupta" userId="4afa6ce1-cb01-46c2-8538-4650222f0c96" providerId="ADAL" clId="{0A78EE60-BBCD-4A76-81BC-E7FB80E1D58E}" dt="2021-08-23T08:55:41.758" v="289" actId="22"/>
          <ac:spMkLst>
            <pc:docMk/>
            <pc:sldMk cId="122248758" sldId="1414"/>
            <ac:spMk id="12" creationId="{94B16EFA-3083-4C8F-A263-EA93C8E7DBC5}"/>
          </ac:spMkLst>
        </pc:spChg>
        <pc:spChg chg="add del">
          <ac:chgData name="Soumita Sengupta" userId="4afa6ce1-cb01-46c2-8538-4650222f0c96" providerId="ADAL" clId="{0A78EE60-BBCD-4A76-81BC-E7FB80E1D58E}" dt="2021-08-23T08:55:43.714" v="291" actId="22"/>
          <ac:spMkLst>
            <pc:docMk/>
            <pc:sldMk cId="122248758" sldId="1414"/>
            <ac:spMk id="13" creationId="{24519C8D-489F-4632-9028-F4347C51DC1A}"/>
          </ac:spMkLst>
        </pc:spChg>
        <pc:spChg chg="add del">
          <ac:chgData name="Soumita Sengupta" userId="4afa6ce1-cb01-46c2-8538-4650222f0c96" providerId="ADAL" clId="{0A78EE60-BBCD-4A76-81BC-E7FB80E1D58E}" dt="2021-08-23T08:55:44.865" v="293" actId="22"/>
          <ac:spMkLst>
            <pc:docMk/>
            <pc:sldMk cId="122248758" sldId="1414"/>
            <ac:spMk id="15" creationId="{393AADFF-4FF0-4182-8910-912AA21B634B}"/>
          </ac:spMkLst>
        </pc:spChg>
        <pc:spChg chg="add mod">
          <ac:chgData name="Soumita Sengupta" userId="4afa6ce1-cb01-46c2-8538-4650222f0c96" providerId="ADAL" clId="{0A78EE60-BBCD-4A76-81BC-E7FB80E1D58E}" dt="2021-08-23T11:43:36.067" v="1003" actId="1076"/>
          <ac:spMkLst>
            <pc:docMk/>
            <pc:sldMk cId="122248758" sldId="1414"/>
            <ac:spMk id="17" creationId="{01A46B45-C92B-48C2-95E0-8DE80C508751}"/>
          </ac:spMkLst>
        </pc:spChg>
        <pc:spChg chg="add del mod ord">
          <ac:chgData name="Soumita Sengupta" userId="4afa6ce1-cb01-46c2-8538-4650222f0c96" providerId="ADAL" clId="{0A78EE60-BBCD-4A76-81BC-E7FB80E1D58E}" dt="2021-08-23T11:43:32.424" v="1002" actId="478"/>
          <ac:spMkLst>
            <pc:docMk/>
            <pc:sldMk cId="122248758" sldId="1414"/>
            <ac:spMk id="18" creationId="{8C42DE99-93B4-4275-99FB-01FE0E03BD1A}"/>
          </ac:spMkLst>
        </pc:spChg>
        <pc:spChg chg="add del mod ord">
          <ac:chgData name="Soumita Sengupta" userId="4afa6ce1-cb01-46c2-8538-4650222f0c96" providerId="ADAL" clId="{0A78EE60-BBCD-4A76-81BC-E7FB80E1D58E}" dt="2021-08-23T11:43:38.205" v="1004" actId="478"/>
          <ac:spMkLst>
            <pc:docMk/>
            <pc:sldMk cId="122248758" sldId="1414"/>
            <ac:spMk id="19" creationId="{73C97289-236C-48A1-A75C-7DA994315E48}"/>
          </ac:spMkLst>
        </pc:spChg>
      </pc:sldChg>
      <pc:sldChg chg="addSp delSp modSp add mod modClrScheme chgLayout">
        <pc:chgData name="Soumita Sengupta" userId="4afa6ce1-cb01-46c2-8538-4650222f0c96" providerId="ADAL" clId="{0A78EE60-BBCD-4A76-81BC-E7FB80E1D58E}" dt="2021-08-23T11:46:08.676" v="1008" actId="1076"/>
        <pc:sldMkLst>
          <pc:docMk/>
          <pc:sldMk cId="3465650862" sldId="1415"/>
        </pc:sldMkLst>
        <pc:spChg chg="mod ord">
          <ac:chgData name="Soumita Sengupta" userId="4afa6ce1-cb01-46c2-8538-4650222f0c96" providerId="ADAL" clId="{0A78EE60-BBCD-4A76-81BC-E7FB80E1D58E}" dt="2021-08-23T11:45:55.268" v="1005" actId="700"/>
          <ac:spMkLst>
            <pc:docMk/>
            <pc:sldMk cId="3465650862" sldId="1415"/>
            <ac:spMk id="4" creationId="{00000000-0000-0000-0000-000000000000}"/>
          </ac:spMkLst>
        </pc:spChg>
        <pc:spChg chg="add del mod ord">
          <ac:chgData name="Soumita Sengupta" userId="4afa6ce1-cb01-46c2-8538-4650222f0c96" providerId="ADAL" clId="{0A78EE60-BBCD-4A76-81BC-E7FB80E1D58E}" dt="2021-08-23T11:46:05.103" v="1007" actId="478"/>
          <ac:spMkLst>
            <pc:docMk/>
            <pc:sldMk cId="3465650862" sldId="1415"/>
            <ac:spMk id="6" creationId="{A5E2927A-BBB2-4ABD-AADA-9D23EB4D1EBD}"/>
          </ac:spMkLst>
        </pc:spChg>
        <pc:spChg chg="mod">
          <ac:chgData name="Soumita Sengupta" userId="4afa6ce1-cb01-46c2-8538-4650222f0c96" providerId="ADAL" clId="{0A78EE60-BBCD-4A76-81BC-E7FB80E1D58E}" dt="2021-08-23T11:46:08.676" v="1008" actId="1076"/>
          <ac:spMkLst>
            <pc:docMk/>
            <pc:sldMk cId="3465650862" sldId="1415"/>
            <ac:spMk id="7" creationId="{00000000-0000-0000-0000-000000000000}"/>
          </ac:spMkLst>
        </pc:spChg>
        <pc:spChg chg="mod">
          <ac:chgData name="Soumita Sengupta" userId="4afa6ce1-cb01-46c2-8538-4650222f0c96" providerId="ADAL" clId="{0A78EE60-BBCD-4A76-81BC-E7FB80E1D58E}" dt="2021-08-23T09:02:13.853" v="324"/>
          <ac:spMkLst>
            <pc:docMk/>
            <pc:sldMk cId="3465650862" sldId="1415"/>
            <ac:spMk id="8" creationId="{00000000-0000-0000-0000-000000000000}"/>
          </ac:spMkLst>
        </pc:spChg>
        <pc:spChg chg="mod ord">
          <ac:chgData name="Soumita Sengupta" userId="4afa6ce1-cb01-46c2-8538-4650222f0c96" providerId="ADAL" clId="{0A78EE60-BBCD-4A76-81BC-E7FB80E1D58E}" dt="2021-08-23T11:45:55.268" v="1005" actId="700"/>
          <ac:spMkLst>
            <pc:docMk/>
            <pc:sldMk cId="3465650862" sldId="1415"/>
            <ac:spMk id="9" creationId="{00000000-0000-0000-0000-000000000000}"/>
          </ac:spMkLst>
        </pc:spChg>
        <pc:spChg chg="add del">
          <ac:chgData name="Soumita Sengupta" userId="4afa6ce1-cb01-46c2-8538-4650222f0c96" providerId="ADAL" clId="{0A78EE60-BBCD-4A76-81BC-E7FB80E1D58E}" dt="2021-08-23T09:02:47.746" v="326" actId="22"/>
          <ac:spMkLst>
            <pc:docMk/>
            <pc:sldMk cId="3465650862" sldId="1415"/>
            <ac:spMk id="10" creationId="{BF5884D7-6779-4C36-BD97-A96EDB5D8615}"/>
          </ac:spMkLst>
        </pc:spChg>
        <pc:spChg chg="add del">
          <ac:chgData name="Soumita Sengupta" userId="4afa6ce1-cb01-46c2-8538-4650222f0c96" providerId="ADAL" clId="{0A78EE60-BBCD-4A76-81BC-E7FB80E1D58E}" dt="2021-08-23T09:02:49.095" v="328" actId="22"/>
          <ac:spMkLst>
            <pc:docMk/>
            <pc:sldMk cId="3465650862" sldId="1415"/>
            <ac:spMk id="11" creationId="{2EECAB8A-141D-422A-B3AE-45805516E8E6}"/>
          </ac:spMkLst>
        </pc:spChg>
        <pc:spChg chg="add mod">
          <ac:chgData name="Soumita Sengupta" userId="4afa6ce1-cb01-46c2-8538-4650222f0c96" providerId="ADAL" clId="{0A78EE60-BBCD-4A76-81BC-E7FB80E1D58E}" dt="2021-08-23T09:03:22.994" v="333" actId="1076"/>
          <ac:spMkLst>
            <pc:docMk/>
            <pc:sldMk cId="3465650862" sldId="1415"/>
            <ac:spMk id="12" creationId="{22D153AA-7C04-4067-8571-D3BD8013E971}"/>
          </ac:spMkLst>
        </pc:spChg>
        <pc:spChg chg="add del mod ord">
          <ac:chgData name="Soumita Sengupta" userId="4afa6ce1-cb01-46c2-8538-4650222f0c96" providerId="ADAL" clId="{0A78EE60-BBCD-4A76-81BC-E7FB80E1D58E}" dt="2021-08-23T11:46:02.145" v="1006" actId="478"/>
          <ac:spMkLst>
            <pc:docMk/>
            <pc:sldMk cId="3465650862" sldId="1415"/>
            <ac:spMk id="13" creationId="{6F1449DC-3848-4922-9099-9D165C625889}"/>
          </ac:spMkLst>
        </pc:spChg>
      </pc:sldChg>
      <pc:sldChg chg="addSp delSp modSp add mod">
        <pc:chgData name="Soumita Sengupta" userId="4afa6ce1-cb01-46c2-8538-4650222f0c96" providerId="ADAL" clId="{0A78EE60-BBCD-4A76-81BC-E7FB80E1D58E}" dt="2021-08-20T11:33:17.613" v="223" actId="1076"/>
        <pc:sldMkLst>
          <pc:docMk/>
          <pc:sldMk cId="1798438021" sldId="1416"/>
        </pc:sldMkLst>
        <pc:spChg chg="mod">
          <ac:chgData name="Soumita Sengupta" userId="4afa6ce1-cb01-46c2-8538-4650222f0c96" providerId="ADAL" clId="{0A78EE60-BBCD-4A76-81BC-E7FB80E1D58E}" dt="2021-08-20T10:59:37.684" v="214"/>
          <ac:spMkLst>
            <pc:docMk/>
            <pc:sldMk cId="1798438021" sldId="1416"/>
            <ac:spMk id="2" creationId="{00000000-0000-0000-0000-000000000000}"/>
          </ac:spMkLst>
        </pc:spChg>
        <pc:spChg chg="mod">
          <ac:chgData name="Soumita Sengupta" userId="4afa6ce1-cb01-46c2-8538-4650222f0c96" providerId="ADAL" clId="{0A78EE60-BBCD-4A76-81BC-E7FB80E1D58E}" dt="2021-08-20T11:00:12.860" v="219" actId="14100"/>
          <ac:spMkLst>
            <pc:docMk/>
            <pc:sldMk cId="1798438021" sldId="1416"/>
            <ac:spMk id="5" creationId="{00000000-0000-0000-0000-000000000000}"/>
          </ac:spMkLst>
        </pc:spChg>
        <pc:spChg chg="del mod">
          <ac:chgData name="Soumita Sengupta" userId="4afa6ce1-cb01-46c2-8538-4650222f0c96" providerId="ADAL" clId="{0A78EE60-BBCD-4A76-81BC-E7FB80E1D58E}" dt="2021-08-20T11:33:14.229" v="221" actId="478"/>
          <ac:spMkLst>
            <pc:docMk/>
            <pc:sldMk cId="1798438021" sldId="1416"/>
            <ac:spMk id="6" creationId="{05E7F7E3-9E8C-4121-88D2-4C4B236DAF24}"/>
          </ac:spMkLst>
        </pc:spChg>
        <pc:picChg chg="add mod">
          <ac:chgData name="Soumita Sengupta" userId="4afa6ce1-cb01-46c2-8538-4650222f0c96" providerId="ADAL" clId="{0A78EE60-BBCD-4A76-81BC-E7FB80E1D58E}" dt="2021-08-20T11:33:17.613" v="223" actId="1076"/>
          <ac:picMkLst>
            <pc:docMk/>
            <pc:sldMk cId="1798438021" sldId="1416"/>
            <ac:picMk id="7" creationId="{7C3407F8-93EB-4C75-9B6C-38DCC4322245}"/>
          </ac:picMkLst>
        </pc:picChg>
      </pc:sldChg>
      <pc:sldChg chg="addSp delSp modSp add mod modNotesTx">
        <pc:chgData name="Soumita Sengupta" userId="4afa6ce1-cb01-46c2-8538-4650222f0c96" providerId="ADAL" clId="{0A78EE60-BBCD-4A76-81BC-E7FB80E1D58E}" dt="2021-08-23T08:48:07.819" v="262" actId="255"/>
        <pc:sldMkLst>
          <pc:docMk/>
          <pc:sldMk cId="2922319439" sldId="1417"/>
        </pc:sldMkLst>
        <pc:spChg chg="mod">
          <ac:chgData name="Soumita Sengupta" userId="4afa6ce1-cb01-46c2-8538-4650222f0c96" providerId="ADAL" clId="{0A78EE60-BBCD-4A76-81BC-E7FB80E1D58E}" dt="2021-08-20T12:55:11.653" v="230"/>
          <ac:spMkLst>
            <pc:docMk/>
            <pc:sldMk cId="2922319439" sldId="1417"/>
            <ac:spMk id="2" creationId="{00000000-0000-0000-0000-000000000000}"/>
          </ac:spMkLst>
        </pc:spChg>
        <pc:spChg chg="mod">
          <ac:chgData name="Soumita Sengupta" userId="4afa6ce1-cb01-46c2-8538-4650222f0c96" providerId="ADAL" clId="{0A78EE60-BBCD-4A76-81BC-E7FB80E1D58E}" dt="2021-08-20T12:56:33.425" v="237" actId="1076"/>
          <ac:spMkLst>
            <pc:docMk/>
            <pc:sldMk cId="2922319439" sldId="1417"/>
            <ac:spMk id="5" creationId="{00000000-0000-0000-0000-000000000000}"/>
          </ac:spMkLst>
        </pc:spChg>
        <pc:spChg chg="mod">
          <ac:chgData name="Soumita Sengupta" userId="4afa6ce1-cb01-46c2-8538-4650222f0c96" providerId="ADAL" clId="{0A78EE60-BBCD-4A76-81BC-E7FB80E1D58E}" dt="2021-08-20T12:55:52.495" v="235"/>
          <ac:spMkLst>
            <pc:docMk/>
            <pc:sldMk cId="2922319439" sldId="1417"/>
            <ac:spMk id="9" creationId="{92BBAD37-FEC4-42B3-B139-5A4AA146843A}"/>
          </ac:spMkLst>
        </pc:spChg>
        <pc:spChg chg="mod">
          <ac:chgData name="Soumita Sengupta" userId="4afa6ce1-cb01-46c2-8538-4650222f0c96" providerId="ADAL" clId="{0A78EE60-BBCD-4A76-81BC-E7FB80E1D58E}" dt="2021-08-20T12:55:52.495" v="235"/>
          <ac:spMkLst>
            <pc:docMk/>
            <pc:sldMk cId="2922319439" sldId="1417"/>
            <ac:spMk id="10" creationId="{5F18C57D-223A-4973-9B9F-61DBD7B7D2E7}"/>
          </ac:spMkLst>
        </pc:spChg>
        <pc:spChg chg="mod">
          <ac:chgData name="Soumita Sengupta" userId="4afa6ce1-cb01-46c2-8538-4650222f0c96" providerId="ADAL" clId="{0A78EE60-BBCD-4A76-81BC-E7FB80E1D58E}" dt="2021-08-20T12:55:52.495" v="235"/>
          <ac:spMkLst>
            <pc:docMk/>
            <pc:sldMk cId="2922319439" sldId="1417"/>
            <ac:spMk id="11" creationId="{7C45C755-0ED5-44E1-9E4A-D880AE2FC87E}"/>
          </ac:spMkLst>
        </pc:spChg>
        <pc:spChg chg="mod">
          <ac:chgData name="Soumita Sengupta" userId="4afa6ce1-cb01-46c2-8538-4650222f0c96" providerId="ADAL" clId="{0A78EE60-BBCD-4A76-81BC-E7FB80E1D58E}" dt="2021-08-20T12:55:52.495" v="235"/>
          <ac:spMkLst>
            <pc:docMk/>
            <pc:sldMk cId="2922319439" sldId="1417"/>
            <ac:spMk id="16" creationId="{8EA91E18-B4B1-4C85-9763-153927FB26E3}"/>
          </ac:spMkLst>
        </pc:spChg>
        <pc:spChg chg="mod">
          <ac:chgData name="Soumita Sengupta" userId="4afa6ce1-cb01-46c2-8538-4650222f0c96" providerId="ADAL" clId="{0A78EE60-BBCD-4A76-81BC-E7FB80E1D58E}" dt="2021-08-23T08:45:14.555" v="260" actId="20577"/>
          <ac:spMkLst>
            <pc:docMk/>
            <pc:sldMk cId="2922319439" sldId="1417"/>
            <ac:spMk id="19" creationId="{A23D790B-8461-490F-83F9-6BEA8B4516B2}"/>
          </ac:spMkLst>
        </pc:spChg>
        <pc:spChg chg="mod">
          <ac:chgData name="Soumita Sengupta" userId="4afa6ce1-cb01-46c2-8538-4650222f0c96" providerId="ADAL" clId="{0A78EE60-BBCD-4A76-81BC-E7FB80E1D58E}" dt="2021-08-23T08:48:07.819" v="262" actId="255"/>
          <ac:spMkLst>
            <pc:docMk/>
            <pc:sldMk cId="2922319439" sldId="1417"/>
            <ac:spMk id="22" creationId="{07E2B30F-F86E-4917-9771-560553E5FA0C}"/>
          </ac:spMkLst>
        </pc:spChg>
        <pc:spChg chg="mod">
          <ac:chgData name="Soumita Sengupta" userId="4afa6ce1-cb01-46c2-8538-4650222f0c96" providerId="ADAL" clId="{0A78EE60-BBCD-4A76-81BC-E7FB80E1D58E}" dt="2021-08-20T12:55:52.495" v="235"/>
          <ac:spMkLst>
            <pc:docMk/>
            <pc:sldMk cId="2922319439" sldId="1417"/>
            <ac:spMk id="23" creationId="{517AB679-C0A4-4AF4-B213-DB36C2E7E7D3}"/>
          </ac:spMkLst>
        </pc:spChg>
        <pc:spChg chg="mod">
          <ac:chgData name="Soumita Sengupta" userId="4afa6ce1-cb01-46c2-8538-4650222f0c96" providerId="ADAL" clId="{0A78EE60-BBCD-4A76-81BC-E7FB80E1D58E}" dt="2021-08-20T12:55:52.495" v="235"/>
          <ac:spMkLst>
            <pc:docMk/>
            <pc:sldMk cId="2922319439" sldId="1417"/>
            <ac:spMk id="24" creationId="{D2DABE28-CAE1-4970-A955-0EB0FD0C0794}"/>
          </ac:spMkLst>
        </pc:spChg>
        <pc:spChg chg="mod">
          <ac:chgData name="Soumita Sengupta" userId="4afa6ce1-cb01-46c2-8538-4650222f0c96" providerId="ADAL" clId="{0A78EE60-BBCD-4A76-81BC-E7FB80E1D58E}" dt="2021-08-20T12:55:52.495" v="235"/>
          <ac:spMkLst>
            <pc:docMk/>
            <pc:sldMk cId="2922319439" sldId="1417"/>
            <ac:spMk id="25" creationId="{E12DD977-BCAE-41C5-9DCE-9B07BF50C9EA}"/>
          </ac:spMkLst>
        </pc:spChg>
        <pc:spChg chg="mod">
          <ac:chgData name="Soumita Sengupta" userId="4afa6ce1-cb01-46c2-8538-4650222f0c96" providerId="ADAL" clId="{0A78EE60-BBCD-4A76-81BC-E7FB80E1D58E}" dt="2021-08-23T08:45:16.400" v="261" actId="20577"/>
          <ac:spMkLst>
            <pc:docMk/>
            <pc:sldMk cId="2922319439" sldId="1417"/>
            <ac:spMk id="26" creationId="{5C469254-7DFF-42AF-A743-94813D5D24ED}"/>
          </ac:spMkLst>
        </pc:spChg>
        <pc:spChg chg="mod">
          <ac:chgData name="Soumita Sengupta" userId="4afa6ce1-cb01-46c2-8538-4650222f0c96" providerId="ADAL" clId="{0A78EE60-BBCD-4A76-81BC-E7FB80E1D58E}" dt="2021-08-20T12:55:52.495" v="235"/>
          <ac:spMkLst>
            <pc:docMk/>
            <pc:sldMk cId="2922319439" sldId="1417"/>
            <ac:spMk id="27" creationId="{FA85C00B-2BB2-44D5-AB49-6515E48E63C9}"/>
          </ac:spMkLst>
        </pc:spChg>
        <pc:grpChg chg="add mod">
          <ac:chgData name="Soumita Sengupta" userId="4afa6ce1-cb01-46c2-8538-4650222f0c96" providerId="ADAL" clId="{0A78EE60-BBCD-4A76-81BC-E7FB80E1D58E}" dt="2021-08-20T12:55:52.495" v="235"/>
          <ac:grpSpMkLst>
            <pc:docMk/>
            <pc:sldMk cId="2922319439" sldId="1417"/>
            <ac:grpSpMk id="8" creationId="{DF5FC6ED-8892-474B-AEB1-A18539D7CE42}"/>
          </ac:grpSpMkLst>
        </pc:grpChg>
        <pc:picChg chg="del">
          <ac:chgData name="Soumita Sengupta" userId="4afa6ce1-cb01-46c2-8538-4650222f0c96" providerId="ADAL" clId="{0A78EE60-BBCD-4A76-81BC-E7FB80E1D58E}" dt="2021-08-20T12:55:51.287" v="234" actId="478"/>
          <ac:picMkLst>
            <pc:docMk/>
            <pc:sldMk cId="2922319439" sldId="1417"/>
            <ac:picMk id="7" creationId="{7C3407F8-93EB-4C75-9B6C-38DCC4322245}"/>
          </ac:picMkLst>
        </pc:picChg>
        <pc:cxnChg chg="mod">
          <ac:chgData name="Soumita Sengupta" userId="4afa6ce1-cb01-46c2-8538-4650222f0c96" providerId="ADAL" clId="{0A78EE60-BBCD-4A76-81BC-E7FB80E1D58E}" dt="2021-08-20T12:55:52.495" v="235"/>
          <ac:cxnSpMkLst>
            <pc:docMk/>
            <pc:sldMk cId="2922319439" sldId="1417"/>
            <ac:cxnSpMk id="12" creationId="{4022A6BB-DB0B-4E2B-BF12-25F9DAE18B9F}"/>
          </ac:cxnSpMkLst>
        </pc:cxnChg>
        <pc:cxnChg chg="mod">
          <ac:chgData name="Soumita Sengupta" userId="4afa6ce1-cb01-46c2-8538-4650222f0c96" providerId="ADAL" clId="{0A78EE60-BBCD-4A76-81BC-E7FB80E1D58E}" dt="2021-08-20T12:55:52.495" v="235"/>
          <ac:cxnSpMkLst>
            <pc:docMk/>
            <pc:sldMk cId="2922319439" sldId="1417"/>
            <ac:cxnSpMk id="13" creationId="{97A4F8A6-8F22-48DF-8048-461733626B55}"/>
          </ac:cxnSpMkLst>
        </pc:cxnChg>
        <pc:cxnChg chg="mod">
          <ac:chgData name="Soumita Sengupta" userId="4afa6ce1-cb01-46c2-8538-4650222f0c96" providerId="ADAL" clId="{0A78EE60-BBCD-4A76-81BC-E7FB80E1D58E}" dt="2021-08-20T12:55:52.495" v="235"/>
          <ac:cxnSpMkLst>
            <pc:docMk/>
            <pc:sldMk cId="2922319439" sldId="1417"/>
            <ac:cxnSpMk id="14" creationId="{6FFA3DB7-064E-47CA-80FB-F724077C898A}"/>
          </ac:cxnSpMkLst>
        </pc:cxnChg>
        <pc:cxnChg chg="mod">
          <ac:chgData name="Soumita Sengupta" userId="4afa6ce1-cb01-46c2-8538-4650222f0c96" providerId="ADAL" clId="{0A78EE60-BBCD-4A76-81BC-E7FB80E1D58E}" dt="2021-08-20T12:55:52.495" v="235"/>
          <ac:cxnSpMkLst>
            <pc:docMk/>
            <pc:sldMk cId="2922319439" sldId="1417"/>
            <ac:cxnSpMk id="15" creationId="{360E224E-FF35-4481-A319-6E396FD645A3}"/>
          </ac:cxnSpMkLst>
        </pc:cxnChg>
        <pc:cxnChg chg="mod">
          <ac:chgData name="Soumita Sengupta" userId="4afa6ce1-cb01-46c2-8538-4650222f0c96" providerId="ADAL" clId="{0A78EE60-BBCD-4A76-81BC-E7FB80E1D58E}" dt="2021-08-20T12:55:52.495" v="235"/>
          <ac:cxnSpMkLst>
            <pc:docMk/>
            <pc:sldMk cId="2922319439" sldId="1417"/>
            <ac:cxnSpMk id="17" creationId="{E5E9C9FC-3874-43B5-A05F-91B45110B00C}"/>
          </ac:cxnSpMkLst>
        </pc:cxnChg>
        <pc:cxnChg chg="mod">
          <ac:chgData name="Soumita Sengupta" userId="4afa6ce1-cb01-46c2-8538-4650222f0c96" providerId="ADAL" clId="{0A78EE60-BBCD-4A76-81BC-E7FB80E1D58E}" dt="2021-08-20T12:55:52.495" v="235"/>
          <ac:cxnSpMkLst>
            <pc:docMk/>
            <pc:sldMk cId="2922319439" sldId="1417"/>
            <ac:cxnSpMk id="18" creationId="{7D8EECF7-E039-4C9E-8BE9-4F208883B728}"/>
          </ac:cxnSpMkLst>
        </pc:cxnChg>
        <pc:cxnChg chg="mod">
          <ac:chgData name="Soumita Sengupta" userId="4afa6ce1-cb01-46c2-8538-4650222f0c96" providerId="ADAL" clId="{0A78EE60-BBCD-4A76-81BC-E7FB80E1D58E}" dt="2021-08-20T12:55:52.495" v="235"/>
          <ac:cxnSpMkLst>
            <pc:docMk/>
            <pc:sldMk cId="2922319439" sldId="1417"/>
            <ac:cxnSpMk id="20" creationId="{79E6BDE1-FDD5-493D-A511-02A9279B43D0}"/>
          </ac:cxnSpMkLst>
        </pc:cxnChg>
        <pc:cxnChg chg="mod">
          <ac:chgData name="Soumita Sengupta" userId="4afa6ce1-cb01-46c2-8538-4650222f0c96" providerId="ADAL" clId="{0A78EE60-BBCD-4A76-81BC-E7FB80E1D58E}" dt="2021-08-20T12:55:52.495" v="235"/>
          <ac:cxnSpMkLst>
            <pc:docMk/>
            <pc:sldMk cId="2922319439" sldId="1417"/>
            <ac:cxnSpMk id="21" creationId="{B1C28120-A82A-456C-B3F2-A20D7081ABF9}"/>
          </ac:cxnSpMkLst>
        </pc:cxnChg>
      </pc:sldChg>
      <pc:sldChg chg="addSp delSp modSp add mod modNotesTx">
        <pc:chgData name="Soumita Sengupta" userId="4afa6ce1-cb01-46c2-8538-4650222f0c96" providerId="ADAL" clId="{0A78EE60-BBCD-4A76-81BC-E7FB80E1D58E}" dt="2021-08-23T08:51:18.164" v="267" actId="255"/>
        <pc:sldMkLst>
          <pc:docMk/>
          <pc:sldMk cId="1424513111" sldId="1418"/>
        </pc:sldMkLst>
        <pc:spChg chg="mod">
          <ac:chgData name="Soumita Sengupta" userId="4afa6ce1-cb01-46c2-8538-4650222f0c96" providerId="ADAL" clId="{0A78EE60-BBCD-4A76-81BC-E7FB80E1D58E}" dt="2021-08-20T12:58:39.514" v="239"/>
          <ac:spMkLst>
            <pc:docMk/>
            <pc:sldMk cId="1424513111" sldId="1418"/>
            <ac:spMk id="5" creationId="{00000000-0000-0000-0000-000000000000}"/>
          </ac:spMkLst>
        </pc:spChg>
        <pc:spChg chg="mod">
          <ac:chgData name="Soumita Sengupta" userId="4afa6ce1-cb01-46c2-8538-4650222f0c96" providerId="ADAL" clId="{0A78EE60-BBCD-4A76-81BC-E7FB80E1D58E}" dt="2021-08-20T12:58:54.867" v="242"/>
          <ac:spMkLst>
            <pc:docMk/>
            <pc:sldMk cId="1424513111" sldId="1418"/>
            <ac:spMk id="29" creationId="{468E4488-E1A3-4EBA-AA5D-B5898AA1DDEF}"/>
          </ac:spMkLst>
        </pc:spChg>
        <pc:spChg chg="mod">
          <ac:chgData name="Soumita Sengupta" userId="4afa6ce1-cb01-46c2-8538-4650222f0c96" providerId="ADAL" clId="{0A78EE60-BBCD-4A76-81BC-E7FB80E1D58E}" dt="2021-08-20T12:58:54.867" v="242"/>
          <ac:spMkLst>
            <pc:docMk/>
            <pc:sldMk cId="1424513111" sldId="1418"/>
            <ac:spMk id="30" creationId="{E1727E8D-A2E8-4BB7-88AB-B83797FBEA07}"/>
          </ac:spMkLst>
        </pc:spChg>
        <pc:spChg chg="mod">
          <ac:chgData name="Soumita Sengupta" userId="4afa6ce1-cb01-46c2-8538-4650222f0c96" providerId="ADAL" clId="{0A78EE60-BBCD-4A76-81BC-E7FB80E1D58E}" dt="2021-08-20T12:58:54.867" v="242"/>
          <ac:spMkLst>
            <pc:docMk/>
            <pc:sldMk cId="1424513111" sldId="1418"/>
            <ac:spMk id="31" creationId="{F5EAE197-5AA3-486C-9D1F-352DE096A7AA}"/>
          </ac:spMkLst>
        </pc:spChg>
        <pc:spChg chg="mod">
          <ac:chgData name="Soumita Sengupta" userId="4afa6ce1-cb01-46c2-8538-4650222f0c96" providerId="ADAL" clId="{0A78EE60-BBCD-4A76-81BC-E7FB80E1D58E}" dt="2021-08-23T08:49:50.557" v="263" actId="20577"/>
          <ac:spMkLst>
            <pc:docMk/>
            <pc:sldMk cId="1424513111" sldId="1418"/>
            <ac:spMk id="36" creationId="{76262FAC-EC94-4F82-AD38-DBE2654024DB}"/>
          </ac:spMkLst>
        </pc:spChg>
        <pc:spChg chg="mod">
          <ac:chgData name="Soumita Sengupta" userId="4afa6ce1-cb01-46c2-8538-4650222f0c96" providerId="ADAL" clId="{0A78EE60-BBCD-4A76-81BC-E7FB80E1D58E}" dt="2021-08-23T08:49:57.145" v="265" actId="20577"/>
          <ac:spMkLst>
            <pc:docMk/>
            <pc:sldMk cId="1424513111" sldId="1418"/>
            <ac:spMk id="38" creationId="{2A2F1C4D-905F-47B5-8779-CEB0273A78CC}"/>
          </ac:spMkLst>
        </pc:spChg>
        <pc:spChg chg="mod">
          <ac:chgData name="Soumita Sengupta" userId="4afa6ce1-cb01-46c2-8538-4650222f0c96" providerId="ADAL" clId="{0A78EE60-BBCD-4A76-81BC-E7FB80E1D58E}" dt="2021-08-20T12:58:54.867" v="242"/>
          <ac:spMkLst>
            <pc:docMk/>
            <pc:sldMk cId="1424513111" sldId="1418"/>
            <ac:spMk id="39" creationId="{F070A4CA-836B-475C-B9ED-F9683A8F142B}"/>
          </ac:spMkLst>
        </pc:spChg>
        <pc:spChg chg="mod">
          <ac:chgData name="Soumita Sengupta" userId="4afa6ce1-cb01-46c2-8538-4650222f0c96" providerId="ADAL" clId="{0A78EE60-BBCD-4A76-81BC-E7FB80E1D58E}" dt="2021-08-23T08:51:13.143" v="266" actId="255"/>
          <ac:spMkLst>
            <pc:docMk/>
            <pc:sldMk cId="1424513111" sldId="1418"/>
            <ac:spMk id="40" creationId="{33C22979-B46F-419E-B162-2BFB056DADC3}"/>
          </ac:spMkLst>
        </pc:spChg>
        <pc:spChg chg="mod">
          <ac:chgData name="Soumita Sengupta" userId="4afa6ce1-cb01-46c2-8538-4650222f0c96" providerId="ADAL" clId="{0A78EE60-BBCD-4A76-81BC-E7FB80E1D58E}" dt="2021-08-20T12:58:54.867" v="242"/>
          <ac:spMkLst>
            <pc:docMk/>
            <pc:sldMk cId="1424513111" sldId="1418"/>
            <ac:spMk id="41" creationId="{29BD56F6-9EBC-4271-B67C-B9571A7E79E7}"/>
          </ac:spMkLst>
        </pc:spChg>
        <pc:spChg chg="mod">
          <ac:chgData name="Soumita Sengupta" userId="4afa6ce1-cb01-46c2-8538-4650222f0c96" providerId="ADAL" clId="{0A78EE60-BBCD-4A76-81BC-E7FB80E1D58E}" dt="2021-08-23T08:51:18.164" v="267" actId="255"/>
          <ac:spMkLst>
            <pc:docMk/>
            <pc:sldMk cId="1424513111" sldId="1418"/>
            <ac:spMk id="42" creationId="{DCEB88B9-3019-414C-A544-E7C72ED00314}"/>
          </ac:spMkLst>
        </pc:spChg>
        <pc:grpChg chg="del">
          <ac:chgData name="Soumita Sengupta" userId="4afa6ce1-cb01-46c2-8538-4650222f0c96" providerId="ADAL" clId="{0A78EE60-BBCD-4A76-81BC-E7FB80E1D58E}" dt="2021-08-20T12:58:53.688" v="241" actId="478"/>
          <ac:grpSpMkLst>
            <pc:docMk/>
            <pc:sldMk cId="1424513111" sldId="1418"/>
            <ac:grpSpMk id="8" creationId="{DF5FC6ED-8892-474B-AEB1-A18539D7CE42}"/>
          </ac:grpSpMkLst>
        </pc:grpChg>
        <pc:grpChg chg="add mod">
          <ac:chgData name="Soumita Sengupta" userId="4afa6ce1-cb01-46c2-8538-4650222f0c96" providerId="ADAL" clId="{0A78EE60-BBCD-4A76-81BC-E7FB80E1D58E}" dt="2021-08-20T12:58:56.790" v="243" actId="1076"/>
          <ac:grpSpMkLst>
            <pc:docMk/>
            <pc:sldMk cId="1424513111" sldId="1418"/>
            <ac:grpSpMk id="28" creationId="{3C4B48F6-C4C0-40E8-8B72-679FDFA5A468}"/>
          </ac:grpSpMkLst>
        </pc:grpChg>
        <pc:cxnChg chg="mod">
          <ac:chgData name="Soumita Sengupta" userId="4afa6ce1-cb01-46c2-8538-4650222f0c96" providerId="ADAL" clId="{0A78EE60-BBCD-4A76-81BC-E7FB80E1D58E}" dt="2021-08-20T12:58:53.688" v="241" actId="478"/>
          <ac:cxnSpMkLst>
            <pc:docMk/>
            <pc:sldMk cId="1424513111" sldId="1418"/>
            <ac:cxnSpMk id="12" creationId="{4022A6BB-DB0B-4E2B-BF12-25F9DAE18B9F}"/>
          </ac:cxnSpMkLst>
        </pc:cxnChg>
        <pc:cxnChg chg="mod">
          <ac:chgData name="Soumita Sengupta" userId="4afa6ce1-cb01-46c2-8538-4650222f0c96" providerId="ADAL" clId="{0A78EE60-BBCD-4A76-81BC-E7FB80E1D58E}" dt="2021-08-20T12:58:54.867" v="242"/>
          <ac:cxnSpMkLst>
            <pc:docMk/>
            <pc:sldMk cId="1424513111" sldId="1418"/>
            <ac:cxnSpMk id="32" creationId="{E261C2A5-5674-40BE-A0AE-A803FADA9E5E}"/>
          </ac:cxnSpMkLst>
        </pc:cxnChg>
        <pc:cxnChg chg="mod">
          <ac:chgData name="Soumita Sengupta" userId="4afa6ce1-cb01-46c2-8538-4650222f0c96" providerId="ADAL" clId="{0A78EE60-BBCD-4A76-81BC-E7FB80E1D58E}" dt="2021-08-20T12:58:54.867" v="242"/>
          <ac:cxnSpMkLst>
            <pc:docMk/>
            <pc:sldMk cId="1424513111" sldId="1418"/>
            <ac:cxnSpMk id="33" creationId="{A0299A7E-F3F5-45EE-B70A-6C3339DBFD80}"/>
          </ac:cxnSpMkLst>
        </pc:cxnChg>
        <pc:cxnChg chg="mod">
          <ac:chgData name="Soumita Sengupta" userId="4afa6ce1-cb01-46c2-8538-4650222f0c96" providerId="ADAL" clId="{0A78EE60-BBCD-4A76-81BC-E7FB80E1D58E}" dt="2021-08-20T12:58:54.867" v="242"/>
          <ac:cxnSpMkLst>
            <pc:docMk/>
            <pc:sldMk cId="1424513111" sldId="1418"/>
            <ac:cxnSpMk id="34" creationId="{63526915-DABD-490B-B192-406DAB55F64F}"/>
          </ac:cxnSpMkLst>
        </pc:cxnChg>
        <pc:cxnChg chg="mod">
          <ac:chgData name="Soumita Sengupta" userId="4afa6ce1-cb01-46c2-8538-4650222f0c96" providerId="ADAL" clId="{0A78EE60-BBCD-4A76-81BC-E7FB80E1D58E}" dt="2021-08-20T12:58:54.867" v="242"/>
          <ac:cxnSpMkLst>
            <pc:docMk/>
            <pc:sldMk cId="1424513111" sldId="1418"/>
            <ac:cxnSpMk id="35" creationId="{956D0CA8-E206-4308-BBC0-995BB0EE3986}"/>
          </ac:cxnSpMkLst>
        </pc:cxnChg>
        <pc:cxnChg chg="mod">
          <ac:chgData name="Soumita Sengupta" userId="4afa6ce1-cb01-46c2-8538-4650222f0c96" providerId="ADAL" clId="{0A78EE60-BBCD-4A76-81BC-E7FB80E1D58E}" dt="2021-08-20T12:58:54.867" v="242"/>
          <ac:cxnSpMkLst>
            <pc:docMk/>
            <pc:sldMk cId="1424513111" sldId="1418"/>
            <ac:cxnSpMk id="37" creationId="{2965C013-4659-4AA3-8BCD-AB851E0A9414}"/>
          </ac:cxnSpMkLst>
        </pc:cxnChg>
      </pc:sldChg>
      <pc:sldChg chg="delSp modSp add del mod">
        <pc:chgData name="Soumita Sengupta" userId="4afa6ce1-cb01-46c2-8538-4650222f0c96" providerId="ADAL" clId="{0A78EE60-BBCD-4A76-81BC-E7FB80E1D58E}" dt="2021-08-23T09:08:45.907" v="380" actId="47"/>
        <pc:sldMkLst>
          <pc:docMk/>
          <pc:sldMk cId="3887220288" sldId="1419"/>
        </pc:sldMkLst>
        <pc:spChg chg="del mod">
          <ac:chgData name="Soumita Sengupta" userId="4afa6ce1-cb01-46c2-8538-4650222f0c96" providerId="ADAL" clId="{0A78EE60-BBCD-4A76-81BC-E7FB80E1D58E}" dt="2021-08-23T09:08:21.502" v="375"/>
          <ac:spMkLst>
            <pc:docMk/>
            <pc:sldMk cId="3887220288" sldId="1419"/>
            <ac:spMk id="7" creationId="{00000000-0000-0000-0000-000000000000}"/>
          </ac:spMkLst>
        </pc:spChg>
        <pc:spChg chg="mod">
          <ac:chgData name="Soumita Sengupta" userId="4afa6ce1-cb01-46c2-8538-4650222f0c96" providerId="ADAL" clId="{0A78EE60-BBCD-4A76-81BC-E7FB80E1D58E}" dt="2021-08-23T09:06:18.886" v="372" actId="20577"/>
          <ac:spMkLst>
            <pc:docMk/>
            <pc:sldMk cId="3887220288" sldId="1419"/>
            <ac:spMk id="12" creationId="{22D153AA-7C04-4067-8571-D3BD8013E971}"/>
          </ac:spMkLst>
        </pc:spChg>
      </pc:sldChg>
      <pc:sldChg chg="modSp add mod">
        <pc:chgData name="Soumita Sengupta" userId="4afa6ce1-cb01-46c2-8538-4650222f0c96" providerId="ADAL" clId="{0A78EE60-BBCD-4A76-81BC-E7FB80E1D58E}" dt="2021-08-23T09:08:42.619" v="379"/>
        <pc:sldMkLst>
          <pc:docMk/>
          <pc:sldMk cId="647596170" sldId="1420"/>
        </pc:sldMkLst>
        <pc:spChg chg="mod">
          <ac:chgData name="Soumita Sengupta" userId="4afa6ce1-cb01-46c2-8538-4650222f0c96" providerId="ADAL" clId="{0A78EE60-BBCD-4A76-81BC-E7FB80E1D58E}" dt="2021-08-23T09:08:42.619" v="379"/>
          <ac:spMkLst>
            <pc:docMk/>
            <pc:sldMk cId="647596170" sldId="1420"/>
            <ac:spMk id="2" creationId="{57983F62-BBB9-431B-A37F-BDA0DC7153F6}"/>
          </ac:spMkLst>
        </pc:spChg>
      </pc:sldChg>
      <pc:sldChg chg="addSp delSp modSp add mod modClrScheme chgLayout">
        <pc:chgData name="Soumita Sengupta" userId="4afa6ce1-cb01-46c2-8538-4650222f0c96" providerId="ADAL" clId="{0A78EE60-BBCD-4A76-81BC-E7FB80E1D58E}" dt="2021-08-23T11:52:58.964" v="1016" actId="1076"/>
        <pc:sldMkLst>
          <pc:docMk/>
          <pc:sldMk cId="3641482099" sldId="1421"/>
        </pc:sldMkLst>
        <pc:spChg chg="mod ord">
          <ac:chgData name="Soumita Sengupta" userId="4afa6ce1-cb01-46c2-8538-4650222f0c96" providerId="ADAL" clId="{0A78EE60-BBCD-4A76-81BC-E7FB80E1D58E}" dt="2021-08-23T11:52:31.189" v="1009" actId="700"/>
          <ac:spMkLst>
            <pc:docMk/>
            <pc:sldMk cId="3641482099" sldId="1421"/>
            <ac:spMk id="4" creationId="{00000000-0000-0000-0000-000000000000}"/>
          </ac:spMkLst>
        </pc:spChg>
        <pc:spChg chg="add del mod ord">
          <ac:chgData name="Soumita Sengupta" userId="4afa6ce1-cb01-46c2-8538-4650222f0c96" providerId="ADAL" clId="{0A78EE60-BBCD-4A76-81BC-E7FB80E1D58E}" dt="2021-08-23T11:52:49.608" v="1013" actId="478"/>
          <ac:spMkLst>
            <pc:docMk/>
            <pc:sldMk cId="3641482099" sldId="1421"/>
            <ac:spMk id="5" creationId="{FDEB54AE-F75C-4B67-8B03-D68ACB000849}"/>
          </ac:spMkLst>
        </pc:spChg>
        <pc:spChg chg="add del mod ord">
          <ac:chgData name="Soumita Sengupta" userId="4afa6ce1-cb01-46c2-8538-4650222f0c96" providerId="ADAL" clId="{0A78EE60-BBCD-4A76-81BC-E7FB80E1D58E}" dt="2021-08-23T11:52:35.450" v="1010" actId="478"/>
          <ac:spMkLst>
            <pc:docMk/>
            <pc:sldMk cId="3641482099" sldId="1421"/>
            <ac:spMk id="6" creationId="{C399AC79-3D51-4771-AE12-D165ECD32967}"/>
          </ac:spMkLst>
        </pc:spChg>
        <pc:spChg chg="del mod">
          <ac:chgData name="Soumita Sengupta" userId="4afa6ce1-cb01-46c2-8538-4650222f0c96" providerId="ADAL" clId="{0A78EE60-BBCD-4A76-81BC-E7FB80E1D58E}" dt="2021-08-23T09:09:29.538" v="387"/>
          <ac:spMkLst>
            <pc:docMk/>
            <pc:sldMk cId="3641482099" sldId="1421"/>
            <ac:spMk id="7" creationId="{00000000-0000-0000-0000-000000000000}"/>
          </ac:spMkLst>
        </pc:spChg>
        <pc:spChg chg="del">
          <ac:chgData name="Soumita Sengupta" userId="4afa6ce1-cb01-46c2-8538-4650222f0c96" providerId="ADAL" clId="{0A78EE60-BBCD-4A76-81BC-E7FB80E1D58E}" dt="2021-08-23T11:52:46.233" v="1012" actId="478"/>
          <ac:spMkLst>
            <pc:docMk/>
            <pc:sldMk cId="3641482099" sldId="1421"/>
            <ac:spMk id="8" creationId="{00000000-0000-0000-0000-000000000000}"/>
          </ac:spMkLst>
        </pc:spChg>
        <pc:spChg chg="mod ord">
          <ac:chgData name="Soumita Sengupta" userId="4afa6ce1-cb01-46c2-8538-4650222f0c96" providerId="ADAL" clId="{0A78EE60-BBCD-4A76-81BC-E7FB80E1D58E}" dt="2021-08-23T11:52:31.189" v="1009" actId="700"/>
          <ac:spMkLst>
            <pc:docMk/>
            <pc:sldMk cId="3641482099" sldId="1421"/>
            <ac:spMk id="9" creationId="{00000000-0000-0000-0000-000000000000}"/>
          </ac:spMkLst>
        </pc:spChg>
        <pc:spChg chg="add del">
          <ac:chgData name="Soumita Sengupta" userId="4afa6ce1-cb01-46c2-8538-4650222f0c96" providerId="ADAL" clId="{0A78EE60-BBCD-4A76-81BC-E7FB80E1D58E}" dt="2021-08-23T09:09:39.484" v="389" actId="22"/>
          <ac:spMkLst>
            <pc:docMk/>
            <pc:sldMk cId="3641482099" sldId="1421"/>
            <ac:spMk id="10" creationId="{FE397D5A-3935-4E48-BB78-90A802EF96A6}"/>
          </ac:spMkLst>
        </pc:spChg>
        <pc:spChg chg="add mod">
          <ac:chgData name="Soumita Sengupta" userId="4afa6ce1-cb01-46c2-8538-4650222f0c96" providerId="ADAL" clId="{0A78EE60-BBCD-4A76-81BC-E7FB80E1D58E}" dt="2021-08-23T11:52:58.964" v="1016" actId="1076"/>
          <ac:spMkLst>
            <pc:docMk/>
            <pc:sldMk cId="3641482099" sldId="1421"/>
            <ac:spMk id="11" creationId="{72DFE88F-9300-4DED-B7C5-6DC75B8FEE13}"/>
          </ac:spMkLst>
        </pc:spChg>
        <pc:spChg chg="mod">
          <ac:chgData name="Soumita Sengupta" userId="4afa6ce1-cb01-46c2-8538-4650222f0c96" providerId="ADAL" clId="{0A78EE60-BBCD-4A76-81BC-E7FB80E1D58E}" dt="2021-08-23T11:52:56.027" v="1015" actId="1076"/>
          <ac:spMkLst>
            <pc:docMk/>
            <pc:sldMk cId="3641482099" sldId="1421"/>
            <ac:spMk id="12" creationId="{22D153AA-7C04-4067-8571-D3BD8013E971}"/>
          </ac:spMkLst>
        </pc:spChg>
      </pc:sldChg>
      <pc:sldChg chg="addSp delSp modSp add mod modClrScheme chgLayout">
        <pc:chgData name="Soumita Sengupta" userId="4afa6ce1-cb01-46c2-8538-4650222f0c96" providerId="ADAL" clId="{0A78EE60-BBCD-4A76-81BC-E7FB80E1D58E}" dt="2021-08-23T11:53:17.898" v="1020" actId="478"/>
        <pc:sldMkLst>
          <pc:docMk/>
          <pc:sldMk cId="3474625581" sldId="1422"/>
        </pc:sldMkLst>
        <pc:spChg chg="mod ord">
          <ac:chgData name="Soumita Sengupta" userId="4afa6ce1-cb01-46c2-8538-4650222f0c96" providerId="ADAL" clId="{0A78EE60-BBCD-4A76-81BC-E7FB80E1D58E}" dt="2021-08-23T11:53:09.733" v="1017" actId="700"/>
          <ac:spMkLst>
            <pc:docMk/>
            <pc:sldMk cId="3474625581" sldId="1422"/>
            <ac:spMk id="4" creationId="{00000000-0000-0000-0000-000000000000}"/>
          </ac:spMkLst>
        </pc:spChg>
        <pc:spChg chg="add del mod ord">
          <ac:chgData name="Soumita Sengupta" userId="4afa6ce1-cb01-46c2-8538-4650222f0c96" providerId="ADAL" clId="{0A78EE60-BBCD-4A76-81BC-E7FB80E1D58E}" dt="2021-08-23T11:53:17.898" v="1020" actId="478"/>
          <ac:spMkLst>
            <pc:docMk/>
            <pc:sldMk cId="3474625581" sldId="1422"/>
            <ac:spMk id="5" creationId="{F04A1AB5-FD95-4EEF-BF3C-B7473878E02F}"/>
          </ac:spMkLst>
        </pc:spChg>
        <pc:spChg chg="add del mod ord">
          <ac:chgData name="Soumita Sengupta" userId="4afa6ce1-cb01-46c2-8538-4650222f0c96" providerId="ADAL" clId="{0A78EE60-BBCD-4A76-81BC-E7FB80E1D58E}" dt="2021-08-23T11:53:13.614" v="1018" actId="478"/>
          <ac:spMkLst>
            <pc:docMk/>
            <pc:sldMk cId="3474625581" sldId="1422"/>
            <ac:spMk id="6" creationId="{2EE7E668-D09D-4AE9-9F7E-C9A2C8365D2F}"/>
          </ac:spMkLst>
        </pc:spChg>
        <pc:spChg chg="mod ord">
          <ac:chgData name="Soumita Sengupta" userId="4afa6ce1-cb01-46c2-8538-4650222f0c96" providerId="ADAL" clId="{0A78EE60-BBCD-4A76-81BC-E7FB80E1D58E}" dt="2021-08-23T11:53:09.733" v="1017" actId="700"/>
          <ac:spMkLst>
            <pc:docMk/>
            <pc:sldMk cId="3474625581" sldId="1422"/>
            <ac:spMk id="9" creationId="{00000000-0000-0000-0000-000000000000}"/>
          </ac:spMkLst>
        </pc:spChg>
        <pc:spChg chg="add del">
          <ac:chgData name="Soumita Sengupta" userId="4afa6ce1-cb01-46c2-8538-4650222f0c96" providerId="ADAL" clId="{0A78EE60-BBCD-4A76-81BC-E7FB80E1D58E}" dt="2021-08-23T09:55:41.036" v="423" actId="22"/>
          <ac:spMkLst>
            <pc:docMk/>
            <pc:sldMk cId="3474625581" sldId="1422"/>
            <ac:spMk id="10" creationId="{D988C8D0-71F3-4E89-ABEC-B842388EA216}"/>
          </ac:spMkLst>
        </pc:spChg>
        <pc:spChg chg="del mod">
          <ac:chgData name="Soumita Sengupta" userId="4afa6ce1-cb01-46c2-8538-4650222f0c96" providerId="ADAL" clId="{0A78EE60-BBCD-4A76-81BC-E7FB80E1D58E}" dt="2021-08-23T09:55:19.162" v="419"/>
          <ac:spMkLst>
            <pc:docMk/>
            <pc:sldMk cId="3474625581" sldId="1422"/>
            <ac:spMk id="11" creationId="{72DFE88F-9300-4DED-B7C5-6DC75B8FEE13}"/>
          </ac:spMkLst>
        </pc:spChg>
        <pc:spChg chg="add mod">
          <ac:chgData name="Soumita Sengupta" userId="4afa6ce1-cb01-46c2-8538-4650222f0c96" providerId="ADAL" clId="{0A78EE60-BBCD-4A76-81BC-E7FB80E1D58E}" dt="2021-08-23T09:55:51.625" v="428" actId="1076"/>
          <ac:spMkLst>
            <pc:docMk/>
            <pc:sldMk cId="3474625581" sldId="1422"/>
            <ac:spMk id="13" creationId="{8AACE167-0640-4E6C-933F-E5095A52BDDA}"/>
          </ac:spMkLst>
        </pc:spChg>
        <pc:picChg chg="add mod">
          <ac:chgData name="Soumita Sengupta" userId="4afa6ce1-cb01-46c2-8538-4650222f0c96" providerId="ADAL" clId="{0A78EE60-BBCD-4A76-81BC-E7FB80E1D58E}" dt="2021-08-23T09:56:07.287" v="431" actId="1076"/>
          <ac:picMkLst>
            <pc:docMk/>
            <pc:sldMk cId="3474625581" sldId="1422"/>
            <ac:picMk id="7" creationId="{10E488C1-6605-4F10-9035-A2DEDBFE3F45}"/>
          </ac:picMkLst>
        </pc:picChg>
      </pc:sldChg>
      <pc:sldChg chg="modSp add mod">
        <pc:chgData name="Soumita Sengupta" userId="4afa6ce1-cb01-46c2-8538-4650222f0c96" providerId="ADAL" clId="{0A78EE60-BBCD-4A76-81BC-E7FB80E1D58E}" dt="2021-08-23T09:57:06.020" v="439" actId="1076"/>
        <pc:sldMkLst>
          <pc:docMk/>
          <pc:sldMk cId="1290964860" sldId="1423"/>
        </pc:sldMkLst>
        <pc:spChg chg="mod">
          <ac:chgData name="Soumita Sengupta" userId="4afa6ce1-cb01-46c2-8538-4650222f0c96" providerId="ADAL" clId="{0A78EE60-BBCD-4A76-81BC-E7FB80E1D58E}" dt="2021-08-23T09:57:06.020" v="439" actId="1076"/>
          <ac:spMkLst>
            <pc:docMk/>
            <pc:sldMk cId="1290964860" sldId="1423"/>
            <ac:spMk id="2" creationId="{57983F62-BBB9-431B-A37F-BDA0DC7153F6}"/>
          </ac:spMkLst>
        </pc:spChg>
      </pc:sldChg>
      <pc:sldChg chg="addSp delSp modSp add mod modClrScheme chgLayout">
        <pc:chgData name="Soumita Sengupta" userId="4afa6ce1-cb01-46c2-8538-4650222f0c96" providerId="ADAL" clId="{0A78EE60-BBCD-4A76-81BC-E7FB80E1D58E}" dt="2021-08-23T11:53:52.736" v="1031" actId="1076"/>
        <pc:sldMkLst>
          <pc:docMk/>
          <pc:sldMk cId="160926858" sldId="1424"/>
        </pc:sldMkLst>
        <pc:spChg chg="add del mod ord">
          <ac:chgData name="Soumita Sengupta" userId="4afa6ce1-cb01-46c2-8538-4650222f0c96" providerId="ADAL" clId="{0A78EE60-BBCD-4A76-81BC-E7FB80E1D58E}" dt="2021-08-23T11:53:33.726" v="1024" actId="478"/>
          <ac:spMkLst>
            <pc:docMk/>
            <pc:sldMk cId="160926858" sldId="1424"/>
            <ac:spMk id="2" creationId="{B8DC2D32-DEBA-4D1B-8243-2B5DB1FEBFBB}"/>
          </ac:spMkLst>
        </pc:spChg>
        <pc:spChg chg="add del mod ord">
          <ac:chgData name="Soumita Sengupta" userId="4afa6ce1-cb01-46c2-8538-4650222f0c96" providerId="ADAL" clId="{0A78EE60-BBCD-4A76-81BC-E7FB80E1D58E}" dt="2021-08-23T11:53:39.377" v="1025" actId="478"/>
          <ac:spMkLst>
            <pc:docMk/>
            <pc:sldMk cId="160926858" sldId="1424"/>
            <ac:spMk id="3" creationId="{BDE0462B-4718-4622-BCB5-3E165D4934DF}"/>
          </ac:spMkLst>
        </pc:spChg>
        <pc:spChg chg="mod ord">
          <ac:chgData name="Soumita Sengupta" userId="4afa6ce1-cb01-46c2-8538-4650222f0c96" providerId="ADAL" clId="{0A78EE60-BBCD-4A76-81BC-E7FB80E1D58E}" dt="2021-08-23T11:53:26.034" v="1021" actId="700"/>
          <ac:spMkLst>
            <pc:docMk/>
            <pc:sldMk cId="160926858" sldId="1424"/>
            <ac:spMk id="4" creationId="{00000000-0000-0000-0000-000000000000}"/>
          </ac:spMkLst>
        </pc:spChg>
        <pc:spChg chg="mod ord">
          <ac:chgData name="Soumita Sengupta" userId="4afa6ce1-cb01-46c2-8538-4650222f0c96" providerId="ADAL" clId="{0A78EE60-BBCD-4A76-81BC-E7FB80E1D58E}" dt="2021-08-23T11:53:26.034" v="1021" actId="700"/>
          <ac:spMkLst>
            <pc:docMk/>
            <pc:sldMk cId="160926858" sldId="1424"/>
            <ac:spMk id="9" creationId="{00000000-0000-0000-0000-000000000000}"/>
          </ac:spMkLst>
        </pc:spChg>
        <pc:spChg chg="mod">
          <ac:chgData name="Soumita Sengupta" userId="4afa6ce1-cb01-46c2-8538-4650222f0c96" providerId="ADAL" clId="{0A78EE60-BBCD-4A76-81BC-E7FB80E1D58E}" dt="2021-08-23T11:53:43.141" v="1026" actId="1076"/>
          <ac:spMkLst>
            <pc:docMk/>
            <pc:sldMk cId="160926858" sldId="1424"/>
            <ac:spMk id="11" creationId="{72DFE88F-9300-4DED-B7C5-6DC75B8FEE13}"/>
          </ac:spMkLst>
        </pc:spChg>
        <pc:spChg chg="add del mod">
          <ac:chgData name="Soumita Sengupta" userId="4afa6ce1-cb01-46c2-8538-4650222f0c96" providerId="ADAL" clId="{0A78EE60-BBCD-4A76-81BC-E7FB80E1D58E}" dt="2021-08-23T11:53:30.514" v="1023" actId="478"/>
          <ac:spMkLst>
            <pc:docMk/>
            <pc:sldMk cId="160926858" sldId="1424"/>
            <ac:spMk id="12" creationId="{22D153AA-7C04-4067-8571-D3BD8013E971}"/>
          </ac:spMkLst>
        </pc:spChg>
        <pc:picChg chg="add mod">
          <ac:chgData name="Soumita Sengupta" userId="4afa6ce1-cb01-46c2-8538-4650222f0c96" providerId="ADAL" clId="{0A78EE60-BBCD-4A76-81BC-E7FB80E1D58E}" dt="2021-08-23T11:53:52.736" v="1031" actId="1076"/>
          <ac:picMkLst>
            <pc:docMk/>
            <pc:sldMk cId="160926858" sldId="1424"/>
            <ac:picMk id="7" creationId="{A23C111A-4101-439A-ABE1-5A83264C65D6}"/>
          </ac:picMkLst>
        </pc:picChg>
      </pc:sldChg>
      <pc:sldChg chg="add del">
        <pc:chgData name="Soumita Sengupta" userId="4afa6ce1-cb01-46c2-8538-4650222f0c96" providerId="ADAL" clId="{0A78EE60-BBCD-4A76-81BC-E7FB80E1D58E}" dt="2021-08-23T09:56:34.388" v="434" actId="47"/>
        <pc:sldMkLst>
          <pc:docMk/>
          <pc:sldMk cId="282403262" sldId="1424"/>
        </pc:sldMkLst>
      </pc:sldChg>
      <pc:sldChg chg="addSp delSp modSp add mod modClrScheme chgLayout">
        <pc:chgData name="Soumita Sengupta" userId="4afa6ce1-cb01-46c2-8538-4650222f0c96" providerId="ADAL" clId="{0A78EE60-BBCD-4A76-81BC-E7FB80E1D58E}" dt="2021-08-23T11:54:44.707" v="1046" actId="1076"/>
        <pc:sldMkLst>
          <pc:docMk/>
          <pc:sldMk cId="3344684391" sldId="1425"/>
        </pc:sldMkLst>
        <pc:spChg chg="add del mod ord">
          <ac:chgData name="Soumita Sengupta" userId="4afa6ce1-cb01-46c2-8538-4650222f0c96" providerId="ADAL" clId="{0A78EE60-BBCD-4A76-81BC-E7FB80E1D58E}" dt="2021-08-23T11:54:13.271" v="1033" actId="478"/>
          <ac:spMkLst>
            <pc:docMk/>
            <pc:sldMk cId="3344684391" sldId="1425"/>
            <ac:spMk id="2" creationId="{FC5A867E-66F2-4147-8D0A-43783156A757}"/>
          </ac:spMkLst>
        </pc:spChg>
        <pc:spChg chg="add del mod ord">
          <ac:chgData name="Soumita Sengupta" userId="4afa6ce1-cb01-46c2-8538-4650222f0c96" providerId="ADAL" clId="{0A78EE60-BBCD-4A76-81BC-E7FB80E1D58E}" dt="2021-08-23T11:54:02.513" v="1032" actId="478"/>
          <ac:spMkLst>
            <pc:docMk/>
            <pc:sldMk cId="3344684391" sldId="1425"/>
            <ac:spMk id="3" creationId="{899B94CD-77D0-4DE0-A4E5-33D05D5CEAAD}"/>
          </ac:spMkLst>
        </pc:spChg>
        <pc:spChg chg="mod ord">
          <ac:chgData name="Soumita Sengupta" userId="4afa6ce1-cb01-46c2-8538-4650222f0c96" providerId="ADAL" clId="{0A78EE60-BBCD-4A76-81BC-E7FB80E1D58E}" dt="2021-08-23T11:53:26.034" v="1021" actId="700"/>
          <ac:spMkLst>
            <pc:docMk/>
            <pc:sldMk cId="3344684391" sldId="1425"/>
            <ac:spMk id="4" creationId="{00000000-0000-0000-0000-000000000000}"/>
          </ac:spMkLst>
        </pc:spChg>
        <pc:spChg chg="mod ord">
          <ac:chgData name="Soumita Sengupta" userId="4afa6ce1-cb01-46c2-8538-4650222f0c96" providerId="ADAL" clId="{0A78EE60-BBCD-4A76-81BC-E7FB80E1D58E}" dt="2021-08-23T11:53:26.034" v="1021" actId="700"/>
          <ac:spMkLst>
            <pc:docMk/>
            <pc:sldMk cId="3344684391" sldId="1425"/>
            <ac:spMk id="9" creationId="{00000000-0000-0000-0000-000000000000}"/>
          </ac:spMkLst>
        </pc:spChg>
        <pc:spChg chg="mod">
          <ac:chgData name="Soumita Sengupta" userId="4afa6ce1-cb01-46c2-8538-4650222f0c96" providerId="ADAL" clId="{0A78EE60-BBCD-4A76-81BC-E7FB80E1D58E}" dt="2021-08-23T11:54:17.503" v="1034" actId="1076"/>
          <ac:spMkLst>
            <pc:docMk/>
            <pc:sldMk cId="3344684391" sldId="1425"/>
            <ac:spMk id="11" creationId="{72DFE88F-9300-4DED-B7C5-6DC75B8FEE13}"/>
          </ac:spMkLst>
        </pc:spChg>
        <pc:spChg chg="mod">
          <ac:chgData name="Soumita Sengupta" userId="4afa6ce1-cb01-46c2-8538-4650222f0c96" providerId="ADAL" clId="{0A78EE60-BBCD-4A76-81BC-E7FB80E1D58E}" dt="2021-08-23T10:08:16.061" v="465"/>
          <ac:spMkLst>
            <pc:docMk/>
            <pc:sldMk cId="3344684391" sldId="1425"/>
            <ac:spMk id="12" creationId="{22D153AA-7C04-4067-8571-D3BD8013E971}"/>
          </ac:spMkLst>
        </pc:spChg>
        <pc:picChg chg="del">
          <ac:chgData name="Soumita Sengupta" userId="4afa6ce1-cb01-46c2-8538-4650222f0c96" providerId="ADAL" clId="{0A78EE60-BBCD-4A76-81BC-E7FB80E1D58E}" dt="2021-08-23T10:08:21.213" v="466" actId="478"/>
          <ac:picMkLst>
            <pc:docMk/>
            <pc:sldMk cId="3344684391" sldId="1425"/>
            <ac:picMk id="7" creationId="{A23C111A-4101-439A-ABE1-5A83264C65D6}"/>
          </ac:picMkLst>
        </pc:picChg>
        <pc:picChg chg="add mod">
          <ac:chgData name="Soumita Sengupta" userId="4afa6ce1-cb01-46c2-8538-4650222f0c96" providerId="ADAL" clId="{0A78EE60-BBCD-4A76-81BC-E7FB80E1D58E}" dt="2021-08-23T11:54:42.680" v="1045" actId="1076"/>
          <ac:picMkLst>
            <pc:docMk/>
            <pc:sldMk cId="3344684391" sldId="1425"/>
            <ac:picMk id="10" creationId="{9AFC5167-B4A1-420A-B33C-A8EFA45875E8}"/>
          </ac:picMkLst>
        </pc:picChg>
        <pc:picChg chg="add mod">
          <ac:chgData name="Soumita Sengupta" userId="4afa6ce1-cb01-46c2-8538-4650222f0c96" providerId="ADAL" clId="{0A78EE60-BBCD-4A76-81BC-E7FB80E1D58E}" dt="2021-08-23T11:54:44.707" v="1046" actId="1076"/>
          <ac:picMkLst>
            <pc:docMk/>
            <pc:sldMk cId="3344684391" sldId="1425"/>
            <ac:picMk id="13" creationId="{64E05E30-9487-4497-8FFD-99DF5C12457B}"/>
          </ac:picMkLst>
        </pc:picChg>
        <pc:picChg chg="add mod">
          <ac:chgData name="Soumita Sengupta" userId="4afa6ce1-cb01-46c2-8538-4650222f0c96" providerId="ADAL" clId="{0A78EE60-BBCD-4A76-81BC-E7FB80E1D58E}" dt="2021-08-23T11:54:40.408" v="1044" actId="1076"/>
          <ac:picMkLst>
            <pc:docMk/>
            <pc:sldMk cId="3344684391" sldId="1425"/>
            <ac:picMk id="14" creationId="{BBACCA3A-51A9-4082-958A-7DA7AA429684}"/>
          </ac:picMkLst>
        </pc:picChg>
      </pc:sldChg>
      <pc:sldChg chg="modSp add mod">
        <pc:chgData name="Soumita Sengupta" userId="4afa6ce1-cb01-46c2-8538-4650222f0c96" providerId="ADAL" clId="{0A78EE60-BBCD-4A76-81BC-E7FB80E1D58E}" dt="2021-08-23T10:10:19.744" v="514" actId="20577"/>
        <pc:sldMkLst>
          <pc:docMk/>
          <pc:sldMk cId="2759214351" sldId="1426"/>
        </pc:sldMkLst>
        <pc:spChg chg="mod">
          <ac:chgData name="Soumita Sengupta" userId="4afa6ce1-cb01-46c2-8538-4650222f0c96" providerId="ADAL" clId="{0A78EE60-BBCD-4A76-81BC-E7FB80E1D58E}" dt="2021-08-23T10:10:19.744" v="514" actId="20577"/>
          <ac:spMkLst>
            <pc:docMk/>
            <pc:sldMk cId="2759214351" sldId="1426"/>
            <ac:spMk id="2" creationId="{57983F62-BBB9-431B-A37F-BDA0DC7153F6}"/>
          </ac:spMkLst>
        </pc:spChg>
      </pc:sldChg>
      <pc:sldChg chg="addSp delSp modSp add mod modClrScheme chgLayout">
        <pc:chgData name="Soumita Sengupta" userId="4afa6ce1-cb01-46c2-8538-4650222f0c96" providerId="ADAL" clId="{0A78EE60-BBCD-4A76-81BC-E7FB80E1D58E}" dt="2021-08-23T11:55:06.140" v="1049" actId="478"/>
        <pc:sldMkLst>
          <pc:docMk/>
          <pc:sldMk cId="2419167630" sldId="1427"/>
        </pc:sldMkLst>
        <pc:spChg chg="add del mod ord">
          <ac:chgData name="Soumita Sengupta" userId="4afa6ce1-cb01-46c2-8538-4650222f0c96" providerId="ADAL" clId="{0A78EE60-BBCD-4A76-81BC-E7FB80E1D58E}" dt="2021-08-23T11:55:06.140" v="1049" actId="478"/>
          <ac:spMkLst>
            <pc:docMk/>
            <pc:sldMk cId="2419167630" sldId="1427"/>
            <ac:spMk id="2" creationId="{E6B9F8D8-0E14-4E2E-B350-2D6B84CC9ECF}"/>
          </ac:spMkLst>
        </pc:spChg>
        <pc:spChg chg="add del mod ord">
          <ac:chgData name="Soumita Sengupta" userId="4afa6ce1-cb01-46c2-8538-4650222f0c96" providerId="ADAL" clId="{0A78EE60-BBCD-4A76-81BC-E7FB80E1D58E}" dt="2021-08-23T11:55:03.575" v="1048" actId="478"/>
          <ac:spMkLst>
            <pc:docMk/>
            <pc:sldMk cId="2419167630" sldId="1427"/>
            <ac:spMk id="3" creationId="{0394B356-194A-4FA9-AF4A-45F6E8D21CAE}"/>
          </ac:spMkLst>
        </pc:spChg>
        <pc:spChg chg="mod ord">
          <ac:chgData name="Soumita Sengupta" userId="4afa6ce1-cb01-46c2-8538-4650222f0c96" providerId="ADAL" clId="{0A78EE60-BBCD-4A76-81BC-E7FB80E1D58E}" dt="2021-08-23T11:54:59.287" v="1047" actId="700"/>
          <ac:spMkLst>
            <pc:docMk/>
            <pc:sldMk cId="2419167630" sldId="1427"/>
            <ac:spMk id="4" creationId="{00000000-0000-0000-0000-000000000000}"/>
          </ac:spMkLst>
        </pc:spChg>
        <pc:spChg chg="mod ord">
          <ac:chgData name="Soumita Sengupta" userId="4afa6ce1-cb01-46c2-8538-4650222f0c96" providerId="ADAL" clId="{0A78EE60-BBCD-4A76-81BC-E7FB80E1D58E}" dt="2021-08-23T11:54:59.287" v="1047" actId="700"/>
          <ac:spMkLst>
            <pc:docMk/>
            <pc:sldMk cId="2419167630" sldId="1427"/>
            <ac:spMk id="9" creationId="{00000000-0000-0000-0000-000000000000}"/>
          </ac:spMkLst>
        </pc:spChg>
        <pc:spChg chg="mod">
          <ac:chgData name="Soumita Sengupta" userId="4afa6ce1-cb01-46c2-8538-4650222f0c96" providerId="ADAL" clId="{0A78EE60-BBCD-4A76-81BC-E7FB80E1D58E}" dt="2021-08-23T10:12:05.747" v="541" actId="5793"/>
          <ac:spMkLst>
            <pc:docMk/>
            <pc:sldMk cId="2419167630" sldId="1427"/>
            <ac:spMk id="11" creationId="{72DFE88F-9300-4DED-B7C5-6DC75B8FEE13}"/>
          </ac:spMkLst>
        </pc:spChg>
        <pc:spChg chg="mod">
          <ac:chgData name="Soumita Sengupta" userId="4afa6ce1-cb01-46c2-8538-4650222f0c96" providerId="ADAL" clId="{0A78EE60-BBCD-4A76-81BC-E7FB80E1D58E}" dt="2021-08-23T10:11:11.486" v="519" actId="14100"/>
          <ac:spMkLst>
            <pc:docMk/>
            <pc:sldMk cId="2419167630" sldId="1427"/>
            <ac:spMk id="12" creationId="{22D153AA-7C04-4067-8571-D3BD8013E971}"/>
          </ac:spMkLst>
        </pc:spChg>
        <pc:picChg chg="del">
          <ac:chgData name="Soumita Sengupta" userId="4afa6ce1-cb01-46c2-8538-4650222f0c96" providerId="ADAL" clId="{0A78EE60-BBCD-4A76-81BC-E7FB80E1D58E}" dt="2021-08-23T10:11:19.523" v="521" actId="478"/>
          <ac:picMkLst>
            <pc:docMk/>
            <pc:sldMk cId="2419167630" sldId="1427"/>
            <ac:picMk id="10" creationId="{9AFC5167-B4A1-420A-B33C-A8EFA45875E8}"/>
          </ac:picMkLst>
        </pc:picChg>
        <pc:picChg chg="del">
          <ac:chgData name="Soumita Sengupta" userId="4afa6ce1-cb01-46c2-8538-4650222f0c96" providerId="ADAL" clId="{0A78EE60-BBCD-4A76-81BC-E7FB80E1D58E}" dt="2021-08-23T10:11:17.563" v="520" actId="478"/>
          <ac:picMkLst>
            <pc:docMk/>
            <pc:sldMk cId="2419167630" sldId="1427"/>
            <ac:picMk id="13" creationId="{64E05E30-9487-4497-8FFD-99DF5C12457B}"/>
          </ac:picMkLst>
        </pc:picChg>
        <pc:picChg chg="del">
          <ac:chgData name="Soumita Sengupta" userId="4afa6ce1-cb01-46c2-8538-4650222f0c96" providerId="ADAL" clId="{0A78EE60-BBCD-4A76-81BC-E7FB80E1D58E}" dt="2021-08-23T10:11:20.460" v="522" actId="478"/>
          <ac:picMkLst>
            <pc:docMk/>
            <pc:sldMk cId="2419167630" sldId="1427"/>
            <ac:picMk id="14" creationId="{BBACCA3A-51A9-4082-958A-7DA7AA429684}"/>
          </ac:picMkLst>
        </pc:picChg>
      </pc:sldChg>
      <pc:sldChg chg="addSp delSp modSp add mod modClrScheme chgLayout">
        <pc:chgData name="Soumita Sengupta" userId="4afa6ce1-cb01-46c2-8538-4650222f0c96" providerId="ADAL" clId="{0A78EE60-BBCD-4A76-81BC-E7FB80E1D58E}" dt="2021-08-23T11:55:26.842" v="1052" actId="478"/>
        <pc:sldMkLst>
          <pc:docMk/>
          <pc:sldMk cId="2239575331" sldId="1428"/>
        </pc:sldMkLst>
        <pc:spChg chg="mod ord">
          <ac:chgData name="Soumita Sengupta" userId="4afa6ce1-cb01-46c2-8538-4650222f0c96" providerId="ADAL" clId="{0A78EE60-BBCD-4A76-81BC-E7FB80E1D58E}" dt="2021-08-23T11:55:18.898" v="1050" actId="700"/>
          <ac:spMkLst>
            <pc:docMk/>
            <pc:sldMk cId="2239575331" sldId="1428"/>
            <ac:spMk id="4" creationId="{00000000-0000-0000-0000-000000000000}"/>
          </ac:spMkLst>
        </pc:spChg>
        <pc:spChg chg="add del mod ord">
          <ac:chgData name="Soumita Sengupta" userId="4afa6ce1-cb01-46c2-8538-4650222f0c96" providerId="ADAL" clId="{0A78EE60-BBCD-4A76-81BC-E7FB80E1D58E}" dt="2021-08-23T11:55:26.842" v="1052" actId="478"/>
          <ac:spMkLst>
            <pc:docMk/>
            <pc:sldMk cId="2239575331" sldId="1428"/>
            <ac:spMk id="5" creationId="{0027D141-6E0A-4D08-9E3E-88A9F3FAB47A}"/>
          </ac:spMkLst>
        </pc:spChg>
        <pc:spChg chg="add del mod ord">
          <ac:chgData name="Soumita Sengupta" userId="4afa6ce1-cb01-46c2-8538-4650222f0c96" providerId="ADAL" clId="{0A78EE60-BBCD-4A76-81BC-E7FB80E1D58E}" dt="2021-08-23T11:55:21.685" v="1051" actId="478"/>
          <ac:spMkLst>
            <pc:docMk/>
            <pc:sldMk cId="2239575331" sldId="1428"/>
            <ac:spMk id="6" creationId="{2ADC3AE3-B776-4E6A-8D69-A3657126BEA6}"/>
          </ac:spMkLst>
        </pc:spChg>
        <pc:spChg chg="mod ord">
          <ac:chgData name="Soumita Sengupta" userId="4afa6ce1-cb01-46c2-8538-4650222f0c96" providerId="ADAL" clId="{0A78EE60-BBCD-4A76-81BC-E7FB80E1D58E}" dt="2021-08-23T11:55:18.898" v="1050" actId="700"/>
          <ac:spMkLst>
            <pc:docMk/>
            <pc:sldMk cId="2239575331" sldId="1428"/>
            <ac:spMk id="9" creationId="{00000000-0000-0000-0000-000000000000}"/>
          </ac:spMkLst>
        </pc:spChg>
        <pc:spChg chg="add del">
          <ac:chgData name="Soumita Sengupta" userId="4afa6ce1-cb01-46c2-8538-4650222f0c96" providerId="ADAL" clId="{0A78EE60-BBCD-4A76-81BC-E7FB80E1D58E}" dt="2021-08-23T10:12:38.068" v="547" actId="22"/>
          <ac:spMkLst>
            <pc:docMk/>
            <pc:sldMk cId="2239575331" sldId="1428"/>
            <ac:spMk id="10" creationId="{920C2E4D-2DF1-44C7-88CD-2ECDEC88DB89}"/>
          </ac:spMkLst>
        </pc:spChg>
        <pc:spChg chg="del mod">
          <ac:chgData name="Soumita Sengupta" userId="4afa6ce1-cb01-46c2-8538-4650222f0c96" providerId="ADAL" clId="{0A78EE60-BBCD-4A76-81BC-E7FB80E1D58E}" dt="2021-08-23T10:12:18.422" v="545"/>
          <ac:spMkLst>
            <pc:docMk/>
            <pc:sldMk cId="2239575331" sldId="1428"/>
            <ac:spMk id="11" creationId="{72DFE88F-9300-4DED-B7C5-6DC75B8FEE13}"/>
          </ac:spMkLst>
        </pc:spChg>
        <pc:spChg chg="add mod">
          <ac:chgData name="Soumita Sengupta" userId="4afa6ce1-cb01-46c2-8538-4650222f0c96" providerId="ADAL" clId="{0A78EE60-BBCD-4A76-81BC-E7FB80E1D58E}" dt="2021-08-23T10:16:52.288" v="579" actId="948"/>
          <ac:spMkLst>
            <pc:docMk/>
            <pc:sldMk cId="2239575331" sldId="1428"/>
            <ac:spMk id="13" creationId="{8ACF8C8A-F9D5-420E-97AA-5EEBE37EDF45}"/>
          </ac:spMkLst>
        </pc:spChg>
        <pc:picChg chg="add mod">
          <ac:chgData name="Soumita Sengupta" userId="4afa6ce1-cb01-46c2-8538-4650222f0c96" providerId="ADAL" clId="{0A78EE60-BBCD-4A76-81BC-E7FB80E1D58E}" dt="2021-08-23T10:14:19.638" v="573" actId="1076"/>
          <ac:picMkLst>
            <pc:docMk/>
            <pc:sldMk cId="2239575331" sldId="1428"/>
            <ac:picMk id="14" creationId="{57F093EF-FC80-4317-92B9-200A9F25F5C6}"/>
          </ac:picMkLst>
        </pc:picChg>
      </pc:sldChg>
      <pc:sldChg chg="addSp delSp modSp add mod modClrScheme chgLayout">
        <pc:chgData name="Soumita Sengupta" userId="4afa6ce1-cb01-46c2-8538-4650222f0c96" providerId="ADAL" clId="{0A78EE60-BBCD-4A76-81BC-E7FB80E1D58E}" dt="2021-08-23T11:56:21.719" v="1067" actId="1076"/>
        <pc:sldMkLst>
          <pc:docMk/>
          <pc:sldMk cId="304666948" sldId="1429"/>
        </pc:sldMkLst>
        <pc:spChg chg="add del mod ord">
          <ac:chgData name="Soumita Sengupta" userId="4afa6ce1-cb01-46c2-8538-4650222f0c96" providerId="ADAL" clId="{0A78EE60-BBCD-4A76-81BC-E7FB80E1D58E}" dt="2021-08-23T11:56:09.684" v="1062" actId="478"/>
          <ac:spMkLst>
            <pc:docMk/>
            <pc:sldMk cId="304666948" sldId="1429"/>
            <ac:spMk id="2" creationId="{32C2350F-3179-4444-9242-1C3ABF452289}"/>
          </ac:spMkLst>
        </pc:spChg>
        <pc:spChg chg="add del mod ord">
          <ac:chgData name="Soumita Sengupta" userId="4afa6ce1-cb01-46c2-8538-4650222f0c96" providerId="ADAL" clId="{0A78EE60-BBCD-4A76-81BC-E7FB80E1D58E}" dt="2021-08-23T11:55:36.217" v="1054" actId="478"/>
          <ac:spMkLst>
            <pc:docMk/>
            <pc:sldMk cId="304666948" sldId="1429"/>
            <ac:spMk id="3" creationId="{5AE222EF-B951-4F73-A17D-788F84584752}"/>
          </ac:spMkLst>
        </pc:spChg>
        <pc:spChg chg="mod ord">
          <ac:chgData name="Soumita Sengupta" userId="4afa6ce1-cb01-46c2-8538-4650222f0c96" providerId="ADAL" clId="{0A78EE60-BBCD-4A76-81BC-E7FB80E1D58E}" dt="2021-08-23T11:55:31.265" v="1053" actId="700"/>
          <ac:spMkLst>
            <pc:docMk/>
            <pc:sldMk cId="304666948" sldId="1429"/>
            <ac:spMk id="4" creationId="{00000000-0000-0000-0000-000000000000}"/>
          </ac:spMkLst>
        </pc:spChg>
        <pc:spChg chg="mod">
          <ac:chgData name="Soumita Sengupta" userId="4afa6ce1-cb01-46c2-8538-4650222f0c96" providerId="ADAL" clId="{0A78EE60-BBCD-4A76-81BC-E7FB80E1D58E}" dt="2021-08-23T11:56:02.748" v="1060" actId="1076"/>
          <ac:spMkLst>
            <pc:docMk/>
            <pc:sldMk cId="304666948" sldId="1429"/>
            <ac:spMk id="8" creationId="{00000000-0000-0000-0000-000000000000}"/>
          </ac:spMkLst>
        </pc:spChg>
        <pc:spChg chg="mod ord">
          <ac:chgData name="Soumita Sengupta" userId="4afa6ce1-cb01-46c2-8538-4650222f0c96" providerId="ADAL" clId="{0A78EE60-BBCD-4A76-81BC-E7FB80E1D58E}" dt="2021-08-23T11:55:31.265" v="1053" actId="700"/>
          <ac:spMkLst>
            <pc:docMk/>
            <pc:sldMk cId="304666948" sldId="1429"/>
            <ac:spMk id="9" creationId="{00000000-0000-0000-0000-000000000000}"/>
          </ac:spMkLst>
        </pc:spChg>
        <pc:spChg chg="add del mod">
          <ac:chgData name="Soumita Sengupta" userId="4afa6ce1-cb01-46c2-8538-4650222f0c96" providerId="ADAL" clId="{0A78EE60-BBCD-4A76-81BC-E7FB80E1D58E}" dt="2021-08-23T11:56:14.446" v="1063" actId="1076"/>
          <ac:spMkLst>
            <pc:docMk/>
            <pc:sldMk cId="304666948" sldId="1429"/>
            <ac:spMk id="12" creationId="{22D153AA-7C04-4067-8571-D3BD8013E971}"/>
          </ac:spMkLst>
        </pc:spChg>
        <pc:spChg chg="mod">
          <ac:chgData name="Soumita Sengupta" userId="4afa6ce1-cb01-46c2-8538-4650222f0c96" providerId="ADAL" clId="{0A78EE60-BBCD-4A76-81BC-E7FB80E1D58E}" dt="2021-08-23T10:17:46.039" v="585" actId="1076"/>
          <ac:spMkLst>
            <pc:docMk/>
            <pc:sldMk cId="304666948" sldId="1429"/>
            <ac:spMk id="13" creationId="{8ACF8C8A-F9D5-420E-97AA-5EEBE37EDF45}"/>
          </ac:spMkLst>
        </pc:spChg>
        <pc:picChg chg="add mod">
          <ac:chgData name="Soumita Sengupta" userId="4afa6ce1-cb01-46c2-8538-4650222f0c96" providerId="ADAL" clId="{0A78EE60-BBCD-4A76-81BC-E7FB80E1D58E}" dt="2021-08-23T11:56:21.719" v="1067" actId="1076"/>
          <ac:picMkLst>
            <pc:docMk/>
            <pc:sldMk cId="304666948" sldId="1429"/>
            <ac:picMk id="10" creationId="{D17F3FE0-B2B6-467E-A5E2-D1BD88FAECFE}"/>
          </ac:picMkLst>
        </pc:picChg>
        <pc:picChg chg="del">
          <ac:chgData name="Soumita Sengupta" userId="4afa6ce1-cb01-46c2-8538-4650222f0c96" providerId="ADAL" clId="{0A78EE60-BBCD-4A76-81BC-E7FB80E1D58E}" dt="2021-08-23T10:17:24.580" v="582" actId="478"/>
          <ac:picMkLst>
            <pc:docMk/>
            <pc:sldMk cId="304666948" sldId="1429"/>
            <ac:picMk id="14" creationId="{57F093EF-FC80-4317-92B9-200A9F25F5C6}"/>
          </ac:picMkLst>
        </pc:picChg>
      </pc:sldChg>
      <pc:sldChg chg="addSp delSp modSp add mod modClrScheme chgLayout">
        <pc:chgData name="Soumita Sengupta" userId="4afa6ce1-cb01-46c2-8538-4650222f0c96" providerId="ADAL" clId="{0A78EE60-BBCD-4A76-81BC-E7FB80E1D58E}" dt="2021-08-23T11:56:46.910" v="1073" actId="1076"/>
        <pc:sldMkLst>
          <pc:docMk/>
          <pc:sldMk cId="1574462772" sldId="1430"/>
        </pc:sldMkLst>
        <pc:spChg chg="add del mod ord">
          <ac:chgData name="Soumita Sengupta" userId="4afa6ce1-cb01-46c2-8538-4650222f0c96" providerId="ADAL" clId="{0A78EE60-BBCD-4A76-81BC-E7FB80E1D58E}" dt="2021-08-23T11:56:40.321" v="1071" actId="478"/>
          <ac:spMkLst>
            <pc:docMk/>
            <pc:sldMk cId="1574462772" sldId="1430"/>
            <ac:spMk id="3" creationId="{AAEE869A-2E08-48BA-8A22-FFE23DA8D1C1}"/>
          </ac:spMkLst>
        </pc:spChg>
        <pc:spChg chg="mod ord">
          <ac:chgData name="Soumita Sengupta" userId="4afa6ce1-cb01-46c2-8538-4650222f0c96" providerId="ADAL" clId="{0A78EE60-BBCD-4A76-81BC-E7FB80E1D58E}" dt="2021-08-23T11:56:32.590" v="1068" actId="700"/>
          <ac:spMkLst>
            <pc:docMk/>
            <pc:sldMk cId="1574462772" sldId="1430"/>
            <ac:spMk id="4" creationId="{00000000-0000-0000-0000-000000000000}"/>
          </ac:spMkLst>
        </pc:spChg>
        <pc:spChg chg="add del mod ord">
          <ac:chgData name="Soumita Sengupta" userId="4afa6ce1-cb01-46c2-8538-4650222f0c96" providerId="ADAL" clId="{0A78EE60-BBCD-4A76-81BC-E7FB80E1D58E}" dt="2021-08-23T11:56:35.704" v="1069" actId="478"/>
          <ac:spMkLst>
            <pc:docMk/>
            <pc:sldMk cId="1574462772" sldId="1430"/>
            <ac:spMk id="5" creationId="{161B14BC-CEC9-4A64-92F2-92409DCBF7EA}"/>
          </ac:spMkLst>
        </pc:spChg>
        <pc:spChg chg="mod ord">
          <ac:chgData name="Soumita Sengupta" userId="4afa6ce1-cb01-46c2-8538-4650222f0c96" providerId="ADAL" clId="{0A78EE60-BBCD-4A76-81BC-E7FB80E1D58E}" dt="2021-08-23T11:56:32.590" v="1068" actId="700"/>
          <ac:spMkLst>
            <pc:docMk/>
            <pc:sldMk cId="1574462772" sldId="1430"/>
            <ac:spMk id="9" creationId="{00000000-0000-0000-0000-000000000000}"/>
          </ac:spMkLst>
        </pc:spChg>
        <pc:spChg chg="mod">
          <ac:chgData name="Soumita Sengupta" userId="4afa6ce1-cb01-46c2-8538-4650222f0c96" providerId="ADAL" clId="{0A78EE60-BBCD-4A76-81BC-E7FB80E1D58E}" dt="2021-08-23T11:56:44.486" v="1072" actId="1076"/>
          <ac:spMkLst>
            <pc:docMk/>
            <pc:sldMk cId="1574462772" sldId="1430"/>
            <ac:spMk id="13" creationId="{8ACF8C8A-F9D5-420E-97AA-5EEBE37EDF45}"/>
          </ac:spMkLst>
        </pc:spChg>
        <pc:graphicFrameChg chg="add del mod">
          <ac:chgData name="Soumita Sengupta" userId="4afa6ce1-cb01-46c2-8538-4650222f0c96" providerId="ADAL" clId="{0A78EE60-BBCD-4A76-81BC-E7FB80E1D58E}" dt="2021-08-23T10:18:26.903" v="596"/>
          <ac:graphicFrameMkLst>
            <pc:docMk/>
            <pc:sldMk cId="1574462772" sldId="1430"/>
            <ac:graphicFrameMk id="11" creationId="{15A4EA1F-7C38-4CCF-924B-514FC2DFAD84}"/>
          </ac:graphicFrameMkLst>
        </pc:graphicFrameChg>
        <pc:picChg chg="add mod">
          <ac:chgData name="Soumita Sengupta" userId="4afa6ce1-cb01-46c2-8538-4650222f0c96" providerId="ADAL" clId="{0A78EE60-BBCD-4A76-81BC-E7FB80E1D58E}" dt="2021-08-23T11:56:46.910" v="1073" actId="1076"/>
          <ac:picMkLst>
            <pc:docMk/>
            <pc:sldMk cId="1574462772" sldId="1430"/>
            <ac:picMk id="2" creationId="{8FFC2E21-1373-4335-A1AA-CCB37D571885}"/>
          </ac:picMkLst>
        </pc:picChg>
        <pc:picChg chg="del">
          <ac:chgData name="Soumita Sengupta" userId="4afa6ce1-cb01-46c2-8538-4650222f0c96" providerId="ADAL" clId="{0A78EE60-BBCD-4A76-81BC-E7FB80E1D58E}" dt="2021-08-23T10:18:23.269" v="594" actId="478"/>
          <ac:picMkLst>
            <pc:docMk/>
            <pc:sldMk cId="1574462772" sldId="1430"/>
            <ac:picMk id="10" creationId="{D17F3FE0-B2B6-467E-A5E2-D1BD88FAECFE}"/>
          </ac:picMkLst>
        </pc:picChg>
      </pc:sldChg>
      <pc:sldChg chg="addSp delSp modSp add mod modClrScheme chgLayout">
        <pc:chgData name="Soumita Sengupta" userId="4afa6ce1-cb01-46c2-8538-4650222f0c96" providerId="ADAL" clId="{0A78EE60-BBCD-4A76-81BC-E7FB80E1D58E}" dt="2021-08-23T11:57:00.465" v="1076" actId="478"/>
        <pc:sldMkLst>
          <pc:docMk/>
          <pc:sldMk cId="1672728295" sldId="1431"/>
        </pc:sldMkLst>
        <pc:spChg chg="add del mod ord">
          <ac:chgData name="Soumita Sengupta" userId="4afa6ce1-cb01-46c2-8538-4650222f0c96" providerId="ADAL" clId="{0A78EE60-BBCD-4A76-81BC-E7FB80E1D58E}" dt="2021-08-23T11:57:00.465" v="1076" actId="478"/>
          <ac:spMkLst>
            <pc:docMk/>
            <pc:sldMk cId="1672728295" sldId="1431"/>
            <ac:spMk id="3" creationId="{DAD72AA4-1B74-40BE-9954-01DB7EC86773}"/>
          </ac:spMkLst>
        </pc:spChg>
        <pc:spChg chg="mod ord">
          <ac:chgData name="Soumita Sengupta" userId="4afa6ce1-cb01-46c2-8538-4650222f0c96" providerId="ADAL" clId="{0A78EE60-BBCD-4A76-81BC-E7FB80E1D58E}" dt="2021-08-23T11:56:52.593" v="1074" actId="700"/>
          <ac:spMkLst>
            <pc:docMk/>
            <pc:sldMk cId="1672728295" sldId="1431"/>
            <ac:spMk id="4" creationId="{00000000-0000-0000-0000-000000000000}"/>
          </ac:spMkLst>
        </pc:spChg>
        <pc:spChg chg="add del mod ord">
          <ac:chgData name="Soumita Sengupta" userId="4afa6ce1-cb01-46c2-8538-4650222f0c96" providerId="ADAL" clId="{0A78EE60-BBCD-4A76-81BC-E7FB80E1D58E}" dt="2021-08-23T11:56:57.502" v="1075" actId="478"/>
          <ac:spMkLst>
            <pc:docMk/>
            <pc:sldMk cId="1672728295" sldId="1431"/>
            <ac:spMk id="5" creationId="{6B641390-7E32-4FA8-AD0B-CBE140AF1279}"/>
          </ac:spMkLst>
        </pc:spChg>
        <pc:spChg chg="mod ord">
          <ac:chgData name="Soumita Sengupta" userId="4afa6ce1-cb01-46c2-8538-4650222f0c96" providerId="ADAL" clId="{0A78EE60-BBCD-4A76-81BC-E7FB80E1D58E}" dt="2021-08-23T11:56:52.593" v="1074" actId="700"/>
          <ac:spMkLst>
            <pc:docMk/>
            <pc:sldMk cId="1672728295" sldId="1431"/>
            <ac:spMk id="9" creationId="{00000000-0000-0000-0000-000000000000}"/>
          </ac:spMkLst>
        </pc:spChg>
        <pc:graphicFrameChg chg="add mod modGraphic">
          <ac:chgData name="Soumita Sengupta" userId="4afa6ce1-cb01-46c2-8538-4650222f0c96" providerId="ADAL" clId="{0A78EE60-BBCD-4A76-81BC-E7FB80E1D58E}" dt="2021-08-23T10:21:11.374" v="616" actId="14100"/>
          <ac:graphicFrameMkLst>
            <pc:docMk/>
            <pc:sldMk cId="1672728295" sldId="1431"/>
            <ac:graphicFrameMk id="10" creationId="{A12279C7-33A8-4E95-BA7A-A7595445398C}"/>
          </ac:graphicFrameMkLst>
        </pc:graphicFrameChg>
        <pc:picChg chg="del">
          <ac:chgData name="Soumita Sengupta" userId="4afa6ce1-cb01-46c2-8538-4650222f0c96" providerId="ADAL" clId="{0A78EE60-BBCD-4A76-81BC-E7FB80E1D58E}" dt="2021-08-23T10:20:23.587" v="609" actId="478"/>
          <ac:picMkLst>
            <pc:docMk/>
            <pc:sldMk cId="1672728295" sldId="1431"/>
            <ac:picMk id="2" creationId="{8FFC2E21-1373-4335-A1AA-CCB37D571885}"/>
          </ac:picMkLst>
        </pc:picChg>
      </pc:sldChg>
      <pc:sldChg chg="addSp delSp modSp add mod modClrScheme chgLayout">
        <pc:chgData name="Soumita Sengupta" userId="4afa6ce1-cb01-46c2-8538-4650222f0c96" providerId="ADAL" clId="{0A78EE60-BBCD-4A76-81BC-E7FB80E1D58E}" dt="2021-08-23T11:57:34.475" v="1081" actId="1076"/>
        <pc:sldMkLst>
          <pc:docMk/>
          <pc:sldMk cId="2163140918" sldId="1432"/>
        </pc:sldMkLst>
        <pc:spChg chg="add del mod ord">
          <ac:chgData name="Soumita Sengupta" userId="4afa6ce1-cb01-46c2-8538-4650222f0c96" providerId="ADAL" clId="{0A78EE60-BBCD-4A76-81BC-E7FB80E1D58E}" dt="2021-08-23T11:57:31.246" v="1080" actId="478"/>
          <ac:spMkLst>
            <pc:docMk/>
            <pc:sldMk cId="2163140918" sldId="1432"/>
            <ac:spMk id="2" creationId="{465ADF43-9647-444D-B1A3-F3F0076DEC72}"/>
          </ac:spMkLst>
        </pc:spChg>
        <pc:spChg chg="add del mod ord">
          <ac:chgData name="Soumita Sengupta" userId="4afa6ce1-cb01-46c2-8538-4650222f0c96" providerId="ADAL" clId="{0A78EE60-BBCD-4A76-81BC-E7FB80E1D58E}" dt="2021-08-23T11:57:13.233" v="1078" actId="478"/>
          <ac:spMkLst>
            <pc:docMk/>
            <pc:sldMk cId="2163140918" sldId="1432"/>
            <ac:spMk id="3" creationId="{CD1DF70B-9E23-4048-82C2-659D549D06B3}"/>
          </ac:spMkLst>
        </pc:spChg>
        <pc:spChg chg="mod ord">
          <ac:chgData name="Soumita Sengupta" userId="4afa6ce1-cb01-46c2-8538-4650222f0c96" providerId="ADAL" clId="{0A78EE60-BBCD-4A76-81BC-E7FB80E1D58E}" dt="2021-08-23T11:57:10.502" v="1077" actId="700"/>
          <ac:spMkLst>
            <pc:docMk/>
            <pc:sldMk cId="2163140918" sldId="1432"/>
            <ac:spMk id="4" creationId="{00000000-0000-0000-0000-000000000000}"/>
          </ac:spMkLst>
        </pc:spChg>
        <pc:spChg chg="mod ord">
          <ac:chgData name="Soumita Sengupta" userId="4afa6ce1-cb01-46c2-8538-4650222f0c96" providerId="ADAL" clId="{0A78EE60-BBCD-4A76-81BC-E7FB80E1D58E}" dt="2021-08-23T11:57:10.502" v="1077" actId="700"/>
          <ac:spMkLst>
            <pc:docMk/>
            <pc:sldMk cId="2163140918" sldId="1432"/>
            <ac:spMk id="9" creationId="{00000000-0000-0000-0000-000000000000}"/>
          </ac:spMkLst>
        </pc:spChg>
        <pc:spChg chg="mod">
          <ac:chgData name="Soumita Sengupta" userId="4afa6ce1-cb01-46c2-8538-4650222f0c96" providerId="ADAL" clId="{0A78EE60-BBCD-4A76-81BC-E7FB80E1D58E}" dt="2021-08-23T11:57:34.475" v="1081" actId="1076"/>
          <ac:spMkLst>
            <pc:docMk/>
            <pc:sldMk cId="2163140918" sldId="1432"/>
            <ac:spMk id="12" creationId="{22D153AA-7C04-4067-8571-D3BD8013E971}"/>
          </ac:spMkLst>
        </pc:spChg>
        <pc:spChg chg="mod">
          <ac:chgData name="Soumita Sengupta" userId="4afa6ce1-cb01-46c2-8538-4650222f0c96" providerId="ADAL" clId="{0A78EE60-BBCD-4A76-81BC-E7FB80E1D58E}" dt="2021-08-23T10:25:24.167" v="631" actId="12"/>
          <ac:spMkLst>
            <pc:docMk/>
            <pc:sldMk cId="2163140918" sldId="1432"/>
            <ac:spMk id="13" creationId="{8ACF8C8A-F9D5-420E-97AA-5EEBE37EDF45}"/>
          </ac:spMkLst>
        </pc:spChg>
        <pc:picChg chg="del">
          <ac:chgData name="Soumita Sengupta" userId="4afa6ce1-cb01-46c2-8538-4650222f0c96" providerId="ADAL" clId="{0A78EE60-BBCD-4A76-81BC-E7FB80E1D58E}" dt="2021-08-23T10:24:20.677" v="618" actId="478"/>
          <ac:picMkLst>
            <pc:docMk/>
            <pc:sldMk cId="2163140918" sldId="1432"/>
            <ac:picMk id="10" creationId="{D17F3FE0-B2B6-467E-A5E2-D1BD88FAECFE}"/>
          </ac:picMkLst>
        </pc:picChg>
        <pc:picChg chg="add mod">
          <ac:chgData name="Soumita Sengupta" userId="4afa6ce1-cb01-46c2-8538-4650222f0c96" providerId="ADAL" clId="{0A78EE60-BBCD-4A76-81BC-E7FB80E1D58E}" dt="2021-08-23T10:25:14.891" v="630" actId="1076"/>
          <ac:picMkLst>
            <pc:docMk/>
            <pc:sldMk cId="2163140918" sldId="1432"/>
            <ac:picMk id="11" creationId="{731B5BC1-FF4B-4867-A6E4-938485721F7F}"/>
          </ac:picMkLst>
        </pc:picChg>
      </pc:sldChg>
      <pc:sldChg chg="addSp delSp modSp add mod modClrScheme chgLayout">
        <pc:chgData name="Soumita Sengupta" userId="4afa6ce1-cb01-46c2-8538-4650222f0c96" providerId="ADAL" clId="{0A78EE60-BBCD-4A76-81BC-E7FB80E1D58E}" dt="2021-08-23T11:59:58.023" v="1087" actId="14100"/>
        <pc:sldMkLst>
          <pc:docMk/>
          <pc:sldMk cId="2231482636" sldId="1433"/>
        </pc:sldMkLst>
        <pc:spChg chg="mod ord">
          <ac:chgData name="Soumita Sengupta" userId="4afa6ce1-cb01-46c2-8538-4650222f0c96" providerId="ADAL" clId="{0A78EE60-BBCD-4A76-81BC-E7FB80E1D58E}" dt="2021-08-23T11:59:43.097" v="1082" actId="700"/>
          <ac:spMkLst>
            <pc:docMk/>
            <pc:sldMk cId="2231482636" sldId="1433"/>
            <ac:spMk id="4" creationId="{00000000-0000-0000-0000-000000000000}"/>
          </ac:spMkLst>
        </pc:spChg>
        <pc:spChg chg="add del mod ord">
          <ac:chgData name="Soumita Sengupta" userId="4afa6ce1-cb01-46c2-8538-4650222f0c96" providerId="ADAL" clId="{0A78EE60-BBCD-4A76-81BC-E7FB80E1D58E}" dt="2021-08-23T11:59:50.199" v="1084" actId="478"/>
          <ac:spMkLst>
            <pc:docMk/>
            <pc:sldMk cId="2231482636" sldId="1433"/>
            <ac:spMk id="7" creationId="{94E26495-5E99-4CAD-9C4A-DD17463E577F}"/>
          </ac:spMkLst>
        </pc:spChg>
        <pc:spChg chg="mod ord">
          <ac:chgData name="Soumita Sengupta" userId="4afa6ce1-cb01-46c2-8538-4650222f0c96" providerId="ADAL" clId="{0A78EE60-BBCD-4A76-81BC-E7FB80E1D58E}" dt="2021-08-23T11:59:43.097" v="1082" actId="700"/>
          <ac:spMkLst>
            <pc:docMk/>
            <pc:sldMk cId="2231482636" sldId="1433"/>
            <ac:spMk id="9" creationId="{00000000-0000-0000-0000-000000000000}"/>
          </ac:spMkLst>
        </pc:spChg>
        <pc:spChg chg="mod">
          <ac:chgData name="Soumita Sengupta" userId="4afa6ce1-cb01-46c2-8538-4650222f0c96" providerId="ADAL" clId="{0A78EE60-BBCD-4A76-81BC-E7FB80E1D58E}" dt="2021-08-23T10:28:05.469" v="633" actId="6549"/>
          <ac:spMkLst>
            <pc:docMk/>
            <pc:sldMk cId="2231482636" sldId="1433"/>
            <ac:spMk id="13" creationId="{8ACF8C8A-F9D5-420E-97AA-5EEBE37EDF45}"/>
          </ac:spMkLst>
        </pc:spChg>
        <pc:spChg chg="add del">
          <ac:chgData name="Soumita Sengupta" userId="4afa6ce1-cb01-46c2-8538-4650222f0c96" providerId="ADAL" clId="{0A78EE60-BBCD-4A76-81BC-E7FB80E1D58E}" dt="2021-08-23T10:28:23.395" v="638" actId="22"/>
          <ac:spMkLst>
            <pc:docMk/>
            <pc:sldMk cId="2231482636" sldId="1433"/>
            <ac:spMk id="14" creationId="{DD5623FD-1A0A-40C6-B90A-0866A808C323}"/>
          </ac:spMkLst>
        </pc:spChg>
        <pc:spChg chg="add mod">
          <ac:chgData name="Soumita Sengupta" userId="4afa6ce1-cb01-46c2-8538-4650222f0c96" providerId="ADAL" clId="{0A78EE60-BBCD-4A76-81BC-E7FB80E1D58E}" dt="2021-08-23T10:29:15.102" v="654" actId="1076"/>
          <ac:spMkLst>
            <pc:docMk/>
            <pc:sldMk cId="2231482636" sldId="1433"/>
            <ac:spMk id="15" creationId="{D35998FF-C74B-4C47-A881-2A0BB3239E0B}"/>
          </ac:spMkLst>
        </pc:spChg>
        <pc:spChg chg="add">
          <ac:chgData name="Soumita Sengupta" userId="4afa6ce1-cb01-46c2-8538-4650222f0c96" providerId="ADAL" clId="{0A78EE60-BBCD-4A76-81BC-E7FB80E1D58E}" dt="2021-08-23T10:28:45.089" v="645" actId="22"/>
          <ac:spMkLst>
            <pc:docMk/>
            <pc:sldMk cId="2231482636" sldId="1433"/>
            <ac:spMk id="16" creationId="{D4872EC0-5D64-4EA9-A7CF-1D31FB874C6D}"/>
          </ac:spMkLst>
        </pc:spChg>
        <pc:spChg chg="add del mod ord">
          <ac:chgData name="Soumita Sengupta" userId="4afa6ce1-cb01-46c2-8538-4650222f0c96" providerId="ADAL" clId="{0A78EE60-BBCD-4A76-81BC-E7FB80E1D58E}" dt="2021-08-23T11:59:47.507" v="1083" actId="478"/>
          <ac:spMkLst>
            <pc:docMk/>
            <pc:sldMk cId="2231482636" sldId="1433"/>
            <ac:spMk id="18" creationId="{50A1BCE4-0A4A-4EE4-BCB4-E7CCA2684DD4}"/>
          </ac:spMkLst>
        </pc:spChg>
        <pc:graphicFrameChg chg="add del mod">
          <ac:chgData name="Soumita Sengupta" userId="4afa6ce1-cb01-46c2-8538-4650222f0c96" providerId="ADAL" clId="{0A78EE60-BBCD-4A76-81BC-E7FB80E1D58E}" dt="2021-08-23T10:28:59.175" v="647"/>
          <ac:graphicFrameMkLst>
            <pc:docMk/>
            <pc:sldMk cId="2231482636" sldId="1433"/>
            <ac:graphicFrameMk id="17" creationId="{DE674871-890F-44F2-B4A2-EA9230C08AED}"/>
          </ac:graphicFrameMkLst>
        </pc:graphicFrameChg>
        <pc:picChg chg="add del mod">
          <ac:chgData name="Soumita Sengupta" userId="4afa6ce1-cb01-46c2-8538-4650222f0c96" providerId="ADAL" clId="{0A78EE60-BBCD-4A76-81BC-E7FB80E1D58E}" dt="2021-08-23T11:59:54.111" v="1085" actId="1076"/>
          <ac:picMkLst>
            <pc:docMk/>
            <pc:sldMk cId="2231482636" sldId="1433"/>
            <ac:picMk id="6" creationId="{E7E99D2F-B8E9-4BD6-8E8B-ECFFE80B0665}"/>
          </ac:picMkLst>
        </pc:picChg>
        <pc:picChg chg="add mod">
          <ac:chgData name="Soumita Sengupta" userId="4afa6ce1-cb01-46c2-8538-4650222f0c96" providerId="ADAL" clId="{0A78EE60-BBCD-4A76-81BC-E7FB80E1D58E}" dt="2021-08-23T11:59:58.023" v="1087" actId="14100"/>
          <ac:picMkLst>
            <pc:docMk/>
            <pc:sldMk cId="2231482636" sldId="1433"/>
            <ac:picMk id="10" creationId="{DEA2FAD2-CF6A-4EB2-9CB5-D03818DA33FB}"/>
          </ac:picMkLst>
        </pc:picChg>
        <pc:picChg chg="del">
          <ac:chgData name="Soumita Sengupta" userId="4afa6ce1-cb01-46c2-8538-4650222f0c96" providerId="ADAL" clId="{0A78EE60-BBCD-4A76-81BC-E7FB80E1D58E}" dt="2021-08-23T10:28:07.863" v="634" actId="478"/>
          <ac:picMkLst>
            <pc:docMk/>
            <pc:sldMk cId="2231482636" sldId="1433"/>
            <ac:picMk id="11" creationId="{731B5BC1-FF4B-4867-A6E4-938485721F7F}"/>
          </ac:picMkLst>
        </pc:picChg>
      </pc:sldChg>
      <pc:sldChg chg="addSp delSp modSp add mod modClrScheme chgLayout">
        <pc:chgData name="Soumita Sengupta" userId="4afa6ce1-cb01-46c2-8538-4650222f0c96" providerId="ADAL" clId="{0A78EE60-BBCD-4A76-81BC-E7FB80E1D58E}" dt="2021-08-23T12:00:27.770" v="1094" actId="1076"/>
        <pc:sldMkLst>
          <pc:docMk/>
          <pc:sldMk cId="3775871403" sldId="1434"/>
        </pc:sldMkLst>
        <pc:spChg chg="add del mod ord">
          <ac:chgData name="Soumita Sengupta" userId="4afa6ce1-cb01-46c2-8538-4650222f0c96" providerId="ADAL" clId="{0A78EE60-BBCD-4A76-81BC-E7FB80E1D58E}" dt="2021-08-23T12:00:18.475" v="1091" actId="478"/>
          <ac:spMkLst>
            <pc:docMk/>
            <pc:sldMk cId="3775871403" sldId="1434"/>
            <ac:spMk id="2" creationId="{710A98FF-C5DC-4EE8-9A8E-B6A5AC77D68B}"/>
          </ac:spMkLst>
        </pc:spChg>
        <pc:spChg chg="add del mod ord">
          <ac:chgData name="Soumita Sengupta" userId="4afa6ce1-cb01-46c2-8538-4650222f0c96" providerId="ADAL" clId="{0A78EE60-BBCD-4A76-81BC-E7FB80E1D58E}" dt="2021-08-23T12:00:07.119" v="1089" actId="478"/>
          <ac:spMkLst>
            <pc:docMk/>
            <pc:sldMk cId="3775871403" sldId="1434"/>
            <ac:spMk id="3" creationId="{4183E404-ADCF-4746-8300-505475C6AC81}"/>
          </ac:spMkLst>
        </pc:spChg>
        <pc:spChg chg="mod ord">
          <ac:chgData name="Soumita Sengupta" userId="4afa6ce1-cb01-46c2-8538-4650222f0c96" providerId="ADAL" clId="{0A78EE60-BBCD-4A76-81BC-E7FB80E1D58E}" dt="2021-08-23T12:00:03.450" v="1088" actId="700"/>
          <ac:spMkLst>
            <pc:docMk/>
            <pc:sldMk cId="3775871403" sldId="1434"/>
            <ac:spMk id="4" creationId="{00000000-0000-0000-0000-000000000000}"/>
          </ac:spMkLst>
        </pc:spChg>
        <pc:spChg chg="mod ord">
          <ac:chgData name="Soumita Sengupta" userId="4afa6ce1-cb01-46c2-8538-4650222f0c96" providerId="ADAL" clId="{0A78EE60-BBCD-4A76-81BC-E7FB80E1D58E}" dt="2021-08-23T12:00:03.450" v="1088" actId="700"/>
          <ac:spMkLst>
            <pc:docMk/>
            <pc:sldMk cId="3775871403" sldId="1434"/>
            <ac:spMk id="9" creationId="{00000000-0000-0000-0000-000000000000}"/>
          </ac:spMkLst>
        </pc:spChg>
        <pc:spChg chg="mod">
          <ac:chgData name="Soumita Sengupta" userId="4afa6ce1-cb01-46c2-8538-4650222f0c96" providerId="ADAL" clId="{0A78EE60-BBCD-4A76-81BC-E7FB80E1D58E}" dt="2021-08-23T12:00:27.770" v="1094" actId="1076"/>
          <ac:spMkLst>
            <pc:docMk/>
            <pc:sldMk cId="3775871403" sldId="1434"/>
            <ac:spMk id="12" creationId="{22D153AA-7C04-4067-8571-D3BD8013E971}"/>
          </ac:spMkLst>
        </pc:spChg>
        <pc:spChg chg="mod">
          <ac:chgData name="Soumita Sengupta" userId="4afa6ce1-cb01-46c2-8538-4650222f0c96" providerId="ADAL" clId="{0A78EE60-BBCD-4A76-81BC-E7FB80E1D58E}" dt="2021-08-23T10:31:38.597" v="677" actId="21"/>
          <ac:spMkLst>
            <pc:docMk/>
            <pc:sldMk cId="3775871403" sldId="1434"/>
            <ac:spMk id="13" creationId="{8ACF8C8A-F9D5-420E-97AA-5EEBE37EDF45}"/>
          </ac:spMkLst>
        </pc:spChg>
        <pc:spChg chg="mod">
          <ac:chgData name="Soumita Sengupta" userId="4afa6ce1-cb01-46c2-8538-4650222f0c96" providerId="ADAL" clId="{0A78EE60-BBCD-4A76-81BC-E7FB80E1D58E}" dt="2021-08-23T12:00:24.623" v="1093" actId="1076"/>
          <ac:spMkLst>
            <pc:docMk/>
            <pc:sldMk cId="3775871403" sldId="1434"/>
            <ac:spMk id="15" creationId="{D35998FF-C74B-4C47-A881-2A0BB3239E0B}"/>
          </ac:spMkLst>
        </pc:spChg>
        <pc:picChg chg="del">
          <ac:chgData name="Soumita Sengupta" userId="4afa6ce1-cb01-46c2-8538-4650222f0c96" providerId="ADAL" clId="{0A78EE60-BBCD-4A76-81BC-E7FB80E1D58E}" dt="2021-08-23T10:30:02.427" v="658" actId="478"/>
          <ac:picMkLst>
            <pc:docMk/>
            <pc:sldMk cId="3775871403" sldId="1434"/>
            <ac:picMk id="6" creationId="{E7E99D2F-B8E9-4BD6-8E8B-ECFFE80B0665}"/>
          </ac:picMkLst>
        </pc:picChg>
        <pc:picChg chg="del">
          <ac:chgData name="Soumita Sengupta" userId="4afa6ce1-cb01-46c2-8538-4650222f0c96" providerId="ADAL" clId="{0A78EE60-BBCD-4A76-81BC-E7FB80E1D58E}" dt="2021-08-23T10:30:09.226" v="659" actId="478"/>
          <ac:picMkLst>
            <pc:docMk/>
            <pc:sldMk cId="3775871403" sldId="1434"/>
            <ac:picMk id="10" creationId="{DEA2FAD2-CF6A-4EB2-9CB5-D03818DA33FB}"/>
          </ac:picMkLst>
        </pc:picChg>
      </pc:sldChg>
      <pc:sldChg chg="addSp delSp modSp add mod modClrScheme chgLayout">
        <pc:chgData name="Soumita Sengupta" userId="4afa6ce1-cb01-46c2-8538-4650222f0c96" providerId="ADAL" clId="{0A78EE60-BBCD-4A76-81BC-E7FB80E1D58E}" dt="2021-08-23T12:18:12.468" v="1098" actId="478"/>
        <pc:sldMkLst>
          <pc:docMk/>
          <pc:sldMk cId="707183902" sldId="1435"/>
        </pc:sldMkLst>
        <pc:spChg chg="add del mod ord">
          <ac:chgData name="Soumita Sengupta" userId="4afa6ce1-cb01-46c2-8538-4650222f0c96" providerId="ADAL" clId="{0A78EE60-BBCD-4A76-81BC-E7FB80E1D58E}" dt="2021-08-23T12:18:12.468" v="1098" actId="478"/>
          <ac:spMkLst>
            <pc:docMk/>
            <pc:sldMk cId="707183902" sldId="1435"/>
            <ac:spMk id="2" creationId="{30EAC005-C1C9-4166-8AAC-4019A6B5E3FA}"/>
          </ac:spMkLst>
        </pc:spChg>
        <pc:spChg chg="add del mod ord">
          <ac:chgData name="Soumita Sengupta" userId="4afa6ce1-cb01-46c2-8538-4650222f0c96" providerId="ADAL" clId="{0A78EE60-BBCD-4A76-81BC-E7FB80E1D58E}" dt="2021-08-23T12:18:07.228" v="1096" actId="478"/>
          <ac:spMkLst>
            <pc:docMk/>
            <pc:sldMk cId="707183902" sldId="1435"/>
            <ac:spMk id="3" creationId="{61E12A14-EE53-4D97-95E6-F549850403F6}"/>
          </ac:spMkLst>
        </pc:spChg>
        <pc:spChg chg="mod ord">
          <ac:chgData name="Soumita Sengupta" userId="4afa6ce1-cb01-46c2-8538-4650222f0c96" providerId="ADAL" clId="{0A78EE60-BBCD-4A76-81BC-E7FB80E1D58E}" dt="2021-08-23T12:18:03.522" v="1095" actId="700"/>
          <ac:spMkLst>
            <pc:docMk/>
            <pc:sldMk cId="707183902" sldId="1435"/>
            <ac:spMk id="4" creationId="{00000000-0000-0000-0000-000000000000}"/>
          </ac:spMkLst>
        </pc:spChg>
        <pc:spChg chg="mod ord">
          <ac:chgData name="Soumita Sengupta" userId="4afa6ce1-cb01-46c2-8538-4650222f0c96" providerId="ADAL" clId="{0A78EE60-BBCD-4A76-81BC-E7FB80E1D58E}" dt="2021-08-23T12:18:03.522" v="1095" actId="700"/>
          <ac:spMkLst>
            <pc:docMk/>
            <pc:sldMk cId="707183902" sldId="1435"/>
            <ac:spMk id="9" creationId="{00000000-0000-0000-0000-000000000000}"/>
          </ac:spMkLst>
        </pc:spChg>
        <pc:spChg chg="mod">
          <ac:chgData name="Soumita Sengupta" userId="4afa6ce1-cb01-46c2-8538-4650222f0c96" providerId="ADAL" clId="{0A78EE60-BBCD-4A76-81BC-E7FB80E1D58E}" dt="2021-08-23T10:42:45" v="727" actId="33524"/>
          <ac:spMkLst>
            <pc:docMk/>
            <pc:sldMk cId="707183902" sldId="1435"/>
            <ac:spMk id="15" creationId="{D35998FF-C74B-4C47-A881-2A0BB3239E0B}"/>
          </ac:spMkLst>
        </pc:spChg>
        <pc:spChg chg="del">
          <ac:chgData name="Soumita Sengupta" userId="4afa6ce1-cb01-46c2-8538-4650222f0c96" providerId="ADAL" clId="{0A78EE60-BBCD-4A76-81BC-E7FB80E1D58E}" dt="2021-08-23T10:34:03.181" v="696" actId="478"/>
          <ac:spMkLst>
            <pc:docMk/>
            <pc:sldMk cId="707183902" sldId="1435"/>
            <ac:spMk id="16" creationId="{D4872EC0-5D64-4EA9-A7CF-1D31FB874C6D}"/>
          </ac:spMkLst>
        </pc:spChg>
        <pc:picChg chg="add mod">
          <ac:chgData name="Soumita Sengupta" userId="4afa6ce1-cb01-46c2-8538-4650222f0c96" providerId="ADAL" clId="{0A78EE60-BBCD-4A76-81BC-E7FB80E1D58E}" dt="2021-08-23T10:42:37.321" v="726" actId="1076"/>
          <ac:picMkLst>
            <pc:docMk/>
            <pc:sldMk cId="707183902" sldId="1435"/>
            <ac:picMk id="10" creationId="{AE893B6F-B003-408C-972A-89EE71CE3CF5}"/>
          </ac:picMkLst>
        </pc:picChg>
      </pc:sldChg>
      <pc:sldChg chg="addSp delSp modSp add mod modClrScheme chgLayout">
        <pc:chgData name="Soumita Sengupta" userId="4afa6ce1-cb01-46c2-8538-4650222f0c96" providerId="ADAL" clId="{0A78EE60-BBCD-4A76-81BC-E7FB80E1D58E}" dt="2021-08-23T12:18:26.764" v="1101" actId="478"/>
        <pc:sldMkLst>
          <pc:docMk/>
          <pc:sldMk cId="2259711440" sldId="1436"/>
        </pc:sldMkLst>
        <pc:spChg chg="add del mod ord">
          <ac:chgData name="Soumita Sengupta" userId="4afa6ce1-cb01-46c2-8538-4650222f0c96" providerId="ADAL" clId="{0A78EE60-BBCD-4A76-81BC-E7FB80E1D58E}" dt="2021-08-23T12:18:24.091" v="1100" actId="478"/>
          <ac:spMkLst>
            <pc:docMk/>
            <pc:sldMk cId="2259711440" sldId="1436"/>
            <ac:spMk id="2" creationId="{E35F405B-F276-47A5-9220-6A369FFE4141}"/>
          </ac:spMkLst>
        </pc:spChg>
        <pc:spChg chg="add del mod ord">
          <ac:chgData name="Soumita Sengupta" userId="4afa6ce1-cb01-46c2-8538-4650222f0c96" providerId="ADAL" clId="{0A78EE60-BBCD-4A76-81BC-E7FB80E1D58E}" dt="2021-08-23T12:18:26.764" v="1101" actId="478"/>
          <ac:spMkLst>
            <pc:docMk/>
            <pc:sldMk cId="2259711440" sldId="1436"/>
            <ac:spMk id="3" creationId="{34DF079F-25B5-4473-A4DD-7427616A2567}"/>
          </ac:spMkLst>
        </pc:spChg>
        <pc:spChg chg="mod ord">
          <ac:chgData name="Soumita Sengupta" userId="4afa6ce1-cb01-46c2-8538-4650222f0c96" providerId="ADAL" clId="{0A78EE60-BBCD-4A76-81BC-E7FB80E1D58E}" dt="2021-08-23T12:18:21.260" v="1099" actId="700"/>
          <ac:spMkLst>
            <pc:docMk/>
            <pc:sldMk cId="2259711440" sldId="1436"/>
            <ac:spMk id="4" creationId="{00000000-0000-0000-0000-000000000000}"/>
          </ac:spMkLst>
        </pc:spChg>
        <pc:spChg chg="mod ord">
          <ac:chgData name="Soumita Sengupta" userId="4afa6ce1-cb01-46c2-8538-4650222f0c96" providerId="ADAL" clId="{0A78EE60-BBCD-4A76-81BC-E7FB80E1D58E}" dt="2021-08-23T12:18:21.260" v="1099" actId="700"/>
          <ac:spMkLst>
            <pc:docMk/>
            <pc:sldMk cId="2259711440" sldId="1436"/>
            <ac:spMk id="9" creationId="{00000000-0000-0000-0000-000000000000}"/>
          </ac:spMkLst>
        </pc:spChg>
        <pc:spChg chg="mod">
          <ac:chgData name="Soumita Sengupta" userId="4afa6ce1-cb01-46c2-8538-4650222f0c96" providerId="ADAL" clId="{0A78EE60-BBCD-4A76-81BC-E7FB80E1D58E}" dt="2021-08-23T11:21:22.510" v="774" actId="1076"/>
          <ac:spMkLst>
            <pc:docMk/>
            <pc:sldMk cId="2259711440" sldId="1436"/>
            <ac:spMk id="13" creationId="{8ACF8C8A-F9D5-420E-97AA-5EEBE37EDF45}"/>
          </ac:spMkLst>
        </pc:spChg>
        <pc:spChg chg="del mod">
          <ac:chgData name="Soumita Sengupta" userId="4afa6ce1-cb01-46c2-8538-4650222f0c96" providerId="ADAL" clId="{0A78EE60-BBCD-4A76-81BC-E7FB80E1D58E}" dt="2021-08-23T10:43:01.251" v="730"/>
          <ac:spMkLst>
            <pc:docMk/>
            <pc:sldMk cId="2259711440" sldId="1436"/>
            <ac:spMk id="15" creationId="{D35998FF-C74B-4C47-A881-2A0BB3239E0B}"/>
          </ac:spMkLst>
        </pc:spChg>
        <pc:picChg chg="add mod">
          <ac:chgData name="Soumita Sengupta" userId="4afa6ce1-cb01-46c2-8538-4650222f0c96" providerId="ADAL" clId="{0A78EE60-BBCD-4A76-81BC-E7FB80E1D58E}" dt="2021-08-23T11:21:23.994" v="775" actId="1076"/>
          <ac:picMkLst>
            <pc:docMk/>
            <pc:sldMk cId="2259711440" sldId="1436"/>
            <ac:picMk id="10" creationId="{1CB49ECA-9F4D-4A48-AE6C-3DE3CD899259}"/>
          </ac:picMkLst>
        </pc:picChg>
      </pc:sldChg>
      <pc:sldChg chg="addSp delSp modSp add mod modClrScheme chgLayout">
        <pc:chgData name="Soumita Sengupta" userId="4afa6ce1-cb01-46c2-8538-4650222f0c96" providerId="ADAL" clId="{0A78EE60-BBCD-4A76-81BC-E7FB80E1D58E}" dt="2021-08-24T03:07:51.702" v="1159" actId="1076"/>
        <pc:sldMkLst>
          <pc:docMk/>
          <pc:sldMk cId="446448066" sldId="1437"/>
        </pc:sldMkLst>
        <pc:spChg chg="add del mod ord">
          <ac:chgData name="Soumita Sengupta" userId="4afa6ce1-cb01-46c2-8538-4650222f0c96" providerId="ADAL" clId="{0A78EE60-BBCD-4A76-81BC-E7FB80E1D58E}" dt="2021-08-23T12:18:38.803" v="1105" actId="478"/>
          <ac:spMkLst>
            <pc:docMk/>
            <pc:sldMk cId="446448066" sldId="1437"/>
            <ac:spMk id="2" creationId="{0B8E06B9-6A98-4615-B8D4-D1A9C2B6A6F8}"/>
          </ac:spMkLst>
        </pc:spChg>
        <pc:spChg chg="add del mod ord">
          <ac:chgData name="Soumita Sengupta" userId="4afa6ce1-cb01-46c2-8538-4650222f0c96" providerId="ADAL" clId="{0A78EE60-BBCD-4A76-81BC-E7FB80E1D58E}" dt="2021-08-23T12:18:33.904" v="1103" actId="478"/>
          <ac:spMkLst>
            <pc:docMk/>
            <pc:sldMk cId="446448066" sldId="1437"/>
            <ac:spMk id="3" creationId="{0AB1599D-1843-4B12-8F2F-2663835017FA}"/>
          </ac:spMkLst>
        </pc:spChg>
        <pc:spChg chg="mod ord">
          <ac:chgData name="Soumita Sengupta" userId="4afa6ce1-cb01-46c2-8538-4650222f0c96" providerId="ADAL" clId="{0A78EE60-BBCD-4A76-81BC-E7FB80E1D58E}" dt="2021-08-23T12:18:31.104" v="1102" actId="700"/>
          <ac:spMkLst>
            <pc:docMk/>
            <pc:sldMk cId="446448066" sldId="1437"/>
            <ac:spMk id="4" creationId="{00000000-0000-0000-0000-000000000000}"/>
          </ac:spMkLst>
        </pc:spChg>
        <pc:spChg chg="mod ord">
          <ac:chgData name="Soumita Sengupta" userId="4afa6ce1-cb01-46c2-8538-4650222f0c96" providerId="ADAL" clId="{0A78EE60-BBCD-4A76-81BC-E7FB80E1D58E}" dt="2021-08-23T12:18:31.104" v="1102" actId="700"/>
          <ac:spMkLst>
            <pc:docMk/>
            <pc:sldMk cId="446448066" sldId="1437"/>
            <ac:spMk id="9" creationId="{00000000-0000-0000-0000-000000000000}"/>
          </ac:spMkLst>
        </pc:spChg>
        <pc:spChg chg="mod">
          <ac:chgData name="Soumita Sengupta" userId="4afa6ce1-cb01-46c2-8538-4650222f0c96" providerId="ADAL" clId="{0A78EE60-BBCD-4A76-81BC-E7FB80E1D58E}" dt="2021-08-23T11:24:02.690" v="796" actId="1076"/>
          <ac:spMkLst>
            <pc:docMk/>
            <pc:sldMk cId="446448066" sldId="1437"/>
            <ac:spMk id="13" creationId="{8ACF8C8A-F9D5-420E-97AA-5EEBE37EDF45}"/>
          </ac:spMkLst>
        </pc:spChg>
        <pc:graphicFrameChg chg="add mod modGraphic">
          <ac:chgData name="Soumita Sengupta" userId="4afa6ce1-cb01-46c2-8538-4650222f0c96" providerId="ADAL" clId="{0A78EE60-BBCD-4A76-81BC-E7FB80E1D58E}" dt="2021-08-24T03:07:51.702" v="1159" actId="1076"/>
          <ac:graphicFrameMkLst>
            <pc:docMk/>
            <pc:sldMk cId="446448066" sldId="1437"/>
            <ac:graphicFrameMk id="11" creationId="{E75C991E-A708-47B2-A098-13EDAE73E63C}"/>
          </ac:graphicFrameMkLst>
        </pc:graphicFrameChg>
        <pc:picChg chg="del">
          <ac:chgData name="Soumita Sengupta" userId="4afa6ce1-cb01-46c2-8538-4650222f0c96" providerId="ADAL" clId="{0A78EE60-BBCD-4A76-81BC-E7FB80E1D58E}" dt="2021-08-23T10:46:23.475" v="753" actId="478"/>
          <ac:picMkLst>
            <pc:docMk/>
            <pc:sldMk cId="446448066" sldId="1437"/>
            <ac:picMk id="10" creationId="{1CB49ECA-9F4D-4A48-AE6C-3DE3CD899259}"/>
          </ac:picMkLst>
        </pc:picChg>
      </pc:sldChg>
      <pc:sldChg chg="addSp delSp modSp add mod modClrScheme chgLayout">
        <pc:chgData name="Soumita Sengupta" userId="4afa6ce1-cb01-46c2-8538-4650222f0c96" providerId="ADAL" clId="{0A78EE60-BBCD-4A76-81BC-E7FB80E1D58E}" dt="2021-08-24T03:07:25.711" v="1156" actId="1076"/>
        <pc:sldMkLst>
          <pc:docMk/>
          <pc:sldMk cId="3714464262" sldId="1438"/>
        </pc:sldMkLst>
        <pc:spChg chg="mod ord">
          <ac:chgData name="Soumita Sengupta" userId="4afa6ce1-cb01-46c2-8538-4650222f0c96" providerId="ADAL" clId="{0A78EE60-BBCD-4A76-81BC-E7FB80E1D58E}" dt="2021-08-23T12:18:55.432" v="1109" actId="700"/>
          <ac:spMkLst>
            <pc:docMk/>
            <pc:sldMk cId="3714464262" sldId="1438"/>
            <ac:spMk id="4" creationId="{00000000-0000-0000-0000-000000000000}"/>
          </ac:spMkLst>
        </pc:spChg>
        <pc:spChg chg="add del mod ord">
          <ac:chgData name="Soumita Sengupta" userId="4afa6ce1-cb01-46c2-8538-4650222f0c96" providerId="ADAL" clId="{0A78EE60-BBCD-4A76-81BC-E7FB80E1D58E}" dt="2021-08-23T12:19:04.993" v="1113" actId="478"/>
          <ac:spMkLst>
            <pc:docMk/>
            <pc:sldMk cId="3714464262" sldId="1438"/>
            <ac:spMk id="5" creationId="{FFD7F6A1-E7F6-476B-A519-6F6F83942A91}"/>
          </ac:spMkLst>
        </pc:spChg>
        <pc:spChg chg="add del mod ord">
          <ac:chgData name="Soumita Sengupta" userId="4afa6ce1-cb01-46c2-8538-4650222f0c96" providerId="ADAL" clId="{0A78EE60-BBCD-4A76-81BC-E7FB80E1D58E}" dt="2021-08-23T12:18:58.857" v="1110" actId="478"/>
          <ac:spMkLst>
            <pc:docMk/>
            <pc:sldMk cId="3714464262" sldId="1438"/>
            <ac:spMk id="6" creationId="{B783C390-7257-4BC1-9503-3E57A40E8F8F}"/>
          </ac:spMkLst>
        </pc:spChg>
        <pc:spChg chg="mod ord">
          <ac:chgData name="Soumita Sengupta" userId="4afa6ce1-cb01-46c2-8538-4650222f0c96" providerId="ADAL" clId="{0A78EE60-BBCD-4A76-81BC-E7FB80E1D58E}" dt="2021-08-23T12:18:55.432" v="1109" actId="700"/>
          <ac:spMkLst>
            <pc:docMk/>
            <pc:sldMk cId="3714464262" sldId="1438"/>
            <ac:spMk id="9" creationId="{00000000-0000-0000-0000-000000000000}"/>
          </ac:spMkLst>
        </pc:spChg>
        <pc:spChg chg="add del">
          <ac:chgData name="Soumita Sengupta" userId="4afa6ce1-cb01-46c2-8538-4650222f0c96" providerId="ADAL" clId="{0A78EE60-BBCD-4A76-81BC-E7FB80E1D58E}" dt="2021-08-23T11:27:00.445" v="831" actId="22"/>
          <ac:spMkLst>
            <pc:docMk/>
            <pc:sldMk cId="3714464262" sldId="1438"/>
            <ac:spMk id="10" creationId="{5A1B6AC9-B753-441C-878E-FD59708486B8}"/>
          </ac:spMkLst>
        </pc:spChg>
        <pc:spChg chg="mod">
          <ac:chgData name="Soumita Sengupta" userId="4afa6ce1-cb01-46c2-8538-4650222f0c96" providerId="ADAL" clId="{0A78EE60-BBCD-4A76-81BC-E7FB80E1D58E}" dt="2021-08-23T12:19:02.979" v="1112" actId="1076"/>
          <ac:spMkLst>
            <pc:docMk/>
            <pc:sldMk cId="3714464262" sldId="1438"/>
            <ac:spMk id="12" creationId="{22D153AA-7C04-4067-8571-D3BD8013E971}"/>
          </ac:spMkLst>
        </pc:spChg>
        <pc:spChg chg="del">
          <ac:chgData name="Soumita Sengupta" userId="4afa6ce1-cb01-46c2-8538-4650222f0c96" providerId="ADAL" clId="{0A78EE60-BBCD-4A76-81BC-E7FB80E1D58E}" dt="2021-08-23T11:22:33.314" v="776" actId="478"/>
          <ac:spMkLst>
            <pc:docMk/>
            <pc:sldMk cId="3714464262" sldId="1438"/>
            <ac:spMk id="13" creationId="{8ACF8C8A-F9D5-420E-97AA-5EEBE37EDF45}"/>
          </ac:spMkLst>
        </pc:spChg>
        <pc:spChg chg="add mod">
          <ac:chgData name="Soumita Sengupta" userId="4afa6ce1-cb01-46c2-8538-4650222f0c96" providerId="ADAL" clId="{0A78EE60-BBCD-4A76-81BC-E7FB80E1D58E}" dt="2021-08-24T03:07:25.711" v="1156" actId="1076"/>
          <ac:spMkLst>
            <pc:docMk/>
            <pc:sldMk cId="3714464262" sldId="1438"/>
            <ac:spMk id="14" creationId="{07BCC080-47BC-4B2F-9817-971974A93E51}"/>
          </ac:spMkLst>
        </pc:spChg>
        <pc:graphicFrameChg chg="del modGraphic">
          <ac:chgData name="Soumita Sengupta" userId="4afa6ce1-cb01-46c2-8538-4650222f0c96" providerId="ADAL" clId="{0A78EE60-BBCD-4A76-81BC-E7FB80E1D58E}" dt="2021-08-23T11:21:02.620" v="773" actId="478"/>
          <ac:graphicFrameMkLst>
            <pc:docMk/>
            <pc:sldMk cId="3714464262" sldId="1438"/>
            <ac:graphicFrameMk id="11" creationId="{E75C991E-A708-47B2-A098-13EDAE73E63C}"/>
          </ac:graphicFrameMkLst>
        </pc:graphicFrameChg>
      </pc:sldChg>
      <pc:sldChg chg="addSp delSp modSp add mod ord modClrScheme chgLayout">
        <pc:chgData name="Soumita Sengupta" userId="4afa6ce1-cb01-46c2-8538-4650222f0c96" providerId="ADAL" clId="{0A78EE60-BBCD-4A76-81BC-E7FB80E1D58E}" dt="2021-08-23T12:18:50.858" v="1108" actId="478"/>
        <pc:sldMkLst>
          <pc:docMk/>
          <pc:sldMk cId="3172902306" sldId="1439"/>
        </pc:sldMkLst>
        <pc:spChg chg="add del mod ord">
          <ac:chgData name="Soumita Sengupta" userId="4afa6ce1-cb01-46c2-8538-4650222f0c96" providerId="ADAL" clId="{0A78EE60-BBCD-4A76-81BC-E7FB80E1D58E}" dt="2021-08-23T12:18:50.858" v="1108" actId="478"/>
          <ac:spMkLst>
            <pc:docMk/>
            <pc:sldMk cId="3172902306" sldId="1439"/>
            <ac:spMk id="3" creationId="{54D38B3E-B30A-43BC-960B-C1336F8852F9}"/>
          </ac:spMkLst>
        </pc:spChg>
        <pc:spChg chg="mod ord">
          <ac:chgData name="Soumita Sengupta" userId="4afa6ce1-cb01-46c2-8538-4650222f0c96" providerId="ADAL" clId="{0A78EE60-BBCD-4A76-81BC-E7FB80E1D58E}" dt="2021-08-23T12:18:45.345" v="1106" actId="700"/>
          <ac:spMkLst>
            <pc:docMk/>
            <pc:sldMk cId="3172902306" sldId="1439"/>
            <ac:spMk id="4" creationId="{00000000-0000-0000-0000-000000000000}"/>
          </ac:spMkLst>
        </pc:spChg>
        <pc:spChg chg="add del mod ord">
          <ac:chgData name="Soumita Sengupta" userId="4afa6ce1-cb01-46c2-8538-4650222f0c96" providerId="ADAL" clId="{0A78EE60-BBCD-4A76-81BC-E7FB80E1D58E}" dt="2021-08-23T12:18:47.894" v="1107" actId="478"/>
          <ac:spMkLst>
            <pc:docMk/>
            <pc:sldMk cId="3172902306" sldId="1439"/>
            <ac:spMk id="5" creationId="{25D22E63-CFD1-4102-81D5-B70E3D93C6D4}"/>
          </ac:spMkLst>
        </pc:spChg>
        <pc:spChg chg="mod ord">
          <ac:chgData name="Soumita Sengupta" userId="4afa6ce1-cb01-46c2-8538-4650222f0c96" providerId="ADAL" clId="{0A78EE60-BBCD-4A76-81BC-E7FB80E1D58E}" dt="2021-08-23T12:18:45.345" v="1106" actId="700"/>
          <ac:spMkLst>
            <pc:docMk/>
            <pc:sldMk cId="3172902306" sldId="1439"/>
            <ac:spMk id="9" creationId="{00000000-0000-0000-0000-000000000000}"/>
          </ac:spMkLst>
        </pc:spChg>
        <pc:spChg chg="del">
          <ac:chgData name="Soumita Sengupta" userId="4afa6ce1-cb01-46c2-8538-4650222f0c96" providerId="ADAL" clId="{0A78EE60-BBCD-4A76-81BC-E7FB80E1D58E}" dt="2021-08-23T11:23:20.058" v="783" actId="478"/>
          <ac:spMkLst>
            <pc:docMk/>
            <pc:sldMk cId="3172902306" sldId="1439"/>
            <ac:spMk id="13" creationId="{8ACF8C8A-F9D5-420E-97AA-5EEBE37EDF45}"/>
          </ac:spMkLst>
        </pc:spChg>
        <pc:graphicFrameChg chg="add del mod">
          <ac:chgData name="Soumita Sengupta" userId="4afa6ce1-cb01-46c2-8538-4650222f0c96" providerId="ADAL" clId="{0A78EE60-BBCD-4A76-81BC-E7FB80E1D58E}" dt="2021-08-23T11:24:29.715" v="800"/>
          <ac:graphicFrameMkLst>
            <pc:docMk/>
            <pc:sldMk cId="3172902306" sldId="1439"/>
            <ac:graphicFrameMk id="10" creationId="{4CE5765B-2531-4ECF-A3C7-6D6926D71D62}"/>
          </ac:graphicFrameMkLst>
        </pc:graphicFrameChg>
        <pc:graphicFrameChg chg="del">
          <ac:chgData name="Soumita Sengupta" userId="4afa6ce1-cb01-46c2-8538-4650222f0c96" providerId="ADAL" clId="{0A78EE60-BBCD-4A76-81BC-E7FB80E1D58E}" dt="2021-08-23T11:23:17.419" v="782" actId="478"/>
          <ac:graphicFrameMkLst>
            <pc:docMk/>
            <pc:sldMk cId="3172902306" sldId="1439"/>
            <ac:graphicFrameMk id="11" creationId="{E75C991E-A708-47B2-A098-13EDAE73E63C}"/>
          </ac:graphicFrameMkLst>
        </pc:graphicFrameChg>
        <pc:graphicFrameChg chg="add mod modGraphic">
          <ac:chgData name="Soumita Sengupta" userId="4afa6ce1-cb01-46c2-8538-4650222f0c96" providerId="ADAL" clId="{0A78EE60-BBCD-4A76-81BC-E7FB80E1D58E}" dt="2021-08-23T11:26:28.061" v="829" actId="1076"/>
          <ac:graphicFrameMkLst>
            <pc:docMk/>
            <pc:sldMk cId="3172902306" sldId="1439"/>
            <ac:graphicFrameMk id="14" creationId="{60E2BBB5-1AAD-4777-8189-A655B1F417F4}"/>
          </ac:graphicFrameMkLst>
        </pc:graphicFrameChg>
        <pc:picChg chg="add del">
          <ac:chgData name="Soumita Sengupta" userId="4afa6ce1-cb01-46c2-8538-4650222f0c96" providerId="ADAL" clId="{0A78EE60-BBCD-4A76-81BC-E7FB80E1D58E}" dt="2021-08-23T11:24:30.978" v="802"/>
          <ac:picMkLst>
            <pc:docMk/>
            <pc:sldMk cId="3172902306" sldId="1439"/>
            <ac:picMk id="2" creationId="{D4DA24CB-7809-4A47-B7E6-2747D09712AF}"/>
          </ac:picMkLst>
        </pc:picChg>
      </pc:sldChg>
      <pc:sldChg chg="addSp delSp modSp add mod modClrScheme chgLayout">
        <pc:chgData name="Soumita Sengupta" userId="4afa6ce1-cb01-46c2-8538-4650222f0c96" providerId="ADAL" clId="{0A78EE60-BBCD-4A76-81BC-E7FB80E1D58E}" dt="2021-08-23T12:19:15.777" v="1117" actId="478"/>
        <pc:sldMkLst>
          <pc:docMk/>
          <pc:sldMk cId="3568035736" sldId="1440"/>
        </pc:sldMkLst>
        <pc:spChg chg="mod ord">
          <ac:chgData name="Soumita Sengupta" userId="4afa6ce1-cb01-46c2-8538-4650222f0c96" providerId="ADAL" clId="{0A78EE60-BBCD-4A76-81BC-E7FB80E1D58E}" dt="2021-08-23T12:19:09.817" v="1114" actId="700"/>
          <ac:spMkLst>
            <pc:docMk/>
            <pc:sldMk cId="3568035736" sldId="1440"/>
            <ac:spMk id="4" creationId="{00000000-0000-0000-0000-000000000000}"/>
          </ac:spMkLst>
        </pc:spChg>
        <pc:spChg chg="add del mod ord">
          <ac:chgData name="Soumita Sengupta" userId="4afa6ce1-cb01-46c2-8538-4650222f0c96" providerId="ADAL" clId="{0A78EE60-BBCD-4A76-81BC-E7FB80E1D58E}" dt="2021-08-23T12:19:15.777" v="1117" actId="478"/>
          <ac:spMkLst>
            <pc:docMk/>
            <pc:sldMk cId="3568035736" sldId="1440"/>
            <ac:spMk id="5" creationId="{20010C12-6144-43DA-BD69-67BAC9674F41}"/>
          </ac:spMkLst>
        </pc:spChg>
        <pc:spChg chg="add del mod ord">
          <ac:chgData name="Soumita Sengupta" userId="4afa6ce1-cb01-46c2-8538-4650222f0c96" providerId="ADAL" clId="{0A78EE60-BBCD-4A76-81BC-E7FB80E1D58E}" dt="2021-08-23T12:19:12.160" v="1115" actId="478"/>
          <ac:spMkLst>
            <pc:docMk/>
            <pc:sldMk cId="3568035736" sldId="1440"/>
            <ac:spMk id="6" creationId="{9A90CBB9-2629-4545-9B3F-84CE84B27E96}"/>
          </ac:spMkLst>
        </pc:spChg>
        <pc:spChg chg="mod ord">
          <ac:chgData name="Soumita Sengupta" userId="4afa6ce1-cb01-46c2-8538-4650222f0c96" providerId="ADAL" clId="{0A78EE60-BBCD-4A76-81BC-E7FB80E1D58E}" dt="2021-08-23T12:19:09.817" v="1114" actId="700"/>
          <ac:spMkLst>
            <pc:docMk/>
            <pc:sldMk cId="3568035736" sldId="1440"/>
            <ac:spMk id="9" creationId="{00000000-0000-0000-0000-000000000000}"/>
          </ac:spMkLst>
        </pc:spChg>
        <pc:spChg chg="add del">
          <ac:chgData name="Soumita Sengupta" userId="4afa6ce1-cb01-46c2-8538-4650222f0c96" providerId="ADAL" clId="{0A78EE60-BBCD-4A76-81BC-E7FB80E1D58E}" dt="2021-08-23T11:29:57.177" v="859" actId="22"/>
          <ac:spMkLst>
            <pc:docMk/>
            <pc:sldMk cId="3568035736" sldId="1440"/>
            <ac:spMk id="10" creationId="{3092B2F5-EBD1-4350-8176-741A9264B25E}"/>
          </ac:spMkLst>
        </pc:spChg>
        <pc:spChg chg="add mod">
          <ac:chgData name="Soumita Sengupta" userId="4afa6ce1-cb01-46c2-8538-4650222f0c96" providerId="ADAL" clId="{0A78EE60-BBCD-4A76-81BC-E7FB80E1D58E}" dt="2021-08-23T11:30:48.183" v="879" actId="1076"/>
          <ac:spMkLst>
            <pc:docMk/>
            <pc:sldMk cId="3568035736" sldId="1440"/>
            <ac:spMk id="11" creationId="{1E09815E-38A2-44A7-926C-CD1E4B0A7838}"/>
          </ac:spMkLst>
        </pc:spChg>
        <pc:spChg chg="del mod">
          <ac:chgData name="Soumita Sengupta" userId="4afa6ce1-cb01-46c2-8538-4650222f0c96" providerId="ADAL" clId="{0A78EE60-BBCD-4A76-81BC-E7FB80E1D58E}" dt="2021-08-23T11:29:40.158" v="857"/>
          <ac:spMkLst>
            <pc:docMk/>
            <pc:sldMk cId="3568035736" sldId="1440"/>
            <ac:spMk id="14" creationId="{07BCC080-47BC-4B2F-9817-971974A93E51}"/>
          </ac:spMkLst>
        </pc:spChg>
      </pc:sldChg>
      <pc:sldChg chg="addSp delSp modSp add mod modClrScheme chgLayout">
        <pc:chgData name="Soumita Sengupta" userId="4afa6ce1-cb01-46c2-8538-4650222f0c96" providerId="ADAL" clId="{0A78EE60-BBCD-4A76-81BC-E7FB80E1D58E}" dt="2021-08-23T12:19:26.936" v="1120" actId="478"/>
        <pc:sldMkLst>
          <pc:docMk/>
          <pc:sldMk cId="68183755" sldId="1441"/>
        </pc:sldMkLst>
        <pc:spChg chg="add del mod ord">
          <ac:chgData name="Soumita Sengupta" userId="4afa6ce1-cb01-46c2-8538-4650222f0c96" providerId="ADAL" clId="{0A78EE60-BBCD-4A76-81BC-E7FB80E1D58E}" dt="2021-08-23T12:19:26.936" v="1120" actId="478"/>
          <ac:spMkLst>
            <pc:docMk/>
            <pc:sldMk cId="68183755" sldId="1441"/>
            <ac:spMk id="2" creationId="{6ACB1106-D684-4AA8-BAFA-0B43AF735390}"/>
          </ac:spMkLst>
        </pc:spChg>
        <pc:spChg chg="add del mod ord">
          <ac:chgData name="Soumita Sengupta" userId="4afa6ce1-cb01-46c2-8538-4650222f0c96" providerId="ADAL" clId="{0A78EE60-BBCD-4A76-81BC-E7FB80E1D58E}" dt="2021-08-23T12:19:23.940" v="1119" actId="478"/>
          <ac:spMkLst>
            <pc:docMk/>
            <pc:sldMk cId="68183755" sldId="1441"/>
            <ac:spMk id="3" creationId="{341B1FBE-C354-430D-8FE5-E8DEA0B383C1}"/>
          </ac:spMkLst>
        </pc:spChg>
        <pc:spChg chg="mod ord">
          <ac:chgData name="Soumita Sengupta" userId="4afa6ce1-cb01-46c2-8538-4650222f0c96" providerId="ADAL" clId="{0A78EE60-BBCD-4A76-81BC-E7FB80E1D58E}" dt="2021-08-23T12:19:19.518" v="1118" actId="700"/>
          <ac:spMkLst>
            <pc:docMk/>
            <pc:sldMk cId="68183755" sldId="1441"/>
            <ac:spMk id="4" creationId="{00000000-0000-0000-0000-000000000000}"/>
          </ac:spMkLst>
        </pc:spChg>
        <pc:spChg chg="mod ord">
          <ac:chgData name="Soumita Sengupta" userId="4afa6ce1-cb01-46c2-8538-4650222f0c96" providerId="ADAL" clId="{0A78EE60-BBCD-4A76-81BC-E7FB80E1D58E}" dt="2021-08-23T12:19:19.518" v="1118" actId="700"/>
          <ac:spMkLst>
            <pc:docMk/>
            <pc:sldMk cId="68183755" sldId="1441"/>
            <ac:spMk id="9" creationId="{00000000-0000-0000-0000-000000000000}"/>
          </ac:spMkLst>
        </pc:spChg>
        <pc:spChg chg="mod">
          <ac:chgData name="Soumita Sengupta" userId="4afa6ce1-cb01-46c2-8538-4650222f0c96" providerId="ADAL" clId="{0A78EE60-BBCD-4A76-81BC-E7FB80E1D58E}" dt="2021-08-23T11:32:08.855" v="898" actId="14100"/>
          <ac:spMkLst>
            <pc:docMk/>
            <pc:sldMk cId="68183755" sldId="1441"/>
            <ac:spMk id="11" creationId="{1E09815E-38A2-44A7-926C-CD1E4B0A7838}"/>
          </ac:spMkLst>
        </pc:spChg>
        <pc:picChg chg="add mod">
          <ac:chgData name="Soumita Sengupta" userId="4afa6ce1-cb01-46c2-8538-4650222f0c96" providerId="ADAL" clId="{0A78EE60-BBCD-4A76-81BC-E7FB80E1D58E}" dt="2021-08-23T11:31:52.713" v="897" actId="1076"/>
          <ac:picMkLst>
            <pc:docMk/>
            <pc:sldMk cId="68183755" sldId="1441"/>
            <ac:picMk id="7" creationId="{6DF998C1-9EEB-4C68-9CF2-52F47ACA0A9D}"/>
          </ac:picMkLst>
        </pc:picChg>
      </pc:sldChg>
      <pc:sldChg chg="addSp delSp modSp add mod modClrScheme chgLayout">
        <pc:chgData name="Soumita Sengupta" userId="4afa6ce1-cb01-46c2-8538-4650222f0c96" providerId="ADAL" clId="{0A78EE60-BBCD-4A76-81BC-E7FB80E1D58E}" dt="2021-08-23T12:26:21.504" v="1143" actId="1076"/>
        <pc:sldMkLst>
          <pc:docMk/>
          <pc:sldMk cId="2346687962" sldId="1442"/>
        </pc:sldMkLst>
        <pc:spChg chg="add del mod ord">
          <ac:chgData name="Soumita Sengupta" userId="4afa6ce1-cb01-46c2-8538-4650222f0c96" providerId="ADAL" clId="{0A78EE60-BBCD-4A76-81BC-E7FB80E1D58E}" dt="2021-08-23T12:19:43.912" v="1125" actId="478"/>
          <ac:spMkLst>
            <pc:docMk/>
            <pc:sldMk cId="2346687962" sldId="1442"/>
            <ac:spMk id="2" creationId="{82FF8851-06E9-4D40-8368-343970A7F312}"/>
          </ac:spMkLst>
        </pc:spChg>
        <pc:spChg chg="add del mod ord">
          <ac:chgData name="Soumita Sengupta" userId="4afa6ce1-cb01-46c2-8538-4650222f0c96" providerId="ADAL" clId="{0A78EE60-BBCD-4A76-81BC-E7FB80E1D58E}" dt="2021-08-23T12:19:36.586" v="1122" actId="478"/>
          <ac:spMkLst>
            <pc:docMk/>
            <pc:sldMk cId="2346687962" sldId="1442"/>
            <ac:spMk id="3" creationId="{1FDC286C-C4D1-4940-8B40-E16BFC32B821}"/>
          </ac:spMkLst>
        </pc:spChg>
        <pc:spChg chg="mod ord">
          <ac:chgData name="Soumita Sengupta" userId="4afa6ce1-cb01-46c2-8538-4650222f0c96" providerId="ADAL" clId="{0A78EE60-BBCD-4A76-81BC-E7FB80E1D58E}" dt="2021-08-23T12:19:32.797" v="1121" actId="700"/>
          <ac:spMkLst>
            <pc:docMk/>
            <pc:sldMk cId="2346687962" sldId="1442"/>
            <ac:spMk id="4" creationId="{00000000-0000-0000-0000-000000000000}"/>
          </ac:spMkLst>
        </pc:spChg>
        <pc:spChg chg="mod ord">
          <ac:chgData name="Soumita Sengupta" userId="4afa6ce1-cb01-46c2-8538-4650222f0c96" providerId="ADAL" clId="{0A78EE60-BBCD-4A76-81BC-E7FB80E1D58E}" dt="2021-08-23T12:19:32.797" v="1121" actId="700"/>
          <ac:spMkLst>
            <pc:docMk/>
            <pc:sldMk cId="2346687962" sldId="1442"/>
            <ac:spMk id="9" creationId="{00000000-0000-0000-0000-000000000000}"/>
          </ac:spMkLst>
        </pc:spChg>
        <pc:spChg chg="mod">
          <ac:chgData name="Soumita Sengupta" userId="4afa6ce1-cb01-46c2-8538-4650222f0c96" providerId="ADAL" clId="{0A78EE60-BBCD-4A76-81BC-E7FB80E1D58E}" dt="2021-08-23T12:26:15.267" v="1140" actId="1076"/>
          <ac:spMkLst>
            <pc:docMk/>
            <pc:sldMk cId="2346687962" sldId="1442"/>
            <ac:spMk id="11" creationId="{1E09815E-38A2-44A7-926C-CD1E4B0A7838}"/>
          </ac:spMkLst>
        </pc:spChg>
        <pc:spChg chg="add del">
          <ac:chgData name="Soumita Sengupta" userId="4afa6ce1-cb01-46c2-8538-4650222f0c96" providerId="ADAL" clId="{0A78EE60-BBCD-4A76-81BC-E7FB80E1D58E}" dt="2021-08-23T12:19:41.249" v="1124" actId="478"/>
          <ac:spMkLst>
            <pc:docMk/>
            <pc:sldMk cId="2346687962" sldId="1442"/>
            <ac:spMk id="12" creationId="{22D153AA-7C04-4067-8571-D3BD8013E971}"/>
          </ac:spMkLst>
        </pc:spChg>
        <pc:picChg chg="del">
          <ac:chgData name="Soumita Sengupta" userId="4afa6ce1-cb01-46c2-8538-4650222f0c96" providerId="ADAL" clId="{0A78EE60-BBCD-4A76-81BC-E7FB80E1D58E}" dt="2021-08-23T11:32:36.091" v="900" actId="478"/>
          <ac:picMkLst>
            <pc:docMk/>
            <pc:sldMk cId="2346687962" sldId="1442"/>
            <ac:picMk id="7" creationId="{6DF998C1-9EEB-4C68-9CF2-52F47ACA0A9D}"/>
          </ac:picMkLst>
        </pc:picChg>
        <pc:picChg chg="add mod">
          <ac:chgData name="Soumita Sengupta" userId="4afa6ce1-cb01-46c2-8538-4650222f0c96" providerId="ADAL" clId="{0A78EE60-BBCD-4A76-81BC-E7FB80E1D58E}" dt="2021-08-23T12:26:21.504" v="1143" actId="1076"/>
          <ac:picMkLst>
            <pc:docMk/>
            <pc:sldMk cId="2346687962" sldId="1442"/>
            <ac:picMk id="10" creationId="{7B6B2AD3-BEC6-4087-85C8-D986D355BB37}"/>
          </ac:picMkLst>
        </pc:picChg>
      </pc:sldChg>
      <pc:sldChg chg="addSp delSp modSp add mod modClrScheme chgLayout">
        <pc:chgData name="Soumita Sengupta" userId="4afa6ce1-cb01-46c2-8538-4650222f0c96" providerId="ADAL" clId="{0A78EE60-BBCD-4A76-81BC-E7FB80E1D58E}" dt="2021-08-23T12:26:00.858" v="1138" actId="1076"/>
        <pc:sldMkLst>
          <pc:docMk/>
          <pc:sldMk cId="2260615317" sldId="1443"/>
        </pc:sldMkLst>
        <pc:spChg chg="add del mod ord">
          <ac:chgData name="Soumita Sengupta" userId="4afa6ce1-cb01-46c2-8538-4650222f0c96" providerId="ADAL" clId="{0A78EE60-BBCD-4A76-81BC-E7FB80E1D58E}" dt="2021-08-23T12:21:17.256" v="1130" actId="478"/>
          <ac:spMkLst>
            <pc:docMk/>
            <pc:sldMk cId="2260615317" sldId="1443"/>
            <ac:spMk id="2" creationId="{904230B4-EE88-422E-A126-A2F16BC144B7}"/>
          </ac:spMkLst>
        </pc:spChg>
        <pc:spChg chg="add del mod ord">
          <ac:chgData name="Soumita Sengupta" userId="4afa6ce1-cb01-46c2-8538-4650222f0c96" providerId="ADAL" clId="{0A78EE60-BBCD-4A76-81BC-E7FB80E1D58E}" dt="2021-08-23T12:21:07.035" v="1127" actId="478"/>
          <ac:spMkLst>
            <pc:docMk/>
            <pc:sldMk cId="2260615317" sldId="1443"/>
            <ac:spMk id="3" creationId="{643BBF1A-7651-4BF9-9EA4-AE133BC36745}"/>
          </ac:spMkLst>
        </pc:spChg>
        <pc:spChg chg="mod ord">
          <ac:chgData name="Soumita Sengupta" userId="4afa6ce1-cb01-46c2-8538-4650222f0c96" providerId="ADAL" clId="{0A78EE60-BBCD-4A76-81BC-E7FB80E1D58E}" dt="2021-08-23T12:21:04.443" v="1126" actId="700"/>
          <ac:spMkLst>
            <pc:docMk/>
            <pc:sldMk cId="2260615317" sldId="1443"/>
            <ac:spMk id="4" creationId="{00000000-0000-0000-0000-000000000000}"/>
          </ac:spMkLst>
        </pc:spChg>
        <pc:spChg chg="mod ord">
          <ac:chgData name="Soumita Sengupta" userId="4afa6ce1-cb01-46c2-8538-4650222f0c96" providerId="ADAL" clId="{0A78EE60-BBCD-4A76-81BC-E7FB80E1D58E}" dt="2021-08-23T12:21:04.443" v="1126" actId="700"/>
          <ac:spMkLst>
            <pc:docMk/>
            <pc:sldMk cId="2260615317" sldId="1443"/>
            <ac:spMk id="9" creationId="{00000000-0000-0000-0000-000000000000}"/>
          </ac:spMkLst>
        </pc:spChg>
        <pc:spChg chg="mod">
          <ac:chgData name="Soumita Sengupta" userId="4afa6ce1-cb01-46c2-8538-4650222f0c96" providerId="ADAL" clId="{0A78EE60-BBCD-4A76-81BC-E7FB80E1D58E}" dt="2021-08-23T12:25:57.771" v="1137" actId="1076"/>
          <ac:spMkLst>
            <pc:docMk/>
            <pc:sldMk cId="2260615317" sldId="1443"/>
            <ac:spMk id="11" creationId="{1E09815E-38A2-44A7-926C-CD1E4B0A7838}"/>
          </ac:spMkLst>
        </pc:spChg>
        <pc:spChg chg="add del">
          <ac:chgData name="Soumita Sengupta" userId="4afa6ce1-cb01-46c2-8538-4650222f0c96" providerId="ADAL" clId="{0A78EE60-BBCD-4A76-81BC-E7FB80E1D58E}" dt="2021-08-23T12:21:13.946" v="1129" actId="478"/>
          <ac:spMkLst>
            <pc:docMk/>
            <pc:sldMk cId="2260615317" sldId="1443"/>
            <ac:spMk id="12" creationId="{22D153AA-7C04-4067-8571-D3BD8013E971}"/>
          </ac:spMkLst>
        </pc:spChg>
        <pc:graphicFrameChg chg="add mod modGraphic">
          <ac:chgData name="Soumita Sengupta" userId="4afa6ce1-cb01-46c2-8538-4650222f0c96" providerId="ADAL" clId="{0A78EE60-BBCD-4A76-81BC-E7FB80E1D58E}" dt="2021-08-23T12:26:00.858" v="1138" actId="1076"/>
          <ac:graphicFrameMkLst>
            <pc:docMk/>
            <pc:sldMk cId="2260615317" sldId="1443"/>
            <ac:graphicFrameMk id="13" creationId="{7A34417B-F59A-4522-85A5-1AB0115EB122}"/>
          </ac:graphicFrameMkLst>
        </pc:graphicFrameChg>
        <pc:picChg chg="del">
          <ac:chgData name="Soumita Sengupta" userId="4afa6ce1-cb01-46c2-8538-4650222f0c96" providerId="ADAL" clId="{0A78EE60-BBCD-4A76-81BC-E7FB80E1D58E}" dt="2021-08-23T11:36:20.047" v="921" actId="478"/>
          <ac:picMkLst>
            <pc:docMk/>
            <pc:sldMk cId="2260615317" sldId="1443"/>
            <ac:picMk id="10" creationId="{7B6B2AD3-BEC6-4087-85C8-D986D355BB37}"/>
          </ac:picMkLst>
        </pc:picChg>
      </pc:sldChg>
      <pc:sldChg chg="addSp delSp modSp add mod modClrScheme chgLayout">
        <pc:chgData name="Soumita Sengupta" userId="4afa6ce1-cb01-46c2-8538-4650222f0c96" providerId="ADAL" clId="{0A78EE60-BBCD-4A76-81BC-E7FB80E1D58E}" dt="2021-08-23T12:26:06.912" v="1139" actId="1076"/>
        <pc:sldMkLst>
          <pc:docMk/>
          <pc:sldMk cId="1700556363" sldId="1444"/>
        </pc:sldMkLst>
        <pc:spChg chg="add del mod ord">
          <ac:chgData name="Soumita Sengupta" userId="4afa6ce1-cb01-46c2-8538-4650222f0c96" providerId="ADAL" clId="{0A78EE60-BBCD-4A76-81BC-E7FB80E1D58E}" dt="2021-08-23T12:25:35.783" v="1132" actId="478"/>
          <ac:spMkLst>
            <pc:docMk/>
            <pc:sldMk cId="1700556363" sldId="1444"/>
            <ac:spMk id="2" creationId="{AA149F04-6639-4D61-B871-0223BBAFF1D1}"/>
          </ac:spMkLst>
        </pc:spChg>
        <pc:spChg chg="add del mod ord">
          <ac:chgData name="Soumita Sengupta" userId="4afa6ce1-cb01-46c2-8538-4650222f0c96" providerId="ADAL" clId="{0A78EE60-BBCD-4A76-81BC-E7FB80E1D58E}" dt="2021-08-23T12:25:39.932" v="1133" actId="478"/>
          <ac:spMkLst>
            <pc:docMk/>
            <pc:sldMk cId="1700556363" sldId="1444"/>
            <ac:spMk id="3" creationId="{55661B5A-3E81-4FB9-9615-8A578ECAA2E0}"/>
          </ac:spMkLst>
        </pc:spChg>
        <pc:spChg chg="mod ord">
          <ac:chgData name="Soumita Sengupta" userId="4afa6ce1-cb01-46c2-8538-4650222f0c96" providerId="ADAL" clId="{0A78EE60-BBCD-4A76-81BC-E7FB80E1D58E}" dt="2021-08-23T12:21:23.107" v="1131" actId="700"/>
          <ac:spMkLst>
            <pc:docMk/>
            <pc:sldMk cId="1700556363" sldId="1444"/>
            <ac:spMk id="4" creationId="{00000000-0000-0000-0000-000000000000}"/>
          </ac:spMkLst>
        </pc:spChg>
        <pc:spChg chg="mod ord">
          <ac:chgData name="Soumita Sengupta" userId="4afa6ce1-cb01-46c2-8538-4650222f0c96" providerId="ADAL" clId="{0A78EE60-BBCD-4A76-81BC-E7FB80E1D58E}" dt="2021-08-23T12:21:23.107" v="1131" actId="700"/>
          <ac:spMkLst>
            <pc:docMk/>
            <pc:sldMk cId="1700556363" sldId="1444"/>
            <ac:spMk id="9" creationId="{00000000-0000-0000-0000-000000000000}"/>
          </ac:spMkLst>
        </pc:spChg>
        <pc:spChg chg="mod">
          <ac:chgData name="Soumita Sengupta" userId="4afa6ce1-cb01-46c2-8538-4650222f0c96" providerId="ADAL" clId="{0A78EE60-BBCD-4A76-81BC-E7FB80E1D58E}" dt="2021-08-23T12:25:47.788" v="1135" actId="1076"/>
          <ac:spMkLst>
            <pc:docMk/>
            <pc:sldMk cId="1700556363" sldId="1444"/>
            <ac:spMk id="11" creationId="{1E09815E-38A2-44A7-926C-CD1E4B0A7838}"/>
          </ac:spMkLst>
        </pc:spChg>
        <pc:graphicFrameChg chg="add mod modGraphic">
          <ac:chgData name="Soumita Sengupta" userId="4afa6ce1-cb01-46c2-8538-4650222f0c96" providerId="ADAL" clId="{0A78EE60-BBCD-4A76-81BC-E7FB80E1D58E}" dt="2021-08-23T12:26:06.912" v="1139" actId="1076"/>
          <ac:graphicFrameMkLst>
            <pc:docMk/>
            <pc:sldMk cId="1700556363" sldId="1444"/>
            <ac:graphicFrameMk id="10" creationId="{5F211C8A-8847-46DC-A2A0-6C1C27CF2F62}"/>
          </ac:graphicFrameMkLst>
        </pc:graphicFrameChg>
        <pc:graphicFrameChg chg="del modGraphic">
          <ac:chgData name="Soumita Sengupta" userId="4afa6ce1-cb01-46c2-8538-4650222f0c96" providerId="ADAL" clId="{0A78EE60-BBCD-4A76-81BC-E7FB80E1D58E}" dt="2021-08-23T11:37:46.528" v="941" actId="478"/>
          <ac:graphicFrameMkLst>
            <pc:docMk/>
            <pc:sldMk cId="1700556363" sldId="1444"/>
            <ac:graphicFrameMk id="13" creationId="{7A34417B-F59A-4522-85A5-1AB0115EB122}"/>
          </ac:graphicFrameMkLst>
        </pc:graphicFrameChg>
      </pc:sldChg>
      <pc:sldChg chg="modSp add mod ord">
        <pc:chgData name="Soumita Sengupta" userId="4afa6ce1-cb01-46c2-8538-4650222f0c96" providerId="ADAL" clId="{0A78EE60-BBCD-4A76-81BC-E7FB80E1D58E}" dt="2021-08-23T11:39:15.521" v="973"/>
        <pc:sldMkLst>
          <pc:docMk/>
          <pc:sldMk cId="964145454" sldId="1445"/>
        </pc:sldMkLst>
        <pc:spChg chg="mod">
          <ac:chgData name="Soumita Sengupta" userId="4afa6ce1-cb01-46c2-8538-4650222f0c96" providerId="ADAL" clId="{0A78EE60-BBCD-4A76-81BC-E7FB80E1D58E}" dt="2021-08-23T11:39:10.337" v="971" actId="20577"/>
          <ac:spMkLst>
            <pc:docMk/>
            <pc:sldMk cId="964145454" sldId="1445"/>
            <ac:spMk id="2" creationId="{57983F62-BBB9-431B-A37F-BDA0DC7153F6}"/>
          </ac:spMkLst>
        </pc:spChg>
      </pc:sldChg>
    </pc:docChg>
  </pc:docChgLst>
  <pc:docChgLst>
    <pc:chgData name="Soumita Sengupta" userId="4afa6ce1-cb01-46c2-8538-4650222f0c96" providerId="ADAL" clId="{0225210D-CC00-4104-A046-1BEDB6A2CC22}"/>
    <pc:docChg chg="undo custSel delSld modSld">
      <pc:chgData name="Soumita Sengupta" userId="4afa6ce1-cb01-46c2-8538-4650222f0c96" providerId="ADAL" clId="{0225210D-CC00-4104-A046-1BEDB6A2CC22}" dt="2021-08-26T12:43:45.907" v="180" actId="47"/>
      <pc:docMkLst>
        <pc:docMk/>
      </pc:docMkLst>
      <pc:sldChg chg="modSp mod">
        <pc:chgData name="Soumita Sengupta" userId="4afa6ce1-cb01-46c2-8538-4650222f0c96" providerId="ADAL" clId="{0225210D-CC00-4104-A046-1BEDB6A2CC22}" dt="2021-08-26T12:43:25.063" v="179"/>
        <pc:sldMkLst>
          <pc:docMk/>
          <pc:sldMk cId="1912468287" sldId="260"/>
        </pc:sldMkLst>
        <pc:spChg chg="mod">
          <ac:chgData name="Soumita Sengupta" userId="4afa6ce1-cb01-46c2-8538-4650222f0c96" providerId="ADAL" clId="{0225210D-CC00-4104-A046-1BEDB6A2CC22}" dt="2021-08-26T12:43:25.063" v="179"/>
          <ac:spMkLst>
            <pc:docMk/>
            <pc:sldMk cId="1912468287" sldId="260"/>
            <ac:spMk id="5" creationId="{00000000-0000-0000-0000-000000000000}"/>
          </ac:spMkLst>
        </pc:spChg>
      </pc:sldChg>
      <pc:sldChg chg="modSp mod">
        <pc:chgData name="Soumita Sengupta" userId="4afa6ce1-cb01-46c2-8538-4650222f0c96" providerId="ADAL" clId="{0225210D-CC00-4104-A046-1BEDB6A2CC22}" dt="2021-08-26T12:30:49.685" v="40" actId="20577"/>
        <pc:sldMkLst>
          <pc:docMk/>
          <pc:sldMk cId="2584036331" sldId="339"/>
        </pc:sldMkLst>
        <pc:spChg chg="mod">
          <ac:chgData name="Soumita Sengupta" userId="4afa6ce1-cb01-46c2-8538-4650222f0c96" providerId="ADAL" clId="{0225210D-CC00-4104-A046-1BEDB6A2CC22}" dt="2021-08-26T12:30:49.685" v="40" actId="20577"/>
          <ac:spMkLst>
            <pc:docMk/>
            <pc:sldMk cId="2584036331" sldId="339"/>
            <ac:spMk id="5" creationId="{6D1A1596-A8D7-4C1A-8956-0FA40A84EFCA}"/>
          </ac:spMkLst>
        </pc:spChg>
      </pc:sldChg>
      <pc:sldChg chg="del">
        <pc:chgData name="Soumita Sengupta" userId="4afa6ce1-cb01-46c2-8538-4650222f0c96" providerId="ADAL" clId="{0225210D-CC00-4104-A046-1BEDB6A2CC22}" dt="2021-08-26T12:31:04.171" v="44" actId="47"/>
        <pc:sldMkLst>
          <pc:docMk/>
          <pc:sldMk cId="1676893809" sldId="520"/>
        </pc:sldMkLst>
      </pc:sldChg>
      <pc:sldChg chg="del">
        <pc:chgData name="Soumita Sengupta" userId="4afa6ce1-cb01-46c2-8538-4650222f0c96" providerId="ADAL" clId="{0225210D-CC00-4104-A046-1BEDB6A2CC22}" dt="2021-08-26T12:31:03.549" v="43" actId="47"/>
        <pc:sldMkLst>
          <pc:docMk/>
          <pc:sldMk cId="2863234239" sldId="525"/>
        </pc:sldMkLst>
      </pc:sldChg>
      <pc:sldChg chg="del">
        <pc:chgData name="Soumita Sengupta" userId="4afa6ce1-cb01-46c2-8538-4650222f0c96" providerId="ADAL" clId="{0225210D-CC00-4104-A046-1BEDB6A2CC22}" dt="2021-08-26T12:31:03.120" v="42" actId="47"/>
        <pc:sldMkLst>
          <pc:docMk/>
          <pc:sldMk cId="3781635149" sldId="752"/>
        </pc:sldMkLst>
      </pc:sldChg>
      <pc:sldChg chg="del">
        <pc:chgData name="Soumita Sengupta" userId="4afa6ce1-cb01-46c2-8538-4650222f0c96" providerId="ADAL" clId="{0225210D-CC00-4104-A046-1BEDB6A2CC22}" dt="2021-08-26T12:31:04.606" v="45" actId="47"/>
        <pc:sldMkLst>
          <pc:docMk/>
          <pc:sldMk cId="3609704129" sldId="753"/>
        </pc:sldMkLst>
      </pc:sldChg>
      <pc:sldChg chg="del">
        <pc:chgData name="Soumita Sengupta" userId="4afa6ce1-cb01-46c2-8538-4650222f0c96" providerId="ADAL" clId="{0225210D-CC00-4104-A046-1BEDB6A2CC22}" dt="2021-08-26T12:31:05.107" v="46" actId="47"/>
        <pc:sldMkLst>
          <pc:docMk/>
          <pc:sldMk cId="3563480216" sldId="756"/>
        </pc:sldMkLst>
      </pc:sldChg>
      <pc:sldChg chg="del">
        <pc:chgData name="Soumita Sengupta" userId="4afa6ce1-cb01-46c2-8538-4650222f0c96" providerId="ADAL" clId="{0225210D-CC00-4104-A046-1BEDB6A2CC22}" dt="2021-08-26T12:31:05.424" v="47" actId="47"/>
        <pc:sldMkLst>
          <pc:docMk/>
          <pc:sldMk cId="1011519630" sldId="757"/>
        </pc:sldMkLst>
      </pc:sldChg>
      <pc:sldChg chg="del">
        <pc:chgData name="Soumita Sengupta" userId="4afa6ce1-cb01-46c2-8538-4650222f0c96" providerId="ADAL" clId="{0225210D-CC00-4104-A046-1BEDB6A2CC22}" dt="2021-08-26T12:31:06.218" v="48" actId="47"/>
        <pc:sldMkLst>
          <pc:docMk/>
          <pc:sldMk cId="3902355907" sldId="758"/>
        </pc:sldMkLst>
      </pc:sldChg>
      <pc:sldChg chg="del">
        <pc:chgData name="Soumita Sengupta" userId="4afa6ce1-cb01-46c2-8538-4650222f0c96" providerId="ADAL" clId="{0225210D-CC00-4104-A046-1BEDB6A2CC22}" dt="2021-08-26T12:43:45.907" v="180" actId="47"/>
        <pc:sldMkLst>
          <pc:docMk/>
          <pc:sldMk cId="2304859679" sldId="759"/>
        </pc:sldMkLst>
      </pc:sldChg>
      <pc:sldChg chg="del">
        <pc:chgData name="Soumita Sengupta" userId="4afa6ce1-cb01-46c2-8538-4650222f0c96" providerId="ADAL" clId="{0225210D-CC00-4104-A046-1BEDB6A2CC22}" dt="2021-08-26T12:31:01.299" v="41" actId="47"/>
        <pc:sldMkLst>
          <pc:docMk/>
          <pc:sldMk cId="53564333" sldId="1330"/>
        </pc:sldMkLst>
      </pc:sldChg>
      <pc:sldChg chg="del">
        <pc:chgData name="Soumita Sengupta" userId="4afa6ce1-cb01-46c2-8538-4650222f0c96" providerId="ADAL" clId="{0225210D-CC00-4104-A046-1BEDB6A2CC22}" dt="2021-08-26T12:31:07.375" v="52" actId="47"/>
        <pc:sldMkLst>
          <pc:docMk/>
          <pc:sldMk cId="3054948585" sldId="1413"/>
        </pc:sldMkLst>
      </pc:sldChg>
      <pc:sldChg chg="del">
        <pc:chgData name="Soumita Sengupta" userId="4afa6ce1-cb01-46c2-8538-4650222f0c96" providerId="ADAL" clId="{0225210D-CC00-4104-A046-1BEDB6A2CC22}" dt="2021-08-26T12:31:07.708" v="53" actId="47"/>
        <pc:sldMkLst>
          <pc:docMk/>
          <pc:sldMk cId="122248758" sldId="1414"/>
        </pc:sldMkLst>
      </pc:sldChg>
      <pc:sldChg chg="del">
        <pc:chgData name="Soumita Sengupta" userId="4afa6ce1-cb01-46c2-8538-4650222f0c96" providerId="ADAL" clId="{0225210D-CC00-4104-A046-1BEDB6A2CC22}" dt="2021-08-26T12:31:07.979" v="54" actId="47"/>
        <pc:sldMkLst>
          <pc:docMk/>
          <pc:sldMk cId="3465650862" sldId="1415"/>
        </pc:sldMkLst>
      </pc:sldChg>
      <pc:sldChg chg="del">
        <pc:chgData name="Soumita Sengupta" userId="4afa6ce1-cb01-46c2-8538-4650222f0c96" providerId="ADAL" clId="{0225210D-CC00-4104-A046-1BEDB6A2CC22}" dt="2021-08-26T12:31:06.569" v="49" actId="47"/>
        <pc:sldMkLst>
          <pc:docMk/>
          <pc:sldMk cId="1798438021" sldId="1416"/>
        </pc:sldMkLst>
      </pc:sldChg>
      <pc:sldChg chg="del">
        <pc:chgData name="Soumita Sengupta" userId="4afa6ce1-cb01-46c2-8538-4650222f0c96" providerId="ADAL" clId="{0225210D-CC00-4104-A046-1BEDB6A2CC22}" dt="2021-08-26T12:31:06.832" v="50" actId="47"/>
        <pc:sldMkLst>
          <pc:docMk/>
          <pc:sldMk cId="2922319439" sldId="1417"/>
        </pc:sldMkLst>
      </pc:sldChg>
      <pc:sldChg chg="del">
        <pc:chgData name="Soumita Sengupta" userId="4afa6ce1-cb01-46c2-8538-4650222f0c96" providerId="ADAL" clId="{0225210D-CC00-4104-A046-1BEDB6A2CC22}" dt="2021-08-26T12:31:07.097" v="51" actId="47"/>
        <pc:sldMkLst>
          <pc:docMk/>
          <pc:sldMk cId="1424513111" sldId="1418"/>
        </pc:sldMkLst>
      </pc:sldChg>
      <pc:sldChg chg="del">
        <pc:chgData name="Soumita Sengupta" userId="4afa6ce1-cb01-46c2-8538-4650222f0c96" providerId="ADAL" clId="{0225210D-CC00-4104-A046-1BEDB6A2CC22}" dt="2021-08-26T12:31:08.535" v="55" actId="47"/>
        <pc:sldMkLst>
          <pc:docMk/>
          <pc:sldMk cId="647596170" sldId="1420"/>
        </pc:sldMkLst>
      </pc:sldChg>
      <pc:sldChg chg="del">
        <pc:chgData name="Soumita Sengupta" userId="4afa6ce1-cb01-46c2-8538-4650222f0c96" providerId="ADAL" clId="{0225210D-CC00-4104-A046-1BEDB6A2CC22}" dt="2021-08-26T12:31:08.739" v="56" actId="47"/>
        <pc:sldMkLst>
          <pc:docMk/>
          <pc:sldMk cId="3641482099" sldId="1421"/>
        </pc:sldMkLst>
      </pc:sldChg>
      <pc:sldChg chg="del">
        <pc:chgData name="Soumita Sengupta" userId="4afa6ce1-cb01-46c2-8538-4650222f0c96" providerId="ADAL" clId="{0225210D-CC00-4104-A046-1BEDB6A2CC22}" dt="2021-08-26T12:31:08.960" v="57" actId="47"/>
        <pc:sldMkLst>
          <pc:docMk/>
          <pc:sldMk cId="3474625581" sldId="1422"/>
        </pc:sldMkLst>
      </pc:sldChg>
      <pc:sldChg chg="del">
        <pc:chgData name="Soumita Sengupta" userId="4afa6ce1-cb01-46c2-8538-4650222f0c96" providerId="ADAL" clId="{0225210D-CC00-4104-A046-1BEDB6A2CC22}" dt="2021-08-26T12:31:09.222" v="58" actId="47"/>
        <pc:sldMkLst>
          <pc:docMk/>
          <pc:sldMk cId="1290964860" sldId="1423"/>
        </pc:sldMkLst>
      </pc:sldChg>
      <pc:sldChg chg="del">
        <pc:chgData name="Soumita Sengupta" userId="4afa6ce1-cb01-46c2-8538-4650222f0c96" providerId="ADAL" clId="{0225210D-CC00-4104-A046-1BEDB6A2CC22}" dt="2021-08-26T12:31:09.664" v="59" actId="47"/>
        <pc:sldMkLst>
          <pc:docMk/>
          <pc:sldMk cId="160926858" sldId="1424"/>
        </pc:sldMkLst>
      </pc:sldChg>
      <pc:sldChg chg="del">
        <pc:chgData name="Soumita Sengupta" userId="4afa6ce1-cb01-46c2-8538-4650222f0c96" providerId="ADAL" clId="{0225210D-CC00-4104-A046-1BEDB6A2CC22}" dt="2021-08-26T12:31:09.895" v="60" actId="47"/>
        <pc:sldMkLst>
          <pc:docMk/>
          <pc:sldMk cId="3344684391" sldId="1425"/>
        </pc:sldMkLst>
      </pc:sldChg>
      <pc:sldChg chg="del">
        <pc:chgData name="Soumita Sengupta" userId="4afa6ce1-cb01-46c2-8538-4650222f0c96" providerId="ADAL" clId="{0225210D-CC00-4104-A046-1BEDB6A2CC22}" dt="2021-08-26T12:31:10.088" v="61" actId="47"/>
        <pc:sldMkLst>
          <pc:docMk/>
          <pc:sldMk cId="2759214351" sldId="1426"/>
        </pc:sldMkLst>
      </pc:sldChg>
      <pc:sldChg chg="del">
        <pc:chgData name="Soumita Sengupta" userId="4afa6ce1-cb01-46c2-8538-4650222f0c96" providerId="ADAL" clId="{0225210D-CC00-4104-A046-1BEDB6A2CC22}" dt="2021-08-26T12:31:10.255" v="62" actId="47"/>
        <pc:sldMkLst>
          <pc:docMk/>
          <pc:sldMk cId="2419167630" sldId="1427"/>
        </pc:sldMkLst>
      </pc:sldChg>
      <pc:sldChg chg="del">
        <pc:chgData name="Soumita Sengupta" userId="4afa6ce1-cb01-46c2-8538-4650222f0c96" providerId="ADAL" clId="{0225210D-CC00-4104-A046-1BEDB6A2CC22}" dt="2021-08-26T12:31:10.441" v="63" actId="47"/>
        <pc:sldMkLst>
          <pc:docMk/>
          <pc:sldMk cId="2239575331" sldId="1428"/>
        </pc:sldMkLst>
      </pc:sldChg>
      <pc:sldChg chg="del">
        <pc:chgData name="Soumita Sengupta" userId="4afa6ce1-cb01-46c2-8538-4650222f0c96" providerId="ADAL" clId="{0225210D-CC00-4104-A046-1BEDB6A2CC22}" dt="2021-08-26T12:31:10.634" v="64" actId="47"/>
        <pc:sldMkLst>
          <pc:docMk/>
          <pc:sldMk cId="304666948" sldId="1429"/>
        </pc:sldMkLst>
      </pc:sldChg>
      <pc:sldChg chg="del">
        <pc:chgData name="Soumita Sengupta" userId="4afa6ce1-cb01-46c2-8538-4650222f0c96" providerId="ADAL" clId="{0225210D-CC00-4104-A046-1BEDB6A2CC22}" dt="2021-08-26T12:31:10.821" v="65" actId="47"/>
        <pc:sldMkLst>
          <pc:docMk/>
          <pc:sldMk cId="1574462772" sldId="1430"/>
        </pc:sldMkLst>
      </pc:sldChg>
      <pc:sldChg chg="del">
        <pc:chgData name="Soumita Sengupta" userId="4afa6ce1-cb01-46c2-8538-4650222f0c96" providerId="ADAL" clId="{0225210D-CC00-4104-A046-1BEDB6A2CC22}" dt="2021-08-26T12:31:11.004" v="66" actId="47"/>
        <pc:sldMkLst>
          <pc:docMk/>
          <pc:sldMk cId="1672728295" sldId="1431"/>
        </pc:sldMkLst>
      </pc:sldChg>
      <pc:sldChg chg="del">
        <pc:chgData name="Soumita Sengupta" userId="4afa6ce1-cb01-46c2-8538-4650222f0c96" providerId="ADAL" clId="{0225210D-CC00-4104-A046-1BEDB6A2CC22}" dt="2021-08-26T12:31:11.308" v="67" actId="47"/>
        <pc:sldMkLst>
          <pc:docMk/>
          <pc:sldMk cId="2163140918" sldId="1432"/>
        </pc:sldMkLst>
      </pc:sldChg>
      <pc:sldChg chg="del">
        <pc:chgData name="Soumita Sengupta" userId="4afa6ce1-cb01-46c2-8538-4650222f0c96" providerId="ADAL" clId="{0225210D-CC00-4104-A046-1BEDB6A2CC22}" dt="2021-08-26T12:31:11.574" v="68" actId="47"/>
        <pc:sldMkLst>
          <pc:docMk/>
          <pc:sldMk cId="2231482636" sldId="1433"/>
        </pc:sldMkLst>
      </pc:sldChg>
      <pc:sldChg chg="del">
        <pc:chgData name="Soumita Sengupta" userId="4afa6ce1-cb01-46c2-8538-4650222f0c96" providerId="ADAL" clId="{0225210D-CC00-4104-A046-1BEDB6A2CC22}" dt="2021-08-26T12:31:11.770" v="69" actId="47"/>
        <pc:sldMkLst>
          <pc:docMk/>
          <pc:sldMk cId="3775871403" sldId="1434"/>
        </pc:sldMkLst>
      </pc:sldChg>
      <pc:sldChg chg="del">
        <pc:chgData name="Soumita Sengupta" userId="4afa6ce1-cb01-46c2-8538-4650222f0c96" providerId="ADAL" clId="{0225210D-CC00-4104-A046-1BEDB6A2CC22}" dt="2021-08-26T12:31:12.016" v="70" actId="47"/>
        <pc:sldMkLst>
          <pc:docMk/>
          <pc:sldMk cId="707183902" sldId="1435"/>
        </pc:sldMkLst>
      </pc:sldChg>
      <pc:sldChg chg="del">
        <pc:chgData name="Soumita Sengupta" userId="4afa6ce1-cb01-46c2-8538-4650222f0c96" providerId="ADAL" clId="{0225210D-CC00-4104-A046-1BEDB6A2CC22}" dt="2021-08-26T12:31:12.248" v="71" actId="47"/>
        <pc:sldMkLst>
          <pc:docMk/>
          <pc:sldMk cId="2259711440" sldId="1436"/>
        </pc:sldMkLst>
      </pc:sldChg>
      <pc:sldChg chg="del">
        <pc:chgData name="Soumita Sengupta" userId="4afa6ce1-cb01-46c2-8538-4650222f0c96" providerId="ADAL" clId="{0225210D-CC00-4104-A046-1BEDB6A2CC22}" dt="2021-08-26T12:31:12.499" v="72" actId="47"/>
        <pc:sldMkLst>
          <pc:docMk/>
          <pc:sldMk cId="446448066" sldId="1437"/>
        </pc:sldMkLst>
      </pc:sldChg>
      <pc:sldChg chg="del">
        <pc:chgData name="Soumita Sengupta" userId="4afa6ce1-cb01-46c2-8538-4650222f0c96" providerId="ADAL" clId="{0225210D-CC00-4104-A046-1BEDB6A2CC22}" dt="2021-08-26T12:31:13.067" v="74" actId="47"/>
        <pc:sldMkLst>
          <pc:docMk/>
          <pc:sldMk cId="3714464262" sldId="1438"/>
        </pc:sldMkLst>
      </pc:sldChg>
      <pc:sldChg chg="del">
        <pc:chgData name="Soumita Sengupta" userId="4afa6ce1-cb01-46c2-8538-4650222f0c96" providerId="ADAL" clId="{0225210D-CC00-4104-A046-1BEDB6A2CC22}" dt="2021-08-26T12:31:12.827" v="73" actId="47"/>
        <pc:sldMkLst>
          <pc:docMk/>
          <pc:sldMk cId="3172902306" sldId="1439"/>
        </pc:sldMkLst>
      </pc:sldChg>
      <pc:sldChg chg="del">
        <pc:chgData name="Soumita Sengupta" userId="4afa6ce1-cb01-46c2-8538-4650222f0c96" providerId="ADAL" clId="{0225210D-CC00-4104-A046-1BEDB6A2CC22}" dt="2021-08-26T12:31:13.327" v="75" actId="47"/>
        <pc:sldMkLst>
          <pc:docMk/>
          <pc:sldMk cId="3568035736" sldId="1440"/>
        </pc:sldMkLst>
      </pc:sldChg>
      <pc:sldChg chg="del">
        <pc:chgData name="Soumita Sengupta" userId="4afa6ce1-cb01-46c2-8538-4650222f0c96" providerId="ADAL" clId="{0225210D-CC00-4104-A046-1BEDB6A2CC22}" dt="2021-08-26T12:31:13.573" v="76" actId="47"/>
        <pc:sldMkLst>
          <pc:docMk/>
          <pc:sldMk cId="68183755" sldId="1441"/>
        </pc:sldMkLst>
      </pc:sldChg>
      <pc:sldChg chg="del">
        <pc:chgData name="Soumita Sengupta" userId="4afa6ce1-cb01-46c2-8538-4650222f0c96" providerId="ADAL" clId="{0225210D-CC00-4104-A046-1BEDB6A2CC22}" dt="2021-08-26T12:31:13.785" v="77" actId="47"/>
        <pc:sldMkLst>
          <pc:docMk/>
          <pc:sldMk cId="2346687962" sldId="1442"/>
        </pc:sldMkLst>
      </pc:sldChg>
      <pc:sldChg chg="del">
        <pc:chgData name="Soumita Sengupta" userId="4afa6ce1-cb01-46c2-8538-4650222f0c96" providerId="ADAL" clId="{0225210D-CC00-4104-A046-1BEDB6A2CC22}" dt="2021-08-26T12:31:13.994" v="78" actId="47"/>
        <pc:sldMkLst>
          <pc:docMk/>
          <pc:sldMk cId="2260615317" sldId="1443"/>
        </pc:sldMkLst>
      </pc:sldChg>
      <pc:sldChg chg="del">
        <pc:chgData name="Soumita Sengupta" userId="4afa6ce1-cb01-46c2-8538-4650222f0c96" providerId="ADAL" clId="{0225210D-CC00-4104-A046-1BEDB6A2CC22}" dt="2021-08-26T12:31:14.443" v="79" actId="47"/>
        <pc:sldMkLst>
          <pc:docMk/>
          <pc:sldMk cId="1700556363" sldId="1444"/>
        </pc:sldMkLst>
      </pc:sldChg>
      <pc:sldChg chg="del">
        <pc:chgData name="Soumita Sengupta" userId="4afa6ce1-cb01-46c2-8538-4650222f0c96" providerId="ADAL" clId="{0225210D-CC00-4104-A046-1BEDB6A2CC22}" dt="2021-08-26T12:31:15.137" v="80" actId="47"/>
        <pc:sldMkLst>
          <pc:docMk/>
          <pc:sldMk cId="964145454" sldId="1445"/>
        </pc:sldMkLst>
      </pc:sldChg>
      <pc:sldMasterChg chg="delSldLayout">
        <pc:chgData name="Soumita Sengupta" userId="4afa6ce1-cb01-46c2-8538-4650222f0c96" providerId="ADAL" clId="{0225210D-CC00-4104-A046-1BEDB6A2CC22}" dt="2021-08-26T12:31:07.097" v="51" actId="47"/>
        <pc:sldMasterMkLst>
          <pc:docMk/>
          <pc:sldMasterMk cId="1029875623" sldId="2147483678"/>
        </pc:sldMasterMkLst>
        <pc:sldLayoutChg chg="del">
          <pc:chgData name="Soumita Sengupta" userId="4afa6ce1-cb01-46c2-8538-4650222f0c96" providerId="ADAL" clId="{0225210D-CC00-4104-A046-1BEDB6A2CC22}" dt="2021-08-26T12:31:07.097" v="51" actId="47"/>
          <pc:sldLayoutMkLst>
            <pc:docMk/>
            <pc:sldMasterMk cId="1029875623" sldId="2147483678"/>
            <pc:sldLayoutMk cId="448269181" sldId="2147483732"/>
          </pc:sldLayoutMkLst>
        </pc:sldLayoutChg>
      </pc:sldMaster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1BBB55-7B87-4E63-A974-29766ECA53A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B2E94F5-E70B-4807-A59E-2D302623AC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93C8D7-F5EC-4784-81DC-261680A4FF73}" type="datetimeFigureOut">
              <a:rPr lang="en-IN" smtClean="0"/>
              <a:t>14-09-2021</a:t>
            </a:fld>
            <a:endParaRPr lang="en-IN"/>
          </a:p>
        </p:txBody>
      </p:sp>
      <p:sp>
        <p:nvSpPr>
          <p:cNvPr id="4" name="Footer Placeholder 3">
            <a:extLst>
              <a:ext uri="{FF2B5EF4-FFF2-40B4-BE49-F238E27FC236}">
                <a16:creationId xmlns:a16="http://schemas.microsoft.com/office/drawing/2014/main" id="{60412465-2BCC-4021-A033-06D150408B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06D27308-B93A-4DD9-A2FD-8587AC74563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C37A4B-E001-4849-96A0-FF929ECDCDBE}" type="slidenum">
              <a:rPr lang="en-IN" smtClean="0"/>
              <a:t>‹#›</a:t>
            </a:fld>
            <a:endParaRPr lang="en-IN"/>
          </a:p>
        </p:txBody>
      </p:sp>
    </p:spTree>
    <p:extLst>
      <p:ext uri="{BB962C8B-B14F-4D97-AF65-F5344CB8AC3E}">
        <p14:creationId xmlns:p14="http://schemas.microsoft.com/office/powerpoint/2010/main" val="146418342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35F557-19E7-DA4B-8684-8A738F1F68CC}" type="datetimeFigureOut">
              <a:rPr lang="en-US" smtClean="0"/>
              <a:t>9/14/2021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376CFB-415C-254D-A8FB-F67DD40B9817}" type="slidenum">
              <a:rPr lang="en-US" smtClean="0"/>
              <a:t>‹#›</a:t>
            </a:fld>
            <a:endParaRPr lang="en-US"/>
          </a:p>
        </p:txBody>
      </p:sp>
    </p:spTree>
    <p:extLst>
      <p:ext uri="{BB962C8B-B14F-4D97-AF65-F5344CB8AC3E}">
        <p14:creationId xmlns:p14="http://schemas.microsoft.com/office/powerpoint/2010/main" val="101485528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E349DF6-6D44-4013-9C40-5BB8CE0C2D8E}" type="slidenum">
              <a:rPr lang="en-US" smtClean="0"/>
              <a:t>3</a:t>
            </a:fld>
            <a:endParaRPr lang="en-US"/>
          </a:p>
        </p:txBody>
      </p:sp>
    </p:spTree>
    <p:extLst>
      <p:ext uri="{BB962C8B-B14F-4D97-AF65-F5344CB8AC3E}">
        <p14:creationId xmlns:p14="http://schemas.microsoft.com/office/powerpoint/2010/main" val="954114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21</a:t>
            </a:fld>
            <a:endParaRPr lang="en-US"/>
          </a:p>
        </p:txBody>
      </p:sp>
    </p:spTree>
    <p:extLst>
      <p:ext uri="{BB962C8B-B14F-4D97-AF65-F5344CB8AC3E}">
        <p14:creationId xmlns:p14="http://schemas.microsoft.com/office/powerpoint/2010/main" val="1985806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51</a:t>
            </a:fld>
            <a:endParaRPr lang="en-US"/>
          </a:p>
        </p:txBody>
      </p:sp>
    </p:spTree>
    <p:extLst>
      <p:ext uri="{BB962C8B-B14F-4D97-AF65-F5344CB8AC3E}">
        <p14:creationId xmlns:p14="http://schemas.microsoft.com/office/powerpoint/2010/main" val="33881451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23.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Custom Layout">
    <p:bg>
      <p:bgPr>
        <a:solidFill>
          <a:srgbClr val="FFFFFF"/>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067529C-CCF8-417A-AB5C-9AF5BF731361}"/>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867E8DDC-1349-408B-8736-65604577FC72}"/>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57200"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56563"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11" name="Picture 10">
            <a:extLst>
              <a:ext uri="{FF2B5EF4-FFF2-40B4-BE49-F238E27FC236}">
                <a16:creationId xmlns:a16="http://schemas.microsoft.com/office/drawing/2014/main" id="{B3297AC0-ABD9-41D9-AA2E-A3122246B89B}"/>
              </a:ext>
            </a:extLst>
          </p:cNvPr>
          <p:cNvPicPr>
            <a:picLocks noChangeAspect="1"/>
          </p:cNvPicPr>
          <p:nvPr/>
        </p:nvPicPr>
        <p:blipFill>
          <a:blip r:embed="rId2"/>
          <a:srcRect/>
          <a:stretch/>
        </p:blipFill>
        <p:spPr>
          <a:xfrm>
            <a:off x="456565" y="319528"/>
            <a:ext cx="1324110" cy="408732"/>
          </a:xfrm>
          <a:prstGeom prst="rect">
            <a:avLst/>
          </a:prstGeom>
        </p:spPr>
      </p:pic>
      <p:sp>
        <p:nvSpPr>
          <p:cNvPr id="10" name="Rectangle 9">
            <a:extLst>
              <a:ext uri="{FF2B5EF4-FFF2-40B4-BE49-F238E27FC236}">
                <a16:creationId xmlns:a16="http://schemas.microsoft.com/office/drawing/2014/main" id="{2558D53D-E284-7E4F-A53F-873DBAD3A285}"/>
              </a:ext>
            </a:extLst>
          </p:cNvPr>
          <p:cNvSpPr/>
          <p:nvPr/>
        </p:nvSpPr>
        <p:spPr>
          <a:xfrm>
            <a:off x="10961226" y="6128795"/>
            <a:ext cx="902825" cy="72920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picture containing text, vector graphics&#10;&#10;Description automatically generated">
            <a:extLst>
              <a:ext uri="{FF2B5EF4-FFF2-40B4-BE49-F238E27FC236}">
                <a16:creationId xmlns:a16="http://schemas.microsoft.com/office/drawing/2014/main" id="{BD044C8A-9133-5E4F-96B9-FDC592B9E40C}"/>
              </a:ext>
            </a:extLst>
          </p:cNvPr>
          <p:cNvPicPr>
            <a:picLocks noChangeAspect="1"/>
          </p:cNvPicPr>
          <p:nvPr/>
        </p:nvPicPr>
        <p:blipFill>
          <a:blip r:embed="rId3">
            <a:alphaModFix amt="9000"/>
          </a:blip>
          <a:stretch>
            <a:fillRect/>
          </a:stretch>
        </p:blipFill>
        <p:spPr>
          <a:xfrm>
            <a:off x="5392377" y="0"/>
            <a:ext cx="6948671" cy="7046540"/>
          </a:xfrm>
          <a:prstGeom prst="rect">
            <a:avLst/>
          </a:prstGeom>
        </p:spPr>
      </p:pic>
    </p:spTree>
    <p:extLst>
      <p:ext uri="{BB962C8B-B14F-4D97-AF65-F5344CB8AC3E}">
        <p14:creationId xmlns:p14="http://schemas.microsoft.com/office/powerpoint/2010/main" val="879987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30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a:stretch/>
        </p:blipFill>
        <p:spPr>
          <a:xfrm>
            <a:off x="0" y="0"/>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2285591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4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a:stretch/>
        </p:blipFill>
        <p:spPr>
          <a:xfrm>
            <a:off x="0" y="0"/>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327518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6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a:stretch/>
        </p:blipFill>
        <p:spPr>
          <a:xfrm>
            <a:off x="0" y="0"/>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1318025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5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t="282" b="282"/>
          <a:stretch/>
        </p:blipFill>
        <p:spPr>
          <a:xfrm>
            <a:off x="34532" y="1"/>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3982792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7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a:stretch/>
        </p:blipFill>
        <p:spPr>
          <a:xfrm>
            <a:off x="34532" y="1"/>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867890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7_Custom Layout">
    <p:bg>
      <p:bgPr>
        <a:solidFill>
          <a:srgbClr val="2D6188"/>
        </a:solid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57200" y="4251960"/>
            <a:ext cx="7276011" cy="393700"/>
          </a:xfrm>
        </p:spPr>
        <p:txBody>
          <a:bodyPr vert="horz" lIns="91440" tIns="91440" rIns="91440" bIns="45720" rtlCol="0">
            <a:noAutofit/>
          </a:bodyPr>
          <a:lstStyle>
            <a:lvl1pPr>
              <a:defRPr lang="en-US" sz="1800" dirty="0">
                <a:solidFill>
                  <a:srgbClr val="F8F8F8"/>
                </a:solidFill>
              </a:defRPr>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56563" y="2788920"/>
            <a:ext cx="6595401" cy="1312025"/>
          </a:xfrm>
        </p:spPr>
        <p:txBody>
          <a:bodyPr>
            <a:noAutofit/>
          </a:bodyPr>
          <a:lstStyle>
            <a:lvl1pPr marL="0" indent="0" algn="l">
              <a:buNone/>
              <a:defRPr sz="4700" b="1">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11" name="Picture 10">
            <a:extLst>
              <a:ext uri="{FF2B5EF4-FFF2-40B4-BE49-F238E27FC236}">
                <a16:creationId xmlns:a16="http://schemas.microsoft.com/office/drawing/2014/main" id="{B3297AC0-ABD9-41D9-AA2E-A3122246B89B}"/>
              </a:ext>
            </a:extLst>
          </p:cNvPr>
          <p:cNvPicPr>
            <a:picLocks noChangeAspect="1"/>
          </p:cNvPicPr>
          <p:nvPr/>
        </p:nvPicPr>
        <p:blipFill>
          <a:blip r:embed="rId2"/>
          <a:srcRect/>
          <a:stretch/>
        </p:blipFill>
        <p:spPr>
          <a:xfrm>
            <a:off x="456563" y="388534"/>
            <a:ext cx="1636870" cy="573990"/>
          </a:xfrm>
          <a:prstGeom prst="rect">
            <a:avLst/>
          </a:prstGeom>
        </p:spPr>
      </p:pic>
      <p:sp>
        <p:nvSpPr>
          <p:cNvPr id="10" name="Rectangle 9">
            <a:extLst>
              <a:ext uri="{FF2B5EF4-FFF2-40B4-BE49-F238E27FC236}">
                <a16:creationId xmlns:a16="http://schemas.microsoft.com/office/drawing/2014/main" id="{2558D53D-E284-7E4F-A53F-873DBAD3A285}"/>
              </a:ext>
            </a:extLst>
          </p:cNvPr>
          <p:cNvSpPr/>
          <p:nvPr/>
        </p:nvSpPr>
        <p:spPr>
          <a:xfrm>
            <a:off x="10961226" y="6128795"/>
            <a:ext cx="902825" cy="729205"/>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9">
            <a:extLst>
              <a:ext uri="{FF2B5EF4-FFF2-40B4-BE49-F238E27FC236}">
                <a16:creationId xmlns:a16="http://schemas.microsoft.com/office/drawing/2014/main" id="{CD1948B9-D857-AC47-B55E-6900ABC6B190}"/>
              </a:ext>
            </a:extLst>
          </p:cNvPr>
          <p:cNvPicPr>
            <a:picLocks noChangeAspect="1"/>
          </p:cNvPicPr>
          <p:nvPr/>
        </p:nvPicPr>
        <p:blipFill>
          <a:blip r:embed="rId3">
            <a:alphaModFix amt="9000"/>
          </a:blip>
          <a:srcRect/>
          <a:stretch/>
        </p:blipFill>
        <p:spPr>
          <a:xfrm>
            <a:off x="5580557" y="-123119"/>
            <a:ext cx="6793199" cy="7213730"/>
          </a:xfrm>
          <a:prstGeom prst="rect">
            <a:avLst/>
          </a:prstGeom>
        </p:spPr>
      </p:pic>
    </p:spTree>
    <p:extLst>
      <p:ext uri="{BB962C8B-B14F-4D97-AF65-F5344CB8AC3E}">
        <p14:creationId xmlns:p14="http://schemas.microsoft.com/office/powerpoint/2010/main" val="995478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3600">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Content Placeholder 2"/>
          <p:cNvSpPr>
            <a:spLocks noGrp="1"/>
          </p:cNvSpPr>
          <p:nvPr>
            <p:ph idx="1"/>
          </p:nvPr>
        </p:nvSpPr>
        <p:spPr/>
        <p:txBody>
          <a:bodyPr/>
          <a:lstStyle>
            <a:lvl1pPr>
              <a:buClr>
                <a:schemeClr val="bg2"/>
              </a:buClr>
              <a:buSzPct val="80000"/>
              <a:defRPr>
                <a:latin typeface="+mn-lt"/>
              </a:defRPr>
            </a:lvl1pPr>
            <a:lvl2pPr>
              <a:buClr>
                <a:schemeClr val="bg2"/>
              </a:buClr>
              <a:buSzPct val="80000"/>
              <a:defRPr>
                <a:latin typeface="+mn-lt"/>
              </a:defRPr>
            </a:lvl2pPr>
            <a:lvl3pPr>
              <a:buClr>
                <a:schemeClr val="bg2"/>
              </a:buClr>
              <a:buSzPct val="80000"/>
              <a:defRPr>
                <a:latin typeface="+mn-lt"/>
              </a:defRPr>
            </a:lvl3pPr>
            <a:lvl4pPr>
              <a:buClr>
                <a:schemeClr val="bg2"/>
              </a:buClr>
              <a:buSzPct val="80000"/>
              <a:defRPr>
                <a:latin typeface="+mn-lt"/>
              </a:defRPr>
            </a:lvl4pPr>
            <a:lvl5pPr>
              <a:buClr>
                <a:schemeClr val="bg2"/>
              </a:buClr>
              <a:buSzPct val="80000"/>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442913" y="6424178"/>
            <a:ext cx="3406616" cy="365125"/>
          </a:xfrm>
          <a:prstGeom prst="rect">
            <a:avLst/>
          </a:prstGeom>
        </p:spPr>
        <p:txBody>
          <a:bodyPr/>
          <a:lstStyle>
            <a:lvl1pPr>
              <a:defRPr>
                <a:solidFill>
                  <a:schemeClr val="bg1"/>
                </a:solidFill>
              </a:defRPr>
            </a:lvl1pPr>
          </a:lstStyle>
          <a:p>
            <a:r>
              <a:rPr lang="en-US"/>
              <a:t>COPYRIGHT 2021 ALEPO</a:t>
            </a:r>
          </a:p>
        </p:txBody>
      </p:sp>
      <p:sp>
        <p:nvSpPr>
          <p:cNvPr id="6" name="Slide Number Placeholder 5"/>
          <p:cNvSpPr>
            <a:spLocks noGrp="1"/>
          </p:cNvSpPr>
          <p:nvPr>
            <p:ph type="sldNum" sz="quarter" idx="12"/>
          </p:nvPr>
        </p:nvSpPr>
        <p:spPr>
          <a:xfrm>
            <a:off x="3598363" y="6424178"/>
            <a:ext cx="1772920" cy="365125"/>
          </a:xfrm>
          <a:prstGeom prst="rect">
            <a:avLst/>
          </a:prstGeom>
        </p:spPr>
        <p:txBody>
          <a:bodyPr/>
          <a:lstStyle>
            <a:lvl1pPr>
              <a:defRPr>
                <a:solidFill>
                  <a:schemeClr val="bg1"/>
                </a:solidFill>
              </a:defRPr>
            </a:lvl1pPr>
          </a:lstStyle>
          <a:p>
            <a:fld id="{E60884FA-1782-2C46-B58F-16BA5B9E415B}" type="slidenum">
              <a:rPr lang="en-US" smtClean="0"/>
              <a:pPr/>
              <a:t>‹#›</a:t>
            </a:fld>
            <a:endParaRPr lang="en-US"/>
          </a:p>
        </p:txBody>
      </p:sp>
    </p:spTree>
    <p:extLst>
      <p:ext uri="{BB962C8B-B14F-4D97-AF65-F5344CB8AC3E}">
        <p14:creationId xmlns:p14="http://schemas.microsoft.com/office/powerpoint/2010/main" val="2439129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6350-93B2-4680-A988-B6371D10B97F}"/>
              </a:ext>
            </a:extLst>
          </p:cNvPr>
          <p:cNvSpPr>
            <a:spLocks noGrp="1"/>
          </p:cNvSpPr>
          <p:nvPr>
            <p:ph type="title"/>
          </p:nvPr>
        </p:nvSpPr>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C4CDAEA1-5423-46B2-9EB6-49247B497BC2}"/>
              </a:ext>
            </a:extLst>
          </p:cNvPr>
          <p:cNvSpPr>
            <a:spLocks noGrp="1"/>
          </p:cNvSpPr>
          <p:nvPr>
            <p:ph type="sldNum" sz="quarter" idx="10"/>
          </p:nvPr>
        </p:nvSpPr>
        <p:spPr/>
        <p:txBody>
          <a:bodyPr/>
          <a:lstStyle/>
          <a:p>
            <a:fld id="{4FAB73BC-B049-4115-A692-8D63A059BFB8}" type="slidenum">
              <a:rPr lang="en-US" smtClean="0"/>
              <a:pPr/>
              <a:t>‹#›</a:t>
            </a:fld>
            <a:endParaRPr lang="en-US"/>
          </a:p>
        </p:txBody>
      </p:sp>
      <p:sp>
        <p:nvSpPr>
          <p:cNvPr id="4" name="Footer Placeholder 3">
            <a:extLst>
              <a:ext uri="{FF2B5EF4-FFF2-40B4-BE49-F238E27FC236}">
                <a16:creationId xmlns:a16="http://schemas.microsoft.com/office/drawing/2014/main" id="{82D7551E-690D-40E5-8B9F-414B5CF7237B}"/>
              </a:ext>
            </a:extLst>
          </p:cNvPr>
          <p:cNvSpPr>
            <a:spLocks noGrp="1"/>
          </p:cNvSpPr>
          <p:nvPr>
            <p:ph type="ftr" sz="quarter" idx="11"/>
          </p:nvPr>
        </p:nvSpPr>
        <p:spPr/>
        <p:txBody>
          <a:bodyPr/>
          <a:lstStyle/>
          <a:p>
            <a:r>
              <a:rPr lang="en-IN"/>
              <a:t>COPYRIGHT 2021 ALEPO</a:t>
            </a:r>
            <a:endParaRPr lang="en-US"/>
          </a:p>
        </p:txBody>
      </p:sp>
    </p:spTree>
    <p:extLst>
      <p:ext uri="{BB962C8B-B14F-4D97-AF65-F5344CB8AC3E}">
        <p14:creationId xmlns:p14="http://schemas.microsoft.com/office/powerpoint/2010/main" val="259650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pic>
        <p:nvPicPr>
          <p:cNvPr id="7" name="Picture 6" descr="Two people looking at a computer&#10;&#10;Description automatically generated with medium confidence">
            <a:extLst>
              <a:ext uri="{FF2B5EF4-FFF2-40B4-BE49-F238E27FC236}">
                <a16:creationId xmlns:a16="http://schemas.microsoft.com/office/drawing/2014/main" id="{463D3DDA-BC95-4899-B787-67CB87B778C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title" hasCustomPrompt="1"/>
          </p:nvPr>
        </p:nvSpPr>
        <p:spPr/>
        <p:txBody>
          <a:bodyPr/>
          <a:lstStyle>
            <a:lvl1pPr>
              <a:defRPr sz="3600">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Content Placeholder 2"/>
          <p:cNvSpPr>
            <a:spLocks noGrp="1"/>
          </p:cNvSpPr>
          <p:nvPr>
            <p:ph idx="1"/>
          </p:nvPr>
        </p:nvSpPr>
        <p:spPr>
          <a:xfrm>
            <a:off x="442913" y="1315454"/>
            <a:ext cx="4928370" cy="4832128"/>
          </a:xfrm>
        </p:spPr>
        <p:txBody>
          <a:bodyPr/>
          <a:lstStyle>
            <a:lvl1pPr>
              <a:buClr>
                <a:schemeClr val="bg2"/>
              </a:buClr>
              <a:buSzPct val="80000"/>
              <a:defRPr>
                <a:latin typeface="+mn-lt"/>
              </a:defRPr>
            </a:lvl1pPr>
            <a:lvl2pPr>
              <a:buClr>
                <a:schemeClr val="bg2"/>
              </a:buClr>
              <a:buSzPct val="80000"/>
              <a:defRPr>
                <a:latin typeface="+mn-lt"/>
              </a:defRPr>
            </a:lvl2pPr>
            <a:lvl3pPr>
              <a:buClr>
                <a:schemeClr val="bg2"/>
              </a:buClr>
              <a:buSzPct val="80000"/>
              <a:defRPr>
                <a:latin typeface="+mn-lt"/>
              </a:defRPr>
            </a:lvl3pPr>
            <a:lvl4pPr>
              <a:buClr>
                <a:schemeClr val="bg2"/>
              </a:buClr>
              <a:buSzPct val="80000"/>
              <a:defRPr>
                <a:latin typeface="+mn-lt"/>
              </a:defRPr>
            </a:lvl4pPr>
            <a:lvl5pPr>
              <a:buClr>
                <a:schemeClr val="bg2"/>
              </a:buClr>
              <a:buSzPct val="80000"/>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442913" y="6424178"/>
            <a:ext cx="3406616" cy="365125"/>
          </a:xfrm>
          <a:prstGeom prst="rect">
            <a:avLst/>
          </a:prstGeom>
        </p:spPr>
        <p:txBody>
          <a:bodyPr/>
          <a:lstStyle>
            <a:lvl1pPr>
              <a:defRPr>
                <a:solidFill>
                  <a:schemeClr val="bg1"/>
                </a:solidFill>
              </a:defRPr>
            </a:lvl1pPr>
          </a:lstStyle>
          <a:p>
            <a:r>
              <a:rPr lang="en-US"/>
              <a:t>COPYRIGHT 2021 ALEPO</a:t>
            </a:r>
          </a:p>
        </p:txBody>
      </p:sp>
      <p:sp>
        <p:nvSpPr>
          <p:cNvPr id="6" name="Slide Number Placeholder 5"/>
          <p:cNvSpPr>
            <a:spLocks noGrp="1"/>
          </p:cNvSpPr>
          <p:nvPr>
            <p:ph type="sldNum" sz="quarter" idx="12"/>
          </p:nvPr>
        </p:nvSpPr>
        <p:spPr>
          <a:xfrm>
            <a:off x="3598363" y="6424178"/>
            <a:ext cx="1772920" cy="365125"/>
          </a:xfrm>
          <a:prstGeom prst="rect">
            <a:avLst/>
          </a:prstGeom>
        </p:spPr>
        <p:txBody>
          <a:bodyPr/>
          <a:lstStyle>
            <a:lvl1pPr>
              <a:defRPr>
                <a:solidFill>
                  <a:schemeClr val="bg1"/>
                </a:solidFill>
              </a:defRPr>
            </a:lvl1pPr>
          </a:lstStyle>
          <a:p>
            <a:fld id="{E60884FA-1782-2C46-B58F-16BA5B9E415B}" type="slidenum">
              <a:rPr lang="en-US" smtClean="0"/>
              <a:pPr/>
              <a:t>‹#›</a:t>
            </a:fld>
            <a:endParaRPr lang="en-US"/>
          </a:p>
        </p:txBody>
      </p:sp>
    </p:spTree>
    <p:extLst>
      <p:ext uri="{BB962C8B-B14F-4D97-AF65-F5344CB8AC3E}">
        <p14:creationId xmlns:p14="http://schemas.microsoft.com/office/powerpoint/2010/main" val="700349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_Custom Layout">
    <p:bg>
      <p:bgPr>
        <a:solidFill>
          <a:schemeClr val="tx1">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22A8-6D11-4CA9-AC39-511F3B748A1E}"/>
              </a:ext>
            </a:extLst>
          </p:cNvPr>
          <p:cNvSpPr>
            <a:spLocks noGrp="1"/>
          </p:cNvSpPr>
          <p:nvPr>
            <p:ph type="title"/>
          </p:nvPr>
        </p:nvSpPr>
        <p:spPr/>
        <p:txBody>
          <a:bodyPr>
            <a:normAutofit/>
          </a:bodyPr>
          <a:lstStyle>
            <a:lvl1pPr algn="ctr">
              <a:defRPr sz="4400" b="1">
                <a:solidFill>
                  <a:srgbClr val="2D6188"/>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4A72AC3A-5131-4BCE-B887-8109E951820A}"/>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1C757876-651E-42C8-926D-A54BB81B931D}"/>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6" name="Rectangle 5">
            <a:extLst>
              <a:ext uri="{FF2B5EF4-FFF2-40B4-BE49-F238E27FC236}">
                <a16:creationId xmlns:a16="http://schemas.microsoft.com/office/drawing/2014/main" id="{F335ACE1-356B-44AB-89FE-954441DC3DBD}"/>
              </a:ext>
            </a:extLst>
          </p:cNvPr>
          <p:cNvSpPr/>
          <p:nvPr/>
        </p:nvSpPr>
        <p:spPr>
          <a:xfrm>
            <a:off x="3134251" y="2015638"/>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
            <a:extLst>
              <a:ext uri="{FF2B5EF4-FFF2-40B4-BE49-F238E27FC236}">
                <a16:creationId xmlns:a16="http://schemas.microsoft.com/office/drawing/2014/main" id="{C897319A-AAB0-4811-A0BB-5E8BCCE705C1}"/>
              </a:ext>
            </a:extLst>
          </p:cNvPr>
          <p:cNvSpPr txBox="1">
            <a:spLocks/>
          </p:cNvSpPr>
          <p:nvPr/>
        </p:nvSpPr>
        <p:spPr>
          <a:xfrm>
            <a:off x="1150793" y="1895323"/>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1</a:t>
            </a:r>
          </a:p>
        </p:txBody>
      </p:sp>
      <p:sp>
        <p:nvSpPr>
          <p:cNvPr id="9" name="Rectangle 8">
            <a:extLst>
              <a:ext uri="{FF2B5EF4-FFF2-40B4-BE49-F238E27FC236}">
                <a16:creationId xmlns:a16="http://schemas.microsoft.com/office/drawing/2014/main" id="{7A0DCE6C-8CA6-4322-85DD-70B67509E587}"/>
              </a:ext>
            </a:extLst>
          </p:cNvPr>
          <p:cNvSpPr/>
          <p:nvPr/>
        </p:nvSpPr>
        <p:spPr>
          <a:xfrm>
            <a:off x="5568392" y="2015638"/>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
            <a:extLst>
              <a:ext uri="{FF2B5EF4-FFF2-40B4-BE49-F238E27FC236}">
                <a16:creationId xmlns:a16="http://schemas.microsoft.com/office/drawing/2014/main" id="{35FD50F6-1C19-4D7B-87BE-9BDF59D74A4A}"/>
              </a:ext>
            </a:extLst>
          </p:cNvPr>
          <p:cNvSpPr txBox="1">
            <a:spLocks/>
          </p:cNvSpPr>
          <p:nvPr/>
        </p:nvSpPr>
        <p:spPr>
          <a:xfrm>
            <a:off x="3584933" y="1895323"/>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FF3D57"/>
                </a:solidFill>
                <a:latin typeface="Roboto" panose="02000000000000000000" pitchFamily="2" charset="0"/>
                <a:ea typeface="Roboto" panose="02000000000000000000" pitchFamily="2" charset="0"/>
                <a:cs typeface="Roboto" panose="02000000000000000000" pitchFamily="2" charset="0"/>
              </a:rPr>
              <a:t>2</a:t>
            </a:r>
          </a:p>
        </p:txBody>
      </p:sp>
      <p:sp>
        <p:nvSpPr>
          <p:cNvPr id="12" name="Rectangle 11">
            <a:extLst>
              <a:ext uri="{FF2B5EF4-FFF2-40B4-BE49-F238E27FC236}">
                <a16:creationId xmlns:a16="http://schemas.microsoft.com/office/drawing/2014/main" id="{7A1FB2DD-A0F3-4491-9726-E8BB176D46AF}"/>
              </a:ext>
            </a:extLst>
          </p:cNvPr>
          <p:cNvSpPr/>
          <p:nvPr/>
        </p:nvSpPr>
        <p:spPr>
          <a:xfrm>
            <a:off x="8002532" y="2015638"/>
            <a:ext cx="28800" cy="1587301"/>
          </a:xfrm>
          <a:prstGeom prst="rect">
            <a:avLst/>
          </a:prstGeom>
          <a:solidFill>
            <a:srgbClr val="18C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6894BB99-BA28-449F-B57C-D4BE12C9E718}"/>
              </a:ext>
            </a:extLst>
          </p:cNvPr>
          <p:cNvSpPr txBox="1">
            <a:spLocks/>
          </p:cNvSpPr>
          <p:nvPr/>
        </p:nvSpPr>
        <p:spPr>
          <a:xfrm>
            <a:off x="6019073" y="1895323"/>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8C0FF"/>
                </a:solidFill>
                <a:latin typeface="Roboto" panose="02000000000000000000" pitchFamily="2" charset="0"/>
                <a:ea typeface="Roboto" panose="02000000000000000000" pitchFamily="2" charset="0"/>
                <a:cs typeface="Roboto" panose="02000000000000000000" pitchFamily="2" charset="0"/>
              </a:rPr>
              <a:t>3</a:t>
            </a:r>
          </a:p>
        </p:txBody>
      </p:sp>
      <p:sp>
        <p:nvSpPr>
          <p:cNvPr id="15" name="Rectangle 14">
            <a:extLst>
              <a:ext uri="{FF2B5EF4-FFF2-40B4-BE49-F238E27FC236}">
                <a16:creationId xmlns:a16="http://schemas.microsoft.com/office/drawing/2014/main" id="{7B7A2BA3-D391-4357-A70B-7B37359D3973}"/>
              </a:ext>
            </a:extLst>
          </p:cNvPr>
          <p:cNvSpPr/>
          <p:nvPr/>
        </p:nvSpPr>
        <p:spPr>
          <a:xfrm>
            <a:off x="10320956" y="2015638"/>
            <a:ext cx="28800" cy="1587301"/>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2">
            <a:extLst>
              <a:ext uri="{FF2B5EF4-FFF2-40B4-BE49-F238E27FC236}">
                <a16:creationId xmlns:a16="http://schemas.microsoft.com/office/drawing/2014/main" id="{E047191A-3406-43A7-AB62-3E0751139242}"/>
              </a:ext>
            </a:extLst>
          </p:cNvPr>
          <p:cNvSpPr txBox="1">
            <a:spLocks/>
          </p:cNvSpPr>
          <p:nvPr/>
        </p:nvSpPr>
        <p:spPr>
          <a:xfrm>
            <a:off x="8337497" y="1895323"/>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7ABB8"/>
                </a:solidFill>
                <a:latin typeface="Roboto" panose="02000000000000000000" pitchFamily="2" charset="0"/>
                <a:ea typeface="Roboto" panose="02000000000000000000" pitchFamily="2" charset="0"/>
                <a:cs typeface="Roboto" panose="02000000000000000000" pitchFamily="2" charset="0"/>
              </a:rPr>
              <a:t>4</a:t>
            </a:r>
          </a:p>
        </p:txBody>
      </p:sp>
      <p:sp>
        <p:nvSpPr>
          <p:cNvPr id="18" name="Rectangle 17">
            <a:extLst>
              <a:ext uri="{FF2B5EF4-FFF2-40B4-BE49-F238E27FC236}">
                <a16:creationId xmlns:a16="http://schemas.microsoft.com/office/drawing/2014/main" id="{760A879F-B2C0-422F-9092-4EB49C9806E3}"/>
              </a:ext>
            </a:extLst>
          </p:cNvPr>
          <p:cNvSpPr/>
          <p:nvPr/>
        </p:nvSpPr>
        <p:spPr>
          <a:xfrm>
            <a:off x="4538131" y="4126747"/>
            <a:ext cx="28800" cy="1587301"/>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2">
            <a:extLst>
              <a:ext uri="{FF2B5EF4-FFF2-40B4-BE49-F238E27FC236}">
                <a16:creationId xmlns:a16="http://schemas.microsoft.com/office/drawing/2014/main" id="{80F5BE09-6121-4982-B83F-B1ECE4BF5E12}"/>
              </a:ext>
            </a:extLst>
          </p:cNvPr>
          <p:cNvSpPr txBox="1">
            <a:spLocks/>
          </p:cNvSpPr>
          <p:nvPr/>
        </p:nvSpPr>
        <p:spPr>
          <a:xfrm>
            <a:off x="2554672"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D6188"/>
                </a:solidFill>
                <a:latin typeface="Roboto" panose="02000000000000000000" pitchFamily="2" charset="0"/>
                <a:ea typeface="Roboto" panose="02000000000000000000" pitchFamily="2" charset="0"/>
                <a:cs typeface="Roboto" panose="02000000000000000000" pitchFamily="2" charset="0"/>
              </a:rPr>
              <a:t>5</a:t>
            </a:r>
          </a:p>
        </p:txBody>
      </p:sp>
      <p:sp>
        <p:nvSpPr>
          <p:cNvPr id="21" name="Rectangle 20">
            <a:extLst>
              <a:ext uri="{FF2B5EF4-FFF2-40B4-BE49-F238E27FC236}">
                <a16:creationId xmlns:a16="http://schemas.microsoft.com/office/drawing/2014/main" id="{C7DF8707-C2D4-4814-ADD1-F5FAA1CDF01C}"/>
              </a:ext>
            </a:extLst>
          </p:cNvPr>
          <p:cNvSpPr/>
          <p:nvPr/>
        </p:nvSpPr>
        <p:spPr>
          <a:xfrm>
            <a:off x="6798840" y="4126747"/>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
            <a:extLst>
              <a:ext uri="{FF2B5EF4-FFF2-40B4-BE49-F238E27FC236}">
                <a16:creationId xmlns:a16="http://schemas.microsoft.com/office/drawing/2014/main" id="{742F964B-41FA-4CB5-A487-A420FFDE69C9}"/>
              </a:ext>
            </a:extLst>
          </p:cNvPr>
          <p:cNvSpPr txBox="1">
            <a:spLocks/>
          </p:cNvSpPr>
          <p:nvPr/>
        </p:nvSpPr>
        <p:spPr>
          <a:xfrm>
            <a:off x="4815381"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6</a:t>
            </a:r>
          </a:p>
        </p:txBody>
      </p:sp>
      <p:sp>
        <p:nvSpPr>
          <p:cNvPr id="24" name="Rectangle 23">
            <a:extLst>
              <a:ext uri="{FF2B5EF4-FFF2-40B4-BE49-F238E27FC236}">
                <a16:creationId xmlns:a16="http://schemas.microsoft.com/office/drawing/2014/main" id="{853D8BDF-E1DA-4B5A-8A4A-C7C2E3ABC95B}"/>
              </a:ext>
            </a:extLst>
          </p:cNvPr>
          <p:cNvSpPr/>
          <p:nvPr/>
        </p:nvSpPr>
        <p:spPr>
          <a:xfrm>
            <a:off x="9232980" y="4126747"/>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3">
            <a:extLst>
              <a:ext uri="{FF2B5EF4-FFF2-40B4-BE49-F238E27FC236}">
                <a16:creationId xmlns:a16="http://schemas.microsoft.com/office/drawing/2014/main" id="{FABAD745-D916-4261-8909-3B1100E1EB15}"/>
              </a:ext>
            </a:extLst>
          </p:cNvPr>
          <p:cNvSpPr>
            <a:spLocks noGrp="1"/>
          </p:cNvSpPr>
          <p:nvPr>
            <p:ph type="body" sz="quarter" idx="12"/>
          </p:nvPr>
        </p:nvSpPr>
        <p:spPr>
          <a:xfrm>
            <a:off x="1381708" y="2532830"/>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6" name="Text Placeholder 3">
            <a:extLst>
              <a:ext uri="{FF2B5EF4-FFF2-40B4-BE49-F238E27FC236}">
                <a16:creationId xmlns:a16="http://schemas.microsoft.com/office/drawing/2014/main" id="{98635C6F-A8A1-419A-82D4-8E5201D070BC}"/>
              </a:ext>
            </a:extLst>
          </p:cNvPr>
          <p:cNvSpPr>
            <a:spLocks noGrp="1"/>
          </p:cNvSpPr>
          <p:nvPr>
            <p:ph type="body" sz="quarter" idx="13"/>
          </p:nvPr>
        </p:nvSpPr>
        <p:spPr>
          <a:xfrm>
            <a:off x="3835311" y="2532830"/>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7" name="Text Placeholder 3">
            <a:extLst>
              <a:ext uri="{FF2B5EF4-FFF2-40B4-BE49-F238E27FC236}">
                <a16:creationId xmlns:a16="http://schemas.microsoft.com/office/drawing/2014/main" id="{31D4F151-0D00-453E-88E8-0BA2F9ADC8B2}"/>
              </a:ext>
            </a:extLst>
          </p:cNvPr>
          <p:cNvSpPr>
            <a:spLocks noGrp="1"/>
          </p:cNvSpPr>
          <p:nvPr>
            <p:ph type="body" sz="quarter" idx="14"/>
          </p:nvPr>
        </p:nvSpPr>
        <p:spPr>
          <a:xfrm>
            <a:off x="6249989" y="2532830"/>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8" name="Text Placeholder 3">
            <a:extLst>
              <a:ext uri="{FF2B5EF4-FFF2-40B4-BE49-F238E27FC236}">
                <a16:creationId xmlns:a16="http://schemas.microsoft.com/office/drawing/2014/main" id="{59743D86-3841-44F3-8FD7-E602074015AE}"/>
              </a:ext>
            </a:extLst>
          </p:cNvPr>
          <p:cNvSpPr>
            <a:spLocks noGrp="1"/>
          </p:cNvSpPr>
          <p:nvPr>
            <p:ph type="body" sz="quarter" idx="15"/>
          </p:nvPr>
        </p:nvSpPr>
        <p:spPr>
          <a:xfrm>
            <a:off x="8581476" y="2532830"/>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9" name="Text Placeholder 3">
            <a:extLst>
              <a:ext uri="{FF2B5EF4-FFF2-40B4-BE49-F238E27FC236}">
                <a16:creationId xmlns:a16="http://schemas.microsoft.com/office/drawing/2014/main" id="{4A2F62E4-9B64-4FA5-83ED-C3AC5E7D26D6}"/>
              </a:ext>
            </a:extLst>
          </p:cNvPr>
          <p:cNvSpPr>
            <a:spLocks noGrp="1"/>
          </p:cNvSpPr>
          <p:nvPr>
            <p:ph type="body" sz="quarter" idx="16"/>
          </p:nvPr>
        </p:nvSpPr>
        <p:spPr>
          <a:xfrm>
            <a:off x="2790401" y="4643939"/>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0" name="Text Placeholder 3">
            <a:extLst>
              <a:ext uri="{FF2B5EF4-FFF2-40B4-BE49-F238E27FC236}">
                <a16:creationId xmlns:a16="http://schemas.microsoft.com/office/drawing/2014/main" id="{0D264C06-CC85-48E4-BBD7-86BF6690854F}"/>
              </a:ext>
            </a:extLst>
          </p:cNvPr>
          <p:cNvSpPr>
            <a:spLocks noGrp="1"/>
          </p:cNvSpPr>
          <p:nvPr>
            <p:ph type="body" sz="quarter" idx="17"/>
          </p:nvPr>
        </p:nvSpPr>
        <p:spPr>
          <a:xfrm>
            <a:off x="5046296"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1" name="Text Placeholder 3">
            <a:extLst>
              <a:ext uri="{FF2B5EF4-FFF2-40B4-BE49-F238E27FC236}">
                <a16:creationId xmlns:a16="http://schemas.microsoft.com/office/drawing/2014/main" id="{F3CA82DA-E94F-4704-91F6-5F43332B37E2}"/>
              </a:ext>
            </a:extLst>
          </p:cNvPr>
          <p:cNvSpPr>
            <a:spLocks noGrp="1"/>
          </p:cNvSpPr>
          <p:nvPr>
            <p:ph type="body" sz="quarter" idx="18"/>
          </p:nvPr>
        </p:nvSpPr>
        <p:spPr>
          <a:xfrm>
            <a:off x="7499899"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6" name="Text Placeholder 2">
            <a:extLst>
              <a:ext uri="{FF2B5EF4-FFF2-40B4-BE49-F238E27FC236}">
                <a16:creationId xmlns:a16="http://schemas.microsoft.com/office/drawing/2014/main" id="{F68145BD-EA22-4482-9F71-903E11FB99FC}"/>
              </a:ext>
            </a:extLst>
          </p:cNvPr>
          <p:cNvSpPr txBox="1">
            <a:spLocks/>
          </p:cNvSpPr>
          <p:nvPr/>
        </p:nvSpPr>
        <p:spPr>
          <a:xfrm>
            <a:off x="7255921"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FF3D57"/>
                </a:solidFill>
                <a:latin typeface="Roboto" panose="02000000000000000000" pitchFamily="2" charset="0"/>
                <a:ea typeface="Roboto" panose="02000000000000000000" pitchFamily="2" charset="0"/>
                <a:cs typeface="Roboto" panose="02000000000000000000" pitchFamily="2" charset="0"/>
              </a:rPr>
              <a:t>7</a:t>
            </a:r>
          </a:p>
        </p:txBody>
      </p:sp>
    </p:spTree>
    <p:extLst>
      <p:ext uri="{BB962C8B-B14F-4D97-AF65-F5344CB8AC3E}">
        <p14:creationId xmlns:p14="http://schemas.microsoft.com/office/powerpoint/2010/main" val="362678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4_Custom Layout">
    <p:bg>
      <p:bgPr>
        <a:solidFill>
          <a:schemeClr val="tx1">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22A8-6D11-4CA9-AC39-511F3B748A1E}"/>
              </a:ext>
            </a:extLst>
          </p:cNvPr>
          <p:cNvSpPr>
            <a:spLocks noGrp="1"/>
          </p:cNvSpPr>
          <p:nvPr>
            <p:ph type="title"/>
          </p:nvPr>
        </p:nvSpPr>
        <p:spPr/>
        <p:txBody>
          <a:bodyPr>
            <a:normAutofit/>
          </a:bodyPr>
          <a:lstStyle>
            <a:lvl1pPr algn="ctr">
              <a:defRPr sz="4400" b="1">
                <a:solidFill>
                  <a:srgbClr val="2D6188"/>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4A72AC3A-5131-4BCE-B887-8109E951820A}"/>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1C757876-651E-42C8-926D-A54BB81B931D}"/>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6" name="Rectangle 5">
            <a:extLst>
              <a:ext uri="{FF2B5EF4-FFF2-40B4-BE49-F238E27FC236}">
                <a16:creationId xmlns:a16="http://schemas.microsoft.com/office/drawing/2014/main" id="{F335ACE1-356B-44AB-89FE-954441DC3DBD}"/>
              </a:ext>
            </a:extLst>
          </p:cNvPr>
          <p:cNvSpPr/>
          <p:nvPr/>
        </p:nvSpPr>
        <p:spPr>
          <a:xfrm>
            <a:off x="2069431" y="2021305"/>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
            <a:extLst>
              <a:ext uri="{FF2B5EF4-FFF2-40B4-BE49-F238E27FC236}">
                <a16:creationId xmlns:a16="http://schemas.microsoft.com/office/drawing/2014/main" id="{C897319A-AAB0-4811-A0BB-5E8BCCE705C1}"/>
              </a:ext>
            </a:extLst>
          </p:cNvPr>
          <p:cNvSpPr txBox="1">
            <a:spLocks/>
          </p:cNvSpPr>
          <p:nvPr/>
        </p:nvSpPr>
        <p:spPr>
          <a:xfrm>
            <a:off x="8597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1</a:t>
            </a:r>
          </a:p>
        </p:txBody>
      </p:sp>
      <p:sp>
        <p:nvSpPr>
          <p:cNvPr id="9" name="Rectangle 8">
            <a:extLst>
              <a:ext uri="{FF2B5EF4-FFF2-40B4-BE49-F238E27FC236}">
                <a16:creationId xmlns:a16="http://schemas.microsoft.com/office/drawing/2014/main" id="{7A0DCE6C-8CA6-4322-85DD-70B67509E587}"/>
              </a:ext>
            </a:extLst>
          </p:cNvPr>
          <p:cNvSpPr/>
          <p:nvPr/>
        </p:nvSpPr>
        <p:spPr>
          <a:xfrm>
            <a:off x="4503572" y="2021305"/>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
            <a:extLst>
              <a:ext uri="{FF2B5EF4-FFF2-40B4-BE49-F238E27FC236}">
                <a16:creationId xmlns:a16="http://schemas.microsoft.com/office/drawing/2014/main" id="{35FD50F6-1C19-4D7B-87BE-9BDF59D74A4A}"/>
              </a:ext>
            </a:extLst>
          </p:cNvPr>
          <p:cNvSpPr txBox="1">
            <a:spLocks/>
          </p:cNvSpPr>
          <p:nvPr/>
        </p:nvSpPr>
        <p:spPr>
          <a:xfrm>
            <a:off x="252011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FF3D57"/>
                </a:solidFill>
                <a:latin typeface="Roboto" panose="02000000000000000000" pitchFamily="2" charset="0"/>
                <a:ea typeface="Roboto" panose="02000000000000000000" pitchFamily="2" charset="0"/>
                <a:cs typeface="Roboto" panose="02000000000000000000" pitchFamily="2" charset="0"/>
              </a:rPr>
              <a:t>2</a:t>
            </a:r>
          </a:p>
        </p:txBody>
      </p:sp>
      <p:sp>
        <p:nvSpPr>
          <p:cNvPr id="12" name="Rectangle 11">
            <a:extLst>
              <a:ext uri="{FF2B5EF4-FFF2-40B4-BE49-F238E27FC236}">
                <a16:creationId xmlns:a16="http://schemas.microsoft.com/office/drawing/2014/main" id="{7A1FB2DD-A0F3-4491-9726-E8BB176D46AF}"/>
              </a:ext>
            </a:extLst>
          </p:cNvPr>
          <p:cNvSpPr/>
          <p:nvPr/>
        </p:nvSpPr>
        <p:spPr>
          <a:xfrm>
            <a:off x="6937712" y="2021305"/>
            <a:ext cx="28800" cy="1587301"/>
          </a:xfrm>
          <a:prstGeom prst="rect">
            <a:avLst/>
          </a:prstGeom>
          <a:solidFill>
            <a:srgbClr val="18C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6894BB99-BA28-449F-B57C-D4BE12C9E718}"/>
              </a:ext>
            </a:extLst>
          </p:cNvPr>
          <p:cNvSpPr txBox="1">
            <a:spLocks/>
          </p:cNvSpPr>
          <p:nvPr/>
        </p:nvSpPr>
        <p:spPr>
          <a:xfrm>
            <a:off x="495425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8C0FF"/>
                </a:solidFill>
                <a:latin typeface="Roboto" panose="02000000000000000000" pitchFamily="2" charset="0"/>
                <a:ea typeface="Roboto" panose="02000000000000000000" pitchFamily="2" charset="0"/>
                <a:cs typeface="Roboto" panose="02000000000000000000" pitchFamily="2" charset="0"/>
              </a:rPr>
              <a:t>3</a:t>
            </a:r>
          </a:p>
        </p:txBody>
      </p:sp>
      <p:sp>
        <p:nvSpPr>
          <p:cNvPr id="15" name="Rectangle 14">
            <a:extLst>
              <a:ext uri="{FF2B5EF4-FFF2-40B4-BE49-F238E27FC236}">
                <a16:creationId xmlns:a16="http://schemas.microsoft.com/office/drawing/2014/main" id="{7B7A2BA3-D391-4357-A70B-7B37359D3973}"/>
              </a:ext>
            </a:extLst>
          </p:cNvPr>
          <p:cNvSpPr/>
          <p:nvPr/>
        </p:nvSpPr>
        <p:spPr>
          <a:xfrm>
            <a:off x="9256136" y="2021305"/>
            <a:ext cx="28800" cy="1587301"/>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2">
            <a:extLst>
              <a:ext uri="{FF2B5EF4-FFF2-40B4-BE49-F238E27FC236}">
                <a16:creationId xmlns:a16="http://schemas.microsoft.com/office/drawing/2014/main" id="{E047191A-3406-43A7-AB62-3E0751139242}"/>
              </a:ext>
            </a:extLst>
          </p:cNvPr>
          <p:cNvSpPr txBox="1">
            <a:spLocks/>
          </p:cNvSpPr>
          <p:nvPr/>
        </p:nvSpPr>
        <p:spPr>
          <a:xfrm>
            <a:off x="7272677"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7ABB8"/>
                </a:solidFill>
                <a:latin typeface="Roboto" panose="02000000000000000000" pitchFamily="2" charset="0"/>
                <a:ea typeface="Roboto" panose="02000000000000000000" pitchFamily="2" charset="0"/>
                <a:cs typeface="Roboto" panose="02000000000000000000" pitchFamily="2" charset="0"/>
              </a:rPr>
              <a:t>4</a:t>
            </a:r>
          </a:p>
        </p:txBody>
      </p:sp>
      <p:sp>
        <p:nvSpPr>
          <p:cNvPr id="18" name="Rectangle 17">
            <a:extLst>
              <a:ext uri="{FF2B5EF4-FFF2-40B4-BE49-F238E27FC236}">
                <a16:creationId xmlns:a16="http://schemas.microsoft.com/office/drawing/2014/main" id="{760A879F-B2C0-422F-9092-4EB49C9806E3}"/>
              </a:ext>
            </a:extLst>
          </p:cNvPr>
          <p:cNvSpPr/>
          <p:nvPr/>
        </p:nvSpPr>
        <p:spPr>
          <a:xfrm>
            <a:off x="11574560" y="2021305"/>
            <a:ext cx="28800" cy="1587301"/>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2">
            <a:extLst>
              <a:ext uri="{FF2B5EF4-FFF2-40B4-BE49-F238E27FC236}">
                <a16:creationId xmlns:a16="http://schemas.microsoft.com/office/drawing/2014/main" id="{80F5BE09-6121-4982-B83F-B1ECE4BF5E12}"/>
              </a:ext>
            </a:extLst>
          </p:cNvPr>
          <p:cNvSpPr txBox="1">
            <a:spLocks/>
          </p:cNvSpPr>
          <p:nvPr/>
        </p:nvSpPr>
        <p:spPr>
          <a:xfrm>
            <a:off x="9591101"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D6188"/>
                </a:solidFill>
                <a:latin typeface="Roboto" panose="02000000000000000000" pitchFamily="2" charset="0"/>
                <a:ea typeface="Roboto" panose="02000000000000000000" pitchFamily="2" charset="0"/>
                <a:cs typeface="Roboto" panose="02000000000000000000" pitchFamily="2" charset="0"/>
              </a:rPr>
              <a:t>5</a:t>
            </a:r>
          </a:p>
        </p:txBody>
      </p:sp>
      <p:sp>
        <p:nvSpPr>
          <p:cNvPr id="21" name="Rectangle 20">
            <a:extLst>
              <a:ext uri="{FF2B5EF4-FFF2-40B4-BE49-F238E27FC236}">
                <a16:creationId xmlns:a16="http://schemas.microsoft.com/office/drawing/2014/main" id="{C7DF8707-C2D4-4814-ADD1-F5FAA1CDF01C}"/>
              </a:ext>
            </a:extLst>
          </p:cNvPr>
          <p:cNvSpPr/>
          <p:nvPr/>
        </p:nvSpPr>
        <p:spPr>
          <a:xfrm>
            <a:off x="2069432" y="4126747"/>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
            <a:extLst>
              <a:ext uri="{FF2B5EF4-FFF2-40B4-BE49-F238E27FC236}">
                <a16:creationId xmlns:a16="http://schemas.microsoft.com/office/drawing/2014/main" id="{742F964B-41FA-4CB5-A487-A420FFDE69C9}"/>
              </a:ext>
            </a:extLst>
          </p:cNvPr>
          <p:cNvSpPr txBox="1">
            <a:spLocks/>
          </p:cNvSpPr>
          <p:nvPr/>
        </p:nvSpPr>
        <p:spPr>
          <a:xfrm>
            <a:off x="85973"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6</a:t>
            </a:r>
          </a:p>
        </p:txBody>
      </p:sp>
      <p:sp>
        <p:nvSpPr>
          <p:cNvPr id="24" name="Rectangle 23">
            <a:extLst>
              <a:ext uri="{FF2B5EF4-FFF2-40B4-BE49-F238E27FC236}">
                <a16:creationId xmlns:a16="http://schemas.microsoft.com/office/drawing/2014/main" id="{853D8BDF-E1DA-4B5A-8A4A-C7C2E3ABC95B}"/>
              </a:ext>
            </a:extLst>
          </p:cNvPr>
          <p:cNvSpPr/>
          <p:nvPr/>
        </p:nvSpPr>
        <p:spPr>
          <a:xfrm>
            <a:off x="4503572" y="4126747"/>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DEBC3F1-FD7B-47E6-BA65-486DD792053D}"/>
              </a:ext>
            </a:extLst>
          </p:cNvPr>
          <p:cNvSpPr/>
          <p:nvPr/>
        </p:nvSpPr>
        <p:spPr>
          <a:xfrm>
            <a:off x="6937712" y="4126747"/>
            <a:ext cx="28800" cy="1587301"/>
          </a:xfrm>
          <a:prstGeom prst="rect">
            <a:avLst/>
          </a:prstGeom>
          <a:solidFill>
            <a:srgbClr val="18C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Placeholder 2">
            <a:extLst>
              <a:ext uri="{FF2B5EF4-FFF2-40B4-BE49-F238E27FC236}">
                <a16:creationId xmlns:a16="http://schemas.microsoft.com/office/drawing/2014/main" id="{9288B415-474E-4513-9396-36C2B0F9A5BE}"/>
              </a:ext>
            </a:extLst>
          </p:cNvPr>
          <p:cNvSpPr txBox="1">
            <a:spLocks/>
          </p:cNvSpPr>
          <p:nvPr/>
        </p:nvSpPr>
        <p:spPr>
          <a:xfrm>
            <a:off x="4899595" y="396123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8C0FF"/>
                </a:solidFill>
                <a:latin typeface="Roboto" panose="02000000000000000000" pitchFamily="2" charset="0"/>
                <a:ea typeface="Roboto" panose="02000000000000000000" pitchFamily="2" charset="0"/>
                <a:cs typeface="Roboto" panose="02000000000000000000" pitchFamily="2" charset="0"/>
              </a:rPr>
              <a:t>8</a:t>
            </a:r>
          </a:p>
        </p:txBody>
      </p:sp>
      <p:sp>
        <p:nvSpPr>
          <p:cNvPr id="30" name="Rectangle 29">
            <a:extLst>
              <a:ext uri="{FF2B5EF4-FFF2-40B4-BE49-F238E27FC236}">
                <a16:creationId xmlns:a16="http://schemas.microsoft.com/office/drawing/2014/main" id="{6F2F0C67-FCE5-4661-B88A-E32A43621BFD}"/>
              </a:ext>
            </a:extLst>
          </p:cNvPr>
          <p:cNvSpPr/>
          <p:nvPr/>
        </p:nvSpPr>
        <p:spPr>
          <a:xfrm>
            <a:off x="9256136" y="4126747"/>
            <a:ext cx="28800" cy="1587301"/>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C7742D72-E85F-4C07-AB77-F9957C7CF062}"/>
              </a:ext>
            </a:extLst>
          </p:cNvPr>
          <p:cNvSpPr txBox="1">
            <a:spLocks/>
          </p:cNvSpPr>
          <p:nvPr/>
        </p:nvSpPr>
        <p:spPr>
          <a:xfrm>
            <a:off x="7272677"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7ABB8"/>
                </a:solidFill>
                <a:latin typeface="Roboto" panose="02000000000000000000" pitchFamily="2" charset="0"/>
                <a:ea typeface="Roboto" panose="02000000000000000000" pitchFamily="2" charset="0"/>
                <a:cs typeface="Roboto" panose="02000000000000000000" pitchFamily="2" charset="0"/>
              </a:rPr>
              <a:t>9</a:t>
            </a:r>
          </a:p>
        </p:txBody>
      </p:sp>
      <p:sp>
        <p:nvSpPr>
          <p:cNvPr id="33" name="Rectangle 32">
            <a:extLst>
              <a:ext uri="{FF2B5EF4-FFF2-40B4-BE49-F238E27FC236}">
                <a16:creationId xmlns:a16="http://schemas.microsoft.com/office/drawing/2014/main" id="{3A8EA92B-455D-4020-9243-099B6A36D6B6}"/>
              </a:ext>
            </a:extLst>
          </p:cNvPr>
          <p:cNvSpPr/>
          <p:nvPr/>
        </p:nvSpPr>
        <p:spPr>
          <a:xfrm>
            <a:off x="11574560" y="4126747"/>
            <a:ext cx="28800" cy="1587301"/>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 Placeholder 2">
            <a:extLst>
              <a:ext uri="{FF2B5EF4-FFF2-40B4-BE49-F238E27FC236}">
                <a16:creationId xmlns:a16="http://schemas.microsoft.com/office/drawing/2014/main" id="{471B9617-1D57-4439-BE2F-7F852849ACFB}"/>
              </a:ext>
            </a:extLst>
          </p:cNvPr>
          <p:cNvSpPr txBox="1">
            <a:spLocks/>
          </p:cNvSpPr>
          <p:nvPr/>
        </p:nvSpPr>
        <p:spPr>
          <a:xfrm>
            <a:off x="9591101"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D6188"/>
                </a:solidFill>
                <a:latin typeface="Roboto" panose="02000000000000000000" pitchFamily="2" charset="0"/>
                <a:ea typeface="Roboto" panose="02000000000000000000" pitchFamily="2" charset="0"/>
                <a:cs typeface="Roboto" panose="02000000000000000000" pitchFamily="2" charset="0"/>
              </a:rPr>
              <a:t>10</a:t>
            </a:r>
          </a:p>
        </p:txBody>
      </p:sp>
      <p:sp>
        <p:nvSpPr>
          <p:cNvPr id="35" name="Text Placeholder 3">
            <a:extLst>
              <a:ext uri="{FF2B5EF4-FFF2-40B4-BE49-F238E27FC236}">
                <a16:creationId xmlns:a16="http://schemas.microsoft.com/office/drawing/2014/main" id="{FABAD745-D916-4261-8909-3B1100E1EB15}"/>
              </a:ext>
            </a:extLst>
          </p:cNvPr>
          <p:cNvSpPr>
            <a:spLocks noGrp="1"/>
          </p:cNvSpPr>
          <p:nvPr>
            <p:ph type="body" sz="quarter" idx="12"/>
          </p:nvPr>
        </p:nvSpPr>
        <p:spPr>
          <a:xfrm>
            <a:off x="316888"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6" name="Text Placeholder 3">
            <a:extLst>
              <a:ext uri="{FF2B5EF4-FFF2-40B4-BE49-F238E27FC236}">
                <a16:creationId xmlns:a16="http://schemas.microsoft.com/office/drawing/2014/main" id="{98635C6F-A8A1-419A-82D4-8E5201D070BC}"/>
              </a:ext>
            </a:extLst>
          </p:cNvPr>
          <p:cNvSpPr>
            <a:spLocks noGrp="1"/>
          </p:cNvSpPr>
          <p:nvPr>
            <p:ph type="body" sz="quarter" idx="13"/>
          </p:nvPr>
        </p:nvSpPr>
        <p:spPr>
          <a:xfrm>
            <a:off x="2770491"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7" name="Text Placeholder 3">
            <a:extLst>
              <a:ext uri="{FF2B5EF4-FFF2-40B4-BE49-F238E27FC236}">
                <a16:creationId xmlns:a16="http://schemas.microsoft.com/office/drawing/2014/main" id="{31D4F151-0D00-453E-88E8-0BA2F9ADC8B2}"/>
              </a:ext>
            </a:extLst>
          </p:cNvPr>
          <p:cNvSpPr>
            <a:spLocks noGrp="1"/>
          </p:cNvSpPr>
          <p:nvPr>
            <p:ph type="body" sz="quarter" idx="14"/>
          </p:nvPr>
        </p:nvSpPr>
        <p:spPr>
          <a:xfrm>
            <a:off x="5185169"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8" name="Text Placeholder 3">
            <a:extLst>
              <a:ext uri="{FF2B5EF4-FFF2-40B4-BE49-F238E27FC236}">
                <a16:creationId xmlns:a16="http://schemas.microsoft.com/office/drawing/2014/main" id="{59743D86-3841-44F3-8FD7-E602074015AE}"/>
              </a:ext>
            </a:extLst>
          </p:cNvPr>
          <p:cNvSpPr>
            <a:spLocks noGrp="1"/>
          </p:cNvSpPr>
          <p:nvPr>
            <p:ph type="body" sz="quarter" idx="15"/>
          </p:nvPr>
        </p:nvSpPr>
        <p:spPr>
          <a:xfrm>
            <a:off x="7516656"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9" name="Text Placeholder 3">
            <a:extLst>
              <a:ext uri="{FF2B5EF4-FFF2-40B4-BE49-F238E27FC236}">
                <a16:creationId xmlns:a16="http://schemas.microsoft.com/office/drawing/2014/main" id="{4A2F62E4-9B64-4FA5-83ED-C3AC5E7D26D6}"/>
              </a:ext>
            </a:extLst>
          </p:cNvPr>
          <p:cNvSpPr>
            <a:spLocks noGrp="1"/>
          </p:cNvSpPr>
          <p:nvPr>
            <p:ph type="body" sz="quarter" idx="16"/>
          </p:nvPr>
        </p:nvSpPr>
        <p:spPr>
          <a:xfrm>
            <a:off x="9826830"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0" name="Text Placeholder 3">
            <a:extLst>
              <a:ext uri="{FF2B5EF4-FFF2-40B4-BE49-F238E27FC236}">
                <a16:creationId xmlns:a16="http://schemas.microsoft.com/office/drawing/2014/main" id="{0D264C06-CC85-48E4-BBD7-86BF6690854F}"/>
              </a:ext>
            </a:extLst>
          </p:cNvPr>
          <p:cNvSpPr>
            <a:spLocks noGrp="1"/>
          </p:cNvSpPr>
          <p:nvPr>
            <p:ph type="body" sz="quarter" idx="17"/>
          </p:nvPr>
        </p:nvSpPr>
        <p:spPr>
          <a:xfrm>
            <a:off x="316888"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1" name="Text Placeholder 3">
            <a:extLst>
              <a:ext uri="{FF2B5EF4-FFF2-40B4-BE49-F238E27FC236}">
                <a16:creationId xmlns:a16="http://schemas.microsoft.com/office/drawing/2014/main" id="{F3CA82DA-E94F-4704-91F6-5F43332B37E2}"/>
              </a:ext>
            </a:extLst>
          </p:cNvPr>
          <p:cNvSpPr>
            <a:spLocks noGrp="1"/>
          </p:cNvSpPr>
          <p:nvPr>
            <p:ph type="body" sz="quarter" idx="18"/>
          </p:nvPr>
        </p:nvSpPr>
        <p:spPr>
          <a:xfrm>
            <a:off x="2770491"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2" name="Text Placeholder 3">
            <a:extLst>
              <a:ext uri="{FF2B5EF4-FFF2-40B4-BE49-F238E27FC236}">
                <a16:creationId xmlns:a16="http://schemas.microsoft.com/office/drawing/2014/main" id="{92B45430-028C-47EE-AB70-2AFD383B30F7}"/>
              </a:ext>
            </a:extLst>
          </p:cNvPr>
          <p:cNvSpPr>
            <a:spLocks noGrp="1"/>
          </p:cNvSpPr>
          <p:nvPr>
            <p:ph type="body" sz="quarter" idx="19"/>
          </p:nvPr>
        </p:nvSpPr>
        <p:spPr>
          <a:xfrm>
            <a:off x="5185169"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3" name="Text Placeholder 3">
            <a:extLst>
              <a:ext uri="{FF2B5EF4-FFF2-40B4-BE49-F238E27FC236}">
                <a16:creationId xmlns:a16="http://schemas.microsoft.com/office/drawing/2014/main" id="{F3F55306-D155-4055-9A21-7E0F35605BEC}"/>
              </a:ext>
            </a:extLst>
          </p:cNvPr>
          <p:cNvSpPr>
            <a:spLocks noGrp="1"/>
          </p:cNvSpPr>
          <p:nvPr>
            <p:ph type="body" sz="quarter" idx="20"/>
          </p:nvPr>
        </p:nvSpPr>
        <p:spPr>
          <a:xfrm>
            <a:off x="7516656"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4" name="Text Placeholder 3">
            <a:extLst>
              <a:ext uri="{FF2B5EF4-FFF2-40B4-BE49-F238E27FC236}">
                <a16:creationId xmlns:a16="http://schemas.microsoft.com/office/drawing/2014/main" id="{EB9C01AC-A86B-4482-913D-4643B853C98E}"/>
              </a:ext>
            </a:extLst>
          </p:cNvPr>
          <p:cNvSpPr>
            <a:spLocks noGrp="1"/>
          </p:cNvSpPr>
          <p:nvPr>
            <p:ph type="body" sz="quarter" idx="21"/>
          </p:nvPr>
        </p:nvSpPr>
        <p:spPr>
          <a:xfrm>
            <a:off x="9826830"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6" name="Text Placeholder 2">
            <a:extLst>
              <a:ext uri="{FF2B5EF4-FFF2-40B4-BE49-F238E27FC236}">
                <a16:creationId xmlns:a16="http://schemas.microsoft.com/office/drawing/2014/main" id="{F68145BD-EA22-4482-9F71-903E11FB99FC}"/>
              </a:ext>
            </a:extLst>
          </p:cNvPr>
          <p:cNvSpPr txBox="1">
            <a:spLocks/>
          </p:cNvSpPr>
          <p:nvPr/>
        </p:nvSpPr>
        <p:spPr>
          <a:xfrm>
            <a:off x="2526513"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FF3D57"/>
                </a:solidFill>
                <a:latin typeface="Roboto" panose="02000000000000000000" pitchFamily="2" charset="0"/>
                <a:ea typeface="Roboto" panose="02000000000000000000" pitchFamily="2" charset="0"/>
                <a:cs typeface="Roboto" panose="02000000000000000000" pitchFamily="2" charset="0"/>
              </a:rPr>
              <a:t>7</a:t>
            </a:r>
          </a:p>
        </p:txBody>
      </p:sp>
    </p:spTree>
    <p:extLst>
      <p:ext uri="{BB962C8B-B14F-4D97-AF65-F5344CB8AC3E}">
        <p14:creationId xmlns:p14="http://schemas.microsoft.com/office/powerpoint/2010/main" val="839030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6_Custom Layout">
    <p:bg>
      <p:bgPr>
        <a:solidFill>
          <a:schemeClr val="tx1">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22A8-6D11-4CA9-AC39-511F3B748A1E}"/>
              </a:ext>
            </a:extLst>
          </p:cNvPr>
          <p:cNvSpPr>
            <a:spLocks noGrp="1"/>
          </p:cNvSpPr>
          <p:nvPr>
            <p:ph type="title"/>
          </p:nvPr>
        </p:nvSpPr>
        <p:spPr/>
        <p:txBody>
          <a:bodyPr>
            <a:normAutofit/>
          </a:bodyPr>
          <a:lstStyle>
            <a:lvl1pPr algn="ctr">
              <a:defRPr sz="4400" b="1">
                <a:solidFill>
                  <a:srgbClr val="2D6188"/>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4A72AC3A-5131-4BCE-B887-8109E951820A}"/>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1C757876-651E-42C8-926D-A54BB81B931D}"/>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6" name="Rectangle 5">
            <a:extLst>
              <a:ext uri="{FF2B5EF4-FFF2-40B4-BE49-F238E27FC236}">
                <a16:creationId xmlns:a16="http://schemas.microsoft.com/office/drawing/2014/main" id="{F335ACE1-356B-44AB-89FE-954441DC3DBD}"/>
              </a:ext>
            </a:extLst>
          </p:cNvPr>
          <p:cNvSpPr/>
          <p:nvPr/>
        </p:nvSpPr>
        <p:spPr>
          <a:xfrm>
            <a:off x="3079081" y="2021305"/>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
            <a:extLst>
              <a:ext uri="{FF2B5EF4-FFF2-40B4-BE49-F238E27FC236}">
                <a16:creationId xmlns:a16="http://schemas.microsoft.com/office/drawing/2014/main" id="{C897319A-AAB0-4811-A0BB-5E8BCCE705C1}"/>
              </a:ext>
            </a:extLst>
          </p:cNvPr>
          <p:cNvSpPr txBox="1">
            <a:spLocks/>
          </p:cNvSpPr>
          <p:nvPr/>
        </p:nvSpPr>
        <p:spPr>
          <a:xfrm>
            <a:off x="107657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1</a:t>
            </a:r>
          </a:p>
        </p:txBody>
      </p:sp>
      <p:sp>
        <p:nvSpPr>
          <p:cNvPr id="9" name="Rectangle 8">
            <a:extLst>
              <a:ext uri="{FF2B5EF4-FFF2-40B4-BE49-F238E27FC236}">
                <a16:creationId xmlns:a16="http://schemas.microsoft.com/office/drawing/2014/main" id="{7A0DCE6C-8CA6-4322-85DD-70B67509E587}"/>
              </a:ext>
            </a:extLst>
          </p:cNvPr>
          <p:cNvSpPr/>
          <p:nvPr/>
        </p:nvSpPr>
        <p:spPr>
          <a:xfrm>
            <a:off x="5513222" y="2021305"/>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
            <a:extLst>
              <a:ext uri="{FF2B5EF4-FFF2-40B4-BE49-F238E27FC236}">
                <a16:creationId xmlns:a16="http://schemas.microsoft.com/office/drawing/2014/main" id="{35FD50F6-1C19-4D7B-87BE-9BDF59D74A4A}"/>
              </a:ext>
            </a:extLst>
          </p:cNvPr>
          <p:cNvSpPr txBox="1">
            <a:spLocks/>
          </p:cNvSpPr>
          <p:nvPr/>
        </p:nvSpPr>
        <p:spPr>
          <a:xfrm>
            <a:off x="352976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FF3D57"/>
                </a:solidFill>
                <a:latin typeface="Roboto" panose="02000000000000000000" pitchFamily="2" charset="0"/>
                <a:ea typeface="Roboto" panose="02000000000000000000" pitchFamily="2" charset="0"/>
                <a:cs typeface="Roboto" panose="02000000000000000000" pitchFamily="2" charset="0"/>
              </a:rPr>
              <a:t>2</a:t>
            </a:r>
          </a:p>
        </p:txBody>
      </p:sp>
      <p:sp>
        <p:nvSpPr>
          <p:cNvPr id="12" name="Rectangle 11">
            <a:extLst>
              <a:ext uri="{FF2B5EF4-FFF2-40B4-BE49-F238E27FC236}">
                <a16:creationId xmlns:a16="http://schemas.microsoft.com/office/drawing/2014/main" id="{7A1FB2DD-A0F3-4491-9726-E8BB176D46AF}"/>
              </a:ext>
            </a:extLst>
          </p:cNvPr>
          <p:cNvSpPr/>
          <p:nvPr/>
        </p:nvSpPr>
        <p:spPr>
          <a:xfrm>
            <a:off x="7947362" y="2021305"/>
            <a:ext cx="28800" cy="1587301"/>
          </a:xfrm>
          <a:prstGeom prst="rect">
            <a:avLst/>
          </a:prstGeom>
          <a:solidFill>
            <a:srgbClr val="18C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6894BB99-BA28-449F-B57C-D4BE12C9E718}"/>
              </a:ext>
            </a:extLst>
          </p:cNvPr>
          <p:cNvSpPr txBox="1">
            <a:spLocks/>
          </p:cNvSpPr>
          <p:nvPr/>
        </p:nvSpPr>
        <p:spPr>
          <a:xfrm>
            <a:off x="596390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8C0FF"/>
                </a:solidFill>
                <a:latin typeface="Roboto" panose="02000000000000000000" pitchFamily="2" charset="0"/>
                <a:ea typeface="Roboto" panose="02000000000000000000" pitchFamily="2" charset="0"/>
                <a:cs typeface="Roboto" panose="02000000000000000000" pitchFamily="2" charset="0"/>
              </a:rPr>
              <a:t>3</a:t>
            </a:r>
          </a:p>
        </p:txBody>
      </p:sp>
      <p:sp>
        <p:nvSpPr>
          <p:cNvPr id="15" name="Rectangle 14">
            <a:extLst>
              <a:ext uri="{FF2B5EF4-FFF2-40B4-BE49-F238E27FC236}">
                <a16:creationId xmlns:a16="http://schemas.microsoft.com/office/drawing/2014/main" id="{7B7A2BA3-D391-4357-A70B-7B37359D3973}"/>
              </a:ext>
            </a:extLst>
          </p:cNvPr>
          <p:cNvSpPr/>
          <p:nvPr/>
        </p:nvSpPr>
        <p:spPr>
          <a:xfrm>
            <a:off x="10265786" y="2021305"/>
            <a:ext cx="28800" cy="1587301"/>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2">
            <a:extLst>
              <a:ext uri="{FF2B5EF4-FFF2-40B4-BE49-F238E27FC236}">
                <a16:creationId xmlns:a16="http://schemas.microsoft.com/office/drawing/2014/main" id="{E047191A-3406-43A7-AB62-3E0751139242}"/>
              </a:ext>
            </a:extLst>
          </p:cNvPr>
          <p:cNvSpPr txBox="1">
            <a:spLocks/>
          </p:cNvSpPr>
          <p:nvPr/>
        </p:nvSpPr>
        <p:spPr>
          <a:xfrm>
            <a:off x="8282327"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7ABB8"/>
                </a:solidFill>
                <a:latin typeface="Roboto" panose="02000000000000000000" pitchFamily="2" charset="0"/>
                <a:ea typeface="Roboto" panose="02000000000000000000" pitchFamily="2" charset="0"/>
                <a:cs typeface="Roboto" panose="02000000000000000000" pitchFamily="2" charset="0"/>
              </a:rPr>
              <a:t>4</a:t>
            </a:r>
          </a:p>
        </p:txBody>
      </p:sp>
      <p:sp>
        <p:nvSpPr>
          <p:cNvPr id="21" name="Rectangle 20">
            <a:extLst>
              <a:ext uri="{FF2B5EF4-FFF2-40B4-BE49-F238E27FC236}">
                <a16:creationId xmlns:a16="http://schemas.microsoft.com/office/drawing/2014/main" id="{C7DF8707-C2D4-4814-ADD1-F5FAA1CDF01C}"/>
              </a:ext>
            </a:extLst>
          </p:cNvPr>
          <p:cNvSpPr/>
          <p:nvPr/>
        </p:nvSpPr>
        <p:spPr>
          <a:xfrm>
            <a:off x="5517482" y="4126747"/>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
            <a:extLst>
              <a:ext uri="{FF2B5EF4-FFF2-40B4-BE49-F238E27FC236}">
                <a16:creationId xmlns:a16="http://schemas.microsoft.com/office/drawing/2014/main" id="{742F964B-41FA-4CB5-A487-A420FFDE69C9}"/>
              </a:ext>
            </a:extLst>
          </p:cNvPr>
          <p:cNvSpPr txBox="1">
            <a:spLocks/>
          </p:cNvSpPr>
          <p:nvPr/>
        </p:nvSpPr>
        <p:spPr>
          <a:xfrm>
            <a:off x="3529763" y="3957529"/>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5</a:t>
            </a:r>
          </a:p>
        </p:txBody>
      </p:sp>
      <p:sp>
        <p:nvSpPr>
          <p:cNvPr id="35" name="Text Placeholder 3">
            <a:extLst>
              <a:ext uri="{FF2B5EF4-FFF2-40B4-BE49-F238E27FC236}">
                <a16:creationId xmlns:a16="http://schemas.microsoft.com/office/drawing/2014/main" id="{FABAD745-D916-4261-8909-3B1100E1EB15}"/>
              </a:ext>
            </a:extLst>
          </p:cNvPr>
          <p:cNvSpPr>
            <a:spLocks noGrp="1"/>
          </p:cNvSpPr>
          <p:nvPr>
            <p:ph type="body" sz="quarter" idx="12"/>
          </p:nvPr>
        </p:nvSpPr>
        <p:spPr>
          <a:xfrm>
            <a:off x="1326538"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6" name="Text Placeholder 3">
            <a:extLst>
              <a:ext uri="{FF2B5EF4-FFF2-40B4-BE49-F238E27FC236}">
                <a16:creationId xmlns:a16="http://schemas.microsoft.com/office/drawing/2014/main" id="{98635C6F-A8A1-419A-82D4-8E5201D070BC}"/>
              </a:ext>
            </a:extLst>
          </p:cNvPr>
          <p:cNvSpPr>
            <a:spLocks noGrp="1"/>
          </p:cNvSpPr>
          <p:nvPr>
            <p:ph type="body" sz="quarter" idx="13"/>
          </p:nvPr>
        </p:nvSpPr>
        <p:spPr>
          <a:xfrm>
            <a:off x="3780141"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7" name="Text Placeholder 3">
            <a:extLst>
              <a:ext uri="{FF2B5EF4-FFF2-40B4-BE49-F238E27FC236}">
                <a16:creationId xmlns:a16="http://schemas.microsoft.com/office/drawing/2014/main" id="{31D4F151-0D00-453E-88E8-0BA2F9ADC8B2}"/>
              </a:ext>
            </a:extLst>
          </p:cNvPr>
          <p:cNvSpPr>
            <a:spLocks noGrp="1"/>
          </p:cNvSpPr>
          <p:nvPr>
            <p:ph type="body" sz="quarter" idx="14"/>
          </p:nvPr>
        </p:nvSpPr>
        <p:spPr>
          <a:xfrm>
            <a:off x="6194819"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8" name="Text Placeholder 3">
            <a:extLst>
              <a:ext uri="{FF2B5EF4-FFF2-40B4-BE49-F238E27FC236}">
                <a16:creationId xmlns:a16="http://schemas.microsoft.com/office/drawing/2014/main" id="{59743D86-3841-44F3-8FD7-E602074015AE}"/>
              </a:ext>
            </a:extLst>
          </p:cNvPr>
          <p:cNvSpPr>
            <a:spLocks noGrp="1"/>
          </p:cNvSpPr>
          <p:nvPr>
            <p:ph type="body" sz="quarter" idx="15"/>
          </p:nvPr>
        </p:nvSpPr>
        <p:spPr>
          <a:xfrm>
            <a:off x="8526306"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0" name="Text Placeholder 3">
            <a:extLst>
              <a:ext uri="{FF2B5EF4-FFF2-40B4-BE49-F238E27FC236}">
                <a16:creationId xmlns:a16="http://schemas.microsoft.com/office/drawing/2014/main" id="{0D264C06-CC85-48E4-BBD7-86BF6690854F}"/>
              </a:ext>
            </a:extLst>
          </p:cNvPr>
          <p:cNvSpPr>
            <a:spLocks noGrp="1"/>
          </p:cNvSpPr>
          <p:nvPr>
            <p:ph type="body" sz="quarter" idx="17"/>
          </p:nvPr>
        </p:nvSpPr>
        <p:spPr>
          <a:xfrm>
            <a:off x="3764938"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5" name="Text Placeholder 2">
            <a:extLst>
              <a:ext uri="{FF2B5EF4-FFF2-40B4-BE49-F238E27FC236}">
                <a16:creationId xmlns:a16="http://schemas.microsoft.com/office/drawing/2014/main" id="{F598E20F-8F70-464B-88E4-D7CACBA30DFF}"/>
              </a:ext>
            </a:extLst>
          </p:cNvPr>
          <p:cNvSpPr txBox="1">
            <a:spLocks/>
          </p:cNvSpPr>
          <p:nvPr userDrawn="1"/>
        </p:nvSpPr>
        <p:spPr>
          <a:xfrm>
            <a:off x="5983366" y="4010501"/>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6</a:t>
            </a:r>
          </a:p>
        </p:txBody>
      </p:sp>
      <p:sp>
        <p:nvSpPr>
          <p:cNvPr id="47" name="Text Placeholder 3">
            <a:extLst>
              <a:ext uri="{FF2B5EF4-FFF2-40B4-BE49-F238E27FC236}">
                <a16:creationId xmlns:a16="http://schemas.microsoft.com/office/drawing/2014/main" id="{8DF7E864-9F9F-43D2-913C-62D3668AC49A}"/>
              </a:ext>
            </a:extLst>
          </p:cNvPr>
          <p:cNvSpPr>
            <a:spLocks noGrp="1"/>
          </p:cNvSpPr>
          <p:nvPr>
            <p:ph type="body" sz="quarter" idx="18"/>
          </p:nvPr>
        </p:nvSpPr>
        <p:spPr>
          <a:xfrm>
            <a:off x="6222388" y="47945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8" name="Rectangle 47">
            <a:extLst>
              <a:ext uri="{FF2B5EF4-FFF2-40B4-BE49-F238E27FC236}">
                <a16:creationId xmlns:a16="http://schemas.microsoft.com/office/drawing/2014/main" id="{D9803B20-E309-4E4A-B102-E4D8E41A61D1}"/>
              </a:ext>
            </a:extLst>
          </p:cNvPr>
          <p:cNvSpPr/>
          <p:nvPr userDrawn="1"/>
        </p:nvSpPr>
        <p:spPr>
          <a:xfrm>
            <a:off x="7936832" y="4231522"/>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27665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0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9FF004-B771-49CB-8B0D-6D0B16814F15}"/>
              </a:ext>
            </a:extLst>
          </p:cNvPr>
          <p:cNvSpPr/>
          <p:nvPr/>
        </p:nvSpPr>
        <p:spPr>
          <a:xfrm>
            <a:off x="0" y="0"/>
            <a:ext cx="12192000" cy="6858000"/>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C3D16D-3593-447E-8F89-AFF12AFB362C}"/>
              </a:ext>
            </a:extLst>
          </p:cNvPr>
          <p:cNvSpPr>
            <a:spLocks noGrp="1"/>
          </p:cNvSpPr>
          <p:nvPr>
            <p:ph type="title" hasCustomPrompt="1"/>
          </p:nvPr>
        </p:nvSpPr>
        <p:spPr>
          <a:xfrm>
            <a:off x="461169" y="3086894"/>
            <a:ext cx="11269662" cy="684212"/>
          </a:xfrm>
        </p:spPr>
        <p:txBody>
          <a:bodyPr>
            <a:noAutofit/>
          </a:bodyPr>
          <a:lstStyle>
            <a:lvl1pPr algn="ctr">
              <a:defRPr sz="6000" b="1">
                <a:solidFill>
                  <a:schemeClr val="tx1"/>
                </a:solidFill>
              </a:defRPr>
            </a:lvl1pPr>
          </a:lstStyle>
          <a:p>
            <a:r>
              <a:rPr lang="en-US"/>
              <a:t>BREAK SLIDE</a:t>
            </a:r>
          </a:p>
        </p:txBody>
      </p:sp>
      <p:sp>
        <p:nvSpPr>
          <p:cNvPr id="4" name="Text Placeholder 3">
            <a:extLst>
              <a:ext uri="{FF2B5EF4-FFF2-40B4-BE49-F238E27FC236}">
                <a16:creationId xmlns:a16="http://schemas.microsoft.com/office/drawing/2014/main" id="{C2ECCD75-FD5A-41B9-A11F-7F3CAF1ED832}"/>
              </a:ext>
            </a:extLst>
          </p:cNvPr>
          <p:cNvSpPr>
            <a:spLocks noGrp="1"/>
          </p:cNvSpPr>
          <p:nvPr>
            <p:ph type="body" sz="quarter" idx="12"/>
          </p:nvPr>
        </p:nvSpPr>
        <p:spPr>
          <a:xfrm>
            <a:off x="461169" y="4135503"/>
            <a:ext cx="11269662" cy="393700"/>
          </a:xfrm>
        </p:spPr>
        <p:txBody>
          <a:bodyPr>
            <a:normAutofit/>
          </a:bodyPr>
          <a:lstStyle>
            <a:lvl1pPr marL="0" indent="0" algn="ctr">
              <a:buNone/>
              <a:defRPr sz="18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9113083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4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9FF004-B771-49CB-8B0D-6D0B16814F15}"/>
              </a:ext>
            </a:extLst>
          </p:cNvPr>
          <p:cNvSpPr/>
          <p:nvPr/>
        </p:nvSpPr>
        <p:spPr>
          <a:xfrm>
            <a:off x="0" y="0"/>
            <a:ext cx="12192000" cy="6858000"/>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C3D16D-3593-447E-8F89-AFF12AFB362C}"/>
              </a:ext>
            </a:extLst>
          </p:cNvPr>
          <p:cNvSpPr>
            <a:spLocks noGrp="1"/>
          </p:cNvSpPr>
          <p:nvPr>
            <p:ph type="title" hasCustomPrompt="1"/>
          </p:nvPr>
        </p:nvSpPr>
        <p:spPr>
          <a:xfrm>
            <a:off x="461169" y="3086894"/>
            <a:ext cx="11269662" cy="684212"/>
          </a:xfrm>
        </p:spPr>
        <p:txBody>
          <a:bodyPr>
            <a:noAutofit/>
          </a:bodyPr>
          <a:lstStyle>
            <a:lvl1pPr algn="ctr">
              <a:defRPr sz="6000" b="1">
                <a:solidFill>
                  <a:schemeClr val="tx1"/>
                </a:solidFill>
              </a:defRPr>
            </a:lvl1pPr>
          </a:lstStyle>
          <a:p>
            <a:r>
              <a:rPr lang="en-US"/>
              <a:t>BREAK SLIDE</a:t>
            </a:r>
          </a:p>
        </p:txBody>
      </p:sp>
      <p:sp>
        <p:nvSpPr>
          <p:cNvPr id="4" name="Text Placeholder 3">
            <a:extLst>
              <a:ext uri="{FF2B5EF4-FFF2-40B4-BE49-F238E27FC236}">
                <a16:creationId xmlns:a16="http://schemas.microsoft.com/office/drawing/2014/main" id="{C2ECCD75-FD5A-41B9-A11F-7F3CAF1ED832}"/>
              </a:ext>
            </a:extLst>
          </p:cNvPr>
          <p:cNvSpPr>
            <a:spLocks noGrp="1"/>
          </p:cNvSpPr>
          <p:nvPr>
            <p:ph type="body" sz="quarter" idx="12"/>
          </p:nvPr>
        </p:nvSpPr>
        <p:spPr>
          <a:xfrm>
            <a:off x="461169" y="4135503"/>
            <a:ext cx="11269662" cy="393700"/>
          </a:xfrm>
        </p:spPr>
        <p:txBody>
          <a:bodyPr>
            <a:normAutofit/>
          </a:bodyPr>
          <a:lstStyle>
            <a:lvl1pPr marL="0" indent="0" algn="ctr">
              <a:buNone/>
              <a:defRPr sz="18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375628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F2A402-F68C-47EB-8BE7-717BFC98AD82}"/>
              </a:ext>
            </a:extLst>
          </p:cNvPr>
          <p:cNvPicPr>
            <a:picLocks noChangeAspect="1"/>
          </p:cNvPicPr>
          <p:nvPr/>
        </p:nvPicPr>
        <p:blipFill>
          <a:blip r:embed="rId2"/>
          <a:srcRect/>
          <a:stretch/>
        </p:blipFill>
        <p:spPr>
          <a:xfrm>
            <a:off x="-29599" y="-13854"/>
            <a:ext cx="12251198" cy="6885708"/>
          </a:xfrm>
          <a:prstGeom prst="rect">
            <a:avLst/>
          </a:prstGeom>
        </p:spPr>
      </p:pic>
      <p:sp>
        <p:nvSpPr>
          <p:cNvPr id="2" name="Title 1">
            <a:extLst>
              <a:ext uri="{FF2B5EF4-FFF2-40B4-BE49-F238E27FC236}">
                <a16:creationId xmlns:a16="http://schemas.microsoft.com/office/drawing/2014/main" id="{68163ED3-E5AA-43A7-90E6-F8610C9DF73C}"/>
              </a:ext>
            </a:extLst>
          </p:cNvPr>
          <p:cNvSpPr>
            <a:spLocks noGrp="1"/>
          </p:cNvSpPr>
          <p:nvPr>
            <p:ph type="title" hasCustomPrompt="1"/>
          </p:nvPr>
        </p:nvSpPr>
        <p:spPr>
          <a:xfrm>
            <a:off x="6277970" y="1454697"/>
            <a:ext cx="5471111" cy="2102377"/>
          </a:xfrm>
        </p:spPr>
        <p:txBody>
          <a:bodyPr>
            <a:noAutofit/>
          </a:bodyPr>
          <a:lstStyle>
            <a:lvl1pPr>
              <a:defRPr sz="4800" b="1">
                <a:solidFill>
                  <a:schemeClr val="tx1"/>
                </a:solidFill>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AA4E1088-528C-41E0-AF4B-1D46384F7126}"/>
              </a:ext>
            </a:extLst>
          </p:cNvPr>
          <p:cNvSpPr>
            <a:spLocks noGrp="1"/>
          </p:cNvSpPr>
          <p:nvPr>
            <p:ph type="sldNum" sz="quarter" idx="10"/>
          </p:nvPr>
        </p:nvSpPr>
        <p:spPr>
          <a:xfrm>
            <a:off x="3673764" y="6424178"/>
            <a:ext cx="1772920" cy="365125"/>
          </a:xfrm>
          <a:prstGeom prst="rect">
            <a:avLst/>
          </a:prstGeom>
        </p:spPr>
        <p:txBody>
          <a:bodyPr/>
          <a:lstStyle>
            <a:lvl1pPr algn="l">
              <a:defRPr>
                <a:solidFill>
                  <a:srgbClr val="FFFFFF"/>
                </a:solidFill>
              </a:defRPr>
            </a:lvl1pPr>
          </a:lstStyle>
          <a:p>
            <a:fld id="{E60884FA-1782-2C46-B58F-16BA5B9E415B}" type="slidenum">
              <a:rPr lang="en-US" smtClean="0"/>
              <a:pPr/>
              <a:t>‹#›</a:t>
            </a:fld>
            <a:endParaRPr lang="en-US"/>
          </a:p>
        </p:txBody>
      </p:sp>
      <p:sp>
        <p:nvSpPr>
          <p:cNvPr id="4" name="Footer Placeholder 3">
            <a:extLst>
              <a:ext uri="{FF2B5EF4-FFF2-40B4-BE49-F238E27FC236}">
                <a16:creationId xmlns:a16="http://schemas.microsoft.com/office/drawing/2014/main" id="{10047979-B4BD-4461-9E4F-CBDB78CE05D1}"/>
              </a:ext>
            </a:extLst>
          </p:cNvPr>
          <p:cNvSpPr>
            <a:spLocks noGrp="1"/>
          </p:cNvSpPr>
          <p:nvPr>
            <p:ph type="ftr" sz="quarter" idx="11"/>
          </p:nvPr>
        </p:nvSpPr>
        <p:spPr>
          <a:xfrm>
            <a:off x="442912" y="6424178"/>
            <a:ext cx="4361098" cy="365125"/>
          </a:xfrm>
          <a:prstGeom prst="rect">
            <a:avLst/>
          </a:prstGeom>
        </p:spPr>
        <p:txBody>
          <a:bodyPr/>
          <a:lstStyle>
            <a:lvl1pPr>
              <a:defRPr>
                <a:solidFill>
                  <a:srgbClr val="FFFFFF"/>
                </a:solidFill>
              </a:defRPr>
            </a:lvl1pPr>
          </a:lstStyle>
          <a:p>
            <a:r>
              <a:rPr lang="en-US"/>
              <a:t>COPYRIGHT 2021 ALEPO</a:t>
            </a:r>
          </a:p>
        </p:txBody>
      </p:sp>
      <p:sp>
        <p:nvSpPr>
          <p:cNvPr id="7" name="Rectangle 6">
            <a:extLst>
              <a:ext uri="{FF2B5EF4-FFF2-40B4-BE49-F238E27FC236}">
                <a16:creationId xmlns:a16="http://schemas.microsoft.com/office/drawing/2014/main" id="{223F6DCF-0F50-48FD-9CB5-D87CED4C090A}"/>
              </a:ext>
            </a:extLst>
          </p:cNvPr>
          <p:cNvSpPr/>
          <p:nvPr/>
        </p:nvSpPr>
        <p:spPr>
          <a:xfrm>
            <a:off x="442912" y="1266036"/>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angle 8">
            <a:extLst>
              <a:ext uri="{FF2B5EF4-FFF2-40B4-BE49-F238E27FC236}">
                <a16:creationId xmlns:a16="http://schemas.microsoft.com/office/drawing/2014/main" id="{78F2EAF6-476C-4AE6-82D4-406AD7D98AAD}"/>
              </a:ext>
            </a:extLst>
          </p:cNvPr>
          <p:cNvSpPr/>
          <p:nvPr/>
        </p:nvSpPr>
        <p:spPr>
          <a:xfrm>
            <a:off x="442912" y="3864102"/>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4B4BC47C-00C1-4F02-8D46-BCB1E74D8E84}"/>
              </a:ext>
            </a:extLst>
          </p:cNvPr>
          <p:cNvSpPr/>
          <p:nvPr/>
        </p:nvSpPr>
        <p:spPr>
          <a:xfrm>
            <a:off x="3308942" y="1266036"/>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896711C5-B582-478B-8ABA-E7B79419BC25}"/>
              </a:ext>
            </a:extLst>
          </p:cNvPr>
          <p:cNvSpPr/>
          <p:nvPr/>
        </p:nvSpPr>
        <p:spPr>
          <a:xfrm>
            <a:off x="3308942" y="3864102"/>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0745D4B0-F160-486F-AD2D-E38598EBCC6F}"/>
              </a:ext>
            </a:extLst>
          </p:cNvPr>
          <p:cNvSpPr/>
          <p:nvPr/>
        </p:nvSpPr>
        <p:spPr>
          <a:xfrm>
            <a:off x="6174972" y="3864102"/>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 name="Straight Connector 15">
            <a:extLst>
              <a:ext uri="{FF2B5EF4-FFF2-40B4-BE49-F238E27FC236}">
                <a16:creationId xmlns:a16="http://schemas.microsoft.com/office/drawing/2014/main" id="{A7E7C3C0-3F7E-481C-BECA-B6D376B21708}"/>
              </a:ext>
            </a:extLst>
          </p:cNvPr>
          <p:cNvCxnSpPr/>
          <p:nvPr/>
        </p:nvCxnSpPr>
        <p:spPr>
          <a:xfrm>
            <a:off x="442912" y="3698543"/>
            <a:ext cx="8261921" cy="0"/>
          </a:xfrm>
          <a:prstGeom prst="line">
            <a:avLst/>
          </a:prstGeom>
          <a:ln>
            <a:solidFill>
              <a:srgbClr val="C4C4C4"/>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9522537-3BBD-4410-9BFE-C5DE4DB3FBAE}"/>
              </a:ext>
            </a:extLst>
          </p:cNvPr>
          <p:cNvCxnSpPr/>
          <p:nvPr/>
        </p:nvCxnSpPr>
        <p:spPr>
          <a:xfrm>
            <a:off x="3138985" y="1266036"/>
            <a:ext cx="0" cy="488910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69A0F84-D5A3-4DBE-9194-D3B3B628E5CE}"/>
              </a:ext>
            </a:extLst>
          </p:cNvPr>
          <p:cNvCxnSpPr/>
          <p:nvPr/>
        </p:nvCxnSpPr>
        <p:spPr>
          <a:xfrm>
            <a:off x="6003846" y="1266036"/>
            <a:ext cx="0" cy="488910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3A1E244A-AA40-48A9-817D-1E7F958B71EA}"/>
              </a:ext>
            </a:extLst>
          </p:cNvPr>
          <p:cNvSpPr txBox="1">
            <a:spLocks/>
          </p:cNvSpPr>
          <p:nvPr/>
        </p:nvSpPr>
        <p:spPr>
          <a:xfrm>
            <a:off x="3564749" y="2532103"/>
            <a:ext cx="2015936" cy="8629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kern="1200" cap="none" baseline="0">
                <a:solidFill>
                  <a:schemeClr val="tx1"/>
                </a:solidFill>
                <a:latin typeface="+mj-lt"/>
                <a:ea typeface="+mj-ea"/>
                <a:cs typeface="+mj-cs"/>
              </a:defRPr>
            </a:lvl1pPr>
          </a:lstStyle>
          <a:p>
            <a:pPr algn="ctr"/>
            <a:endParaRPr lang="en-US" sz="2000" b="0"/>
          </a:p>
        </p:txBody>
      </p:sp>
      <p:sp>
        <p:nvSpPr>
          <p:cNvPr id="20" name="Text Placeholder 3">
            <a:extLst>
              <a:ext uri="{FF2B5EF4-FFF2-40B4-BE49-F238E27FC236}">
                <a16:creationId xmlns:a16="http://schemas.microsoft.com/office/drawing/2014/main" id="{BEB82473-F820-494E-B661-70B5B55990EE}"/>
              </a:ext>
            </a:extLst>
          </p:cNvPr>
          <p:cNvSpPr>
            <a:spLocks noGrp="1"/>
          </p:cNvSpPr>
          <p:nvPr>
            <p:ph type="body" sz="quarter" idx="12"/>
          </p:nvPr>
        </p:nvSpPr>
        <p:spPr>
          <a:xfrm>
            <a:off x="3553542" y="2644357"/>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23" name="Text Placeholder 3">
            <a:extLst>
              <a:ext uri="{FF2B5EF4-FFF2-40B4-BE49-F238E27FC236}">
                <a16:creationId xmlns:a16="http://schemas.microsoft.com/office/drawing/2014/main" id="{E874AAD5-ADD0-4481-8A9C-F89B47F9EF9C}"/>
              </a:ext>
            </a:extLst>
          </p:cNvPr>
          <p:cNvSpPr>
            <a:spLocks noGrp="1"/>
          </p:cNvSpPr>
          <p:nvPr>
            <p:ph type="body" sz="quarter" idx="24"/>
          </p:nvPr>
        </p:nvSpPr>
        <p:spPr>
          <a:xfrm>
            <a:off x="687380" y="2644357"/>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25" name="Text Placeholder 3">
            <a:extLst>
              <a:ext uri="{FF2B5EF4-FFF2-40B4-BE49-F238E27FC236}">
                <a16:creationId xmlns:a16="http://schemas.microsoft.com/office/drawing/2014/main" id="{7BC98197-0559-4323-8AF2-DEDA18ECCE14}"/>
              </a:ext>
            </a:extLst>
          </p:cNvPr>
          <p:cNvSpPr>
            <a:spLocks noGrp="1"/>
          </p:cNvSpPr>
          <p:nvPr>
            <p:ph type="body" sz="quarter" idx="26"/>
          </p:nvPr>
        </p:nvSpPr>
        <p:spPr>
          <a:xfrm>
            <a:off x="687380" y="5216609"/>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27" name="Text Placeholder 3">
            <a:extLst>
              <a:ext uri="{FF2B5EF4-FFF2-40B4-BE49-F238E27FC236}">
                <a16:creationId xmlns:a16="http://schemas.microsoft.com/office/drawing/2014/main" id="{17D81D5C-2B29-4880-BC85-C7549389C815}"/>
              </a:ext>
            </a:extLst>
          </p:cNvPr>
          <p:cNvSpPr>
            <a:spLocks noGrp="1"/>
          </p:cNvSpPr>
          <p:nvPr>
            <p:ph type="body" sz="quarter" idx="28"/>
          </p:nvPr>
        </p:nvSpPr>
        <p:spPr>
          <a:xfrm>
            <a:off x="3564749" y="5216609"/>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29" name="Text Placeholder 3">
            <a:extLst>
              <a:ext uri="{FF2B5EF4-FFF2-40B4-BE49-F238E27FC236}">
                <a16:creationId xmlns:a16="http://schemas.microsoft.com/office/drawing/2014/main" id="{56DB3685-9A8A-46D4-879D-213E11C10D6C}"/>
              </a:ext>
            </a:extLst>
          </p:cNvPr>
          <p:cNvSpPr>
            <a:spLocks noGrp="1"/>
          </p:cNvSpPr>
          <p:nvPr>
            <p:ph type="body" sz="quarter" idx="30"/>
          </p:nvPr>
        </p:nvSpPr>
        <p:spPr>
          <a:xfrm>
            <a:off x="6409351" y="5216609"/>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32" name="Picture Placeholder 15">
            <a:extLst>
              <a:ext uri="{FF2B5EF4-FFF2-40B4-BE49-F238E27FC236}">
                <a16:creationId xmlns:a16="http://schemas.microsoft.com/office/drawing/2014/main" id="{132B3780-5087-47BF-A0B5-47163A1877BF}"/>
              </a:ext>
            </a:extLst>
          </p:cNvPr>
          <p:cNvSpPr>
            <a:spLocks noGrp="1"/>
          </p:cNvSpPr>
          <p:nvPr>
            <p:ph type="pic" sz="quarter" idx="16" hasCustomPrompt="1"/>
          </p:nvPr>
        </p:nvSpPr>
        <p:spPr>
          <a:xfrm>
            <a:off x="1412330" y="1651938"/>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33" name="Picture Placeholder 15">
            <a:extLst>
              <a:ext uri="{FF2B5EF4-FFF2-40B4-BE49-F238E27FC236}">
                <a16:creationId xmlns:a16="http://schemas.microsoft.com/office/drawing/2014/main" id="{A9EE916D-33DE-4200-95B7-91829E467F48}"/>
              </a:ext>
            </a:extLst>
          </p:cNvPr>
          <p:cNvSpPr>
            <a:spLocks noGrp="1"/>
          </p:cNvSpPr>
          <p:nvPr>
            <p:ph type="pic" sz="quarter" idx="31" hasCustomPrompt="1"/>
          </p:nvPr>
        </p:nvSpPr>
        <p:spPr>
          <a:xfrm>
            <a:off x="4211775" y="1651938"/>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34" name="Picture Placeholder 15">
            <a:extLst>
              <a:ext uri="{FF2B5EF4-FFF2-40B4-BE49-F238E27FC236}">
                <a16:creationId xmlns:a16="http://schemas.microsoft.com/office/drawing/2014/main" id="{952D114D-99C6-4A21-9059-A453B0B87BE6}"/>
              </a:ext>
            </a:extLst>
          </p:cNvPr>
          <p:cNvSpPr>
            <a:spLocks noGrp="1"/>
          </p:cNvSpPr>
          <p:nvPr>
            <p:ph type="pic" sz="quarter" idx="32" hasCustomPrompt="1"/>
          </p:nvPr>
        </p:nvSpPr>
        <p:spPr>
          <a:xfrm>
            <a:off x="1327936" y="4196484"/>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35" name="Picture Placeholder 15">
            <a:extLst>
              <a:ext uri="{FF2B5EF4-FFF2-40B4-BE49-F238E27FC236}">
                <a16:creationId xmlns:a16="http://schemas.microsoft.com/office/drawing/2014/main" id="{3CE2EF2C-ABB8-4B44-B6F4-50581B73AB3C}"/>
              </a:ext>
            </a:extLst>
          </p:cNvPr>
          <p:cNvSpPr>
            <a:spLocks noGrp="1"/>
          </p:cNvSpPr>
          <p:nvPr>
            <p:ph type="pic" sz="quarter" idx="33" hasCustomPrompt="1"/>
          </p:nvPr>
        </p:nvSpPr>
        <p:spPr>
          <a:xfrm>
            <a:off x="4205305" y="4196484"/>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36" name="Picture Placeholder 15">
            <a:extLst>
              <a:ext uri="{FF2B5EF4-FFF2-40B4-BE49-F238E27FC236}">
                <a16:creationId xmlns:a16="http://schemas.microsoft.com/office/drawing/2014/main" id="{3FB457F4-0D62-4EA2-8519-04B93556F377}"/>
              </a:ext>
            </a:extLst>
          </p:cNvPr>
          <p:cNvSpPr>
            <a:spLocks noGrp="1"/>
          </p:cNvSpPr>
          <p:nvPr>
            <p:ph type="pic" sz="quarter" idx="34" hasCustomPrompt="1"/>
          </p:nvPr>
        </p:nvSpPr>
        <p:spPr>
          <a:xfrm>
            <a:off x="7084458" y="4196484"/>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Tree>
    <p:extLst>
      <p:ext uri="{BB962C8B-B14F-4D97-AF65-F5344CB8AC3E}">
        <p14:creationId xmlns:p14="http://schemas.microsoft.com/office/powerpoint/2010/main" val="1532604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678EEB7-160F-4FD0-A2AD-1EA368A91360}"/>
              </a:ext>
            </a:extLst>
          </p:cNvPr>
          <p:cNvPicPr>
            <a:picLocks noChangeAspect="1"/>
          </p:cNvPicPr>
          <p:nvPr userDrawn="1"/>
        </p:nvPicPr>
        <p:blipFill>
          <a:blip r:embed="rId2"/>
          <a:srcRect/>
          <a:stretch/>
        </p:blipFill>
        <p:spPr>
          <a:xfrm>
            <a:off x="4755" y="6337"/>
            <a:ext cx="6086489" cy="4053423"/>
          </a:xfrm>
          <a:prstGeom prst="rect">
            <a:avLst/>
          </a:prstGeom>
        </p:spPr>
      </p:pic>
      <p:sp>
        <p:nvSpPr>
          <p:cNvPr id="3" name="Slide Number Placeholder 2">
            <a:extLst>
              <a:ext uri="{FF2B5EF4-FFF2-40B4-BE49-F238E27FC236}">
                <a16:creationId xmlns:a16="http://schemas.microsoft.com/office/drawing/2014/main" id="{65BB494F-39F0-4215-BA5F-90F95AE6D9CB}"/>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9B9FAA3C-344D-44E0-8BFF-991823AEC5E3}"/>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6" name="Rectangle 5">
            <a:extLst>
              <a:ext uri="{FF2B5EF4-FFF2-40B4-BE49-F238E27FC236}">
                <a16:creationId xmlns:a16="http://schemas.microsoft.com/office/drawing/2014/main" id="{D2940466-D86B-46D1-84B6-DED4BEAF5F81}"/>
              </a:ext>
            </a:extLst>
          </p:cNvPr>
          <p:cNvSpPr/>
          <p:nvPr/>
        </p:nvSpPr>
        <p:spPr>
          <a:xfrm>
            <a:off x="6096000" y="-1"/>
            <a:ext cx="6096000" cy="4066101"/>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D9095E8-4DA7-4E8F-A4E8-8BD7CF2C324C}"/>
              </a:ext>
            </a:extLst>
          </p:cNvPr>
          <p:cNvSpPr/>
          <p:nvPr/>
        </p:nvSpPr>
        <p:spPr>
          <a:xfrm>
            <a:off x="4711251" y="941696"/>
            <a:ext cx="2487304" cy="2487304"/>
          </a:xfrm>
          <a:prstGeom prst="rect">
            <a:avLst/>
          </a:prstGeom>
          <a:solidFill>
            <a:srgbClr val="FBF6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7661747C-C27F-4F65-BC73-78612E0F4825}"/>
              </a:ext>
            </a:extLst>
          </p:cNvPr>
          <p:cNvSpPr>
            <a:spLocks noGrp="1"/>
          </p:cNvSpPr>
          <p:nvPr>
            <p:ph type="body" idx="1"/>
          </p:nvPr>
        </p:nvSpPr>
        <p:spPr>
          <a:xfrm>
            <a:off x="452119" y="5101124"/>
            <a:ext cx="2946174"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 Placeholder 2">
            <a:extLst>
              <a:ext uri="{FF2B5EF4-FFF2-40B4-BE49-F238E27FC236}">
                <a16:creationId xmlns:a16="http://schemas.microsoft.com/office/drawing/2014/main" id="{26DC0C6C-56A8-4348-B52D-01C9EB8A34DD}"/>
              </a:ext>
            </a:extLst>
          </p:cNvPr>
          <p:cNvSpPr>
            <a:spLocks noGrp="1"/>
          </p:cNvSpPr>
          <p:nvPr>
            <p:ph type="body" idx="12" hasCustomPrompt="1"/>
          </p:nvPr>
        </p:nvSpPr>
        <p:spPr>
          <a:xfrm>
            <a:off x="452119" y="4368620"/>
            <a:ext cx="2946174" cy="573241"/>
          </a:xfrm>
        </p:spPr>
        <p:txBody>
          <a:bodyPr>
            <a:normAutofit/>
          </a:bodyPr>
          <a:lstStyle>
            <a:lvl1pPr marL="0" indent="0" algn="l">
              <a:buNone/>
              <a:defRPr sz="4400" b="1">
                <a:solidFill>
                  <a:srgbClr val="2D6188"/>
                </a:solidFill>
                <a:latin typeface="Roboto" panose="02000000000000000000" pitchFamily="2" charset="0"/>
                <a:ea typeface="Roboto" panose="02000000000000000000" pitchFamily="2" charset="0"/>
                <a:cs typeface="Roboto"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cxnSp>
        <p:nvCxnSpPr>
          <p:cNvPr id="11" name="Straight Connector 10">
            <a:extLst>
              <a:ext uri="{FF2B5EF4-FFF2-40B4-BE49-F238E27FC236}">
                <a16:creationId xmlns:a16="http://schemas.microsoft.com/office/drawing/2014/main" id="{7E0B39B7-7313-403B-A6BD-0AA03FB82605}"/>
              </a:ext>
            </a:extLst>
          </p:cNvPr>
          <p:cNvCxnSpPr/>
          <p:nvPr/>
        </p:nvCxnSpPr>
        <p:spPr>
          <a:xfrm>
            <a:off x="3821373" y="4368620"/>
            <a:ext cx="0" cy="1688179"/>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7940E6D-D3EE-4F1B-863A-ED9295A61FED}"/>
              </a:ext>
            </a:extLst>
          </p:cNvPr>
          <p:cNvCxnSpPr/>
          <p:nvPr/>
        </p:nvCxnSpPr>
        <p:spPr>
          <a:xfrm>
            <a:off x="7992167" y="4368620"/>
            <a:ext cx="0" cy="1688179"/>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sp>
        <p:nvSpPr>
          <p:cNvPr id="13" name="Text Placeholder 2">
            <a:extLst>
              <a:ext uri="{FF2B5EF4-FFF2-40B4-BE49-F238E27FC236}">
                <a16:creationId xmlns:a16="http://schemas.microsoft.com/office/drawing/2014/main" id="{A531FC2E-EC1B-463C-96B2-BEB105EA8B79}"/>
              </a:ext>
            </a:extLst>
          </p:cNvPr>
          <p:cNvSpPr>
            <a:spLocks noGrp="1"/>
          </p:cNvSpPr>
          <p:nvPr>
            <p:ph type="body" idx="17"/>
          </p:nvPr>
        </p:nvSpPr>
        <p:spPr>
          <a:xfrm>
            <a:off x="5005136" y="2214173"/>
            <a:ext cx="1980399"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Text Placeholder 2">
            <a:extLst>
              <a:ext uri="{FF2B5EF4-FFF2-40B4-BE49-F238E27FC236}">
                <a16:creationId xmlns:a16="http://schemas.microsoft.com/office/drawing/2014/main" id="{6B0C70FC-DF24-48BE-B69F-06A8CCBE012D}"/>
              </a:ext>
            </a:extLst>
          </p:cNvPr>
          <p:cNvSpPr>
            <a:spLocks noGrp="1"/>
          </p:cNvSpPr>
          <p:nvPr>
            <p:ph type="body" idx="18"/>
          </p:nvPr>
        </p:nvSpPr>
        <p:spPr>
          <a:xfrm>
            <a:off x="4433683" y="5101124"/>
            <a:ext cx="2946174"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6" name="Text Placeholder 2">
            <a:extLst>
              <a:ext uri="{FF2B5EF4-FFF2-40B4-BE49-F238E27FC236}">
                <a16:creationId xmlns:a16="http://schemas.microsoft.com/office/drawing/2014/main" id="{D08F9B0D-B1B4-48D8-8125-779271F6E911}"/>
              </a:ext>
            </a:extLst>
          </p:cNvPr>
          <p:cNvSpPr>
            <a:spLocks noGrp="1"/>
          </p:cNvSpPr>
          <p:nvPr>
            <p:ph type="body" idx="19" hasCustomPrompt="1"/>
          </p:nvPr>
        </p:nvSpPr>
        <p:spPr>
          <a:xfrm>
            <a:off x="4433683" y="4368620"/>
            <a:ext cx="2946174" cy="573241"/>
          </a:xfrm>
        </p:spPr>
        <p:txBody>
          <a:bodyPr>
            <a:normAutofit/>
          </a:bodyPr>
          <a:lstStyle>
            <a:lvl1pPr marL="0" indent="0" algn="l">
              <a:buNone/>
              <a:defRPr sz="4400" b="1">
                <a:solidFill>
                  <a:srgbClr val="2D6188"/>
                </a:solidFill>
                <a:latin typeface="Roboto" panose="02000000000000000000" pitchFamily="2" charset="0"/>
                <a:ea typeface="Roboto" panose="02000000000000000000" pitchFamily="2" charset="0"/>
                <a:cs typeface="Roboto"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7" name="Text Placeholder 2">
            <a:extLst>
              <a:ext uri="{FF2B5EF4-FFF2-40B4-BE49-F238E27FC236}">
                <a16:creationId xmlns:a16="http://schemas.microsoft.com/office/drawing/2014/main" id="{3A818EC7-5E06-4D07-B730-99515C7E93B5}"/>
              </a:ext>
            </a:extLst>
          </p:cNvPr>
          <p:cNvSpPr>
            <a:spLocks noGrp="1"/>
          </p:cNvSpPr>
          <p:nvPr>
            <p:ph type="body" idx="20"/>
          </p:nvPr>
        </p:nvSpPr>
        <p:spPr>
          <a:xfrm>
            <a:off x="8604476" y="5101124"/>
            <a:ext cx="2946174"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Text Placeholder 2">
            <a:extLst>
              <a:ext uri="{FF2B5EF4-FFF2-40B4-BE49-F238E27FC236}">
                <a16:creationId xmlns:a16="http://schemas.microsoft.com/office/drawing/2014/main" id="{E30723C0-A791-47CF-ABC3-0C52FEA036FB}"/>
              </a:ext>
            </a:extLst>
          </p:cNvPr>
          <p:cNvSpPr>
            <a:spLocks noGrp="1"/>
          </p:cNvSpPr>
          <p:nvPr>
            <p:ph type="body" idx="21" hasCustomPrompt="1"/>
          </p:nvPr>
        </p:nvSpPr>
        <p:spPr>
          <a:xfrm>
            <a:off x="8604476" y="4368620"/>
            <a:ext cx="2946174" cy="573241"/>
          </a:xfrm>
        </p:spPr>
        <p:txBody>
          <a:bodyPr>
            <a:normAutofit/>
          </a:bodyPr>
          <a:lstStyle>
            <a:lvl1pPr marL="0" indent="0" algn="l">
              <a:buNone/>
              <a:defRPr sz="4400" b="1">
                <a:solidFill>
                  <a:srgbClr val="2D6188"/>
                </a:solidFill>
                <a:latin typeface="Roboto" panose="02000000000000000000" pitchFamily="2" charset="0"/>
                <a:ea typeface="Roboto" panose="02000000000000000000" pitchFamily="2" charset="0"/>
                <a:cs typeface="Roboto"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9" name="Picture Placeholder 15">
            <a:extLst>
              <a:ext uri="{FF2B5EF4-FFF2-40B4-BE49-F238E27FC236}">
                <a16:creationId xmlns:a16="http://schemas.microsoft.com/office/drawing/2014/main" id="{2A469210-70E7-4803-A154-1F7C4CA63D42}"/>
              </a:ext>
            </a:extLst>
          </p:cNvPr>
          <p:cNvSpPr>
            <a:spLocks noGrp="1"/>
          </p:cNvSpPr>
          <p:nvPr>
            <p:ph type="pic" sz="quarter" idx="16" hasCustomPrompt="1"/>
          </p:nvPr>
        </p:nvSpPr>
        <p:spPr>
          <a:xfrm>
            <a:off x="5528151" y="1315859"/>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20" name="Text Placeholder 2">
            <a:extLst>
              <a:ext uri="{FF2B5EF4-FFF2-40B4-BE49-F238E27FC236}">
                <a16:creationId xmlns:a16="http://schemas.microsoft.com/office/drawing/2014/main" id="{680F79B9-5754-4380-AABF-914E5F5058EF}"/>
              </a:ext>
            </a:extLst>
          </p:cNvPr>
          <p:cNvSpPr>
            <a:spLocks noGrp="1"/>
          </p:cNvSpPr>
          <p:nvPr>
            <p:ph type="body" idx="22"/>
          </p:nvPr>
        </p:nvSpPr>
        <p:spPr>
          <a:xfrm>
            <a:off x="7392327" y="1173150"/>
            <a:ext cx="4352095" cy="955675"/>
          </a:xfrm>
        </p:spPr>
        <p:txBody>
          <a:bodyPr>
            <a:normAutofit/>
          </a:bodyPr>
          <a:lstStyle>
            <a:lvl1pPr marL="0" indent="0" algn="l">
              <a:buNone/>
              <a:defRPr sz="3200" b="1">
                <a:solidFill>
                  <a:schemeClr val="bg2"/>
                </a:solidFill>
                <a:latin typeface="Roboto" panose="020B0604020202020204" charset="0"/>
                <a:ea typeface="Roboto" panose="020B0604020202020204" charset="0"/>
                <a:cs typeface="Roboto" panose="020B060402020202020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1" name="Text Placeholder 2">
            <a:extLst>
              <a:ext uri="{FF2B5EF4-FFF2-40B4-BE49-F238E27FC236}">
                <a16:creationId xmlns:a16="http://schemas.microsoft.com/office/drawing/2014/main" id="{7786BCB4-9C4A-461E-8F18-32F1193088CF}"/>
              </a:ext>
            </a:extLst>
          </p:cNvPr>
          <p:cNvSpPr>
            <a:spLocks noGrp="1"/>
          </p:cNvSpPr>
          <p:nvPr>
            <p:ph type="body" idx="23"/>
          </p:nvPr>
        </p:nvSpPr>
        <p:spPr>
          <a:xfrm>
            <a:off x="7392327" y="2431345"/>
            <a:ext cx="4352095" cy="955675"/>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2" name="Straight Connector 21">
            <a:extLst>
              <a:ext uri="{FF2B5EF4-FFF2-40B4-BE49-F238E27FC236}">
                <a16:creationId xmlns:a16="http://schemas.microsoft.com/office/drawing/2014/main" id="{B92E44D7-D596-4B16-BF30-DD3154B5D12C}"/>
              </a:ext>
            </a:extLst>
          </p:cNvPr>
          <p:cNvCxnSpPr>
            <a:cxnSpLocks/>
          </p:cNvCxnSpPr>
          <p:nvPr/>
        </p:nvCxnSpPr>
        <p:spPr>
          <a:xfrm>
            <a:off x="7528981" y="2242723"/>
            <a:ext cx="3711728" cy="0"/>
          </a:xfrm>
          <a:prstGeom prst="line">
            <a:avLst/>
          </a:prstGeom>
          <a:ln>
            <a:solidFill>
              <a:srgbClr val="C4C4C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0262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7184B1-D995-45A8-A4B5-8F82AE7359D7}"/>
              </a:ext>
            </a:extLst>
          </p:cNvPr>
          <p:cNvSpPr/>
          <p:nvPr/>
        </p:nvSpPr>
        <p:spPr>
          <a:xfrm>
            <a:off x="5634833" y="3429000"/>
            <a:ext cx="6557168" cy="3429000"/>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8CA2D6-D39D-48D8-9336-78EE01A66D28}"/>
              </a:ext>
            </a:extLst>
          </p:cNvPr>
          <p:cNvSpPr>
            <a:spLocks noGrp="1"/>
          </p:cNvSpPr>
          <p:nvPr>
            <p:ph type="title"/>
          </p:nvPr>
        </p:nvSpPr>
        <p:spPr>
          <a:xfrm>
            <a:off x="6557169" y="315335"/>
            <a:ext cx="5025231" cy="1257300"/>
          </a:xfrm>
        </p:spPr>
        <p:txBody>
          <a:bodyPr/>
          <a:lstStyle>
            <a:lvl1pPr>
              <a:defRPr b="1">
                <a:solidFill>
                  <a:srgbClr val="2D6188"/>
                </a:solidFill>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582AC87A-39E6-4AF0-875F-CDAA7D4CE94F}"/>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81190968-7365-4E18-B2C6-4F20BD01E202}"/>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pic>
        <p:nvPicPr>
          <p:cNvPr id="7" name="Graphic 6">
            <a:extLst>
              <a:ext uri="{FF2B5EF4-FFF2-40B4-BE49-F238E27FC236}">
                <a16:creationId xmlns:a16="http://schemas.microsoft.com/office/drawing/2014/main" id="{6DF6C80B-5479-4A1A-AADE-59870BCB22A1}"/>
              </a:ext>
            </a:extLst>
          </p:cNvPr>
          <p:cNvPicPr>
            <a:picLocks noChangeAspect="1"/>
          </p:cNvPicPr>
          <p:nvPr/>
        </p:nvPicPr>
        <p:blipFill>
          <a:blip r:embed="rId2"/>
          <a:srcRect l="33" r="33"/>
          <a:stretch/>
        </p:blipFill>
        <p:spPr>
          <a:xfrm>
            <a:off x="1" y="1"/>
            <a:ext cx="5634831" cy="3505058"/>
          </a:xfrm>
          <a:prstGeom prst="rect">
            <a:avLst/>
          </a:prstGeom>
        </p:spPr>
      </p:pic>
      <p:sp>
        <p:nvSpPr>
          <p:cNvPr id="9" name="Text Placeholder 2">
            <a:extLst>
              <a:ext uri="{FF2B5EF4-FFF2-40B4-BE49-F238E27FC236}">
                <a16:creationId xmlns:a16="http://schemas.microsoft.com/office/drawing/2014/main" id="{D74587A5-01B5-4219-8F0A-EA8AAFEE3F81}"/>
              </a:ext>
            </a:extLst>
          </p:cNvPr>
          <p:cNvSpPr>
            <a:spLocks noGrp="1"/>
          </p:cNvSpPr>
          <p:nvPr>
            <p:ph type="body" idx="1"/>
          </p:nvPr>
        </p:nvSpPr>
        <p:spPr>
          <a:xfrm>
            <a:off x="6557168" y="1719170"/>
            <a:ext cx="5025231"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C64AA60C-651B-46D8-AE3E-847A9C1DAB00}"/>
              </a:ext>
            </a:extLst>
          </p:cNvPr>
          <p:cNvSpPr>
            <a:spLocks noGrp="1"/>
          </p:cNvSpPr>
          <p:nvPr>
            <p:ph type="body" idx="12"/>
          </p:nvPr>
        </p:nvSpPr>
        <p:spPr>
          <a:xfrm>
            <a:off x="1192106" y="3597275"/>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 Placeholder 2">
            <a:extLst>
              <a:ext uri="{FF2B5EF4-FFF2-40B4-BE49-F238E27FC236}">
                <a16:creationId xmlns:a16="http://schemas.microsoft.com/office/drawing/2014/main" id="{0D3D39D0-D744-435F-AC3F-F5E1D4973960}"/>
              </a:ext>
            </a:extLst>
          </p:cNvPr>
          <p:cNvSpPr>
            <a:spLocks noGrp="1"/>
          </p:cNvSpPr>
          <p:nvPr>
            <p:ph type="body" idx="13"/>
          </p:nvPr>
        </p:nvSpPr>
        <p:spPr>
          <a:xfrm>
            <a:off x="1192106" y="4275755"/>
            <a:ext cx="4179178" cy="66992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Text Placeholder 2">
            <a:extLst>
              <a:ext uri="{FF2B5EF4-FFF2-40B4-BE49-F238E27FC236}">
                <a16:creationId xmlns:a16="http://schemas.microsoft.com/office/drawing/2014/main" id="{714A5C8A-3742-4CAA-80AB-175D9807ED51}"/>
              </a:ext>
            </a:extLst>
          </p:cNvPr>
          <p:cNvSpPr>
            <a:spLocks noGrp="1"/>
          </p:cNvSpPr>
          <p:nvPr>
            <p:ph type="body" idx="14"/>
          </p:nvPr>
        </p:nvSpPr>
        <p:spPr>
          <a:xfrm>
            <a:off x="1192106" y="5044993"/>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Text Placeholder 2">
            <a:extLst>
              <a:ext uri="{FF2B5EF4-FFF2-40B4-BE49-F238E27FC236}">
                <a16:creationId xmlns:a16="http://schemas.microsoft.com/office/drawing/2014/main" id="{2AC2CFFD-C164-43FB-B1C1-9350BB0932ED}"/>
              </a:ext>
            </a:extLst>
          </p:cNvPr>
          <p:cNvSpPr>
            <a:spLocks noGrp="1"/>
          </p:cNvSpPr>
          <p:nvPr>
            <p:ph type="body" idx="15"/>
          </p:nvPr>
        </p:nvSpPr>
        <p:spPr>
          <a:xfrm>
            <a:off x="1192106" y="5723473"/>
            <a:ext cx="4179178" cy="66992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3888925F-3E33-4A5E-B7C6-6355F0E09259}"/>
              </a:ext>
            </a:extLst>
          </p:cNvPr>
          <p:cNvSpPr>
            <a:spLocks noGrp="1"/>
          </p:cNvSpPr>
          <p:nvPr>
            <p:ph type="body" idx="16" hasCustomPrompt="1"/>
          </p:nvPr>
        </p:nvSpPr>
        <p:spPr>
          <a:xfrm>
            <a:off x="326677" y="3597275"/>
            <a:ext cx="865429" cy="669925"/>
          </a:xfrm>
        </p:spPr>
        <p:txBody>
          <a:bodyPr>
            <a:normAutofit/>
          </a:bodyPr>
          <a:lstStyle>
            <a:lvl1pPr marL="0" indent="0" algn="l">
              <a:buNone/>
              <a:defRPr sz="3200" b="1">
                <a:solidFill>
                  <a:srgbClr val="2D618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8" name="Text Placeholder 2">
            <a:extLst>
              <a:ext uri="{FF2B5EF4-FFF2-40B4-BE49-F238E27FC236}">
                <a16:creationId xmlns:a16="http://schemas.microsoft.com/office/drawing/2014/main" id="{AA51D6B0-7F1F-4FFD-8D05-DC352848D147}"/>
              </a:ext>
            </a:extLst>
          </p:cNvPr>
          <p:cNvSpPr>
            <a:spLocks noGrp="1"/>
          </p:cNvSpPr>
          <p:nvPr>
            <p:ph type="body" idx="17" hasCustomPrompt="1"/>
          </p:nvPr>
        </p:nvSpPr>
        <p:spPr>
          <a:xfrm>
            <a:off x="326677" y="5008154"/>
            <a:ext cx="865429" cy="669925"/>
          </a:xfrm>
        </p:spPr>
        <p:txBody>
          <a:bodyPr>
            <a:normAutofit/>
          </a:bodyPr>
          <a:lstStyle>
            <a:lvl1pPr marL="0" indent="0" algn="l">
              <a:buNone/>
              <a:defRPr sz="3200" b="1">
                <a:solidFill>
                  <a:srgbClr val="2D618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02</a:t>
            </a:r>
          </a:p>
        </p:txBody>
      </p:sp>
      <p:sp>
        <p:nvSpPr>
          <p:cNvPr id="19" name="Text Placeholder 2">
            <a:extLst>
              <a:ext uri="{FF2B5EF4-FFF2-40B4-BE49-F238E27FC236}">
                <a16:creationId xmlns:a16="http://schemas.microsoft.com/office/drawing/2014/main" id="{F984FAB3-82E0-43EE-A88E-63BB5E2865F0}"/>
              </a:ext>
            </a:extLst>
          </p:cNvPr>
          <p:cNvSpPr>
            <a:spLocks noGrp="1"/>
          </p:cNvSpPr>
          <p:nvPr>
            <p:ph type="body" idx="18"/>
          </p:nvPr>
        </p:nvSpPr>
        <p:spPr>
          <a:xfrm>
            <a:off x="5935580" y="4052479"/>
            <a:ext cx="4010525" cy="955675"/>
          </a:xfrm>
        </p:spPr>
        <p:txBody>
          <a:bodyPr>
            <a:normAutofit/>
          </a:bodyPr>
          <a:lstStyle>
            <a:lvl1pPr marL="0" indent="0" algn="l">
              <a:buNone/>
              <a:defRPr sz="12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0" name="Text Placeholder 2">
            <a:extLst>
              <a:ext uri="{FF2B5EF4-FFF2-40B4-BE49-F238E27FC236}">
                <a16:creationId xmlns:a16="http://schemas.microsoft.com/office/drawing/2014/main" id="{144A1703-E9FD-40B6-90B7-8EEC66D1D01A}"/>
              </a:ext>
            </a:extLst>
          </p:cNvPr>
          <p:cNvSpPr>
            <a:spLocks noGrp="1"/>
          </p:cNvSpPr>
          <p:nvPr>
            <p:ph type="body" idx="19"/>
          </p:nvPr>
        </p:nvSpPr>
        <p:spPr>
          <a:xfrm>
            <a:off x="5935580" y="5245635"/>
            <a:ext cx="4010525" cy="955675"/>
          </a:xfrm>
        </p:spPr>
        <p:txBody>
          <a:bodyPr>
            <a:normAutofit/>
          </a:bodyPr>
          <a:lstStyle>
            <a:lvl1pPr marL="0" indent="0" algn="l">
              <a:buNone/>
              <a:defRPr sz="12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914286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7CC59F1-765A-499A-8B9E-CE334D0C5D16}"/>
              </a:ext>
            </a:extLst>
          </p:cNvPr>
          <p:cNvSpPr/>
          <p:nvPr userDrawn="1"/>
        </p:nvSpPr>
        <p:spPr>
          <a:xfrm>
            <a:off x="5635625" y="0"/>
            <a:ext cx="6556375" cy="6858000"/>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endParaRPr>
          </a:p>
        </p:txBody>
      </p:sp>
      <p:sp>
        <p:nvSpPr>
          <p:cNvPr id="6" name="Picture Placeholder 5">
            <a:extLst>
              <a:ext uri="{FF2B5EF4-FFF2-40B4-BE49-F238E27FC236}">
                <a16:creationId xmlns:a16="http://schemas.microsoft.com/office/drawing/2014/main" id="{2A8B0631-431D-4115-8C96-7B1C458D02D2}"/>
              </a:ext>
            </a:extLst>
          </p:cNvPr>
          <p:cNvSpPr>
            <a:spLocks noGrp="1"/>
          </p:cNvSpPr>
          <p:nvPr>
            <p:ph type="pic" sz="quarter" idx="18"/>
          </p:nvPr>
        </p:nvSpPr>
        <p:spPr>
          <a:xfrm>
            <a:off x="0" y="0"/>
            <a:ext cx="5635625" cy="3497263"/>
          </a:xfrm>
        </p:spPr>
        <p:txBody>
          <a:bodyPr/>
          <a:lstStyle/>
          <a:p>
            <a:endParaRPr lang="en-IN"/>
          </a:p>
        </p:txBody>
      </p:sp>
      <p:sp>
        <p:nvSpPr>
          <p:cNvPr id="2" name="Title 1">
            <a:extLst>
              <a:ext uri="{FF2B5EF4-FFF2-40B4-BE49-F238E27FC236}">
                <a16:creationId xmlns:a16="http://schemas.microsoft.com/office/drawing/2014/main" id="{CB8CA2D6-D39D-48D8-9336-78EE01A66D28}"/>
              </a:ext>
            </a:extLst>
          </p:cNvPr>
          <p:cNvSpPr>
            <a:spLocks noGrp="1"/>
          </p:cNvSpPr>
          <p:nvPr>
            <p:ph type="title"/>
          </p:nvPr>
        </p:nvSpPr>
        <p:spPr>
          <a:xfrm>
            <a:off x="6557169" y="315335"/>
            <a:ext cx="5025231" cy="1257300"/>
          </a:xfrm>
        </p:spPr>
        <p:txBody>
          <a:bodyPr/>
          <a:lstStyle>
            <a:lvl1pPr>
              <a:defRPr b="1">
                <a:solidFill>
                  <a:srgbClr val="FFFFFF"/>
                </a:solidFill>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582AC87A-39E6-4AF0-875F-CDAA7D4CE94F}"/>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81190968-7365-4E18-B2C6-4F20BD01E202}"/>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9" name="Text Placeholder 2">
            <a:extLst>
              <a:ext uri="{FF2B5EF4-FFF2-40B4-BE49-F238E27FC236}">
                <a16:creationId xmlns:a16="http://schemas.microsoft.com/office/drawing/2014/main" id="{D74587A5-01B5-4219-8F0A-EA8AAFEE3F81}"/>
              </a:ext>
            </a:extLst>
          </p:cNvPr>
          <p:cNvSpPr>
            <a:spLocks noGrp="1"/>
          </p:cNvSpPr>
          <p:nvPr>
            <p:ph type="body" idx="1"/>
          </p:nvPr>
        </p:nvSpPr>
        <p:spPr>
          <a:xfrm>
            <a:off x="6557168" y="1719170"/>
            <a:ext cx="5025231" cy="955675"/>
          </a:xfrm>
        </p:spPr>
        <p:txBody>
          <a:bodyPr>
            <a:normAutofit/>
          </a:bodyPr>
          <a:lstStyle>
            <a:lvl1pPr marL="0" indent="0" algn="l">
              <a:buNone/>
              <a:defRPr sz="1600">
                <a:solidFill>
                  <a:srgbClr val="FFFFFF"/>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C64AA60C-651B-46D8-AE3E-847A9C1DAB00}"/>
              </a:ext>
            </a:extLst>
          </p:cNvPr>
          <p:cNvSpPr>
            <a:spLocks noGrp="1"/>
          </p:cNvSpPr>
          <p:nvPr>
            <p:ph type="body" idx="12"/>
          </p:nvPr>
        </p:nvSpPr>
        <p:spPr>
          <a:xfrm>
            <a:off x="1192106" y="4021686"/>
            <a:ext cx="4179178" cy="669925"/>
          </a:xfrm>
        </p:spPr>
        <p:txBody>
          <a:bodyPr anchor="ct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Text Placeholder 2">
            <a:extLst>
              <a:ext uri="{FF2B5EF4-FFF2-40B4-BE49-F238E27FC236}">
                <a16:creationId xmlns:a16="http://schemas.microsoft.com/office/drawing/2014/main" id="{714A5C8A-3742-4CAA-80AB-175D9807ED51}"/>
              </a:ext>
            </a:extLst>
          </p:cNvPr>
          <p:cNvSpPr>
            <a:spLocks noGrp="1"/>
          </p:cNvSpPr>
          <p:nvPr>
            <p:ph type="body" idx="14"/>
          </p:nvPr>
        </p:nvSpPr>
        <p:spPr>
          <a:xfrm>
            <a:off x="1192106" y="5012335"/>
            <a:ext cx="4179178" cy="669925"/>
          </a:xfrm>
        </p:spPr>
        <p:txBody>
          <a:bodyPr anchor="ct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3888925F-3E33-4A5E-B7C6-6355F0E09259}"/>
              </a:ext>
            </a:extLst>
          </p:cNvPr>
          <p:cNvSpPr>
            <a:spLocks noGrp="1"/>
          </p:cNvSpPr>
          <p:nvPr>
            <p:ph type="body" idx="16" hasCustomPrompt="1"/>
          </p:nvPr>
        </p:nvSpPr>
        <p:spPr>
          <a:xfrm>
            <a:off x="326677" y="4021686"/>
            <a:ext cx="865429" cy="669925"/>
          </a:xfrm>
        </p:spPr>
        <p:txBody>
          <a:bodyPr anchor="ctr">
            <a:normAutofit/>
          </a:bodyPr>
          <a:lstStyle>
            <a:lvl1pPr marL="0" indent="0" algn="l">
              <a:buNone/>
              <a:defRPr sz="3200" b="1">
                <a:solidFill>
                  <a:srgbClr val="2D618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8" name="Text Placeholder 2">
            <a:extLst>
              <a:ext uri="{FF2B5EF4-FFF2-40B4-BE49-F238E27FC236}">
                <a16:creationId xmlns:a16="http://schemas.microsoft.com/office/drawing/2014/main" id="{AA51D6B0-7F1F-4FFD-8D05-DC352848D147}"/>
              </a:ext>
            </a:extLst>
          </p:cNvPr>
          <p:cNvSpPr>
            <a:spLocks noGrp="1"/>
          </p:cNvSpPr>
          <p:nvPr>
            <p:ph type="body" idx="17" hasCustomPrompt="1"/>
          </p:nvPr>
        </p:nvSpPr>
        <p:spPr>
          <a:xfrm>
            <a:off x="326677" y="5008154"/>
            <a:ext cx="865429" cy="669925"/>
          </a:xfrm>
        </p:spPr>
        <p:txBody>
          <a:bodyPr anchor="ctr">
            <a:normAutofit/>
          </a:bodyPr>
          <a:lstStyle>
            <a:lvl1pPr marL="0" indent="0" algn="l">
              <a:buNone/>
              <a:defRPr sz="3200" b="1">
                <a:solidFill>
                  <a:srgbClr val="2D618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02</a:t>
            </a:r>
          </a:p>
        </p:txBody>
      </p:sp>
    </p:spTree>
    <p:extLst>
      <p:ext uri="{BB962C8B-B14F-4D97-AF65-F5344CB8AC3E}">
        <p14:creationId xmlns:p14="http://schemas.microsoft.com/office/powerpoint/2010/main" val="2897708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D0292-6323-4512-B678-3A2B4E2F5915}"/>
              </a:ext>
            </a:extLst>
          </p:cNvPr>
          <p:cNvSpPr>
            <a:spLocks noGrp="1"/>
          </p:cNvSpPr>
          <p:nvPr>
            <p:ph type="title" hasCustomPrompt="1"/>
          </p:nvPr>
        </p:nvSpPr>
        <p:spPr>
          <a:xfrm>
            <a:off x="442913" y="394397"/>
            <a:ext cx="5861634" cy="1426213"/>
          </a:xfrm>
        </p:spPr>
        <p:txBody>
          <a:bodyPr>
            <a:normAutofit/>
          </a:bodyPr>
          <a:lstStyle>
            <a:lvl1pPr>
              <a:defRPr sz="4400" b="1">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79B77DFD-397D-41BB-8194-EBFA39DD0BB4}"/>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15F7F7CA-8167-425F-90DF-EC593EA2DA70}"/>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8" name="Text Placeholder 2">
            <a:extLst>
              <a:ext uri="{FF2B5EF4-FFF2-40B4-BE49-F238E27FC236}">
                <a16:creationId xmlns:a16="http://schemas.microsoft.com/office/drawing/2014/main" id="{B95ACAC1-FE15-427F-9332-13E0DE69AAA3}"/>
              </a:ext>
            </a:extLst>
          </p:cNvPr>
          <p:cNvSpPr>
            <a:spLocks noGrp="1"/>
          </p:cNvSpPr>
          <p:nvPr>
            <p:ph type="body" idx="13"/>
          </p:nvPr>
        </p:nvSpPr>
        <p:spPr>
          <a:xfrm>
            <a:off x="6460852" y="394397"/>
            <a:ext cx="5272191" cy="1426213"/>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6" name="Text Placeholder 2">
            <a:extLst>
              <a:ext uri="{FF2B5EF4-FFF2-40B4-BE49-F238E27FC236}">
                <a16:creationId xmlns:a16="http://schemas.microsoft.com/office/drawing/2014/main" id="{259BB8CA-F377-434C-A745-0268B6606194}"/>
              </a:ext>
            </a:extLst>
          </p:cNvPr>
          <p:cNvSpPr>
            <a:spLocks noGrp="1"/>
          </p:cNvSpPr>
          <p:nvPr>
            <p:ph type="body" idx="1"/>
          </p:nvPr>
        </p:nvSpPr>
        <p:spPr>
          <a:xfrm>
            <a:off x="442914" y="1964750"/>
            <a:ext cx="3456432" cy="617320"/>
          </a:xfrm>
          <a:solidFill>
            <a:srgbClr val="2D6188"/>
          </a:solidFill>
        </p:spPr>
        <p:txBody>
          <a:bodyPr anchor="ctr">
            <a:noAutofit/>
          </a:bodyPr>
          <a:lstStyle>
            <a:lvl1pPr marL="0" indent="0" algn="l">
              <a:buNone/>
              <a:defRPr sz="1800" b="1" spc="11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Text Placeholder 2">
            <a:extLst>
              <a:ext uri="{FF2B5EF4-FFF2-40B4-BE49-F238E27FC236}">
                <a16:creationId xmlns:a16="http://schemas.microsoft.com/office/drawing/2014/main" id="{6DE1E631-EBBF-4438-A920-4222C87E13C9}"/>
              </a:ext>
            </a:extLst>
          </p:cNvPr>
          <p:cNvSpPr>
            <a:spLocks noGrp="1"/>
          </p:cNvSpPr>
          <p:nvPr>
            <p:ph type="body" idx="14"/>
          </p:nvPr>
        </p:nvSpPr>
        <p:spPr>
          <a:xfrm>
            <a:off x="4359762" y="1964750"/>
            <a:ext cx="3456432" cy="617320"/>
          </a:xfrm>
          <a:solidFill>
            <a:srgbClr val="FF3D57"/>
          </a:solidFill>
        </p:spPr>
        <p:txBody>
          <a:bodyPr anchor="ctr">
            <a:noAutofit/>
          </a:bodyPr>
          <a:lstStyle>
            <a:lvl1pPr marL="0" indent="0" algn="l">
              <a:buNone/>
              <a:defRPr sz="1800" b="1" spc="11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Text Placeholder 2">
            <a:extLst>
              <a:ext uri="{FF2B5EF4-FFF2-40B4-BE49-F238E27FC236}">
                <a16:creationId xmlns:a16="http://schemas.microsoft.com/office/drawing/2014/main" id="{D55A3CFA-24E2-47A7-9B92-2E0FCD979711}"/>
              </a:ext>
            </a:extLst>
          </p:cNvPr>
          <p:cNvSpPr>
            <a:spLocks noGrp="1"/>
          </p:cNvSpPr>
          <p:nvPr>
            <p:ph type="body" idx="15"/>
          </p:nvPr>
        </p:nvSpPr>
        <p:spPr>
          <a:xfrm>
            <a:off x="8292654" y="1964750"/>
            <a:ext cx="3456432" cy="617320"/>
          </a:xfrm>
          <a:solidFill>
            <a:srgbClr val="18C0FF"/>
          </a:solidFill>
        </p:spPr>
        <p:txBody>
          <a:bodyPr anchor="ctr">
            <a:noAutofit/>
          </a:bodyPr>
          <a:lstStyle>
            <a:lvl1pPr marL="0" indent="0" algn="l">
              <a:buNone/>
              <a:defRPr sz="1800" b="1" spc="11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a:extLst>
              <a:ext uri="{FF2B5EF4-FFF2-40B4-BE49-F238E27FC236}">
                <a16:creationId xmlns:a16="http://schemas.microsoft.com/office/drawing/2014/main" id="{2480CD9D-1885-4737-A296-CBDA3199AFC9}"/>
              </a:ext>
            </a:extLst>
          </p:cNvPr>
          <p:cNvSpPr>
            <a:spLocks noGrp="1"/>
          </p:cNvSpPr>
          <p:nvPr>
            <p:ph type="body" idx="16"/>
          </p:nvPr>
        </p:nvSpPr>
        <p:spPr>
          <a:xfrm>
            <a:off x="447981" y="2749670"/>
            <a:ext cx="3451366" cy="3180075"/>
          </a:xfrm>
        </p:spPr>
        <p:txBody>
          <a:bodyPr>
            <a:normAutofit/>
          </a:bodyPr>
          <a:lstStyle>
            <a:lvl1pPr marL="171450" indent="-171450" algn="l">
              <a:buFont typeface="Arial" panose="020B0604020202020204" pitchFamily="34" charset="0"/>
              <a:buChar char="•"/>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B8F3E378-B9A7-4997-A3C3-9A2A12E63482}"/>
              </a:ext>
            </a:extLst>
          </p:cNvPr>
          <p:cNvSpPr>
            <a:spLocks noGrp="1"/>
          </p:cNvSpPr>
          <p:nvPr>
            <p:ph type="body" idx="17"/>
          </p:nvPr>
        </p:nvSpPr>
        <p:spPr>
          <a:xfrm>
            <a:off x="4354963" y="2749670"/>
            <a:ext cx="3451366" cy="3180075"/>
          </a:xfrm>
        </p:spPr>
        <p:txBody>
          <a:bodyPr>
            <a:normAutofit/>
          </a:bodyPr>
          <a:lstStyle>
            <a:lvl1pPr marL="171450" indent="-171450" algn="l">
              <a:buFont typeface="Arial" panose="020B0604020202020204" pitchFamily="34" charset="0"/>
              <a:buChar char="•"/>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DBC5CEEF-F4BE-4BF5-9FF2-4F577F97D0B0}"/>
              </a:ext>
            </a:extLst>
          </p:cNvPr>
          <p:cNvSpPr>
            <a:spLocks noGrp="1"/>
          </p:cNvSpPr>
          <p:nvPr>
            <p:ph type="body" idx="18"/>
          </p:nvPr>
        </p:nvSpPr>
        <p:spPr>
          <a:xfrm>
            <a:off x="8303508" y="2749670"/>
            <a:ext cx="3451366" cy="3180075"/>
          </a:xfrm>
        </p:spPr>
        <p:txBody>
          <a:bodyPr>
            <a:normAutofit/>
          </a:bodyPr>
          <a:lstStyle>
            <a:lvl1pPr marL="171450" indent="-171450" algn="l">
              <a:buFont typeface="Arial" panose="020B0604020202020204" pitchFamily="34" charset="0"/>
              <a:buChar char="•"/>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012521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A6964E42-AA62-4B66-95DC-A06476D9EC4F}"/>
              </a:ext>
            </a:extLst>
          </p:cNvPr>
          <p:cNvPicPr>
            <a:picLocks noChangeAspect="1"/>
          </p:cNvPicPr>
          <p:nvPr userDrawn="1"/>
        </p:nvPicPr>
        <p:blipFill>
          <a:blip r:embed="rId2"/>
          <a:srcRect l="41" r="41"/>
          <a:stretch/>
        </p:blipFill>
        <p:spPr>
          <a:xfrm>
            <a:off x="1" y="-1"/>
            <a:ext cx="12192000" cy="6858001"/>
          </a:xfrm>
          <a:prstGeom prst="rect">
            <a:avLst/>
          </a:prstGeom>
        </p:spPr>
      </p:pic>
      <p:sp>
        <p:nvSpPr>
          <p:cNvPr id="6" name="Rectangle 5">
            <a:extLst>
              <a:ext uri="{FF2B5EF4-FFF2-40B4-BE49-F238E27FC236}">
                <a16:creationId xmlns:a16="http://schemas.microsoft.com/office/drawing/2014/main" id="{C31D5902-612A-47FA-BB6D-5F2FDB744276}"/>
              </a:ext>
            </a:extLst>
          </p:cNvPr>
          <p:cNvSpPr/>
          <p:nvPr/>
        </p:nvSpPr>
        <p:spPr>
          <a:xfrm>
            <a:off x="2961232" y="-2"/>
            <a:ext cx="6269537" cy="685800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71875" y="296864"/>
            <a:ext cx="5048250" cy="1531936"/>
          </a:xfrm>
        </p:spPr>
        <p:txBody>
          <a:bodyPr>
            <a:normAutofit/>
          </a:bodyPr>
          <a:lstStyle>
            <a:lvl1pPr>
              <a:defRPr sz="4400" b="1">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7" name="Text Placeholder 2">
            <a:extLst>
              <a:ext uri="{FF2B5EF4-FFF2-40B4-BE49-F238E27FC236}">
                <a16:creationId xmlns:a16="http://schemas.microsoft.com/office/drawing/2014/main" id="{0908F444-E0C2-4BEF-BFD3-D0D573D0FA56}"/>
              </a:ext>
            </a:extLst>
          </p:cNvPr>
          <p:cNvSpPr>
            <a:spLocks noGrp="1"/>
          </p:cNvSpPr>
          <p:nvPr>
            <p:ph type="body" idx="12"/>
          </p:nvPr>
        </p:nvSpPr>
        <p:spPr>
          <a:xfrm>
            <a:off x="4440947" y="2125665"/>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Text Placeholder 2">
            <a:extLst>
              <a:ext uri="{FF2B5EF4-FFF2-40B4-BE49-F238E27FC236}">
                <a16:creationId xmlns:a16="http://schemas.microsoft.com/office/drawing/2014/main" id="{66FECE81-6A6C-461E-B52C-226214ECB2D0}"/>
              </a:ext>
            </a:extLst>
          </p:cNvPr>
          <p:cNvSpPr>
            <a:spLocks noGrp="1"/>
          </p:cNvSpPr>
          <p:nvPr>
            <p:ph type="body" idx="13"/>
          </p:nvPr>
        </p:nvSpPr>
        <p:spPr>
          <a:xfrm>
            <a:off x="4440947" y="2804145"/>
            <a:ext cx="4179178" cy="669925"/>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 Placeholder 2">
            <a:extLst>
              <a:ext uri="{FF2B5EF4-FFF2-40B4-BE49-F238E27FC236}">
                <a16:creationId xmlns:a16="http://schemas.microsoft.com/office/drawing/2014/main" id="{C740F9CA-1DAE-4765-B293-E056D988E74E}"/>
              </a:ext>
            </a:extLst>
          </p:cNvPr>
          <p:cNvSpPr>
            <a:spLocks noGrp="1"/>
          </p:cNvSpPr>
          <p:nvPr>
            <p:ph type="body" idx="14"/>
          </p:nvPr>
        </p:nvSpPr>
        <p:spPr>
          <a:xfrm>
            <a:off x="4440947" y="3669197"/>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EF46FED3-A1B9-45E1-B85F-4E966FA1647C}"/>
              </a:ext>
            </a:extLst>
          </p:cNvPr>
          <p:cNvSpPr>
            <a:spLocks noGrp="1"/>
          </p:cNvSpPr>
          <p:nvPr>
            <p:ph type="body" idx="15"/>
          </p:nvPr>
        </p:nvSpPr>
        <p:spPr>
          <a:xfrm>
            <a:off x="4440947" y="4347677"/>
            <a:ext cx="4179178" cy="669925"/>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3" name="Text Placeholder 2">
            <a:extLst>
              <a:ext uri="{FF2B5EF4-FFF2-40B4-BE49-F238E27FC236}">
                <a16:creationId xmlns:a16="http://schemas.microsoft.com/office/drawing/2014/main" id="{0329DDB0-4C31-42FB-8933-8AEFFDA00C73}"/>
              </a:ext>
            </a:extLst>
          </p:cNvPr>
          <p:cNvSpPr>
            <a:spLocks noGrp="1"/>
          </p:cNvSpPr>
          <p:nvPr>
            <p:ph type="body" idx="16"/>
          </p:nvPr>
        </p:nvSpPr>
        <p:spPr>
          <a:xfrm>
            <a:off x="4440947" y="5235833"/>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Text Placeholder 2">
            <a:extLst>
              <a:ext uri="{FF2B5EF4-FFF2-40B4-BE49-F238E27FC236}">
                <a16:creationId xmlns:a16="http://schemas.microsoft.com/office/drawing/2014/main" id="{05F32347-7C89-43D0-8E85-59F4E2E13F8D}"/>
              </a:ext>
            </a:extLst>
          </p:cNvPr>
          <p:cNvSpPr>
            <a:spLocks noGrp="1"/>
          </p:cNvSpPr>
          <p:nvPr>
            <p:ph type="body" idx="17"/>
          </p:nvPr>
        </p:nvSpPr>
        <p:spPr>
          <a:xfrm>
            <a:off x="4440947" y="5914313"/>
            <a:ext cx="4179178" cy="669925"/>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Picture Placeholder 15">
            <a:extLst>
              <a:ext uri="{FF2B5EF4-FFF2-40B4-BE49-F238E27FC236}">
                <a16:creationId xmlns:a16="http://schemas.microsoft.com/office/drawing/2014/main" id="{33EC1A19-7BCE-4DE6-9A9A-051ADBE0CB5F}"/>
              </a:ext>
            </a:extLst>
          </p:cNvPr>
          <p:cNvSpPr>
            <a:spLocks noGrp="1"/>
          </p:cNvSpPr>
          <p:nvPr>
            <p:ph type="pic" sz="quarter" idx="18" hasCustomPrompt="1"/>
          </p:nvPr>
        </p:nvSpPr>
        <p:spPr>
          <a:xfrm>
            <a:off x="3546202" y="2125665"/>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16" name="Picture Placeholder 15">
            <a:extLst>
              <a:ext uri="{FF2B5EF4-FFF2-40B4-BE49-F238E27FC236}">
                <a16:creationId xmlns:a16="http://schemas.microsoft.com/office/drawing/2014/main" id="{9D41EB8C-F814-49CC-8D7F-8EF9967E15FA}"/>
              </a:ext>
            </a:extLst>
          </p:cNvPr>
          <p:cNvSpPr>
            <a:spLocks noGrp="1"/>
          </p:cNvSpPr>
          <p:nvPr>
            <p:ph type="pic" sz="quarter" idx="19" hasCustomPrompt="1"/>
          </p:nvPr>
        </p:nvSpPr>
        <p:spPr>
          <a:xfrm>
            <a:off x="3546202" y="3669197"/>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17" name="Picture Placeholder 15">
            <a:extLst>
              <a:ext uri="{FF2B5EF4-FFF2-40B4-BE49-F238E27FC236}">
                <a16:creationId xmlns:a16="http://schemas.microsoft.com/office/drawing/2014/main" id="{5161DAD0-FF9A-46BB-80D2-BF2E8B359A3E}"/>
              </a:ext>
            </a:extLst>
          </p:cNvPr>
          <p:cNvSpPr>
            <a:spLocks noGrp="1"/>
          </p:cNvSpPr>
          <p:nvPr>
            <p:ph type="pic" sz="quarter" idx="20" hasCustomPrompt="1"/>
          </p:nvPr>
        </p:nvSpPr>
        <p:spPr>
          <a:xfrm>
            <a:off x="3546202" y="5212729"/>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Tree>
    <p:extLst>
      <p:ext uri="{BB962C8B-B14F-4D97-AF65-F5344CB8AC3E}">
        <p14:creationId xmlns:p14="http://schemas.microsoft.com/office/powerpoint/2010/main" val="16673996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6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A08E085-C5F4-4477-802B-016936B664B9}"/>
              </a:ext>
            </a:extLst>
          </p:cNvPr>
          <p:cNvPicPr>
            <a:picLocks noChangeAspect="1"/>
          </p:cNvPicPr>
          <p:nvPr/>
        </p:nvPicPr>
        <p:blipFill>
          <a:blip r:embed="rId2"/>
          <a:srcRect/>
          <a:stretch/>
        </p:blipFill>
        <p:spPr>
          <a:xfrm>
            <a:off x="-1" y="0"/>
            <a:ext cx="12192001" cy="6858000"/>
          </a:xfrm>
          <a:prstGeom prst="rect">
            <a:avLst/>
          </a:prstGeom>
        </p:spPr>
      </p:pic>
      <p:sp>
        <p:nvSpPr>
          <p:cNvPr id="2" name="Title 1">
            <a:extLst>
              <a:ext uri="{FF2B5EF4-FFF2-40B4-BE49-F238E27FC236}">
                <a16:creationId xmlns:a16="http://schemas.microsoft.com/office/drawing/2014/main" id="{609683BF-BD27-4A0B-862F-4900C5D9DE8B}"/>
              </a:ext>
            </a:extLst>
          </p:cNvPr>
          <p:cNvSpPr>
            <a:spLocks noGrp="1"/>
          </p:cNvSpPr>
          <p:nvPr>
            <p:ph type="title" hasCustomPrompt="1"/>
          </p:nvPr>
        </p:nvSpPr>
        <p:spPr/>
        <p:txBody>
          <a:bodyPr>
            <a:normAutofit/>
          </a:bodyPr>
          <a:lstStyle>
            <a:lvl1pPr algn="l">
              <a:defRPr sz="4000" b="1">
                <a:solidFill>
                  <a:schemeClr val="bg1"/>
                </a:solidFill>
                <a:latin typeface="Roboto" panose="020B0604020202020204" charset="0"/>
                <a:ea typeface="Roboto" panose="020B0604020202020204" charset="0"/>
                <a:cs typeface="Roboto" panose="020B0604020202020204" charset="0"/>
              </a:defRPr>
            </a:lvl1pPr>
          </a:lstStyle>
          <a:p>
            <a:r>
              <a:rPr lang="en-US"/>
              <a:t>CLICK TO EDIT TITLE STYLE</a:t>
            </a:r>
          </a:p>
        </p:txBody>
      </p:sp>
      <p:sp>
        <p:nvSpPr>
          <p:cNvPr id="3" name="Slide Number Placeholder 2">
            <a:extLst>
              <a:ext uri="{FF2B5EF4-FFF2-40B4-BE49-F238E27FC236}">
                <a16:creationId xmlns:a16="http://schemas.microsoft.com/office/drawing/2014/main" id="{00EF4EAE-029B-4F8C-9D29-76B8BF260A28}"/>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C48A302D-2BDB-4959-BACE-984D7D4833FD}"/>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10" name="Text Placeholder 2">
            <a:extLst>
              <a:ext uri="{FF2B5EF4-FFF2-40B4-BE49-F238E27FC236}">
                <a16:creationId xmlns:a16="http://schemas.microsoft.com/office/drawing/2014/main" id="{CD1D56BD-313E-4E37-AAD3-18A9731D4B3D}"/>
              </a:ext>
            </a:extLst>
          </p:cNvPr>
          <p:cNvSpPr>
            <a:spLocks noGrp="1"/>
          </p:cNvSpPr>
          <p:nvPr>
            <p:ph type="body" idx="1"/>
          </p:nvPr>
        </p:nvSpPr>
        <p:spPr>
          <a:xfrm>
            <a:off x="442913" y="1964750"/>
            <a:ext cx="5395057" cy="1642402"/>
          </a:xfrm>
          <a:solidFill>
            <a:srgbClr val="2D6188"/>
          </a:solidFill>
        </p:spPr>
        <p:txBody>
          <a:bodyPr lIns="1476000" anchor="ctr">
            <a:noAutofit/>
          </a:bodyPr>
          <a:lstStyle>
            <a:lvl1pPr marL="0" indent="0" algn="l">
              <a:buNone/>
              <a:defRPr sz="1800" b="0" spc="11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90575F6B-7A73-4865-8146-38C60464E181}"/>
              </a:ext>
            </a:extLst>
          </p:cNvPr>
          <p:cNvSpPr>
            <a:spLocks noGrp="1"/>
          </p:cNvSpPr>
          <p:nvPr>
            <p:ph type="body" idx="12"/>
          </p:nvPr>
        </p:nvSpPr>
        <p:spPr>
          <a:xfrm>
            <a:off x="6280884" y="1964750"/>
            <a:ext cx="5395057" cy="1642402"/>
          </a:xfrm>
          <a:solidFill>
            <a:srgbClr val="2D6188"/>
          </a:solidFill>
        </p:spPr>
        <p:txBody>
          <a:bodyPr vert="horz" lIns="1476000" tIns="91440" rIns="91440" bIns="45720" rtlCol="0" anchor="ctr">
            <a:noAutofit/>
          </a:bodyPr>
          <a:lstStyle>
            <a:lvl1pPr>
              <a:defRPr lang="en-US" sz="1800" b="0" spc="110" baseline="0" dirty="0">
                <a:solidFill>
                  <a:schemeClr val="tx1"/>
                </a:solidFill>
              </a:defRPr>
            </a:lvl1pPr>
          </a:lstStyle>
          <a:p>
            <a:pPr marL="0" lvl="0" indent="0">
              <a:buNone/>
            </a:pPr>
            <a:r>
              <a:rPr lang="en-US"/>
              <a:t>Click to edit Master text styles</a:t>
            </a:r>
          </a:p>
        </p:txBody>
      </p:sp>
      <p:sp>
        <p:nvSpPr>
          <p:cNvPr id="12" name="Text Placeholder 2">
            <a:extLst>
              <a:ext uri="{FF2B5EF4-FFF2-40B4-BE49-F238E27FC236}">
                <a16:creationId xmlns:a16="http://schemas.microsoft.com/office/drawing/2014/main" id="{A3BCE59F-A692-4F3D-AC20-238857C880E8}"/>
              </a:ext>
            </a:extLst>
          </p:cNvPr>
          <p:cNvSpPr>
            <a:spLocks noGrp="1"/>
          </p:cNvSpPr>
          <p:nvPr>
            <p:ph type="body" idx="13"/>
          </p:nvPr>
        </p:nvSpPr>
        <p:spPr>
          <a:xfrm>
            <a:off x="442913" y="4003099"/>
            <a:ext cx="5395057" cy="1642402"/>
          </a:xfrm>
          <a:solidFill>
            <a:srgbClr val="2D6188"/>
          </a:solidFill>
        </p:spPr>
        <p:txBody>
          <a:bodyPr vert="horz" lIns="1476000" tIns="91440" rIns="91440" bIns="45720" rtlCol="0" anchor="ctr">
            <a:noAutofit/>
          </a:bodyPr>
          <a:lstStyle>
            <a:lvl1pPr>
              <a:defRPr lang="en-US" sz="1800" b="0" spc="110" baseline="0" dirty="0">
                <a:solidFill>
                  <a:schemeClr val="tx1"/>
                </a:solidFill>
              </a:defRPr>
            </a:lvl1pPr>
          </a:lstStyle>
          <a:p>
            <a:pPr marL="0" lvl="0" indent="0">
              <a:buNone/>
            </a:pPr>
            <a:r>
              <a:rPr lang="en-US"/>
              <a:t>Click to edit Master text styles</a:t>
            </a:r>
          </a:p>
        </p:txBody>
      </p:sp>
      <p:sp>
        <p:nvSpPr>
          <p:cNvPr id="13" name="Text Placeholder 2">
            <a:extLst>
              <a:ext uri="{FF2B5EF4-FFF2-40B4-BE49-F238E27FC236}">
                <a16:creationId xmlns:a16="http://schemas.microsoft.com/office/drawing/2014/main" id="{812FB85E-D687-4419-96D9-AF4FA67EB38F}"/>
              </a:ext>
            </a:extLst>
          </p:cNvPr>
          <p:cNvSpPr>
            <a:spLocks noGrp="1"/>
          </p:cNvSpPr>
          <p:nvPr>
            <p:ph type="body" idx="14"/>
          </p:nvPr>
        </p:nvSpPr>
        <p:spPr>
          <a:xfrm>
            <a:off x="6280884" y="4003099"/>
            <a:ext cx="5395057" cy="1642402"/>
          </a:xfrm>
          <a:solidFill>
            <a:srgbClr val="2D6188"/>
          </a:solidFill>
        </p:spPr>
        <p:txBody>
          <a:bodyPr vert="horz" lIns="1476000" tIns="91440" rIns="91440" bIns="45720" rtlCol="0" anchor="ctr">
            <a:noAutofit/>
          </a:bodyPr>
          <a:lstStyle>
            <a:lvl1pPr>
              <a:defRPr lang="en-US" sz="1800" b="0" spc="110" baseline="0" dirty="0">
                <a:solidFill>
                  <a:schemeClr val="tx1"/>
                </a:solidFill>
              </a:defRPr>
            </a:lvl1pPr>
          </a:lstStyle>
          <a:p>
            <a:pPr marL="0" lvl="0" indent="0">
              <a:buNone/>
            </a:pPr>
            <a:r>
              <a:rPr lang="en-US"/>
              <a:t>Click to edit Master text styles</a:t>
            </a:r>
          </a:p>
        </p:txBody>
      </p:sp>
      <p:sp>
        <p:nvSpPr>
          <p:cNvPr id="14" name="Picture Placeholder 15">
            <a:extLst>
              <a:ext uri="{FF2B5EF4-FFF2-40B4-BE49-F238E27FC236}">
                <a16:creationId xmlns:a16="http://schemas.microsoft.com/office/drawing/2014/main" id="{6728079F-A8A1-49F2-8FEE-B640B47D3AF5}"/>
              </a:ext>
            </a:extLst>
          </p:cNvPr>
          <p:cNvSpPr>
            <a:spLocks noGrp="1"/>
          </p:cNvSpPr>
          <p:nvPr>
            <p:ph type="pic" sz="quarter" idx="18" hasCustomPrompt="1"/>
          </p:nvPr>
        </p:nvSpPr>
        <p:spPr>
          <a:xfrm>
            <a:off x="851129" y="2407332"/>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15" name="Picture Placeholder 15">
            <a:extLst>
              <a:ext uri="{FF2B5EF4-FFF2-40B4-BE49-F238E27FC236}">
                <a16:creationId xmlns:a16="http://schemas.microsoft.com/office/drawing/2014/main" id="{86041B90-31DF-448E-8A20-ACCDF749CF5B}"/>
              </a:ext>
            </a:extLst>
          </p:cNvPr>
          <p:cNvSpPr>
            <a:spLocks noGrp="1"/>
          </p:cNvSpPr>
          <p:nvPr>
            <p:ph type="pic" sz="quarter" idx="19" hasCustomPrompt="1"/>
          </p:nvPr>
        </p:nvSpPr>
        <p:spPr>
          <a:xfrm>
            <a:off x="6610244" y="2407332"/>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16" name="Picture Placeholder 15">
            <a:extLst>
              <a:ext uri="{FF2B5EF4-FFF2-40B4-BE49-F238E27FC236}">
                <a16:creationId xmlns:a16="http://schemas.microsoft.com/office/drawing/2014/main" id="{F86F8DBE-C89F-452C-BD71-38FA3FF0DFFB}"/>
              </a:ext>
            </a:extLst>
          </p:cNvPr>
          <p:cNvSpPr>
            <a:spLocks noGrp="1"/>
          </p:cNvSpPr>
          <p:nvPr>
            <p:ph type="pic" sz="quarter" idx="20" hasCustomPrompt="1"/>
          </p:nvPr>
        </p:nvSpPr>
        <p:spPr>
          <a:xfrm>
            <a:off x="851129" y="4374061"/>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17" name="Picture Placeholder 15">
            <a:extLst>
              <a:ext uri="{FF2B5EF4-FFF2-40B4-BE49-F238E27FC236}">
                <a16:creationId xmlns:a16="http://schemas.microsoft.com/office/drawing/2014/main" id="{E2C47282-318B-4A41-B61F-407363A7A9CB}"/>
              </a:ext>
            </a:extLst>
          </p:cNvPr>
          <p:cNvSpPr>
            <a:spLocks noGrp="1"/>
          </p:cNvSpPr>
          <p:nvPr>
            <p:ph type="pic" sz="quarter" idx="21" hasCustomPrompt="1"/>
          </p:nvPr>
        </p:nvSpPr>
        <p:spPr>
          <a:xfrm>
            <a:off x="6610244" y="4374061"/>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Tree>
    <p:extLst>
      <p:ext uri="{BB962C8B-B14F-4D97-AF65-F5344CB8AC3E}">
        <p14:creationId xmlns:p14="http://schemas.microsoft.com/office/powerpoint/2010/main" val="23621293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A750C01-9BC8-45EA-9F05-06D44521E818}"/>
              </a:ext>
            </a:extLst>
          </p:cNvPr>
          <p:cNvSpPr/>
          <p:nvPr/>
        </p:nvSpPr>
        <p:spPr>
          <a:xfrm>
            <a:off x="0" y="4186988"/>
            <a:ext cx="12192000" cy="2813419"/>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AF899C-12F2-49DF-86F0-60B2BEBAF1B1}"/>
              </a:ext>
            </a:extLst>
          </p:cNvPr>
          <p:cNvSpPr>
            <a:spLocks noGrp="1"/>
          </p:cNvSpPr>
          <p:nvPr>
            <p:ph type="title" hasCustomPrompt="1"/>
          </p:nvPr>
        </p:nvSpPr>
        <p:spPr>
          <a:xfrm>
            <a:off x="461169" y="449264"/>
            <a:ext cx="11269662" cy="684212"/>
          </a:xfrm>
        </p:spPr>
        <p:txBody>
          <a:bodyPr>
            <a:normAutofit/>
          </a:bodyPr>
          <a:lstStyle>
            <a:lvl1pPr algn="ctr">
              <a:defRPr sz="4000" b="1">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7C46CFFC-E262-46D8-85E8-16EBCE3751E1}"/>
              </a:ext>
            </a:extLst>
          </p:cNvPr>
          <p:cNvSpPr>
            <a:spLocks noGrp="1"/>
          </p:cNvSpPr>
          <p:nvPr>
            <p:ph type="sldNum" sz="quarter" idx="10"/>
          </p:nvPr>
        </p:nvSpPr>
        <p:spPr>
          <a:xfrm>
            <a:off x="3598363" y="6424178"/>
            <a:ext cx="1772920" cy="365125"/>
          </a:xfrm>
          <a:prstGeom prst="rect">
            <a:avLst/>
          </a:prstGeom>
        </p:spPr>
        <p:txBody>
          <a:bodyPr/>
          <a:lstStyle>
            <a:lvl1pPr>
              <a:defRPr>
                <a:solidFill>
                  <a:schemeClr val="tx1"/>
                </a:solidFill>
              </a:defRPr>
            </a:lvl1p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F1F39266-179E-4F1D-95E7-89F20B26FF3D}"/>
              </a:ext>
            </a:extLst>
          </p:cNvPr>
          <p:cNvSpPr>
            <a:spLocks noGrp="1"/>
          </p:cNvSpPr>
          <p:nvPr>
            <p:ph type="ftr" sz="quarter" idx="11"/>
          </p:nvPr>
        </p:nvSpPr>
        <p:spPr>
          <a:xfrm>
            <a:off x="442913" y="6424178"/>
            <a:ext cx="3406616" cy="365125"/>
          </a:xfrm>
          <a:prstGeom prst="rect">
            <a:avLst/>
          </a:prstGeom>
        </p:spPr>
        <p:txBody>
          <a:bodyPr/>
          <a:lstStyle>
            <a:lvl1pPr>
              <a:defRPr>
                <a:solidFill>
                  <a:schemeClr val="tx1"/>
                </a:solidFill>
              </a:defRPr>
            </a:lvl1pPr>
          </a:lstStyle>
          <a:p>
            <a:r>
              <a:rPr lang="en-US"/>
              <a:t>COPYRIGHT 2021 ALEPO</a:t>
            </a:r>
          </a:p>
        </p:txBody>
      </p:sp>
      <p:sp>
        <p:nvSpPr>
          <p:cNvPr id="12" name="Text Placeholder 3">
            <a:extLst>
              <a:ext uri="{FF2B5EF4-FFF2-40B4-BE49-F238E27FC236}">
                <a16:creationId xmlns:a16="http://schemas.microsoft.com/office/drawing/2014/main" id="{CB7F93C5-B691-40AA-B3C2-EC8098647DD5}"/>
              </a:ext>
            </a:extLst>
          </p:cNvPr>
          <p:cNvSpPr>
            <a:spLocks noGrp="1"/>
          </p:cNvSpPr>
          <p:nvPr>
            <p:ph type="body" sz="quarter" idx="12"/>
          </p:nvPr>
        </p:nvSpPr>
        <p:spPr>
          <a:xfrm>
            <a:off x="675460" y="2037626"/>
            <a:ext cx="3174069" cy="563007"/>
          </a:xfrm>
        </p:spPr>
        <p:txBody>
          <a:bodyPr>
            <a:noAutofit/>
          </a:bodyPr>
          <a:lstStyle>
            <a:lvl1pPr marL="0" indent="0" algn="ctr">
              <a:buNone/>
              <a:defRPr sz="2400" b="1">
                <a:solidFill>
                  <a:srgbClr val="2D6188"/>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51C6050E-90DB-47B4-B1BD-8BC87378AA8C}"/>
              </a:ext>
            </a:extLst>
          </p:cNvPr>
          <p:cNvSpPr>
            <a:spLocks noGrp="1"/>
          </p:cNvSpPr>
          <p:nvPr>
            <p:ph type="body" sz="quarter" idx="13"/>
          </p:nvPr>
        </p:nvSpPr>
        <p:spPr>
          <a:xfrm>
            <a:off x="675460" y="2611503"/>
            <a:ext cx="3174069" cy="393700"/>
          </a:xfrm>
        </p:spPr>
        <p:txBody>
          <a:bodyPr>
            <a:normAutofit/>
          </a:bodyPr>
          <a:lstStyle>
            <a:lvl1pPr marL="0" indent="0" algn="ctr">
              <a:buNone/>
              <a:defRPr sz="1400">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E19F7FC-79E5-4905-8BC2-1CDD0F13552F}"/>
              </a:ext>
            </a:extLst>
          </p:cNvPr>
          <p:cNvSpPr>
            <a:spLocks noGrp="1"/>
          </p:cNvSpPr>
          <p:nvPr>
            <p:ph type="body" sz="quarter" idx="14"/>
          </p:nvPr>
        </p:nvSpPr>
        <p:spPr>
          <a:xfrm>
            <a:off x="4508965" y="2037626"/>
            <a:ext cx="3174069" cy="563007"/>
          </a:xfrm>
        </p:spPr>
        <p:txBody>
          <a:bodyPr>
            <a:noAutofit/>
          </a:bodyPr>
          <a:lstStyle>
            <a:lvl1pPr marL="0" indent="0" algn="ctr">
              <a:buNone/>
              <a:defRPr sz="2400" b="1">
                <a:solidFill>
                  <a:srgbClr val="2D6188"/>
                </a:solidFill>
                <a:latin typeface="+mj-lt"/>
              </a:defRPr>
            </a:lvl1pPr>
          </a:lstStyle>
          <a:p>
            <a:pPr lvl="0"/>
            <a:r>
              <a:rPr lang="en-US"/>
              <a:t>Click to edit Master text styles</a:t>
            </a:r>
          </a:p>
        </p:txBody>
      </p:sp>
      <p:sp>
        <p:nvSpPr>
          <p:cNvPr id="15" name="Text Placeholder 3">
            <a:extLst>
              <a:ext uri="{FF2B5EF4-FFF2-40B4-BE49-F238E27FC236}">
                <a16:creationId xmlns:a16="http://schemas.microsoft.com/office/drawing/2014/main" id="{0D8D2752-A084-44AE-A9E4-6E2127BFBF0B}"/>
              </a:ext>
            </a:extLst>
          </p:cNvPr>
          <p:cNvSpPr>
            <a:spLocks noGrp="1"/>
          </p:cNvSpPr>
          <p:nvPr>
            <p:ph type="body" sz="quarter" idx="15"/>
          </p:nvPr>
        </p:nvSpPr>
        <p:spPr>
          <a:xfrm>
            <a:off x="4508965" y="2611503"/>
            <a:ext cx="3174069" cy="393700"/>
          </a:xfrm>
        </p:spPr>
        <p:txBody>
          <a:bodyPr>
            <a:normAutofit/>
          </a:bodyPr>
          <a:lstStyle>
            <a:lvl1pPr marL="0" indent="0" algn="ctr">
              <a:buNone/>
              <a:defRPr sz="1400">
                <a:latin typeface="+mj-lt"/>
              </a:defRPr>
            </a:lvl1pPr>
          </a:lstStyle>
          <a:p>
            <a:pPr lvl="0"/>
            <a:r>
              <a:rPr lang="en-US"/>
              <a:t>Click to edit Master text styles</a:t>
            </a:r>
          </a:p>
        </p:txBody>
      </p:sp>
      <p:sp>
        <p:nvSpPr>
          <p:cNvPr id="16" name="Text Placeholder 3">
            <a:extLst>
              <a:ext uri="{FF2B5EF4-FFF2-40B4-BE49-F238E27FC236}">
                <a16:creationId xmlns:a16="http://schemas.microsoft.com/office/drawing/2014/main" id="{95F683B4-F146-4225-8F0F-F445A7578C87}"/>
              </a:ext>
            </a:extLst>
          </p:cNvPr>
          <p:cNvSpPr>
            <a:spLocks noGrp="1"/>
          </p:cNvSpPr>
          <p:nvPr>
            <p:ph type="body" sz="quarter" idx="16"/>
          </p:nvPr>
        </p:nvSpPr>
        <p:spPr>
          <a:xfrm>
            <a:off x="8342471" y="2037626"/>
            <a:ext cx="3174069" cy="563007"/>
          </a:xfrm>
        </p:spPr>
        <p:txBody>
          <a:bodyPr>
            <a:noAutofit/>
          </a:bodyPr>
          <a:lstStyle>
            <a:lvl1pPr marL="0" indent="0" algn="ctr">
              <a:buNone/>
              <a:defRPr sz="2400" b="1">
                <a:solidFill>
                  <a:srgbClr val="2D6188"/>
                </a:solidFill>
                <a:latin typeface="+mj-lt"/>
              </a:defRPr>
            </a:lvl1pPr>
          </a:lstStyle>
          <a:p>
            <a:pPr lvl="0"/>
            <a:r>
              <a:rPr lang="en-US"/>
              <a:t>Click to edit Master text styles</a:t>
            </a:r>
          </a:p>
        </p:txBody>
      </p:sp>
      <p:sp>
        <p:nvSpPr>
          <p:cNvPr id="17" name="Text Placeholder 3">
            <a:extLst>
              <a:ext uri="{FF2B5EF4-FFF2-40B4-BE49-F238E27FC236}">
                <a16:creationId xmlns:a16="http://schemas.microsoft.com/office/drawing/2014/main" id="{404FC831-B148-4081-9994-14572C625B89}"/>
              </a:ext>
            </a:extLst>
          </p:cNvPr>
          <p:cNvSpPr>
            <a:spLocks noGrp="1"/>
          </p:cNvSpPr>
          <p:nvPr>
            <p:ph type="body" sz="quarter" idx="17"/>
          </p:nvPr>
        </p:nvSpPr>
        <p:spPr>
          <a:xfrm>
            <a:off x="8342471" y="2611503"/>
            <a:ext cx="3174069" cy="393700"/>
          </a:xfrm>
        </p:spPr>
        <p:txBody>
          <a:bodyPr>
            <a:normAutofit/>
          </a:bodyPr>
          <a:lstStyle>
            <a:lvl1pPr marL="0" indent="0" algn="ctr">
              <a:buNone/>
              <a:defRPr sz="1400">
                <a:latin typeface="+mj-lt"/>
              </a:defRPr>
            </a:lvl1pPr>
          </a:lstStyle>
          <a:p>
            <a:pPr lvl="0"/>
            <a:r>
              <a:rPr lang="en-US"/>
              <a:t>Click to edit Master text styles</a:t>
            </a:r>
          </a:p>
        </p:txBody>
      </p:sp>
      <p:sp>
        <p:nvSpPr>
          <p:cNvPr id="18" name="Text Placeholder 3">
            <a:extLst>
              <a:ext uri="{FF2B5EF4-FFF2-40B4-BE49-F238E27FC236}">
                <a16:creationId xmlns:a16="http://schemas.microsoft.com/office/drawing/2014/main" id="{2B3B1486-74BA-4143-A1DC-1A711FA16E25}"/>
              </a:ext>
            </a:extLst>
          </p:cNvPr>
          <p:cNvSpPr>
            <a:spLocks noGrp="1"/>
          </p:cNvSpPr>
          <p:nvPr>
            <p:ph type="body" sz="quarter" idx="18"/>
          </p:nvPr>
        </p:nvSpPr>
        <p:spPr>
          <a:xfrm>
            <a:off x="568315" y="1249884"/>
            <a:ext cx="11055371" cy="393700"/>
          </a:xfrm>
        </p:spPr>
        <p:txBody>
          <a:bodyPr>
            <a:noAutofit/>
          </a:bodyPr>
          <a:lstStyle>
            <a:lvl1pPr marL="0" indent="0" algn="ctr">
              <a:buNone/>
              <a:defRPr sz="1800">
                <a:latin typeface="+mj-lt"/>
              </a:defRPr>
            </a:lvl1pPr>
          </a:lstStyle>
          <a:p>
            <a:pPr lvl="0"/>
            <a:r>
              <a:rPr lang="en-US"/>
              <a:t>Click to edit Master text styles</a:t>
            </a:r>
          </a:p>
        </p:txBody>
      </p:sp>
      <p:sp>
        <p:nvSpPr>
          <p:cNvPr id="7" name="Picture Placeholder 6">
            <a:extLst>
              <a:ext uri="{FF2B5EF4-FFF2-40B4-BE49-F238E27FC236}">
                <a16:creationId xmlns:a16="http://schemas.microsoft.com/office/drawing/2014/main" id="{F3BAC328-A6A6-463B-9B97-C88CE9A50B86}"/>
              </a:ext>
            </a:extLst>
          </p:cNvPr>
          <p:cNvSpPr>
            <a:spLocks noGrp="1"/>
          </p:cNvSpPr>
          <p:nvPr>
            <p:ph type="pic" sz="quarter" idx="19"/>
          </p:nvPr>
        </p:nvSpPr>
        <p:spPr>
          <a:xfrm>
            <a:off x="674688" y="3429000"/>
            <a:ext cx="3175000" cy="2630488"/>
          </a:xfrm>
        </p:spPr>
        <p:txBody>
          <a:bodyPr/>
          <a:lstStyle>
            <a:lvl1pPr marL="0" indent="0">
              <a:buNone/>
              <a:defRPr/>
            </a:lvl1pPr>
          </a:lstStyle>
          <a:p>
            <a:endParaRPr lang="en-IN"/>
          </a:p>
        </p:txBody>
      </p:sp>
      <p:sp>
        <p:nvSpPr>
          <p:cNvPr id="21" name="Picture Placeholder 6">
            <a:extLst>
              <a:ext uri="{FF2B5EF4-FFF2-40B4-BE49-F238E27FC236}">
                <a16:creationId xmlns:a16="http://schemas.microsoft.com/office/drawing/2014/main" id="{98062D66-A84F-461D-BA1F-C13383FEAF94}"/>
              </a:ext>
            </a:extLst>
          </p:cNvPr>
          <p:cNvSpPr>
            <a:spLocks noGrp="1"/>
          </p:cNvSpPr>
          <p:nvPr>
            <p:ph type="pic" sz="quarter" idx="20"/>
          </p:nvPr>
        </p:nvSpPr>
        <p:spPr>
          <a:xfrm>
            <a:off x="4528231" y="3429000"/>
            <a:ext cx="3175000" cy="2630488"/>
          </a:xfrm>
        </p:spPr>
        <p:txBody>
          <a:bodyPr/>
          <a:lstStyle>
            <a:lvl1pPr marL="0" indent="0">
              <a:buNone/>
              <a:defRPr/>
            </a:lvl1pPr>
          </a:lstStyle>
          <a:p>
            <a:endParaRPr lang="en-IN"/>
          </a:p>
        </p:txBody>
      </p:sp>
      <p:sp>
        <p:nvSpPr>
          <p:cNvPr id="22" name="Picture Placeholder 6">
            <a:extLst>
              <a:ext uri="{FF2B5EF4-FFF2-40B4-BE49-F238E27FC236}">
                <a16:creationId xmlns:a16="http://schemas.microsoft.com/office/drawing/2014/main" id="{71A33661-CA2D-42FF-BDEE-DA53094DD620}"/>
              </a:ext>
            </a:extLst>
          </p:cNvPr>
          <p:cNvSpPr>
            <a:spLocks noGrp="1"/>
          </p:cNvSpPr>
          <p:nvPr>
            <p:ph type="pic" sz="quarter" idx="21"/>
          </p:nvPr>
        </p:nvSpPr>
        <p:spPr>
          <a:xfrm>
            <a:off x="8365445" y="3429000"/>
            <a:ext cx="3175000" cy="2630488"/>
          </a:xfrm>
        </p:spPr>
        <p:txBody>
          <a:bodyPr/>
          <a:lstStyle>
            <a:lvl1pPr marL="0" indent="0">
              <a:buNone/>
              <a:defRPr/>
            </a:lvl1pPr>
          </a:lstStyle>
          <a:p>
            <a:endParaRPr lang="en-IN"/>
          </a:p>
        </p:txBody>
      </p:sp>
    </p:spTree>
    <p:extLst>
      <p:ext uri="{BB962C8B-B14F-4D97-AF65-F5344CB8AC3E}">
        <p14:creationId xmlns:p14="http://schemas.microsoft.com/office/powerpoint/2010/main" val="19075545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1_Custom Layout">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01769B99-BE30-4718-8D6A-62FF91EFCE41}"/>
              </a:ext>
            </a:extLst>
          </p:cNvPr>
          <p:cNvPicPr>
            <a:picLocks noChangeAspect="1"/>
          </p:cNvPicPr>
          <p:nvPr/>
        </p:nvPicPr>
        <p:blipFill>
          <a:blip r:embed="rId2"/>
          <a:srcRect/>
          <a:stretch/>
        </p:blipFill>
        <p:spPr>
          <a:xfrm>
            <a:off x="-69274" y="-97422"/>
            <a:ext cx="12330548" cy="7052844"/>
          </a:xfrm>
          <a:prstGeom prst="rect">
            <a:avLst/>
          </a:prstGeom>
          <a:effectLst>
            <a:outerShdw blurRad="50800" dist="50800" dir="5400000" algn="ctr" rotWithShape="0">
              <a:srgbClr val="000000">
                <a:alpha val="0"/>
              </a:srgbClr>
            </a:outerShdw>
          </a:effectLst>
        </p:spPr>
      </p:pic>
      <p:sp>
        <p:nvSpPr>
          <p:cNvPr id="11" name="Text Placeholder 2">
            <a:extLst>
              <a:ext uri="{FF2B5EF4-FFF2-40B4-BE49-F238E27FC236}">
                <a16:creationId xmlns:a16="http://schemas.microsoft.com/office/drawing/2014/main" id="{503A8742-7A0C-414B-AEF8-12DAA288FD0A}"/>
              </a:ext>
            </a:extLst>
          </p:cNvPr>
          <p:cNvSpPr txBox="1">
            <a:spLocks/>
          </p:cNvSpPr>
          <p:nvPr/>
        </p:nvSpPr>
        <p:spPr>
          <a:xfrm>
            <a:off x="838200" y="2077201"/>
            <a:ext cx="4720389" cy="10588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b="1">
                <a:solidFill>
                  <a:srgbClr val="2D6188"/>
                </a:solidFill>
                <a:latin typeface="Roboto" panose="02000000000000000000" pitchFamily="2" charset="0"/>
                <a:ea typeface="Roboto" panose="02000000000000000000" pitchFamily="2" charset="0"/>
                <a:cs typeface="Roboto" panose="02000000000000000000" pitchFamily="2" charset="0"/>
              </a:rPr>
              <a:t>1</a:t>
            </a:r>
          </a:p>
        </p:txBody>
      </p:sp>
      <p:sp>
        <p:nvSpPr>
          <p:cNvPr id="13" name="Text Placeholder 2">
            <a:extLst>
              <a:ext uri="{FF2B5EF4-FFF2-40B4-BE49-F238E27FC236}">
                <a16:creationId xmlns:a16="http://schemas.microsoft.com/office/drawing/2014/main" id="{5CB8433E-9405-4418-ADF2-2FC761D4FFE4}"/>
              </a:ext>
            </a:extLst>
          </p:cNvPr>
          <p:cNvSpPr txBox="1">
            <a:spLocks/>
          </p:cNvSpPr>
          <p:nvPr/>
        </p:nvSpPr>
        <p:spPr>
          <a:xfrm>
            <a:off x="838200" y="4182184"/>
            <a:ext cx="4720389" cy="10588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b="1">
                <a:solidFill>
                  <a:srgbClr val="2D6188"/>
                </a:solidFill>
                <a:latin typeface="Roboto" panose="02000000000000000000" pitchFamily="2" charset="0"/>
                <a:ea typeface="Roboto" panose="02000000000000000000" pitchFamily="2" charset="0"/>
                <a:cs typeface="Roboto" panose="02000000000000000000" pitchFamily="2" charset="0"/>
              </a:rPr>
              <a:t>2</a:t>
            </a:r>
          </a:p>
        </p:txBody>
      </p:sp>
      <p:sp>
        <p:nvSpPr>
          <p:cNvPr id="15" name="Text Placeholder 2">
            <a:extLst>
              <a:ext uri="{FF2B5EF4-FFF2-40B4-BE49-F238E27FC236}">
                <a16:creationId xmlns:a16="http://schemas.microsoft.com/office/drawing/2014/main" id="{FFB74BE1-0BE1-44BD-AE46-240A7F7F0A67}"/>
              </a:ext>
            </a:extLst>
          </p:cNvPr>
          <p:cNvSpPr txBox="1">
            <a:spLocks/>
          </p:cNvSpPr>
          <p:nvPr/>
        </p:nvSpPr>
        <p:spPr>
          <a:xfrm>
            <a:off x="5823285" y="2077201"/>
            <a:ext cx="4720389" cy="10588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b="1">
                <a:solidFill>
                  <a:srgbClr val="2D6188"/>
                </a:solidFill>
                <a:latin typeface="Roboto" panose="02000000000000000000" pitchFamily="2" charset="0"/>
                <a:ea typeface="Roboto" panose="02000000000000000000" pitchFamily="2" charset="0"/>
                <a:cs typeface="Roboto" panose="02000000000000000000" pitchFamily="2" charset="0"/>
              </a:rPr>
              <a:t>3</a:t>
            </a:r>
          </a:p>
        </p:txBody>
      </p:sp>
      <p:sp>
        <p:nvSpPr>
          <p:cNvPr id="17" name="Text Placeholder 2">
            <a:extLst>
              <a:ext uri="{FF2B5EF4-FFF2-40B4-BE49-F238E27FC236}">
                <a16:creationId xmlns:a16="http://schemas.microsoft.com/office/drawing/2014/main" id="{D3FC3367-586E-42AE-A5D3-640F4F0A5A9B}"/>
              </a:ext>
            </a:extLst>
          </p:cNvPr>
          <p:cNvSpPr txBox="1">
            <a:spLocks/>
          </p:cNvSpPr>
          <p:nvPr/>
        </p:nvSpPr>
        <p:spPr>
          <a:xfrm>
            <a:off x="5823285" y="4182184"/>
            <a:ext cx="4720389" cy="10588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b="1">
                <a:solidFill>
                  <a:srgbClr val="2D6188"/>
                </a:solidFill>
                <a:latin typeface="Roboto" panose="02000000000000000000" pitchFamily="2" charset="0"/>
                <a:ea typeface="Roboto" panose="02000000000000000000" pitchFamily="2" charset="0"/>
                <a:cs typeface="Roboto" panose="02000000000000000000" pitchFamily="2" charset="0"/>
              </a:rPr>
              <a:t>4</a:t>
            </a:r>
          </a:p>
        </p:txBody>
      </p:sp>
      <p:cxnSp>
        <p:nvCxnSpPr>
          <p:cNvPr id="10" name="Straight Connector 9">
            <a:extLst>
              <a:ext uri="{FF2B5EF4-FFF2-40B4-BE49-F238E27FC236}">
                <a16:creationId xmlns:a16="http://schemas.microsoft.com/office/drawing/2014/main" id="{21B99C5A-B2B8-4889-BC9C-7E546ABC316B}"/>
              </a:ext>
            </a:extLst>
          </p:cNvPr>
          <p:cNvCxnSpPr/>
          <p:nvPr/>
        </p:nvCxnSpPr>
        <p:spPr>
          <a:xfrm>
            <a:off x="838200" y="1909010"/>
            <a:ext cx="6364705" cy="0"/>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sp>
        <p:nvSpPr>
          <p:cNvPr id="23" name="Text Placeholder 3">
            <a:extLst>
              <a:ext uri="{FF2B5EF4-FFF2-40B4-BE49-F238E27FC236}">
                <a16:creationId xmlns:a16="http://schemas.microsoft.com/office/drawing/2014/main" id="{52EF9A3E-85F5-450F-B043-B272F82AFF53}"/>
              </a:ext>
            </a:extLst>
          </p:cNvPr>
          <p:cNvSpPr>
            <a:spLocks noGrp="1"/>
          </p:cNvSpPr>
          <p:nvPr>
            <p:ph type="body" sz="quarter" idx="12"/>
          </p:nvPr>
        </p:nvSpPr>
        <p:spPr>
          <a:xfrm>
            <a:off x="838201" y="3462274"/>
            <a:ext cx="4415631" cy="393700"/>
          </a:xfrm>
        </p:spPr>
        <p:txBody>
          <a:bodyPr>
            <a:normAutofit/>
          </a:bodyPr>
          <a:lstStyle>
            <a:lvl1pPr marL="0" indent="0" algn="l">
              <a:buNone/>
              <a:defRPr sz="1400">
                <a:solidFill>
                  <a:schemeClr val="bg1"/>
                </a:solidFill>
              </a:defRPr>
            </a:lvl1pPr>
          </a:lstStyle>
          <a:p>
            <a:pPr lvl="0"/>
            <a:r>
              <a:rPr lang="en-US"/>
              <a:t>Click to edit Master text styles</a:t>
            </a:r>
          </a:p>
        </p:txBody>
      </p:sp>
      <p:sp>
        <p:nvSpPr>
          <p:cNvPr id="24" name="Text Placeholder 3">
            <a:extLst>
              <a:ext uri="{FF2B5EF4-FFF2-40B4-BE49-F238E27FC236}">
                <a16:creationId xmlns:a16="http://schemas.microsoft.com/office/drawing/2014/main" id="{E10570A0-9895-44C7-BD23-E3A88824BFFC}"/>
              </a:ext>
            </a:extLst>
          </p:cNvPr>
          <p:cNvSpPr>
            <a:spLocks noGrp="1"/>
          </p:cNvSpPr>
          <p:nvPr>
            <p:ph type="body" sz="quarter" idx="13"/>
          </p:nvPr>
        </p:nvSpPr>
        <p:spPr>
          <a:xfrm>
            <a:off x="5955632" y="3462274"/>
            <a:ext cx="4415631" cy="393700"/>
          </a:xfrm>
        </p:spPr>
        <p:txBody>
          <a:bodyPr>
            <a:normAutofit/>
          </a:bodyPr>
          <a:lstStyle>
            <a:lvl1pPr marL="0" indent="0" algn="l">
              <a:buNone/>
              <a:defRPr sz="1400">
                <a:solidFill>
                  <a:schemeClr val="bg1"/>
                </a:solidFill>
              </a:defRPr>
            </a:lvl1pPr>
          </a:lstStyle>
          <a:p>
            <a:pPr lvl="0"/>
            <a:r>
              <a:rPr lang="en-US"/>
              <a:t>Click to edit Master text styles</a:t>
            </a:r>
          </a:p>
        </p:txBody>
      </p:sp>
      <p:sp>
        <p:nvSpPr>
          <p:cNvPr id="25" name="Text Placeholder 3">
            <a:extLst>
              <a:ext uri="{FF2B5EF4-FFF2-40B4-BE49-F238E27FC236}">
                <a16:creationId xmlns:a16="http://schemas.microsoft.com/office/drawing/2014/main" id="{5EC5216D-19E2-490A-BA42-31D28143478C}"/>
              </a:ext>
            </a:extLst>
          </p:cNvPr>
          <p:cNvSpPr>
            <a:spLocks noGrp="1"/>
          </p:cNvSpPr>
          <p:nvPr>
            <p:ph type="body" sz="quarter" idx="14"/>
          </p:nvPr>
        </p:nvSpPr>
        <p:spPr>
          <a:xfrm>
            <a:off x="838201" y="5502106"/>
            <a:ext cx="4415631" cy="393700"/>
          </a:xfrm>
        </p:spPr>
        <p:txBody>
          <a:bodyPr>
            <a:normAutofit/>
          </a:bodyPr>
          <a:lstStyle>
            <a:lvl1pPr marL="0" indent="0" algn="l">
              <a:buNone/>
              <a:defRPr sz="1400">
                <a:solidFill>
                  <a:schemeClr val="bg1"/>
                </a:solidFill>
              </a:defRPr>
            </a:lvl1pPr>
          </a:lstStyle>
          <a:p>
            <a:pPr lvl="0"/>
            <a:r>
              <a:rPr lang="en-US"/>
              <a:t>Click to edit Master text styles</a:t>
            </a:r>
          </a:p>
        </p:txBody>
      </p:sp>
      <p:sp>
        <p:nvSpPr>
          <p:cNvPr id="26" name="Text Placeholder 3">
            <a:extLst>
              <a:ext uri="{FF2B5EF4-FFF2-40B4-BE49-F238E27FC236}">
                <a16:creationId xmlns:a16="http://schemas.microsoft.com/office/drawing/2014/main" id="{D59FCB2B-6E6F-4041-8AEA-00F4607E1AD7}"/>
              </a:ext>
            </a:extLst>
          </p:cNvPr>
          <p:cNvSpPr>
            <a:spLocks noGrp="1"/>
          </p:cNvSpPr>
          <p:nvPr>
            <p:ph type="body" sz="quarter" idx="15"/>
          </p:nvPr>
        </p:nvSpPr>
        <p:spPr>
          <a:xfrm>
            <a:off x="5955632" y="5502106"/>
            <a:ext cx="4415631" cy="393700"/>
          </a:xfrm>
        </p:spPr>
        <p:txBody>
          <a:bodyPr>
            <a:normAutofit/>
          </a:bodyPr>
          <a:lstStyle>
            <a:lvl1pPr marL="0" indent="0" algn="l">
              <a:buNone/>
              <a:defRPr sz="1400">
                <a:solidFill>
                  <a:schemeClr val="bg1"/>
                </a:solidFill>
              </a:defRPr>
            </a:lvl1pPr>
          </a:lstStyle>
          <a:p>
            <a:pPr lvl="0"/>
            <a:r>
              <a:rPr lang="en-US"/>
              <a:t>Click to edit Master text styles</a:t>
            </a:r>
          </a:p>
        </p:txBody>
      </p:sp>
      <p:sp>
        <p:nvSpPr>
          <p:cNvPr id="27" name="Text Placeholder 3">
            <a:extLst>
              <a:ext uri="{FF2B5EF4-FFF2-40B4-BE49-F238E27FC236}">
                <a16:creationId xmlns:a16="http://schemas.microsoft.com/office/drawing/2014/main" id="{4CC1A425-AF08-43AE-A547-FBF2DEC373A7}"/>
              </a:ext>
            </a:extLst>
          </p:cNvPr>
          <p:cNvSpPr>
            <a:spLocks noGrp="1"/>
          </p:cNvSpPr>
          <p:nvPr>
            <p:ph type="body" sz="quarter" idx="16"/>
          </p:nvPr>
        </p:nvSpPr>
        <p:spPr>
          <a:xfrm>
            <a:off x="838201" y="2867047"/>
            <a:ext cx="4415631" cy="393700"/>
          </a:xfrm>
        </p:spPr>
        <p:txBody>
          <a:bodyPr>
            <a:noAutofit/>
          </a:bodyPr>
          <a:lstStyle>
            <a:lvl1pPr marL="0" indent="0" algn="l">
              <a:buNone/>
              <a:defRPr sz="2400" b="1">
                <a:solidFill>
                  <a:schemeClr val="bg1"/>
                </a:solidFill>
              </a:defRPr>
            </a:lvl1pPr>
          </a:lstStyle>
          <a:p>
            <a:pPr lvl="0"/>
            <a:r>
              <a:rPr lang="en-US"/>
              <a:t>Click to edit Master text styles</a:t>
            </a:r>
          </a:p>
        </p:txBody>
      </p:sp>
      <p:sp>
        <p:nvSpPr>
          <p:cNvPr id="28" name="Text Placeholder 3">
            <a:extLst>
              <a:ext uri="{FF2B5EF4-FFF2-40B4-BE49-F238E27FC236}">
                <a16:creationId xmlns:a16="http://schemas.microsoft.com/office/drawing/2014/main" id="{87064811-6FA6-4B4F-B942-CB29B0DA0A21}"/>
              </a:ext>
            </a:extLst>
          </p:cNvPr>
          <p:cNvSpPr>
            <a:spLocks noGrp="1"/>
          </p:cNvSpPr>
          <p:nvPr>
            <p:ph type="body" sz="quarter" idx="17"/>
          </p:nvPr>
        </p:nvSpPr>
        <p:spPr>
          <a:xfrm>
            <a:off x="5955632" y="2867047"/>
            <a:ext cx="4415631" cy="393700"/>
          </a:xfrm>
        </p:spPr>
        <p:txBody>
          <a:bodyPr>
            <a:noAutofit/>
          </a:bodyPr>
          <a:lstStyle>
            <a:lvl1pPr marL="0" indent="0" algn="l">
              <a:buNone/>
              <a:defRPr sz="2400" b="1">
                <a:solidFill>
                  <a:schemeClr val="bg1"/>
                </a:solidFill>
              </a:defRPr>
            </a:lvl1pPr>
          </a:lstStyle>
          <a:p>
            <a:pPr lvl="0"/>
            <a:r>
              <a:rPr lang="en-US"/>
              <a:t>Click to edit Master text styles</a:t>
            </a:r>
          </a:p>
        </p:txBody>
      </p:sp>
      <p:sp>
        <p:nvSpPr>
          <p:cNvPr id="29" name="Text Placeholder 3">
            <a:extLst>
              <a:ext uri="{FF2B5EF4-FFF2-40B4-BE49-F238E27FC236}">
                <a16:creationId xmlns:a16="http://schemas.microsoft.com/office/drawing/2014/main" id="{54D99F20-5A4B-492A-AD82-6E0FEB369438}"/>
              </a:ext>
            </a:extLst>
          </p:cNvPr>
          <p:cNvSpPr>
            <a:spLocks noGrp="1"/>
          </p:cNvSpPr>
          <p:nvPr>
            <p:ph type="body" sz="quarter" idx="18"/>
          </p:nvPr>
        </p:nvSpPr>
        <p:spPr>
          <a:xfrm>
            <a:off x="838201" y="5028155"/>
            <a:ext cx="4415631" cy="393700"/>
          </a:xfrm>
        </p:spPr>
        <p:txBody>
          <a:bodyPr>
            <a:noAutofit/>
          </a:bodyPr>
          <a:lstStyle>
            <a:lvl1pPr marL="0" indent="0" algn="l">
              <a:buNone/>
              <a:defRPr sz="2400" b="1">
                <a:solidFill>
                  <a:schemeClr val="bg1"/>
                </a:solidFill>
              </a:defRPr>
            </a:lvl1pPr>
          </a:lstStyle>
          <a:p>
            <a:pPr lvl="0"/>
            <a:r>
              <a:rPr lang="en-US"/>
              <a:t>Click to edit Master text styles</a:t>
            </a:r>
          </a:p>
        </p:txBody>
      </p:sp>
      <p:sp>
        <p:nvSpPr>
          <p:cNvPr id="30" name="Text Placeholder 3">
            <a:extLst>
              <a:ext uri="{FF2B5EF4-FFF2-40B4-BE49-F238E27FC236}">
                <a16:creationId xmlns:a16="http://schemas.microsoft.com/office/drawing/2014/main" id="{9322DDD7-CF8C-44D5-9A93-1117CBDD1AF0}"/>
              </a:ext>
            </a:extLst>
          </p:cNvPr>
          <p:cNvSpPr>
            <a:spLocks noGrp="1"/>
          </p:cNvSpPr>
          <p:nvPr>
            <p:ph type="body" sz="quarter" idx="19"/>
          </p:nvPr>
        </p:nvSpPr>
        <p:spPr>
          <a:xfrm>
            <a:off x="5955632" y="5028155"/>
            <a:ext cx="4415631" cy="393700"/>
          </a:xfrm>
        </p:spPr>
        <p:txBody>
          <a:bodyPr>
            <a:noAutofit/>
          </a:bodyPr>
          <a:lstStyle>
            <a:lvl1pPr marL="0" indent="0" algn="l">
              <a:buNone/>
              <a:defRPr sz="2400" b="1">
                <a:solidFill>
                  <a:schemeClr val="bg1"/>
                </a:solidFill>
              </a:defRPr>
            </a:lvl1pPr>
          </a:lstStyle>
          <a:p>
            <a:pPr lvl="0"/>
            <a:r>
              <a:rPr lang="en-US"/>
              <a:t>Click to edit Master text styles</a:t>
            </a:r>
          </a:p>
        </p:txBody>
      </p:sp>
      <p:sp>
        <p:nvSpPr>
          <p:cNvPr id="32" name="Text Placeholder 3">
            <a:extLst>
              <a:ext uri="{FF2B5EF4-FFF2-40B4-BE49-F238E27FC236}">
                <a16:creationId xmlns:a16="http://schemas.microsoft.com/office/drawing/2014/main" id="{B200A8F0-DD80-4903-B724-1C61C2063BC7}"/>
              </a:ext>
            </a:extLst>
          </p:cNvPr>
          <p:cNvSpPr>
            <a:spLocks noGrp="1"/>
          </p:cNvSpPr>
          <p:nvPr>
            <p:ph type="body" sz="quarter" idx="20"/>
          </p:nvPr>
        </p:nvSpPr>
        <p:spPr>
          <a:xfrm>
            <a:off x="838201" y="469189"/>
            <a:ext cx="4415631" cy="1359569"/>
          </a:xfrm>
        </p:spPr>
        <p:txBody>
          <a:bodyPr>
            <a:noAutofit/>
          </a:bodyPr>
          <a:lstStyle>
            <a:lvl1pPr marL="0" indent="0" algn="l">
              <a:buNone/>
              <a:defRPr sz="4800" b="1">
                <a:solidFill>
                  <a:schemeClr val="bg1"/>
                </a:solidFill>
                <a:latin typeface="Roboto" panose="020B0604020202020204" charset="0"/>
                <a:ea typeface="Roboto" panose="020B0604020202020204" charset="0"/>
                <a:cs typeface="Roboto" panose="020B0604020202020204" charset="0"/>
              </a:defRPr>
            </a:lvl1pPr>
          </a:lstStyle>
          <a:p>
            <a:pPr lvl="0"/>
            <a:r>
              <a:rPr lang="en-US"/>
              <a:t>Click to edit Master text styles</a:t>
            </a:r>
          </a:p>
        </p:txBody>
      </p:sp>
      <p:sp>
        <p:nvSpPr>
          <p:cNvPr id="19" name="Slide Number Placeholder 2">
            <a:extLst>
              <a:ext uri="{FF2B5EF4-FFF2-40B4-BE49-F238E27FC236}">
                <a16:creationId xmlns:a16="http://schemas.microsoft.com/office/drawing/2014/main" id="{7FF2C298-FAE3-48BA-B1DD-721E25F58914}"/>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20" name="Footer Placeholder 3">
            <a:extLst>
              <a:ext uri="{FF2B5EF4-FFF2-40B4-BE49-F238E27FC236}">
                <a16:creationId xmlns:a16="http://schemas.microsoft.com/office/drawing/2014/main" id="{279CB8CF-FCC3-4122-8D5F-C3AEE44FFA51}"/>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pic>
        <p:nvPicPr>
          <p:cNvPr id="21" name="Graphic 20">
            <a:extLst>
              <a:ext uri="{FF2B5EF4-FFF2-40B4-BE49-F238E27FC236}">
                <a16:creationId xmlns:a16="http://schemas.microsoft.com/office/drawing/2014/main" id="{173C8EF7-5DE3-4292-BA4F-9FE94F1866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74401" y="6209432"/>
            <a:ext cx="773384" cy="796356"/>
          </a:xfrm>
          <a:prstGeom prst="rect">
            <a:avLst/>
          </a:prstGeom>
        </p:spPr>
      </p:pic>
    </p:spTree>
    <p:extLst>
      <p:ext uri="{BB962C8B-B14F-4D97-AF65-F5344CB8AC3E}">
        <p14:creationId xmlns:p14="http://schemas.microsoft.com/office/powerpoint/2010/main" val="30594664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2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A9DBE95-0A69-4E42-BAD3-B25B35B69B3E}"/>
              </a:ext>
            </a:extLst>
          </p:cNvPr>
          <p:cNvPicPr>
            <a:picLocks noChangeAspect="1"/>
          </p:cNvPicPr>
          <p:nvPr/>
        </p:nvPicPr>
        <p:blipFill>
          <a:blip r:embed="rId2"/>
          <a:srcRect/>
          <a:stretch/>
        </p:blipFill>
        <p:spPr>
          <a:xfrm>
            <a:off x="0" y="-14932"/>
            <a:ext cx="12192000" cy="6858000"/>
          </a:xfrm>
          <a:prstGeom prst="rect">
            <a:avLst/>
          </a:prstGeom>
          <a:noFill/>
        </p:spPr>
      </p:pic>
      <p:sp>
        <p:nvSpPr>
          <p:cNvPr id="3" name="Slide Number Placeholder 2">
            <a:extLst>
              <a:ext uri="{FF2B5EF4-FFF2-40B4-BE49-F238E27FC236}">
                <a16:creationId xmlns:a16="http://schemas.microsoft.com/office/drawing/2014/main" id="{5842808C-B015-4356-8D9C-52DEC8CC5E71}"/>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EFB5AD6C-A558-4CB3-ADC4-8610DD41DB57}"/>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2" name="Title 1">
            <a:extLst>
              <a:ext uri="{FF2B5EF4-FFF2-40B4-BE49-F238E27FC236}">
                <a16:creationId xmlns:a16="http://schemas.microsoft.com/office/drawing/2014/main" id="{8CF112F0-1486-4334-818F-1AD3C921BAF4}"/>
              </a:ext>
            </a:extLst>
          </p:cNvPr>
          <p:cNvSpPr>
            <a:spLocks noGrp="1"/>
          </p:cNvSpPr>
          <p:nvPr>
            <p:ph type="title"/>
          </p:nvPr>
        </p:nvSpPr>
        <p:spPr>
          <a:xfrm>
            <a:off x="6472989" y="449264"/>
            <a:ext cx="5239586" cy="1395575"/>
          </a:xfrm>
        </p:spPr>
        <p:txBody>
          <a:bodyPr>
            <a:normAutofit/>
          </a:bodyPr>
          <a:lstStyle>
            <a:lvl1pPr>
              <a:defRPr sz="4400" b="1">
                <a:latin typeface="Roboto" panose="020B0604020202020204" charset="0"/>
                <a:ea typeface="Roboto" panose="020B0604020202020204" charset="0"/>
                <a:cs typeface="Roboto" panose="020B060402020202020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8E1309DE-D23A-4AC7-B63A-66D4CF8522BF}"/>
              </a:ext>
            </a:extLst>
          </p:cNvPr>
          <p:cNvCxnSpPr/>
          <p:nvPr/>
        </p:nvCxnSpPr>
        <p:spPr>
          <a:xfrm>
            <a:off x="6472989" y="2156520"/>
            <a:ext cx="5239586" cy="0"/>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07B7961-93F1-4FEE-80CC-7A09F6B8C5D5}"/>
              </a:ext>
            </a:extLst>
          </p:cNvPr>
          <p:cNvSpPr txBox="1">
            <a:spLocks/>
          </p:cNvSpPr>
          <p:nvPr/>
        </p:nvSpPr>
        <p:spPr>
          <a:xfrm>
            <a:off x="6472989" y="1961274"/>
            <a:ext cx="5239586" cy="139557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kern="1200" cap="none" baseline="0">
                <a:solidFill>
                  <a:schemeClr val="bg2"/>
                </a:solidFill>
                <a:latin typeface="+mj-lt"/>
                <a:ea typeface="+mj-ea"/>
                <a:cs typeface="+mj-cs"/>
              </a:defRPr>
            </a:lvl1pPr>
          </a:lstStyle>
          <a:p>
            <a:endParaRPr lang="en-US" sz="1500" b="1">
              <a:latin typeface="+mn-lt"/>
            </a:endParaRPr>
          </a:p>
        </p:txBody>
      </p:sp>
      <p:sp>
        <p:nvSpPr>
          <p:cNvPr id="10" name="Text Placeholder 3">
            <a:extLst>
              <a:ext uri="{FF2B5EF4-FFF2-40B4-BE49-F238E27FC236}">
                <a16:creationId xmlns:a16="http://schemas.microsoft.com/office/drawing/2014/main" id="{5603DAC8-43CF-4745-9AAB-B881E87C28A6}"/>
              </a:ext>
            </a:extLst>
          </p:cNvPr>
          <p:cNvSpPr>
            <a:spLocks noGrp="1"/>
          </p:cNvSpPr>
          <p:nvPr>
            <p:ph type="body" sz="quarter" idx="12"/>
          </p:nvPr>
        </p:nvSpPr>
        <p:spPr>
          <a:xfrm>
            <a:off x="6472989" y="1985892"/>
            <a:ext cx="5239586" cy="449934"/>
          </a:xfrm>
        </p:spPr>
        <p:txBody>
          <a:bodyPr>
            <a:normAutofit/>
          </a:bodyPr>
          <a:lstStyle>
            <a:lvl1pPr marL="0" indent="0" algn="l">
              <a:buNone/>
              <a:defRPr sz="1500" b="1">
                <a:solidFill>
                  <a:schemeClr val="bg1"/>
                </a:solidFill>
              </a:defRPr>
            </a:lvl1pPr>
          </a:lstStyle>
          <a:p>
            <a:pPr lvl="0"/>
            <a:r>
              <a:rPr lang="en-US"/>
              <a:t>Click to edit Master text styles</a:t>
            </a:r>
          </a:p>
        </p:txBody>
      </p:sp>
      <p:sp>
        <p:nvSpPr>
          <p:cNvPr id="11" name="Text Placeholder 3">
            <a:extLst>
              <a:ext uri="{FF2B5EF4-FFF2-40B4-BE49-F238E27FC236}">
                <a16:creationId xmlns:a16="http://schemas.microsoft.com/office/drawing/2014/main" id="{21233052-F6FF-4F87-A98A-659E1BE9C46A}"/>
              </a:ext>
            </a:extLst>
          </p:cNvPr>
          <p:cNvSpPr>
            <a:spLocks noGrp="1"/>
          </p:cNvSpPr>
          <p:nvPr>
            <p:ph type="body" sz="quarter" idx="13"/>
          </p:nvPr>
        </p:nvSpPr>
        <p:spPr>
          <a:xfrm>
            <a:off x="6472989" y="2548057"/>
            <a:ext cx="5239586" cy="866011"/>
          </a:xfrm>
        </p:spPr>
        <p:txBody>
          <a:bodyPr>
            <a:normAutofit/>
          </a:bodyPr>
          <a:lstStyle>
            <a:lvl1pPr marL="0" indent="0" algn="l">
              <a:buNone/>
              <a:defRPr sz="1100" b="0">
                <a:solidFill>
                  <a:schemeClr val="bg1"/>
                </a:solidFill>
              </a:defRPr>
            </a:lvl1pPr>
          </a:lstStyle>
          <a:p>
            <a:pPr lvl="0"/>
            <a:r>
              <a:rPr lang="en-US"/>
              <a:t>Click to edit Master text styles</a:t>
            </a:r>
          </a:p>
        </p:txBody>
      </p:sp>
      <p:sp>
        <p:nvSpPr>
          <p:cNvPr id="14" name="Text Placeholder 3">
            <a:extLst>
              <a:ext uri="{FF2B5EF4-FFF2-40B4-BE49-F238E27FC236}">
                <a16:creationId xmlns:a16="http://schemas.microsoft.com/office/drawing/2014/main" id="{B898A5C7-3125-48D5-AB74-76FF1A47569F}"/>
              </a:ext>
            </a:extLst>
          </p:cNvPr>
          <p:cNvSpPr>
            <a:spLocks noGrp="1"/>
          </p:cNvSpPr>
          <p:nvPr>
            <p:ph type="body" sz="quarter" idx="16"/>
          </p:nvPr>
        </p:nvSpPr>
        <p:spPr>
          <a:xfrm>
            <a:off x="6472989" y="5047811"/>
            <a:ext cx="1559663" cy="504947"/>
          </a:xfrm>
        </p:spPr>
        <p:txBody>
          <a:bodyPr>
            <a:noAutofit/>
          </a:bodyPr>
          <a:lstStyle>
            <a:lvl1pPr marL="0" indent="0" algn="l">
              <a:buNone/>
              <a:defRPr sz="3200" b="1">
                <a:solidFill>
                  <a:srgbClr val="2D6188"/>
                </a:solidFill>
                <a:latin typeface="+mj-lt"/>
              </a:defRPr>
            </a:lvl1pPr>
          </a:lstStyle>
          <a:p>
            <a:pPr lvl="0"/>
            <a:r>
              <a:rPr lang="en-US"/>
              <a:t>Click to edit Master text styles</a:t>
            </a:r>
          </a:p>
        </p:txBody>
      </p:sp>
      <p:sp>
        <p:nvSpPr>
          <p:cNvPr id="15" name="Text Placeholder 3">
            <a:extLst>
              <a:ext uri="{FF2B5EF4-FFF2-40B4-BE49-F238E27FC236}">
                <a16:creationId xmlns:a16="http://schemas.microsoft.com/office/drawing/2014/main" id="{DB575684-94C9-4626-9AB7-4C647AC22FD2}"/>
              </a:ext>
            </a:extLst>
          </p:cNvPr>
          <p:cNvSpPr>
            <a:spLocks noGrp="1"/>
          </p:cNvSpPr>
          <p:nvPr>
            <p:ph type="body" sz="quarter" idx="17"/>
          </p:nvPr>
        </p:nvSpPr>
        <p:spPr>
          <a:xfrm>
            <a:off x="6472989" y="3496678"/>
            <a:ext cx="5239586" cy="449934"/>
          </a:xfrm>
        </p:spPr>
        <p:txBody>
          <a:bodyPr>
            <a:normAutofit/>
          </a:bodyPr>
          <a:lstStyle>
            <a:lvl1pPr marL="0" indent="0" algn="l">
              <a:buNone/>
              <a:defRPr sz="1500" b="1">
                <a:solidFill>
                  <a:schemeClr val="bg1"/>
                </a:solidFill>
              </a:defRPr>
            </a:lvl1pPr>
          </a:lstStyle>
          <a:p>
            <a:pPr lvl="0"/>
            <a:r>
              <a:rPr lang="en-US"/>
              <a:t>Click to edit Master text styles</a:t>
            </a:r>
          </a:p>
        </p:txBody>
      </p:sp>
      <p:sp>
        <p:nvSpPr>
          <p:cNvPr id="16" name="Text Placeholder 3">
            <a:extLst>
              <a:ext uri="{FF2B5EF4-FFF2-40B4-BE49-F238E27FC236}">
                <a16:creationId xmlns:a16="http://schemas.microsoft.com/office/drawing/2014/main" id="{8C3D67BD-351E-4572-A547-7452931C4F4E}"/>
              </a:ext>
            </a:extLst>
          </p:cNvPr>
          <p:cNvSpPr>
            <a:spLocks noGrp="1"/>
          </p:cNvSpPr>
          <p:nvPr>
            <p:ph type="body" sz="quarter" idx="18"/>
          </p:nvPr>
        </p:nvSpPr>
        <p:spPr>
          <a:xfrm>
            <a:off x="6472989" y="4058843"/>
            <a:ext cx="5239586" cy="866011"/>
          </a:xfrm>
        </p:spPr>
        <p:txBody>
          <a:bodyPr>
            <a:normAutofit/>
          </a:bodyPr>
          <a:lstStyle>
            <a:lvl1pPr marL="0" indent="0" algn="l">
              <a:buNone/>
              <a:defRPr sz="1100" b="0">
                <a:solidFill>
                  <a:schemeClr val="bg1"/>
                </a:solidFill>
              </a:defRPr>
            </a:lvl1pPr>
          </a:lstStyle>
          <a:p>
            <a:pPr lvl="0"/>
            <a:r>
              <a:rPr lang="en-US"/>
              <a:t>Click to edit Master text styles</a:t>
            </a:r>
          </a:p>
        </p:txBody>
      </p:sp>
      <p:sp>
        <p:nvSpPr>
          <p:cNvPr id="17" name="Text Placeholder 3">
            <a:extLst>
              <a:ext uri="{FF2B5EF4-FFF2-40B4-BE49-F238E27FC236}">
                <a16:creationId xmlns:a16="http://schemas.microsoft.com/office/drawing/2014/main" id="{D0C4945D-B729-4B54-ADDC-F043A62156D9}"/>
              </a:ext>
            </a:extLst>
          </p:cNvPr>
          <p:cNvSpPr>
            <a:spLocks noGrp="1"/>
          </p:cNvSpPr>
          <p:nvPr>
            <p:ph type="body" sz="quarter" idx="19"/>
          </p:nvPr>
        </p:nvSpPr>
        <p:spPr>
          <a:xfrm>
            <a:off x="6472989" y="5636836"/>
            <a:ext cx="2502199" cy="866011"/>
          </a:xfrm>
        </p:spPr>
        <p:txBody>
          <a:bodyPr>
            <a:normAutofit/>
          </a:bodyPr>
          <a:lstStyle>
            <a:lvl1pPr marL="0" indent="0" algn="l">
              <a:buNone/>
              <a:defRPr sz="1100" b="0">
                <a:solidFill>
                  <a:srgbClr val="2D6188"/>
                </a:solidFill>
              </a:defRPr>
            </a:lvl1pPr>
          </a:lstStyle>
          <a:p>
            <a:pPr lvl="0"/>
            <a:r>
              <a:rPr lang="en-US"/>
              <a:t>Click to edit Master text styles</a:t>
            </a:r>
          </a:p>
        </p:txBody>
      </p:sp>
      <p:sp>
        <p:nvSpPr>
          <p:cNvPr id="20" name="Text Placeholder 3">
            <a:extLst>
              <a:ext uri="{FF2B5EF4-FFF2-40B4-BE49-F238E27FC236}">
                <a16:creationId xmlns:a16="http://schemas.microsoft.com/office/drawing/2014/main" id="{2AF70314-2642-43E7-BF3B-C53B91A0FBD7}"/>
              </a:ext>
            </a:extLst>
          </p:cNvPr>
          <p:cNvSpPr>
            <a:spLocks noGrp="1"/>
          </p:cNvSpPr>
          <p:nvPr>
            <p:ph type="body" sz="quarter" idx="20"/>
          </p:nvPr>
        </p:nvSpPr>
        <p:spPr>
          <a:xfrm>
            <a:off x="9215497" y="5047811"/>
            <a:ext cx="1559663" cy="504947"/>
          </a:xfrm>
        </p:spPr>
        <p:txBody>
          <a:bodyPr>
            <a:noAutofit/>
          </a:bodyPr>
          <a:lstStyle>
            <a:lvl1pPr marL="0" indent="0" algn="l">
              <a:buNone/>
              <a:defRPr sz="3200" b="1">
                <a:solidFill>
                  <a:srgbClr val="2D6188"/>
                </a:solidFill>
                <a:latin typeface="+mj-lt"/>
              </a:defRPr>
            </a:lvl1pPr>
          </a:lstStyle>
          <a:p>
            <a:pPr lvl="0"/>
            <a:r>
              <a:rPr lang="en-US"/>
              <a:t>Click to edit Master text styles</a:t>
            </a:r>
          </a:p>
        </p:txBody>
      </p:sp>
      <p:sp>
        <p:nvSpPr>
          <p:cNvPr id="21" name="Text Placeholder 3">
            <a:extLst>
              <a:ext uri="{FF2B5EF4-FFF2-40B4-BE49-F238E27FC236}">
                <a16:creationId xmlns:a16="http://schemas.microsoft.com/office/drawing/2014/main" id="{E6971FB3-8BE3-4544-B8AA-56AC4C08BBEE}"/>
              </a:ext>
            </a:extLst>
          </p:cNvPr>
          <p:cNvSpPr>
            <a:spLocks noGrp="1"/>
          </p:cNvSpPr>
          <p:nvPr>
            <p:ph type="body" sz="quarter" idx="21"/>
          </p:nvPr>
        </p:nvSpPr>
        <p:spPr>
          <a:xfrm>
            <a:off x="9215497" y="5636836"/>
            <a:ext cx="2502199" cy="866011"/>
          </a:xfrm>
        </p:spPr>
        <p:txBody>
          <a:bodyPr>
            <a:normAutofit/>
          </a:bodyPr>
          <a:lstStyle>
            <a:lvl1pPr marL="0" indent="0" algn="l">
              <a:buNone/>
              <a:defRPr sz="1100" b="0">
                <a:solidFill>
                  <a:srgbClr val="2D6188"/>
                </a:solidFill>
              </a:defRPr>
            </a:lvl1pPr>
          </a:lstStyle>
          <a:p>
            <a:pPr lvl="0"/>
            <a:r>
              <a:rPr lang="en-US"/>
              <a:t>Click to edit Master text styles</a:t>
            </a:r>
          </a:p>
        </p:txBody>
      </p:sp>
    </p:spTree>
    <p:extLst>
      <p:ext uri="{BB962C8B-B14F-4D97-AF65-F5344CB8AC3E}">
        <p14:creationId xmlns:p14="http://schemas.microsoft.com/office/powerpoint/2010/main" val="17481347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5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A9DBE95-0A69-4E42-BAD3-B25B35B69B3E}"/>
              </a:ext>
            </a:extLst>
          </p:cNvPr>
          <p:cNvPicPr>
            <a:picLocks noChangeAspect="1"/>
          </p:cNvPicPr>
          <p:nvPr/>
        </p:nvPicPr>
        <p:blipFill>
          <a:blip r:embed="rId2"/>
          <a:srcRect/>
          <a:stretch/>
        </p:blipFill>
        <p:spPr>
          <a:xfrm>
            <a:off x="0" y="-14932"/>
            <a:ext cx="12192000" cy="6858000"/>
          </a:xfrm>
          <a:prstGeom prst="rect">
            <a:avLst/>
          </a:prstGeom>
          <a:noFill/>
        </p:spPr>
      </p:pic>
      <p:sp>
        <p:nvSpPr>
          <p:cNvPr id="3" name="Slide Number Placeholder 2">
            <a:extLst>
              <a:ext uri="{FF2B5EF4-FFF2-40B4-BE49-F238E27FC236}">
                <a16:creationId xmlns:a16="http://schemas.microsoft.com/office/drawing/2014/main" id="{5842808C-B015-4356-8D9C-52DEC8CC5E71}"/>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EFB5AD6C-A558-4CB3-ADC4-8610DD41DB57}"/>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2" name="Title 1">
            <a:extLst>
              <a:ext uri="{FF2B5EF4-FFF2-40B4-BE49-F238E27FC236}">
                <a16:creationId xmlns:a16="http://schemas.microsoft.com/office/drawing/2014/main" id="{8CF112F0-1486-4334-818F-1AD3C921BAF4}"/>
              </a:ext>
            </a:extLst>
          </p:cNvPr>
          <p:cNvSpPr>
            <a:spLocks noGrp="1"/>
          </p:cNvSpPr>
          <p:nvPr>
            <p:ph type="title"/>
          </p:nvPr>
        </p:nvSpPr>
        <p:spPr>
          <a:xfrm>
            <a:off x="6472989" y="449264"/>
            <a:ext cx="5239586" cy="1395575"/>
          </a:xfrm>
        </p:spPr>
        <p:txBody>
          <a:bodyPr>
            <a:normAutofit/>
          </a:bodyPr>
          <a:lstStyle>
            <a:lvl1pPr>
              <a:defRPr sz="4400" b="1">
                <a:latin typeface="Roboto" panose="020B0604020202020204" charset="0"/>
                <a:ea typeface="Roboto" panose="020B0604020202020204" charset="0"/>
                <a:cs typeface="Roboto" panose="020B060402020202020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8E1309DE-D23A-4AC7-B63A-66D4CF8522BF}"/>
              </a:ext>
            </a:extLst>
          </p:cNvPr>
          <p:cNvCxnSpPr/>
          <p:nvPr/>
        </p:nvCxnSpPr>
        <p:spPr>
          <a:xfrm>
            <a:off x="6472989" y="1895264"/>
            <a:ext cx="5239586" cy="0"/>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07B7961-93F1-4FEE-80CC-7A09F6B8C5D5}"/>
              </a:ext>
            </a:extLst>
          </p:cNvPr>
          <p:cNvSpPr txBox="1">
            <a:spLocks/>
          </p:cNvSpPr>
          <p:nvPr/>
        </p:nvSpPr>
        <p:spPr>
          <a:xfrm>
            <a:off x="6472989" y="1961274"/>
            <a:ext cx="5239586" cy="139557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kern="1200" cap="none" baseline="0">
                <a:solidFill>
                  <a:schemeClr val="bg2"/>
                </a:solidFill>
                <a:latin typeface="+mj-lt"/>
                <a:ea typeface="+mj-ea"/>
                <a:cs typeface="+mj-cs"/>
              </a:defRPr>
            </a:lvl1pPr>
          </a:lstStyle>
          <a:p>
            <a:endParaRPr lang="en-US" sz="1500" b="1">
              <a:latin typeface="+mn-lt"/>
            </a:endParaRPr>
          </a:p>
        </p:txBody>
      </p:sp>
      <p:sp>
        <p:nvSpPr>
          <p:cNvPr id="10" name="Text Placeholder 3">
            <a:extLst>
              <a:ext uri="{FF2B5EF4-FFF2-40B4-BE49-F238E27FC236}">
                <a16:creationId xmlns:a16="http://schemas.microsoft.com/office/drawing/2014/main" id="{5603DAC8-43CF-4745-9AAB-B881E87C28A6}"/>
              </a:ext>
            </a:extLst>
          </p:cNvPr>
          <p:cNvSpPr>
            <a:spLocks noGrp="1"/>
          </p:cNvSpPr>
          <p:nvPr>
            <p:ph type="body" sz="quarter" idx="12"/>
          </p:nvPr>
        </p:nvSpPr>
        <p:spPr>
          <a:xfrm>
            <a:off x="6472989" y="1985892"/>
            <a:ext cx="5239586" cy="449934"/>
          </a:xfrm>
        </p:spPr>
        <p:txBody>
          <a:bodyPr>
            <a:normAutofit/>
          </a:bodyPr>
          <a:lstStyle>
            <a:lvl1pPr marL="0" indent="0" algn="l">
              <a:buNone/>
              <a:defRPr sz="1500" b="1">
                <a:solidFill>
                  <a:schemeClr val="bg1"/>
                </a:solidFill>
              </a:defRPr>
            </a:lvl1pPr>
          </a:lstStyle>
          <a:p>
            <a:pPr lvl="0"/>
            <a:r>
              <a:rPr lang="en-US"/>
              <a:t>Click to edit Master text styles</a:t>
            </a:r>
          </a:p>
        </p:txBody>
      </p:sp>
      <p:sp>
        <p:nvSpPr>
          <p:cNvPr id="11" name="Text Placeholder 3">
            <a:extLst>
              <a:ext uri="{FF2B5EF4-FFF2-40B4-BE49-F238E27FC236}">
                <a16:creationId xmlns:a16="http://schemas.microsoft.com/office/drawing/2014/main" id="{21233052-F6FF-4F87-A98A-659E1BE9C46A}"/>
              </a:ext>
            </a:extLst>
          </p:cNvPr>
          <p:cNvSpPr>
            <a:spLocks noGrp="1"/>
          </p:cNvSpPr>
          <p:nvPr>
            <p:ph type="body" sz="quarter" idx="13"/>
          </p:nvPr>
        </p:nvSpPr>
        <p:spPr>
          <a:xfrm>
            <a:off x="6472989" y="2548057"/>
            <a:ext cx="5239586" cy="866011"/>
          </a:xfrm>
        </p:spPr>
        <p:txBody>
          <a:bodyPr>
            <a:normAutofit/>
          </a:bodyPr>
          <a:lstStyle>
            <a:lvl1pPr marL="0" indent="0" algn="l">
              <a:buNone/>
              <a:defRPr sz="1100" b="0">
                <a:solidFill>
                  <a:schemeClr val="bg1"/>
                </a:solidFill>
              </a:defRPr>
            </a:lvl1pPr>
          </a:lstStyle>
          <a:p>
            <a:pPr lvl="0"/>
            <a:r>
              <a:rPr lang="en-US"/>
              <a:t>Click to edit Master text styles</a:t>
            </a:r>
          </a:p>
        </p:txBody>
      </p:sp>
      <p:sp>
        <p:nvSpPr>
          <p:cNvPr id="14" name="Text Placeholder 3">
            <a:extLst>
              <a:ext uri="{FF2B5EF4-FFF2-40B4-BE49-F238E27FC236}">
                <a16:creationId xmlns:a16="http://schemas.microsoft.com/office/drawing/2014/main" id="{B898A5C7-3125-48D5-AB74-76FF1A47569F}"/>
              </a:ext>
            </a:extLst>
          </p:cNvPr>
          <p:cNvSpPr>
            <a:spLocks noGrp="1"/>
          </p:cNvSpPr>
          <p:nvPr>
            <p:ph type="body" sz="quarter" idx="16"/>
          </p:nvPr>
        </p:nvSpPr>
        <p:spPr>
          <a:xfrm>
            <a:off x="6472989" y="5047811"/>
            <a:ext cx="1559663" cy="504947"/>
          </a:xfrm>
        </p:spPr>
        <p:txBody>
          <a:bodyPr>
            <a:noAutofit/>
          </a:bodyPr>
          <a:lstStyle>
            <a:lvl1pPr marL="0" indent="0" algn="l">
              <a:buNone/>
              <a:defRPr sz="3200" b="1">
                <a:solidFill>
                  <a:srgbClr val="2D6188"/>
                </a:solidFill>
                <a:latin typeface="+mj-lt"/>
              </a:defRPr>
            </a:lvl1pPr>
          </a:lstStyle>
          <a:p>
            <a:pPr lvl="0"/>
            <a:r>
              <a:rPr lang="en-US"/>
              <a:t>Click to edit Master text styles</a:t>
            </a:r>
          </a:p>
        </p:txBody>
      </p:sp>
      <p:sp>
        <p:nvSpPr>
          <p:cNvPr id="15" name="Text Placeholder 3">
            <a:extLst>
              <a:ext uri="{FF2B5EF4-FFF2-40B4-BE49-F238E27FC236}">
                <a16:creationId xmlns:a16="http://schemas.microsoft.com/office/drawing/2014/main" id="{DB575684-94C9-4626-9AB7-4C647AC22FD2}"/>
              </a:ext>
            </a:extLst>
          </p:cNvPr>
          <p:cNvSpPr>
            <a:spLocks noGrp="1"/>
          </p:cNvSpPr>
          <p:nvPr>
            <p:ph type="body" sz="quarter" idx="17"/>
          </p:nvPr>
        </p:nvSpPr>
        <p:spPr>
          <a:xfrm>
            <a:off x="6472989" y="3496678"/>
            <a:ext cx="5239586" cy="449934"/>
          </a:xfrm>
        </p:spPr>
        <p:txBody>
          <a:bodyPr>
            <a:normAutofit/>
          </a:bodyPr>
          <a:lstStyle>
            <a:lvl1pPr marL="0" indent="0" algn="l">
              <a:buNone/>
              <a:defRPr sz="1500" b="1">
                <a:solidFill>
                  <a:schemeClr val="bg1"/>
                </a:solidFill>
              </a:defRPr>
            </a:lvl1pPr>
          </a:lstStyle>
          <a:p>
            <a:pPr lvl="0"/>
            <a:r>
              <a:rPr lang="en-US"/>
              <a:t>Click to edit Master text styles</a:t>
            </a:r>
          </a:p>
        </p:txBody>
      </p:sp>
      <p:sp>
        <p:nvSpPr>
          <p:cNvPr id="16" name="Text Placeholder 3">
            <a:extLst>
              <a:ext uri="{FF2B5EF4-FFF2-40B4-BE49-F238E27FC236}">
                <a16:creationId xmlns:a16="http://schemas.microsoft.com/office/drawing/2014/main" id="{8C3D67BD-351E-4572-A547-7452931C4F4E}"/>
              </a:ext>
            </a:extLst>
          </p:cNvPr>
          <p:cNvSpPr>
            <a:spLocks noGrp="1"/>
          </p:cNvSpPr>
          <p:nvPr>
            <p:ph type="body" sz="quarter" idx="18"/>
          </p:nvPr>
        </p:nvSpPr>
        <p:spPr>
          <a:xfrm>
            <a:off x="6472989" y="4058843"/>
            <a:ext cx="5239586" cy="866011"/>
          </a:xfrm>
        </p:spPr>
        <p:txBody>
          <a:bodyPr>
            <a:normAutofit/>
          </a:bodyPr>
          <a:lstStyle>
            <a:lvl1pPr marL="0" indent="0" algn="l">
              <a:buNone/>
              <a:defRPr sz="1100" b="0">
                <a:solidFill>
                  <a:schemeClr val="bg1"/>
                </a:solidFill>
              </a:defRPr>
            </a:lvl1pPr>
          </a:lstStyle>
          <a:p>
            <a:pPr lvl="0"/>
            <a:r>
              <a:rPr lang="en-US"/>
              <a:t>Click to edit Master text styles</a:t>
            </a:r>
          </a:p>
        </p:txBody>
      </p:sp>
      <p:sp>
        <p:nvSpPr>
          <p:cNvPr id="17" name="Text Placeholder 3">
            <a:extLst>
              <a:ext uri="{FF2B5EF4-FFF2-40B4-BE49-F238E27FC236}">
                <a16:creationId xmlns:a16="http://schemas.microsoft.com/office/drawing/2014/main" id="{D0C4945D-B729-4B54-ADDC-F043A62156D9}"/>
              </a:ext>
            </a:extLst>
          </p:cNvPr>
          <p:cNvSpPr>
            <a:spLocks noGrp="1"/>
          </p:cNvSpPr>
          <p:nvPr>
            <p:ph type="body" sz="quarter" idx="19"/>
          </p:nvPr>
        </p:nvSpPr>
        <p:spPr>
          <a:xfrm>
            <a:off x="6472989" y="5636836"/>
            <a:ext cx="2502199" cy="866011"/>
          </a:xfrm>
        </p:spPr>
        <p:txBody>
          <a:bodyPr>
            <a:normAutofit/>
          </a:bodyPr>
          <a:lstStyle>
            <a:lvl1pPr marL="0" indent="0" algn="l">
              <a:buNone/>
              <a:defRPr sz="1100" b="0">
                <a:solidFill>
                  <a:srgbClr val="2D6188"/>
                </a:solidFill>
              </a:defRPr>
            </a:lvl1pPr>
          </a:lstStyle>
          <a:p>
            <a:pPr lvl="0"/>
            <a:r>
              <a:rPr lang="en-US"/>
              <a:t>Click to edit Master text styles</a:t>
            </a:r>
          </a:p>
        </p:txBody>
      </p:sp>
      <p:sp>
        <p:nvSpPr>
          <p:cNvPr id="20" name="Text Placeholder 3">
            <a:extLst>
              <a:ext uri="{FF2B5EF4-FFF2-40B4-BE49-F238E27FC236}">
                <a16:creationId xmlns:a16="http://schemas.microsoft.com/office/drawing/2014/main" id="{2AF70314-2642-43E7-BF3B-C53B91A0FBD7}"/>
              </a:ext>
            </a:extLst>
          </p:cNvPr>
          <p:cNvSpPr>
            <a:spLocks noGrp="1"/>
          </p:cNvSpPr>
          <p:nvPr>
            <p:ph type="body" sz="quarter" idx="20"/>
          </p:nvPr>
        </p:nvSpPr>
        <p:spPr>
          <a:xfrm>
            <a:off x="9215497" y="5047811"/>
            <a:ext cx="1559663" cy="504947"/>
          </a:xfrm>
        </p:spPr>
        <p:txBody>
          <a:bodyPr>
            <a:noAutofit/>
          </a:bodyPr>
          <a:lstStyle>
            <a:lvl1pPr marL="0" indent="0" algn="l">
              <a:buNone/>
              <a:defRPr sz="3200" b="1">
                <a:solidFill>
                  <a:srgbClr val="2D6188"/>
                </a:solidFill>
                <a:latin typeface="+mj-lt"/>
              </a:defRPr>
            </a:lvl1pPr>
          </a:lstStyle>
          <a:p>
            <a:pPr lvl="0"/>
            <a:r>
              <a:rPr lang="en-US"/>
              <a:t>Click to edit Master text styles</a:t>
            </a:r>
          </a:p>
        </p:txBody>
      </p:sp>
      <p:sp>
        <p:nvSpPr>
          <p:cNvPr id="21" name="Text Placeholder 3">
            <a:extLst>
              <a:ext uri="{FF2B5EF4-FFF2-40B4-BE49-F238E27FC236}">
                <a16:creationId xmlns:a16="http://schemas.microsoft.com/office/drawing/2014/main" id="{E6971FB3-8BE3-4544-B8AA-56AC4C08BBEE}"/>
              </a:ext>
            </a:extLst>
          </p:cNvPr>
          <p:cNvSpPr>
            <a:spLocks noGrp="1"/>
          </p:cNvSpPr>
          <p:nvPr>
            <p:ph type="body" sz="quarter" idx="21"/>
          </p:nvPr>
        </p:nvSpPr>
        <p:spPr>
          <a:xfrm>
            <a:off x="9215497" y="5636836"/>
            <a:ext cx="2502199" cy="866011"/>
          </a:xfrm>
        </p:spPr>
        <p:txBody>
          <a:bodyPr>
            <a:normAutofit/>
          </a:bodyPr>
          <a:lstStyle>
            <a:lvl1pPr marL="0" indent="0" algn="l">
              <a:buNone/>
              <a:defRPr sz="1100" b="0">
                <a:solidFill>
                  <a:srgbClr val="2D6188"/>
                </a:solidFill>
              </a:defRPr>
            </a:lvl1pPr>
          </a:lstStyle>
          <a:p>
            <a:pPr lvl="0"/>
            <a:r>
              <a:rPr lang="en-US"/>
              <a:t>Click to edit Master text styles</a:t>
            </a:r>
          </a:p>
        </p:txBody>
      </p:sp>
    </p:spTree>
    <p:extLst>
      <p:ext uri="{BB962C8B-B14F-4D97-AF65-F5344CB8AC3E}">
        <p14:creationId xmlns:p14="http://schemas.microsoft.com/office/powerpoint/2010/main" val="21260042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5_Custom Layou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6624BB6-3151-415F-9AD1-58CE9BD95BAD}"/>
              </a:ext>
            </a:extLst>
          </p:cNvPr>
          <p:cNvSpPr>
            <a:spLocks noGrp="1"/>
          </p:cNvSpPr>
          <p:nvPr>
            <p:ph type="body" sz="quarter" idx="13"/>
          </p:nvPr>
        </p:nvSpPr>
        <p:spPr>
          <a:xfrm>
            <a:off x="6359236" y="1249746"/>
            <a:ext cx="5313219" cy="4652290"/>
          </a:xfrm>
        </p:spPr>
        <p:txBody>
          <a:bodyPr>
            <a:normAutofit/>
          </a:bodyPr>
          <a:lstStyle>
            <a:lvl1pPr marL="0" indent="0" algn="l">
              <a:buNone/>
              <a:defRPr sz="1800" b="0">
                <a:solidFill>
                  <a:schemeClr val="bg1"/>
                </a:solidFill>
                <a:latin typeface="+mj-lt"/>
              </a:defRPr>
            </a:lvl1pPr>
          </a:lstStyle>
          <a:p>
            <a:pPr lvl="0"/>
            <a:r>
              <a:rPr lang="en-US"/>
              <a:t>Click to edit Master text styles</a:t>
            </a:r>
          </a:p>
        </p:txBody>
      </p:sp>
      <p:sp>
        <p:nvSpPr>
          <p:cNvPr id="11" name="Slide Number Placeholder 2">
            <a:extLst>
              <a:ext uri="{FF2B5EF4-FFF2-40B4-BE49-F238E27FC236}">
                <a16:creationId xmlns:a16="http://schemas.microsoft.com/office/drawing/2014/main" id="{AC1B9CD6-A413-4F26-8326-3F835DE886CB}"/>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12" name="Footer Placeholder 3">
            <a:extLst>
              <a:ext uri="{FF2B5EF4-FFF2-40B4-BE49-F238E27FC236}">
                <a16:creationId xmlns:a16="http://schemas.microsoft.com/office/drawing/2014/main" id="{68ECEA09-B263-4EC8-9EB7-06E4732552A1}"/>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pic>
        <p:nvPicPr>
          <p:cNvPr id="13" name="Graphic 12">
            <a:extLst>
              <a:ext uri="{FF2B5EF4-FFF2-40B4-BE49-F238E27FC236}">
                <a16:creationId xmlns:a16="http://schemas.microsoft.com/office/drawing/2014/main" id="{816346E0-3857-4123-AD46-42A28D71A6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74401" y="6209432"/>
            <a:ext cx="773384" cy="796356"/>
          </a:xfrm>
          <a:prstGeom prst="rect">
            <a:avLst/>
          </a:prstGeom>
        </p:spPr>
      </p:pic>
      <p:sp>
        <p:nvSpPr>
          <p:cNvPr id="8" name="Text Placeholder 3">
            <a:extLst>
              <a:ext uri="{FF2B5EF4-FFF2-40B4-BE49-F238E27FC236}">
                <a16:creationId xmlns:a16="http://schemas.microsoft.com/office/drawing/2014/main" id="{A06C1AAC-4B2A-4EA7-80A1-12E4BF8219C2}"/>
              </a:ext>
            </a:extLst>
          </p:cNvPr>
          <p:cNvSpPr>
            <a:spLocks noGrp="1"/>
          </p:cNvSpPr>
          <p:nvPr>
            <p:ph type="body" sz="quarter" idx="15"/>
          </p:nvPr>
        </p:nvSpPr>
        <p:spPr>
          <a:xfrm>
            <a:off x="487073" y="1249746"/>
            <a:ext cx="5313219" cy="1293429"/>
          </a:xfrm>
        </p:spPr>
        <p:txBody>
          <a:bodyPr>
            <a:normAutofit/>
          </a:bodyPr>
          <a:lstStyle>
            <a:lvl1pPr marL="0" indent="0" algn="l">
              <a:buNone/>
              <a:defRPr sz="2400" b="1">
                <a:solidFill>
                  <a:srgbClr val="2D6188"/>
                </a:solidFill>
                <a:latin typeface="+mj-lt"/>
              </a:defRPr>
            </a:lvl1pPr>
          </a:lstStyle>
          <a:p>
            <a:pPr lvl="0"/>
            <a:r>
              <a:rPr lang="en-US"/>
              <a:t>Click to edit Master text styles</a:t>
            </a:r>
          </a:p>
        </p:txBody>
      </p:sp>
      <p:sp>
        <p:nvSpPr>
          <p:cNvPr id="14" name="Title 1">
            <a:extLst>
              <a:ext uri="{FF2B5EF4-FFF2-40B4-BE49-F238E27FC236}">
                <a16:creationId xmlns:a16="http://schemas.microsoft.com/office/drawing/2014/main" id="{CD807FAE-C092-4831-A514-985A1C348E9D}"/>
              </a:ext>
            </a:extLst>
          </p:cNvPr>
          <p:cNvSpPr>
            <a:spLocks noGrp="1"/>
          </p:cNvSpPr>
          <p:nvPr>
            <p:ph type="title" hasCustomPrompt="1"/>
          </p:nvPr>
        </p:nvSpPr>
        <p:spPr>
          <a:xfrm>
            <a:off x="461169" y="406400"/>
            <a:ext cx="11269662" cy="684212"/>
          </a:xfrm>
        </p:spPr>
        <p:txBody>
          <a:bodyPr>
            <a:normAutofit/>
          </a:bodyPr>
          <a:lstStyle>
            <a:lvl1pPr algn="l">
              <a:defRPr sz="3600" b="1">
                <a:solidFill>
                  <a:schemeClr val="bg1"/>
                </a:solidFill>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15" name="Text Placeholder 3">
            <a:extLst>
              <a:ext uri="{FF2B5EF4-FFF2-40B4-BE49-F238E27FC236}">
                <a16:creationId xmlns:a16="http://schemas.microsoft.com/office/drawing/2014/main" id="{8B5B39CB-6DE2-4AAB-ABAB-5015EE4E1032}"/>
              </a:ext>
            </a:extLst>
          </p:cNvPr>
          <p:cNvSpPr>
            <a:spLocks noGrp="1"/>
          </p:cNvSpPr>
          <p:nvPr>
            <p:ph type="body" sz="quarter" idx="16"/>
          </p:nvPr>
        </p:nvSpPr>
        <p:spPr>
          <a:xfrm>
            <a:off x="487073" y="2707071"/>
            <a:ext cx="5313219" cy="3194965"/>
          </a:xfrm>
        </p:spPr>
        <p:txBody>
          <a:bodyPr vert="horz" lIns="91440" tIns="91440" rIns="91440" bIns="45720" rtlCol="0">
            <a:normAutofit/>
          </a:bodyPr>
          <a:lstStyle>
            <a:lvl1pPr>
              <a:defRPr lang="en-US" sz="1800" b="0" dirty="0">
                <a:solidFill>
                  <a:schemeClr val="bg1"/>
                </a:solidFill>
                <a:latin typeface="+mj-lt"/>
              </a:defRPr>
            </a:lvl1pPr>
          </a:lstStyle>
          <a:p>
            <a:pPr marL="0" lvl="0" indent="0">
              <a:buNone/>
            </a:pPr>
            <a:r>
              <a:rPr lang="en-US"/>
              <a:t>Click to edit Master text styles</a:t>
            </a:r>
          </a:p>
        </p:txBody>
      </p:sp>
    </p:spTree>
    <p:extLst>
      <p:ext uri="{BB962C8B-B14F-4D97-AF65-F5344CB8AC3E}">
        <p14:creationId xmlns:p14="http://schemas.microsoft.com/office/powerpoint/2010/main" val="10610754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6624BB6-3151-415F-9AD1-58CE9BD95BAD}"/>
              </a:ext>
            </a:extLst>
          </p:cNvPr>
          <p:cNvSpPr>
            <a:spLocks noGrp="1"/>
          </p:cNvSpPr>
          <p:nvPr>
            <p:ph type="body" sz="quarter" idx="13"/>
          </p:nvPr>
        </p:nvSpPr>
        <p:spPr>
          <a:xfrm>
            <a:off x="6359236" y="1249746"/>
            <a:ext cx="5313219" cy="4652290"/>
          </a:xfrm>
        </p:spPr>
        <p:txBody>
          <a:bodyPr>
            <a:normAutofit/>
          </a:bodyPr>
          <a:lstStyle>
            <a:lvl1pPr marL="0" indent="0" algn="l">
              <a:buNone/>
              <a:defRPr sz="1200" b="0">
                <a:solidFill>
                  <a:schemeClr val="bg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7B776733-EB73-46DA-AF4D-CD76D8002FE0}"/>
              </a:ext>
            </a:extLst>
          </p:cNvPr>
          <p:cNvSpPr>
            <a:spLocks noGrp="1"/>
          </p:cNvSpPr>
          <p:nvPr>
            <p:ph type="body" sz="quarter" idx="14"/>
          </p:nvPr>
        </p:nvSpPr>
        <p:spPr>
          <a:xfrm>
            <a:off x="519546" y="357661"/>
            <a:ext cx="11152909" cy="738806"/>
          </a:xfrm>
        </p:spPr>
        <p:txBody>
          <a:bodyPr>
            <a:noAutofit/>
          </a:bodyPr>
          <a:lstStyle>
            <a:lvl1pPr marL="0" indent="0" algn="l">
              <a:buNone/>
              <a:defRPr sz="3600" b="1">
                <a:solidFill>
                  <a:schemeClr val="bg1"/>
                </a:solidFill>
                <a:latin typeface="Roboto" panose="020B0604020202020204" charset="0"/>
                <a:ea typeface="Roboto" panose="020B0604020202020204" charset="0"/>
                <a:cs typeface="Roboto" panose="020B0604020202020204" charset="0"/>
              </a:defRPr>
            </a:lvl1pPr>
          </a:lstStyle>
          <a:p>
            <a:pPr lvl="0"/>
            <a:r>
              <a:rPr lang="en-US"/>
              <a:t>Click to edit Master text styles</a:t>
            </a:r>
          </a:p>
        </p:txBody>
      </p:sp>
      <p:sp>
        <p:nvSpPr>
          <p:cNvPr id="11" name="Slide Number Placeholder 2">
            <a:extLst>
              <a:ext uri="{FF2B5EF4-FFF2-40B4-BE49-F238E27FC236}">
                <a16:creationId xmlns:a16="http://schemas.microsoft.com/office/drawing/2014/main" id="{AC1B9CD6-A413-4F26-8326-3F835DE886CB}"/>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12" name="Footer Placeholder 3">
            <a:extLst>
              <a:ext uri="{FF2B5EF4-FFF2-40B4-BE49-F238E27FC236}">
                <a16:creationId xmlns:a16="http://schemas.microsoft.com/office/drawing/2014/main" id="{68ECEA09-B263-4EC8-9EB7-06E4732552A1}"/>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pic>
        <p:nvPicPr>
          <p:cNvPr id="13" name="Graphic 12">
            <a:extLst>
              <a:ext uri="{FF2B5EF4-FFF2-40B4-BE49-F238E27FC236}">
                <a16:creationId xmlns:a16="http://schemas.microsoft.com/office/drawing/2014/main" id="{816346E0-3857-4123-AD46-42A28D71A6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74401" y="6209432"/>
            <a:ext cx="773384" cy="796356"/>
          </a:xfrm>
          <a:prstGeom prst="rect">
            <a:avLst/>
          </a:prstGeom>
        </p:spPr>
      </p:pic>
    </p:spTree>
    <p:extLst>
      <p:ext uri="{BB962C8B-B14F-4D97-AF65-F5344CB8AC3E}">
        <p14:creationId xmlns:p14="http://schemas.microsoft.com/office/powerpoint/2010/main" val="12590530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22_Custom Layou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6624BB6-3151-415F-9AD1-58CE9BD95BAD}"/>
              </a:ext>
            </a:extLst>
          </p:cNvPr>
          <p:cNvSpPr>
            <a:spLocks noGrp="1"/>
          </p:cNvSpPr>
          <p:nvPr>
            <p:ph type="body" sz="quarter" idx="13"/>
          </p:nvPr>
        </p:nvSpPr>
        <p:spPr>
          <a:xfrm>
            <a:off x="6359236" y="1249746"/>
            <a:ext cx="5313219" cy="4652290"/>
          </a:xfrm>
        </p:spPr>
        <p:txBody>
          <a:bodyPr>
            <a:normAutofit/>
          </a:bodyPr>
          <a:lstStyle>
            <a:lvl1pPr marL="0" indent="0" algn="l">
              <a:buNone/>
              <a:defRPr sz="1200" b="0">
                <a:solidFill>
                  <a:schemeClr val="bg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7B776733-EB73-46DA-AF4D-CD76D8002FE0}"/>
              </a:ext>
            </a:extLst>
          </p:cNvPr>
          <p:cNvSpPr>
            <a:spLocks noGrp="1"/>
          </p:cNvSpPr>
          <p:nvPr>
            <p:ph type="body" sz="quarter" idx="14"/>
          </p:nvPr>
        </p:nvSpPr>
        <p:spPr>
          <a:xfrm>
            <a:off x="519546" y="357661"/>
            <a:ext cx="11152909" cy="738806"/>
          </a:xfrm>
        </p:spPr>
        <p:txBody>
          <a:bodyPr>
            <a:noAutofit/>
          </a:bodyPr>
          <a:lstStyle>
            <a:lvl1pPr marL="0" indent="0" algn="l">
              <a:buNone/>
              <a:defRPr sz="3600" b="1">
                <a:solidFill>
                  <a:schemeClr val="bg1"/>
                </a:solidFill>
                <a:latin typeface="Roboto" panose="020B0604020202020204" charset="0"/>
                <a:ea typeface="Roboto" panose="020B0604020202020204" charset="0"/>
                <a:cs typeface="Roboto" panose="020B0604020202020204" charset="0"/>
              </a:defRPr>
            </a:lvl1pPr>
          </a:lstStyle>
          <a:p>
            <a:pPr lvl="0"/>
            <a:r>
              <a:rPr lang="en-US"/>
              <a:t>Click to edit Master text styles</a:t>
            </a:r>
          </a:p>
        </p:txBody>
      </p:sp>
      <p:sp>
        <p:nvSpPr>
          <p:cNvPr id="11" name="Slide Number Placeholder 2">
            <a:extLst>
              <a:ext uri="{FF2B5EF4-FFF2-40B4-BE49-F238E27FC236}">
                <a16:creationId xmlns:a16="http://schemas.microsoft.com/office/drawing/2014/main" id="{AC1B9CD6-A413-4F26-8326-3F835DE886CB}"/>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12" name="Footer Placeholder 3">
            <a:extLst>
              <a:ext uri="{FF2B5EF4-FFF2-40B4-BE49-F238E27FC236}">
                <a16:creationId xmlns:a16="http://schemas.microsoft.com/office/drawing/2014/main" id="{68ECEA09-B263-4EC8-9EB7-06E4732552A1}"/>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pic>
        <p:nvPicPr>
          <p:cNvPr id="13" name="Graphic 12">
            <a:extLst>
              <a:ext uri="{FF2B5EF4-FFF2-40B4-BE49-F238E27FC236}">
                <a16:creationId xmlns:a16="http://schemas.microsoft.com/office/drawing/2014/main" id="{816346E0-3857-4123-AD46-42A28D71A6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74401" y="6209432"/>
            <a:ext cx="773384" cy="796356"/>
          </a:xfrm>
          <a:prstGeom prst="rect">
            <a:avLst/>
          </a:prstGeom>
        </p:spPr>
      </p:pic>
      <p:sp>
        <p:nvSpPr>
          <p:cNvPr id="4" name="Table Placeholder 3">
            <a:extLst>
              <a:ext uri="{FF2B5EF4-FFF2-40B4-BE49-F238E27FC236}">
                <a16:creationId xmlns:a16="http://schemas.microsoft.com/office/drawing/2014/main" id="{121ABE3E-250B-4011-A1D1-E6E40D37760F}"/>
              </a:ext>
            </a:extLst>
          </p:cNvPr>
          <p:cNvSpPr>
            <a:spLocks noGrp="1"/>
          </p:cNvSpPr>
          <p:nvPr>
            <p:ph type="tbl" sz="quarter" idx="15"/>
          </p:nvPr>
        </p:nvSpPr>
        <p:spPr>
          <a:xfrm>
            <a:off x="442913" y="1249746"/>
            <a:ext cx="5389562" cy="4652580"/>
          </a:xfrm>
        </p:spPr>
        <p:txBody>
          <a:bodyPr/>
          <a:lstStyle/>
          <a:p>
            <a:r>
              <a:rPr lang="en-US"/>
              <a:t>Click icon to add table</a:t>
            </a:r>
          </a:p>
        </p:txBody>
      </p:sp>
    </p:spTree>
    <p:extLst>
      <p:ext uri="{BB962C8B-B14F-4D97-AF65-F5344CB8AC3E}">
        <p14:creationId xmlns:p14="http://schemas.microsoft.com/office/powerpoint/2010/main" val="25179423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3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E065F-65EA-4681-98FC-642C6B8DA627}"/>
              </a:ext>
            </a:extLst>
          </p:cNvPr>
          <p:cNvSpPr>
            <a:spLocks noGrp="1"/>
          </p:cNvSpPr>
          <p:nvPr>
            <p:ph type="title"/>
          </p:nvPr>
        </p:nvSpPr>
        <p:spPr/>
        <p:txBody>
          <a:bodyPr/>
          <a:lstStyle/>
          <a:p>
            <a:r>
              <a:rPr lang="en-US"/>
              <a:t>Click to edit Master title style</a:t>
            </a:r>
          </a:p>
        </p:txBody>
      </p:sp>
      <p:pic>
        <p:nvPicPr>
          <p:cNvPr id="5" name="Graphic 4">
            <a:extLst>
              <a:ext uri="{FF2B5EF4-FFF2-40B4-BE49-F238E27FC236}">
                <a16:creationId xmlns:a16="http://schemas.microsoft.com/office/drawing/2014/main" id="{EED39BD1-76FA-4B4D-944F-0F0C00B100E4}"/>
              </a:ext>
            </a:extLst>
          </p:cNvPr>
          <p:cNvPicPr>
            <a:picLocks noChangeAspect="1"/>
          </p:cNvPicPr>
          <p:nvPr/>
        </p:nvPicPr>
        <p:blipFill>
          <a:blip r:embed="rId2"/>
          <a:srcRect t="207" b="207"/>
          <a:stretch/>
        </p:blipFill>
        <p:spPr>
          <a:xfrm>
            <a:off x="0" y="0"/>
            <a:ext cx="12192000" cy="3697903"/>
          </a:xfrm>
          <a:prstGeom prst="rect">
            <a:avLst/>
          </a:prstGeom>
        </p:spPr>
      </p:pic>
      <p:sp>
        <p:nvSpPr>
          <p:cNvPr id="6" name="Rectangle 5">
            <a:extLst>
              <a:ext uri="{FF2B5EF4-FFF2-40B4-BE49-F238E27FC236}">
                <a16:creationId xmlns:a16="http://schemas.microsoft.com/office/drawing/2014/main" id="{E1797061-5759-404E-951F-98AA68426AED}"/>
              </a:ext>
            </a:extLst>
          </p:cNvPr>
          <p:cNvSpPr/>
          <p:nvPr/>
        </p:nvSpPr>
        <p:spPr>
          <a:xfrm>
            <a:off x="3775139" y="3254730"/>
            <a:ext cx="4641723" cy="684212"/>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a:t>THANK YOU</a:t>
            </a:r>
          </a:p>
        </p:txBody>
      </p:sp>
      <p:pic>
        <p:nvPicPr>
          <p:cNvPr id="39" name="Graphic 38">
            <a:extLst>
              <a:ext uri="{FF2B5EF4-FFF2-40B4-BE49-F238E27FC236}">
                <a16:creationId xmlns:a16="http://schemas.microsoft.com/office/drawing/2014/main" id="{CD3DF8F2-F759-4324-ADF8-71D4A56B47F2}"/>
              </a:ext>
            </a:extLst>
          </p:cNvPr>
          <p:cNvPicPr>
            <a:picLocks noChangeAspect="1"/>
          </p:cNvPicPr>
          <p:nvPr/>
        </p:nvPicPr>
        <p:blipFill>
          <a:blip r:embed="rId3">
            <a:alphaModFix amt="46000"/>
            <a:extLst>
              <a:ext uri="{96DAC541-7B7A-43D3-8B79-37D633B846F1}">
                <asvg:svgBlip xmlns:asvg="http://schemas.microsoft.com/office/drawing/2016/SVG/main" r:embed="rId4"/>
              </a:ext>
            </a:extLst>
          </a:blip>
          <a:stretch>
            <a:fillRect/>
          </a:stretch>
        </p:blipFill>
        <p:spPr>
          <a:xfrm>
            <a:off x="3934794" y="-397788"/>
            <a:ext cx="4322412" cy="4456440"/>
          </a:xfrm>
          <a:prstGeom prst="rect">
            <a:avLst/>
          </a:prstGeom>
        </p:spPr>
      </p:pic>
    </p:spTree>
    <p:extLst>
      <p:ext uri="{BB962C8B-B14F-4D97-AF65-F5344CB8AC3E}">
        <p14:creationId xmlns:p14="http://schemas.microsoft.com/office/powerpoint/2010/main" val="14587674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a:xfrm>
            <a:off x="4615016" y="6358621"/>
            <a:ext cx="4114800" cy="365125"/>
          </a:xfrm>
        </p:spPr>
        <p:txBody>
          <a:bodyPr/>
          <a:lstStyle/>
          <a:p>
            <a:r>
              <a:rPr lang="en-US"/>
              <a:t>COPYRIGHT 2021 ALEPO</a:t>
            </a:r>
          </a:p>
        </p:txBody>
      </p:sp>
      <p:sp>
        <p:nvSpPr>
          <p:cNvPr id="5" name="Slide Number Placeholder 4"/>
          <p:cNvSpPr>
            <a:spLocks noGrp="1"/>
          </p:cNvSpPr>
          <p:nvPr>
            <p:ph type="sldNum" sz="quarter" idx="12"/>
          </p:nvPr>
        </p:nvSpPr>
        <p:spPr/>
        <p:txBody>
          <a:bodyPr/>
          <a:lstStyle/>
          <a:p>
            <a:fld id="{BF925F72-67FF-4B43-BD08-F0FABA7F0B18}" type="slidenum">
              <a:rPr lang="en-US" smtClean="0"/>
              <a:t>‹#›</a:t>
            </a:fld>
            <a:endParaRPr lang="en-US"/>
          </a:p>
        </p:txBody>
      </p:sp>
      <p:cxnSp>
        <p:nvCxnSpPr>
          <p:cNvPr id="6" name="Straight Connector 5"/>
          <p:cNvCxnSpPr/>
          <p:nvPr/>
        </p:nvCxnSpPr>
        <p:spPr>
          <a:xfrm>
            <a:off x="0" y="1181100"/>
            <a:ext cx="9753600" cy="0"/>
          </a:xfrm>
          <a:prstGeom prst="line">
            <a:avLst/>
          </a:prstGeom>
          <a:ln w="952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1803010"/>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4F8B3-2A6F-490C-8E8B-C4E7AFFE13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D10BBE-685A-4F76-AD5E-591C87D368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35ABFD-ED69-4138-AC21-2659323C850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3642DF0-F6E2-479D-A91D-82401D046430}"/>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5E8F2B6A-4E4E-48D7-BCE2-926FEF983539}"/>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32165963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0FAB3-632E-48C1-BF79-C09FFB1484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9688D3-D738-4001-AE65-5502E3612E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142ED5-D2A6-47FF-9DFC-43BEF5EB59AB}"/>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9FC7EF0-0D62-43F9-83D1-96F6A4D33A52}"/>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3A5ABD80-172B-4D93-8957-E1BB8CB9079F}"/>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41820104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1B1F1-F1AE-4DE0-970B-3A75CE1414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D4DEAF2-278E-4D96-9769-1819A1860B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8AE8D0-6744-413E-BA99-3A145EFC13E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EA5109B-53A1-4DAF-B8BE-02B2815C69EC}"/>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01AEC202-0B88-4F72-998D-2DF1241AFBAA}"/>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36917245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E6627-0362-4979-85C3-5983E6C841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4A68ED-9D18-406A-8F54-B759B9ED76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1E346FA-18CB-482C-9D60-FB0DC2ED81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67B25AB-49B2-4F0F-A864-A26772322DC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968D0FC6-E613-4B27-AA2B-B30E98145A9B}"/>
              </a:ext>
            </a:extLst>
          </p:cNvPr>
          <p:cNvSpPr>
            <a:spLocks noGrp="1"/>
          </p:cNvSpPr>
          <p:nvPr>
            <p:ph type="ftr" sz="quarter" idx="11"/>
          </p:nvPr>
        </p:nvSpPr>
        <p:spPr/>
        <p:txBody>
          <a:bodyPr/>
          <a:lstStyle/>
          <a:p>
            <a:r>
              <a:rPr lang="en-IN"/>
              <a:t>COPYRIGHT 2021 ALEPO</a:t>
            </a:r>
          </a:p>
        </p:txBody>
      </p:sp>
      <p:sp>
        <p:nvSpPr>
          <p:cNvPr id="7" name="Slide Number Placeholder 6">
            <a:extLst>
              <a:ext uri="{FF2B5EF4-FFF2-40B4-BE49-F238E27FC236}">
                <a16:creationId xmlns:a16="http://schemas.microsoft.com/office/drawing/2014/main" id="{A48DE596-DE0F-4692-B7B2-E2394578D3DA}"/>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22698547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488D6-9B64-465B-AE2B-66F5C2E2B01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E1CFB6-A7CE-451A-963C-9CA6F8911A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DCFA6D-9203-4A35-A36E-DB3C200BFE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E25621-C1A3-4146-ADAF-5122A74F9B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91DAC0-EC79-493C-B402-7197D66227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5ACC00F-DE27-493B-B3CD-7C7A94210DD9}"/>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48AC4AFC-19F9-4AD5-9687-58B3CCB27E3A}"/>
              </a:ext>
            </a:extLst>
          </p:cNvPr>
          <p:cNvSpPr>
            <a:spLocks noGrp="1"/>
          </p:cNvSpPr>
          <p:nvPr>
            <p:ph type="ftr" sz="quarter" idx="11"/>
          </p:nvPr>
        </p:nvSpPr>
        <p:spPr/>
        <p:txBody>
          <a:bodyPr/>
          <a:lstStyle/>
          <a:p>
            <a:r>
              <a:rPr lang="en-IN"/>
              <a:t>COPYRIGHT 2021 ALEPO</a:t>
            </a:r>
          </a:p>
        </p:txBody>
      </p:sp>
      <p:sp>
        <p:nvSpPr>
          <p:cNvPr id="9" name="Slide Number Placeholder 8">
            <a:extLst>
              <a:ext uri="{FF2B5EF4-FFF2-40B4-BE49-F238E27FC236}">
                <a16:creationId xmlns:a16="http://schemas.microsoft.com/office/drawing/2014/main" id="{BB246876-5CBB-4179-80DC-84D2677E0E1F}"/>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15112028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A56BE-1746-4825-9332-BC46A73F5C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6EE031-D80A-4F88-B326-7CBE0E29B3A8}"/>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60730C4C-07DA-4BF7-B6FB-768E2A69046D}"/>
              </a:ext>
            </a:extLst>
          </p:cNvPr>
          <p:cNvSpPr>
            <a:spLocks noGrp="1"/>
          </p:cNvSpPr>
          <p:nvPr>
            <p:ph type="ftr" sz="quarter" idx="11"/>
          </p:nvPr>
        </p:nvSpPr>
        <p:spPr/>
        <p:txBody>
          <a:bodyPr/>
          <a:lstStyle/>
          <a:p>
            <a:r>
              <a:rPr lang="en-IN"/>
              <a:t>COPYRIGHT 2021 ALEPO</a:t>
            </a:r>
          </a:p>
        </p:txBody>
      </p:sp>
      <p:sp>
        <p:nvSpPr>
          <p:cNvPr id="5" name="Slide Number Placeholder 4">
            <a:extLst>
              <a:ext uri="{FF2B5EF4-FFF2-40B4-BE49-F238E27FC236}">
                <a16:creationId xmlns:a16="http://schemas.microsoft.com/office/drawing/2014/main" id="{A8BCE241-FE75-4200-8DED-7F25DE01655D}"/>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13097863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202646-CFE0-4C35-B1EB-0B0E1CA52A5F}"/>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77FABCA4-B534-4185-8DCA-35DF6F85BEB4}"/>
              </a:ext>
            </a:extLst>
          </p:cNvPr>
          <p:cNvSpPr>
            <a:spLocks noGrp="1"/>
          </p:cNvSpPr>
          <p:nvPr>
            <p:ph type="ftr" sz="quarter" idx="11"/>
          </p:nvPr>
        </p:nvSpPr>
        <p:spPr/>
        <p:txBody>
          <a:bodyPr/>
          <a:lstStyle/>
          <a:p>
            <a:r>
              <a:rPr lang="en-IN"/>
              <a:t>COPYRIGHT 2021 ALEPO</a:t>
            </a:r>
          </a:p>
        </p:txBody>
      </p:sp>
      <p:sp>
        <p:nvSpPr>
          <p:cNvPr id="4" name="Slide Number Placeholder 3">
            <a:extLst>
              <a:ext uri="{FF2B5EF4-FFF2-40B4-BE49-F238E27FC236}">
                <a16:creationId xmlns:a16="http://schemas.microsoft.com/office/drawing/2014/main" id="{18E90F93-0E1E-4C5E-8DFF-2156E8D08170}"/>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2042649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BAAE9-8FFA-49FB-B8CB-D174612EAF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BD10CB-6A37-4370-86E8-ADABC3C0B5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C630C81-B46A-4173-B0C7-68968948EF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DA182-FC75-46C2-AA84-1057EE9E6DBD}"/>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B5B0D139-DBC7-4F78-8C72-C31D581E50FB}"/>
              </a:ext>
            </a:extLst>
          </p:cNvPr>
          <p:cNvSpPr>
            <a:spLocks noGrp="1"/>
          </p:cNvSpPr>
          <p:nvPr>
            <p:ph type="ftr" sz="quarter" idx="11"/>
          </p:nvPr>
        </p:nvSpPr>
        <p:spPr/>
        <p:txBody>
          <a:bodyPr/>
          <a:lstStyle/>
          <a:p>
            <a:r>
              <a:rPr lang="en-IN"/>
              <a:t>COPYRIGHT 2021 ALEPO</a:t>
            </a:r>
          </a:p>
        </p:txBody>
      </p:sp>
      <p:sp>
        <p:nvSpPr>
          <p:cNvPr id="7" name="Slide Number Placeholder 6">
            <a:extLst>
              <a:ext uri="{FF2B5EF4-FFF2-40B4-BE49-F238E27FC236}">
                <a16:creationId xmlns:a16="http://schemas.microsoft.com/office/drawing/2014/main" id="{453D5B7F-6F4C-49AF-8C05-635B7F50ADB6}"/>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16083430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3FCDC-6688-41F2-94B0-86175D4F11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D70BA39-BDBC-446C-939F-18E162DB09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AC16FA4-4BCB-418B-90BA-271B0CDC7C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64FCEF-A131-43A6-8A5A-AEBCBA2BD3A8}"/>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D4C2EAD-A83A-492C-9874-8F831BBF15BF}"/>
              </a:ext>
            </a:extLst>
          </p:cNvPr>
          <p:cNvSpPr>
            <a:spLocks noGrp="1"/>
          </p:cNvSpPr>
          <p:nvPr>
            <p:ph type="ftr" sz="quarter" idx="11"/>
          </p:nvPr>
        </p:nvSpPr>
        <p:spPr/>
        <p:txBody>
          <a:bodyPr/>
          <a:lstStyle/>
          <a:p>
            <a:r>
              <a:rPr lang="en-IN"/>
              <a:t>COPYRIGHT 2021 ALEPO</a:t>
            </a:r>
          </a:p>
        </p:txBody>
      </p:sp>
      <p:sp>
        <p:nvSpPr>
          <p:cNvPr id="7" name="Slide Number Placeholder 6">
            <a:extLst>
              <a:ext uri="{FF2B5EF4-FFF2-40B4-BE49-F238E27FC236}">
                <a16:creationId xmlns:a16="http://schemas.microsoft.com/office/drawing/2014/main" id="{BD662651-B8DB-4BFE-AA6A-9C69044573B7}"/>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15501417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A9E18-AAA0-48BD-87E4-7A18928BD3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B9923F-785C-4945-BF22-E3F70A609F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D3551F-1A92-4708-A058-22885284B91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10AB5077-6AE3-498E-BE01-03655CDA8772}"/>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6437578D-B853-49A2-9A02-7BEE49CCE828}"/>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225198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12F176-039D-4E7C-991A-4190D86459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C2B4EE-53CE-4539-896D-2853D229C7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C41D0B-66A4-4532-AFB0-AB25824D12D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1E545C8-3767-422F-A988-7E55DC207D12}"/>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460063D8-E1C8-489C-A346-7C81A7263226}"/>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309475841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theme" Target="../theme/theme2.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2913" y="449264"/>
            <a:ext cx="11269662" cy="68421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42913" y="1233488"/>
            <a:ext cx="11269662" cy="4824412"/>
          </a:xfrm>
          <a:prstGeom prst="rect">
            <a:avLst/>
          </a:prstGeom>
        </p:spPr>
        <p:txBody>
          <a:bodyPr vert="horz" lIns="91440" tIns="9144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CB9728CC-E381-4B4F-9560-44004B9F82AB}"/>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1074401" y="6209432"/>
            <a:ext cx="773384" cy="796356"/>
          </a:xfrm>
          <a:prstGeom prst="rect">
            <a:avLst/>
          </a:prstGeom>
        </p:spPr>
      </p:pic>
      <p:sp>
        <p:nvSpPr>
          <p:cNvPr id="10" name="Slide Number Placeholder 2">
            <a:extLst>
              <a:ext uri="{FF2B5EF4-FFF2-40B4-BE49-F238E27FC236}">
                <a16:creationId xmlns:a16="http://schemas.microsoft.com/office/drawing/2014/main" id="{93E6BF79-D03F-4EC1-99A8-F7AB036C42D1}"/>
              </a:ext>
            </a:extLst>
          </p:cNvPr>
          <p:cNvSpPr>
            <a:spLocks noGrp="1"/>
          </p:cNvSpPr>
          <p:nvPr>
            <p:ph type="sldNum" sz="quarter" idx="4"/>
          </p:nvPr>
        </p:nvSpPr>
        <p:spPr>
          <a:xfrm>
            <a:off x="3598363" y="6424178"/>
            <a:ext cx="1772920" cy="365125"/>
          </a:xfrm>
          <a:prstGeom prst="rect">
            <a:avLst/>
          </a:prstGeom>
        </p:spPr>
        <p:txBody>
          <a:bodyPr anchor="ctr"/>
          <a:lstStyle>
            <a:lvl1pPr>
              <a:defRPr sz="1050">
                <a:solidFill>
                  <a:schemeClr val="bg1"/>
                </a:solidFill>
              </a:defRPr>
            </a:lvl1pPr>
          </a:lstStyle>
          <a:p>
            <a:fld id="{4FAB73BC-B049-4115-A692-8D63A059BFB8}" type="slidenum">
              <a:rPr lang="en-US" smtClean="0"/>
              <a:pPr/>
              <a:t>‹#›</a:t>
            </a:fld>
            <a:endParaRPr lang="en-US"/>
          </a:p>
        </p:txBody>
      </p:sp>
      <p:sp>
        <p:nvSpPr>
          <p:cNvPr id="11" name="Footer Placeholder 3">
            <a:extLst>
              <a:ext uri="{FF2B5EF4-FFF2-40B4-BE49-F238E27FC236}">
                <a16:creationId xmlns:a16="http://schemas.microsoft.com/office/drawing/2014/main" id="{E41563B2-506F-49E4-8762-C6EAB193E7BF}"/>
              </a:ext>
            </a:extLst>
          </p:cNvPr>
          <p:cNvSpPr>
            <a:spLocks noGrp="1"/>
          </p:cNvSpPr>
          <p:nvPr>
            <p:ph type="ftr" sz="quarter" idx="3"/>
          </p:nvPr>
        </p:nvSpPr>
        <p:spPr>
          <a:xfrm>
            <a:off x="442913" y="6424178"/>
            <a:ext cx="3406616" cy="365125"/>
          </a:xfrm>
          <a:prstGeom prst="rect">
            <a:avLst/>
          </a:prstGeom>
        </p:spPr>
        <p:txBody>
          <a:bodyPr anchor="ctr"/>
          <a:lstStyle>
            <a:lvl1pPr>
              <a:defRPr sz="1050">
                <a:solidFill>
                  <a:schemeClr val="bg1"/>
                </a:solidFill>
              </a:defRPr>
            </a:lvl1pPr>
          </a:lstStyle>
          <a:p>
            <a:r>
              <a:rPr lang="en-IN"/>
              <a:t>COPYRIGHT 2021 ALEPO</a:t>
            </a:r>
            <a:endParaRPr lang="en-US"/>
          </a:p>
        </p:txBody>
      </p:sp>
    </p:spTree>
    <p:extLst>
      <p:ext uri="{BB962C8B-B14F-4D97-AF65-F5344CB8AC3E}">
        <p14:creationId xmlns:p14="http://schemas.microsoft.com/office/powerpoint/2010/main" val="102987562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734" r:id="rId9"/>
    <p:sldLayoutId id="2147483713" r:id="rId10"/>
    <p:sldLayoutId id="2147483687" r:id="rId11"/>
    <p:sldLayoutId id="2147483709" r:id="rId12"/>
    <p:sldLayoutId id="2147483715" r:id="rId13"/>
    <p:sldLayoutId id="2147483688" r:id="rId14"/>
    <p:sldLayoutId id="2147483689" r:id="rId15"/>
    <p:sldLayoutId id="2147483690" r:id="rId16"/>
    <p:sldLayoutId id="2147483691" r:id="rId17"/>
    <p:sldLayoutId id="2147483692" r:id="rId18"/>
    <p:sldLayoutId id="2147483714" r:id="rId19"/>
    <p:sldLayoutId id="2147483693" r:id="rId20"/>
    <p:sldLayoutId id="2147483694" r:id="rId21"/>
    <p:sldLayoutId id="2147483695" r:id="rId22"/>
    <p:sldLayoutId id="2147483696" r:id="rId23"/>
    <p:sldLayoutId id="2147483697" r:id="rId24"/>
    <p:sldLayoutId id="2147483698" r:id="rId25"/>
    <p:sldLayoutId id="2147483710" r:id="rId26"/>
    <p:sldLayoutId id="2147483699" r:id="rId27"/>
    <p:sldLayoutId id="2147483700" r:id="rId28"/>
    <p:sldLayoutId id="2147483701" r:id="rId29"/>
    <p:sldLayoutId id="2147483702" r:id="rId30"/>
    <p:sldLayoutId id="2147483733" r:id="rId31"/>
  </p:sldLayoutIdLst>
  <p:hf hdr="0" dt="0"/>
  <p:txStyles>
    <p:titleStyle>
      <a:lvl1pPr algn="l" defTabSz="914400" rtl="0" eaLnBrk="1" latinLnBrk="0" hangingPunct="1">
        <a:lnSpc>
          <a:spcPct val="90000"/>
        </a:lnSpc>
        <a:spcBef>
          <a:spcPct val="0"/>
        </a:spcBef>
        <a:buNone/>
        <a:defRPr sz="3600" b="1" kern="1200" cap="none" baseline="0">
          <a:solidFill>
            <a:schemeClr val="bg2"/>
          </a:solidFill>
          <a:latin typeface="Roboto" panose="020B0604020202020204" charset="0"/>
          <a:ea typeface="Roboto" panose="020B0604020202020204" charset="0"/>
          <a:cs typeface="Roboto" panose="020B0604020202020204" charset="0"/>
        </a:defRPr>
      </a:lvl1pPr>
    </p:titleStyle>
    <p:bodyStyle>
      <a:lvl1pPr marL="228600" indent="-228600" algn="l" defTabSz="914400" rtl="0" eaLnBrk="1" latinLnBrk="0" hangingPunct="1">
        <a:lnSpc>
          <a:spcPct val="90000"/>
        </a:lnSpc>
        <a:spcBef>
          <a:spcPts val="1000"/>
        </a:spcBef>
        <a:buClr>
          <a:schemeClr val="bg2"/>
        </a:buClr>
        <a:buSzPct val="80000"/>
        <a:buFont typeface="Arial" panose="020B0604020202020204" pitchFamily="34" charset="0"/>
        <a:buChar char="•"/>
        <a:defRPr sz="20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20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8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6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p15:clr>
            <a:srgbClr val="F26B43"/>
          </p15:clr>
        </p15:guide>
        <p15:guide id="2" pos="279">
          <p15:clr>
            <a:srgbClr val="F26B43"/>
          </p15:clr>
        </p15:guide>
        <p15:guide id="3" orient="horz" pos="278">
          <p15:clr>
            <a:srgbClr val="F26B43"/>
          </p15:clr>
        </p15:guide>
        <p15:guide id="4" orient="horz" pos="731">
          <p15:clr>
            <a:srgbClr val="F26B43"/>
          </p15:clr>
        </p15:guide>
        <p15:guide id="5" orient="horz" pos="777">
          <p15:clr>
            <a:srgbClr val="F26B43"/>
          </p15:clr>
        </p15:guide>
        <p15:guide id="6" pos="7378">
          <p15:clr>
            <a:srgbClr val="F26B43"/>
          </p15:clr>
        </p15:guide>
        <p15:guide id="7" orient="horz" pos="38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BC66D0-01A0-4404-AB9E-959DF4CFBE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DD335C-EBC4-43C5-869B-C228B25978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6DBDAF-9BA1-4419-8CB4-09F9CD4710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8436E3E1-F2FD-4E42-80E6-E46FD17956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COPYRIGHT 2021 ALEPO</a:t>
            </a:r>
          </a:p>
        </p:txBody>
      </p:sp>
      <p:sp>
        <p:nvSpPr>
          <p:cNvPr id="6" name="Slide Number Placeholder 5">
            <a:extLst>
              <a:ext uri="{FF2B5EF4-FFF2-40B4-BE49-F238E27FC236}">
                <a16:creationId xmlns:a16="http://schemas.microsoft.com/office/drawing/2014/main" id="{D567279B-D6A3-4A47-9752-50881E61D4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D7EA34-E0F4-461C-A237-A6A0B3237174}" type="slidenum">
              <a:rPr lang="en-IN" smtClean="0"/>
              <a:t>‹#›</a:t>
            </a:fld>
            <a:endParaRPr lang="en-IN"/>
          </a:p>
        </p:txBody>
      </p:sp>
    </p:spTree>
    <p:extLst>
      <p:ext uri="{BB962C8B-B14F-4D97-AF65-F5344CB8AC3E}">
        <p14:creationId xmlns:p14="http://schemas.microsoft.com/office/powerpoint/2010/main" val="247195837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tags" Target="../tags/tag1.xml"/><Relationship Id="rId4" Type="http://schemas.openxmlformats.org/officeDocument/2006/relationships/image" Target="../media/image25.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9.xml"/><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8.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8.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8.xml"/><Relationship Id="rId1" Type="http://schemas.openxmlformats.org/officeDocument/2006/relationships/tags" Target="../tags/tag9.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0.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4.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Layout" Target="../slideLayouts/slideLayout9.xml"/><Relationship Id="rId1" Type="http://schemas.openxmlformats.org/officeDocument/2006/relationships/vmlDrawing" Target="../drawings/vmlDrawing1.vml"/><Relationship Id="rId5" Type="http://schemas.openxmlformats.org/officeDocument/2006/relationships/image" Target="../media/image48.wmf"/><Relationship Id="rId4" Type="http://schemas.openxmlformats.org/officeDocument/2006/relationships/package" Target="../embeddings/Microsoft_Word_Document_88B9B24B.docx"/></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5.xml"/><Relationship Id="rId1" Type="http://schemas.openxmlformats.org/officeDocument/2006/relationships/vmlDrawing" Target="../drawings/vmlDrawing2.vml"/><Relationship Id="rId6" Type="http://schemas.openxmlformats.org/officeDocument/2006/relationships/image" Target="../media/image50.wmf"/><Relationship Id="rId5" Type="http://schemas.openxmlformats.org/officeDocument/2006/relationships/package" Target="../embeddings/Microsoft_Word_Document_54D_AC782B38.docx"/><Relationship Id="rId4" Type="http://schemas.openxmlformats.org/officeDocument/2006/relationships/notesSlide" Target="../notesSlides/notesSlide3.xml"/></Relationships>
</file>

<file path=ppt/slides/_rels/slide52.xml.rels><?xml version="1.0" encoding="UTF-8" standalone="yes"?>
<Relationships xmlns="http://schemas.openxmlformats.org/package/2006/relationships"><Relationship Id="rId3" Type="http://schemas.openxmlformats.org/officeDocument/2006/relationships/hyperlink" Target="http://www.alepo.com/" TargetMode="External"/><Relationship Id="rId7" Type="http://schemas.openxmlformats.org/officeDocument/2006/relationships/hyperlink" Target="https://www.linkedin.com/company/alepo/" TargetMode="External"/><Relationship Id="rId2" Type="http://schemas.openxmlformats.org/officeDocument/2006/relationships/hyperlink" Target="mailto:sales@alepo.com" TargetMode="External"/><Relationship Id="rId1" Type="http://schemas.openxmlformats.org/officeDocument/2006/relationships/slideLayout" Target="../slideLayouts/slideLayout30.xml"/><Relationship Id="rId6" Type="http://schemas.openxmlformats.org/officeDocument/2006/relationships/hyperlink" Target="https://www.alepo.com/about-us/" TargetMode="External"/><Relationship Id="rId5" Type="http://schemas.openxmlformats.org/officeDocument/2006/relationships/hyperlink" Target="https://www.facebook.com/AlepoUSA/" TargetMode="External"/><Relationship Id="rId4" Type="http://schemas.openxmlformats.org/officeDocument/2006/relationships/hyperlink" Target="https://www.alepo.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8FE3195-D3A1-4850-9090-DFEED874F1D9}"/>
              </a:ext>
            </a:extLst>
          </p:cNvPr>
          <p:cNvSpPr>
            <a:spLocks noGrp="1"/>
          </p:cNvSpPr>
          <p:nvPr>
            <p:ph type="body" sz="quarter" idx="12"/>
          </p:nvPr>
        </p:nvSpPr>
        <p:spPr>
          <a:xfrm>
            <a:off x="457200" y="3904095"/>
            <a:ext cx="7276011" cy="393700"/>
          </a:xfrm>
        </p:spPr>
        <p:txBody>
          <a:bodyPr/>
          <a:lstStyle/>
          <a:p>
            <a:pPr marL="0" indent="0">
              <a:buNone/>
            </a:pPr>
            <a:r>
              <a:rPr lang="en-US"/>
              <a:t>Presented to CASA systems | DD - MMM - YYYY</a:t>
            </a:r>
          </a:p>
        </p:txBody>
      </p:sp>
      <p:sp>
        <p:nvSpPr>
          <p:cNvPr id="5" name="Text Placeholder 4">
            <a:extLst>
              <a:ext uri="{FF2B5EF4-FFF2-40B4-BE49-F238E27FC236}">
                <a16:creationId xmlns:a16="http://schemas.microsoft.com/office/drawing/2014/main" id="{6D1A1596-A8D7-4C1A-8956-0FA40A84EFCA}"/>
              </a:ext>
            </a:extLst>
          </p:cNvPr>
          <p:cNvSpPr>
            <a:spLocks noGrp="1"/>
          </p:cNvSpPr>
          <p:nvPr>
            <p:ph type="body" sz="quarter" idx="13"/>
          </p:nvPr>
        </p:nvSpPr>
        <p:spPr>
          <a:xfrm>
            <a:off x="456562" y="2788920"/>
            <a:ext cx="10937477" cy="1312025"/>
          </a:xfrm>
        </p:spPr>
        <p:txBody>
          <a:bodyPr/>
          <a:lstStyle/>
          <a:p>
            <a:r>
              <a:rPr lang="en-US">
                <a:solidFill>
                  <a:srgbClr val="18C0FF"/>
                </a:solidFill>
              </a:rPr>
              <a:t>Alepo 5G – Network Functions</a:t>
            </a:r>
          </a:p>
        </p:txBody>
      </p:sp>
      <p:pic>
        <p:nvPicPr>
          <p:cNvPr id="7" name="Picture 6" descr="Logo, company name&#10;&#10;Description automatically generated">
            <a:extLst>
              <a:ext uri="{FF2B5EF4-FFF2-40B4-BE49-F238E27FC236}">
                <a16:creationId xmlns:a16="http://schemas.microsoft.com/office/drawing/2014/main" id="{8BC5046B-4BB3-4895-B6F4-311DA24C8C82}"/>
              </a:ext>
            </a:extLst>
          </p:cNvPr>
          <p:cNvPicPr>
            <a:picLocks noChangeAspect="1"/>
          </p:cNvPicPr>
          <p:nvPr/>
        </p:nvPicPr>
        <p:blipFill>
          <a:blip r:embed="rId2"/>
          <a:stretch>
            <a:fillRect/>
          </a:stretch>
        </p:blipFill>
        <p:spPr>
          <a:xfrm>
            <a:off x="9822094" y="212430"/>
            <a:ext cx="1905803" cy="992733"/>
          </a:xfrm>
          <a:prstGeom prst="rect">
            <a:avLst/>
          </a:prstGeom>
        </p:spPr>
      </p:pic>
    </p:spTree>
    <p:extLst>
      <p:ext uri="{BB962C8B-B14F-4D97-AF65-F5344CB8AC3E}">
        <p14:creationId xmlns:p14="http://schemas.microsoft.com/office/powerpoint/2010/main" val="258403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a:t>AGENDA</a:t>
            </a:r>
          </a:p>
        </p:txBody>
      </p:sp>
    </p:spTree>
    <p:extLst>
      <p:ext uri="{BB962C8B-B14F-4D97-AF65-F5344CB8AC3E}">
        <p14:creationId xmlns:p14="http://schemas.microsoft.com/office/powerpoint/2010/main" val="4294574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a:t>Agenda</a:t>
            </a:r>
            <a:endParaRPr lang="en-US"/>
          </a:p>
        </p:txBody>
      </p:sp>
      <p:sp>
        <p:nvSpPr>
          <p:cNvPr id="5" name="Content Placeholder 4"/>
          <p:cNvSpPr>
            <a:spLocks noGrp="1"/>
          </p:cNvSpPr>
          <p:nvPr>
            <p:ph idx="1"/>
          </p:nvPr>
        </p:nvSpPr>
        <p:spPr>
          <a:xfrm>
            <a:off x="442913" y="1133476"/>
            <a:ext cx="11269662" cy="4824412"/>
          </a:xfrm>
        </p:spPr>
        <p:txBody>
          <a:bodyPr>
            <a:normAutofit/>
          </a:bodyPr>
          <a:lstStyle/>
          <a:p>
            <a:endParaRPr lang="en-US" sz="1200"/>
          </a:p>
          <a:p>
            <a:endParaRPr lang="en-US" sz="1200"/>
          </a:p>
        </p:txBody>
      </p:sp>
      <p:sp>
        <p:nvSpPr>
          <p:cNvPr id="6" name="Footer Placeholder 2"/>
          <p:cNvSpPr>
            <a:spLocks noGrp="1"/>
          </p:cNvSpPr>
          <p:nvPr>
            <p:ph type="ftr" sz="quarter" idx="11"/>
          </p:nvPr>
        </p:nvSpPr>
        <p:spPr>
          <a:xfrm>
            <a:off x="308688" y="6085576"/>
            <a:ext cx="3406616" cy="365125"/>
          </a:xfrm>
        </p:spPr>
        <p:txBody>
          <a:bodyPr/>
          <a:lstStyle/>
          <a:p>
            <a:r>
              <a:rPr lang="en-IN">
                <a:solidFill>
                  <a:schemeClr val="bg1"/>
                </a:solidFill>
              </a:rPr>
              <a:t>COPYRIGHT 2021 ALEPO</a:t>
            </a:r>
            <a:endParaRPr lang="en-US">
              <a:solidFill>
                <a:schemeClr val="bg1"/>
              </a:solidFill>
            </a:endParaRPr>
          </a:p>
        </p:txBody>
      </p:sp>
      <p:sp>
        <p:nvSpPr>
          <p:cNvPr id="4" name="Slide Number Placeholder 3"/>
          <p:cNvSpPr>
            <a:spLocks noGrp="1"/>
          </p:cNvSpPr>
          <p:nvPr>
            <p:ph type="sldNum" sz="quarter" idx="12"/>
          </p:nvPr>
        </p:nvSpPr>
        <p:spPr>
          <a:xfrm>
            <a:off x="3363471" y="6077381"/>
            <a:ext cx="1772920" cy="365125"/>
          </a:xfrm>
        </p:spPr>
        <p:txBody>
          <a:bodyPr/>
          <a:lstStyle/>
          <a:p>
            <a:fld id="{BF925F72-67FF-4B43-BD08-F0FABA7F0B18}" type="slidenum">
              <a:rPr lang="en-US" smtClean="0">
                <a:solidFill>
                  <a:schemeClr val="bg1"/>
                </a:solidFill>
              </a:rPr>
              <a:pPr/>
              <a:t>3</a:t>
            </a:fld>
            <a:endParaRPr lang="en-US">
              <a:solidFill>
                <a:schemeClr val="bg1"/>
              </a:solidFill>
            </a:endParaRPr>
          </a:p>
        </p:txBody>
      </p:sp>
      <p:sp>
        <p:nvSpPr>
          <p:cNvPr id="9" name="Oval 8"/>
          <p:cNvSpPr/>
          <p:nvPr/>
        </p:nvSpPr>
        <p:spPr>
          <a:xfrm>
            <a:off x="8375241" y="1401355"/>
            <a:ext cx="3002508" cy="3002508"/>
          </a:xfrm>
          <a:prstGeom prst="ellipse">
            <a:avLst/>
          </a:prstGeom>
          <a:solidFill>
            <a:srgbClr val="2BAC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4"/>
          <a:stretch>
            <a:fillRect/>
          </a:stretch>
        </p:blipFill>
        <p:spPr>
          <a:xfrm>
            <a:off x="8858512" y="2162785"/>
            <a:ext cx="2035966" cy="1479649"/>
          </a:xfrm>
          <a:prstGeom prst="rect">
            <a:avLst/>
          </a:prstGeom>
        </p:spPr>
      </p:pic>
      <p:sp>
        <p:nvSpPr>
          <p:cNvPr id="11" name="TextBox 10">
            <a:extLst>
              <a:ext uri="{FF2B5EF4-FFF2-40B4-BE49-F238E27FC236}">
                <a16:creationId xmlns:a16="http://schemas.microsoft.com/office/drawing/2014/main" id="{43AA16C7-2D6F-4877-90DD-3BFAEC223106}"/>
              </a:ext>
            </a:extLst>
          </p:cNvPr>
          <p:cNvSpPr txBox="1"/>
          <p:nvPr/>
        </p:nvSpPr>
        <p:spPr>
          <a:xfrm>
            <a:off x="442913" y="1549315"/>
            <a:ext cx="10278427" cy="2862322"/>
          </a:xfrm>
          <a:prstGeom prst="rect">
            <a:avLst/>
          </a:prstGeom>
          <a:noFill/>
        </p:spPr>
        <p:txBody>
          <a:bodyPr wrap="square">
            <a:spAutoFit/>
          </a:bodyPr>
          <a:lstStyle/>
          <a:p>
            <a:r>
              <a:rPr lang="en-IN" sz="1200">
                <a:solidFill>
                  <a:schemeClr val="bg1"/>
                </a:solidFill>
              </a:rPr>
              <a:t>Difference between 4G and 5G Architecture</a:t>
            </a:r>
          </a:p>
          <a:p>
            <a:endParaRPr lang="en-IN" sz="1200">
              <a:solidFill>
                <a:schemeClr val="bg1"/>
              </a:solidFill>
            </a:endParaRPr>
          </a:p>
          <a:p>
            <a:r>
              <a:rPr lang="en-IN" sz="1200">
                <a:solidFill>
                  <a:schemeClr val="bg1"/>
                </a:solidFill>
              </a:rPr>
              <a:t>Overview of 5G Offering</a:t>
            </a:r>
          </a:p>
          <a:p>
            <a:pPr marL="0" indent="0">
              <a:buNone/>
            </a:pPr>
            <a:endParaRPr lang="en-IN" sz="1200">
              <a:solidFill>
                <a:schemeClr val="bg1"/>
              </a:solidFill>
            </a:endParaRPr>
          </a:p>
          <a:p>
            <a:r>
              <a:rPr lang="en-IN" sz="1200">
                <a:solidFill>
                  <a:schemeClr val="bg1"/>
                </a:solidFill>
              </a:rPr>
              <a:t>Solution Overview</a:t>
            </a:r>
          </a:p>
          <a:p>
            <a:pPr marL="0" indent="0">
              <a:buNone/>
            </a:pPr>
            <a:endParaRPr lang="en-IN" sz="1200">
              <a:solidFill>
                <a:schemeClr val="bg1"/>
              </a:solidFill>
            </a:endParaRPr>
          </a:p>
          <a:p>
            <a:r>
              <a:rPr lang="en-IN" sz="1200">
                <a:solidFill>
                  <a:schemeClr val="bg1"/>
                </a:solidFill>
              </a:rPr>
              <a:t>Solution Components </a:t>
            </a:r>
          </a:p>
          <a:p>
            <a:pPr marL="171450" indent="-171450">
              <a:buFont typeface="Arial" panose="020B0604020202020204" pitchFamily="34" charset="0"/>
              <a:buChar char="•"/>
            </a:pPr>
            <a:endParaRPr lang="en-IN" sz="1200">
              <a:solidFill>
                <a:schemeClr val="bg1"/>
              </a:solidFill>
            </a:endParaRPr>
          </a:p>
          <a:p>
            <a:pPr marL="171450" indent="-171450">
              <a:buFont typeface="Arial" panose="020B0604020202020204" pitchFamily="34" charset="0"/>
              <a:buChar char="•"/>
            </a:pPr>
            <a:r>
              <a:rPr lang="en-IN" sz="1200">
                <a:solidFill>
                  <a:schemeClr val="bg1"/>
                </a:solidFill>
              </a:rPr>
              <a:t>Network Functions – AUSF</a:t>
            </a:r>
          </a:p>
          <a:p>
            <a:pPr marL="171450" indent="-171450">
              <a:buFont typeface="Arial" panose="020B0604020202020204" pitchFamily="34" charset="0"/>
              <a:buChar char="•"/>
            </a:pPr>
            <a:r>
              <a:rPr lang="en-IN" sz="1200">
                <a:solidFill>
                  <a:schemeClr val="bg1"/>
                </a:solidFill>
              </a:rPr>
              <a:t>Network Functions - UDM</a:t>
            </a:r>
          </a:p>
          <a:p>
            <a:pPr marL="171450" indent="-171450">
              <a:buFont typeface="Arial" panose="020B0604020202020204" pitchFamily="34" charset="0"/>
              <a:buChar char="•"/>
            </a:pPr>
            <a:r>
              <a:rPr lang="en-IN" sz="1200">
                <a:solidFill>
                  <a:schemeClr val="bg1"/>
                </a:solidFill>
              </a:rPr>
              <a:t>Network Functions - HSS</a:t>
            </a:r>
          </a:p>
          <a:p>
            <a:pPr marL="171450" indent="-171450">
              <a:buFont typeface="Arial" panose="020B0604020202020204" pitchFamily="34" charset="0"/>
              <a:buChar char="•"/>
            </a:pPr>
            <a:r>
              <a:rPr lang="en-IN" sz="1200">
                <a:solidFill>
                  <a:schemeClr val="bg1"/>
                </a:solidFill>
              </a:rPr>
              <a:t>Network Functions - UDR</a:t>
            </a:r>
          </a:p>
          <a:p>
            <a:pPr marL="171450" indent="-171450">
              <a:buFont typeface="Arial" panose="020B0604020202020204" pitchFamily="34" charset="0"/>
              <a:buChar char="•"/>
            </a:pPr>
            <a:r>
              <a:rPr lang="en-IN" sz="1200">
                <a:solidFill>
                  <a:schemeClr val="bg1"/>
                </a:solidFill>
              </a:rPr>
              <a:t>Network Functions – PCF+PCRF</a:t>
            </a:r>
          </a:p>
          <a:p>
            <a:pPr marL="171450" indent="-171450">
              <a:buFont typeface="Arial" panose="020B0604020202020204" pitchFamily="34" charset="0"/>
              <a:buChar char="•"/>
            </a:pPr>
            <a:r>
              <a:rPr lang="en-IN" sz="1200">
                <a:solidFill>
                  <a:schemeClr val="bg1"/>
                </a:solidFill>
              </a:rPr>
              <a:t>Network Functions – SDM</a:t>
            </a:r>
          </a:p>
          <a:p>
            <a:endParaRPr lang="en-IN" sz="1200">
              <a:solidFill>
                <a:schemeClr val="bg1"/>
              </a:solidFill>
            </a:endParaRPr>
          </a:p>
        </p:txBody>
      </p:sp>
    </p:spTree>
    <p:custDataLst>
      <p:tags r:id="rId1"/>
    </p:custDataLst>
    <p:extLst>
      <p:ext uri="{BB962C8B-B14F-4D97-AF65-F5344CB8AC3E}">
        <p14:creationId xmlns:p14="http://schemas.microsoft.com/office/powerpoint/2010/main" val="1912468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IN" sz="5400">
                <a:solidFill>
                  <a:srgbClr val="FFFFFF"/>
                </a:solidFill>
              </a:rPr>
              <a:t>Difference between and 4G and 5G Architecture</a:t>
            </a:r>
            <a:br>
              <a:rPr lang="en-IN" sz="5400">
                <a:solidFill>
                  <a:schemeClr val="bg1"/>
                </a:solidFill>
              </a:rPr>
            </a:br>
            <a:endParaRPr lang="en-IN" sz="5400">
              <a:solidFill>
                <a:schemeClr val="bg1"/>
              </a:solidFill>
            </a:endParaRPr>
          </a:p>
        </p:txBody>
      </p:sp>
    </p:spTree>
    <p:extLst>
      <p:ext uri="{BB962C8B-B14F-4D97-AF65-F5344CB8AC3E}">
        <p14:creationId xmlns:p14="http://schemas.microsoft.com/office/powerpoint/2010/main" val="1174754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6487D92-C0D4-45F5-8EDD-58271FFCA759}"/>
              </a:ext>
            </a:extLst>
          </p:cNvPr>
          <p:cNvGrpSpPr/>
          <p:nvPr/>
        </p:nvGrpSpPr>
        <p:grpSpPr>
          <a:xfrm>
            <a:off x="323802" y="1374318"/>
            <a:ext cx="5487064" cy="3740607"/>
            <a:chOff x="162951" y="1375256"/>
            <a:chExt cx="5930537" cy="4318615"/>
          </a:xfrm>
        </p:grpSpPr>
        <p:sp>
          <p:nvSpPr>
            <p:cNvPr id="11" name="Rectangle 10">
              <a:extLst>
                <a:ext uri="{FF2B5EF4-FFF2-40B4-BE49-F238E27FC236}">
                  <a16:creationId xmlns:a16="http://schemas.microsoft.com/office/drawing/2014/main" id="{196244F3-4373-41B1-A56F-12822403E811}"/>
                </a:ext>
              </a:extLst>
            </p:cNvPr>
            <p:cNvSpPr/>
            <p:nvPr/>
          </p:nvSpPr>
          <p:spPr>
            <a:xfrm>
              <a:off x="162951" y="1375256"/>
              <a:ext cx="5930537" cy="431861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EC460E-5990-408B-8F90-BE4088566194}"/>
                </a:ext>
              </a:extLst>
            </p:cNvPr>
            <p:cNvSpPr/>
            <p:nvPr/>
          </p:nvSpPr>
          <p:spPr>
            <a:xfrm>
              <a:off x="2338247" y="2170362"/>
              <a:ext cx="581466" cy="310450"/>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bg1"/>
                  </a:solidFill>
                </a:rPr>
                <a:t>MME</a:t>
              </a:r>
            </a:p>
          </p:txBody>
        </p:sp>
        <p:pic>
          <p:nvPicPr>
            <p:cNvPr id="13" name="Picture 12">
              <a:extLst>
                <a:ext uri="{FF2B5EF4-FFF2-40B4-BE49-F238E27FC236}">
                  <a16:creationId xmlns:a16="http://schemas.microsoft.com/office/drawing/2014/main" id="{DA91F370-ED2F-4BE9-ADF1-D1289BCBEFD8}"/>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53415" y="3556319"/>
              <a:ext cx="483327" cy="362495"/>
            </a:xfrm>
            <a:prstGeom prst="rect">
              <a:avLst/>
            </a:prstGeom>
            <a:ln>
              <a:solidFill>
                <a:schemeClr val="bg1"/>
              </a:solidFill>
            </a:ln>
          </p:spPr>
        </p:pic>
        <p:pic>
          <p:nvPicPr>
            <p:cNvPr id="14" name="Picture 13">
              <a:extLst>
                <a:ext uri="{FF2B5EF4-FFF2-40B4-BE49-F238E27FC236}">
                  <a16:creationId xmlns:a16="http://schemas.microsoft.com/office/drawing/2014/main" id="{3D4FA621-FC2A-40BD-A58A-E1F315DB55F2}"/>
                </a:ext>
              </a:extLst>
            </p:cNvP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6206" t="5142" r="17429" b="16571"/>
            <a:stretch/>
          </p:blipFill>
          <p:spPr>
            <a:xfrm>
              <a:off x="227935" y="4071785"/>
              <a:ext cx="242163" cy="363244"/>
            </a:xfrm>
            <a:prstGeom prst="rect">
              <a:avLst/>
            </a:prstGeom>
            <a:ln>
              <a:solidFill>
                <a:schemeClr val="bg1"/>
              </a:solidFill>
            </a:ln>
          </p:spPr>
        </p:pic>
        <p:sp>
          <p:nvSpPr>
            <p:cNvPr id="15" name="Rectangle 14">
              <a:extLst>
                <a:ext uri="{FF2B5EF4-FFF2-40B4-BE49-F238E27FC236}">
                  <a16:creationId xmlns:a16="http://schemas.microsoft.com/office/drawing/2014/main" id="{FFEC041B-102D-45D9-8044-957464ED9403}"/>
                </a:ext>
              </a:extLst>
            </p:cNvPr>
            <p:cNvSpPr/>
            <p:nvPr/>
          </p:nvSpPr>
          <p:spPr>
            <a:xfrm>
              <a:off x="2311786" y="3873688"/>
              <a:ext cx="522515" cy="35269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bg1"/>
                  </a:solidFill>
                </a:rPr>
                <a:t>SGW</a:t>
              </a:r>
            </a:p>
          </p:txBody>
        </p:sp>
        <p:sp>
          <p:nvSpPr>
            <p:cNvPr id="16" name="Rectangle 15">
              <a:extLst>
                <a:ext uri="{FF2B5EF4-FFF2-40B4-BE49-F238E27FC236}">
                  <a16:creationId xmlns:a16="http://schemas.microsoft.com/office/drawing/2014/main" id="{84E99FCB-4ED6-4C2A-9EB6-7B8204F8F6C4}"/>
                </a:ext>
              </a:extLst>
            </p:cNvPr>
            <p:cNvSpPr/>
            <p:nvPr/>
          </p:nvSpPr>
          <p:spPr>
            <a:xfrm>
              <a:off x="3683555" y="3873686"/>
              <a:ext cx="522515" cy="35269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bg1"/>
                  </a:solidFill>
                </a:rPr>
                <a:t>PGW</a:t>
              </a:r>
            </a:p>
          </p:txBody>
        </p:sp>
        <p:sp>
          <p:nvSpPr>
            <p:cNvPr id="17" name="Rectangle 16">
              <a:extLst>
                <a:ext uri="{FF2B5EF4-FFF2-40B4-BE49-F238E27FC236}">
                  <a16:creationId xmlns:a16="http://schemas.microsoft.com/office/drawing/2014/main" id="{385BF217-0743-4B09-AA46-7F6F6163A021}"/>
                </a:ext>
              </a:extLst>
            </p:cNvPr>
            <p:cNvSpPr/>
            <p:nvPr/>
          </p:nvSpPr>
          <p:spPr>
            <a:xfrm>
              <a:off x="4833087" y="3873685"/>
              <a:ext cx="522515" cy="35269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bg1"/>
                  </a:solidFill>
                </a:rPr>
                <a:t>TDF</a:t>
              </a:r>
            </a:p>
          </p:txBody>
        </p:sp>
        <p:sp>
          <p:nvSpPr>
            <p:cNvPr id="18" name="Rectangle 17">
              <a:extLst>
                <a:ext uri="{FF2B5EF4-FFF2-40B4-BE49-F238E27FC236}">
                  <a16:creationId xmlns:a16="http://schemas.microsoft.com/office/drawing/2014/main" id="{6063C4CB-D316-488A-89A3-D62949B15C6D}"/>
                </a:ext>
              </a:extLst>
            </p:cNvPr>
            <p:cNvSpPr/>
            <p:nvPr/>
          </p:nvSpPr>
          <p:spPr>
            <a:xfrm>
              <a:off x="3656939" y="1588478"/>
              <a:ext cx="522515" cy="35269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bg1"/>
                  </a:solidFill>
                </a:rPr>
                <a:t>HSS</a:t>
              </a:r>
            </a:p>
          </p:txBody>
        </p:sp>
        <p:sp>
          <p:nvSpPr>
            <p:cNvPr id="19" name="Rectangle 18">
              <a:extLst>
                <a:ext uri="{FF2B5EF4-FFF2-40B4-BE49-F238E27FC236}">
                  <a16:creationId xmlns:a16="http://schemas.microsoft.com/office/drawing/2014/main" id="{990E6F39-3A8D-4DC6-A85A-B2682B805E91}"/>
                </a:ext>
              </a:extLst>
            </p:cNvPr>
            <p:cNvSpPr/>
            <p:nvPr/>
          </p:nvSpPr>
          <p:spPr>
            <a:xfrm>
              <a:off x="3592283" y="2065853"/>
              <a:ext cx="653144" cy="35269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bg1"/>
                  </a:solidFill>
                </a:rPr>
                <a:t>PCRF</a:t>
              </a:r>
            </a:p>
          </p:txBody>
        </p:sp>
        <p:sp>
          <p:nvSpPr>
            <p:cNvPr id="20" name="Cloud 19">
              <a:extLst>
                <a:ext uri="{FF2B5EF4-FFF2-40B4-BE49-F238E27FC236}">
                  <a16:creationId xmlns:a16="http://schemas.microsoft.com/office/drawing/2014/main" id="{1467B37E-C55F-44A5-87AC-58A3CB1D685E}"/>
                </a:ext>
              </a:extLst>
            </p:cNvPr>
            <p:cNvSpPr/>
            <p:nvPr/>
          </p:nvSpPr>
          <p:spPr>
            <a:xfrm>
              <a:off x="4715522" y="4863368"/>
              <a:ext cx="757645" cy="515397"/>
            </a:xfrm>
            <a:prstGeom prst="cloud">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bg1"/>
                  </a:solidFill>
                </a:rPr>
                <a:t>PDN</a:t>
              </a:r>
            </a:p>
          </p:txBody>
        </p:sp>
        <p:cxnSp>
          <p:nvCxnSpPr>
            <p:cNvPr id="21" name="Straight Connector 20">
              <a:extLst>
                <a:ext uri="{FF2B5EF4-FFF2-40B4-BE49-F238E27FC236}">
                  <a16:creationId xmlns:a16="http://schemas.microsoft.com/office/drawing/2014/main" id="{0992701A-BA3B-42E6-99EB-C0CBD4371F15}"/>
                </a:ext>
              </a:extLst>
            </p:cNvPr>
            <p:cNvCxnSpPr>
              <a:stCxn id="22" idx="3"/>
            </p:cNvCxnSpPr>
            <p:nvPr/>
          </p:nvCxnSpPr>
          <p:spPr>
            <a:xfrm flipV="1">
              <a:off x="1456335" y="4044024"/>
              <a:ext cx="894808"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354EA900-6A52-4D9A-9C37-8BA2C32BFFBB}"/>
                </a:ext>
              </a:extLst>
            </p:cNvPr>
            <p:cNvSpPr/>
            <p:nvPr/>
          </p:nvSpPr>
          <p:spPr>
            <a:xfrm>
              <a:off x="933821" y="3867676"/>
              <a:ext cx="522515" cy="35269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err="1">
                  <a:solidFill>
                    <a:schemeClr val="bg1"/>
                  </a:solidFill>
                </a:rPr>
                <a:t>eNB</a:t>
              </a:r>
              <a:endParaRPr lang="en-US" sz="1100" b="1">
                <a:solidFill>
                  <a:schemeClr val="bg1"/>
                </a:solidFill>
              </a:endParaRPr>
            </a:p>
          </p:txBody>
        </p:sp>
        <p:cxnSp>
          <p:nvCxnSpPr>
            <p:cNvPr id="23" name="Straight Connector 22">
              <a:extLst>
                <a:ext uri="{FF2B5EF4-FFF2-40B4-BE49-F238E27FC236}">
                  <a16:creationId xmlns:a16="http://schemas.microsoft.com/office/drawing/2014/main" id="{F7A60976-730A-49E9-8C24-640507329983}"/>
                </a:ext>
              </a:extLst>
            </p:cNvPr>
            <p:cNvCxnSpPr/>
            <p:nvPr/>
          </p:nvCxnSpPr>
          <p:spPr>
            <a:xfrm flipV="1">
              <a:off x="2873658" y="4115350"/>
              <a:ext cx="809897"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73207FC-F4AE-4DFB-A18C-D6A747AE5FB8}"/>
                </a:ext>
              </a:extLst>
            </p:cNvPr>
            <p:cNvCxnSpPr>
              <a:stCxn id="16" idx="3"/>
              <a:endCxn id="17" idx="1"/>
            </p:cNvCxnSpPr>
            <p:nvPr/>
          </p:nvCxnSpPr>
          <p:spPr>
            <a:xfrm flipV="1">
              <a:off x="4206068" y="4050034"/>
              <a:ext cx="627019"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88B44C6-A6FE-4B19-9B8D-BBBC5D6DF5EB}"/>
                </a:ext>
              </a:extLst>
            </p:cNvPr>
            <p:cNvCxnSpPr>
              <a:stCxn id="17" idx="2"/>
              <a:endCxn id="20" idx="3"/>
            </p:cNvCxnSpPr>
            <p:nvPr/>
          </p:nvCxnSpPr>
          <p:spPr>
            <a:xfrm>
              <a:off x="5094344" y="4226382"/>
              <a:ext cx="0" cy="66645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8DF4DD-2158-4DB9-A6C6-B222B13F0E91}"/>
                </a:ext>
              </a:extLst>
            </p:cNvPr>
            <p:cNvCxnSpPr>
              <a:cxnSpLocks/>
              <a:stCxn id="22" idx="0"/>
              <a:endCxn id="12" idx="1"/>
            </p:cNvCxnSpPr>
            <p:nvPr/>
          </p:nvCxnSpPr>
          <p:spPr>
            <a:xfrm flipV="1">
              <a:off x="1195079" y="2325587"/>
              <a:ext cx="1143168" cy="154208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8AF35D2-26DB-4538-AEC1-68CE74B07A00}"/>
                </a:ext>
              </a:extLst>
            </p:cNvPr>
            <p:cNvCxnSpPr>
              <a:cxnSpLocks/>
              <a:stCxn id="12" idx="2"/>
              <a:endCxn id="15" idx="0"/>
            </p:cNvCxnSpPr>
            <p:nvPr/>
          </p:nvCxnSpPr>
          <p:spPr>
            <a:xfrm flipH="1">
              <a:off x="2573044" y="2480812"/>
              <a:ext cx="55936" cy="1392876"/>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A7AED59-3F77-4ECE-9AAA-AE8B2B0A69D5}"/>
                </a:ext>
              </a:extLst>
            </p:cNvPr>
            <p:cNvCxnSpPr>
              <a:stCxn id="19" idx="2"/>
              <a:endCxn id="16" idx="0"/>
            </p:cNvCxnSpPr>
            <p:nvPr/>
          </p:nvCxnSpPr>
          <p:spPr>
            <a:xfrm>
              <a:off x="3918855" y="2418549"/>
              <a:ext cx="25957" cy="1455136"/>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9" name="Elbow Connector 26">
              <a:extLst>
                <a:ext uri="{FF2B5EF4-FFF2-40B4-BE49-F238E27FC236}">
                  <a16:creationId xmlns:a16="http://schemas.microsoft.com/office/drawing/2014/main" id="{0F4132C0-1D7C-4AD9-A4F7-A1CC17E46B69}"/>
                </a:ext>
              </a:extLst>
            </p:cNvPr>
            <p:cNvCxnSpPr>
              <a:stCxn id="19" idx="3"/>
              <a:endCxn id="17" idx="0"/>
            </p:cNvCxnSpPr>
            <p:nvPr/>
          </p:nvCxnSpPr>
          <p:spPr>
            <a:xfrm>
              <a:off x="4245427" y="2242201"/>
              <a:ext cx="848919" cy="1631483"/>
            </a:xfrm>
            <a:prstGeom prst="bentConnector2">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EC1CC3E-E9C5-4C1C-8DA3-BD58839EAB98}"/>
                </a:ext>
              </a:extLst>
            </p:cNvPr>
            <p:cNvCxnSpPr/>
            <p:nvPr/>
          </p:nvCxnSpPr>
          <p:spPr>
            <a:xfrm>
              <a:off x="2873658" y="3997191"/>
              <a:ext cx="809897"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1" name="Elbow Connector 28">
              <a:extLst>
                <a:ext uri="{FF2B5EF4-FFF2-40B4-BE49-F238E27FC236}">
                  <a16:creationId xmlns:a16="http://schemas.microsoft.com/office/drawing/2014/main" id="{BB8DBF90-DFBF-4B42-AFF1-1D2D7FD6CA5D}"/>
                </a:ext>
              </a:extLst>
            </p:cNvPr>
            <p:cNvCxnSpPr>
              <a:cxnSpLocks/>
              <a:stCxn id="12" idx="0"/>
              <a:endCxn id="18" idx="1"/>
            </p:cNvCxnSpPr>
            <p:nvPr/>
          </p:nvCxnSpPr>
          <p:spPr>
            <a:xfrm rot="5400000" flipH="1" flipV="1">
              <a:off x="2940192" y="1453616"/>
              <a:ext cx="405535" cy="1027959"/>
            </a:xfrm>
            <a:prstGeom prst="bentConnector2">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5F9EE90-BC46-44A5-8B63-7DA7B5832A94}"/>
                </a:ext>
              </a:extLst>
            </p:cNvPr>
            <p:cNvSpPr txBox="1"/>
            <p:nvPr/>
          </p:nvSpPr>
          <p:spPr>
            <a:xfrm>
              <a:off x="1654311" y="3858691"/>
              <a:ext cx="494046" cy="261610"/>
            </a:xfrm>
            <a:prstGeom prst="rect">
              <a:avLst/>
            </a:prstGeom>
            <a:noFill/>
            <a:ln>
              <a:solidFill>
                <a:schemeClr val="bg1"/>
              </a:solidFill>
            </a:ln>
          </p:spPr>
          <p:txBody>
            <a:bodyPr wrap="none" rtlCol="0">
              <a:spAutoFit/>
            </a:bodyPr>
            <a:lstStyle/>
            <a:p>
              <a:r>
                <a:rPr lang="en-US" sz="1100" b="1">
                  <a:solidFill>
                    <a:schemeClr val="bg1"/>
                  </a:solidFill>
                </a:rPr>
                <a:t>S1-U</a:t>
              </a:r>
            </a:p>
          </p:txBody>
        </p:sp>
        <p:sp>
          <p:nvSpPr>
            <p:cNvPr id="33" name="TextBox 32">
              <a:extLst>
                <a:ext uri="{FF2B5EF4-FFF2-40B4-BE49-F238E27FC236}">
                  <a16:creationId xmlns:a16="http://schemas.microsoft.com/office/drawing/2014/main" id="{D8C61792-CD3E-4545-8C59-8FC14DC86B64}"/>
                </a:ext>
              </a:extLst>
            </p:cNvPr>
            <p:cNvSpPr txBox="1"/>
            <p:nvPr/>
          </p:nvSpPr>
          <p:spPr>
            <a:xfrm>
              <a:off x="3034470" y="3759970"/>
              <a:ext cx="587020" cy="276999"/>
            </a:xfrm>
            <a:prstGeom prst="rect">
              <a:avLst/>
            </a:prstGeom>
            <a:noFill/>
            <a:ln>
              <a:solidFill>
                <a:schemeClr val="bg1"/>
              </a:solidFill>
            </a:ln>
          </p:spPr>
          <p:txBody>
            <a:bodyPr wrap="none" rtlCol="0">
              <a:spAutoFit/>
            </a:bodyPr>
            <a:lstStyle/>
            <a:p>
              <a:r>
                <a:rPr lang="en-US" sz="1200" b="1">
                  <a:solidFill>
                    <a:schemeClr val="bg1"/>
                  </a:solidFill>
                </a:rPr>
                <a:t>S5</a:t>
              </a:r>
              <a:r>
                <a:rPr lang="en-US" sz="1200">
                  <a:solidFill>
                    <a:schemeClr val="bg1"/>
                  </a:solidFill>
                </a:rPr>
                <a:t>/</a:t>
              </a:r>
              <a:r>
                <a:rPr lang="en-US" sz="1200" b="1">
                  <a:solidFill>
                    <a:schemeClr val="bg1"/>
                  </a:solidFill>
                </a:rPr>
                <a:t>S8</a:t>
              </a:r>
            </a:p>
          </p:txBody>
        </p:sp>
        <p:sp>
          <p:nvSpPr>
            <p:cNvPr id="34" name="TextBox 33">
              <a:extLst>
                <a:ext uri="{FF2B5EF4-FFF2-40B4-BE49-F238E27FC236}">
                  <a16:creationId xmlns:a16="http://schemas.microsoft.com/office/drawing/2014/main" id="{C8379FD8-96EF-4760-80DC-A977D71F5925}"/>
                </a:ext>
              </a:extLst>
            </p:cNvPr>
            <p:cNvSpPr txBox="1"/>
            <p:nvPr/>
          </p:nvSpPr>
          <p:spPr>
            <a:xfrm>
              <a:off x="916922" y="2879522"/>
              <a:ext cx="785793" cy="276999"/>
            </a:xfrm>
            <a:prstGeom prst="rect">
              <a:avLst/>
            </a:prstGeom>
            <a:noFill/>
            <a:ln>
              <a:solidFill>
                <a:schemeClr val="bg1"/>
              </a:solidFill>
            </a:ln>
          </p:spPr>
          <p:txBody>
            <a:bodyPr wrap="none" rtlCol="0">
              <a:spAutoFit/>
            </a:bodyPr>
            <a:lstStyle/>
            <a:p>
              <a:r>
                <a:rPr lang="en-US" sz="1200" b="1">
                  <a:solidFill>
                    <a:schemeClr val="bg1"/>
                  </a:solidFill>
                </a:rPr>
                <a:t>S1-MME</a:t>
              </a:r>
            </a:p>
          </p:txBody>
        </p:sp>
        <p:sp>
          <p:nvSpPr>
            <p:cNvPr id="35" name="TextBox 34">
              <a:extLst>
                <a:ext uri="{FF2B5EF4-FFF2-40B4-BE49-F238E27FC236}">
                  <a16:creationId xmlns:a16="http://schemas.microsoft.com/office/drawing/2014/main" id="{5491A61E-28E3-409A-8819-C96E28EA6C66}"/>
                </a:ext>
              </a:extLst>
            </p:cNvPr>
            <p:cNvSpPr txBox="1"/>
            <p:nvPr/>
          </p:nvSpPr>
          <p:spPr>
            <a:xfrm>
              <a:off x="2619099" y="2591843"/>
              <a:ext cx="445956" cy="276999"/>
            </a:xfrm>
            <a:prstGeom prst="rect">
              <a:avLst/>
            </a:prstGeom>
            <a:noFill/>
            <a:ln>
              <a:solidFill>
                <a:schemeClr val="bg1"/>
              </a:solidFill>
            </a:ln>
          </p:spPr>
          <p:txBody>
            <a:bodyPr wrap="none" rtlCol="0">
              <a:spAutoFit/>
            </a:bodyPr>
            <a:lstStyle/>
            <a:p>
              <a:r>
                <a:rPr lang="en-US" sz="1200" b="1">
                  <a:solidFill>
                    <a:schemeClr val="bg1"/>
                  </a:solidFill>
                </a:rPr>
                <a:t>S11</a:t>
              </a:r>
            </a:p>
          </p:txBody>
        </p:sp>
        <p:sp>
          <p:nvSpPr>
            <p:cNvPr id="36" name="TextBox 35">
              <a:extLst>
                <a:ext uri="{FF2B5EF4-FFF2-40B4-BE49-F238E27FC236}">
                  <a16:creationId xmlns:a16="http://schemas.microsoft.com/office/drawing/2014/main" id="{BBC98AD0-5F0C-4DCD-89F4-EA0056AFAC61}"/>
                </a:ext>
              </a:extLst>
            </p:cNvPr>
            <p:cNvSpPr txBox="1"/>
            <p:nvPr/>
          </p:nvSpPr>
          <p:spPr>
            <a:xfrm>
              <a:off x="2877216" y="1516759"/>
              <a:ext cx="450764" cy="276999"/>
            </a:xfrm>
            <a:prstGeom prst="rect">
              <a:avLst/>
            </a:prstGeom>
            <a:noFill/>
            <a:ln>
              <a:solidFill>
                <a:schemeClr val="bg1"/>
              </a:solidFill>
            </a:ln>
          </p:spPr>
          <p:txBody>
            <a:bodyPr wrap="none" rtlCol="0">
              <a:spAutoFit/>
            </a:bodyPr>
            <a:lstStyle/>
            <a:p>
              <a:r>
                <a:rPr lang="en-US" sz="1200" b="1">
                  <a:solidFill>
                    <a:schemeClr val="bg1"/>
                  </a:solidFill>
                </a:rPr>
                <a:t>S6a</a:t>
              </a:r>
            </a:p>
          </p:txBody>
        </p:sp>
        <p:sp>
          <p:nvSpPr>
            <p:cNvPr id="37" name="TextBox 36">
              <a:extLst>
                <a:ext uri="{FF2B5EF4-FFF2-40B4-BE49-F238E27FC236}">
                  <a16:creationId xmlns:a16="http://schemas.microsoft.com/office/drawing/2014/main" id="{026B1633-3086-4E06-9961-AF4D3B5A0F3E}"/>
                </a:ext>
              </a:extLst>
            </p:cNvPr>
            <p:cNvSpPr txBox="1"/>
            <p:nvPr/>
          </p:nvSpPr>
          <p:spPr>
            <a:xfrm>
              <a:off x="3944971" y="2597498"/>
              <a:ext cx="386644" cy="276999"/>
            </a:xfrm>
            <a:prstGeom prst="rect">
              <a:avLst/>
            </a:prstGeom>
            <a:noFill/>
            <a:ln>
              <a:solidFill>
                <a:schemeClr val="bg1"/>
              </a:solidFill>
            </a:ln>
          </p:spPr>
          <p:txBody>
            <a:bodyPr wrap="none" rtlCol="0">
              <a:spAutoFit/>
            </a:bodyPr>
            <a:lstStyle/>
            <a:p>
              <a:r>
                <a:rPr lang="en-US" sz="1200" b="1">
                  <a:solidFill>
                    <a:schemeClr val="bg1"/>
                  </a:solidFill>
                </a:rPr>
                <a:t>Gx</a:t>
              </a:r>
            </a:p>
          </p:txBody>
        </p:sp>
        <p:sp>
          <p:nvSpPr>
            <p:cNvPr id="38" name="TextBox 37">
              <a:extLst>
                <a:ext uri="{FF2B5EF4-FFF2-40B4-BE49-F238E27FC236}">
                  <a16:creationId xmlns:a16="http://schemas.microsoft.com/office/drawing/2014/main" id="{C67AB38B-9C23-4458-9B57-BD425E5D5432}"/>
                </a:ext>
              </a:extLst>
            </p:cNvPr>
            <p:cNvSpPr txBox="1"/>
            <p:nvPr/>
          </p:nvSpPr>
          <p:spPr>
            <a:xfrm>
              <a:off x="5023207" y="2591843"/>
              <a:ext cx="367408" cy="276999"/>
            </a:xfrm>
            <a:prstGeom prst="rect">
              <a:avLst/>
            </a:prstGeom>
            <a:noFill/>
            <a:ln>
              <a:solidFill>
                <a:schemeClr val="bg1"/>
              </a:solidFill>
            </a:ln>
          </p:spPr>
          <p:txBody>
            <a:bodyPr wrap="none" rtlCol="0">
              <a:spAutoFit/>
            </a:bodyPr>
            <a:lstStyle/>
            <a:p>
              <a:r>
                <a:rPr lang="en-US" sz="1200" b="1" err="1">
                  <a:solidFill>
                    <a:schemeClr val="bg1"/>
                  </a:solidFill>
                </a:rPr>
                <a:t>Sd</a:t>
              </a:r>
              <a:endParaRPr lang="en-US" sz="1200" b="1">
                <a:solidFill>
                  <a:schemeClr val="bg1"/>
                </a:solidFill>
              </a:endParaRPr>
            </a:p>
          </p:txBody>
        </p:sp>
        <p:sp>
          <p:nvSpPr>
            <p:cNvPr id="39" name="TextBox 38">
              <a:extLst>
                <a:ext uri="{FF2B5EF4-FFF2-40B4-BE49-F238E27FC236}">
                  <a16:creationId xmlns:a16="http://schemas.microsoft.com/office/drawing/2014/main" id="{CFFC9393-7B6F-4692-8D0A-3222041A622F}"/>
                </a:ext>
              </a:extLst>
            </p:cNvPr>
            <p:cNvSpPr txBox="1"/>
            <p:nvPr/>
          </p:nvSpPr>
          <p:spPr>
            <a:xfrm>
              <a:off x="4290155" y="3838351"/>
              <a:ext cx="428322" cy="276999"/>
            </a:xfrm>
            <a:prstGeom prst="rect">
              <a:avLst/>
            </a:prstGeom>
            <a:noFill/>
            <a:ln>
              <a:solidFill>
                <a:schemeClr val="bg1"/>
              </a:solidFill>
            </a:ln>
          </p:spPr>
          <p:txBody>
            <a:bodyPr wrap="none" rtlCol="0">
              <a:spAutoFit/>
            </a:bodyPr>
            <a:lstStyle/>
            <a:p>
              <a:r>
                <a:rPr lang="en-US" sz="1200" b="1" err="1">
                  <a:solidFill>
                    <a:schemeClr val="bg1"/>
                  </a:solidFill>
                </a:rPr>
                <a:t>SGi</a:t>
              </a:r>
              <a:endParaRPr lang="en-US" sz="1200" b="1">
                <a:solidFill>
                  <a:schemeClr val="bg1"/>
                </a:solidFill>
              </a:endParaRPr>
            </a:p>
          </p:txBody>
        </p:sp>
        <p:sp>
          <p:nvSpPr>
            <p:cNvPr id="40" name="TextBox 39">
              <a:extLst>
                <a:ext uri="{FF2B5EF4-FFF2-40B4-BE49-F238E27FC236}">
                  <a16:creationId xmlns:a16="http://schemas.microsoft.com/office/drawing/2014/main" id="{857CC923-2CC1-4A09-A3F7-E8213CB694CF}"/>
                </a:ext>
              </a:extLst>
            </p:cNvPr>
            <p:cNvSpPr txBox="1"/>
            <p:nvPr/>
          </p:nvSpPr>
          <p:spPr>
            <a:xfrm>
              <a:off x="5079148" y="4326723"/>
              <a:ext cx="428322" cy="276999"/>
            </a:xfrm>
            <a:prstGeom prst="rect">
              <a:avLst/>
            </a:prstGeom>
            <a:noFill/>
            <a:ln>
              <a:solidFill>
                <a:schemeClr val="bg1"/>
              </a:solidFill>
            </a:ln>
          </p:spPr>
          <p:txBody>
            <a:bodyPr wrap="none" rtlCol="0">
              <a:spAutoFit/>
            </a:bodyPr>
            <a:lstStyle/>
            <a:p>
              <a:r>
                <a:rPr lang="en-US" sz="1200" b="1" err="1">
                  <a:solidFill>
                    <a:schemeClr val="bg1"/>
                  </a:solidFill>
                </a:rPr>
                <a:t>SGi</a:t>
              </a:r>
              <a:endParaRPr lang="en-US" sz="1200" b="1">
                <a:solidFill>
                  <a:schemeClr val="bg1"/>
                </a:solidFill>
              </a:endParaRPr>
            </a:p>
          </p:txBody>
        </p:sp>
      </p:grpSp>
      <p:pic>
        <p:nvPicPr>
          <p:cNvPr id="2" name="Picture 1">
            <a:extLst>
              <a:ext uri="{FF2B5EF4-FFF2-40B4-BE49-F238E27FC236}">
                <a16:creationId xmlns:a16="http://schemas.microsoft.com/office/drawing/2014/main" id="{7AE58253-03A6-45DF-8B2F-1424C0F5C9D7}"/>
              </a:ext>
            </a:extLst>
          </p:cNvPr>
          <p:cNvPicPr>
            <a:picLocks noChangeAspect="1"/>
          </p:cNvPicPr>
          <p:nvPr/>
        </p:nvPicPr>
        <p:blipFill>
          <a:blip r:embed="rId4"/>
          <a:stretch>
            <a:fillRect/>
          </a:stretch>
        </p:blipFill>
        <p:spPr>
          <a:xfrm>
            <a:off x="6500076" y="1374318"/>
            <a:ext cx="5270874" cy="3740607"/>
          </a:xfrm>
          <a:prstGeom prst="rect">
            <a:avLst/>
          </a:prstGeom>
          <a:solidFill>
            <a:schemeClr val="bg2">
              <a:lumMod val="75000"/>
              <a:lumOff val="25000"/>
            </a:schemeClr>
          </a:solidFill>
          <a:ln w="9525">
            <a:solidFill>
              <a:schemeClr val="bg1"/>
            </a:solidFill>
          </a:ln>
          <a:effectLst>
            <a:outerShdw blurRad="44450" dist="27940" dir="5400000" algn="ctr">
              <a:srgbClr val="000000">
                <a:alpha val="32000"/>
              </a:srgbClr>
            </a:outerShdw>
          </a:effectLst>
        </p:spPr>
      </p:pic>
      <p:sp>
        <p:nvSpPr>
          <p:cNvPr id="101" name="TextBox 100">
            <a:extLst>
              <a:ext uri="{FF2B5EF4-FFF2-40B4-BE49-F238E27FC236}">
                <a16:creationId xmlns:a16="http://schemas.microsoft.com/office/drawing/2014/main" id="{7162404D-EB70-4AF4-ACE4-D7AFC8787086}"/>
              </a:ext>
            </a:extLst>
          </p:cNvPr>
          <p:cNvSpPr txBox="1"/>
          <p:nvPr/>
        </p:nvSpPr>
        <p:spPr>
          <a:xfrm>
            <a:off x="8991704" y="1018221"/>
            <a:ext cx="482824" cy="276999"/>
          </a:xfrm>
          <a:prstGeom prst="rect">
            <a:avLst/>
          </a:prstGeom>
          <a:noFill/>
        </p:spPr>
        <p:txBody>
          <a:bodyPr wrap="none" rtlCol="0">
            <a:spAutoFit/>
          </a:bodyPr>
          <a:lstStyle/>
          <a:p>
            <a:pPr algn="ctr"/>
            <a:r>
              <a:rPr lang="en-US" sz="1200" b="1">
                <a:solidFill>
                  <a:schemeClr val="bg1"/>
                </a:solidFill>
              </a:rPr>
              <a:t>5GC</a:t>
            </a:r>
          </a:p>
        </p:txBody>
      </p:sp>
      <p:sp>
        <p:nvSpPr>
          <p:cNvPr id="111" name="TextBox 110">
            <a:extLst>
              <a:ext uri="{FF2B5EF4-FFF2-40B4-BE49-F238E27FC236}">
                <a16:creationId xmlns:a16="http://schemas.microsoft.com/office/drawing/2014/main" id="{A04A43D7-5417-488F-9FF1-28DEBB886C51}"/>
              </a:ext>
            </a:extLst>
          </p:cNvPr>
          <p:cNvSpPr txBox="1"/>
          <p:nvPr/>
        </p:nvSpPr>
        <p:spPr>
          <a:xfrm>
            <a:off x="1448632" y="1016105"/>
            <a:ext cx="2553245" cy="276999"/>
          </a:xfrm>
          <a:prstGeom prst="rect">
            <a:avLst/>
          </a:prstGeom>
          <a:noFill/>
        </p:spPr>
        <p:txBody>
          <a:bodyPr wrap="square">
            <a:spAutoFit/>
          </a:bodyPr>
          <a:lstStyle/>
          <a:p>
            <a:pPr algn="ctr"/>
            <a:r>
              <a:rPr lang="en-US" sz="1200" b="1">
                <a:solidFill>
                  <a:schemeClr val="bg1"/>
                </a:solidFill>
              </a:rPr>
              <a:t>4G EPC Core</a:t>
            </a:r>
          </a:p>
        </p:txBody>
      </p:sp>
      <p:sp>
        <p:nvSpPr>
          <p:cNvPr id="125" name="TextBox 124">
            <a:extLst>
              <a:ext uri="{FF2B5EF4-FFF2-40B4-BE49-F238E27FC236}">
                <a16:creationId xmlns:a16="http://schemas.microsoft.com/office/drawing/2014/main" id="{440AD818-C873-4107-A8F0-072B3291C9E8}"/>
              </a:ext>
            </a:extLst>
          </p:cNvPr>
          <p:cNvSpPr txBox="1"/>
          <p:nvPr/>
        </p:nvSpPr>
        <p:spPr>
          <a:xfrm>
            <a:off x="310792" y="5341005"/>
            <a:ext cx="11963448" cy="1528624"/>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IN" sz="1200">
                <a:solidFill>
                  <a:schemeClr val="bg1"/>
                </a:solidFill>
              </a:rPr>
              <a:t>HTTP/2 adopted as the application layer protocol for the service based interfaces</a:t>
            </a:r>
          </a:p>
          <a:p>
            <a:pPr marL="285750" indent="-285750">
              <a:lnSpc>
                <a:spcPct val="150000"/>
              </a:lnSpc>
              <a:buFont typeface="Wingdings" panose="05000000000000000000" pitchFamily="2" charset="2"/>
              <a:buChar char="§"/>
            </a:pPr>
            <a:r>
              <a:rPr lang="en-IN" sz="1200">
                <a:solidFill>
                  <a:schemeClr val="bg1"/>
                </a:solidFill>
              </a:rPr>
              <a:t>TCP adopted as the transport layer protocol</a:t>
            </a:r>
          </a:p>
          <a:p>
            <a:pPr marL="285750" indent="-285750">
              <a:lnSpc>
                <a:spcPct val="150000"/>
              </a:lnSpc>
              <a:buFont typeface="Wingdings" panose="05000000000000000000" pitchFamily="2" charset="2"/>
              <a:buChar char="§"/>
            </a:pPr>
            <a:r>
              <a:rPr lang="en-IN" sz="1200">
                <a:solidFill>
                  <a:schemeClr val="bg1"/>
                </a:solidFill>
              </a:rPr>
              <a:t>REST-style service design</a:t>
            </a:r>
          </a:p>
          <a:p>
            <a:pPr marL="285750" indent="-285750">
              <a:lnSpc>
                <a:spcPct val="150000"/>
              </a:lnSpc>
              <a:buFont typeface="Wingdings" panose="05000000000000000000" pitchFamily="2" charset="2"/>
              <a:buChar char="§"/>
            </a:pPr>
            <a:r>
              <a:rPr lang="en-IN" sz="1200">
                <a:solidFill>
                  <a:schemeClr val="bg1"/>
                </a:solidFill>
              </a:rPr>
              <a:t>JSON adopted as the serialization protocol;</a:t>
            </a:r>
          </a:p>
          <a:p>
            <a:pPr marL="285750" indent="-285750">
              <a:lnSpc>
                <a:spcPct val="150000"/>
              </a:lnSpc>
              <a:buFont typeface="Wingdings" panose="05000000000000000000" pitchFamily="2" charset="2"/>
              <a:buChar char="§"/>
            </a:pPr>
            <a:endParaRPr lang="en-IN" sz="1600">
              <a:solidFill>
                <a:schemeClr val="bg1"/>
              </a:solidFill>
              <a:latin typeface="+mj-lt"/>
            </a:endParaRPr>
          </a:p>
        </p:txBody>
      </p:sp>
      <p:sp>
        <p:nvSpPr>
          <p:cNvPr id="3" name="Title 2">
            <a:extLst>
              <a:ext uri="{FF2B5EF4-FFF2-40B4-BE49-F238E27FC236}">
                <a16:creationId xmlns:a16="http://schemas.microsoft.com/office/drawing/2014/main" id="{49556B53-9A5E-4445-83BD-7ECD3FF78798}"/>
              </a:ext>
            </a:extLst>
          </p:cNvPr>
          <p:cNvSpPr>
            <a:spLocks noGrp="1"/>
          </p:cNvSpPr>
          <p:nvPr>
            <p:ph type="title"/>
          </p:nvPr>
        </p:nvSpPr>
        <p:spPr>
          <a:xfrm>
            <a:off x="383927" y="421648"/>
            <a:ext cx="11269662" cy="684212"/>
          </a:xfrm>
        </p:spPr>
        <p:txBody>
          <a:bodyPr/>
          <a:lstStyle/>
          <a:p>
            <a:r>
              <a:rPr lang="en-US"/>
              <a:t>4G &amp; 5G Architecture</a:t>
            </a:r>
            <a:endParaRPr lang="en-IN"/>
          </a:p>
        </p:txBody>
      </p:sp>
      <p:sp>
        <p:nvSpPr>
          <p:cNvPr id="5" name="Footer Placeholder 4">
            <a:extLst>
              <a:ext uri="{FF2B5EF4-FFF2-40B4-BE49-F238E27FC236}">
                <a16:creationId xmlns:a16="http://schemas.microsoft.com/office/drawing/2014/main" id="{AF12BC3F-551F-4FF9-B497-DBD93EC97DDE}"/>
              </a:ext>
            </a:extLst>
          </p:cNvPr>
          <p:cNvSpPr>
            <a:spLocks noGrp="1"/>
          </p:cNvSpPr>
          <p:nvPr>
            <p:ph type="ftr" sz="quarter" idx="11"/>
          </p:nvPr>
        </p:nvSpPr>
        <p:spPr/>
        <p:txBody>
          <a:bodyPr/>
          <a:lstStyle/>
          <a:p>
            <a:r>
              <a:rPr lang="en-IN"/>
              <a:t>COPYRIGHT 2021 ALEPO</a:t>
            </a:r>
            <a:endParaRPr lang="en-US"/>
          </a:p>
        </p:txBody>
      </p:sp>
      <p:sp>
        <p:nvSpPr>
          <p:cNvPr id="6" name="Slide Number Placeholder 5">
            <a:extLst>
              <a:ext uri="{FF2B5EF4-FFF2-40B4-BE49-F238E27FC236}">
                <a16:creationId xmlns:a16="http://schemas.microsoft.com/office/drawing/2014/main" id="{6F3E0CF1-1789-467D-8A81-60A5A093B158}"/>
              </a:ext>
            </a:extLst>
          </p:cNvPr>
          <p:cNvSpPr>
            <a:spLocks noGrp="1"/>
          </p:cNvSpPr>
          <p:nvPr>
            <p:ph type="sldNum" sz="quarter" idx="10"/>
          </p:nvPr>
        </p:nvSpPr>
        <p:spPr/>
        <p:txBody>
          <a:bodyPr/>
          <a:lstStyle/>
          <a:p>
            <a:fld id="{4FAB73BC-B049-4115-A692-8D63A059BFB8}" type="slidenum">
              <a:rPr lang="en-US" smtClean="0"/>
              <a:pPr/>
              <a:t>5</a:t>
            </a:fld>
            <a:endParaRPr lang="en-US"/>
          </a:p>
        </p:txBody>
      </p:sp>
    </p:spTree>
    <p:extLst>
      <p:ext uri="{BB962C8B-B14F-4D97-AF65-F5344CB8AC3E}">
        <p14:creationId xmlns:p14="http://schemas.microsoft.com/office/powerpoint/2010/main" val="3269508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IN" sz="5400">
                <a:solidFill>
                  <a:srgbClr val="FFFFFF"/>
                </a:solidFill>
              </a:rPr>
              <a:t>Overview of 5G Offering</a:t>
            </a:r>
          </a:p>
        </p:txBody>
      </p:sp>
    </p:spTree>
    <p:extLst>
      <p:ext uri="{BB962C8B-B14F-4D97-AF65-F5344CB8AC3E}">
        <p14:creationId xmlns:p14="http://schemas.microsoft.com/office/powerpoint/2010/main" val="240003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856F51-9455-4AB9-8C6A-9C8F99263537}"/>
              </a:ext>
            </a:extLst>
          </p:cNvPr>
          <p:cNvSpPr txBox="1"/>
          <p:nvPr/>
        </p:nvSpPr>
        <p:spPr>
          <a:xfrm>
            <a:off x="409098" y="763226"/>
            <a:ext cx="11373803" cy="5536900"/>
          </a:xfrm>
          <a:prstGeom prst="rect">
            <a:avLst/>
          </a:prstGeom>
          <a:noFill/>
        </p:spPr>
        <p:txBody>
          <a:bodyPr wrap="square">
            <a:spAutoFit/>
          </a:bodyPr>
          <a:lstStyle/>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Alepo's 4G+5G Converged Core solution includes following core network functions:</a:t>
            </a:r>
            <a:endParaRPr lang="en-IN" sz="1200">
              <a:solidFill>
                <a:srgbClr val="141414"/>
              </a:solidFill>
              <a:effectLst/>
              <a:ea typeface="Open Sans" panose="020B0606030504020204" pitchFamily="34" charset="0"/>
              <a:cs typeface="Times New Roman" panose="02020603050405020304" pitchFamily="18" charset="0"/>
            </a:endParaRPr>
          </a:p>
          <a:p>
            <a:pPr marL="228600">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Authentication Function (AUSF)</a:t>
            </a:r>
            <a:endParaRPr lang="en-IN" sz="1200">
              <a:solidFill>
                <a:srgbClr val="141414"/>
              </a:solidFill>
              <a:effectLst/>
              <a:ea typeface="Open Sans" panose="020B0606030504020204" pitchFamily="34" charset="0"/>
              <a:cs typeface="Times New Roman" panose="02020603050405020304" pitchFamily="18" charset="0"/>
            </a:endParaRPr>
          </a:p>
          <a:p>
            <a:pPr marL="742950" lvl="1" indent="-285750">
              <a:lnSpc>
                <a:spcPct val="107000"/>
              </a:lnSpc>
              <a:spcBef>
                <a:spcPts val="600"/>
              </a:spcBef>
              <a:spcAft>
                <a:spcPts val="600"/>
              </a:spcAft>
              <a:buFont typeface="Wingdings" panose="05000000000000000000" pitchFamily="2" charset="2"/>
              <a:buChar char=""/>
              <a:tabLst>
                <a:tab pos="685800" algn="l"/>
              </a:tabLst>
            </a:pPr>
            <a:r>
              <a:rPr lang="en-IN" sz="1200">
                <a:solidFill>
                  <a:srgbClr val="000000"/>
                </a:solidFill>
                <a:effectLst/>
                <a:ea typeface="Open Sans" panose="020B0606030504020204" pitchFamily="34" charset="0"/>
                <a:cs typeface="Times New Roman" panose="02020603050405020304" pitchFamily="18" charset="0"/>
              </a:rPr>
              <a:t>Use of 5G-AKA method to perform SIM authentication.</a:t>
            </a:r>
            <a:endParaRPr lang="en-IN" sz="1200">
              <a:solidFill>
                <a:srgbClr val="141414"/>
              </a:solidFill>
              <a:effectLst/>
              <a:ea typeface="Open Sans" panose="020B0606030504020204" pitchFamily="34" charset="0"/>
              <a:cs typeface="Times New Roman" panose="02020603050405020304" pitchFamily="18" charset="0"/>
            </a:endParaRPr>
          </a:p>
          <a:p>
            <a:pPr marL="228600">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Home Subscriber Server (HSS) + Unified Data Management (UDM)</a:t>
            </a:r>
            <a:endParaRPr lang="en-IN" sz="1200">
              <a:solidFill>
                <a:srgbClr val="141414"/>
              </a:solidFill>
              <a:effectLst/>
              <a:ea typeface="Open Sans" panose="020B0606030504020204" pitchFamily="34" charset="0"/>
              <a:cs typeface="Times New Roman" panose="02020603050405020304" pitchFamily="18" charset="0"/>
            </a:endParaRPr>
          </a:p>
          <a:p>
            <a:pPr marL="742950" lvl="1" indent="-285750">
              <a:lnSpc>
                <a:spcPct val="107000"/>
              </a:lnSpc>
              <a:spcBef>
                <a:spcPts val="600"/>
              </a:spcBef>
              <a:spcAft>
                <a:spcPts val="600"/>
              </a:spcAft>
              <a:buFont typeface="Wingdings" panose="05000000000000000000" pitchFamily="2" charset="2"/>
              <a:buChar char=""/>
              <a:tabLst>
                <a:tab pos="685800" algn="l"/>
              </a:tabLst>
            </a:pPr>
            <a:r>
              <a:rPr lang="en-IN" sz="1200">
                <a:solidFill>
                  <a:srgbClr val="000000"/>
                </a:solidFill>
                <a:effectLst/>
                <a:ea typeface="Open Sans" panose="020B0606030504020204" pitchFamily="34" charset="0"/>
                <a:cs typeface="Times New Roman" panose="02020603050405020304" pitchFamily="18" charset="0"/>
              </a:rPr>
              <a:t>Generates 4G (EPS-AKA) and 5G (5G-AKA) authentication vectors</a:t>
            </a:r>
            <a:endParaRPr lang="en-IN" sz="1200">
              <a:solidFill>
                <a:srgbClr val="141414"/>
              </a:solidFill>
              <a:effectLst/>
              <a:ea typeface="Open Sans" panose="020B0606030504020204" pitchFamily="34" charset="0"/>
              <a:cs typeface="Times New Roman" panose="02020603050405020304" pitchFamily="18" charset="0"/>
            </a:endParaRPr>
          </a:p>
          <a:p>
            <a:pPr marL="742950" lvl="1" indent="-285750">
              <a:lnSpc>
                <a:spcPct val="107000"/>
              </a:lnSpc>
              <a:spcBef>
                <a:spcPts val="600"/>
              </a:spcBef>
              <a:spcAft>
                <a:spcPts val="600"/>
              </a:spcAft>
              <a:buFont typeface="Wingdings" panose="05000000000000000000" pitchFamily="2" charset="2"/>
              <a:buChar char=""/>
              <a:tabLst>
                <a:tab pos="685800" algn="l"/>
              </a:tabLst>
            </a:pPr>
            <a:r>
              <a:rPr lang="en-IN" sz="1200">
                <a:solidFill>
                  <a:srgbClr val="000000"/>
                </a:solidFill>
                <a:effectLst/>
                <a:ea typeface="Open Sans" panose="020B0606030504020204" pitchFamily="34" charset="0"/>
                <a:cs typeface="Times New Roman" panose="02020603050405020304" pitchFamily="18" charset="0"/>
              </a:rPr>
              <a:t>Performs 4G and 5G service authorization using subscription data</a:t>
            </a:r>
            <a:endParaRPr lang="en-IN" sz="1200">
              <a:solidFill>
                <a:srgbClr val="141414"/>
              </a:solidFill>
              <a:effectLst/>
              <a:ea typeface="Open Sans" panose="020B0606030504020204" pitchFamily="34" charset="0"/>
              <a:cs typeface="Times New Roman" panose="02020603050405020304" pitchFamily="18" charset="0"/>
            </a:endParaRPr>
          </a:p>
          <a:p>
            <a:pPr marL="228600">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Policy and Charging Rule Function (PCRF) + Policy Control Function (PCF)</a:t>
            </a:r>
            <a:endParaRPr lang="en-IN" sz="1200">
              <a:solidFill>
                <a:srgbClr val="141414"/>
              </a:solidFill>
              <a:effectLst/>
              <a:ea typeface="Open Sans" panose="020B0606030504020204" pitchFamily="34" charset="0"/>
              <a:cs typeface="Times New Roman" panose="02020603050405020304" pitchFamily="18" charset="0"/>
            </a:endParaRPr>
          </a:p>
          <a:p>
            <a:pPr marL="742950" lvl="1" indent="-285750">
              <a:lnSpc>
                <a:spcPct val="107000"/>
              </a:lnSpc>
              <a:spcBef>
                <a:spcPts val="600"/>
              </a:spcBef>
              <a:spcAft>
                <a:spcPts val="600"/>
              </a:spcAft>
              <a:buFont typeface="Wingdings" panose="05000000000000000000" pitchFamily="2" charset="2"/>
              <a:buChar char=""/>
              <a:tabLst>
                <a:tab pos="685800" algn="l"/>
              </a:tabLst>
            </a:pPr>
            <a:r>
              <a:rPr lang="en-IN" sz="1200">
                <a:solidFill>
                  <a:srgbClr val="000000"/>
                </a:solidFill>
                <a:effectLst/>
                <a:ea typeface="Open Sans" panose="020B0606030504020204" pitchFamily="34" charset="0"/>
                <a:cs typeface="Times New Roman" panose="02020603050405020304" pitchFamily="18" charset="0"/>
              </a:rPr>
              <a:t>Enables a converged policy control function for 4G and 5G networks</a:t>
            </a:r>
            <a:endParaRPr lang="en-IN" sz="1200">
              <a:solidFill>
                <a:srgbClr val="141414"/>
              </a:solidFill>
              <a:effectLst/>
              <a:ea typeface="Open Sans" panose="020B0606030504020204" pitchFamily="34" charset="0"/>
              <a:cs typeface="Times New Roman" panose="02020603050405020304" pitchFamily="18" charset="0"/>
            </a:endParaRPr>
          </a:p>
          <a:p>
            <a:pPr marL="742950" lvl="1" indent="-285750">
              <a:lnSpc>
                <a:spcPct val="107000"/>
              </a:lnSpc>
              <a:spcBef>
                <a:spcPts val="600"/>
              </a:spcBef>
              <a:spcAft>
                <a:spcPts val="600"/>
              </a:spcAft>
              <a:buFont typeface="Wingdings" panose="05000000000000000000" pitchFamily="2" charset="2"/>
              <a:buChar char=""/>
              <a:tabLst>
                <a:tab pos="685800" algn="l"/>
              </a:tabLst>
            </a:pPr>
            <a:r>
              <a:rPr lang="en-IN" sz="1200">
                <a:solidFill>
                  <a:srgbClr val="000000"/>
                </a:solidFill>
                <a:effectLst/>
                <a:ea typeface="Open Sans" panose="020B0606030504020204" pitchFamily="34" charset="0"/>
                <a:cs typeface="Times New Roman" panose="02020603050405020304" pitchFamily="18" charset="0"/>
              </a:rPr>
              <a:t>Support for Gx &amp; Rx interfaces</a:t>
            </a:r>
            <a:endParaRPr lang="en-IN" sz="1200">
              <a:solidFill>
                <a:srgbClr val="141414"/>
              </a:solidFill>
              <a:effectLst/>
              <a:ea typeface="Open Sans" panose="020B0606030504020204" pitchFamily="34" charset="0"/>
              <a:cs typeface="Times New Roman" panose="02020603050405020304" pitchFamily="18" charset="0"/>
            </a:endParaRPr>
          </a:p>
          <a:p>
            <a:pPr marL="742950" lvl="1" indent="-285750">
              <a:lnSpc>
                <a:spcPct val="107000"/>
              </a:lnSpc>
              <a:spcBef>
                <a:spcPts val="600"/>
              </a:spcBef>
              <a:spcAft>
                <a:spcPts val="600"/>
              </a:spcAft>
              <a:buFont typeface="Wingdings" panose="05000000000000000000" pitchFamily="2" charset="2"/>
              <a:buChar char=""/>
              <a:tabLst>
                <a:tab pos="685800" algn="l"/>
              </a:tabLst>
            </a:pPr>
            <a:r>
              <a:rPr lang="en-IN" sz="1200">
                <a:solidFill>
                  <a:srgbClr val="000000"/>
                </a:solidFill>
                <a:effectLst/>
                <a:ea typeface="Open Sans" panose="020B0606030504020204" pitchFamily="34" charset="0"/>
                <a:cs typeface="Times New Roman" panose="02020603050405020304" pitchFamily="18" charset="0"/>
              </a:rPr>
              <a:t>Policy Authorization support</a:t>
            </a:r>
            <a:endParaRPr lang="en-IN" sz="1200">
              <a:solidFill>
                <a:srgbClr val="141414"/>
              </a:solidFill>
              <a:effectLst/>
              <a:ea typeface="Open Sans" panose="020B0606030504020204" pitchFamily="34" charset="0"/>
              <a:cs typeface="Times New Roman" panose="02020603050405020304" pitchFamily="18" charset="0"/>
            </a:endParaRPr>
          </a:p>
          <a:p>
            <a:pPr marL="228600">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Unified Data Repository</a:t>
            </a:r>
            <a:endParaRPr lang="en-IN" sz="1200">
              <a:solidFill>
                <a:srgbClr val="141414"/>
              </a:solidFill>
              <a:effectLst/>
              <a:ea typeface="Open Sans" panose="020B0606030504020204" pitchFamily="34" charset="0"/>
              <a:cs typeface="Times New Roman" panose="02020603050405020304" pitchFamily="18" charset="0"/>
            </a:endParaRPr>
          </a:p>
          <a:p>
            <a:pPr marL="742950" lvl="1" indent="-285750">
              <a:lnSpc>
                <a:spcPct val="107000"/>
              </a:lnSpc>
              <a:spcBef>
                <a:spcPts val="600"/>
              </a:spcBef>
              <a:spcAft>
                <a:spcPts val="600"/>
              </a:spcAft>
              <a:buFont typeface="Wingdings" panose="05000000000000000000" pitchFamily="2" charset="2"/>
              <a:buChar char=""/>
              <a:tabLst>
                <a:tab pos="685800" algn="l"/>
              </a:tabLst>
            </a:pPr>
            <a:r>
              <a:rPr lang="en-IN" sz="1200">
                <a:solidFill>
                  <a:srgbClr val="000000"/>
                </a:solidFill>
                <a:effectLst/>
                <a:ea typeface="Open Sans" panose="020B0606030504020204" pitchFamily="34" charset="0"/>
                <a:cs typeface="Times New Roman" panose="02020603050405020304" pitchFamily="18" charset="0"/>
              </a:rPr>
              <a:t>A highly scalable common database for EPC and 5GC subscriptions </a:t>
            </a:r>
            <a:endParaRPr lang="en-IN" sz="1200">
              <a:solidFill>
                <a:srgbClr val="141414"/>
              </a:solidFill>
              <a:effectLst/>
              <a:ea typeface="Open Sans" panose="020B0606030504020204" pitchFamily="34" charset="0"/>
              <a:cs typeface="Times New Roman" panose="02020603050405020304" pitchFamily="18" charset="0"/>
            </a:endParaRPr>
          </a:p>
          <a:p>
            <a:pPr marL="742950" lvl="1" indent="-285750">
              <a:lnSpc>
                <a:spcPct val="107000"/>
              </a:lnSpc>
              <a:spcBef>
                <a:spcPts val="600"/>
              </a:spcBef>
              <a:spcAft>
                <a:spcPts val="600"/>
              </a:spcAft>
              <a:buFont typeface="Wingdings" panose="05000000000000000000" pitchFamily="2" charset="2"/>
              <a:buChar char=""/>
              <a:tabLst>
                <a:tab pos="685800" algn="l"/>
              </a:tabLst>
            </a:pPr>
            <a:r>
              <a:rPr lang="en-IN" sz="1200">
                <a:solidFill>
                  <a:srgbClr val="000000"/>
                </a:solidFill>
                <a:effectLst/>
                <a:ea typeface="Open Sans" panose="020B0606030504020204" pitchFamily="34" charset="0"/>
                <a:cs typeface="Times New Roman" panose="02020603050405020304" pitchFamily="18" charset="0"/>
              </a:rPr>
              <a:t>Holds SIM identities</a:t>
            </a:r>
            <a:endParaRPr lang="en-IN" sz="1200">
              <a:solidFill>
                <a:srgbClr val="141414"/>
              </a:solidFill>
              <a:effectLst/>
              <a:ea typeface="Open Sans" panose="020B0606030504020204" pitchFamily="34" charset="0"/>
              <a:cs typeface="Times New Roman" panose="02020603050405020304" pitchFamily="18" charset="0"/>
            </a:endParaRPr>
          </a:p>
          <a:p>
            <a:pPr marL="742950" lvl="1" indent="-285750">
              <a:lnSpc>
                <a:spcPct val="107000"/>
              </a:lnSpc>
              <a:spcBef>
                <a:spcPts val="600"/>
              </a:spcBef>
              <a:spcAft>
                <a:spcPts val="600"/>
              </a:spcAft>
              <a:buFont typeface="Wingdings" panose="05000000000000000000" pitchFamily="2" charset="2"/>
              <a:buChar char=""/>
              <a:tabLst>
                <a:tab pos="685800" algn="l"/>
              </a:tabLst>
            </a:pPr>
            <a:r>
              <a:rPr lang="en-IN" sz="1200">
                <a:solidFill>
                  <a:srgbClr val="000000"/>
                </a:solidFill>
                <a:effectLst/>
                <a:ea typeface="Open Sans" panose="020B0606030504020204" pitchFamily="34" charset="0"/>
                <a:cs typeface="Times New Roman" panose="02020603050405020304" pitchFamily="18" charset="0"/>
              </a:rPr>
              <a:t>Holds subscriber profiles for 4G and 5G subscriptions</a:t>
            </a:r>
            <a:endParaRPr lang="en-IN" sz="1200">
              <a:solidFill>
                <a:srgbClr val="141414"/>
              </a:solidFill>
              <a:effectLst/>
              <a:ea typeface="Open Sans" panose="020B0606030504020204" pitchFamily="34" charset="0"/>
              <a:cs typeface="Times New Roman" panose="02020603050405020304" pitchFamily="18" charset="0"/>
            </a:endParaRPr>
          </a:p>
          <a:p>
            <a:pPr marL="742950" lvl="1" indent="-285750">
              <a:lnSpc>
                <a:spcPct val="107000"/>
              </a:lnSpc>
              <a:spcBef>
                <a:spcPts val="600"/>
              </a:spcBef>
              <a:spcAft>
                <a:spcPts val="600"/>
              </a:spcAft>
              <a:buFont typeface="Wingdings" panose="05000000000000000000" pitchFamily="2" charset="2"/>
              <a:buChar char=""/>
              <a:tabLst>
                <a:tab pos="685800" algn="l"/>
              </a:tabLst>
            </a:pPr>
            <a:r>
              <a:rPr lang="en-IN" sz="1200">
                <a:solidFill>
                  <a:srgbClr val="000000"/>
                </a:solidFill>
                <a:effectLst/>
                <a:ea typeface="Open Sans" panose="020B0606030504020204" pitchFamily="34" charset="0"/>
                <a:cs typeface="Times New Roman" panose="02020603050405020304" pitchFamily="18" charset="0"/>
              </a:rPr>
              <a:t>Store subscriber related information for policy data</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endParaRPr lang="en-IN" sz="1600">
              <a:solidFill>
                <a:srgbClr val="141414"/>
              </a:solidFill>
              <a:effectLst/>
              <a:latin typeface="+mj-lt"/>
              <a:ea typeface="Open Sans" panose="020B060603050402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34E6FC0E-F5B5-4C4D-A684-B96313DCB5FA}"/>
              </a:ext>
            </a:extLst>
          </p:cNvPr>
          <p:cNvSpPr>
            <a:spLocks noGrp="1"/>
          </p:cNvSpPr>
          <p:nvPr>
            <p:ph type="ftr" sz="quarter" idx="11"/>
          </p:nvPr>
        </p:nvSpPr>
        <p:spPr/>
        <p:txBody>
          <a:bodyPr/>
          <a:lstStyle/>
          <a:p>
            <a:r>
              <a:rPr lang="en-IN"/>
              <a:t>COPYRIGHT 2021 ALEPO</a:t>
            </a:r>
            <a:endParaRPr lang="en-US"/>
          </a:p>
        </p:txBody>
      </p:sp>
      <p:sp>
        <p:nvSpPr>
          <p:cNvPr id="4" name="Slide Number Placeholder 3">
            <a:extLst>
              <a:ext uri="{FF2B5EF4-FFF2-40B4-BE49-F238E27FC236}">
                <a16:creationId xmlns:a16="http://schemas.microsoft.com/office/drawing/2014/main" id="{21B07A60-E233-4AF3-887F-C2D8CD4B0384}"/>
              </a:ext>
            </a:extLst>
          </p:cNvPr>
          <p:cNvSpPr>
            <a:spLocks noGrp="1"/>
          </p:cNvSpPr>
          <p:nvPr>
            <p:ph type="sldNum" sz="quarter" idx="10"/>
          </p:nvPr>
        </p:nvSpPr>
        <p:spPr/>
        <p:txBody>
          <a:bodyPr/>
          <a:lstStyle/>
          <a:p>
            <a:fld id="{4FAB73BC-B049-4115-A692-8D63A059BFB8}" type="slidenum">
              <a:rPr lang="en-US" smtClean="0"/>
              <a:pPr/>
              <a:t>7</a:t>
            </a:fld>
            <a:endParaRPr lang="en-US"/>
          </a:p>
        </p:txBody>
      </p:sp>
    </p:spTree>
    <p:extLst>
      <p:ext uri="{BB962C8B-B14F-4D97-AF65-F5344CB8AC3E}">
        <p14:creationId xmlns:p14="http://schemas.microsoft.com/office/powerpoint/2010/main" val="600309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IN" sz="5400">
                <a:solidFill>
                  <a:srgbClr val="FFFFFF"/>
                </a:solidFill>
              </a:rPr>
              <a:t>Solution Overview</a:t>
            </a:r>
          </a:p>
        </p:txBody>
      </p:sp>
    </p:spTree>
    <p:extLst>
      <p:ext uri="{BB962C8B-B14F-4D97-AF65-F5344CB8AC3E}">
        <p14:creationId xmlns:p14="http://schemas.microsoft.com/office/powerpoint/2010/main" val="2329196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IN" sz="3600" b="1">
                <a:solidFill>
                  <a:srgbClr val="141414"/>
                </a:solidFill>
                <a:effectLst/>
                <a:latin typeface="Roboto" panose="02000000000000000000" pitchFamily="2" charset="0"/>
                <a:ea typeface="Times New Roman" panose="02020603050405020304" pitchFamily="18" charset="0"/>
                <a:cs typeface="Times New Roman" panose="02020603050405020304" pitchFamily="18" charset="0"/>
              </a:rPr>
              <a:t>Functional Architecture</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9</a:t>
            </a:fld>
            <a:endParaRPr lang="en-US"/>
          </a:p>
        </p:txBody>
      </p:sp>
      <p:pic>
        <p:nvPicPr>
          <p:cNvPr id="6" name="Content Placeholder 5">
            <a:extLst>
              <a:ext uri="{FF2B5EF4-FFF2-40B4-BE49-F238E27FC236}">
                <a16:creationId xmlns:a16="http://schemas.microsoft.com/office/drawing/2014/main" id="{7F36C6E8-C12E-43DB-9738-68F5DAEDF4B4}"/>
              </a:ext>
            </a:extLst>
          </p:cNvPr>
          <p:cNvPicPr>
            <a:picLocks noGrp="1"/>
          </p:cNvPicPr>
          <p:nvPr>
            <p:ph idx="1"/>
          </p:nvPr>
        </p:nvPicPr>
        <p:blipFill>
          <a:blip r:embed="rId3">
            <a:extLst>
              <a:ext uri="{28A0092B-C50C-407E-A947-70E740481C1C}">
                <a14:useLocalDpi xmlns:a14="http://schemas.microsoft.com/office/drawing/2010/main" val="0"/>
              </a:ext>
            </a:extLst>
          </a:blip>
          <a:stretch>
            <a:fillRect/>
          </a:stretch>
        </p:blipFill>
        <p:spPr>
          <a:xfrm>
            <a:off x="746919" y="1602874"/>
            <a:ext cx="11269662" cy="4328681"/>
          </a:xfrm>
          <a:prstGeom prst="rect">
            <a:avLst/>
          </a:prstGeom>
        </p:spPr>
      </p:pic>
    </p:spTree>
    <p:custDataLst>
      <p:tags r:id="rId1"/>
    </p:custDataLst>
    <p:extLst>
      <p:ext uri="{BB962C8B-B14F-4D97-AF65-F5344CB8AC3E}">
        <p14:creationId xmlns:p14="http://schemas.microsoft.com/office/powerpoint/2010/main" val="3781635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pPr>
              <a:lnSpc>
                <a:spcPct val="107000"/>
              </a:lnSpc>
              <a:spcBef>
                <a:spcPts val="800"/>
              </a:spcBef>
              <a:spcAft>
                <a:spcPts val="600"/>
              </a:spcAft>
              <a:tabLst>
                <a:tab pos="3857625" algn="l"/>
              </a:tabLst>
            </a:pPr>
            <a:r>
              <a:rPr lang="en-IN" sz="3600" b="1">
                <a:solidFill>
                  <a:srgbClr val="141414"/>
                </a:solidFill>
                <a:effectLst/>
                <a:latin typeface="Roboto" panose="02000000000000000000" pitchFamily="2" charset="0"/>
                <a:ea typeface="Times New Roman" panose="02020603050405020304" pitchFamily="18" charset="0"/>
                <a:cs typeface="Times New Roman" panose="02020603050405020304" pitchFamily="18" charset="0"/>
              </a:rPr>
              <a:t>Feature Highlights</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10</a:t>
            </a:fld>
            <a:endParaRPr lang="en-US"/>
          </a:p>
        </p:txBody>
      </p:sp>
      <p:pic>
        <p:nvPicPr>
          <p:cNvPr id="8" name="Content Placeholder 7">
            <a:extLst>
              <a:ext uri="{FF2B5EF4-FFF2-40B4-BE49-F238E27FC236}">
                <a16:creationId xmlns:a16="http://schemas.microsoft.com/office/drawing/2014/main" id="{5A1B1E46-4EDD-4728-BF62-5582676264B6}"/>
              </a:ext>
            </a:extLst>
          </p:cNvPr>
          <p:cNvPicPr>
            <a:picLocks noGrp="1" noChangeAspect="1"/>
          </p:cNvPicPr>
          <p:nvPr>
            <p:ph idx="1"/>
          </p:nvPr>
        </p:nvPicPr>
        <p:blipFill>
          <a:blip r:embed="rId3"/>
          <a:stretch>
            <a:fillRect/>
          </a:stretch>
        </p:blipFill>
        <p:spPr>
          <a:xfrm>
            <a:off x="757202" y="1218652"/>
            <a:ext cx="10677596" cy="5181354"/>
          </a:xfrm>
          <a:ln>
            <a:solidFill>
              <a:schemeClr val="bg1"/>
            </a:solidFill>
          </a:ln>
        </p:spPr>
      </p:pic>
    </p:spTree>
    <p:custDataLst>
      <p:tags r:id="rId1"/>
    </p:custDataLst>
    <p:extLst>
      <p:ext uri="{BB962C8B-B14F-4D97-AF65-F5344CB8AC3E}">
        <p14:creationId xmlns:p14="http://schemas.microsoft.com/office/powerpoint/2010/main" val="4262648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4FC3E86-54A5-4F25-85E9-A827EC7816CE}"/>
              </a:ext>
            </a:extLst>
          </p:cNvPr>
          <p:cNvPicPr>
            <a:picLocks noGrp="1" noChangeAspect="1"/>
          </p:cNvPicPr>
          <p:nvPr>
            <p:ph idx="1"/>
          </p:nvPr>
        </p:nvPicPr>
        <p:blipFill>
          <a:blip r:embed="rId3"/>
          <a:stretch>
            <a:fillRect/>
          </a:stretch>
        </p:blipFill>
        <p:spPr>
          <a:xfrm>
            <a:off x="442913" y="844868"/>
            <a:ext cx="11695905" cy="5213032"/>
          </a:xfrm>
        </p:spPr>
      </p:pic>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11</a:t>
            </a:fld>
            <a:endParaRPr lang="en-US"/>
          </a:p>
        </p:txBody>
      </p:sp>
    </p:spTree>
    <p:custDataLst>
      <p:tags r:id="rId1"/>
    </p:custDataLst>
    <p:extLst>
      <p:ext uri="{BB962C8B-B14F-4D97-AF65-F5344CB8AC3E}">
        <p14:creationId xmlns:p14="http://schemas.microsoft.com/office/powerpoint/2010/main" val="3576577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IN" sz="5400">
                <a:solidFill>
                  <a:srgbClr val="FFFFFF"/>
                </a:solidFill>
              </a:rPr>
              <a:t>Solution Component Overview</a:t>
            </a:r>
          </a:p>
        </p:txBody>
      </p:sp>
    </p:spTree>
    <p:extLst>
      <p:ext uri="{BB962C8B-B14F-4D97-AF65-F5344CB8AC3E}">
        <p14:creationId xmlns:p14="http://schemas.microsoft.com/office/powerpoint/2010/main" val="2207292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13</a:t>
            </a:fld>
            <a:endParaRPr lang="en-US"/>
          </a:p>
        </p:txBody>
      </p:sp>
      <p:sp>
        <p:nvSpPr>
          <p:cNvPr id="7" name="Title 10">
            <a:extLst>
              <a:ext uri="{FF2B5EF4-FFF2-40B4-BE49-F238E27FC236}">
                <a16:creationId xmlns:a16="http://schemas.microsoft.com/office/drawing/2014/main" id="{64F436FD-B7CB-4E6D-B2AE-008574634F84}"/>
              </a:ext>
            </a:extLst>
          </p:cNvPr>
          <p:cNvSpPr>
            <a:spLocks noGrp="1"/>
          </p:cNvSpPr>
          <p:nvPr>
            <p:ph type="title"/>
          </p:nvPr>
        </p:nvSpPr>
        <p:spPr>
          <a:xfrm>
            <a:off x="376238" y="353653"/>
            <a:ext cx="11269662" cy="684212"/>
          </a:xfrm>
        </p:spPr>
        <p:txBody>
          <a:bodyPr/>
          <a:lstStyle/>
          <a:p>
            <a:pPr>
              <a:lnSpc>
                <a:spcPct val="100000"/>
              </a:lnSpc>
            </a:pPr>
            <a:r>
              <a:rPr lang="en-IN" sz="3600"/>
              <a:t>Solution Components</a:t>
            </a:r>
            <a:endParaRPr lang="en-US" sz="3600"/>
          </a:p>
        </p:txBody>
      </p:sp>
      <p:pic>
        <p:nvPicPr>
          <p:cNvPr id="8" name="Content Placeholder 7">
            <a:extLst>
              <a:ext uri="{FF2B5EF4-FFF2-40B4-BE49-F238E27FC236}">
                <a16:creationId xmlns:a16="http://schemas.microsoft.com/office/drawing/2014/main" id="{40E81D6C-8548-4CF7-BCCA-4509B210E956}"/>
              </a:ext>
            </a:extLst>
          </p:cNvPr>
          <p:cNvPicPr>
            <a:picLocks noGrp="1"/>
          </p:cNvPicPr>
          <p:nvPr>
            <p:ph idx="1"/>
          </p:nvPr>
        </p:nvPicPr>
        <p:blipFill>
          <a:blip r:embed="rId3"/>
          <a:stretch>
            <a:fillRect/>
          </a:stretch>
        </p:blipFill>
        <p:spPr>
          <a:xfrm>
            <a:off x="2158668" y="1201737"/>
            <a:ext cx="7704801" cy="5058569"/>
          </a:xfrm>
          <a:prstGeom prst="rect">
            <a:avLst/>
          </a:prstGeom>
          <a:ln>
            <a:solidFill>
              <a:schemeClr val="bg1"/>
            </a:solidFill>
          </a:ln>
        </p:spPr>
      </p:pic>
    </p:spTree>
    <p:custDataLst>
      <p:tags r:id="rId1"/>
    </p:custDataLst>
    <p:extLst>
      <p:ext uri="{BB962C8B-B14F-4D97-AF65-F5344CB8AC3E}">
        <p14:creationId xmlns:p14="http://schemas.microsoft.com/office/powerpoint/2010/main" val="2172402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IN" sz="5400">
                <a:solidFill>
                  <a:srgbClr val="FFFFFF"/>
                </a:solidFill>
              </a:rPr>
              <a:t>Network Function - </a:t>
            </a:r>
            <a:r>
              <a:rPr lang="en-US" sz="5400"/>
              <a:t>UDR</a:t>
            </a:r>
            <a:br>
              <a:rPr lang="en-US" sz="5400"/>
            </a:br>
            <a:endParaRPr lang="en-IN" sz="5400">
              <a:solidFill>
                <a:srgbClr val="FFFFFF"/>
              </a:solidFill>
            </a:endParaRPr>
          </a:p>
        </p:txBody>
      </p:sp>
    </p:spTree>
    <p:extLst>
      <p:ext uri="{BB962C8B-B14F-4D97-AF65-F5344CB8AC3E}">
        <p14:creationId xmlns:p14="http://schemas.microsoft.com/office/powerpoint/2010/main" val="741534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856F51-9455-4AB9-8C6A-9C8F99263537}"/>
              </a:ext>
            </a:extLst>
          </p:cNvPr>
          <p:cNvSpPr txBox="1"/>
          <p:nvPr/>
        </p:nvSpPr>
        <p:spPr>
          <a:xfrm>
            <a:off x="342899" y="1471140"/>
            <a:ext cx="11744325" cy="3880101"/>
          </a:xfrm>
          <a:prstGeom prst="rect">
            <a:avLst/>
          </a:prstGeom>
          <a:noFill/>
        </p:spPr>
        <p:txBody>
          <a:bodyPr wrap="square">
            <a:spAutoFit/>
          </a:bodyPr>
          <a:lstStyle/>
          <a:p>
            <a:pPr>
              <a:lnSpc>
                <a:spcPct val="107000"/>
              </a:lnSpc>
              <a:spcBef>
                <a:spcPts val="600"/>
              </a:spcBef>
              <a:spcAft>
                <a:spcPts val="600"/>
              </a:spcAft>
            </a:pPr>
            <a:r>
              <a:rPr lang="en-IN" sz="1200">
                <a:solidFill>
                  <a:srgbClr val="141414"/>
                </a:solidFill>
                <a:effectLst/>
                <a:ea typeface="Open Sans" panose="020B0606030504020204" pitchFamily="34" charset="0"/>
                <a:cs typeface="Times New Roman" panose="02020603050405020304" pitchFamily="18" charset="0"/>
              </a:rPr>
              <a:t>Alepo’s UDR function is fully compliant with TS 29.504 , TS 29.505. It is responsible for the following major functionalities:</a:t>
            </a:r>
          </a:p>
          <a:p>
            <a:pPr marL="342900" lvl="0" indent="-342900">
              <a:lnSpc>
                <a:spcPct val="150000"/>
              </a:lnSpc>
              <a:spcBef>
                <a:spcPts val="600"/>
              </a:spcBef>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Serves as the data repository solution compliant with Release 16 (July 2020) 3GPP TS 29.504, TS 29.505 </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50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Storage and retrieval of 4G+5G subscriptions and policy data</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50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Subscription for notifications of subscriber data changes</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50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High-performance and scalable 4G+5G subscriber repository</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50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Support for single- and multi-site deployment</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50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Web-based admin portal for managing subscriptions, SIM identities, service configurations and policy data for subscribers</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50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REST (real-time) or batch (bulk) SIM provisioning</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50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Support for roaming use cases</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50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Support for V2X subscriptions</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50000"/>
              </a:lnSpc>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Integrates with third-party UDM and PCF over standard 3GPP interfaces</a:t>
            </a:r>
          </a:p>
          <a:p>
            <a:pPr lvl="0">
              <a:lnSpc>
                <a:spcPct val="107000"/>
              </a:lnSpc>
              <a:spcAft>
                <a:spcPts val="600"/>
              </a:spcAft>
            </a:pPr>
            <a:endParaRPr lang="en-IN" sz="1600">
              <a:solidFill>
                <a:srgbClr val="141414"/>
              </a:solidFill>
              <a:effectLst/>
              <a:latin typeface="+mj-l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endParaRPr lang="en-IN" sz="1600">
              <a:solidFill>
                <a:srgbClr val="141414"/>
              </a:solidFill>
              <a:effectLst/>
              <a:latin typeface="+mj-lt"/>
              <a:ea typeface="Open Sans" panose="020B0606030504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6FB6B551-9062-473B-9127-7958D3C2F2F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3313" y="3816626"/>
            <a:ext cx="3521075" cy="2272915"/>
          </a:xfrm>
          <a:prstGeom prst="rect">
            <a:avLst/>
          </a:prstGeom>
          <a:noFill/>
        </p:spPr>
      </p:pic>
      <p:sp>
        <p:nvSpPr>
          <p:cNvPr id="2" name="Title 1">
            <a:extLst>
              <a:ext uri="{FF2B5EF4-FFF2-40B4-BE49-F238E27FC236}">
                <a16:creationId xmlns:a16="http://schemas.microsoft.com/office/drawing/2014/main" id="{ED830737-E91F-4A36-8029-51ED83FF0AD3}"/>
              </a:ext>
            </a:extLst>
          </p:cNvPr>
          <p:cNvSpPr>
            <a:spLocks noGrp="1"/>
          </p:cNvSpPr>
          <p:nvPr>
            <p:ph type="title"/>
          </p:nvPr>
        </p:nvSpPr>
        <p:spPr>
          <a:xfrm>
            <a:off x="229777" y="768459"/>
            <a:ext cx="11269662" cy="684212"/>
          </a:xfrm>
        </p:spPr>
        <p:txBody>
          <a:bodyPr>
            <a:normAutofit fontScale="90000"/>
          </a:bodyPr>
          <a:lstStyle/>
          <a:p>
            <a:r>
              <a:rPr lang="en-IN" sz="3600" b="1">
                <a:solidFill>
                  <a:srgbClr val="141414"/>
                </a:solidFill>
                <a:effectLst/>
                <a:latin typeface="Roboto" panose="02000000000000000000" pitchFamily="2" charset="0"/>
                <a:ea typeface="Times New Roman" panose="02020603050405020304" pitchFamily="18" charset="0"/>
                <a:cs typeface="Times New Roman" panose="02020603050405020304" pitchFamily="18" charset="0"/>
              </a:rPr>
              <a:t>Alepo UDR</a:t>
            </a:r>
            <a:br>
              <a:rPr lang="en-IN" sz="3600" b="1">
                <a:solidFill>
                  <a:srgbClr val="141414"/>
                </a:solidFill>
                <a:effectLst/>
                <a:latin typeface="Roboto" panose="02000000000000000000" pitchFamily="2" charset="0"/>
                <a:ea typeface="Times New Roman" panose="02020603050405020304" pitchFamily="18" charset="0"/>
                <a:cs typeface="Times New Roman" panose="02020603050405020304" pitchFamily="18" charset="0"/>
              </a:rPr>
            </a:br>
            <a:endParaRPr lang="en-IN"/>
          </a:p>
        </p:txBody>
      </p:sp>
    </p:spTree>
    <p:extLst>
      <p:ext uri="{BB962C8B-B14F-4D97-AF65-F5344CB8AC3E}">
        <p14:creationId xmlns:p14="http://schemas.microsoft.com/office/powerpoint/2010/main" val="212810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856F51-9455-4AB9-8C6A-9C8F99263537}"/>
              </a:ext>
            </a:extLst>
          </p:cNvPr>
          <p:cNvSpPr txBox="1"/>
          <p:nvPr/>
        </p:nvSpPr>
        <p:spPr>
          <a:xfrm>
            <a:off x="342899" y="1199575"/>
            <a:ext cx="11744325" cy="3602781"/>
          </a:xfrm>
          <a:prstGeom prst="rect">
            <a:avLst/>
          </a:prstGeom>
          <a:noFill/>
        </p:spPr>
        <p:txBody>
          <a:bodyPr wrap="square">
            <a:spAutoFit/>
          </a:bodyPr>
          <a:lstStyle/>
          <a:p>
            <a:pPr>
              <a:lnSpc>
                <a:spcPct val="107000"/>
              </a:lnSpc>
              <a:spcBef>
                <a:spcPts val="600"/>
              </a:spcBef>
              <a:spcAft>
                <a:spcPts val="600"/>
              </a:spcAft>
            </a:pPr>
            <a:r>
              <a:rPr lang="en-IN" sz="1200">
                <a:solidFill>
                  <a:srgbClr val="141414"/>
                </a:solidFill>
                <a:effectLst/>
                <a:ea typeface="Open Sans" panose="020B0606030504020204" pitchFamily="34" charset="0"/>
                <a:cs typeface="Times New Roman" panose="02020603050405020304" pitchFamily="18" charset="0"/>
              </a:rPr>
              <a:t>Using the </a:t>
            </a:r>
            <a:r>
              <a:rPr lang="en-IN" sz="1200" err="1">
                <a:solidFill>
                  <a:srgbClr val="141414"/>
                </a:solidFill>
                <a:effectLst/>
                <a:ea typeface="Open Sans" panose="020B0606030504020204" pitchFamily="34" charset="0"/>
                <a:cs typeface="Times New Roman" panose="02020603050405020304" pitchFamily="18" charset="0"/>
              </a:rPr>
              <a:t>Nudr</a:t>
            </a:r>
            <a:r>
              <a:rPr lang="en-IN" sz="1200">
                <a:solidFill>
                  <a:srgbClr val="141414"/>
                </a:solidFill>
                <a:effectLst/>
                <a:ea typeface="Open Sans" panose="020B0606030504020204" pitchFamily="34" charset="0"/>
                <a:cs typeface="Times New Roman" panose="02020603050405020304" pitchFamily="18" charset="0"/>
              </a:rPr>
              <a:t> interface, the UDR communicates with UDM and PCF. The UDR supports the following services:</a:t>
            </a:r>
          </a:p>
          <a:p>
            <a:pPr>
              <a:lnSpc>
                <a:spcPct val="107000"/>
              </a:lnSpc>
              <a:spcBef>
                <a:spcPts val="600"/>
              </a:spcBef>
              <a:spcAft>
                <a:spcPts val="600"/>
              </a:spcAft>
            </a:pPr>
            <a:br>
              <a:rPr lang="en-IN" sz="1200" b="1">
                <a:solidFill>
                  <a:srgbClr val="141414"/>
                </a:solidFill>
                <a:effectLst/>
                <a:ea typeface="Open Sans" panose="020B0606030504020204" pitchFamily="34" charset="0"/>
                <a:cs typeface="Times New Roman" panose="02020603050405020304" pitchFamily="18" charset="0"/>
              </a:rPr>
            </a:br>
            <a:r>
              <a:rPr lang="en-IN" sz="1200" b="1" err="1">
                <a:solidFill>
                  <a:srgbClr val="141414"/>
                </a:solidFill>
                <a:effectLst/>
                <a:ea typeface="Open Sans" panose="020B0606030504020204" pitchFamily="34" charset="0"/>
                <a:cs typeface="Times New Roman" panose="02020603050405020304" pitchFamily="18" charset="0"/>
              </a:rPr>
              <a:t>Nudr_DataRepository</a:t>
            </a:r>
            <a:r>
              <a:rPr lang="en-IN" sz="1200" b="1">
                <a:solidFill>
                  <a:srgbClr val="141414"/>
                </a:solidFill>
                <a:effectLst/>
                <a:ea typeface="Open Sans" panose="020B0606030504020204" pitchFamily="34" charset="0"/>
                <a:cs typeface="Times New Roman" panose="02020603050405020304" pitchFamily="18" charset="0"/>
              </a:rPr>
              <a:t> Service</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141414"/>
                </a:solidFill>
                <a:effectLst/>
                <a:ea typeface="Open Sans" panose="020B0606030504020204" pitchFamily="34" charset="0"/>
                <a:cs typeface="Times New Roman" panose="02020603050405020304" pitchFamily="18" charset="0"/>
              </a:rPr>
              <a:t>This service allows consumer NFs to retrieve, create, modify, and delete data stored in the UDR. It also allows the NF service consumers to subscribe and unsubscribe to data change notifications.</a:t>
            </a:r>
          </a:p>
          <a:p>
            <a:pPr>
              <a:lnSpc>
                <a:spcPct val="107000"/>
              </a:lnSpc>
              <a:spcBef>
                <a:spcPts val="600"/>
              </a:spcBef>
              <a:spcAft>
                <a:spcPts val="600"/>
              </a:spcAft>
            </a:pPr>
            <a:r>
              <a:rPr lang="en-IN" sz="1200">
                <a:solidFill>
                  <a:srgbClr val="141414"/>
                </a:solidFill>
                <a:effectLst/>
                <a:ea typeface="Open Sans" panose="020B0606030504020204" pitchFamily="34" charset="0"/>
                <a:cs typeface="Times New Roman" panose="02020603050405020304" pitchFamily="18" charset="0"/>
              </a:rPr>
              <a:t>The following service operations are used for the </a:t>
            </a:r>
            <a:r>
              <a:rPr lang="en-IN" sz="1200" err="1">
                <a:solidFill>
                  <a:srgbClr val="141414"/>
                </a:solidFill>
                <a:effectLst/>
                <a:ea typeface="Open Sans" panose="020B0606030504020204" pitchFamily="34" charset="0"/>
                <a:cs typeface="Times New Roman" panose="02020603050405020304" pitchFamily="18" charset="0"/>
              </a:rPr>
              <a:t>Nudr_DataRepository</a:t>
            </a:r>
            <a:r>
              <a:rPr lang="en-IN" sz="1200">
                <a:solidFill>
                  <a:srgbClr val="141414"/>
                </a:solidFill>
                <a:effectLst/>
                <a:ea typeface="Open Sans" panose="020B0606030504020204" pitchFamily="34" charset="0"/>
                <a:cs typeface="Times New Roman" panose="02020603050405020304" pitchFamily="18" charset="0"/>
              </a:rPr>
              <a:t> service:</a:t>
            </a:r>
          </a:p>
          <a:p>
            <a:pPr marL="342900" lvl="0" indent="-342900">
              <a:lnSpc>
                <a:spcPct val="107000"/>
              </a:lnSpc>
              <a:spcBef>
                <a:spcPts val="600"/>
              </a:spcBef>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Query</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Create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Delete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Update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Subscribe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Unsubscribe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Notify</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endParaRPr lang="en-IN" sz="1600">
              <a:solidFill>
                <a:srgbClr val="141414"/>
              </a:solidFill>
              <a:effectLst/>
              <a:latin typeface="+mj-lt"/>
              <a:ea typeface="Open Sans" panose="020B060603050402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936A9200-A912-4820-8376-6547AE4CC0E9}"/>
              </a:ext>
            </a:extLst>
          </p:cNvPr>
          <p:cNvSpPr>
            <a:spLocks noGrp="1"/>
          </p:cNvSpPr>
          <p:nvPr>
            <p:ph type="title"/>
          </p:nvPr>
        </p:nvSpPr>
        <p:spPr/>
        <p:txBody>
          <a:bodyPr/>
          <a:lstStyle/>
          <a:p>
            <a:r>
              <a:rPr lang="en-US"/>
              <a:t>UDR Services</a:t>
            </a:r>
            <a:endParaRPr lang="en-IN"/>
          </a:p>
        </p:txBody>
      </p:sp>
    </p:spTree>
    <p:extLst>
      <p:ext uri="{BB962C8B-B14F-4D97-AF65-F5344CB8AC3E}">
        <p14:creationId xmlns:p14="http://schemas.microsoft.com/office/powerpoint/2010/main" val="2461733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17</a:t>
            </a:fld>
            <a:endParaRPr lang="en-US"/>
          </a:p>
        </p:txBody>
      </p:sp>
      <p:sp>
        <p:nvSpPr>
          <p:cNvPr id="5" name="Content Placeholder 4">
            <a:extLst>
              <a:ext uri="{FF2B5EF4-FFF2-40B4-BE49-F238E27FC236}">
                <a16:creationId xmlns:a16="http://schemas.microsoft.com/office/drawing/2014/main" id="{7EBB0AF3-AC62-4365-99D1-029A3939AB6D}"/>
              </a:ext>
            </a:extLst>
          </p:cNvPr>
          <p:cNvSpPr>
            <a:spLocks noGrp="1"/>
          </p:cNvSpPr>
          <p:nvPr>
            <p:ph idx="1"/>
          </p:nvPr>
        </p:nvSpPr>
        <p:spPr>
          <a:xfrm>
            <a:off x="247704" y="884167"/>
            <a:ext cx="11269662" cy="5373758"/>
          </a:xfrm>
        </p:spPr>
        <p:txBody>
          <a:bodyPr/>
          <a:lstStyle/>
          <a:p>
            <a:pPr marL="0" indent="0">
              <a:buNone/>
            </a:pPr>
            <a:r>
              <a:rPr lang="en-US" sz="1200"/>
              <a:t>These are the steps to upgrade Installation or Configuration</a:t>
            </a:r>
          </a:p>
          <a:p>
            <a:pPr>
              <a:lnSpc>
                <a:spcPct val="107000"/>
              </a:lnSpc>
              <a:spcBef>
                <a:spcPts val="600"/>
              </a:spcBef>
              <a:spcAft>
                <a:spcPts val="600"/>
              </a:spcAft>
            </a:pPr>
            <a:r>
              <a:rPr lang="en-IN" sz="1200" b="1">
                <a:solidFill>
                  <a:srgbClr val="141414"/>
                </a:solidFill>
                <a:effectLst/>
                <a:ea typeface="Open Sans" panose="020B0606030504020204" pitchFamily="34" charset="0"/>
                <a:cs typeface="Times New Roman" panose="02020603050405020304" pitchFamily="18" charset="0"/>
              </a:rPr>
              <a:t>Step-1: </a:t>
            </a:r>
            <a:r>
              <a:rPr lang="en-IN" sz="1200">
                <a:solidFill>
                  <a:srgbClr val="141414"/>
                </a:solidFill>
                <a:effectLst/>
                <a:ea typeface="Open Sans" panose="020B0606030504020204" pitchFamily="34" charset="0"/>
                <a:cs typeface="Times New Roman" panose="02020603050405020304" pitchFamily="18" charset="0"/>
              </a:rPr>
              <a:t>Make appropriate changes in override file</a:t>
            </a:r>
          </a:p>
          <a:p>
            <a:pPr>
              <a:lnSpc>
                <a:spcPct val="107000"/>
              </a:lnSpc>
              <a:spcBef>
                <a:spcPts val="600"/>
              </a:spcBef>
              <a:spcAft>
                <a:spcPts val="600"/>
              </a:spcAft>
            </a:pPr>
            <a:r>
              <a:rPr lang="en-IN" sz="1200" b="1">
                <a:solidFill>
                  <a:srgbClr val="141414"/>
                </a:solidFill>
                <a:effectLst/>
                <a:ea typeface="Open Sans" panose="020B0606030504020204" pitchFamily="34" charset="0"/>
                <a:cs typeface="Times New Roman" panose="02020603050405020304" pitchFamily="18" charset="0"/>
              </a:rPr>
              <a:t>Step-2:</a:t>
            </a:r>
            <a:r>
              <a:rPr lang="en-IN" sz="1200">
                <a:solidFill>
                  <a:srgbClr val="141414"/>
                </a:solidFill>
                <a:effectLst/>
                <a:ea typeface="Open Sans" panose="020B0606030504020204" pitchFamily="34" charset="0"/>
                <a:cs typeface="Times New Roman" panose="02020603050405020304" pitchFamily="18" charset="0"/>
              </a:rPr>
              <a:t>  Use the following command</a:t>
            </a:r>
          </a:p>
          <a:p>
            <a:pPr>
              <a:lnSpc>
                <a:spcPct val="107000"/>
              </a:lnSpc>
              <a:spcBef>
                <a:spcPts val="600"/>
              </a:spcBef>
              <a:spcAft>
                <a:spcPts val="600"/>
              </a:spcAft>
            </a:pP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ffectLst/>
              <a:ea typeface="Open Sans" panose="020B0606030504020204" pitchFamily="34" charset="0"/>
              <a:cs typeface="Times New Roman" panose="02020603050405020304" pitchFamily="18" charset="0"/>
            </a:endParaRPr>
          </a:p>
          <a:p>
            <a:endParaRPr lang="en-IN" sz="1200"/>
          </a:p>
          <a:p>
            <a:pPr marL="0" indent="0">
              <a:buNone/>
            </a:pPr>
            <a:endParaRPr lang="en-IN" sz="1200"/>
          </a:p>
          <a:p>
            <a:pPr marL="0" indent="0">
              <a:buNone/>
            </a:pPr>
            <a:endParaRPr lang="en-IN" sz="1200"/>
          </a:p>
          <a:p>
            <a:pPr marL="0" indent="0">
              <a:lnSpc>
                <a:spcPct val="107000"/>
              </a:lnSpc>
              <a:spcBef>
                <a:spcPts val="600"/>
              </a:spcBef>
              <a:spcAft>
                <a:spcPts val="600"/>
              </a:spcAft>
              <a:buNone/>
            </a:pPr>
            <a:r>
              <a:rPr lang="en-IN" sz="1200" b="1">
                <a:solidFill>
                  <a:srgbClr val="141414"/>
                </a:solidFill>
                <a:ea typeface="Open Sans" panose="020B0606030504020204" pitchFamily="34" charset="0"/>
                <a:cs typeface="Times New Roman" panose="02020603050405020304" pitchFamily="18" charset="0"/>
              </a:rPr>
              <a:t>Delete NF</a:t>
            </a:r>
          </a:p>
          <a:p>
            <a:pPr>
              <a:lnSpc>
                <a:spcPct val="107000"/>
              </a:lnSpc>
              <a:spcBef>
                <a:spcPts val="600"/>
              </a:spcBef>
              <a:spcAft>
                <a:spcPts val="600"/>
              </a:spcAft>
            </a:pPr>
            <a:r>
              <a:rPr lang="en-IN" sz="1200">
                <a:solidFill>
                  <a:srgbClr val="141414"/>
                </a:solidFill>
                <a:ea typeface="Open Sans" panose="020B0606030504020204" pitchFamily="34" charset="0"/>
                <a:cs typeface="Times New Roman" panose="02020603050405020304" pitchFamily="18" charset="0"/>
              </a:rPr>
              <a:t>Use the following command</a:t>
            </a:r>
          </a:p>
          <a:p>
            <a:pPr marL="0" indent="0">
              <a:buNone/>
            </a:pPr>
            <a:endParaRPr lang="en-IN"/>
          </a:p>
        </p:txBody>
      </p:sp>
      <p:sp>
        <p:nvSpPr>
          <p:cNvPr id="6" name="Title 10">
            <a:extLst>
              <a:ext uri="{FF2B5EF4-FFF2-40B4-BE49-F238E27FC236}">
                <a16:creationId xmlns:a16="http://schemas.microsoft.com/office/drawing/2014/main" id="{45B8BA66-5628-4E29-8308-4A98308BC323}"/>
              </a:ext>
            </a:extLst>
          </p:cNvPr>
          <p:cNvSpPr>
            <a:spLocks noGrp="1"/>
          </p:cNvSpPr>
          <p:nvPr>
            <p:ph type="title"/>
          </p:nvPr>
        </p:nvSpPr>
        <p:spPr>
          <a:xfrm>
            <a:off x="261938" y="201184"/>
            <a:ext cx="11269662" cy="684212"/>
          </a:xfrm>
        </p:spPr>
        <p:txBody>
          <a:bodyPr/>
          <a:lstStyle/>
          <a:p>
            <a:pPr>
              <a:lnSpc>
                <a:spcPct val="100000"/>
              </a:lnSpc>
            </a:pPr>
            <a:r>
              <a:rPr lang="en-US" sz="3600"/>
              <a:t>UDR Configuration</a:t>
            </a:r>
          </a:p>
        </p:txBody>
      </p:sp>
      <p:graphicFrame>
        <p:nvGraphicFramePr>
          <p:cNvPr id="9" name="Table 8">
            <a:extLst>
              <a:ext uri="{FF2B5EF4-FFF2-40B4-BE49-F238E27FC236}">
                <a16:creationId xmlns:a16="http://schemas.microsoft.com/office/drawing/2014/main" id="{E916B151-C1F8-403E-B5FC-55FD2728E884}"/>
              </a:ext>
            </a:extLst>
          </p:cNvPr>
          <p:cNvGraphicFramePr>
            <a:graphicFrameLocks noGrp="1"/>
          </p:cNvGraphicFramePr>
          <p:nvPr/>
        </p:nvGraphicFramePr>
        <p:xfrm>
          <a:off x="261938" y="2117661"/>
          <a:ext cx="11269662" cy="1311339"/>
        </p:xfrm>
        <a:graphic>
          <a:graphicData uri="http://schemas.openxmlformats.org/drawingml/2006/table">
            <a:tbl>
              <a:tblPr firstRow="1" firstCol="1" lastRow="1" lastCol="1" bandRow="1" bandCol="1">
                <a:tableStyleId>{5C22544A-7EE6-4342-B048-85BDC9FD1C3A}</a:tableStyleId>
              </a:tblPr>
              <a:tblGrid>
                <a:gridCol w="11269662">
                  <a:extLst>
                    <a:ext uri="{9D8B030D-6E8A-4147-A177-3AD203B41FA5}">
                      <a16:colId xmlns:a16="http://schemas.microsoft.com/office/drawing/2014/main" val="3466943088"/>
                    </a:ext>
                  </a:extLst>
                </a:gridCol>
              </a:tblGrid>
              <a:tr h="0">
                <a:tc>
                  <a:txBody>
                    <a:bodyPr/>
                    <a:lstStyle/>
                    <a:p>
                      <a:pPr marL="152400">
                        <a:lnSpc>
                          <a:spcPct val="107000"/>
                        </a:lnSpc>
                        <a:spcBef>
                          <a:spcPts val="600"/>
                        </a:spcBef>
                        <a:spcAft>
                          <a:spcPts val="600"/>
                        </a:spcAft>
                      </a:pPr>
                      <a:r>
                        <a:rPr lang="en-IN" sz="900">
                          <a:effectLst/>
                        </a:rPr>
                        <a:t># helm3 </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udr</a:t>
                      </a:r>
                      <a:r>
                        <a:rPr lang="en-IN" sz="900">
                          <a:effectLst/>
                        </a:rPr>
                        <a:t> </a:t>
                      </a:r>
                      <a:r>
                        <a:rPr lang="en-IN" sz="900" err="1">
                          <a:effectLst/>
                        </a:rPr>
                        <a:t>udr</a:t>
                      </a:r>
                      <a:r>
                        <a:rPr lang="en-IN" sz="900">
                          <a:effectLst/>
                        </a:rPr>
                        <a:t> -f </a:t>
                      </a:r>
                      <a:r>
                        <a:rPr lang="en-IN" sz="900" err="1">
                          <a:effectLst/>
                        </a:rPr>
                        <a:t>udr-override.yaml</a:t>
                      </a:r>
                      <a:r>
                        <a:rPr lang="en-IN" sz="900">
                          <a:effectLst/>
                        </a:rPr>
                        <a:t> -n &lt;namespace&gt;</a:t>
                      </a:r>
                      <a:endParaRPr lang="en-IN" sz="1000">
                        <a:effectLst/>
                      </a:endParaRPr>
                    </a:p>
                    <a:p>
                      <a:pPr marL="152400">
                        <a:lnSpc>
                          <a:spcPct val="107000"/>
                        </a:lnSpc>
                        <a:spcBef>
                          <a:spcPts val="600"/>
                        </a:spcBef>
                        <a:spcAft>
                          <a:spcPts val="600"/>
                        </a:spcAft>
                      </a:pPr>
                      <a:r>
                        <a:rPr lang="en-IN" sz="900">
                          <a:effectLst/>
                        </a:rPr>
                        <a:t># helm2</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udr</a:t>
                      </a:r>
                      <a:r>
                        <a:rPr lang="en-IN" sz="900">
                          <a:effectLst/>
                        </a:rPr>
                        <a:t> </a:t>
                      </a:r>
                      <a:r>
                        <a:rPr lang="en-IN" sz="900" err="1">
                          <a:effectLst/>
                        </a:rPr>
                        <a:t>udr</a:t>
                      </a:r>
                      <a:r>
                        <a:rPr lang="en-IN" sz="900">
                          <a:effectLst/>
                        </a:rPr>
                        <a:t> -f </a:t>
                      </a:r>
                      <a:r>
                        <a:rPr lang="en-IN" sz="900" err="1">
                          <a:effectLst/>
                        </a:rPr>
                        <a:t>udr-override.yaml</a:t>
                      </a:r>
                      <a:r>
                        <a:rPr lang="en-IN" sz="900">
                          <a:effectLst/>
                        </a:rPr>
                        <a:t> --namespace &lt;namespace&gt;</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3183096414"/>
                  </a:ext>
                </a:extLst>
              </a:tr>
            </a:tbl>
          </a:graphicData>
        </a:graphic>
      </p:graphicFrame>
      <p:graphicFrame>
        <p:nvGraphicFramePr>
          <p:cNvPr id="13" name="Table 12">
            <a:extLst>
              <a:ext uri="{FF2B5EF4-FFF2-40B4-BE49-F238E27FC236}">
                <a16:creationId xmlns:a16="http://schemas.microsoft.com/office/drawing/2014/main" id="{F4C59751-F644-4927-9CE1-50A1CFA4BBF8}"/>
              </a:ext>
            </a:extLst>
          </p:cNvPr>
          <p:cNvGraphicFramePr>
            <a:graphicFrameLocks noGrp="1"/>
          </p:cNvGraphicFramePr>
          <p:nvPr/>
        </p:nvGraphicFramePr>
        <p:xfrm>
          <a:off x="247704" y="4845454"/>
          <a:ext cx="11269662" cy="1311339"/>
        </p:xfrm>
        <a:graphic>
          <a:graphicData uri="http://schemas.openxmlformats.org/drawingml/2006/table">
            <a:tbl>
              <a:tblPr firstRow="1" firstCol="1" lastRow="1" lastCol="1" bandRow="1" bandCol="1">
                <a:tableStyleId>{5C22544A-7EE6-4342-B048-85BDC9FD1C3A}</a:tableStyleId>
              </a:tblPr>
              <a:tblGrid>
                <a:gridCol w="11269662">
                  <a:extLst>
                    <a:ext uri="{9D8B030D-6E8A-4147-A177-3AD203B41FA5}">
                      <a16:colId xmlns:a16="http://schemas.microsoft.com/office/drawing/2014/main" val="3343723736"/>
                    </a:ext>
                  </a:extLst>
                </a:gridCol>
              </a:tblGrid>
              <a:tr h="0">
                <a:tc>
                  <a:txBody>
                    <a:bodyPr/>
                    <a:lstStyle/>
                    <a:p>
                      <a:pPr marL="152400">
                        <a:lnSpc>
                          <a:spcPct val="107000"/>
                        </a:lnSpc>
                        <a:spcBef>
                          <a:spcPts val="600"/>
                        </a:spcBef>
                        <a:spcAft>
                          <a:spcPts val="600"/>
                        </a:spcAft>
                      </a:pPr>
                      <a:r>
                        <a:rPr lang="en-IN" sz="900">
                          <a:effectLst/>
                        </a:rPr>
                        <a:t># helm3 </a:t>
                      </a:r>
                      <a:endParaRPr lang="en-IN" sz="1000">
                        <a:effectLst/>
                      </a:endParaRPr>
                    </a:p>
                    <a:p>
                      <a:pPr marL="152400">
                        <a:lnSpc>
                          <a:spcPct val="107000"/>
                        </a:lnSpc>
                        <a:spcBef>
                          <a:spcPts val="600"/>
                        </a:spcBef>
                        <a:spcAft>
                          <a:spcPts val="600"/>
                        </a:spcAft>
                      </a:pPr>
                      <a:r>
                        <a:rPr lang="en-IN" sz="900">
                          <a:effectLst/>
                        </a:rPr>
                        <a:t>helm del </a:t>
                      </a:r>
                      <a:r>
                        <a:rPr lang="en-IN" sz="900" err="1">
                          <a:effectLst/>
                        </a:rPr>
                        <a:t>udr</a:t>
                      </a:r>
                      <a:r>
                        <a:rPr lang="en-IN" sz="900">
                          <a:effectLst/>
                        </a:rPr>
                        <a:t> -n &lt;namespace&gt;</a:t>
                      </a:r>
                      <a:endParaRPr lang="en-IN" sz="1000">
                        <a:effectLst/>
                      </a:endParaRPr>
                    </a:p>
                    <a:p>
                      <a:pPr marL="152400">
                        <a:lnSpc>
                          <a:spcPct val="107000"/>
                        </a:lnSpc>
                        <a:spcBef>
                          <a:spcPts val="600"/>
                        </a:spcBef>
                        <a:spcAft>
                          <a:spcPts val="600"/>
                        </a:spcAft>
                      </a:pPr>
                      <a:r>
                        <a:rPr lang="en-IN" sz="900">
                          <a:effectLst/>
                        </a:rPr>
                        <a:t># helm2</a:t>
                      </a:r>
                      <a:endParaRPr lang="en-IN" sz="1000">
                        <a:effectLst/>
                      </a:endParaRPr>
                    </a:p>
                    <a:p>
                      <a:pPr marL="152400">
                        <a:lnSpc>
                          <a:spcPct val="107000"/>
                        </a:lnSpc>
                        <a:spcBef>
                          <a:spcPts val="600"/>
                        </a:spcBef>
                        <a:spcAft>
                          <a:spcPts val="600"/>
                        </a:spcAft>
                      </a:pPr>
                      <a:r>
                        <a:rPr lang="en-IN" sz="900">
                          <a:effectLst/>
                        </a:rPr>
                        <a:t>helm del --purge </a:t>
                      </a:r>
                      <a:r>
                        <a:rPr lang="en-IN" sz="900" err="1">
                          <a:effectLst/>
                        </a:rPr>
                        <a:t>udr</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1266491464"/>
                  </a:ext>
                </a:extLst>
              </a:tr>
            </a:tbl>
          </a:graphicData>
        </a:graphic>
      </p:graphicFrame>
    </p:spTree>
    <p:custDataLst>
      <p:tags r:id="rId1"/>
    </p:custDataLst>
    <p:extLst>
      <p:ext uri="{BB962C8B-B14F-4D97-AF65-F5344CB8AC3E}">
        <p14:creationId xmlns:p14="http://schemas.microsoft.com/office/powerpoint/2010/main" val="1187715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IN" sz="5400">
                <a:solidFill>
                  <a:srgbClr val="FFFFFF"/>
                </a:solidFill>
              </a:rPr>
              <a:t>Network Function - UDM</a:t>
            </a:r>
          </a:p>
        </p:txBody>
      </p:sp>
    </p:spTree>
    <p:extLst>
      <p:ext uri="{BB962C8B-B14F-4D97-AF65-F5344CB8AC3E}">
        <p14:creationId xmlns:p14="http://schemas.microsoft.com/office/powerpoint/2010/main" val="2047891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19</a:t>
            </a:fld>
            <a:endParaRPr lang="en-US"/>
          </a:p>
        </p:txBody>
      </p:sp>
      <p:sp>
        <p:nvSpPr>
          <p:cNvPr id="5" name="Content Placeholder 4">
            <a:extLst>
              <a:ext uri="{FF2B5EF4-FFF2-40B4-BE49-F238E27FC236}">
                <a16:creationId xmlns:a16="http://schemas.microsoft.com/office/drawing/2014/main" id="{7EBB0AF3-AC62-4365-99D1-029A3939AB6D}"/>
              </a:ext>
            </a:extLst>
          </p:cNvPr>
          <p:cNvSpPr>
            <a:spLocks noGrp="1"/>
          </p:cNvSpPr>
          <p:nvPr>
            <p:ph idx="1"/>
          </p:nvPr>
        </p:nvSpPr>
        <p:spPr>
          <a:xfrm>
            <a:off x="261938" y="1315681"/>
            <a:ext cx="11269662" cy="4824412"/>
          </a:xfrm>
        </p:spPr>
        <p:txBody>
          <a:bodyPr>
            <a:normAutofit fontScale="25000" lnSpcReduction="20000"/>
          </a:bodyPr>
          <a:lstStyle/>
          <a:p>
            <a:pPr>
              <a:lnSpc>
                <a:spcPct val="107000"/>
              </a:lnSpc>
              <a:spcBef>
                <a:spcPts val="600"/>
              </a:spcBef>
              <a:spcAft>
                <a:spcPts val="600"/>
              </a:spcAft>
            </a:pPr>
            <a:r>
              <a:rPr lang="en-IN" sz="4800">
                <a:solidFill>
                  <a:srgbClr val="000000"/>
                </a:solidFill>
                <a:effectLst/>
                <a:ea typeface="Open Sans" panose="020B0606030504020204" pitchFamily="34" charset="0"/>
                <a:cs typeface="Times New Roman" panose="02020603050405020304" pitchFamily="18" charset="0"/>
              </a:rPr>
              <a:t>Alepo’s Unified Data Management (UDM) function is fully compliant with the TS 29.503 Release 16. </a:t>
            </a:r>
            <a:endParaRPr lang="en-IN" sz="48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4800">
                <a:solidFill>
                  <a:srgbClr val="000000"/>
                </a:solidFill>
                <a:effectLst/>
                <a:ea typeface="Open Sans" panose="020B0606030504020204" pitchFamily="34" charset="0"/>
                <a:cs typeface="Times New Roman" panose="02020603050405020304" pitchFamily="18" charset="0"/>
              </a:rPr>
              <a:t>The UDM is responsible for the following major activities:</a:t>
            </a:r>
            <a:endParaRPr lang="en-IN" sz="48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Bef>
                <a:spcPts val="600"/>
              </a:spcBef>
              <a:buFont typeface="Wingdings" panose="05000000000000000000" pitchFamily="2" charset="2"/>
              <a:buChar char=""/>
            </a:pPr>
            <a:r>
              <a:rPr lang="en-IN" sz="4800">
                <a:solidFill>
                  <a:srgbClr val="000000"/>
                </a:solidFill>
                <a:effectLst/>
                <a:ea typeface="Open Sans" panose="020B0606030504020204" pitchFamily="34" charset="0"/>
                <a:cs typeface="Times New Roman" panose="02020603050405020304" pitchFamily="18" charset="0"/>
              </a:rPr>
              <a:t>Support for 3GPP S6a with MME and </a:t>
            </a:r>
            <a:r>
              <a:rPr lang="en-IN" sz="4800" err="1">
                <a:solidFill>
                  <a:srgbClr val="000000"/>
                </a:solidFill>
                <a:effectLst/>
                <a:ea typeface="Open Sans" panose="020B0606030504020204" pitchFamily="34" charset="0"/>
                <a:cs typeface="Times New Roman" panose="02020603050405020304" pitchFamily="18" charset="0"/>
              </a:rPr>
              <a:t>Nudm</a:t>
            </a:r>
            <a:r>
              <a:rPr lang="en-IN" sz="4800">
                <a:solidFill>
                  <a:srgbClr val="000000"/>
                </a:solidFill>
                <a:effectLst/>
                <a:ea typeface="Open Sans" panose="020B0606030504020204" pitchFamily="34" charset="0"/>
                <a:cs typeface="Times New Roman" panose="02020603050405020304" pitchFamily="18" charset="0"/>
              </a:rPr>
              <a:t> interface with AMF and SMF based on 3GPP TS 29.272 R16 and TS 29.503 R16</a:t>
            </a:r>
            <a:endParaRPr lang="en-IN" sz="48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4800">
                <a:solidFill>
                  <a:srgbClr val="000000"/>
                </a:solidFill>
                <a:effectLst/>
                <a:ea typeface="Open Sans" panose="020B0606030504020204" pitchFamily="34" charset="0"/>
                <a:cs typeface="Times New Roman" panose="02020603050405020304" pitchFamily="18" charset="0"/>
              </a:rPr>
              <a:t>Supports EPS-AKA, 5G-AKA authentication methods</a:t>
            </a:r>
            <a:endParaRPr lang="en-IN" sz="48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4800">
                <a:solidFill>
                  <a:srgbClr val="000000"/>
                </a:solidFill>
                <a:effectLst/>
                <a:ea typeface="Open Sans" panose="020B0606030504020204" pitchFamily="34" charset="0"/>
                <a:cs typeface="Times New Roman" panose="02020603050405020304" pitchFamily="18" charset="0"/>
              </a:rPr>
              <a:t>Manages user identities (storage and management of SUPI/SUCI/IMSI/GPSI for each subscriber in the 4G+5G)</a:t>
            </a:r>
            <a:endParaRPr lang="en-IN" sz="48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4800">
                <a:solidFill>
                  <a:srgbClr val="000000"/>
                </a:solidFill>
                <a:effectLst/>
                <a:ea typeface="Open Sans" panose="020B0606030504020204" pitchFamily="34" charset="0"/>
                <a:cs typeface="Times New Roman" panose="02020603050405020304" pitchFamily="18" charset="0"/>
              </a:rPr>
              <a:t>SUCI de-concealing (SUCI to SUPI conversion) using Profile A, Profile B, and null scheme method</a:t>
            </a:r>
            <a:endParaRPr lang="en-IN" sz="48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4800">
                <a:solidFill>
                  <a:srgbClr val="000000"/>
                </a:solidFill>
                <a:effectLst/>
                <a:ea typeface="Open Sans" panose="020B0606030504020204" pitchFamily="34" charset="0"/>
                <a:cs typeface="Times New Roman" panose="02020603050405020304" pitchFamily="18" charset="0"/>
              </a:rPr>
              <a:t>Handles 4G authentication and service authorization using subscription data</a:t>
            </a:r>
            <a:endParaRPr lang="en-IN" sz="48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4800">
                <a:solidFill>
                  <a:srgbClr val="000000"/>
                </a:solidFill>
                <a:effectLst/>
                <a:ea typeface="Open Sans" panose="020B0606030504020204" pitchFamily="34" charset="0"/>
                <a:cs typeface="Times New Roman" panose="02020603050405020304" pitchFamily="18" charset="0"/>
              </a:rPr>
              <a:t>Stores and manages AMF/MME and SMF contexts for UEs </a:t>
            </a:r>
            <a:endParaRPr lang="en-IN" sz="48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4800">
                <a:solidFill>
                  <a:srgbClr val="000000"/>
                </a:solidFill>
                <a:effectLst/>
                <a:ea typeface="Open Sans" panose="020B0606030504020204" pitchFamily="34" charset="0"/>
                <a:cs typeface="Times New Roman" panose="02020603050405020304" pitchFamily="18" charset="0"/>
              </a:rPr>
              <a:t>Support for V2X subscription data and Dedicated Core</a:t>
            </a:r>
            <a:endParaRPr lang="en-IN" sz="48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4800">
                <a:solidFill>
                  <a:srgbClr val="000000"/>
                </a:solidFill>
                <a:effectLst/>
                <a:ea typeface="Open Sans" panose="020B0606030504020204" pitchFamily="34" charset="0"/>
                <a:cs typeface="Times New Roman" panose="02020603050405020304" pitchFamily="18" charset="0"/>
              </a:rPr>
              <a:t>Support for PLMN-based authentication and authorization (including roaming use cases)</a:t>
            </a:r>
            <a:endParaRPr lang="en-IN" sz="48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4800">
                <a:solidFill>
                  <a:srgbClr val="000000"/>
                </a:solidFill>
                <a:effectLst/>
                <a:ea typeface="Open Sans" panose="020B0606030504020204" pitchFamily="34" charset="0"/>
                <a:cs typeface="Times New Roman" panose="02020603050405020304" pitchFamily="18" charset="0"/>
              </a:rPr>
              <a:t>Supports inter-RAT, intra-RAT mobility</a:t>
            </a:r>
            <a:endParaRPr lang="en-IN" sz="48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4800">
                <a:solidFill>
                  <a:srgbClr val="000000"/>
                </a:solidFill>
                <a:effectLst/>
                <a:ea typeface="Open Sans" panose="020B0606030504020204" pitchFamily="34" charset="0"/>
                <a:cs typeface="Times New Roman" panose="02020603050405020304" pitchFamily="18" charset="0"/>
              </a:rPr>
              <a:t>Enables service and session continuity by managing SMF/DNN contexts for ongoing sessions</a:t>
            </a:r>
            <a:endParaRPr lang="en-IN" sz="48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r>
              <a:rPr lang="en-IN" sz="4800">
                <a:solidFill>
                  <a:srgbClr val="000000"/>
                </a:solidFill>
                <a:effectLst/>
                <a:ea typeface="Open Sans" panose="020B0606030504020204" pitchFamily="34" charset="0"/>
                <a:cs typeface="Times New Roman" panose="02020603050405020304" pitchFamily="18" charset="0"/>
              </a:rPr>
              <a:t>Supports for Interworking Function (IWF) for interfacing with 4G network nodes</a:t>
            </a:r>
          </a:p>
          <a:p>
            <a:pPr>
              <a:lnSpc>
                <a:spcPct val="107000"/>
              </a:lnSpc>
              <a:spcAft>
                <a:spcPts val="600"/>
              </a:spcAft>
            </a:pPr>
            <a:r>
              <a:rPr lang="en-IN" sz="4800">
                <a:solidFill>
                  <a:srgbClr val="000000"/>
                </a:solidFill>
                <a:effectLst/>
                <a:ea typeface="Open Sans" panose="020B0606030504020204" pitchFamily="34" charset="0"/>
                <a:cs typeface="Times New Roman" panose="02020603050405020304" pitchFamily="18" charset="0"/>
              </a:rPr>
              <a:t>Subscriber information is stored in the UDR. The UDM function manages subscription data for access authorization, user registration, and data network profiles, which it retrieves from the UDR and sends to other network functions. Alepo UDM also supports integration with third-party UDR over standard </a:t>
            </a:r>
            <a:r>
              <a:rPr lang="en-IN" sz="4800" err="1">
                <a:solidFill>
                  <a:srgbClr val="000000"/>
                </a:solidFill>
                <a:effectLst/>
                <a:ea typeface="Open Sans" panose="020B0606030504020204" pitchFamily="34" charset="0"/>
                <a:cs typeface="Times New Roman" panose="02020603050405020304" pitchFamily="18" charset="0"/>
              </a:rPr>
              <a:t>Nudr</a:t>
            </a:r>
            <a:r>
              <a:rPr lang="en-IN" sz="4800">
                <a:solidFill>
                  <a:srgbClr val="000000"/>
                </a:solidFill>
                <a:effectLst/>
                <a:ea typeface="Open Sans" panose="020B0606030504020204" pitchFamily="34" charset="0"/>
                <a:cs typeface="Times New Roman" panose="02020603050405020304" pitchFamily="18" charset="0"/>
              </a:rPr>
              <a:t> interface</a:t>
            </a:r>
            <a:endParaRPr lang="en-IN" sz="4800">
              <a:solidFill>
                <a:srgbClr val="141414"/>
              </a:solidFill>
              <a:effectLst/>
              <a:ea typeface="Open Sans" panose="020B0606030504020204" pitchFamily="34" charset="0"/>
              <a:cs typeface="Times New Roman" panose="02020603050405020304" pitchFamily="18" charset="0"/>
            </a:endParaRPr>
          </a:p>
          <a:p>
            <a:endParaRPr lang="en-IN"/>
          </a:p>
        </p:txBody>
      </p:sp>
      <p:sp>
        <p:nvSpPr>
          <p:cNvPr id="6" name="Title 10">
            <a:extLst>
              <a:ext uri="{FF2B5EF4-FFF2-40B4-BE49-F238E27FC236}">
                <a16:creationId xmlns:a16="http://schemas.microsoft.com/office/drawing/2014/main" id="{BBF22BEF-1DA3-43AE-A981-A858CDA84CC6}"/>
              </a:ext>
            </a:extLst>
          </p:cNvPr>
          <p:cNvSpPr>
            <a:spLocks noGrp="1"/>
          </p:cNvSpPr>
          <p:nvPr>
            <p:ph type="title"/>
          </p:nvPr>
        </p:nvSpPr>
        <p:spPr>
          <a:xfrm>
            <a:off x="261938" y="525104"/>
            <a:ext cx="11269662" cy="684212"/>
          </a:xfrm>
        </p:spPr>
        <p:txBody>
          <a:bodyPr/>
          <a:lstStyle/>
          <a:p>
            <a:pPr>
              <a:lnSpc>
                <a:spcPct val="100000"/>
              </a:lnSpc>
            </a:pPr>
            <a:r>
              <a:rPr lang="en-US" sz="3600"/>
              <a:t>Alepo UDM</a:t>
            </a:r>
          </a:p>
        </p:txBody>
      </p:sp>
    </p:spTree>
    <p:custDataLst>
      <p:tags r:id="rId1"/>
    </p:custDataLst>
    <p:extLst>
      <p:ext uri="{BB962C8B-B14F-4D97-AF65-F5344CB8AC3E}">
        <p14:creationId xmlns:p14="http://schemas.microsoft.com/office/powerpoint/2010/main" val="605507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20</a:t>
            </a:fld>
            <a:endParaRPr lang="en-US"/>
          </a:p>
        </p:txBody>
      </p:sp>
      <p:sp>
        <p:nvSpPr>
          <p:cNvPr id="5" name="Content Placeholder 4">
            <a:extLst>
              <a:ext uri="{FF2B5EF4-FFF2-40B4-BE49-F238E27FC236}">
                <a16:creationId xmlns:a16="http://schemas.microsoft.com/office/drawing/2014/main" id="{7EBB0AF3-AC62-4365-99D1-029A3939AB6D}"/>
              </a:ext>
            </a:extLst>
          </p:cNvPr>
          <p:cNvSpPr>
            <a:spLocks noGrp="1"/>
          </p:cNvSpPr>
          <p:nvPr>
            <p:ph idx="1"/>
          </p:nvPr>
        </p:nvSpPr>
        <p:spPr>
          <a:xfrm>
            <a:off x="247704" y="864206"/>
            <a:ext cx="11269662" cy="5540011"/>
          </a:xfrm>
        </p:spPr>
        <p:txBody>
          <a:bodyPr>
            <a:noAutofit/>
          </a:bodyPr>
          <a:lstStyle/>
          <a:p>
            <a:pPr>
              <a:lnSpc>
                <a:spcPct val="107000"/>
              </a:lnSpc>
              <a:spcBef>
                <a:spcPts val="600"/>
              </a:spcBef>
              <a:spcAft>
                <a:spcPts val="600"/>
              </a:spcAft>
            </a:pPr>
            <a:r>
              <a:rPr lang="en-IN" sz="1200" b="1">
                <a:solidFill>
                  <a:srgbClr val="000000"/>
                </a:solidFill>
                <a:effectLst/>
                <a:ea typeface="Open Sans" panose="020B0606030504020204" pitchFamily="34" charset="0"/>
                <a:cs typeface="Times New Roman" panose="02020603050405020304" pitchFamily="18" charset="0"/>
              </a:rPr>
              <a:t>UDM Services</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Alepo UDM supports the following services:</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b="1" err="1">
                <a:solidFill>
                  <a:srgbClr val="000000"/>
                </a:solidFill>
                <a:effectLst/>
                <a:ea typeface="Open Sans" panose="020B0606030504020204" pitchFamily="34" charset="0"/>
                <a:cs typeface="Times New Roman" panose="02020603050405020304" pitchFamily="18" charset="0"/>
              </a:rPr>
              <a:t>nudm_sdm</a:t>
            </a:r>
            <a:r>
              <a:rPr lang="en-IN" sz="1200" b="1">
                <a:solidFill>
                  <a:srgbClr val="000000"/>
                </a:solidFill>
                <a:effectLst/>
                <a:ea typeface="Open Sans" panose="020B0606030504020204" pitchFamily="34" charset="0"/>
                <a:cs typeface="Times New Roman" panose="02020603050405020304" pitchFamily="18" charset="0"/>
              </a:rPr>
              <a:t> service</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err="1">
                <a:solidFill>
                  <a:srgbClr val="000000"/>
                </a:solidFill>
                <a:effectLst/>
                <a:ea typeface="Open Sans" panose="020B0606030504020204" pitchFamily="34" charset="0"/>
                <a:cs typeface="Times New Roman" panose="02020603050405020304" pitchFamily="18" charset="0"/>
              </a:rPr>
              <a:t>Nudm_SubscriberDataManagement</a:t>
            </a:r>
            <a:r>
              <a:rPr lang="en-IN" sz="1200">
                <a:solidFill>
                  <a:srgbClr val="000000"/>
                </a:solidFill>
                <a:effectLst/>
                <a:ea typeface="Open Sans" panose="020B0606030504020204" pitchFamily="34" charset="0"/>
                <a:cs typeface="Times New Roman" panose="02020603050405020304" pitchFamily="18" charset="0"/>
              </a:rPr>
              <a:t> service is used by consumer NFs (AMF, SMF, SMSF) to retrieve/modify the subscription data that is relevant to the consumer NF from the UDM. It also used by consumer NFs to subscribe and unsubscribe from notifications of data changes.</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The following service operations are used for the </a:t>
            </a:r>
            <a:r>
              <a:rPr lang="en-IN" sz="1200" err="1">
                <a:solidFill>
                  <a:srgbClr val="000000"/>
                </a:solidFill>
                <a:effectLst/>
                <a:ea typeface="Open Sans" panose="020B0606030504020204" pitchFamily="34" charset="0"/>
                <a:cs typeface="Times New Roman" panose="02020603050405020304" pitchFamily="18" charset="0"/>
              </a:rPr>
              <a:t>Nudm_SubscriberDataManagement</a:t>
            </a:r>
            <a:r>
              <a:rPr lang="en-IN" sz="1200">
                <a:solidFill>
                  <a:srgbClr val="000000"/>
                </a:solidFill>
                <a:effectLst/>
                <a:ea typeface="Open Sans" panose="020B0606030504020204" pitchFamily="34" charset="0"/>
                <a:cs typeface="Times New Roman" panose="02020603050405020304" pitchFamily="18" charset="0"/>
              </a:rPr>
              <a:t> service: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Bef>
                <a:spcPts val="600"/>
              </a:spcBef>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Get</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Subscribe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Unsubscribe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Notification</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Info</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b="1" err="1">
                <a:solidFill>
                  <a:srgbClr val="000000"/>
                </a:solidFill>
                <a:effectLst/>
                <a:ea typeface="Open Sans" panose="020B0606030504020204" pitchFamily="34" charset="0"/>
                <a:cs typeface="Times New Roman" panose="02020603050405020304" pitchFamily="18" charset="0"/>
              </a:rPr>
              <a:t>nudm_uecm</a:t>
            </a:r>
            <a:r>
              <a:rPr lang="en-IN" sz="1200" b="1">
                <a:solidFill>
                  <a:srgbClr val="000000"/>
                </a:solidFill>
                <a:effectLst/>
                <a:ea typeface="Open Sans" panose="020B0606030504020204" pitchFamily="34" charset="0"/>
                <a:cs typeface="Times New Roman" panose="02020603050405020304" pitchFamily="18" charset="0"/>
              </a:rPr>
              <a:t> service</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err="1">
                <a:solidFill>
                  <a:srgbClr val="000000"/>
                </a:solidFill>
                <a:effectLst/>
                <a:ea typeface="Open Sans" panose="020B0606030504020204" pitchFamily="34" charset="0"/>
                <a:cs typeface="Times New Roman" panose="02020603050405020304" pitchFamily="18" charset="0"/>
              </a:rPr>
              <a:t>Nudm_UEContextManagement</a:t>
            </a:r>
            <a:r>
              <a:rPr lang="en-IN" sz="1200">
                <a:solidFill>
                  <a:srgbClr val="000000"/>
                </a:solidFill>
                <a:effectLst/>
                <a:ea typeface="Open Sans" panose="020B0606030504020204" pitchFamily="34" charset="0"/>
                <a:cs typeface="Times New Roman" panose="02020603050405020304" pitchFamily="18" charset="0"/>
              </a:rPr>
              <a:t> service is used by consumer NFs (AMF, SMS, SMSF) to register or deregister at the UDM. It is also used to retrieve and update registration information.</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The following service operations are used for the </a:t>
            </a:r>
            <a:r>
              <a:rPr lang="en-IN" sz="1200" err="1">
                <a:solidFill>
                  <a:srgbClr val="000000"/>
                </a:solidFill>
                <a:effectLst/>
                <a:ea typeface="Open Sans" panose="020B0606030504020204" pitchFamily="34" charset="0"/>
                <a:cs typeface="Times New Roman" panose="02020603050405020304" pitchFamily="18" charset="0"/>
              </a:rPr>
              <a:t>Nudm_UEContextManagement</a:t>
            </a:r>
            <a:r>
              <a:rPr lang="en-IN" sz="1200">
                <a:solidFill>
                  <a:srgbClr val="000000"/>
                </a:solidFill>
                <a:effectLst/>
                <a:ea typeface="Open Sans" panose="020B0606030504020204" pitchFamily="34" charset="0"/>
                <a:cs typeface="Times New Roman" panose="02020603050405020304" pitchFamily="18" charset="0"/>
              </a:rPr>
              <a:t> service: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Bef>
                <a:spcPts val="600"/>
              </a:spcBef>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Registration</a:t>
            </a:r>
            <a:endParaRPr lang="en-IN" sz="1200">
              <a:solidFill>
                <a:srgbClr val="141414"/>
              </a:solidFill>
              <a:effectLst/>
              <a:ea typeface="Open Sans" panose="020B0606030504020204" pitchFamily="34" charset="0"/>
              <a:cs typeface="Times New Roman" panose="02020603050405020304" pitchFamily="18" charset="0"/>
            </a:endParaRPr>
          </a:p>
          <a:p>
            <a:r>
              <a:rPr lang="en-IN" sz="1200">
                <a:solidFill>
                  <a:srgbClr val="000000"/>
                </a:solidFill>
                <a:effectLst/>
                <a:ea typeface="Open Sans" panose="020B0606030504020204" pitchFamily="34" charset="0"/>
                <a:cs typeface="Times New Roman" panose="02020603050405020304" pitchFamily="18" charset="0"/>
              </a:rPr>
              <a:t>Deregistration Notification</a:t>
            </a:r>
            <a:endParaRPr lang="en-IN" sz="1200"/>
          </a:p>
        </p:txBody>
      </p:sp>
      <p:sp>
        <p:nvSpPr>
          <p:cNvPr id="6" name="Title 10">
            <a:extLst>
              <a:ext uri="{FF2B5EF4-FFF2-40B4-BE49-F238E27FC236}">
                <a16:creationId xmlns:a16="http://schemas.microsoft.com/office/drawing/2014/main" id="{63175584-6680-438D-95BD-F984831940C2}"/>
              </a:ext>
            </a:extLst>
          </p:cNvPr>
          <p:cNvSpPr>
            <a:spLocks noGrp="1"/>
          </p:cNvSpPr>
          <p:nvPr>
            <p:ph type="title"/>
          </p:nvPr>
        </p:nvSpPr>
        <p:spPr>
          <a:xfrm>
            <a:off x="366713" y="182998"/>
            <a:ext cx="11269662" cy="684212"/>
          </a:xfrm>
        </p:spPr>
        <p:txBody>
          <a:bodyPr/>
          <a:lstStyle/>
          <a:p>
            <a:pPr>
              <a:lnSpc>
                <a:spcPct val="100000"/>
              </a:lnSpc>
            </a:pPr>
            <a:r>
              <a:rPr lang="en-US" sz="3600"/>
              <a:t>UDM Services</a:t>
            </a:r>
          </a:p>
        </p:txBody>
      </p:sp>
    </p:spTree>
    <p:custDataLst>
      <p:tags r:id="rId1"/>
    </p:custDataLst>
    <p:extLst>
      <p:ext uri="{BB962C8B-B14F-4D97-AF65-F5344CB8AC3E}">
        <p14:creationId xmlns:p14="http://schemas.microsoft.com/office/powerpoint/2010/main" val="32431112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856F51-9455-4AB9-8C6A-9C8F99263537}"/>
              </a:ext>
            </a:extLst>
          </p:cNvPr>
          <p:cNvSpPr txBox="1"/>
          <p:nvPr/>
        </p:nvSpPr>
        <p:spPr>
          <a:xfrm>
            <a:off x="342899" y="1337790"/>
            <a:ext cx="11744325" cy="3581173"/>
          </a:xfrm>
          <a:prstGeom prst="rect">
            <a:avLst/>
          </a:prstGeom>
          <a:noFill/>
        </p:spPr>
        <p:txBody>
          <a:bodyPr wrap="square">
            <a:spAutoFit/>
          </a:bodyPr>
          <a:lstStyle/>
          <a:p>
            <a:pPr marL="342900" indent="-342900">
              <a:lnSpc>
                <a:spcPct val="107000"/>
              </a:lnSpc>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Deregistration Notification</a:t>
            </a:r>
            <a:endParaRPr lang="en-IN" sz="1200">
              <a:solidFill>
                <a:srgbClr val="141414"/>
              </a:solidFill>
              <a:ea typeface="Open Sans" panose="020B0606030504020204" pitchFamily="34" charset="0"/>
              <a:cs typeface="Times New Roman" panose="02020603050405020304" pitchFamily="18" charset="0"/>
            </a:endParaRPr>
          </a:p>
          <a:p>
            <a:pPr marL="342900" indent="-342900">
              <a:lnSpc>
                <a:spcPct val="107000"/>
              </a:lnSpc>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Deregistration</a:t>
            </a:r>
            <a:endParaRPr lang="en-IN" sz="1200">
              <a:solidFill>
                <a:srgbClr val="141414"/>
              </a:solidFill>
              <a:ea typeface="Open Sans" panose="020B0606030504020204" pitchFamily="34" charset="0"/>
              <a:cs typeface="Times New Roman" panose="02020603050405020304" pitchFamily="18" charset="0"/>
            </a:endParaRPr>
          </a:p>
          <a:p>
            <a:pPr marL="342900" indent="-342900">
              <a:lnSpc>
                <a:spcPct val="107000"/>
              </a:lnSpc>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Get</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Update</a:t>
            </a:r>
          </a:p>
          <a:p>
            <a:pPr>
              <a:lnSpc>
                <a:spcPct val="107000"/>
              </a:lnSpc>
              <a:spcBef>
                <a:spcPts val="600"/>
              </a:spcBef>
              <a:spcAft>
                <a:spcPts val="600"/>
              </a:spcAft>
            </a:pPr>
            <a:r>
              <a:rPr lang="en-IN" sz="1200" b="1" err="1">
                <a:solidFill>
                  <a:srgbClr val="000000"/>
                </a:solidFill>
                <a:effectLst/>
                <a:ea typeface="Open Sans" panose="020B0606030504020204" pitchFamily="34" charset="0"/>
                <a:cs typeface="Times New Roman" panose="02020603050405020304" pitchFamily="18" charset="0"/>
              </a:rPr>
              <a:t>nudm_ueau</a:t>
            </a:r>
            <a:r>
              <a:rPr lang="en-IN" sz="1200" b="1">
                <a:solidFill>
                  <a:srgbClr val="000000"/>
                </a:solidFill>
                <a:effectLst/>
                <a:ea typeface="Open Sans" panose="020B0606030504020204" pitchFamily="34" charset="0"/>
                <a:cs typeface="Times New Roman" panose="02020603050405020304" pitchFamily="18" charset="0"/>
              </a:rPr>
              <a:t> service</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Nudm_UEAuthentication service is used by the AUSF to request UDM to select an authentication method, calculate fresh authentication vectors and provide it to </a:t>
            </a:r>
            <a:r>
              <a:rPr lang="en-IN" sz="1200" err="1">
                <a:solidFill>
                  <a:srgbClr val="000000"/>
                </a:solidFill>
                <a:effectLst/>
                <a:ea typeface="Open Sans" panose="020B0606030504020204" pitchFamily="34" charset="0"/>
                <a:cs typeface="Times New Roman" panose="02020603050405020304" pitchFamily="18" charset="0"/>
              </a:rPr>
              <a:t>AuSF</a:t>
            </a:r>
            <a:r>
              <a:rPr lang="en-IN" sz="1200">
                <a:solidFill>
                  <a:srgbClr val="000000"/>
                </a:solidFill>
                <a:effectLst/>
                <a:ea typeface="Open Sans" panose="020B0606030504020204" pitchFamily="34" charset="0"/>
                <a:cs typeface="Times New Roman" panose="02020603050405020304" pitchFamily="18" charset="0"/>
              </a:rPr>
              <a:t>. It is also used to convey the success or failure of authentication events to UDM.</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The following service operations are used for the Nudm_UEAuthentication service: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Bef>
                <a:spcPts val="600"/>
              </a:spcBef>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Get</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Result Confirmation</a:t>
            </a:r>
            <a:endParaRPr lang="en-IN" sz="1200">
              <a:solidFill>
                <a:srgbClr val="141414"/>
              </a:solidFill>
              <a:effectLst/>
              <a:ea typeface="Open Sans" panose="020B0606030504020204" pitchFamily="34" charset="0"/>
              <a:cs typeface="Times New Roman" panose="02020603050405020304" pitchFamily="18" charset="0"/>
            </a:endParaRPr>
          </a:p>
          <a:p>
            <a:pPr lvl="0">
              <a:lnSpc>
                <a:spcPct val="107000"/>
              </a:lnSpc>
              <a:spcAft>
                <a:spcPts val="600"/>
              </a:spcAft>
            </a:pPr>
            <a:endParaRPr lang="en-IN" sz="1600">
              <a:solidFill>
                <a:srgbClr val="141414"/>
              </a:solidFill>
              <a:effectLst/>
              <a:latin typeface="+mj-l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endParaRPr lang="en-IN" sz="1600">
              <a:solidFill>
                <a:srgbClr val="141414"/>
              </a:solidFill>
              <a:effectLst/>
              <a:latin typeface="+mj-lt"/>
              <a:ea typeface="Open Sans" panose="020B060603050402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70402422-941D-4082-9DD4-D60B4BA90797}"/>
              </a:ext>
            </a:extLst>
          </p:cNvPr>
          <p:cNvSpPr>
            <a:spLocks noGrp="1"/>
          </p:cNvSpPr>
          <p:nvPr>
            <p:ph type="title"/>
          </p:nvPr>
        </p:nvSpPr>
        <p:spPr>
          <a:xfrm>
            <a:off x="342899" y="627393"/>
            <a:ext cx="11269662" cy="684212"/>
          </a:xfrm>
        </p:spPr>
        <p:txBody>
          <a:bodyPr>
            <a:normAutofit fontScale="90000"/>
          </a:bodyPr>
          <a:lstStyle/>
          <a:p>
            <a:r>
              <a:rPr lang="en-US"/>
              <a:t>UDM Services</a:t>
            </a:r>
            <a:br>
              <a:rPr lang="en-US"/>
            </a:br>
            <a:endParaRPr lang="en-IN"/>
          </a:p>
        </p:txBody>
      </p:sp>
      <p:pic>
        <p:nvPicPr>
          <p:cNvPr id="8" name="Picture 7" descr="Chart&#10;&#10;Description automatically generated">
            <a:extLst>
              <a:ext uri="{FF2B5EF4-FFF2-40B4-BE49-F238E27FC236}">
                <a16:creationId xmlns:a16="http://schemas.microsoft.com/office/drawing/2014/main" id="{8934412B-1922-4E1B-99D5-637C7B1E969E}"/>
              </a:ext>
            </a:extLst>
          </p:cNvPr>
          <p:cNvPicPr>
            <a:picLocks noChangeAspect="1"/>
          </p:cNvPicPr>
          <p:nvPr/>
        </p:nvPicPr>
        <p:blipFill>
          <a:blip r:embed="rId3"/>
          <a:stretch>
            <a:fillRect/>
          </a:stretch>
        </p:blipFill>
        <p:spPr>
          <a:xfrm>
            <a:off x="6793604" y="3240521"/>
            <a:ext cx="4182852" cy="2990086"/>
          </a:xfrm>
          <a:prstGeom prst="rect">
            <a:avLst/>
          </a:prstGeom>
        </p:spPr>
      </p:pic>
    </p:spTree>
    <p:extLst>
      <p:ext uri="{BB962C8B-B14F-4D97-AF65-F5344CB8AC3E}">
        <p14:creationId xmlns:p14="http://schemas.microsoft.com/office/powerpoint/2010/main" val="1132674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856F51-9455-4AB9-8C6A-9C8F99263537}"/>
              </a:ext>
            </a:extLst>
          </p:cNvPr>
          <p:cNvSpPr txBox="1"/>
          <p:nvPr/>
        </p:nvSpPr>
        <p:spPr>
          <a:xfrm>
            <a:off x="342899" y="1337790"/>
            <a:ext cx="11744325" cy="3988079"/>
          </a:xfrm>
          <a:prstGeom prst="rect">
            <a:avLst/>
          </a:prstGeom>
          <a:noFill/>
        </p:spPr>
        <p:txBody>
          <a:bodyPr wrap="square">
            <a:spAutoFit/>
          </a:bodyPr>
          <a:lstStyle/>
          <a:p>
            <a:pPr>
              <a:lnSpc>
                <a:spcPct val="107000"/>
              </a:lnSpc>
              <a:spcBef>
                <a:spcPts val="600"/>
              </a:spcBef>
              <a:spcAft>
                <a:spcPts val="600"/>
              </a:spcAft>
            </a:pPr>
            <a:r>
              <a:rPr lang="en-IN" sz="1200" b="1">
                <a:solidFill>
                  <a:srgbClr val="141414"/>
                </a:solidFill>
                <a:effectLst/>
                <a:ea typeface="Open Sans" panose="020B0606030504020204" pitchFamily="34" charset="0"/>
                <a:cs typeface="Times New Roman" panose="02020603050405020304" pitchFamily="18" charset="0"/>
              </a:rPr>
              <a:t>Step-1: </a:t>
            </a:r>
            <a:r>
              <a:rPr lang="en-IN" sz="1200">
                <a:solidFill>
                  <a:srgbClr val="141414"/>
                </a:solidFill>
                <a:effectLst/>
                <a:ea typeface="Open Sans" panose="020B0606030504020204" pitchFamily="34" charset="0"/>
                <a:cs typeface="Times New Roman" panose="02020603050405020304" pitchFamily="18" charset="0"/>
              </a:rPr>
              <a:t>Make appropriate changes in override file</a:t>
            </a:r>
          </a:p>
          <a:p>
            <a:pPr>
              <a:lnSpc>
                <a:spcPct val="107000"/>
              </a:lnSpc>
              <a:spcBef>
                <a:spcPts val="600"/>
              </a:spcBef>
              <a:spcAft>
                <a:spcPts val="600"/>
              </a:spcAft>
            </a:pPr>
            <a:r>
              <a:rPr lang="en-IN" sz="1200" b="1">
                <a:solidFill>
                  <a:srgbClr val="141414"/>
                </a:solidFill>
                <a:effectLst/>
                <a:ea typeface="Open Sans" panose="020B0606030504020204" pitchFamily="34" charset="0"/>
                <a:cs typeface="Times New Roman" panose="02020603050405020304" pitchFamily="18" charset="0"/>
              </a:rPr>
              <a:t>Step-2:</a:t>
            </a:r>
            <a:r>
              <a:rPr lang="en-IN" sz="1200">
                <a:solidFill>
                  <a:srgbClr val="141414"/>
                </a:solidFill>
                <a:effectLst/>
                <a:ea typeface="Open Sans" panose="020B0606030504020204" pitchFamily="34" charset="0"/>
                <a:cs typeface="Times New Roman" panose="02020603050405020304" pitchFamily="18" charset="0"/>
              </a:rPr>
              <a:t> use the following command</a:t>
            </a:r>
          </a:p>
          <a:p>
            <a:pPr>
              <a:lnSpc>
                <a:spcPct val="107000"/>
              </a:lnSpc>
              <a:spcBef>
                <a:spcPts val="600"/>
              </a:spcBef>
              <a:spcAft>
                <a:spcPts val="600"/>
              </a:spcAft>
            </a:pPr>
            <a:endParaRPr lang="en-IN" sz="1200">
              <a:solidFill>
                <a:srgbClr val="141414"/>
              </a:solidFill>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141414"/>
                </a:solidFill>
                <a:ea typeface="Open Sans" panose="020B0606030504020204" pitchFamily="34" charset="0"/>
                <a:cs typeface="Times New Roman" panose="02020603050405020304" pitchFamily="18" charset="0"/>
              </a:rPr>
              <a:t>U</a:t>
            </a:r>
            <a:r>
              <a:rPr lang="en-IN" sz="1200">
                <a:solidFill>
                  <a:srgbClr val="141414"/>
                </a:solidFill>
                <a:effectLst/>
                <a:ea typeface="Open Sans" panose="020B0606030504020204" pitchFamily="34" charset="0"/>
                <a:cs typeface="Times New Roman" panose="02020603050405020304" pitchFamily="18" charset="0"/>
              </a:rPr>
              <a:t>se the following </a:t>
            </a:r>
            <a:r>
              <a:rPr lang="en-IN" sz="1200" err="1">
                <a:solidFill>
                  <a:srgbClr val="141414"/>
                </a:solidFill>
                <a:effectLst/>
                <a:ea typeface="Open Sans" panose="020B0606030504020204" pitchFamily="34" charset="0"/>
                <a:cs typeface="Times New Roman" panose="02020603050405020304" pitchFamily="18" charset="0"/>
              </a:rPr>
              <a:t>commandto</a:t>
            </a:r>
            <a:r>
              <a:rPr lang="en-IN" sz="1200">
                <a:solidFill>
                  <a:srgbClr val="141414"/>
                </a:solidFill>
                <a:effectLst/>
                <a:ea typeface="Open Sans" panose="020B0606030504020204" pitchFamily="34" charset="0"/>
                <a:cs typeface="Times New Roman" panose="02020603050405020304" pitchFamily="18" charset="0"/>
              </a:rPr>
              <a:t> delete the NF:</a:t>
            </a:r>
          </a:p>
          <a:p>
            <a:pPr>
              <a:lnSpc>
                <a:spcPct val="107000"/>
              </a:lnSpc>
              <a:spcBef>
                <a:spcPts val="600"/>
              </a:spcBef>
              <a:spcAft>
                <a:spcPts val="600"/>
              </a:spcAft>
            </a:pP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141414"/>
                </a:solidFill>
                <a:effectLst/>
                <a:ea typeface="Open Sans" panose="020B0606030504020204" pitchFamily="34" charset="0"/>
                <a:cs typeface="Times New Roman" panose="02020603050405020304" pitchFamily="18" charset="0"/>
              </a:rPr>
              <a:t> </a:t>
            </a:r>
          </a:p>
          <a:p>
            <a:pPr>
              <a:lnSpc>
                <a:spcPct val="107000"/>
              </a:lnSpc>
              <a:spcBef>
                <a:spcPts val="600"/>
              </a:spcBef>
              <a:spcAft>
                <a:spcPts val="600"/>
              </a:spcAft>
            </a:pPr>
            <a:endParaRPr lang="en-IN">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8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DE43FB0D-15D0-4A66-BE33-B52AD3A9AC75}"/>
              </a:ext>
            </a:extLst>
          </p:cNvPr>
          <p:cNvGraphicFramePr>
            <a:graphicFrameLocks noGrp="1"/>
          </p:cNvGraphicFramePr>
          <p:nvPr>
            <p:extLst>
              <p:ext uri="{D42A27DB-BD31-4B8C-83A1-F6EECF244321}">
                <p14:modId xmlns:p14="http://schemas.microsoft.com/office/powerpoint/2010/main" val="3427947706"/>
              </p:ext>
            </p:extLst>
          </p:nvPr>
        </p:nvGraphicFramePr>
        <p:xfrm>
          <a:off x="342899" y="2425460"/>
          <a:ext cx="11269662" cy="1311339"/>
        </p:xfrm>
        <a:graphic>
          <a:graphicData uri="http://schemas.openxmlformats.org/drawingml/2006/table">
            <a:tbl>
              <a:tblPr firstRow="1" firstCol="1" lastRow="1" lastCol="1" bandRow="1" bandCol="1">
                <a:tableStyleId>{5C22544A-7EE6-4342-B048-85BDC9FD1C3A}</a:tableStyleId>
              </a:tblPr>
              <a:tblGrid>
                <a:gridCol w="11269662">
                  <a:extLst>
                    <a:ext uri="{9D8B030D-6E8A-4147-A177-3AD203B41FA5}">
                      <a16:colId xmlns:a16="http://schemas.microsoft.com/office/drawing/2014/main" val="3093922485"/>
                    </a:ext>
                  </a:extLst>
                </a:gridCol>
              </a:tblGrid>
              <a:tr h="0">
                <a:tc>
                  <a:txBody>
                    <a:bodyPr/>
                    <a:lstStyle/>
                    <a:p>
                      <a:pPr marL="152400">
                        <a:lnSpc>
                          <a:spcPct val="107000"/>
                        </a:lnSpc>
                        <a:spcBef>
                          <a:spcPts val="600"/>
                        </a:spcBef>
                        <a:spcAft>
                          <a:spcPts val="600"/>
                        </a:spcAft>
                      </a:pPr>
                      <a:r>
                        <a:rPr lang="en-IN" sz="900">
                          <a:effectLst/>
                        </a:rPr>
                        <a:t># helm3 </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udm</a:t>
                      </a:r>
                      <a:r>
                        <a:rPr lang="en-IN" sz="900">
                          <a:effectLst/>
                        </a:rPr>
                        <a:t> </a:t>
                      </a:r>
                      <a:r>
                        <a:rPr lang="en-IN" sz="900" err="1">
                          <a:effectLst/>
                        </a:rPr>
                        <a:t>udm</a:t>
                      </a:r>
                      <a:r>
                        <a:rPr lang="en-IN" sz="900">
                          <a:effectLst/>
                        </a:rPr>
                        <a:t> -f </a:t>
                      </a:r>
                      <a:r>
                        <a:rPr lang="en-IN" sz="900" err="1">
                          <a:effectLst/>
                        </a:rPr>
                        <a:t>udm-override.yaml</a:t>
                      </a:r>
                      <a:r>
                        <a:rPr lang="en-IN" sz="900">
                          <a:effectLst/>
                        </a:rPr>
                        <a:t> -n &lt;namespace&gt;</a:t>
                      </a:r>
                      <a:endParaRPr lang="en-IN" sz="1000">
                        <a:effectLst/>
                      </a:endParaRPr>
                    </a:p>
                    <a:p>
                      <a:pPr marL="152400">
                        <a:lnSpc>
                          <a:spcPct val="107000"/>
                        </a:lnSpc>
                        <a:spcBef>
                          <a:spcPts val="600"/>
                        </a:spcBef>
                        <a:spcAft>
                          <a:spcPts val="600"/>
                        </a:spcAft>
                      </a:pPr>
                      <a:r>
                        <a:rPr lang="en-IN" sz="900">
                          <a:effectLst/>
                        </a:rPr>
                        <a:t># helm2</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udm</a:t>
                      </a:r>
                      <a:r>
                        <a:rPr lang="en-IN" sz="900">
                          <a:effectLst/>
                        </a:rPr>
                        <a:t> </a:t>
                      </a:r>
                      <a:r>
                        <a:rPr lang="en-IN" sz="900" err="1">
                          <a:effectLst/>
                        </a:rPr>
                        <a:t>udm</a:t>
                      </a:r>
                      <a:r>
                        <a:rPr lang="en-IN" sz="900">
                          <a:effectLst/>
                        </a:rPr>
                        <a:t> -f </a:t>
                      </a:r>
                      <a:r>
                        <a:rPr lang="en-IN" sz="900" err="1">
                          <a:effectLst/>
                        </a:rPr>
                        <a:t>udm-override.yaml</a:t>
                      </a:r>
                      <a:r>
                        <a:rPr lang="en-IN" sz="900">
                          <a:effectLst/>
                        </a:rPr>
                        <a:t> --namespace &lt;namespace&gt;</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4251516125"/>
                  </a:ext>
                </a:extLst>
              </a:tr>
            </a:tbl>
          </a:graphicData>
        </a:graphic>
      </p:graphicFrame>
      <p:graphicFrame>
        <p:nvGraphicFramePr>
          <p:cNvPr id="12" name="Table 11">
            <a:extLst>
              <a:ext uri="{FF2B5EF4-FFF2-40B4-BE49-F238E27FC236}">
                <a16:creationId xmlns:a16="http://schemas.microsoft.com/office/drawing/2014/main" id="{F1EC488C-71A0-4D03-88DE-89EFD6AA688E}"/>
              </a:ext>
            </a:extLst>
          </p:cNvPr>
          <p:cNvGraphicFramePr>
            <a:graphicFrameLocks noGrp="1"/>
          </p:cNvGraphicFramePr>
          <p:nvPr>
            <p:extLst>
              <p:ext uri="{D42A27DB-BD31-4B8C-83A1-F6EECF244321}">
                <p14:modId xmlns:p14="http://schemas.microsoft.com/office/powerpoint/2010/main" val="2209726466"/>
              </p:ext>
            </p:extLst>
          </p:nvPr>
        </p:nvGraphicFramePr>
        <p:xfrm>
          <a:off x="342899" y="4208871"/>
          <a:ext cx="11269662" cy="1311339"/>
        </p:xfrm>
        <a:graphic>
          <a:graphicData uri="http://schemas.openxmlformats.org/drawingml/2006/table">
            <a:tbl>
              <a:tblPr firstRow="1" firstCol="1" lastRow="1" lastCol="1" bandRow="1" bandCol="1">
                <a:tableStyleId>{5C22544A-7EE6-4342-B048-85BDC9FD1C3A}</a:tableStyleId>
              </a:tblPr>
              <a:tblGrid>
                <a:gridCol w="11269662">
                  <a:extLst>
                    <a:ext uri="{9D8B030D-6E8A-4147-A177-3AD203B41FA5}">
                      <a16:colId xmlns:a16="http://schemas.microsoft.com/office/drawing/2014/main" val="3428418209"/>
                    </a:ext>
                  </a:extLst>
                </a:gridCol>
              </a:tblGrid>
              <a:tr h="0">
                <a:tc>
                  <a:txBody>
                    <a:bodyPr/>
                    <a:lstStyle/>
                    <a:p>
                      <a:pPr marL="152400">
                        <a:lnSpc>
                          <a:spcPct val="107000"/>
                        </a:lnSpc>
                        <a:spcBef>
                          <a:spcPts val="600"/>
                        </a:spcBef>
                        <a:spcAft>
                          <a:spcPts val="600"/>
                        </a:spcAft>
                      </a:pPr>
                      <a:r>
                        <a:rPr lang="en-IN" sz="900">
                          <a:effectLst/>
                        </a:rPr>
                        <a:t># helm3 </a:t>
                      </a:r>
                      <a:endParaRPr lang="en-IN" sz="1000">
                        <a:effectLst/>
                      </a:endParaRPr>
                    </a:p>
                    <a:p>
                      <a:pPr marL="152400">
                        <a:lnSpc>
                          <a:spcPct val="107000"/>
                        </a:lnSpc>
                        <a:spcBef>
                          <a:spcPts val="600"/>
                        </a:spcBef>
                        <a:spcAft>
                          <a:spcPts val="600"/>
                        </a:spcAft>
                      </a:pPr>
                      <a:r>
                        <a:rPr lang="en-IN" sz="900">
                          <a:effectLst/>
                        </a:rPr>
                        <a:t>helm del </a:t>
                      </a:r>
                      <a:r>
                        <a:rPr lang="en-IN" sz="900" err="1">
                          <a:effectLst/>
                        </a:rPr>
                        <a:t>udm</a:t>
                      </a:r>
                      <a:r>
                        <a:rPr lang="en-IN" sz="900">
                          <a:effectLst/>
                        </a:rPr>
                        <a:t> -n &lt;namespace&gt;</a:t>
                      </a:r>
                      <a:endParaRPr lang="en-IN" sz="1000">
                        <a:effectLst/>
                      </a:endParaRPr>
                    </a:p>
                    <a:p>
                      <a:pPr marL="152400">
                        <a:lnSpc>
                          <a:spcPct val="107000"/>
                        </a:lnSpc>
                        <a:spcBef>
                          <a:spcPts val="600"/>
                        </a:spcBef>
                        <a:spcAft>
                          <a:spcPts val="600"/>
                        </a:spcAft>
                      </a:pPr>
                      <a:r>
                        <a:rPr lang="en-IN" sz="900">
                          <a:effectLst/>
                        </a:rPr>
                        <a:t># helm2</a:t>
                      </a:r>
                      <a:endParaRPr lang="en-IN" sz="1000">
                        <a:effectLst/>
                      </a:endParaRPr>
                    </a:p>
                    <a:p>
                      <a:pPr marL="152400">
                        <a:lnSpc>
                          <a:spcPct val="107000"/>
                        </a:lnSpc>
                        <a:spcBef>
                          <a:spcPts val="600"/>
                        </a:spcBef>
                        <a:spcAft>
                          <a:spcPts val="600"/>
                        </a:spcAft>
                      </a:pPr>
                      <a:r>
                        <a:rPr lang="en-IN" sz="900">
                          <a:effectLst/>
                        </a:rPr>
                        <a:t>helm del --purge </a:t>
                      </a:r>
                      <a:r>
                        <a:rPr lang="en-IN" sz="900" err="1">
                          <a:effectLst/>
                        </a:rPr>
                        <a:t>udm</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2884131675"/>
                  </a:ext>
                </a:extLst>
              </a:tr>
            </a:tbl>
          </a:graphicData>
        </a:graphic>
      </p:graphicFrame>
      <p:sp>
        <p:nvSpPr>
          <p:cNvPr id="2" name="Title 1">
            <a:extLst>
              <a:ext uri="{FF2B5EF4-FFF2-40B4-BE49-F238E27FC236}">
                <a16:creationId xmlns:a16="http://schemas.microsoft.com/office/drawing/2014/main" id="{7E1F4610-B42B-4884-9E5E-292DD2D7F1B9}"/>
              </a:ext>
            </a:extLst>
          </p:cNvPr>
          <p:cNvSpPr>
            <a:spLocks noGrp="1"/>
          </p:cNvSpPr>
          <p:nvPr>
            <p:ph type="title"/>
          </p:nvPr>
        </p:nvSpPr>
        <p:spPr>
          <a:xfrm>
            <a:off x="342899" y="639379"/>
            <a:ext cx="11269662" cy="684212"/>
          </a:xfrm>
        </p:spPr>
        <p:txBody>
          <a:bodyPr>
            <a:normAutofit fontScale="90000"/>
          </a:bodyPr>
          <a:lstStyle/>
          <a:p>
            <a:r>
              <a:rPr lang="en-US"/>
              <a:t>UDM – Upgrade Installation or Configuration</a:t>
            </a:r>
            <a:br>
              <a:rPr lang="en-US"/>
            </a:br>
            <a:endParaRPr lang="en-IN"/>
          </a:p>
        </p:txBody>
      </p:sp>
    </p:spTree>
    <p:extLst>
      <p:ext uri="{BB962C8B-B14F-4D97-AF65-F5344CB8AC3E}">
        <p14:creationId xmlns:p14="http://schemas.microsoft.com/office/powerpoint/2010/main" val="15055796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IN" sz="5400">
                <a:solidFill>
                  <a:srgbClr val="FFFFFF"/>
                </a:solidFill>
              </a:rPr>
              <a:t>Network Function - </a:t>
            </a:r>
            <a:r>
              <a:rPr lang="en-US" sz="5400"/>
              <a:t>HSS</a:t>
            </a:r>
            <a:br>
              <a:rPr lang="en-US" sz="5400"/>
            </a:br>
            <a:endParaRPr lang="en-IN" sz="5400">
              <a:solidFill>
                <a:srgbClr val="FFFFFF"/>
              </a:solidFill>
            </a:endParaRPr>
          </a:p>
        </p:txBody>
      </p:sp>
    </p:spTree>
    <p:extLst>
      <p:ext uri="{BB962C8B-B14F-4D97-AF65-F5344CB8AC3E}">
        <p14:creationId xmlns:p14="http://schemas.microsoft.com/office/powerpoint/2010/main" val="3035629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C74C96-3BFD-43CA-8230-AE240C1C4A10}"/>
              </a:ext>
            </a:extLst>
          </p:cNvPr>
          <p:cNvSpPr txBox="1">
            <a:spLocks/>
          </p:cNvSpPr>
          <p:nvPr/>
        </p:nvSpPr>
        <p:spPr>
          <a:xfrm>
            <a:off x="442913" y="791370"/>
            <a:ext cx="11269662" cy="684212"/>
          </a:xfrm>
          <a:prstGeom prst="rect">
            <a:avLst/>
          </a:prstGeom>
        </p:spPr>
        <p:txBody>
          <a:bodyPr vert="horz" wrap="none" lIns="91440" tIns="45720" rIns="91440" bIns="45720" rtlCol="0" anchor="ctr">
            <a:noAutofit/>
          </a:bodyPr>
          <a:lstStyle>
            <a:lvl1pPr algn="l" defTabSz="914400" rtl="0" eaLnBrk="1" latinLnBrk="0" hangingPunct="1">
              <a:lnSpc>
                <a:spcPct val="90000"/>
              </a:lnSpc>
              <a:spcBef>
                <a:spcPct val="0"/>
              </a:spcBef>
              <a:buNone/>
              <a:defRPr sz="3600" b="1" kern="1200" cap="none" baseline="0">
                <a:solidFill>
                  <a:schemeClr val="bg2"/>
                </a:solidFill>
                <a:latin typeface="Roboto" panose="020B0604020202020204" charset="0"/>
                <a:ea typeface="Roboto" panose="020B0604020202020204" charset="0"/>
                <a:cs typeface="Roboto" panose="020B0604020202020204" charset="0"/>
              </a:defRPr>
            </a:lvl1pPr>
          </a:lstStyle>
          <a:p>
            <a:pPr>
              <a:lnSpc>
                <a:spcPct val="100000"/>
              </a:lnSpc>
            </a:pPr>
            <a:endParaRPr lang="en-US" sz="2800"/>
          </a:p>
        </p:txBody>
      </p:sp>
      <p:sp>
        <p:nvSpPr>
          <p:cNvPr id="7" name="TextBox 6">
            <a:extLst>
              <a:ext uri="{FF2B5EF4-FFF2-40B4-BE49-F238E27FC236}">
                <a16:creationId xmlns:a16="http://schemas.microsoft.com/office/drawing/2014/main" id="{4EEDBFCA-707E-4F73-A3B1-D8DF6B5E428C}"/>
              </a:ext>
            </a:extLst>
          </p:cNvPr>
          <p:cNvSpPr txBox="1"/>
          <p:nvPr/>
        </p:nvSpPr>
        <p:spPr>
          <a:xfrm>
            <a:off x="342899" y="1318877"/>
            <a:ext cx="11744325" cy="3921073"/>
          </a:xfrm>
          <a:prstGeom prst="rect">
            <a:avLst/>
          </a:prstGeom>
          <a:noFill/>
        </p:spPr>
        <p:txBody>
          <a:bodyPr wrap="square">
            <a:spAutoFit/>
          </a:bodyPr>
          <a:lstStyle/>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Alepo HSS contains subscriber information, including service profiles, authentication ciphering, subscription state, and authorization. The streamlined architecture of LTE enables the storage of this information in a single node (UDM+HSS), which signals to the rest of the network to grant, restrict, or alter access.</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Alepo HSS includes an integrated </a:t>
            </a:r>
            <a:r>
              <a:rPr lang="en-IN" sz="1200" err="1">
                <a:solidFill>
                  <a:srgbClr val="000000"/>
                </a:solidFill>
                <a:effectLst/>
                <a:ea typeface="Open Sans" panose="020B0606030504020204" pitchFamily="34" charset="0"/>
                <a:cs typeface="Times New Roman" panose="02020603050405020304" pitchFamily="18" charset="0"/>
              </a:rPr>
              <a:t>AuC</a:t>
            </a:r>
            <a:r>
              <a:rPr lang="en-IN" sz="1200">
                <a:solidFill>
                  <a:srgbClr val="000000"/>
                </a:solidFill>
                <a:effectLst/>
                <a:ea typeface="Open Sans" panose="020B0606030504020204" pitchFamily="34" charset="0"/>
                <a:cs typeface="Times New Roman" panose="02020603050405020304" pitchFamily="18" charset="0"/>
              </a:rPr>
              <a:t> function to perform authentication for access in the 4G network.</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Aft>
                <a:spcPts val="600"/>
              </a:spcAft>
            </a:pPr>
            <a:endParaRPr lang="en-IN" sz="1200">
              <a:solidFill>
                <a:srgbClr val="000000"/>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b="1">
                <a:solidFill>
                  <a:srgbClr val="000000"/>
                </a:solidFill>
                <a:effectLst/>
                <a:ea typeface="Open Sans" panose="020B0606030504020204" pitchFamily="34" charset="0"/>
                <a:cs typeface="Times New Roman" panose="02020603050405020304" pitchFamily="18" charset="0"/>
              </a:rPr>
              <a:t>Major features:</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Bef>
                <a:spcPts val="600"/>
              </a:spcBef>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3GPP compliant based on TS 29.272 R16</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Authentication and registration management for 4G as well as 5G-NSA</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Support for PLMN-based authentication and location updates (including roaming use cases)</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Web-based portal for managing subscriptions, services, and SIM batches</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Dedicated core network support</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4G interworking to support inter-domain mobility</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Integration with UDR and a common repository for subscription and context management</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Integration with Interworking Function (IWF) for interfacing with MME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err="1">
                <a:solidFill>
                  <a:srgbClr val="000000"/>
                </a:solidFill>
                <a:effectLst/>
                <a:ea typeface="Open Sans" panose="020B0606030504020204" pitchFamily="34" charset="0"/>
                <a:cs typeface="Times New Roman" panose="02020603050405020304" pitchFamily="18" charset="0"/>
              </a:rPr>
              <a:t>Nxx</a:t>
            </a:r>
            <a:r>
              <a:rPr lang="en-IN" sz="1200">
                <a:solidFill>
                  <a:srgbClr val="000000"/>
                </a:solidFill>
                <a:effectLst/>
                <a:ea typeface="Open Sans" panose="020B0606030504020204" pitchFamily="34" charset="0"/>
                <a:cs typeface="Times New Roman" panose="02020603050405020304" pitchFamily="18" charset="0"/>
              </a:rPr>
              <a:t> interface support for 4G-5G interworking</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Support for PDU session continuity (N26 interworking support)</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endParaRPr lang="en-IN" sz="1600">
              <a:solidFill>
                <a:srgbClr val="141414"/>
              </a:solidFill>
              <a:effectLst/>
              <a:latin typeface="+mj-lt"/>
              <a:ea typeface="Open Sans" panose="020B060603050402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9266BBFC-C088-495D-B1B5-C9A10ED40911}"/>
              </a:ext>
            </a:extLst>
          </p:cNvPr>
          <p:cNvSpPr>
            <a:spLocks noGrp="1"/>
          </p:cNvSpPr>
          <p:nvPr>
            <p:ph type="title"/>
          </p:nvPr>
        </p:nvSpPr>
        <p:spPr>
          <a:xfrm>
            <a:off x="396245" y="649680"/>
            <a:ext cx="11269662" cy="684212"/>
          </a:xfrm>
        </p:spPr>
        <p:txBody>
          <a:bodyPr>
            <a:noAutofit/>
          </a:bodyPr>
          <a:lstStyle/>
          <a:p>
            <a:r>
              <a:rPr lang="en-IN">
                <a:latin typeface="+mj-lt"/>
              </a:rPr>
              <a:t>Alepo 4G HSS</a:t>
            </a:r>
            <a:br>
              <a:rPr lang="en-IN">
                <a:latin typeface="+mj-lt"/>
              </a:rPr>
            </a:br>
            <a:endParaRPr lang="en-IN">
              <a:latin typeface="+mj-lt"/>
            </a:endParaRPr>
          </a:p>
        </p:txBody>
      </p:sp>
    </p:spTree>
    <p:extLst>
      <p:ext uri="{BB962C8B-B14F-4D97-AF65-F5344CB8AC3E}">
        <p14:creationId xmlns:p14="http://schemas.microsoft.com/office/powerpoint/2010/main" val="1620411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552A7FD-636A-4B79-9843-49555ABE1A1D}"/>
              </a:ext>
            </a:extLst>
          </p:cNvPr>
          <p:cNvSpPr txBox="1"/>
          <p:nvPr/>
        </p:nvSpPr>
        <p:spPr>
          <a:xfrm>
            <a:off x="361950" y="1556837"/>
            <a:ext cx="11830050" cy="4857099"/>
          </a:xfrm>
          <a:prstGeom prst="rect">
            <a:avLst/>
          </a:prstGeom>
          <a:noFill/>
        </p:spPr>
        <p:txBody>
          <a:bodyPr wrap="square">
            <a:spAutoFit/>
          </a:bodyPr>
          <a:lstStyle/>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Alepo 4G HSS supports the following services</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b="1" err="1">
                <a:solidFill>
                  <a:srgbClr val="000000"/>
                </a:solidFill>
                <a:effectLst/>
                <a:ea typeface="Open Sans" panose="020B0606030504020204" pitchFamily="34" charset="0"/>
                <a:cs typeface="Times New Roman" panose="02020603050405020304" pitchFamily="18" charset="0"/>
              </a:rPr>
              <a:t>nhss_uecm</a:t>
            </a:r>
            <a:r>
              <a:rPr lang="en-IN" sz="1200" b="1">
                <a:solidFill>
                  <a:srgbClr val="000000"/>
                </a:solidFill>
                <a:effectLst/>
                <a:ea typeface="Open Sans" panose="020B0606030504020204" pitchFamily="34" charset="0"/>
                <a:cs typeface="Times New Roman" panose="02020603050405020304" pitchFamily="18" charset="0"/>
              </a:rPr>
              <a:t> service</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err="1">
                <a:solidFill>
                  <a:srgbClr val="000000"/>
                </a:solidFill>
                <a:effectLst/>
                <a:ea typeface="Open Sans" panose="020B0606030504020204" pitchFamily="34" charset="0"/>
                <a:cs typeface="Times New Roman" panose="02020603050405020304" pitchFamily="18" charset="0"/>
              </a:rPr>
              <a:t>Nhss_UEContextManagement</a:t>
            </a:r>
            <a:r>
              <a:rPr lang="en-IN" sz="1200">
                <a:solidFill>
                  <a:srgbClr val="000000"/>
                </a:solidFill>
                <a:effectLst/>
                <a:ea typeface="Open Sans" panose="020B0606030504020204" pitchFamily="34" charset="0"/>
                <a:cs typeface="Times New Roman" panose="02020603050405020304" pitchFamily="18" charset="0"/>
              </a:rPr>
              <a:t> service is used by consumer NFs (MME) to register or deregister at the HSS. It is also used to retrieve and update registration information.</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The following service operations are used for the </a:t>
            </a:r>
            <a:r>
              <a:rPr lang="en-IN" sz="1200" err="1">
                <a:solidFill>
                  <a:srgbClr val="000000"/>
                </a:solidFill>
                <a:effectLst/>
                <a:ea typeface="Open Sans" panose="020B0606030504020204" pitchFamily="34" charset="0"/>
                <a:cs typeface="Times New Roman" panose="02020603050405020304" pitchFamily="18" charset="0"/>
              </a:rPr>
              <a:t>Nhss_UEContextManagement</a:t>
            </a:r>
            <a:r>
              <a:rPr lang="en-IN" sz="1200">
                <a:solidFill>
                  <a:srgbClr val="000000"/>
                </a:solidFill>
                <a:effectLst/>
                <a:ea typeface="Open Sans" panose="020B0606030504020204" pitchFamily="34" charset="0"/>
                <a:cs typeface="Times New Roman" panose="02020603050405020304" pitchFamily="18" charset="0"/>
              </a:rPr>
              <a:t> service: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Bef>
                <a:spcPts val="600"/>
              </a:spcBef>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Registration</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Deregistration Notification</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Deregistration</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Get</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Update</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141414"/>
                </a:solidFill>
                <a:effectLst/>
                <a:ea typeface="Open Sans" panose="020B0606030504020204" pitchFamily="34" charset="0"/>
                <a:cs typeface="Times New Roman" panose="02020603050405020304" pitchFamily="18" charset="0"/>
              </a:rPr>
              <a:t> </a:t>
            </a:r>
            <a:r>
              <a:rPr lang="en-IN" sz="1200" b="1" err="1">
                <a:solidFill>
                  <a:srgbClr val="000000"/>
                </a:solidFill>
                <a:effectLst/>
                <a:ea typeface="Open Sans" panose="020B0606030504020204" pitchFamily="34" charset="0"/>
                <a:cs typeface="Times New Roman" panose="02020603050405020304" pitchFamily="18" charset="0"/>
              </a:rPr>
              <a:t>nhss_ueau</a:t>
            </a:r>
            <a:r>
              <a:rPr lang="en-IN" sz="1200" b="1">
                <a:solidFill>
                  <a:srgbClr val="000000"/>
                </a:solidFill>
                <a:effectLst/>
                <a:ea typeface="Open Sans" panose="020B0606030504020204" pitchFamily="34" charset="0"/>
                <a:cs typeface="Times New Roman" panose="02020603050405020304" pitchFamily="18" charset="0"/>
              </a:rPr>
              <a:t> service</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err="1">
                <a:solidFill>
                  <a:srgbClr val="000000"/>
                </a:solidFill>
                <a:effectLst/>
                <a:ea typeface="Open Sans" panose="020B0606030504020204" pitchFamily="34" charset="0"/>
                <a:cs typeface="Times New Roman" panose="02020603050405020304" pitchFamily="18" charset="0"/>
              </a:rPr>
              <a:t>Nhss_UEAuthentication</a:t>
            </a:r>
            <a:r>
              <a:rPr lang="en-IN" sz="1200">
                <a:solidFill>
                  <a:srgbClr val="000000"/>
                </a:solidFill>
                <a:effectLst/>
                <a:ea typeface="Open Sans" panose="020B0606030504020204" pitchFamily="34" charset="0"/>
                <a:cs typeface="Times New Roman" panose="02020603050405020304" pitchFamily="18" charset="0"/>
              </a:rPr>
              <a:t> service is used by the IWF to request HSS to calculate fresh authentication vectors and provide it to MME. It is also used to convey the success or failure of authentication events to MME.</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The following service operations are used for the </a:t>
            </a:r>
            <a:r>
              <a:rPr lang="en-IN" sz="1200" err="1">
                <a:solidFill>
                  <a:srgbClr val="000000"/>
                </a:solidFill>
                <a:effectLst/>
                <a:ea typeface="Open Sans" panose="020B0606030504020204" pitchFamily="34" charset="0"/>
                <a:cs typeface="Times New Roman" panose="02020603050405020304" pitchFamily="18" charset="0"/>
              </a:rPr>
              <a:t>Nhss_UEAuthentication</a:t>
            </a:r>
            <a:r>
              <a:rPr lang="en-IN" sz="1200">
                <a:solidFill>
                  <a:srgbClr val="000000"/>
                </a:solidFill>
                <a:effectLst/>
                <a:ea typeface="Open Sans" panose="020B0606030504020204" pitchFamily="34" charset="0"/>
                <a:cs typeface="Times New Roman" panose="02020603050405020304" pitchFamily="18" charset="0"/>
              </a:rPr>
              <a:t> service: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Bef>
                <a:spcPts val="600"/>
              </a:spcBef>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Get</a:t>
            </a:r>
            <a:endParaRPr lang="en-IN" sz="1200">
              <a:solidFill>
                <a:srgbClr val="141414"/>
              </a:solidFill>
              <a:effectLst/>
              <a:ea typeface="Open Sans" panose="020B0606030504020204" pitchFamily="34" charset="0"/>
              <a:cs typeface="Times New Roman" panose="02020603050405020304" pitchFamily="18" charset="0"/>
            </a:endParaRPr>
          </a:p>
          <a:p>
            <a:br>
              <a:rPr lang="en-IN" sz="1600">
                <a:solidFill>
                  <a:srgbClr val="141414"/>
                </a:solidFill>
                <a:effectLst/>
                <a:latin typeface="+mj-lt"/>
                <a:ea typeface="Open Sans" panose="020B0606030504020204" pitchFamily="34" charset="0"/>
                <a:cs typeface="Times New Roman" panose="02020603050405020304" pitchFamily="18" charset="0"/>
              </a:rPr>
            </a:br>
            <a:endParaRPr lang="en-IN" sz="1600">
              <a:latin typeface="+mj-lt"/>
            </a:endParaRPr>
          </a:p>
        </p:txBody>
      </p:sp>
      <p:sp>
        <p:nvSpPr>
          <p:cNvPr id="3" name="Title 1">
            <a:extLst>
              <a:ext uri="{FF2B5EF4-FFF2-40B4-BE49-F238E27FC236}">
                <a16:creationId xmlns:a16="http://schemas.microsoft.com/office/drawing/2014/main" id="{3CAE18DE-4B89-43B7-8A01-22B9A5CF778C}"/>
              </a:ext>
            </a:extLst>
          </p:cNvPr>
          <p:cNvSpPr txBox="1">
            <a:spLocks/>
          </p:cNvSpPr>
          <p:nvPr/>
        </p:nvSpPr>
        <p:spPr>
          <a:xfrm>
            <a:off x="300038" y="581820"/>
            <a:ext cx="11269662" cy="684212"/>
          </a:xfrm>
          <a:prstGeom prst="rect">
            <a:avLst/>
          </a:prstGeom>
        </p:spPr>
        <p:txBody>
          <a:bodyPr vert="horz" wrap="none" lIns="91440" tIns="45720" rIns="91440" bIns="45720" rtlCol="0" anchor="ctr">
            <a:noAutofit/>
          </a:bodyPr>
          <a:lstStyle>
            <a:lvl1pPr algn="l" defTabSz="914400" rtl="0" eaLnBrk="1" latinLnBrk="0" hangingPunct="1">
              <a:lnSpc>
                <a:spcPct val="90000"/>
              </a:lnSpc>
              <a:spcBef>
                <a:spcPct val="0"/>
              </a:spcBef>
              <a:buNone/>
              <a:defRPr sz="3600" b="1" kern="1200" cap="none" baseline="0">
                <a:solidFill>
                  <a:schemeClr val="bg2"/>
                </a:solidFill>
                <a:latin typeface="Roboto" panose="020B0604020202020204" charset="0"/>
                <a:ea typeface="Roboto" panose="020B0604020202020204" charset="0"/>
                <a:cs typeface="Roboto" panose="020B0604020202020204" charset="0"/>
              </a:defRPr>
            </a:lvl1pPr>
          </a:lstStyle>
          <a:p>
            <a:pPr>
              <a:lnSpc>
                <a:spcPct val="100000"/>
              </a:lnSpc>
            </a:pPr>
            <a:endParaRPr lang="en-US" sz="2800"/>
          </a:p>
        </p:txBody>
      </p:sp>
      <p:sp>
        <p:nvSpPr>
          <p:cNvPr id="2" name="Title 1">
            <a:extLst>
              <a:ext uri="{FF2B5EF4-FFF2-40B4-BE49-F238E27FC236}">
                <a16:creationId xmlns:a16="http://schemas.microsoft.com/office/drawing/2014/main" id="{1AB83645-9D45-454D-93AC-9810A9FCB82E}"/>
              </a:ext>
            </a:extLst>
          </p:cNvPr>
          <p:cNvSpPr>
            <a:spLocks noGrp="1"/>
          </p:cNvSpPr>
          <p:nvPr>
            <p:ph type="title"/>
          </p:nvPr>
        </p:nvSpPr>
        <p:spPr>
          <a:xfrm>
            <a:off x="180975" y="728558"/>
            <a:ext cx="11269662" cy="684212"/>
          </a:xfrm>
        </p:spPr>
        <p:txBody>
          <a:bodyPr>
            <a:normAutofit fontScale="90000"/>
          </a:bodyPr>
          <a:lstStyle/>
          <a:p>
            <a:r>
              <a:rPr lang="en-US" sz="3600"/>
              <a:t>HSS Services</a:t>
            </a:r>
            <a:br>
              <a:rPr lang="en-US" sz="3600"/>
            </a:br>
            <a:endParaRPr lang="en-IN"/>
          </a:p>
        </p:txBody>
      </p:sp>
    </p:spTree>
    <p:extLst>
      <p:ext uri="{BB962C8B-B14F-4D97-AF65-F5344CB8AC3E}">
        <p14:creationId xmlns:p14="http://schemas.microsoft.com/office/powerpoint/2010/main" val="3083854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856F51-9455-4AB9-8C6A-9C8F99263537}"/>
              </a:ext>
            </a:extLst>
          </p:cNvPr>
          <p:cNvSpPr txBox="1"/>
          <p:nvPr/>
        </p:nvSpPr>
        <p:spPr>
          <a:xfrm>
            <a:off x="342899" y="1337790"/>
            <a:ext cx="11744325" cy="2389372"/>
          </a:xfrm>
          <a:prstGeom prst="rect">
            <a:avLst/>
          </a:prstGeom>
          <a:noFill/>
        </p:spPr>
        <p:txBody>
          <a:bodyPr wrap="square">
            <a:spAutoFit/>
          </a:bodyPr>
          <a:lstStyle/>
          <a:p>
            <a:pPr>
              <a:lnSpc>
                <a:spcPct val="107000"/>
              </a:lnSpc>
              <a:spcBef>
                <a:spcPts val="600"/>
              </a:spcBef>
              <a:spcAft>
                <a:spcPts val="600"/>
              </a:spcAft>
            </a:pPr>
            <a:r>
              <a:rPr lang="en-IN" sz="1200" b="1">
                <a:solidFill>
                  <a:srgbClr val="141414"/>
                </a:solidFill>
                <a:effectLst/>
                <a:ea typeface="Open Sans" panose="020B0606030504020204" pitchFamily="34" charset="0"/>
                <a:cs typeface="Times New Roman" panose="02020603050405020304" pitchFamily="18" charset="0"/>
              </a:rPr>
              <a:t>Step-1: </a:t>
            </a:r>
            <a:r>
              <a:rPr lang="en-IN" sz="1200">
                <a:solidFill>
                  <a:srgbClr val="141414"/>
                </a:solidFill>
                <a:effectLst/>
                <a:ea typeface="Open Sans" panose="020B0606030504020204" pitchFamily="34" charset="0"/>
                <a:cs typeface="Times New Roman" panose="02020603050405020304" pitchFamily="18" charset="0"/>
              </a:rPr>
              <a:t>Make appropriate changes in override file</a:t>
            </a:r>
          </a:p>
          <a:p>
            <a:pPr>
              <a:lnSpc>
                <a:spcPct val="107000"/>
              </a:lnSpc>
              <a:spcBef>
                <a:spcPts val="600"/>
              </a:spcBef>
              <a:spcAft>
                <a:spcPts val="600"/>
              </a:spcAft>
            </a:pPr>
            <a:r>
              <a:rPr lang="en-IN" sz="1200" b="1">
                <a:solidFill>
                  <a:srgbClr val="141414"/>
                </a:solidFill>
                <a:effectLst/>
                <a:ea typeface="Open Sans" panose="020B0606030504020204" pitchFamily="34" charset="0"/>
                <a:cs typeface="Times New Roman" panose="02020603050405020304" pitchFamily="18" charset="0"/>
              </a:rPr>
              <a:t>Step-2:</a:t>
            </a:r>
            <a:r>
              <a:rPr lang="en-IN" sz="1200">
                <a:solidFill>
                  <a:srgbClr val="141414"/>
                </a:solidFill>
                <a:effectLst/>
                <a:ea typeface="Open Sans" panose="020B0606030504020204" pitchFamily="34" charset="0"/>
                <a:cs typeface="Times New Roman" panose="02020603050405020304" pitchFamily="18" charset="0"/>
              </a:rPr>
              <a:t> use the following command</a:t>
            </a:r>
          </a:p>
          <a:p>
            <a:pPr>
              <a:lnSpc>
                <a:spcPct val="107000"/>
              </a:lnSpc>
              <a:spcBef>
                <a:spcPts val="600"/>
              </a:spcBef>
              <a:spcAft>
                <a:spcPts val="600"/>
              </a:spcAft>
            </a:pP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ffectLst/>
              <a:ea typeface="Open Sans" panose="020B0606030504020204" pitchFamily="34" charset="0"/>
              <a:cs typeface="Times New Roman" panose="02020603050405020304" pitchFamily="18" charset="0"/>
            </a:endParaRPr>
          </a:p>
        </p:txBody>
      </p:sp>
      <p:sp>
        <p:nvSpPr>
          <p:cNvPr id="6" name="Title 10">
            <a:extLst>
              <a:ext uri="{FF2B5EF4-FFF2-40B4-BE49-F238E27FC236}">
                <a16:creationId xmlns:a16="http://schemas.microsoft.com/office/drawing/2014/main" id="{DE4E67A0-FE72-4C7F-B4A4-B69C8930867B}"/>
              </a:ext>
            </a:extLst>
          </p:cNvPr>
          <p:cNvSpPr txBox="1">
            <a:spLocks/>
          </p:cNvSpPr>
          <p:nvPr/>
        </p:nvSpPr>
        <p:spPr>
          <a:xfrm>
            <a:off x="325813" y="312599"/>
            <a:ext cx="11269662" cy="684212"/>
          </a:xfrm>
          <a:prstGeom prst="rect">
            <a:avLst/>
          </a:prstGeom>
        </p:spPr>
        <p:txBody>
          <a:bodyPr/>
          <a:lstStyle>
            <a:lvl1pPr algn="l" defTabSz="914400" rtl="0" eaLnBrk="1" latinLnBrk="0" hangingPunct="1">
              <a:lnSpc>
                <a:spcPct val="90000"/>
              </a:lnSpc>
              <a:spcBef>
                <a:spcPct val="0"/>
              </a:spcBef>
              <a:buNone/>
              <a:defRPr sz="3600" b="1" kern="1200" cap="none" baseline="0">
                <a:solidFill>
                  <a:schemeClr val="bg2"/>
                </a:solidFill>
                <a:latin typeface="Roboto" panose="020B0604020202020204" charset="0"/>
                <a:ea typeface="Roboto" panose="020B0604020202020204" charset="0"/>
                <a:cs typeface="Roboto" panose="020B0604020202020204" charset="0"/>
              </a:defRPr>
            </a:lvl1pPr>
          </a:lstStyle>
          <a:p>
            <a:pPr>
              <a:lnSpc>
                <a:spcPct val="100000"/>
              </a:lnSpc>
            </a:pPr>
            <a:r>
              <a:rPr lang="en-US"/>
              <a:t>HSS – Upgrade Installation or Configuration</a:t>
            </a:r>
          </a:p>
        </p:txBody>
      </p:sp>
      <p:graphicFrame>
        <p:nvGraphicFramePr>
          <p:cNvPr id="2" name="Table 1">
            <a:extLst>
              <a:ext uri="{FF2B5EF4-FFF2-40B4-BE49-F238E27FC236}">
                <a16:creationId xmlns:a16="http://schemas.microsoft.com/office/drawing/2014/main" id="{1A9D3522-9FD0-4B6A-B336-3CB6EF611162}"/>
              </a:ext>
            </a:extLst>
          </p:cNvPr>
          <p:cNvGraphicFramePr>
            <a:graphicFrameLocks noGrp="1"/>
          </p:cNvGraphicFramePr>
          <p:nvPr/>
        </p:nvGraphicFramePr>
        <p:xfrm>
          <a:off x="3881438" y="17636903"/>
          <a:ext cx="11269662" cy="4601972"/>
        </p:xfrm>
        <a:graphic>
          <a:graphicData uri="http://schemas.openxmlformats.org/drawingml/2006/table">
            <a:tbl>
              <a:tblPr firstRow="1" firstCol="1" lastRow="1" lastCol="1" bandRow="1" bandCol="1">
                <a:tableStyleId>{5C22544A-7EE6-4342-B048-85BDC9FD1C3A}</a:tableStyleId>
              </a:tblPr>
              <a:tblGrid>
                <a:gridCol w="11269662">
                  <a:extLst>
                    <a:ext uri="{9D8B030D-6E8A-4147-A177-3AD203B41FA5}">
                      <a16:colId xmlns:a16="http://schemas.microsoft.com/office/drawing/2014/main" val="2892494781"/>
                    </a:ext>
                  </a:extLst>
                </a:gridCol>
              </a:tblGrid>
              <a:tr h="0">
                <a:tc>
                  <a:txBody>
                    <a:bodyPr/>
                    <a:lstStyle/>
                    <a:p>
                      <a:pPr marL="152400">
                        <a:lnSpc>
                          <a:spcPct val="107000"/>
                        </a:lnSpc>
                        <a:spcBef>
                          <a:spcPts val="600"/>
                        </a:spcBef>
                        <a:spcAft>
                          <a:spcPts val="600"/>
                        </a:spcAft>
                      </a:pPr>
                      <a:r>
                        <a:rPr lang="en-IN" sz="900">
                          <a:effectLst/>
                        </a:rPr>
                        <a:t># helm3 </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hss</a:t>
                      </a:r>
                      <a:r>
                        <a:rPr lang="en-IN" sz="900">
                          <a:effectLst/>
                        </a:rPr>
                        <a:t> </a:t>
                      </a:r>
                      <a:r>
                        <a:rPr lang="en-IN" sz="900" err="1">
                          <a:effectLst/>
                        </a:rPr>
                        <a:t>hss-iwf</a:t>
                      </a:r>
                      <a:r>
                        <a:rPr lang="en-IN" sz="900">
                          <a:effectLst/>
                        </a:rPr>
                        <a:t> -f </a:t>
                      </a:r>
                      <a:r>
                        <a:rPr lang="en-IN" sz="900" err="1">
                          <a:effectLst/>
                        </a:rPr>
                        <a:t>hss-override.yaml</a:t>
                      </a:r>
                      <a:r>
                        <a:rPr lang="en-IN" sz="900">
                          <a:effectLst/>
                        </a:rPr>
                        <a:t> -n &lt;namespace&gt;</a:t>
                      </a:r>
                      <a:endParaRPr lang="en-IN" sz="1000">
                        <a:effectLst/>
                      </a:endParaRPr>
                    </a:p>
                    <a:p>
                      <a:pPr marL="152400">
                        <a:lnSpc>
                          <a:spcPct val="107000"/>
                        </a:lnSpc>
                        <a:spcBef>
                          <a:spcPts val="600"/>
                        </a:spcBef>
                        <a:spcAft>
                          <a:spcPts val="600"/>
                        </a:spcAft>
                      </a:pPr>
                      <a:r>
                        <a:rPr lang="en-IN" sz="900">
                          <a:effectLst/>
                        </a:rPr>
                        <a:t># or</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iwf</a:t>
                      </a:r>
                      <a:r>
                        <a:rPr lang="en-IN" sz="900">
                          <a:effectLst/>
                        </a:rPr>
                        <a:t> </a:t>
                      </a:r>
                      <a:r>
                        <a:rPr lang="en-IN" sz="900" err="1">
                          <a:effectLst/>
                        </a:rPr>
                        <a:t>hss</a:t>
                      </a:r>
                      <a:r>
                        <a:rPr lang="en-IN" sz="900">
                          <a:effectLst/>
                        </a:rPr>
                        <a:t>-</a:t>
                      </a:r>
                      <a:r>
                        <a:rPr lang="en-IN" sz="900" err="1">
                          <a:effectLst/>
                        </a:rPr>
                        <a:t>iwf</a:t>
                      </a:r>
                      <a:r>
                        <a:rPr lang="en-IN" sz="900">
                          <a:effectLst/>
                        </a:rPr>
                        <a:t>-f </a:t>
                      </a:r>
                      <a:r>
                        <a:rPr lang="en-IN" sz="900" err="1">
                          <a:effectLst/>
                        </a:rPr>
                        <a:t>iwf-override.yaml</a:t>
                      </a:r>
                      <a:r>
                        <a:rPr lang="en-IN" sz="900">
                          <a:effectLst/>
                        </a:rPr>
                        <a:t> -n &lt;namespace&gt;</a:t>
                      </a:r>
                      <a:endParaRPr lang="en-IN" sz="1000">
                        <a:effectLst/>
                      </a:endParaRPr>
                    </a:p>
                    <a:p>
                      <a:pPr marL="152400">
                        <a:lnSpc>
                          <a:spcPct val="107000"/>
                        </a:lnSpc>
                        <a:spcBef>
                          <a:spcPts val="600"/>
                        </a:spcBef>
                        <a:spcAft>
                          <a:spcPts val="600"/>
                        </a:spcAft>
                      </a:pPr>
                      <a:r>
                        <a:rPr lang="en-IN" sz="900">
                          <a:effectLst/>
                        </a:rPr>
                        <a:t># or</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hss-iwf</a:t>
                      </a:r>
                      <a:r>
                        <a:rPr lang="en-IN" sz="900">
                          <a:effectLst/>
                        </a:rPr>
                        <a:t> </a:t>
                      </a:r>
                      <a:r>
                        <a:rPr lang="en-IN" sz="900" err="1">
                          <a:effectLst/>
                        </a:rPr>
                        <a:t>hss-iwf</a:t>
                      </a:r>
                      <a:r>
                        <a:rPr lang="en-IN" sz="900">
                          <a:effectLst/>
                        </a:rPr>
                        <a:t> -f </a:t>
                      </a:r>
                      <a:r>
                        <a:rPr lang="en-IN" sz="900" err="1">
                          <a:effectLst/>
                        </a:rPr>
                        <a:t>hss-iwf-override.yaml</a:t>
                      </a:r>
                      <a:r>
                        <a:rPr lang="en-IN" sz="900">
                          <a:effectLst/>
                        </a:rPr>
                        <a:t> -n &lt;namespace&gt;</a:t>
                      </a:r>
                      <a:endParaRPr lang="en-IN" sz="1000">
                        <a:effectLst/>
                      </a:endParaRPr>
                    </a:p>
                    <a:p>
                      <a:pPr marL="152400">
                        <a:lnSpc>
                          <a:spcPct val="107000"/>
                        </a:lnSpc>
                        <a:spcBef>
                          <a:spcPts val="600"/>
                        </a:spcBef>
                        <a:spcAft>
                          <a:spcPts val="600"/>
                        </a:spcAft>
                      </a:pPr>
                      <a:r>
                        <a:rPr lang="en-IN" sz="900">
                          <a:effectLst/>
                        </a:rPr>
                        <a:t> </a:t>
                      </a:r>
                      <a:endParaRPr lang="en-IN" sz="1000">
                        <a:effectLst/>
                      </a:endParaRPr>
                    </a:p>
                    <a:p>
                      <a:pPr marL="152400">
                        <a:lnSpc>
                          <a:spcPct val="107000"/>
                        </a:lnSpc>
                        <a:spcBef>
                          <a:spcPts val="600"/>
                        </a:spcBef>
                        <a:spcAft>
                          <a:spcPts val="600"/>
                        </a:spcAft>
                      </a:pPr>
                      <a:r>
                        <a:rPr lang="en-IN" sz="900">
                          <a:effectLst/>
                        </a:rPr>
                        <a:t> </a:t>
                      </a:r>
                      <a:endParaRPr lang="en-IN" sz="1000">
                        <a:effectLst/>
                      </a:endParaRPr>
                    </a:p>
                    <a:p>
                      <a:pPr marL="152400">
                        <a:lnSpc>
                          <a:spcPct val="107000"/>
                        </a:lnSpc>
                        <a:spcBef>
                          <a:spcPts val="600"/>
                        </a:spcBef>
                        <a:spcAft>
                          <a:spcPts val="600"/>
                        </a:spcAft>
                      </a:pPr>
                      <a:r>
                        <a:rPr lang="en-IN" sz="900">
                          <a:effectLst/>
                        </a:rPr>
                        <a:t> </a:t>
                      </a:r>
                      <a:endParaRPr lang="en-IN" sz="1000">
                        <a:effectLst/>
                      </a:endParaRPr>
                    </a:p>
                    <a:p>
                      <a:pPr marL="152400">
                        <a:lnSpc>
                          <a:spcPct val="107000"/>
                        </a:lnSpc>
                        <a:spcBef>
                          <a:spcPts val="600"/>
                        </a:spcBef>
                        <a:spcAft>
                          <a:spcPts val="600"/>
                        </a:spcAft>
                      </a:pPr>
                      <a:r>
                        <a:rPr lang="en-IN" sz="900">
                          <a:effectLst/>
                        </a:rPr>
                        <a:t># helm2</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hss-iwf</a:t>
                      </a:r>
                      <a:r>
                        <a:rPr lang="en-IN" sz="900">
                          <a:effectLst/>
                        </a:rPr>
                        <a:t> </a:t>
                      </a:r>
                      <a:r>
                        <a:rPr lang="en-IN" sz="900" err="1">
                          <a:effectLst/>
                        </a:rPr>
                        <a:t>hss</a:t>
                      </a:r>
                      <a:r>
                        <a:rPr lang="en-IN" sz="900">
                          <a:effectLst/>
                        </a:rPr>
                        <a:t> -f </a:t>
                      </a:r>
                      <a:r>
                        <a:rPr lang="en-IN" sz="900" err="1">
                          <a:effectLst/>
                        </a:rPr>
                        <a:t>hss-override.yaml</a:t>
                      </a:r>
                      <a:r>
                        <a:rPr lang="en-IN" sz="900">
                          <a:effectLst/>
                        </a:rPr>
                        <a:t> --namespace &lt;namespace&gt;</a:t>
                      </a:r>
                      <a:endParaRPr lang="en-IN" sz="1000">
                        <a:effectLst/>
                      </a:endParaRPr>
                    </a:p>
                    <a:p>
                      <a:pPr marL="152400">
                        <a:lnSpc>
                          <a:spcPct val="107000"/>
                        </a:lnSpc>
                        <a:spcBef>
                          <a:spcPts val="600"/>
                        </a:spcBef>
                        <a:spcAft>
                          <a:spcPts val="600"/>
                        </a:spcAft>
                      </a:pPr>
                      <a:r>
                        <a:rPr lang="en-IN" sz="900">
                          <a:effectLst/>
                        </a:rPr>
                        <a:t># or</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hss-iwf</a:t>
                      </a:r>
                      <a:r>
                        <a:rPr lang="en-IN" sz="900">
                          <a:effectLst/>
                        </a:rPr>
                        <a:t> </a:t>
                      </a:r>
                      <a:r>
                        <a:rPr lang="en-IN" sz="900" err="1">
                          <a:effectLst/>
                        </a:rPr>
                        <a:t>iwf</a:t>
                      </a:r>
                      <a:r>
                        <a:rPr lang="en-IN" sz="900">
                          <a:effectLst/>
                        </a:rPr>
                        <a:t> -f </a:t>
                      </a:r>
                      <a:r>
                        <a:rPr lang="en-IN" sz="900" err="1">
                          <a:effectLst/>
                        </a:rPr>
                        <a:t>iwf-override.yaml</a:t>
                      </a:r>
                      <a:r>
                        <a:rPr lang="en-IN" sz="900">
                          <a:effectLst/>
                        </a:rPr>
                        <a:t> --namespace &lt;namespace&gt;</a:t>
                      </a:r>
                      <a:endParaRPr lang="en-IN" sz="1000">
                        <a:effectLst/>
                      </a:endParaRPr>
                    </a:p>
                    <a:p>
                      <a:pPr marL="152400">
                        <a:lnSpc>
                          <a:spcPct val="107000"/>
                        </a:lnSpc>
                        <a:spcBef>
                          <a:spcPts val="600"/>
                        </a:spcBef>
                        <a:spcAft>
                          <a:spcPts val="600"/>
                        </a:spcAft>
                      </a:pPr>
                      <a:r>
                        <a:rPr lang="en-IN" sz="900">
                          <a:effectLst/>
                        </a:rPr>
                        <a:t># or</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hss-iwf</a:t>
                      </a:r>
                      <a:r>
                        <a:rPr lang="en-IN" sz="900">
                          <a:effectLst/>
                        </a:rPr>
                        <a:t> </a:t>
                      </a:r>
                      <a:r>
                        <a:rPr lang="en-IN" sz="900" err="1">
                          <a:effectLst/>
                        </a:rPr>
                        <a:t>hss-iwf</a:t>
                      </a:r>
                      <a:r>
                        <a:rPr lang="en-IN" sz="900">
                          <a:effectLst/>
                        </a:rPr>
                        <a:t> -f </a:t>
                      </a:r>
                      <a:r>
                        <a:rPr lang="en-IN" sz="900" err="1">
                          <a:effectLst/>
                        </a:rPr>
                        <a:t>hss-iwf-override.yaml</a:t>
                      </a:r>
                      <a:r>
                        <a:rPr lang="en-IN" sz="900">
                          <a:effectLst/>
                        </a:rPr>
                        <a:t> --namespace &lt;namespace&gt;</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2629573705"/>
                  </a:ext>
                </a:extLst>
              </a:tr>
            </a:tbl>
          </a:graphicData>
        </a:graphic>
      </p:graphicFrame>
      <p:graphicFrame>
        <p:nvGraphicFramePr>
          <p:cNvPr id="3" name="Table 2">
            <a:extLst>
              <a:ext uri="{FF2B5EF4-FFF2-40B4-BE49-F238E27FC236}">
                <a16:creationId xmlns:a16="http://schemas.microsoft.com/office/drawing/2014/main" id="{5252EB2A-1565-40EC-A4D0-30FACEB748DF}"/>
              </a:ext>
            </a:extLst>
          </p:cNvPr>
          <p:cNvGraphicFramePr>
            <a:graphicFrameLocks noGrp="1"/>
          </p:cNvGraphicFramePr>
          <p:nvPr/>
        </p:nvGraphicFramePr>
        <p:xfrm>
          <a:off x="596525" y="2069218"/>
          <a:ext cx="10998950" cy="4134077"/>
        </p:xfrm>
        <a:graphic>
          <a:graphicData uri="http://schemas.openxmlformats.org/drawingml/2006/table">
            <a:tbl>
              <a:tblPr firstRow="1" firstCol="1" lastRow="1" lastCol="1" bandRow="1" bandCol="1">
                <a:tableStyleId>{5C22544A-7EE6-4342-B048-85BDC9FD1C3A}</a:tableStyleId>
              </a:tblPr>
              <a:tblGrid>
                <a:gridCol w="10998950">
                  <a:extLst>
                    <a:ext uri="{9D8B030D-6E8A-4147-A177-3AD203B41FA5}">
                      <a16:colId xmlns:a16="http://schemas.microsoft.com/office/drawing/2014/main" val="3791332889"/>
                    </a:ext>
                  </a:extLst>
                </a:gridCol>
              </a:tblGrid>
              <a:tr h="4134077">
                <a:tc>
                  <a:txBody>
                    <a:bodyPr/>
                    <a:lstStyle/>
                    <a:p>
                      <a:pPr marL="152400">
                        <a:lnSpc>
                          <a:spcPct val="107000"/>
                        </a:lnSpc>
                        <a:spcBef>
                          <a:spcPts val="600"/>
                        </a:spcBef>
                        <a:spcAft>
                          <a:spcPts val="600"/>
                        </a:spcAft>
                      </a:pPr>
                      <a:r>
                        <a:rPr lang="en-IN" sz="900">
                          <a:effectLst/>
                        </a:rPr>
                        <a:t># helm3 </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hss</a:t>
                      </a:r>
                      <a:r>
                        <a:rPr lang="en-IN" sz="900">
                          <a:effectLst/>
                        </a:rPr>
                        <a:t> </a:t>
                      </a:r>
                      <a:r>
                        <a:rPr lang="en-IN" sz="900" err="1">
                          <a:effectLst/>
                        </a:rPr>
                        <a:t>hss-iwf</a:t>
                      </a:r>
                      <a:r>
                        <a:rPr lang="en-IN" sz="900">
                          <a:effectLst/>
                        </a:rPr>
                        <a:t> -f </a:t>
                      </a:r>
                      <a:r>
                        <a:rPr lang="en-IN" sz="900" err="1">
                          <a:effectLst/>
                        </a:rPr>
                        <a:t>hss-override.yaml</a:t>
                      </a:r>
                      <a:r>
                        <a:rPr lang="en-IN" sz="900">
                          <a:effectLst/>
                        </a:rPr>
                        <a:t> -n &lt;namespace&gt;</a:t>
                      </a:r>
                      <a:endParaRPr lang="en-IN" sz="1000">
                        <a:effectLst/>
                      </a:endParaRPr>
                    </a:p>
                    <a:p>
                      <a:pPr marL="152400">
                        <a:lnSpc>
                          <a:spcPct val="107000"/>
                        </a:lnSpc>
                        <a:spcBef>
                          <a:spcPts val="600"/>
                        </a:spcBef>
                        <a:spcAft>
                          <a:spcPts val="600"/>
                        </a:spcAft>
                      </a:pPr>
                      <a:r>
                        <a:rPr lang="en-IN" sz="900">
                          <a:effectLst/>
                        </a:rPr>
                        <a:t># or</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iwf</a:t>
                      </a:r>
                      <a:r>
                        <a:rPr lang="en-IN" sz="900">
                          <a:effectLst/>
                        </a:rPr>
                        <a:t> </a:t>
                      </a:r>
                      <a:r>
                        <a:rPr lang="en-IN" sz="900" err="1">
                          <a:effectLst/>
                        </a:rPr>
                        <a:t>hss</a:t>
                      </a:r>
                      <a:r>
                        <a:rPr lang="en-IN" sz="900">
                          <a:effectLst/>
                        </a:rPr>
                        <a:t>-</a:t>
                      </a:r>
                      <a:r>
                        <a:rPr lang="en-IN" sz="900" err="1">
                          <a:effectLst/>
                        </a:rPr>
                        <a:t>iwf</a:t>
                      </a:r>
                      <a:r>
                        <a:rPr lang="en-IN" sz="900">
                          <a:effectLst/>
                        </a:rPr>
                        <a:t>-f </a:t>
                      </a:r>
                      <a:r>
                        <a:rPr lang="en-IN" sz="900" err="1">
                          <a:effectLst/>
                        </a:rPr>
                        <a:t>iwf-override.yaml</a:t>
                      </a:r>
                      <a:r>
                        <a:rPr lang="en-IN" sz="900">
                          <a:effectLst/>
                        </a:rPr>
                        <a:t> -n &lt;namespace&gt;</a:t>
                      </a:r>
                      <a:endParaRPr lang="en-IN" sz="1000">
                        <a:effectLst/>
                      </a:endParaRPr>
                    </a:p>
                    <a:p>
                      <a:pPr marL="152400">
                        <a:lnSpc>
                          <a:spcPct val="107000"/>
                        </a:lnSpc>
                        <a:spcBef>
                          <a:spcPts val="600"/>
                        </a:spcBef>
                        <a:spcAft>
                          <a:spcPts val="600"/>
                        </a:spcAft>
                      </a:pPr>
                      <a:r>
                        <a:rPr lang="en-IN" sz="900">
                          <a:effectLst/>
                        </a:rPr>
                        <a:t># or</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hss-iwf</a:t>
                      </a:r>
                      <a:r>
                        <a:rPr lang="en-IN" sz="900">
                          <a:effectLst/>
                        </a:rPr>
                        <a:t> </a:t>
                      </a:r>
                      <a:r>
                        <a:rPr lang="en-IN" sz="900" err="1">
                          <a:effectLst/>
                        </a:rPr>
                        <a:t>hss-iwf</a:t>
                      </a:r>
                      <a:r>
                        <a:rPr lang="en-IN" sz="900">
                          <a:effectLst/>
                        </a:rPr>
                        <a:t> -f </a:t>
                      </a:r>
                      <a:r>
                        <a:rPr lang="en-IN" sz="900" err="1">
                          <a:effectLst/>
                        </a:rPr>
                        <a:t>hss-iwf-override.yaml</a:t>
                      </a:r>
                      <a:r>
                        <a:rPr lang="en-IN" sz="900">
                          <a:effectLst/>
                        </a:rPr>
                        <a:t> -n &lt;namespace&gt;</a:t>
                      </a:r>
                      <a:endParaRPr lang="en-IN" sz="1000">
                        <a:effectLst/>
                      </a:endParaRPr>
                    </a:p>
                    <a:p>
                      <a:pPr marL="152400">
                        <a:lnSpc>
                          <a:spcPct val="107000"/>
                        </a:lnSpc>
                        <a:spcBef>
                          <a:spcPts val="600"/>
                        </a:spcBef>
                        <a:spcAft>
                          <a:spcPts val="600"/>
                        </a:spcAft>
                      </a:pPr>
                      <a:r>
                        <a:rPr lang="en-IN" sz="900">
                          <a:effectLst/>
                        </a:rPr>
                        <a:t># helm2</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hss-iwf</a:t>
                      </a:r>
                      <a:r>
                        <a:rPr lang="en-IN" sz="900">
                          <a:effectLst/>
                        </a:rPr>
                        <a:t> </a:t>
                      </a:r>
                      <a:r>
                        <a:rPr lang="en-IN" sz="900" err="1">
                          <a:effectLst/>
                        </a:rPr>
                        <a:t>hss</a:t>
                      </a:r>
                      <a:r>
                        <a:rPr lang="en-IN" sz="900">
                          <a:effectLst/>
                        </a:rPr>
                        <a:t> -f </a:t>
                      </a:r>
                      <a:r>
                        <a:rPr lang="en-IN" sz="900" err="1">
                          <a:effectLst/>
                        </a:rPr>
                        <a:t>hss-override.yaml</a:t>
                      </a:r>
                      <a:r>
                        <a:rPr lang="en-IN" sz="900">
                          <a:effectLst/>
                        </a:rPr>
                        <a:t> --namespace &lt;namespace&gt;</a:t>
                      </a:r>
                      <a:endParaRPr lang="en-IN" sz="1000">
                        <a:effectLst/>
                      </a:endParaRPr>
                    </a:p>
                    <a:p>
                      <a:pPr marL="152400">
                        <a:lnSpc>
                          <a:spcPct val="107000"/>
                        </a:lnSpc>
                        <a:spcBef>
                          <a:spcPts val="600"/>
                        </a:spcBef>
                        <a:spcAft>
                          <a:spcPts val="600"/>
                        </a:spcAft>
                      </a:pPr>
                      <a:r>
                        <a:rPr lang="en-IN" sz="900">
                          <a:effectLst/>
                        </a:rPr>
                        <a:t># or</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hss-iwf</a:t>
                      </a:r>
                      <a:r>
                        <a:rPr lang="en-IN" sz="900">
                          <a:effectLst/>
                        </a:rPr>
                        <a:t> </a:t>
                      </a:r>
                      <a:r>
                        <a:rPr lang="en-IN" sz="900" err="1">
                          <a:effectLst/>
                        </a:rPr>
                        <a:t>iwf</a:t>
                      </a:r>
                      <a:r>
                        <a:rPr lang="en-IN" sz="900">
                          <a:effectLst/>
                        </a:rPr>
                        <a:t> -f </a:t>
                      </a:r>
                      <a:r>
                        <a:rPr lang="en-IN" sz="900" err="1">
                          <a:effectLst/>
                        </a:rPr>
                        <a:t>iwf-override.yaml</a:t>
                      </a:r>
                      <a:r>
                        <a:rPr lang="en-IN" sz="900">
                          <a:effectLst/>
                        </a:rPr>
                        <a:t> --namespace &lt;namespace&gt;</a:t>
                      </a:r>
                      <a:endParaRPr lang="en-IN" sz="1000">
                        <a:effectLst/>
                      </a:endParaRPr>
                    </a:p>
                    <a:p>
                      <a:pPr marL="152400">
                        <a:lnSpc>
                          <a:spcPct val="107000"/>
                        </a:lnSpc>
                        <a:spcBef>
                          <a:spcPts val="600"/>
                        </a:spcBef>
                        <a:spcAft>
                          <a:spcPts val="600"/>
                        </a:spcAft>
                      </a:pPr>
                      <a:r>
                        <a:rPr lang="en-IN" sz="900">
                          <a:effectLst/>
                        </a:rPr>
                        <a:t># or</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hss-iwf</a:t>
                      </a:r>
                      <a:r>
                        <a:rPr lang="en-IN" sz="900">
                          <a:effectLst/>
                        </a:rPr>
                        <a:t> </a:t>
                      </a:r>
                      <a:r>
                        <a:rPr lang="en-IN" sz="900" err="1">
                          <a:effectLst/>
                        </a:rPr>
                        <a:t>hss-iwf</a:t>
                      </a:r>
                      <a:r>
                        <a:rPr lang="en-IN" sz="900">
                          <a:effectLst/>
                        </a:rPr>
                        <a:t> -f </a:t>
                      </a:r>
                      <a:r>
                        <a:rPr lang="en-IN" sz="900" err="1">
                          <a:effectLst/>
                        </a:rPr>
                        <a:t>hss-iwf-override.yaml</a:t>
                      </a:r>
                      <a:r>
                        <a:rPr lang="en-IN" sz="900">
                          <a:effectLst/>
                        </a:rPr>
                        <a:t> --namespace &lt;namespace&gt;</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3330324626"/>
                  </a:ext>
                </a:extLst>
              </a:tr>
            </a:tbl>
          </a:graphicData>
        </a:graphic>
      </p:graphicFrame>
    </p:spTree>
    <p:extLst>
      <p:ext uri="{BB962C8B-B14F-4D97-AF65-F5344CB8AC3E}">
        <p14:creationId xmlns:p14="http://schemas.microsoft.com/office/powerpoint/2010/main" val="42117111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856F51-9455-4AB9-8C6A-9C8F99263537}"/>
              </a:ext>
            </a:extLst>
          </p:cNvPr>
          <p:cNvSpPr txBox="1"/>
          <p:nvPr/>
        </p:nvSpPr>
        <p:spPr>
          <a:xfrm>
            <a:off x="342899" y="1337790"/>
            <a:ext cx="11744325" cy="2740879"/>
          </a:xfrm>
          <a:prstGeom prst="rect">
            <a:avLst/>
          </a:prstGeom>
          <a:noFill/>
        </p:spPr>
        <p:txBody>
          <a:bodyPr wrap="square">
            <a:spAutoFit/>
          </a:bodyPr>
          <a:lstStyle/>
          <a:p>
            <a:pPr>
              <a:lnSpc>
                <a:spcPct val="107000"/>
              </a:lnSpc>
              <a:spcBef>
                <a:spcPts val="600"/>
              </a:spcBef>
              <a:spcAft>
                <a:spcPts val="600"/>
              </a:spcAft>
            </a:pPr>
            <a:r>
              <a:rPr lang="en-IN" sz="1200">
                <a:solidFill>
                  <a:srgbClr val="141414"/>
                </a:solidFill>
                <a:ea typeface="Open Sans" panose="020B0606030504020204" pitchFamily="34" charset="0"/>
                <a:cs typeface="Times New Roman" panose="02020603050405020304" pitchFamily="18" charset="0"/>
              </a:rPr>
              <a:t>U</a:t>
            </a:r>
            <a:r>
              <a:rPr lang="en-IN" sz="1200">
                <a:solidFill>
                  <a:srgbClr val="141414"/>
                </a:solidFill>
                <a:effectLst/>
                <a:ea typeface="Open Sans" panose="020B0606030504020204" pitchFamily="34" charset="0"/>
                <a:cs typeface="Times New Roman" panose="02020603050405020304" pitchFamily="18" charset="0"/>
              </a:rPr>
              <a:t>se the following command to delete NF</a:t>
            </a:r>
          </a:p>
          <a:p>
            <a:pPr>
              <a:lnSpc>
                <a:spcPct val="107000"/>
              </a:lnSpc>
              <a:spcBef>
                <a:spcPts val="600"/>
              </a:spcBef>
              <a:spcAft>
                <a:spcPts val="600"/>
              </a:spcAft>
            </a:pPr>
            <a:endParaRPr lang="en-IN" sz="1200">
              <a:solidFill>
                <a:srgbClr val="141414"/>
              </a:solidFill>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ffectLst/>
              <a:ea typeface="Open Sans" panose="020B0606030504020204" pitchFamily="34" charset="0"/>
              <a:cs typeface="Times New Roman" panose="02020603050405020304" pitchFamily="18" charset="0"/>
            </a:endParaRPr>
          </a:p>
        </p:txBody>
      </p:sp>
      <p:sp>
        <p:nvSpPr>
          <p:cNvPr id="6" name="Title 10">
            <a:extLst>
              <a:ext uri="{FF2B5EF4-FFF2-40B4-BE49-F238E27FC236}">
                <a16:creationId xmlns:a16="http://schemas.microsoft.com/office/drawing/2014/main" id="{DE4E67A0-FE72-4C7F-B4A4-B69C8930867B}"/>
              </a:ext>
            </a:extLst>
          </p:cNvPr>
          <p:cNvSpPr txBox="1">
            <a:spLocks/>
          </p:cNvSpPr>
          <p:nvPr/>
        </p:nvSpPr>
        <p:spPr>
          <a:xfrm>
            <a:off x="342899" y="636551"/>
            <a:ext cx="11269662" cy="684212"/>
          </a:xfrm>
          <a:prstGeom prst="rect">
            <a:avLst/>
          </a:prstGeom>
        </p:spPr>
        <p:txBody>
          <a:bodyPr/>
          <a:lstStyle>
            <a:lvl1pPr algn="l" defTabSz="914400" rtl="0" eaLnBrk="1" latinLnBrk="0" hangingPunct="1">
              <a:lnSpc>
                <a:spcPct val="90000"/>
              </a:lnSpc>
              <a:spcBef>
                <a:spcPct val="0"/>
              </a:spcBef>
              <a:buNone/>
              <a:defRPr sz="3600" b="1" kern="1200" cap="none" baseline="0">
                <a:solidFill>
                  <a:schemeClr val="bg2"/>
                </a:solidFill>
                <a:latin typeface="Roboto" panose="020B0604020202020204" charset="0"/>
                <a:ea typeface="Roboto" panose="020B0604020202020204" charset="0"/>
                <a:cs typeface="Roboto" panose="020B0604020202020204" charset="0"/>
              </a:defRPr>
            </a:lvl1pPr>
          </a:lstStyle>
          <a:p>
            <a:pPr>
              <a:lnSpc>
                <a:spcPct val="100000"/>
              </a:lnSpc>
            </a:pPr>
            <a:r>
              <a:rPr lang="en-US"/>
              <a:t>HSS – Upgrade Installation or Configuration</a:t>
            </a:r>
          </a:p>
        </p:txBody>
      </p:sp>
      <p:graphicFrame>
        <p:nvGraphicFramePr>
          <p:cNvPr id="2" name="Table 1">
            <a:extLst>
              <a:ext uri="{FF2B5EF4-FFF2-40B4-BE49-F238E27FC236}">
                <a16:creationId xmlns:a16="http://schemas.microsoft.com/office/drawing/2014/main" id="{1A9D3522-9FD0-4B6A-B336-3CB6EF611162}"/>
              </a:ext>
            </a:extLst>
          </p:cNvPr>
          <p:cNvGraphicFramePr>
            <a:graphicFrameLocks noGrp="1"/>
          </p:cNvGraphicFramePr>
          <p:nvPr/>
        </p:nvGraphicFramePr>
        <p:xfrm>
          <a:off x="3881438" y="17636903"/>
          <a:ext cx="11269662" cy="4601972"/>
        </p:xfrm>
        <a:graphic>
          <a:graphicData uri="http://schemas.openxmlformats.org/drawingml/2006/table">
            <a:tbl>
              <a:tblPr firstRow="1" firstCol="1" lastRow="1" lastCol="1" bandRow="1" bandCol="1">
                <a:tableStyleId>{5C22544A-7EE6-4342-B048-85BDC9FD1C3A}</a:tableStyleId>
              </a:tblPr>
              <a:tblGrid>
                <a:gridCol w="11269662">
                  <a:extLst>
                    <a:ext uri="{9D8B030D-6E8A-4147-A177-3AD203B41FA5}">
                      <a16:colId xmlns:a16="http://schemas.microsoft.com/office/drawing/2014/main" val="2892494781"/>
                    </a:ext>
                  </a:extLst>
                </a:gridCol>
              </a:tblGrid>
              <a:tr h="0">
                <a:tc>
                  <a:txBody>
                    <a:bodyPr/>
                    <a:lstStyle/>
                    <a:p>
                      <a:pPr marL="152400">
                        <a:lnSpc>
                          <a:spcPct val="107000"/>
                        </a:lnSpc>
                        <a:spcBef>
                          <a:spcPts val="600"/>
                        </a:spcBef>
                        <a:spcAft>
                          <a:spcPts val="600"/>
                        </a:spcAft>
                      </a:pPr>
                      <a:r>
                        <a:rPr lang="en-IN" sz="900">
                          <a:effectLst/>
                        </a:rPr>
                        <a:t># helm3 </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hss</a:t>
                      </a:r>
                      <a:r>
                        <a:rPr lang="en-IN" sz="900">
                          <a:effectLst/>
                        </a:rPr>
                        <a:t> </a:t>
                      </a:r>
                      <a:r>
                        <a:rPr lang="en-IN" sz="900" err="1">
                          <a:effectLst/>
                        </a:rPr>
                        <a:t>hss-iwf</a:t>
                      </a:r>
                      <a:r>
                        <a:rPr lang="en-IN" sz="900">
                          <a:effectLst/>
                        </a:rPr>
                        <a:t> -f </a:t>
                      </a:r>
                      <a:r>
                        <a:rPr lang="en-IN" sz="900" err="1">
                          <a:effectLst/>
                        </a:rPr>
                        <a:t>hss-override.yaml</a:t>
                      </a:r>
                      <a:r>
                        <a:rPr lang="en-IN" sz="900">
                          <a:effectLst/>
                        </a:rPr>
                        <a:t> -n &lt;namespace&gt;</a:t>
                      </a:r>
                      <a:endParaRPr lang="en-IN" sz="1000">
                        <a:effectLst/>
                      </a:endParaRPr>
                    </a:p>
                    <a:p>
                      <a:pPr marL="152400">
                        <a:lnSpc>
                          <a:spcPct val="107000"/>
                        </a:lnSpc>
                        <a:spcBef>
                          <a:spcPts val="600"/>
                        </a:spcBef>
                        <a:spcAft>
                          <a:spcPts val="600"/>
                        </a:spcAft>
                      </a:pPr>
                      <a:r>
                        <a:rPr lang="en-IN" sz="900">
                          <a:effectLst/>
                        </a:rPr>
                        <a:t># or</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iwf</a:t>
                      </a:r>
                      <a:r>
                        <a:rPr lang="en-IN" sz="900">
                          <a:effectLst/>
                        </a:rPr>
                        <a:t> </a:t>
                      </a:r>
                      <a:r>
                        <a:rPr lang="en-IN" sz="900" err="1">
                          <a:effectLst/>
                        </a:rPr>
                        <a:t>hss</a:t>
                      </a:r>
                      <a:r>
                        <a:rPr lang="en-IN" sz="900">
                          <a:effectLst/>
                        </a:rPr>
                        <a:t>-</a:t>
                      </a:r>
                      <a:r>
                        <a:rPr lang="en-IN" sz="900" err="1">
                          <a:effectLst/>
                        </a:rPr>
                        <a:t>iwf</a:t>
                      </a:r>
                      <a:r>
                        <a:rPr lang="en-IN" sz="900">
                          <a:effectLst/>
                        </a:rPr>
                        <a:t>-f </a:t>
                      </a:r>
                      <a:r>
                        <a:rPr lang="en-IN" sz="900" err="1">
                          <a:effectLst/>
                        </a:rPr>
                        <a:t>iwf-override.yaml</a:t>
                      </a:r>
                      <a:r>
                        <a:rPr lang="en-IN" sz="900">
                          <a:effectLst/>
                        </a:rPr>
                        <a:t> -n &lt;namespace&gt;</a:t>
                      </a:r>
                      <a:endParaRPr lang="en-IN" sz="1000">
                        <a:effectLst/>
                      </a:endParaRPr>
                    </a:p>
                    <a:p>
                      <a:pPr marL="152400">
                        <a:lnSpc>
                          <a:spcPct val="107000"/>
                        </a:lnSpc>
                        <a:spcBef>
                          <a:spcPts val="600"/>
                        </a:spcBef>
                        <a:spcAft>
                          <a:spcPts val="600"/>
                        </a:spcAft>
                      </a:pPr>
                      <a:r>
                        <a:rPr lang="en-IN" sz="900">
                          <a:effectLst/>
                        </a:rPr>
                        <a:t># or</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hss-iwf</a:t>
                      </a:r>
                      <a:r>
                        <a:rPr lang="en-IN" sz="900">
                          <a:effectLst/>
                        </a:rPr>
                        <a:t> </a:t>
                      </a:r>
                      <a:r>
                        <a:rPr lang="en-IN" sz="900" err="1">
                          <a:effectLst/>
                        </a:rPr>
                        <a:t>hss-iwf</a:t>
                      </a:r>
                      <a:r>
                        <a:rPr lang="en-IN" sz="900">
                          <a:effectLst/>
                        </a:rPr>
                        <a:t> -f </a:t>
                      </a:r>
                      <a:r>
                        <a:rPr lang="en-IN" sz="900" err="1">
                          <a:effectLst/>
                        </a:rPr>
                        <a:t>hss-iwf-override.yaml</a:t>
                      </a:r>
                      <a:r>
                        <a:rPr lang="en-IN" sz="900">
                          <a:effectLst/>
                        </a:rPr>
                        <a:t> -n &lt;namespace&gt;</a:t>
                      </a:r>
                      <a:endParaRPr lang="en-IN" sz="1000">
                        <a:effectLst/>
                      </a:endParaRPr>
                    </a:p>
                    <a:p>
                      <a:pPr marL="152400">
                        <a:lnSpc>
                          <a:spcPct val="107000"/>
                        </a:lnSpc>
                        <a:spcBef>
                          <a:spcPts val="600"/>
                        </a:spcBef>
                        <a:spcAft>
                          <a:spcPts val="600"/>
                        </a:spcAft>
                      </a:pPr>
                      <a:r>
                        <a:rPr lang="en-IN" sz="900">
                          <a:effectLst/>
                        </a:rPr>
                        <a:t> </a:t>
                      </a:r>
                      <a:endParaRPr lang="en-IN" sz="1000">
                        <a:effectLst/>
                      </a:endParaRPr>
                    </a:p>
                    <a:p>
                      <a:pPr marL="152400">
                        <a:lnSpc>
                          <a:spcPct val="107000"/>
                        </a:lnSpc>
                        <a:spcBef>
                          <a:spcPts val="600"/>
                        </a:spcBef>
                        <a:spcAft>
                          <a:spcPts val="600"/>
                        </a:spcAft>
                      </a:pPr>
                      <a:r>
                        <a:rPr lang="en-IN" sz="900">
                          <a:effectLst/>
                        </a:rPr>
                        <a:t> </a:t>
                      </a:r>
                      <a:endParaRPr lang="en-IN" sz="1000">
                        <a:effectLst/>
                      </a:endParaRPr>
                    </a:p>
                    <a:p>
                      <a:pPr marL="152400">
                        <a:lnSpc>
                          <a:spcPct val="107000"/>
                        </a:lnSpc>
                        <a:spcBef>
                          <a:spcPts val="600"/>
                        </a:spcBef>
                        <a:spcAft>
                          <a:spcPts val="600"/>
                        </a:spcAft>
                      </a:pPr>
                      <a:r>
                        <a:rPr lang="en-IN" sz="900">
                          <a:effectLst/>
                        </a:rPr>
                        <a:t> </a:t>
                      </a:r>
                      <a:endParaRPr lang="en-IN" sz="1000">
                        <a:effectLst/>
                      </a:endParaRPr>
                    </a:p>
                    <a:p>
                      <a:pPr marL="152400">
                        <a:lnSpc>
                          <a:spcPct val="107000"/>
                        </a:lnSpc>
                        <a:spcBef>
                          <a:spcPts val="600"/>
                        </a:spcBef>
                        <a:spcAft>
                          <a:spcPts val="600"/>
                        </a:spcAft>
                      </a:pPr>
                      <a:r>
                        <a:rPr lang="en-IN" sz="900">
                          <a:effectLst/>
                        </a:rPr>
                        <a:t># helm2</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hss-iwf</a:t>
                      </a:r>
                      <a:r>
                        <a:rPr lang="en-IN" sz="900">
                          <a:effectLst/>
                        </a:rPr>
                        <a:t> </a:t>
                      </a:r>
                      <a:r>
                        <a:rPr lang="en-IN" sz="900" err="1">
                          <a:effectLst/>
                        </a:rPr>
                        <a:t>hss</a:t>
                      </a:r>
                      <a:r>
                        <a:rPr lang="en-IN" sz="900">
                          <a:effectLst/>
                        </a:rPr>
                        <a:t> -f </a:t>
                      </a:r>
                      <a:r>
                        <a:rPr lang="en-IN" sz="900" err="1">
                          <a:effectLst/>
                        </a:rPr>
                        <a:t>hss-override.yaml</a:t>
                      </a:r>
                      <a:r>
                        <a:rPr lang="en-IN" sz="900">
                          <a:effectLst/>
                        </a:rPr>
                        <a:t> --namespace &lt;namespace&gt;</a:t>
                      </a:r>
                      <a:endParaRPr lang="en-IN" sz="1000">
                        <a:effectLst/>
                      </a:endParaRPr>
                    </a:p>
                    <a:p>
                      <a:pPr marL="152400">
                        <a:lnSpc>
                          <a:spcPct val="107000"/>
                        </a:lnSpc>
                        <a:spcBef>
                          <a:spcPts val="600"/>
                        </a:spcBef>
                        <a:spcAft>
                          <a:spcPts val="600"/>
                        </a:spcAft>
                      </a:pPr>
                      <a:r>
                        <a:rPr lang="en-IN" sz="900">
                          <a:effectLst/>
                        </a:rPr>
                        <a:t># or</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hss-iwf</a:t>
                      </a:r>
                      <a:r>
                        <a:rPr lang="en-IN" sz="900">
                          <a:effectLst/>
                        </a:rPr>
                        <a:t> </a:t>
                      </a:r>
                      <a:r>
                        <a:rPr lang="en-IN" sz="900" err="1">
                          <a:effectLst/>
                        </a:rPr>
                        <a:t>iwf</a:t>
                      </a:r>
                      <a:r>
                        <a:rPr lang="en-IN" sz="900">
                          <a:effectLst/>
                        </a:rPr>
                        <a:t> -f </a:t>
                      </a:r>
                      <a:r>
                        <a:rPr lang="en-IN" sz="900" err="1">
                          <a:effectLst/>
                        </a:rPr>
                        <a:t>iwf-override.yaml</a:t>
                      </a:r>
                      <a:r>
                        <a:rPr lang="en-IN" sz="900">
                          <a:effectLst/>
                        </a:rPr>
                        <a:t> --namespace &lt;namespace&gt;</a:t>
                      </a:r>
                      <a:endParaRPr lang="en-IN" sz="1000">
                        <a:effectLst/>
                      </a:endParaRPr>
                    </a:p>
                    <a:p>
                      <a:pPr marL="152400">
                        <a:lnSpc>
                          <a:spcPct val="107000"/>
                        </a:lnSpc>
                        <a:spcBef>
                          <a:spcPts val="600"/>
                        </a:spcBef>
                        <a:spcAft>
                          <a:spcPts val="600"/>
                        </a:spcAft>
                      </a:pPr>
                      <a:r>
                        <a:rPr lang="en-IN" sz="900">
                          <a:effectLst/>
                        </a:rPr>
                        <a:t># or</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hss-iwf</a:t>
                      </a:r>
                      <a:r>
                        <a:rPr lang="en-IN" sz="900">
                          <a:effectLst/>
                        </a:rPr>
                        <a:t> </a:t>
                      </a:r>
                      <a:r>
                        <a:rPr lang="en-IN" sz="900" err="1">
                          <a:effectLst/>
                        </a:rPr>
                        <a:t>hss-iwf</a:t>
                      </a:r>
                      <a:r>
                        <a:rPr lang="en-IN" sz="900">
                          <a:effectLst/>
                        </a:rPr>
                        <a:t> -f </a:t>
                      </a:r>
                      <a:r>
                        <a:rPr lang="en-IN" sz="900" err="1">
                          <a:effectLst/>
                        </a:rPr>
                        <a:t>hss-iwf-override.yaml</a:t>
                      </a:r>
                      <a:r>
                        <a:rPr lang="en-IN" sz="900">
                          <a:effectLst/>
                        </a:rPr>
                        <a:t> --namespace &lt;namespace&gt;</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2629573705"/>
                  </a:ext>
                </a:extLst>
              </a:tr>
            </a:tbl>
          </a:graphicData>
        </a:graphic>
      </p:graphicFrame>
      <p:graphicFrame>
        <p:nvGraphicFramePr>
          <p:cNvPr id="4" name="Table 3">
            <a:extLst>
              <a:ext uri="{FF2B5EF4-FFF2-40B4-BE49-F238E27FC236}">
                <a16:creationId xmlns:a16="http://schemas.microsoft.com/office/drawing/2014/main" id="{D23DDF85-A888-4E03-AB3A-3BE8663F2F7E}"/>
              </a:ext>
            </a:extLst>
          </p:cNvPr>
          <p:cNvGraphicFramePr>
            <a:graphicFrameLocks noGrp="1"/>
          </p:cNvGraphicFramePr>
          <p:nvPr/>
        </p:nvGraphicFramePr>
        <p:xfrm>
          <a:off x="461169" y="1919811"/>
          <a:ext cx="11269662" cy="4019995"/>
        </p:xfrm>
        <a:graphic>
          <a:graphicData uri="http://schemas.openxmlformats.org/drawingml/2006/table">
            <a:tbl>
              <a:tblPr firstRow="1" firstCol="1" lastRow="1" lastCol="1" bandRow="1" bandCol="1">
                <a:tableStyleId>{5C22544A-7EE6-4342-B048-85BDC9FD1C3A}</a:tableStyleId>
              </a:tblPr>
              <a:tblGrid>
                <a:gridCol w="11269662">
                  <a:extLst>
                    <a:ext uri="{9D8B030D-6E8A-4147-A177-3AD203B41FA5}">
                      <a16:colId xmlns:a16="http://schemas.microsoft.com/office/drawing/2014/main" val="24095775"/>
                    </a:ext>
                  </a:extLst>
                </a:gridCol>
              </a:tblGrid>
              <a:tr h="0">
                <a:tc>
                  <a:txBody>
                    <a:bodyPr/>
                    <a:lstStyle/>
                    <a:p>
                      <a:pPr marL="152400">
                        <a:lnSpc>
                          <a:spcPct val="107000"/>
                        </a:lnSpc>
                        <a:spcBef>
                          <a:spcPts val="600"/>
                        </a:spcBef>
                        <a:spcAft>
                          <a:spcPts val="600"/>
                        </a:spcAft>
                      </a:pPr>
                      <a:r>
                        <a:rPr lang="en-IN" sz="900">
                          <a:effectLst/>
                        </a:rPr>
                        <a:t># helm3 </a:t>
                      </a:r>
                      <a:endParaRPr lang="en-IN" sz="1000">
                        <a:effectLst/>
                      </a:endParaRPr>
                    </a:p>
                    <a:p>
                      <a:pPr marL="152400">
                        <a:lnSpc>
                          <a:spcPct val="107000"/>
                        </a:lnSpc>
                        <a:spcBef>
                          <a:spcPts val="600"/>
                        </a:spcBef>
                        <a:spcAft>
                          <a:spcPts val="600"/>
                        </a:spcAft>
                      </a:pPr>
                      <a:r>
                        <a:rPr lang="en-IN" sz="900">
                          <a:effectLst/>
                        </a:rPr>
                        <a:t>helm del </a:t>
                      </a:r>
                      <a:r>
                        <a:rPr lang="en-IN" sz="900" err="1">
                          <a:effectLst/>
                        </a:rPr>
                        <a:t>hss</a:t>
                      </a:r>
                      <a:r>
                        <a:rPr lang="en-IN" sz="900">
                          <a:effectLst/>
                        </a:rPr>
                        <a:t> -n &lt;namespace&gt;</a:t>
                      </a:r>
                      <a:endParaRPr lang="en-IN" sz="1000">
                        <a:effectLst/>
                      </a:endParaRPr>
                    </a:p>
                    <a:p>
                      <a:pPr marL="152400">
                        <a:lnSpc>
                          <a:spcPct val="107000"/>
                        </a:lnSpc>
                        <a:spcBef>
                          <a:spcPts val="600"/>
                        </a:spcBef>
                        <a:spcAft>
                          <a:spcPts val="600"/>
                        </a:spcAft>
                      </a:pPr>
                      <a:r>
                        <a:rPr lang="en-IN" sz="900">
                          <a:effectLst/>
                        </a:rPr>
                        <a:t># or</a:t>
                      </a:r>
                      <a:endParaRPr lang="en-IN" sz="1000">
                        <a:effectLst/>
                      </a:endParaRPr>
                    </a:p>
                    <a:p>
                      <a:pPr marL="152400">
                        <a:lnSpc>
                          <a:spcPct val="107000"/>
                        </a:lnSpc>
                        <a:spcBef>
                          <a:spcPts val="600"/>
                        </a:spcBef>
                        <a:spcAft>
                          <a:spcPts val="600"/>
                        </a:spcAft>
                      </a:pPr>
                      <a:r>
                        <a:rPr lang="en-IN" sz="900">
                          <a:effectLst/>
                        </a:rPr>
                        <a:t>helm del </a:t>
                      </a:r>
                      <a:r>
                        <a:rPr lang="en-IN" sz="900" err="1">
                          <a:effectLst/>
                        </a:rPr>
                        <a:t>iwf</a:t>
                      </a:r>
                      <a:r>
                        <a:rPr lang="en-IN" sz="900">
                          <a:effectLst/>
                        </a:rPr>
                        <a:t> -n &lt;namespace&gt;</a:t>
                      </a:r>
                      <a:endParaRPr lang="en-IN" sz="1000">
                        <a:effectLst/>
                      </a:endParaRPr>
                    </a:p>
                    <a:p>
                      <a:pPr marL="152400">
                        <a:lnSpc>
                          <a:spcPct val="107000"/>
                        </a:lnSpc>
                        <a:spcBef>
                          <a:spcPts val="600"/>
                        </a:spcBef>
                        <a:spcAft>
                          <a:spcPts val="600"/>
                        </a:spcAft>
                      </a:pPr>
                      <a:r>
                        <a:rPr lang="en-IN" sz="900">
                          <a:effectLst/>
                        </a:rPr>
                        <a:t># or</a:t>
                      </a:r>
                      <a:endParaRPr lang="en-IN" sz="1000">
                        <a:effectLst/>
                      </a:endParaRPr>
                    </a:p>
                    <a:p>
                      <a:pPr marL="152400">
                        <a:lnSpc>
                          <a:spcPct val="107000"/>
                        </a:lnSpc>
                        <a:spcBef>
                          <a:spcPts val="600"/>
                        </a:spcBef>
                        <a:spcAft>
                          <a:spcPts val="600"/>
                        </a:spcAft>
                      </a:pPr>
                      <a:r>
                        <a:rPr lang="en-IN" sz="900">
                          <a:effectLst/>
                        </a:rPr>
                        <a:t>helm del </a:t>
                      </a:r>
                      <a:r>
                        <a:rPr lang="en-IN" sz="900" err="1">
                          <a:effectLst/>
                        </a:rPr>
                        <a:t>hss-iwf</a:t>
                      </a:r>
                      <a:r>
                        <a:rPr lang="en-IN" sz="900">
                          <a:effectLst/>
                        </a:rPr>
                        <a:t> -n &lt;namespace&gt;</a:t>
                      </a:r>
                      <a:endParaRPr lang="en-IN" sz="1000">
                        <a:effectLst/>
                      </a:endParaRPr>
                    </a:p>
                    <a:p>
                      <a:pPr marL="152400">
                        <a:lnSpc>
                          <a:spcPct val="107000"/>
                        </a:lnSpc>
                        <a:spcBef>
                          <a:spcPts val="600"/>
                        </a:spcBef>
                        <a:spcAft>
                          <a:spcPts val="600"/>
                        </a:spcAft>
                      </a:pPr>
                      <a:endParaRPr lang="en-IN" sz="1000">
                        <a:effectLst/>
                      </a:endParaRPr>
                    </a:p>
                    <a:p>
                      <a:pPr marL="152400">
                        <a:lnSpc>
                          <a:spcPct val="107000"/>
                        </a:lnSpc>
                        <a:spcBef>
                          <a:spcPts val="600"/>
                        </a:spcBef>
                        <a:spcAft>
                          <a:spcPts val="600"/>
                        </a:spcAft>
                      </a:pPr>
                      <a:r>
                        <a:rPr lang="en-IN" sz="900">
                          <a:effectLst/>
                        </a:rPr>
                        <a:t># helm2</a:t>
                      </a:r>
                      <a:endParaRPr lang="en-IN" sz="1000">
                        <a:effectLst/>
                      </a:endParaRPr>
                    </a:p>
                    <a:p>
                      <a:pPr marL="152400">
                        <a:lnSpc>
                          <a:spcPct val="107000"/>
                        </a:lnSpc>
                        <a:spcBef>
                          <a:spcPts val="600"/>
                        </a:spcBef>
                        <a:spcAft>
                          <a:spcPts val="600"/>
                        </a:spcAft>
                      </a:pPr>
                      <a:r>
                        <a:rPr lang="en-IN" sz="900">
                          <a:effectLst/>
                        </a:rPr>
                        <a:t>helm del --purge </a:t>
                      </a:r>
                      <a:r>
                        <a:rPr lang="en-IN" sz="900" err="1">
                          <a:effectLst/>
                        </a:rPr>
                        <a:t>hss</a:t>
                      </a:r>
                      <a:endParaRPr lang="en-IN" sz="1000">
                        <a:effectLst/>
                      </a:endParaRPr>
                    </a:p>
                    <a:p>
                      <a:pPr marL="152400">
                        <a:lnSpc>
                          <a:spcPct val="107000"/>
                        </a:lnSpc>
                        <a:spcBef>
                          <a:spcPts val="600"/>
                        </a:spcBef>
                        <a:spcAft>
                          <a:spcPts val="600"/>
                        </a:spcAft>
                      </a:pPr>
                      <a:r>
                        <a:rPr lang="en-IN" sz="900">
                          <a:effectLst/>
                        </a:rPr>
                        <a:t># or</a:t>
                      </a:r>
                      <a:endParaRPr lang="en-IN" sz="1000">
                        <a:effectLst/>
                      </a:endParaRPr>
                    </a:p>
                    <a:p>
                      <a:pPr marL="152400">
                        <a:lnSpc>
                          <a:spcPct val="107000"/>
                        </a:lnSpc>
                        <a:spcBef>
                          <a:spcPts val="600"/>
                        </a:spcBef>
                        <a:spcAft>
                          <a:spcPts val="600"/>
                        </a:spcAft>
                      </a:pPr>
                      <a:r>
                        <a:rPr lang="en-IN" sz="900">
                          <a:effectLst/>
                        </a:rPr>
                        <a:t>helm del --purge </a:t>
                      </a:r>
                      <a:r>
                        <a:rPr lang="en-IN" sz="900" err="1">
                          <a:effectLst/>
                        </a:rPr>
                        <a:t>iwf</a:t>
                      </a:r>
                      <a:endParaRPr lang="en-IN" sz="1000">
                        <a:effectLst/>
                      </a:endParaRPr>
                    </a:p>
                    <a:p>
                      <a:pPr marL="152400">
                        <a:lnSpc>
                          <a:spcPct val="107000"/>
                        </a:lnSpc>
                        <a:spcBef>
                          <a:spcPts val="600"/>
                        </a:spcBef>
                        <a:spcAft>
                          <a:spcPts val="600"/>
                        </a:spcAft>
                      </a:pPr>
                      <a:r>
                        <a:rPr lang="en-IN" sz="900">
                          <a:effectLst/>
                        </a:rPr>
                        <a:t># or</a:t>
                      </a:r>
                      <a:endParaRPr lang="en-IN" sz="1000">
                        <a:effectLst/>
                      </a:endParaRPr>
                    </a:p>
                    <a:p>
                      <a:pPr marL="152400">
                        <a:lnSpc>
                          <a:spcPct val="107000"/>
                        </a:lnSpc>
                        <a:spcBef>
                          <a:spcPts val="600"/>
                        </a:spcBef>
                        <a:spcAft>
                          <a:spcPts val="600"/>
                        </a:spcAft>
                      </a:pPr>
                      <a:r>
                        <a:rPr lang="en-IN" sz="900">
                          <a:effectLst/>
                        </a:rPr>
                        <a:t>helm del --purge </a:t>
                      </a:r>
                      <a:r>
                        <a:rPr lang="en-IN" sz="900" err="1">
                          <a:effectLst/>
                        </a:rPr>
                        <a:t>hss-iwf</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44062075"/>
                  </a:ext>
                </a:extLst>
              </a:tr>
            </a:tbl>
          </a:graphicData>
        </a:graphic>
      </p:graphicFrame>
    </p:spTree>
    <p:extLst>
      <p:ext uri="{BB962C8B-B14F-4D97-AF65-F5344CB8AC3E}">
        <p14:creationId xmlns:p14="http://schemas.microsoft.com/office/powerpoint/2010/main" val="304995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IN" sz="5400">
                <a:solidFill>
                  <a:srgbClr val="FFFFFF"/>
                </a:solidFill>
              </a:rPr>
              <a:t>Network Function - AUSF</a:t>
            </a:r>
          </a:p>
        </p:txBody>
      </p:sp>
    </p:spTree>
    <p:extLst>
      <p:ext uri="{BB962C8B-B14F-4D97-AF65-F5344CB8AC3E}">
        <p14:creationId xmlns:p14="http://schemas.microsoft.com/office/powerpoint/2010/main" val="367584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29</a:t>
            </a:fld>
            <a:endParaRPr lang="en-US"/>
          </a:p>
        </p:txBody>
      </p:sp>
      <p:sp>
        <p:nvSpPr>
          <p:cNvPr id="5" name="Content Placeholder 4">
            <a:extLst>
              <a:ext uri="{FF2B5EF4-FFF2-40B4-BE49-F238E27FC236}">
                <a16:creationId xmlns:a16="http://schemas.microsoft.com/office/drawing/2014/main" id="{375207A2-905F-4022-BF1C-39FC5B1F6158}"/>
              </a:ext>
            </a:extLst>
          </p:cNvPr>
          <p:cNvSpPr>
            <a:spLocks noGrp="1"/>
          </p:cNvSpPr>
          <p:nvPr>
            <p:ph idx="1"/>
          </p:nvPr>
        </p:nvSpPr>
        <p:spPr>
          <a:xfrm>
            <a:off x="366713" y="1404541"/>
            <a:ext cx="11269662" cy="4824412"/>
          </a:xfrm>
        </p:spPr>
        <p:txBody>
          <a:bodyPr>
            <a:normAutofit/>
          </a:bodyPr>
          <a:lstStyle/>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Alepo’s Authentication Server Function (AUSF) is fully compliant with the TS 29.509 Release 16. It is responsible for carrying out UE authentication using the 5G-AKA authentication method.</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Alepo’s AUSF receives authentication requests from AMF and requests the UDM to provide the HE authentication vectors. It generates 5G authentication vectors and sends them to the network via AMF. AUSF validates the signed response received from the network and determines if the UE authentication is successful. It also handles synchronization failures as a part of UE authentication request processing. </a:t>
            </a:r>
          </a:p>
          <a:p>
            <a:pPr>
              <a:lnSpc>
                <a:spcPct val="107000"/>
              </a:lnSpc>
              <a:spcBef>
                <a:spcPts val="600"/>
              </a:spcBef>
              <a:spcAft>
                <a:spcPts val="600"/>
              </a:spcAft>
            </a:pPr>
            <a:r>
              <a:rPr lang="en-IN" sz="1200" b="1">
                <a:solidFill>
                  <a:srgbClr val="000000"/>
                </a:solidFill>
                <a:effectLst/>
                <a:ea typeface="Open Sans" panose="020B0606030504020204" pitchFamily="34" charset="0"/>
                <a:cs typeface="Times New Roman" panose="02020603050405020304" pitchFamily="18" charset="0"/>
              </a:rPr>
              <a:t>Key Features</a:t>
            </a:r>
            <a:endParaRPr lang="en-IN" sz="1200">
              <a:solidFill>
                <a:srgbClr val="141414"/>
              </a:solidFill>
              <a:effectLst/>
              <a:ea typeface="Open Sans" panose="020B0606030504020204" pitchFamily="34" charset="0"/>
              <a:cs typeface="Times New Roman" panose="02020603050405020304" pitchFamily="18" charset="0"/>
            </a:endParaRPr>
          </a:p>
          <a:p>
            <a:pPr lvl="0" indent="-342900">
              <a:lnSpc>
                <a:spcPct val="107000"/>
              </a:lnSpc>
              <a:spcBef>
                <a:spcPts val="600"/>
              </a:spcBef>
              <a:spcAft>
                <a:spcPts val="600"/>
              </a:spcAft>
              <a:buFont typeface="Wingdings" panose="05000000000000000000" pitchFamily="2" charset="2"/>
              <a:buChar char=""/>
            </a:pPr>
            <a:r>
              <a:rPr lang="en-IN" sz="1200">
                <a:solidFill>
                  <a:srgbClr val="000000"/>
                </a:solidFill>
                <a:ea typeface="Open Sans" panose="020B0606030504020204" pitchFamily="34" charset="0"/>
                <a:cs typeface="Times New Roman" panose="02020603050405020304" pitchFamily="18" charset="0"/>
              </a:rPr>
              <a:t>3GPP TS 29.509 R16 (July 2020) compliant</a:t>
            </a:r>
          </a:p>
          <a:p>
            <a:pPr lvl="0" indent="-342900">
              <a:lnSpc>
                <a:spcPct val="107000"/>
              </a:lnSpc>
              <a:spcBef>
                <a:spcPts val="600"/>
              </a:spcBef>
              <a:spcAft>
                <a:spcPts val="600"/>
              </a:spcAft>
              <a:buFont typeface="Wingdings" panose="05000000000000000000" pitchFamily="2" charset="2"/>
              <a:buChar char=""/>
            </a:pPr>
            <a:r>
              <a:rPr lang="en-IN" sz="1200">
                <a:solidFill>
                  <a:srgbClr val="000000"/>
                </a:solidFill>
                <a:ea typeface="Open Sans" panose="020B0606030504020204" pitchFamily="34" charset="0"/>
                <a:cs typeface="Times New Roman" panose="02020603050405020304" pitchFamily="18" charset="0"/>
              </a:rPr>
              <a:t>Support for 5G authentication based on 5G-AKA</a:t>
            </a:r>
          </a:p>
          <a:p>
            <a:pPr lvl="0" indent="-342900">
              <a:lnSpc>
                <a:spcPct val="107000"/>
              </a:lnSpc>
              <a:spcBef>
                <a:spcPts val="600"/>
              </a:spcBef>
              <a:spcAft>
                <a:spcPts val="600"/>
              </a:spcAft>
              <a:buFont typeface="Wingdings" panose="05000000000000000000" pitchFamily="2" charset="2"/>
              <a:buChar char=""/>
            </a:pPr>
            <a:r>
              <a:rPr lang="en-IN" sz="1200">
                <a:solidFill>
                  <a:srgbClr val="000000"/>
                </a:solidFill>
                <a:ea typeface="Open Sans" panose="020B0606030504020204" pitchFamily="34" charset="0"/>
                <a:cs typeface="Times New Roman" panose="02020603050405020304" pitchFamily="18" charset="0"/>
              </a:rPr>
              <a:t>Manages authentication session states in the external centralized database</a:t>
            </a:r>
          </a:p>
          <a:p>
            <a:pPr lvl="0" indent="-342900">
              <a:lnSpc>
                <a:spcPct val="107000"/>
              </a:lnSpc>
              <a:spcBef>
                <a:spcPts val="600"/>
              </a:spcBef>
              <a:spcAft>
                <a:spcPts val="600"/>
              </a:spcAft>
              <a:buFont typeface="Wingdings" panose="05000000000000000000" pitchFamily="2" charset="2"/>
              <a:buChar char=""/>
            </a:pPr>
            <a:r>
              <a:rPr lang="en-IN" sz="1200">
                <a:solidFill>
                  <a:srgbClr val="000000"/>
                </a:solidFill>
                <a:ea typeface="Open Sans" panose="020B0606030504020204" pitchFamily="34" charset="0"/>
                <a:cs typeface="Times New Roman" panose="02020603050405020304" pitchFamily="18" charset="0"/>
              </a:rPr>
              <a:t>Handles authentication confirmation timeout</a:t>
            </a:r>
          </a:p>
          <a:p>
            <a:pPr lvl="0" indent="-342900">
              <a:lnSpc>
                <a:spcPct val="107000"/>
              </a:lnSpc>
              <a:spcBef>
                <a:spcPts val="600"/>
              </a:spcBef>
              <a:spcAft>
                <a:spcPts val="600"/>
              </a:spcAft>
              <a:buFont typeface="Wingdings" panose="05000000000000000000" pitchFamily="2" charset="2"/>
              <a:buChar char=""/>
            </a:pPr>
            <a:r>
              <a:rPr lang="en-IN" sz="1200">
                <a:solidFill>
                  <a:srgbClr val="000000"/>
                </a:solidFill>
                <a:ea typeface="Open Sans" panose="020B0606030504020204" pitchFamily="34" charset="0"/>
                <a:cs typeface="Times New Roman" panose="02020603050405020304" pitchFamily="18" charset="0"/>
              </a:rPr>
              <a:t>Support for re-synchronization failure management</a:t>
            </a:r>
          </a:p>
          <a:p>
            <a:pPr lvl="0" indent="-342900">
              <a:lnSpc>
                <a:spcPct val="107000"/>
              </a:lnSpc>
              <a:spcBef>
                <a:spcPts val="600"/>
              </a:spcBef>
              <a:spcAft>
                <a:spcPts val="600"/>
              </a:spcAft>
              <a:buFont typeface="Wingdings" panose="05000000000000000000" pitchFamily="2" charset="2"/>
              <a:buChar char=""/>
            </a:pPr>
            <a:r>
              <a:rPr lang="en-IN" sz="1200">
                <a:solidFill>
                  <a:srgbClr val="000000"/>
                </a:solidFill>
                <a:ea typeface="Open Sans" panose="020B0606030504020204" pitchFamily="34" charset="0"/>
                <a:cs typeface="Times New Roman" panose="02020603050405020304" pitchFamily="18" charset="0"/>
              </a:rPr>
              <a:t>Support routing based on SUCI and SUPI</a:t>
            </a:r>
          </a:p>
          <a:p>
            <a:endParaRPr lang="en-IN"/>
          </a:p>
        </p:txBody>
      </p:sp>
      <p:sp>
        <p:nvSpPr>
          <p:cNvPr id="9" name="Title 10">
            <a:extLst>
              <a:ext uri="{FF2B5EF4-FFF2-40B4-BE49-F238E27FC236}">
                <a16:creationId xmlns:a16="http://schemas.microsoft.com/office/drawing/2014/main" id="{8E9FC34A-BEE3-41B0-9DD4-E26064A04512}"/>
              </a:ext>
            </a:extLst>
          </p:cNvPr>
          <p:cNvSpPr>
            <a:spLocks noGrp="1"/>
          </p:cNvSpPr>
          <p:nvPr>
            <p:ph type="title"/>
          </p:nvPr>
        </p:nvSpPr>
        <p:spPr>
          <a:xfrm>
            <a:off x="261938" y="525104"/>
            <a:ext cx="11269662" cy="684212"/>
          </a:xfrm>
        </p:spPr>
        <p:txBody>
          <a:bodyPr/>
          <a:lstStyle/>
          <a:p>
            <a:pPr>
              <a:lnSpc>
                <a:spcPct val="100000"/>
              </a:lnSpc>
            </a:pPr>
            <a:r>
              <a:rPr lang="en-US" sz="3600"/>
              <a:t>Alepo AUSF</a:t>
            </a:r>
          </a:p>
        </p:txBody>
      </p:sp>
      <p:pic>
        <p:nvPicPr>
          <p:cNvPr id="10" name="Picture 9">
            <a:extLst>
              <a:ext uri="{FF2B5EF4-FFF2-40B4-BE49-F238E27FC236}">
                <a16:creationId xmlns:a16="http://schemas.microsoft.com/office/drawing/2014/main" id="{7D91580A-3E3F-4ED7-8469-3F5A0AEFCCBB}"/>
              </a:ext>
            </a:extLst>
          </p:cNvPr>
          <p:cNvPicPr/>
          <p:nvPr/>
        </p:nvPicPr>
        <p:blipFill>
          <a:blip r:embed="rId3"/>
          <a:stretch>
            <a:fillRect/>
          </a:stretch>
        </p:blipFill>
        <p:spPr>
          <a:xfrm>
            <a:off x="7729537" y="3782795"/>
            <a:ext cx="3667125" cy="1889125"/>
          </a:xfrm>
          <a:prstGeom prst="rect">
            <a:avLst/>
          </a:prstGeom>
        </p:spPr>
      </p:pic>
    </p:spTree>
    <p:custDataLst>
      <p:tags r:id="rId1"/>
    </p:custDataLst>
    <p:extLst>
      <p:ext uri="{BB962C8B-B14F-4D97-AF65-F5344CB8AC3E}">
        <p14:creationId xmlns:p14="http://schemas.microsoft.com/office/powerpoint/2010/main" val="25272454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30</a:t>
            </a:fld>
            <a:endParaRPr lang="en-US"/>
          </a:p>
        </p:txBody>
      </p:sp>
      <p:sp>
        <p:nvSpPr>
          <p:cNvPr id="5" name="Content Placeholder 4">
            <a:extLst>
              <a:ext uri="{FF2B5EF4-FFF2-40B4-BE49-F238E27FC236}">
                <a16:creationId xmlns:a16="http://schemas.microsoft.com/office/drawing/2014/main" id="{7EBB0AF3-AC62-4365-99D1-029A3939AB6D}"/>
              </a:ext>
            </a:extLst>
          </p:cNvPr>
          <p:cNvSpPr>
            <a:spLocks noGrp="1"/>
          </p:cNvSpPr>
          <p:nvPr>
            <p:ph idx="1"/>
          </p:nvPr>
        </p:nvSpPr>
        <p:spPr>
          <a:xfrm>
            <a:off x="371529" y="1135533"/>
            <a:ext cx="11269662" cy="4824412"/>
          </a:xfrm>
        </p:spPr>
        <p:txBody>
          <a:bodyPr/>
          <a:lstStyle/>
          <a:p>
            <a:pPr marL="0" indent="0">
              <a:lnSpc>
                <a:spcPct val="107000"/>
              </a:lnSpc>
              <a:spcBef>
                <a:spcPts val="600"/>
              </a:spcBef>
              <a:spcAft>
                <a:spcPts val="600"/>
              </a:spcAft>
              <a:buNone/>
            </a:pPr>
            <a:r>
              <a:rPr lang="en-IN" sz="1200" b="1" err="1">
                <a:solidFill>
                  <a:srgbClr val="000000"/>
                </a:solidFill>
                <a:effectLst/>
                <a:ea typeface="Open Sans" panose="020B0606030504020204" pitchFamily="34" charset="0"/>
                <a:cs typeface="Times New Roman" panose="02020603050405020304" pitchFamily="18" charset="0"/>
              </a:rPr>
              <a:t>nausf_auth</a:t>
            </a:r>
            <a:r>
              <a:rPr lang="en-IN" sz="1200" b="1">
                <a:solidFill>
                  <a:srgbClr val="000000"/>
                </a:solidFill>
                <a:effectLst/>
                <a:ea typeface="Open Sans" panose="020B0606030504020204" pitchFamily="34" charset="0"/>
                <a:cs typeface="Times New Roman" panose="02020603050405020304" pitchFamily="18" charset="0"/>
              </a:rPr>
              <a:t> service</a:t>
            </a:r>
          </a:p>
          <a:p>
            <a:pPr marL="342900" lvl="0" indent="-342900">
              <a:lnSpc>
                <a:spcPct val="107000"/>
              </a:lnSpc>
              <a:spcBef>
                <a:spcPts val="600"/>
              </a:spcBef>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Nausf_UEAuthentication service permits authentication of the UE and to provide one or more master keys that are used by the AMF to derive subsequent keys</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The authenticate service operation is used for the service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The AMF can initiate 5G-AKA authentication procedures</a:t>
            </a:r>
            <a:endParaRPr lang="en-IN" sz="1200">
              <a:solidFill>
                <a:srgbClr val="141414"/>
              </a:solidFill>
              <a:effectLst/>
              <a:ea typeface="Open Sans" panose="020B0606030504020204" pitchFamily="34" charset="0"/>
              <a:cs typeface="Times New Roman" panose="02020603050405020304" pitchFamily="18" charset="0"/>
            </a:endParaRPr>
          </a:p>
          <a:p>
            <a:endParaRPr lang="en-IN"/>
          </a:p>
        </p:txBody>
      </p:sp>
      <p:sp>
        <p:nvSpPr>
          <p:cNvPr id="6" name="Title 10">
            <a:extLst>
              <a:ext uri="{FF2B5EF4-FFF2-40B4-BE49-F238E27FC236}">
                <a16:creationId xmlns:a16="http://schemas.microsoft.com/office/drawing/2014/main" id="{52F7909A-88A2-42E6-A453-20FAF67E05D3}"/>
              </a:ext>
            </a:extLst>
          </p:cNvPr>
          <p:cNvSpPr>
            <a:spLocks noGrp="1"/>
          </p:cNvSpPr>
          <p:nvPr>
            <p:ph type="title"/>
          </p:nvPr>
        </p:nvSpPr>
        <p:spPr>
          <a:xfrm>
            <a:off x="249133" y="199955"/>
            <a:ext cx="11269662" cy="684212"/>
          </a:xfrm>
        </p:spPr>
        <p:txBody>
          <a:bodyPr/>
          <a:lstStyle/>
          <a:p>
            <a:pPr marL="0" indent="0">
              <a:lnSpc>
                <a:spcPct val="100000"/>
              </a:lnSpc>
              <a:spcBef>
                <a:spcPct val="0"/>
              </a:spcBef>
              <a:spcAft>
                <a:spcPts val="600"/>
              </a:spcAft>
              <a:buNone/>
            </a:pPr>
            <a:r>
              <a:rPr lang="en-IN" sz="3600" b="1">
                <a:latin typeface="Roboto" panose="020B0604020202020204" charset="0"/>
                <a:ea typeface="Roboto" panose="020B0604020202020204" charset="0"/>
                <a:cs typeface="Roboto" panose="020B0604020202020204" charset="0"/>
              </a:rPr>
              <a:t>Alepo AUSF Service</a:t>
            </a:r>
          </a:p>
        </p:txBody>
      </p:sp>
    </p:spTree>
    <p:custDataLst>
      <p:tags r:id="rId1"/>
    </p:custDataLst>
    <p:extLst>
      <p:ext uri="{BB962C8B-B14F-4D97-AF65-F5344CB8AC3E}">
        <p14:creationId xmlns:p14="http://schemas.microsoft.com/office/powerpoint/2010/main" val="3390905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31</a:t>
            </a:fld>
            <a:endParaRPr lang="en-US"/>
          </a:p>
        </p:txBody>
      </p:sp>
      <p:sp>
        <p:nvSpPr>
          <p:cNvPr id="5" name="Content Placeholder 4">
            <a:extLst>
              <a:ext uri="{FF2B5EF4-FFF2-40B4-BE49-F238E27FC236}">
                <a16:creationId xmlns:a16="http://schemas.microsoft.com/office/drawing/2014/main" id="{7EBB0AF3-AC62-4365-99D1-029A3939AB6D}"/>
              </a:ext>
            </a:extLst>
          </p:cNvPr>
          <p:cNvSpPr>
            <a:spLocks noGrp="1"/>
          </p:cNvSpPr>
          <p:nvPr>
            <p:ph idx="1"/>
          </p:nvPr>
        </p:nvSpPr>
        <p:spPr>
          <a:xfrm>
            <a:off x="247704" y="884167"/>
            <a:ext cx="11269662" cy="5373758"/>
          </a:xfrm>
        </p:spPr>
        <p:txBody>
          <a:bodyPr/>
          <a:lstStyle/>
          <a:p>
            <a:r>
              <a:rPr lang="en-US" sz="1200"/>
              <a:t>These are the steps to upgrade Installation or Configuration</a:t>
            </a:r>
          </a:p>
          <a:p>
            <a:pPr>
              <a:lnSpc>
                <a:spcPct val="107000"/>
              </a:lnSpc>
              <a:spcBef>
                <a:spcPts val="600"/>
              </a:spcBef>
              <a:spcAft>
                <a:spcPts val="600"/>
              </a:spcAft>
            </a:pPr>
            <a:r>
              <a:rPr lang="en-IN" sz="1200" b="1">
                <a:solidFill>
                  <a:srgbClr val="141414"/>
                </a:solidFill>
                <a:effectLst/>
                <a:ea typeface="Open Sans" panose="020B0606030504020204" pitchFamily="34" charset="0"/>
                <a:cs typeface="Times New Roman" panose="02020603050405020304" pitchFamily="18" charset="0"/>
              </a:rPr>
              <a:t>Step-1: </a:t>
            </a:r>
            <a:r>
              <a:rPr lang="en-IN" sz="1200">
                <a:solidFill>
                  <a:srgbClr val="141414"/>
                </a:solidFill>
                <a:effectLst/>
                <a:ea typeface="Open Sans" panose="020B0606030504020204" pitchFamily="34" charset="0"/>
                <a:cs typeface="Times New Roman" panose="02020603050405020304" pitchFamily="18" charset="0"/>
              </a:rPr>
              <a:t>Make appropriate changes in override file</a:t>
            </a:r>
          </a:p>
          <a:p>
            <a:pPr>
              <a:lnSpc>
                <a:spcPct val="107000"/>
              </a:lnSpc>
              <a:spcBef>
                <a:spcPts val="600"/>
              </a:spcBef>
              <a:spcAft>
                <a:spcPts val="600"/>
              </a:spcAft>
            </a:pPr>
            <a:r>
              <a:rPr lang="en-IN" sz="1200" b="1">
                <a:solidFill>
                  <a:srgbClr val="141414"/>
                </a:solidFill>
                <a:effectLst/>
                <a:ea typeface="Open Sans" panose="020B0606030504020204" pitchFamily="34" charset="0"/>
                <a:cs typeface="Times New Roman" panose="02020603050405020304" pitchFamily="18" charset="0"/>
              </a:rPr>
              <a:t>Step-2:</a:t>
            </a:r>
            <a:r>
              <a:rPr lang="en-IN" sz="1200">
                <a:solidFill>
                  <a:srgbClr val="141414"/>
                </a:solidFill>
                <a:effectLst/>
                <a:ea typeface="Open Sans" panose="020B0606030504020204" pitchFamily="34" charset="0"/>
                <a:cs typeface="Times New Roman" panose="02020603050405020304" pitchFamily="18" charset="0"/>
              </a:rPr>
              <a:t>  Use the following command</a:t>
            </a:r>
          </a:p>
          <a:p>
            <a:pPr>
              <a:lnSpc>
                <a:spcPct val="107000"/>
              </a:lnSpc>
              <a:spcBef>
                <a:spcPts val="600"/>
              </a:spcBef>
              <a:spcAft>
                <a:spcPts val="600"/>
              </a:spcAft>
            </a:pPr>
            <a:endParaRPr lang="en-IN" sz="1200">
              <a:solidFill>
                <a:srgbClr val="141414"/>
              </a:solidFill>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ffectLst/>
              <a:ea typeface="Open Sans" panose="020B0606030504020204" pitchFamily="34" charset="0"/>
              <a:cs typeface="Times New Roman" panose="02020603050405020304" pitchFamily="18" charset="0"/>
            </a:endParaRPr>
          </a:p>
          <a:p>
            <a:endParaRPr lang="en-IN" sz="1200"/>
          </a:p>
          <a:p>
            <a:pPr marL="0" indent="0">
              <a:buNone/>
            </a:pPr>
            <a:endParaRPr lang="en-IN" sz="1200"/>
          </a:p>
          <a:p>
            <a:pPr marL="0" indent="0">
              <a:buNone/>
            </a:pPr>
            <a:endParaRPr lang="en-IN" sz="1200"/>
          </a:p>
          <a:p>
            <a:pPr marL="0" indent="0">
              <a:buNone/>
            </a:pPr>
            <a:endParaRPr lang="en-IN" sz="1400" b="1"/>
          </a:p>
          <a:p>
            <a:pPr marL="0" indent="0">
              <a:buNone/>
            </a:pPr>
            <a:r>
              <a:rPr lang="en-IN" sz="1400" b="1"/>
              <a:t>Delete NF</a:t>
            </a:r>
          </a:p>
          <a:p>
            <a:pPr marL="0" indent="0">
              <a:buNone/>
            </a:pPr>
            <a:r>
              <a:rPr lang="en-IN" sz="1200">
                <a:solidFill>
                  <a:srgbClr val="141414"/>
                </a:solidFill>
                <a:ea typeface="Open Sans" panose="020B0606030504020204" pitchFamily="34" charset="0"/>
                <a:cs typeface="Times New Roman" panose="02020603050405020304" pitchFamily="18" charset="0"/>
              </a:rPr>
              <a:t>U</a:t>
            </a:r>
            <a:r>
              <a:rPr lang="en-IN" sz="1200">
                <a:solidFill>
                  <a:srgbClr val="141414"/>
                </a:solidFill>
                <a:effectLst/>
                <a:ea typeface="Open Sans" panose="020B0606030504020204" pitchFamily="34" charset="0"/>
                <a:cs typeface="Times New Roman" panose="02020603050405020304" pitchFamily="18" charset="0"/>
              </a:rPr>
              <a:t>se the following command</a:t>
            </a:r>
          </a:p>
          <a:p>
            <a:pPr marL="0" indent="0">
              <a:buNone/>
            </a:pPr>
            <a:endParaRPr lang="en-IN"/>
          </a:p>
        </p:txBody>
      </p:sp>
      <p:sp>
        <p:nvSpPr>
          <p:cNvPr id="6" name="Title 10">
            <a:extLst>
              <a:ext uri="{FF2B5EF4-FFF2-40B4-BE49-F238E27FC236}">
                <a16:creationId xmlns:a16="http://schemas.microsoft.com/office/drawing/2014/main" id="{45B8BA66-5628-4E29-8308-4A98308BC323}"/>
              </a:ext>
            </a:extLst>
          </p:cNvPr>
          <p:cNvSpPr>
            <a:spLocks noGrp="1"/>
          </p:cNvSpPr>
          <p:nvPr>
            <p:ph type="title"/>
          </p:nvPr>
        </p:nvSpPr>
        <p:spPr>
          <a:xfrm>
            <a:off x="261938" y="201184"/>
            <a:ext cx="11269662" cy="684212"/>
          </a:xfrm>
        </p:spPr>
        <p:txBody>
          <a:bodyPr/>
          <a:lstStyle/>
          <a:p>
            <a:pPr>
              <a:lnSpc>
                <a:spcPct val="100000"/>
              </a:lnSpc>
            </a:pPr>
            <a:r>
              <a:rPr lang="en-US" sz="3600"/>
              <a:t>AUSF Configuration</a:t>
            </a:r>
          </a:p>
        </p:txBody>
      </p:sp>
      <p:graphicFrame>
        <p:nvGraphicFramePr>
          <p:cNvPr id="2" name="Table 1">
            <a:extLst>
              <a:ext uri="{FF2B5EF4-FFF2-40B4-BE49-F238E27FC236}">
                <a16:creationId xmlns:a16="http://schemas.microsoft.com/office/drawing/2014/main" id="{9D54E321-43EB-4D93-A23D-424424DC4F7A}"/>
              </a:ext>
            </a:extLst>
          </p:cNvPr>
          <p:cNvGraphicFramePr>
            <a:graphicFrameLocks noGrp="1"/>
          </p:cNvGraphicFramePr>
          <p:nvPr>
            <p:extLst>
              <p:ext uri="{D42A27DB-BD31-4B8C-83A1-F6EECF244321}">
                <p14:modId xmlns:p14="http://schemas.microsoft.com/office/powerpoint/2010/main" val="2257862070"/>
              </p:ext>
            </p:extLst>
          </p:nvPr>
        </p:nvGraphicFramePr>
        <p:xfrm>
          <a:off x="1021556" y="1948489"/>
          <a:ext cx="10148887" cy="1504823"/>
        </p:xfrm>
        <a:graphic>
          <a:graphicData uri="http://schemas.openxmlformats.org/drawingml/2006/table">
            <a:tbl>
              <a:tblPr firstRow="1" firstCol="1" lastRow="1" lastCol="1" bandRow="1" bandCol="1">
                <a:tableStyleId>{5C22544A-7EE6-4342-B048-85BDC9FD1C3A}</a:tableStyleId>
              </a:tblPr>
              <a:tblGrid>
                <a:gridCol w="10148887">
                  <a:extLst>
                    <a:ext uri="{9D8B030D-6E8A-4147-A177-3AD203B41FA5}">
                      <a16:colId xmlns:a16="http://schemas.microsoft.com/office/drawing/2014/main" val="2106762042"/>
                    </a:ext>
                  </a:extLst>
                </a:gridCol>
              </a:tblGrid>
              <a:tr h="304800">
                <a:tc>
                  <a:txBody>
                    <a:bodyPr/>
                    <a:lstStyle/>
                    <a:p>
                      <a:pPr marL="152400">
                        <a:lnSpc>
                          <a:spcPct val="107000"/>
                        </a:lnSpc>
                        <a:spcBef>
                          <a:spcPts val="600"/>
                        </a:spcBef>
                        <a:spcAft>
                          <a:spcPts val="600"/>
                        </a:spcAft>
                      </a:pPr>
                      <a:r>
                        <a:rPr lang="en-IN" sz="1200">
                          <a:effectLst/>
                        </a:rPr>
                        <a:t># helm3 </a:t>
                      </a:r>
                    </a:p>
                    <a:p>
                      <a:pPr marL="152400">
                        <a:lnSpc>
                          <a:spcPct val="107000"/>
                        </a:lnSpc>
                        <a:spcBef>
                          <a:spcPts val="600"/>
                        </a:spcBef>
                        <a:spcAft>
                          <a:spcPts val="600"/>
                        </a:spcAft>
                      </a:pPr>
                      <a:r>
                        <a:rPr lang="en-IN" sz="1200">
                          <a:effectLst/>
                        </a:rPr>
                        <a:t>helm upgrade </a:t>
                      </a:r>
                      <a:r>
                        <a:rPr lang="en-IN" sz="1200" err="1">
                          <a:effectLst/>
                        </a:rPr>
                        <a:t>ausf</a:t>
                      </a:r>
                      <a:r>
                        <a:rPr lang="en-IN" sz="1200">
                          <a:effectLst/>
                        </a:rPr>
                        <a:t> </a:t>
                      </a:r>
                      <a:r>
                        <a:rPr lang="en-IN" sz="1200" err="1">
                          <a:effectLst/>
                        </a:rPr>
                        <a:t>ausf</a:t>
                      </a:r>
                      <a:r>
                        <a:rPr lang="en-IN" sz="1200">
                          <a:effectLst/>
                        </a:rPr>
                        <a:t> -f </a:t>
                      </a:r>
                      <a:r>
                        <a:rPr lang="en-IN" sz="1200" err="1">
                          <a:effectLst/>
                        </a:rPr>
                        <a:t>ausf-override.yaml</a:t>
                      </a:r>
                      <a:r>
                        <a:rPr lang="en-IN" sz="1200">
                          <a:effectLst/>
                        </a:rPr>
                        <a:t> -n &lt;namespace&gt;</a:t>
                      </a:r>
                    </a:p>
                    <a:p>
                      <a:pPr marL="152400">
                        <a:lnSpc>
                          <a:spcPct val="107000"/>
                        </a:lnSpc>
                        <a:spcBef>
                          <a:spcPts val="600"/>
                        </a:spcBef>
                        <a:spcAft>
                          <a:spcPts val="600"/>
                        </a:spcAft>
                      </a:pPr>
                      <a:r>
                        <a:rPr lang="en-IN" sz="1200">
                          <a:effectLst/>
                        </a:rPr>
                        <a:t># helm2</a:t>
                      </a:r>
                    </a:p>
                    <a:p>
                      <a:pPr marL="152400">
                        <a:lnSpc>
                          <a:spcPct val="107000"/>
                        </a:lnSpc>
                        <a:spcBef>
                          <a:spcPts val="600"/>
                        </a:spcBef>
                        <a:spcAft>
                          <a:spcPts val="600"/>
                        </a:spcAft>
                      </a:pPr>
                      <a:r>
                        <a:rPr lang="en-IN" sz="1200">
                          <a:effectLst/>
                        </a:rPr>
                        <a:t>helm upgrade </a:t>
                      </a:r>
                      <a:r>
                        <a:rPr lang="en-IN" sz="1200" err="1">
                          <a:effectLst/>
                        </a:rPr>
                        <a:t>ausf</a:t>
                      </a:r>
                      <a:r>
                        <a:rPr lang="en-IN" sz="1200">
                          <a:effectLst/>
                        </a:rPr>
                        <a:t> </a:t>
                      </a:r>
                      <a:r>
                        <a:rPr lang="en-IN" sz="1200" err="1">
                          <a:effectLst/>
                        </a:rPr>
                        <a:t>ausf</a:t>
                      </a:r>
                      <a:r>
                        <a:rPr lang="en-IN" sz="1200">
                          <a:effectLst/>
                        </a:rPr>
                        <a:t> -f </a:t>
                      </a:r>
                      <a:r>
                        <a:rPr lang="en-IN" sz="1200" err="1">
                          <a:effectLst/>
                        </a:rPr>
                        <a:t>ausf-override.yaml</a:t>
                      </a:r>
                      <a:r>
                        <a:rPr lang="en-IN" sz="1200">
                          <a:effectLst/>
                        </a:rPr>
                        <a:t> --namespace &lt;namespace&gt;</a:t>
                      </a:r>
                      <a:endParaRPr lang="en-IN" sz="12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3872103161"/>
                  </a:ext>
                </a:extLst>
              </a:tr>
            </a:tbl>
          </a:graphicData>
        </a:graphic>
      </p:graphicFrame>
      <p:graphicFrame>
        <p:nvGraphicFramePr>
          <p:cNvPr id="7" name="Table 6">
            <a:extLst>
              <a:ext uri="{FF2B5EF4-FFF2-40B4-BE49-F238E27FC236}">
                <a16:creationId xmlns:a16="http://schemas.microsoft.com/office/drawing/2014/main" id="{F41A8FE6-C83E-4B1F-BDB9-839C2650D8E4}"/>
              </a:ext>
            </a:extLst>
          </p:cNvPr>
          <p:cNvGraphicFramePr>
            <a:graphicFrameLocks noGrp="1"/>
          </p:cNvGraphicFramePr>
          <p:nvPr>
            <p:extLst>
              <p:ext uri="{D42A27DB-BD31-4B8C-83A1-F6EECF244321}">
                <p14:modId xmlns:p14="http://schemas.microsoft.com/office/powerpoint/2010/main" val="523596396"/>
              </p:ext>
            </p:extLst>
          </p:nvPr>
        </p:nvGraphicFramePr>
        <p:xfrm>
          <a:off x="1021556" y="4611630"/>
          <a:ext cx="10227469" cy="1504823"/>
        </p:xfrm>
        <a:graphic>
          <a:graphicData uri="http://schemas.openxmlformats.org/drawingml/2006/table">
            <a:tbl>
              <a:tblPr firstRow="1" firstCol="1" lastRow="1" lastCol="1" bandRow="1" bandCol="1">
                <a:tableStyleId>{5C22544A-7EE6-4342-B048-85BDC9FD1C3A}</a:tableStyleId>
              </a:tblPr>
              <a:tblGrid>
                <a:gridCol w="10227469">
                  <a:extLst>
                    <a:ext uri="{9D8B030D-6E8A-4147-A177-3AD203B41FA5}">
                      <a16:colId xmlns:a16="http://schemas.microsoft.com/office/drawing/2014/main" val="2007031309"/>
                    </a:ext>
                  </a:extLst>
                </a:gridCol>
              </a:tblGrid>
              <a:tr h="0">
                <a:tc>
                  <a:txBody>
                    <a:bodyPr/>
                    <a:lstStyle/>
                    <a:p>
                      <a:pPr marL="152400">
                        <a:lnSpc>
                          <a:spcPct val="107000"/>
                        </a:lnSpc>
                        <a:spcBef>
                          <a:spcPts val="600"/>
                        </a:spcBef>
                        <a:spcAft>
                          <a:spcPts val="600"/>
                        </a:spcAft>
                      </a:pPr>
                      <a:r>
                        <a:rPr lang="en-IN" sz="1200">
                          <a:effectLst/>
                        </a:rPr>
                        <a:t># helm3 </a:t>
                      </a:r>
                    </a:p>
                    <a:p>
                      <a:pPr marL="152400">
                        <a:lnSpc>
                          <a:spcPct val="107000"/>
                        </a:lnSpc>
                        <a:spcBef>
                          <a:spcPts val="600"/>
                        </a:spcBef>
                        <a:spcAft>
                          <a:spcPts val="600"/>
                        </a:spcAft>
                      </a:pPr>
                      <a:r>
                        <a:rPr lang="en-IN" sz="1200">
                          <a:effectLst/>
                        </a:rPr>
                        <a:t>helm del </a:t>
                      </a:r>
                      <a:r>
                        <a:rPr lang="en-IN" sz="1200" err="1">
                          <a:effectLst/>
                        </a:rPr>
                        <a:t>ausf</a:t>
                      </a:r>
                      <a:r>
                        <a:rPr lang="en-IN" sz="1200">
                          <a:effectLst/>
                        </a:rPr>
                        <a:t> -n &lt;namespace&gt;</a:t>
                      </a:r>
                    </a:p>
                    <a:p>
                      <a:pPr marL="152400">
                        <a:lnSpc>
                          <a:spcPct val="107000"/>
                        </a:lnSpc>
                        <a:spcBef>
                          <a:spcPts val="600"/>
                        </a:spcBef>
                        <a:spcAft>
                          <a:spcPts val="600"/>
                        </a:spcAft>
                      </a:pPr>
                      <a:r>
                        <a:rPr lang="en-IN" sz="1200">
                          <a:effectLst/>
                        </a:rPr>
                        <a:t># helm2</a:t>
                      </a:r>
                    </a:p>
                    <a:p>
                      <a:pPr marL="152400">
                        <a:lnSpc>
                          <a:spcPct val="107000"/>
                        </a:lnSpc>
                        <a:spcBef>
                          <a:spcPts val="600"/>
                        </a:spcBef>
                        <a:spcAft>
                          <a:spcPts val="600"/>
                        </a:spcAft>
                      </a:pPr>
                      <a:r>
                        <a:rPr lang="en-IN" sz="1200">
                          <a:effectLst/>
                        </a:rPr>
                        <a:t>helm del --purge </a:t>
                      </a:r>
                      <a:r>
                        <a:rPr lang="en-IN" sz="1200" err="1">
                          <a:effectLst/>
                        </a:rPr>
                        <a:t>ausf</a:t>
                      </a:r>
                      <a:endParaRPr lang="en-IN" sz="12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3063890549"/>
                  </a:ext>
                </a:extLst>
              </a:tr>
            </a:tbl>
          </a:graphicData>
        </a:graphic>
      </p:graphicFrame>
    </p:spTree>
    <p:custDataLst>
      <p:tags r:id="rId1"/>
    </p:custDataLst>
    <p:extLst>
      <p:ext uri="{BB962C8B-B14F-4D97-AF65-F5344CB8AC3E}">
        <p14:creationId xmlns:p14="http://schemas.microsoft.com/office/powerpoint/2010/main" val="1089937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IN" sz="5400">
                <a:solidFill>
                  <a:srgbClr val="FFFFFF"/>
                </a:solidFill>
              </a:rPr>
              <a:t>Network Function - </a:t>
            </a:r>
            <a:r>
              <a:rPr lang="en-US" sz="5400"/>
              <a:t>PCF+PCRF</a:t>
            </a:r>
            <a:br>
              <a:rPr lang="en-US" sz="5400"/>
            </a:br>
            <a:endParaRPr lang="en-IN" sz="5400">
              <a:solidFill>
                <a:srgbClr val="FFFFFF"/>
              </a:solidFill>
            </a:endParaRPr>
          </a:p>
        </p:txBody>
      </p:sp>
    </p:spTree>
    <p:extLst>
      <p:ext uri="{BB962C8B-B14F-4D97-AF65-F5344CB8AC3E}">
        <p14:creationId xmlns:p14="http://schemas.microsoft.com/office/powerpoint/2010/main" val="13420984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531231A-BB8F-4AF9-9994-7E1403436EA8}"/>
              </a:ext>
            </a:extLst>
          </p:cNvPr>
          <p:cNvSpPr txBox="1">
            <a:spLocks/>
          </p:cNvSpPr>
          <p:nvPr/>
        </p:nvSpPr>
        <p:spPr>
          <a:xfrm>
            <a:off x="342899" y="650605"/>
            <a:ext cx="11269662" cy="684212"/>
          </a:xfrm>
          <a:prstGeom prst="rect">
            <a:avLst/>
          </a:prstGeom>
        </p:spPr>
        <p:txBody>
          <a:bodyPr vert="horz" wrap="none" lIns="91440" tIns="45720" rIns="91440" bIns="45720" rtlCol="0" anchor="ctr">
            <a:noAutofit/>
          </a:bodyPr>
          <a:lstStyle>
            <a:lvl1pPr algn="l" defTabSz="914400" rtl="0" eaLnBrk="1" latinLnBrk="0" hangingPunct="1">
              <a:lnSpc>
                <a:spcPct val="90000"/>
              </a:lnSpc>
              <a:spcBef>
                <a:spcPct val="0"/>
              </a:spcBef>
              <a:buNone/>
              <a:defRPr sz="3600" b="1" kern="1200" cap="none" baseline="0">
                <a:solidFill>
                  <a:schemeClr val="bg2"/>
                </a:solidFill>
                <a:latin typeface="Roboto" panose="020B0604020202020204" charset="0"/>
                <a:ea typeface="Roboto" panose="020B0604020202020204" charset="0"/>
                <a:cs typeface="Roboto" panose="020B0604020202020204" charset="0"/>
              </a:defRPr>
            </a:lvl1pPr>
          </a:lstStyle>
          <a:p>
            <a:pPr>
              <a:lnSpc>
                <a:spcPct val="100000"/>
              </a:lnSpc>
            </a:pPr>
            <a:r>
              <a:rPr lang="en-US" sz="2800"/>
              <a:t>PCF+PCRF</a:t>
            </a:r>
          </a:p>
        </p:txBody>
      </p:sp>
      <p:sp>
        <p:nvSpPr>
          <p:cNvPr id="5" name="TextBox 4">
            <a:extLst>
              <a:ext uri="{FF2B5EF4-FFF2-40B4-BE49-F238E27FC236}">
                <a16:creationId xmlns:a16="http://schemas.microsoft.com/office/drawing/2014/main" id="{89856F51-9455-4AB9-8C6A-9C8F99263537}"/>
              </a:ext>
            </a:extLst>
          </p:cNvPr>
          <p:cNvSpPr txBox="1"/>
          <p:nvPr/>
        </p:nvSpPr>
        <p:spPr>
          <a:xfrm>
            <a:off x="342899" y="1471140"/>
            <a:ext cx="11744325" cy="4041747"/>
          </a:xfrm>
          <a:prstGeom prst="rect">
            <a:avLst/>
          </a:prstGeom>
          <a:noFill/>
        </p:spPr>
        <p:txBody>
          <a:bodyPr wrap="square">
            <a:spAutoFit/>
          </a:bodyPr>
          <a:lstStyle/>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PCF is a unified framework that provides rules for control plane functions and access to policy subscription information stored in the UDR database.</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The converged policy control includes rules for data, voice, and application services for 4G+5G use cases.</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u="sng">
                <a:solidFill>
                  <a:srgbClr val="000000"/>
                </a:solidFill>
                <a:effectLst/>
                <a:ea typeface="Open Sans" panose="020B0606030504020204" pitchFamily="34" charset="0"/>
                <a:cs typeface="Times New Roman" panose="02020603050405020304" pitchFamily="18" charset="0"/>
              </a:rPr>
              <a:t>Key Features</a:t>
            </a:r>
            <a:r>
              <a:rPr lang="en-IN" sz="1200">
                <a:solidFill>
                  <a:srgbClr val="000000"/>
                </a:solidFill>
                <a:effectLst/>
                <a:ea typeface="Open Sans" panose="020B0606030504020204" pitchFamily="34" charset="0"/>
                <a:cs typeface="Times New Roman" panose="02020603050405020304" pitchFamily="18" charset="0"/>
              </a:rPr>
              <a:t>:</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Bef>
                <a:spcPts val="600"/>
              </a:spcBef>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Release 16 July 2020 compliant</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Offers 3GPP Gx interface with PCEF based on 3GPP TS 23.203 R16 and TS 29.212 R16</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Offers 3GPP Rx interface with IMS AF based on 3GPP TS 29.214 R16</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Supports 4G, 5G-NSA, 5G-SA deployment</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Support for access and mobility policies</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Support for session management (SM) policies (with session and PCC rule)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Support for Policy Authorization</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Support for usage and QoS monitoring</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Seamless session continuity for inter-RAT handover</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Support for Emergency DNN</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High-performance flexible rule engine for policy evaluation</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Support for change in policy for ongoing session</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Supports interfaces with unified data repository over </a:t>
            </a:r>
            <a:r>
              <a:rPr lang="en-IN" sz="1200" err="1">
                <a:solidFill>
                  <a:srgbClr val="000000"/>
                </a:solidFill>
                <a:effectLst/>
                <a:ea typeface="Open Sans" panose="020B0606030504020204" pitchFamily="34" charset="0"/>
                <a:cs typeface="Times New Roman" panose="02020603050405020304" pitchFamily="18" charset="0"/>
              </a:rPr>
              <a:t>Nudr</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endParaRPr lang="en-IN" sz="1600">
              <a:solidFill>
                <a:srgbClr val="141414"/>
              </a:solidFill>
              <a:effectLst/>
              <a:latin typeface="+mj-lt"/>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20487044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856F51-9455-4AB9-8C6A-9C8F99263537}"/>
              </a:ext>
            </a:extLst>
          </p:cNvPr>
          <p:cNvSpPr txBox="1"/>
          <p:nvPr/>
        </p:nvSpPr>
        <p:spPr>
          <a:xfrm>
            <a:off x="336571" y="1165546"/>
            <a:ext cx="11744325" cy="3418308"/>
          </a:xfrm>
          <a:prstGeom prst="rect">
            <a:avLst/>
          </a:prstGeom>
          <a:noFill/>
        </p:spPr>
        <p:txBody>
          <a:bodyPr wrap="square">
            <a:spAutoFit/>
          </a:bodyPr>
          <a:lstStyle/>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As per 3GPP TS 29.507 and 3GPP TS 29.512, PCF+PCRF supports the following services:</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b="1" err="1">
                <a:solidFill>
                  <a:srgbClr val="000000"/>
                </a:solidFill>
                <a:effectLst/>
                <a:ea typeface="Open Sans" panose="020B0606030504020204" pitchFamily="34" charset="0"/>
                <a:cs typeface="Times New Roman" panose="02020603050405020304" pitchFamily="18" charset="0"/>
              </a:rPr>
              <a:t>npcf_ampolicy</a:t>
            </a:r>
            <a:r>
              <a:rPr lang="en-IN" sz="1200" b="1">
                <a:solidFill>
                  <a:srgbClr val="000000"/>
                </a:solidFill>
                <a:effectLst/>
                <a:ea typeface="Open Sans" panose="020B0606030504020204" pitchFamily="34" charset="0"/>
                <a:cs typeface="Times New Roman" panose="02020603050405020304" pitchFamily="18" charset="0"/>
              </a:rPr>
              <a:t> service</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err="1">
                <a:solidFill>
                  <a:srgbClr val="000000"/>
                </a:solidFill>
                <a:effectLst/>
                <a:ea typeface="Open Sans" panose="020B0606030504020204" pitchFamily="34" charset="0"/>
                <a:cs typeface="Times New Roman" panose="02020603050405020304" pitchFamily="18" charset="0"/>
              </a:rPr>
              <a:t>Npcf_AMPolicyControl</a:t>
            </a:r>
            <a:r>
              <a:rPr lang="en-IN" sz="1200">
                <a:solidFill>
                  <a:srgbClr val="000000"/>
                </a:solidFill>
                <a:effectLst/>
                <a:ea typeface="Open Sans" panose="020B0606030504020204" pitchFamily="34" charset="0"/>
                <a:cs typeface="Times New Roman" panose="02020603050405020304" pitchFamily="18" charset="0"/>
              </a:rPr>
              <a:t> includes policies related to UE that have information regarding access, mobility, and PDU session selection are provided by PCF to AMF.</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The following service operations are used:</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Bef>
                <a:spcPts val="600"/>
              </a:spcBef>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Create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Update/Notify</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Delete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Update</a:t>
            </a:r>
          </a:p>
          <a:p>
            <a:pPr>
              <a:lnSpc>
                <a:spcPct val="107000"/>
              </a:lnSpc>
              <a:spcBef>
                <a:spcPts val="600"/>
              </a:spcBef>
              <a:spcAft>
                <a:spcPts val="600"/>
              </a:spcAft>
            </a:pPr>
            <a:r>
              <a:rPr lang="en-IN" sz="1600">
                <a:solidFill>
                  <a:srgbClr val="141414"/>
                </a:solidFill>
                <a:effectLst/>
                <a:latin typeface="+mj-lt"/>
                <a:ea typeface="Open Sans" panose="020B0606030504020204" pitchFamily="34" charset="0"/>
                <a:cs typeface="Times New Roman" panose="02020603050405020304" pitchFamily="18" charset="0"/>
              </a:rPr>
              <a:t> </a:t>
            </a:r>
          </a:p>
          <a:p>
            <a:pPr>
              <a:lnSpc>
                <a:spcPct val="107000"/>
              </a:lnSpc>
              <a:spcBef>
                <a:spcPts val="600"/>
              </a:spcBef>
              <a:spcAft>
                <a:spcPts val="600"/>
              </a:spcAft>
            </a:pPr>
            <a:endParaRPr lang="en-IN" sz="1600">
              <a:solidFill>
                <a:srgbClr val="141414"/>
              </a:solidFill>
              <a:effectLst/>
              <a:latin typeface="+mj-l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endParaRPr lang="en-IN" sz="1400">
              <a:solidFill>
                <a:srgbClr val="141414"/>
              </a:solidFill>
              <a:effectLst/>
              <a:latin typeface="+mj-lt"/>
              <a:ea typeface="Open Sans" panose="020B0606030504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5592DA88-56A0-4F89-893C-77AE519A1AA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07904" y="2923184"/>
            <a:ext cx="7307746" cy="3260363"/>
          </a:xfrm>
          <a:prstGeom prst="rect">
            <a:avLst/>
          </a:prstGeom>
          <a:noFill/>
        </p:spPr>
      </p:pic>
      <p:sp>
        <p:nvSpPr>
          <p:cNvPr id="2" name="Title 1">
            <a:extLst>
              <a:ext uri="{FF2B5EF4-FFF2-40B4-BE49-F238E27FC236}">
                <a16:creationId xmlns:a16="http://schemas.microsoft.com/office/drawing/2014/main" id="{A91FE356-B777-403A-89CC-249A597F6F4D}"/>
              </a:ext>
            </a:extLst>
          </p:cNvPr>
          <p:cNvSpPr>
            <a:spLocks noGrp="1"/>
          </p:cNvSpPr>
          <p:nvPr>
            <p:ph type="title"/>
          </p:nvPr>
        </p:nvSpPr>
        <p:spPr>
          <a:xfrm>
            <a:off x="442913" y="481334"/>
            <a:ext cx="11269662" cy="684212"/>
          </a:xfrm>
        </p:spPr>
        <p:txBody>
          <a:bodyPr>
            <a:normAutofit fontScale="90000"/>
          </a:bodyPr>
          <a:lstStyle/>
          <a:p>
            <a:r>
              <a:rPr lang="en-IN" sz="3600" b="1">
                <a:solidFill>
                  <a:srgbClr val="000000"/>
                </a:solidFill>
                <a:effectLst/>
                <a:latin typeface="+mj-lt"/>
                <a:ea typeface="Open Sans" panose="020B0606030504020204" pitchFamily="34" charset="0"/>
                <a:cs typeface="Times New Roman" panose="02020603050405020304" pitchFamily="18" charset="0"/>
              </a:rPr>
              <a:t>Alepo PCF Services</a:t>
            </a:r>
            <a:br>
              <a:rPr lang="en-IN" sz="3600">
                <a:solidFill>
                  <a:srgbClr val="141414"/>
                </a:solidFill>
                <a:effectLst/>
                <a:latin typeface="+mj-lt"/>
                <a:ea typeface="Open Sans" panose="020B0606030504020204" pitchFamily="34" charset="0"/>
                <a:cs typeface="Times New Roman" panose="02020603050405020304" pitchFamily="18" charset="0"/>
              </a:rPr>
            </a:br>
            <a:endParaRPr lang="en-IN"/>
          </a:p>
        </p:txBody>
      </p:sp>
    </p:spTree>
    <p:extLst>
      <p:ext uri="{BB962C8B-B14F-4D97-AF65-F5344CB8AC3E}">
        <p14:creationId xmlns:p14="http://schemas.microsoft.com/office/powerpoint/2010/main" val="15206089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856F51-9455-4AB9-8C6A-9C8F99263537}"/>
              </a:ext>
            </a:extLst>
          </p:cNvPr>
          <p:cNvSpPr txBox="1"/>
          <p:nvPr/>
        </p:nvSpPr>
        <p:spPr>
          <a:xfrm>
            <a:off x="205581" y="1169733"/>
            <a:ext cx="11744325" cy="5361852"/>
          </a:xfrm>
          <a:prstGeom prst="rect">
            <a:avLst/>
          </a:prstGeom>
          <a:noFill/>
        </p:spPr>
        <p:txBody>
          <a:bodyPr wrap="square">
            <a:spAutoFit/>
          </a:bodyPr>
          <a:lstStyle/>
          <a:p>
            <a:pPr>
              <a:lnSpc>
                <a:spcPct val="107000"/>
              </a:lnSpc>
              <a:spcBef>
                <a:spcPts val="600"/>
              </a:spcBef>
              <a:spcAft>
                <a:spcPts val="600"/>
              </a:spcAft>
            </a:pPr>
            <a:r>
              <a:rPr lang="en-IN" sz="1200" b="1" err="1">
                <a:solidFill>
                  <a:srgbClr val="000000"/>
                </a:solidFill>
                <a:effectLst/>
                <a:ea typeface="Open Sans" panose="020B0606030504020204" pitchFamily="34" charset="0"/>
                <a:cs typeface="Times New Roman" panose="02020603050405020304" pitchFamily="18" charset="0"/>
              </a:rPr>
              <a:t>npcf_smpolicy</a:t>
            </a:r>
            <a:r>
              <a:rPr lang="en-IN" sz="1200" b="1">
                <a:solidFill>
                  <a:srgbClr val="000000"/>
                </a:solidFill>
                <a:effectLst/>
                <a:ea typeface="Open Sans" panose="020B0606030504020204" pitchFamily="34" charset="0"/>
                <a:cs typeface="Times New Roman" panose="02020603050405020304" pitchFamily="18" charset="0"/>
              </a:rPr>
              <a:t> service</a:t>
            </a:r>
            <a:endParaRPr lang="en-IN" sz="1200" b="1">
              <a:solidFill>
                <a:srgbClr val="141414"/>
              </a:solidFill>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SMF receives policy information for a PDU session using this </a:t>
            </a:r>
            <a:r>
              <a:rPr lang="en-IN" sz="1200" err="1">
                <a:solidFill>
                  <a:srgbClr val="000000"/>
                </a:solidFill>
                <a:effectLst/>
                <a:ea typeface="Open Sans" panose="020B0606030504020204" pitchFamily="34" charset="0"/>
                <a:cs typeface="Times New Roman" panose="02020603050405020304" pitchFamily="18" charset="0"/>
              </a:rPr>
              <a:t>Npcf_AMPolicyControl</a:t>
            </a:r>
            <a:r>
              <a:rPr lang="en-IN" sz="1200">
                <a:solidFill>
                  <a:srgbClr val="000000"/>
                </a:solidFill>
                <a:effectLst/>
                <a:ea typeface="Open Sans" panose="020B0606030504020204" pitchFamily="34" charset="0"/>
                <a:cs typeface="Times New Roman" panose="02020603050405020304" pitchFamily="18" charset="0"/>
              </a:rPr>
              <a:t> service. This information may contain:</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Bef>
                <a:spcPts val="600"/>
              </a:spcBef>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Session-related parameters like charging information, QoS information, usage monitoring control information, volume or time-based thresholds, and more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CC rules-related information like rule identifier, service data flow detection, precedence, and more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The following service operations are used:</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Create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Update/Notify</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Delete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Update </a:t>
            </a:r>
            <a:r>
              <a:rPr lang="en-IN" sz="1200">
                <a:solidFill>
                  <a:srgbClr val="141414"/>
                </a:solidFill>
                <a:effectLst/>
                <a:ea typeface="Open Sans" panose="020B0606030504020204" pitchFamily="34" charset="0"/>
                <a:cs typeface="Times New Roman" panose="02020603050405020304" pitchFamily="18" charset="0"/>
              </a:rPr>
              <a:t> </a:t>
            </a:r>
          </a:p>
          <a:p>
            <a:pPr>
              <a:lnSpc>
                <a:spcPct val="107000"/>
              </a:lnSpc>
              <a:spcBef>
                <a:spcPts val="600"/>
              </a:spcBef>
              <a:spcAft>
                <a:spcPts val="600"/>
              </a:spcAft>
            </a:pPr>
            <a:r>
              <a:rPr lang="en-IN" sz="1200" b="1">
                <a:solidFill>
                  <a:srgbClr val="000000"/>
                </a:solidFill>
                <a:effectLst/>
                <a:ea typeface="Open Sans" panose="020B0606030504020204" pitchFamily="34" charset="0"/>
                <a:cs typeface="Times New Roman" panose="02020603050405020304" pitchFamily="18" charset="0"/>
              </a:rPr>
              <a:t>npcf-policyauthorization Service</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The </a:t>
            </a:r>
            <a:r>
              <a:rPr lang="en-IN" sz="1200" err="1">
                <a:solidFill>
                  <a:srgbClr val="000000"/>
                </a:solidFill>
                <a:effectLst/>
                <a:ea typeface="Open Sans" panose="020B0606030504020204" pitchFamily="34" charset="0"/>
                <a:cs typeface="Times New Roman" panose="02020603050405020304" pitchFamily="18" charset="0"/>
              </a:rPr>
              <a:t>Npcf_PolicyAuthorization</a:t>
            </a:r>
            <a:r>
              <a:rPr lang="en-IN" sz="1200">
                <a:solidFill>
                  <a:srgbClr val="000000"/>
                </a:solidFill>
                <a:effectLst/>
                <a:ea typeface="Open Sans" panose="020B0606030504020204" pitchFamily="34" charset="0"/>
                <a:cs typeface="Times New Roman" panose="02020603050405020304" pitchFamily="18" charset="0"/>
              </a:rPr>
              <a:t> service is used to authorize an AF request and to create policies as requested by the authorized AF for the PDU Session to which the AF session is bound.</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If the PCF determines that an SM policy should be installed or updated due the AF request it can use the </a:t>
            </a:r>
            <a:r>
              <a:rPr lang="en-IN" sz="1200" err="1">
                <a:solidFill>
                  <a:srgbClr val="000000"/>
                </a:solidFill>
                <a:effectLst/>
                <a:ea typeface="Open Sans" panose="020B0606030504020204" pitchFamily="34" charset="0"/>
                <a:cs typeface="Times New Roman" panose="02020603050405020304" pitchFamily="18" charset="0"/>
              </a:rPr>
              <a:t>Npcf_SMPolicyControl</a:t>
            </a:r>
            <a:r>
              <a:rPr lang="en-IN" sz="1200">
                <a:solidFill>
                  <a:srgbClr val="000000"/>
                </a:solidFill>
                <a:effectLst/>
                <a:ea typeface="Open Sans" panose="020B0606030504020204" pitchFamily="34" charset="0"/>
                <a:cs typeface="Times New Roman" panose="02020603050405020304" pitchFamily="18" charset="0"/>
              </a:rPr>
              <a:t> service towards the SMF to install or modify the policies according to the AF request.</a:t>
            </a:r>
            <a:endParaRPr lang="en-IN" sz="1200">
              <a:solidFill>
                <a:srgbClr val="141414"/>
              </a:solidFill>
              <a:effectLst/>
              <a:ea typeface="Open Sans" panose="020B0606030504020204" pitchFamily="34" charset="0"/>
              <a:cs typeface="Times New Roman" panose="02020603050405020304" pitchFamily="18" charset="0"/>
            </a:endParaRPr>
          </a:p>
          <a:p>
            <a:pPr>
              <a:lnSpc>
                <a:spcPct val="107000"/>
              </a:lnSpc>
              <a:spcBef>
                <a:spcPts val="600"/>
              </a:spcBef>
              <a:spcAft>
                <a:spcPts val="600"/>
              </a:spcAft>
            </a:pPr>
            <a:r>
              <a:rPr lang="en-IN" sz="1200">
                <a:solidFill>
                  <a:srgbClr val="000000"/>
                </a:solidFill>
                <a:effectLst/>
                <a:ea typeface="Open Sans" panose="020B0606030504020204" pitchFamily="34" charset="0"/>
                <a:cs typeface="Times New Roman" panose="02020603050405020304" pitchFamily="18" charset="0"/>
              </a:rPr>
              <a:t>The following service operations are used:</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Bef>
                <a:spcPts val="600"/>
              </a:spcBef>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Create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Update</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Delete</a:t>
            </a:r>
          </a:p>
          <a:p>
            <a:pPr lvl="0">
              <a:lnSpc>
                <a:spcPct val="107000"/>
              </a:lnSpc>
              <a:spcAft>
                <a:spcPts val="600"/>
              </a:spcAft>
            </a:pPr>
            <a:endParaRPr lang="en-IN" sz="1600">
              <a:solidFill>
                <a:srgbClr val="141414"/>
              </a:solidFill>
              <a:effectLst/>
              <a:latin typeface="+mj-l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endParaRPr lang="en-IN" sz="1400">
              <a:solidFill>
                <a:srgbClr val="141414"/>
              </a:solidFill>
              <a:effectLst/>
              <a:latin typeface="+mj-lt"/>
              <a:ea typeface="Open Sans" panose="020B060603050402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EB356004-856F-4015-B0C7-420A4DA5A729}"/>
              </a:ext>
            </a:extLst>
          </p:cNvPr>
          <p:cNvSpPr>
            <a:spLocks noGrp="1"/>
          </p:cNvSpPr>
          <p:nvPr>
            <p:ph type="title"/>
          </p:nvPr>
        </p:nvSpPr>
        <p:spPr>
          <a:xfrm>
            <a:off x="205581" y="649680"/>
            <a:ext cx="11269662" cy="684212"/>
          </a:xfrm>
        </p:spPr>
        <p:txBody>
          <a:bodyPr>
            <a:normAutofit fontScale="90000"/>
          </a:bodyPr>
          <a:lstStyle/>
          <a:p>
            <a:r>
              <a:rPr lang="en-IN" sz="3600" b="1">
                <a:solidFill>
                  <a:srgbClr val="000000"/>
                </a:solidFill>
                <a:effectLst/>
                <a:latin typeface="+mj-lt"/>
                <a:ea typeface="Open Sans" panose="020B0606030504020204" pitchFamily="34" charset="0"/>
                <a:cs typeface="Times New Roman" panose="02020603050405020304" pitchFamily="18" charset="0"/>
              </a:rPr>
              <a:t>Alepo PCF Services</a:t>
            </a:r>
            <a:br>
              <a:rPr lang="en-IN" sz="3600">
                <a:solidFill>
                  <a:srgbClr val="141414"/>
                </a:solidFill>
                <a:effectLst/>
                <a:latin typeface="+mj-lt"/>
                <a:ea typeface="Open Sans" panose="020B0606030504020204" pitchFamily="34" charset="0"/>
                <a:cs typeface="Times New Roman" panose="02020603050405020304" pitchFamily="18" charset="0"/>
              </a:rPr>
            </a:br>
            <a:endParaRPr lang="en-IN"/>
          </a:p>
        </p:txBody>
      </p:sp>
    </p:spTree>
    <p:extLst>
      <p:ext uri="{BB962C8B-B14F-4D97-AF65-F5344CB8AC3E}">
        <p14:creationId xmlns:p14="http://schemas.microsoft.com/office/powerpoint/2010/main" val="17333251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716368A-E404-460E-A374-72C9D748C612}"/>
              </a:ext>
            </a:extLst>
          </p:cNvPr>
          <p:cNvPicPr>
            <a:picLocks noChangeAspect="1"/>
          </p:cNvPicPr>
          <p:nvPr/>
        </p:nvPicPr>
        <p:blipFill>
          <a:blip r:embed="rId2"/>
          <a:stretch>
            <a:fillRect/>
          </a:stretch>
        </p:blipFill>
        <p:spPr>
          <a:xfrm>
            <a:off x="6600825" y="1093633"/>
            <a:ext cx="5183906" cy="4298186"/>
          </a:xfrm>
          <a:prstGeom prst="rect">
            <a:avLst/>
          </a:prstGeom>
        </p:spPr>
      </p:pic>
      <p:sp>
        <p:nvSpPr>
          <p:cNvPr id="4" name="Title 3">
            <a:extLst>
              <a:ext uri="{FF2B5EF4-FFF2-40B4-BE49-F238E27FC236}">
                <a16:creationId xmlns:a16="http://schemas.microsoft.com/office/drawing/2014/main" id="{EB0ED349-C43A-4620-ADC0-995831CFBBAB}"/>
              </a:ext>
            </a:extLst>
          </p:cNvPr>
          <p:cNvSpPr>
            <a:spLocks noGrp="1"/>
          </p:cNvSpPr>
          <p:nvPr>
            <p:ph type="title"/>
          </p:nvPr>
        </p:nvSpPr>
        <p:spPr>
          <a:xfrm>
            <a:off x="242497" y="655763"/>
            <a:ext cx="11269662" cy="684212"/>
          </a:xfrm>
        </p:spPr>
        <p:txBody>
          <a:bodyPr>
            <a:normAutofit fontScale="90000"/>
          </a:bodyPr>
          <a:lstStyle/>
          <a:p>
            <a:r>
              <a:rPr lang="en-US" sz="3600" b="1">
                <a:solidFill>
                  <a:schemeClr val="bg1"/>
                </a:solidFill>
                <a:latin typeface="+mj-lt"/>
              </a:rPr>
              <a:t>PCF Portal Overview</a:t>
            </a:r>
            <a:br>
              <a:rPr lang="en-US" sz="3600" b="1">
                <a:solidFill>
                  <a:schemeClr val="bg1"/>
                </a:solidFill>
                <a:latin typeface="+mj-lt"/>
              </a:rPr>
            </a:br>
            <a:endParaRPr lang="en-IN"/>
          </a:p>
        </p:txBody>
      </p:sp>
      <p:sp>
        <p:nvSpPr>
          <p:cNvPr id="3" name="Text Placeholder 2">
            <a:extLst>
              <a:ext uri="{FF2B5EF4-FFF2-40B4-BE49-F238E27FC236}">
                <a16:creationId xmlns:a16="http://schemas.microsoft.com/office/drawing/2014/main" id="{7FC7B59F-5C01-4937-BF5B-38BF31D31D73}"/>
              </a:ext>
            </a:extLst>
          </p:cNvPr>
          <p:cNvSpPr>
            <a:spLocks noGrp="1"/>
          </p:cNvSpPr>
          <p:nvPr>
            <p:ph type="body" sz="quarter" idx="4294967295"/>
          </p:nvPr>
        </p:nvSpPr>
        <p:spPr>
          <a:xfrm>
            <a:off x="407269" y="1701006"/>
            <a:ext cx="7275513" cy="3455988"/>
          </a:xfrm>
        </p:spPr>
        <p:txBody>
          <a:bodyPr/>
          <a:lstStyle/>
          <a:p>
            <a:pPr marL="0" lvl="0" indent="0">
              <a:lnSpc>
                <a:spcPct val="107000"/>
              </a:lnSpc>
              <a:spcBef>
                <a:spcPts val="600"/>
              </a:spcBef>
              <a:buNone/>
            </a:pPr>
            <a:r>
              <a:rPr lang="en-IN" sz="1200" b="1">
                <a:solidFill>
                  <a:srgbClr val="000000"/>
                </a:solidFill>
                <a:effectLst/>
                <a:ea typeface="Open Sans" panose="020B0606030504020204" pitchFamily="34" charset="0"/>
                <a:cs typeface="Times New Roman" panose="02020603050405020304" pitchFamily="18" charset="0"/>
              </a:rPr>
              <a:t>Policy Management</a:t>
            </a:r>
            <a:r>
              <a:rPr lang="en-IN" sz="1200">
                <a:solidFill>
                  <a:srgbClr val="000000"/>
                </a:solidFill>
                <a:effectLst/>
                <a:ea typeface="Open Sans" panose="020B0606030504020204" pitchFamily="34" charset="0"/>
                <a:cs typeface="Times New Roman" panose="02020603050405020304" pitchFamily="18" charset="0"/>
              </a:rPr>
              <a:t> – involves creation of policy profiles for </a:t>
            </a:r>
          </a:p>
          <a:p>
            <a:pPr marL="0" lvl="0" indent="0">
              <a:lnSpc>
                <a:spcPct val="107000"/>
              </a:lnSpc>
              <a:spcBef>
                <a:spcPts val="600"/>
              </a:spcBef>
              <a:buNone/>
            </a:pPr>
            <a:r>
              <a:rPr lang="en-IN" sz="1200">
                <a:solidFill>
                  <a:srgbClr val="000000"/>
                </a:solidFill>
                <a:effectLst/>
                <a:ea typeface="Open Sans" panose="020B0606030504020204" pitchFamily="34" charset="0"/>
                <a:cs typeface="Times New Roman" panose="02020603050405020304" pitchFamily="18" charset="0"/>
              </a:rPr>
              <a:t>AM (access and mobility management) policy, </a:t>
            </a:r>
          </a:p>
          <a:p>
            <a:pPr marL="0" lvl="0" indent="0">
              <a:lnSpc>
                <a:spcPct val="107000"/>
              </a:lnSpc>
              <a:spcBef>
                <a:spcPts val="600"/>
              </a:spcBef>
              <a:buNone/>
            </a:pPr>
            <a:r>
              <a:rPr lang="en-IN" sz="1200">
                <a:solidFill>
                  <a:srgbClr val="000000"/>
                </a:solidFill>
                <a:effectLst/>
                <a:ea typeface="Open Sans" panose="020B0606030504020204" pitchFamily="34" charset="0"/>
                <a:cs typeface="Times New Roman" panose="02020603050405020304" pitchFamily="18" charset="0"/>
              </a:rPr>
              <a:t>SM (session management) policy for PCC and session rules.    </a:t>
            </a:r>
            <a:br>
              <a:rPr lang="en-IN" sz="1200">
                <a:solidFill>
                  <a:srgbClr val="000000"/>
                </a:solidFill>
                <a:effectLst/>
                <a:ea typeface="Open Sans" panose="020B0606030504020204" pitchFamily="34" charset="0"/>
                <a:cs typeface="Times New Roman" panose="02020603050405020304" pitchFamily="18" charset="0"/>
              </a:rPr>
            </a:br>
            <a:endParaRPr lang="en-IN" sz="1200">
              <a:solidFill>
                <a:srgbClr val="141414"/>
              </a:solidFill>
              <a:effectLst/>
              <a:ea typeface="Open Sans" panose="020B0606030504020204" pitchFamily="34" charset="0"/>
              <a:cs typeface="Times New Roman" panose="02020603050405020304" pitchFamily="18" charset="0"/>
            </a:endParaRPr>
          </a:p>
          <a:p>
            <a:pPr marL="0" lvl="0" indent="0">
              <a:lnSpc>
                <a:spcPct val="107000"/>
              </a:lnSpc>
              <a:buNone/>
            </a:pPr>
            <a:r>
              <a:rPr lang="en-IN" sz="1200" b="1">
                <a:solidFill>
                  <a:srgbClr val="000000"/>
                </a:solidFill>
                <a:effectLst/>
                <a:ea typeface="Open Sans" panose="020B0606030504020204" pitchFamily="34" charset="0"/>
                <a:cs typeface="Times New Roman" panose="02020603050405020304" pitchFamily="18" charset="0"/>
              </a:rPr>
              <a:t>System Configurations</a:t>
            </a:r>
            <a:r>
              <a:rPr lang="en-IN" sz="1200">
                <a:solidFill>
                  <a:srgbClr val="000000"/>
                </a:solidFill>
                <a:effectLst/>
                <a:ea typeface="Open Sans" panose="020B0606030504020204" pitchFamily="34" charset="0"/>
                <a:cs typeface="Times New Roman" panose="02020603050405020304" pitchFamily="18" charset="0"/>
              </a:rPr>
              <a:t> - involves the creation of configurations </a:t>
            </a:r>
          </a:p>
          <a:p>
            <a:pPr marL="0" lvl="0" indent="0">
              <a:lnSpc>
                <a:spcPct val="107000"/>
              </a:lnSpc>
              <a:buNone/>
            </a:pPr>
            <a:r>
              <a:rPr lang="en-IN" sz="1200">
                <a:solidFill>
                  <a:srgbClr val="000000"/>
                </a:solidFill>
                <a:effectLst/>
                <a:ea typeface="Open Sans" panose="020B0606030504020204" pitchFamily="34" charset="0"/>
                <a:cs typeface="Times New Roman" panose="02020603050405020304" pitchFamily="18" charset="0"/>
              </a:rPr>
              <a:t>that may be needed as 'building blocks' while creating the policy </a:t>
            </a:r>
          </a:p>
          <a:p>
            <a:pPr marL="0" lvl="0" indent="0">
              <a:lnSpc>
                <a:spcPct val="107000"/>
              </a:lnSpc>
              <a:buNone/>
            </a:pPr>
            <a:r>
              <a:rPr lang="en-IN" sz="1200">
                <a:solidFill>
                  <a:srgbClr val="000000"/>
                </a:solidFill>
                <a:effectLst/>
                <a:ea typeface="Open Sans" panose="020B0606030504020204" pitchFamily="34" charset="0"/>
                <a:cs typeface="Times New Roman" panose="02020603050405020304" pitchFamily="18" charset="0"/>
              </a:rPr>
              <a:t>profiles or policy rules.</a:t>
            </a:r>
            <a:endParaRPr lang="en-IN" sz="1200">
              <a:solidFill>
                <a:srgbClr val="141414"/>
              </a:solidFill>
              <a:effectLst/>
              <a:ea typeface="Open Sans" panose="020B0606030504020204" pitchFamily="34" charset="0"/>
              <a:cs typeface="Times New Roman" panose="02020603050405020304" pitchFamily="18" charset="0"/>
            </a:endParaRPr>
          </a:p>
          <a:p>
            <a:pPr marL="0" lvl="0" indent="0">
              <a:lnSpc>
                <a:spcPct val="107000"/>
              </a:lnSpc>
              <a:spcAft>
                <a:spcPts val="600"/>
              </a:spcAft>
              <a:buNone/>
            </a:pPr>
            <a:r>
              <a:rPr lang="en-IN" sz="1200" b="1">
                <a:solidFill>
                  <a:srgbClr val="000000"/>
                </a:solidFill>
                <a:effectLst/>
                <a:ea typeface="Open Sans" panose="020B0606030504020204" pitchFamily="34" charset="0"/>
                <a:cs typeface="Times New Roman" panose="02020603050405020304" pitchFamily="18" charset="0"/>
              </a:rPr>
              <a:t>Subscriber Category</a:t>
            </a:r>
            <a:r>
              <a:rPr lang="en-IN" sz="1200">
                <a:solidFill>
                  <a:srgbClr val="000000"/>
                </a:solidFill>
                <a:effectLst/>
                <a:ea typeface="Open Sans" panose="020B0606030504020204" pitchFamily="34" charset="0"/>
                <a:cs typeface="Times New Roman" panose="02020603050405020304" pitchFamily="18" charset="0"/>
              </a:rPr>
              <a:t> - involves creation of category for </a:t>
            </a:r>
          </a:p>
          <a:p>
            <a:pPr marL="0" lvl="0" indent="0">
              <a:lnSpc>
                <a:spcPct val="107000"/>
              </a:lnSpc>
              <a:spcAft>
                <a:spcPts val="600"/>
              </a:spcAft>
              <a:buNone/>
            </a:pPr>
            <a:r>
              <a:rPr lang="en-IN" sz="1200">
                <a:solidFill>
                  <a:srgbClr val="000000"/>
                </a:solidFill>
                <a:effectLst/>
                <a:ea typeface="Open Sans" panose="020B0606030504020204" pitchFamily="34" charset="0"/>
                <a:cs typeface="Times New Roman" panose="02020603050405020304" pitchFamily="18" charset="0"/>
              </a:rPr>
              <a:t>a subscriber segment. Each category includes one or multiple </a:t>
            </a:r>
          </a:p>
          <a:p>
            <a:pPr marL="0" lvl="0" indent="0">
              <a:lnSpc>
                <a:spcPct val="107000"/>
              </a:lnSpc>
              <a:spcAft>
                <a:spcPts val="600"/>
              </a:spcAft>
              <a:buNone/>
            </a:pPr>
            <a:r>
              <a:rPr lang="en-IN" sz="1200">
                <a:solidFill>
                  <a:srgbClr val="000000"/>
                </a:solidFill>
                <a:effectLst/>
                <a:ea typeface="Open Sans" panose="020B0606030504020204" pitchFamily="34" charset="0"/>
                <a:cs typeface="Times New Roman" panose="02020603050405020304" pitchFamily="18" charset="0"/>
              </a:rPr>
              <a:t>policy rulesets and their resultant policy profiles.</a:t>
            </a:r>
            <a:endParaRPr lang="en-IN" sz="1200">
              <a:solidFill>
                <a:srgbClr val="141414"/>
              </a:solidFill>
              <a:effectLst/>
              <a:ea typeface="Open Sans" panose="020B0606030504020204" pitchFamily="34" charset="0"/>
              <a:cs typeface="Times New Roman" panose="02020603050405020304" pitchFamily="18" charset="0"/>
            </a:endParaRPr>
          </a:p>
          <a:p>
            <a:endParaRPr lang="en-IN"/>
          </a:p>
        </p:txBody>
      </p:sp>
    </p:spTree>
    <p:extLst>
      <p:ext uri="{BB962C8B-B14F-4D97-AF65-F5344CB8AC3E}">
        <p14:creationId xmlns:p14="http://schemas.microsoft.com/office/powerpoint/2010/main" val="32933545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54331B7B-E6E2-4CC2-B0B2-1E0517461287}"/>
              </a:ext>
            </a:extLst>
          </p:cNvPr>
          <p:cNvSpPr txBox="1">
            <a:spLocks/>
          </p:cNvSpPr>
          <p:nvPr/>
        </p:nvSpPr>
        <p:spPr>
          <a:xfrm>
            <a:off x="352468" y="1220743"/>
            <a:ext cx="3379727" cy="3830901"/>
          </a:xfrm>
          <a:prstGeom prst="rect">
            <a:avLst/>
          </a:prstGeom>
        </p:spPr>
        <p:txBody>
          <a:bodyPr vert="horz" lIns="121920" tIns="121920" rIns="121920" bIns="60960" rtlCol="0">
            <a:normAutofit/>
          </a:bodyPr>
          <a:lstStyle>
            <a:lvl1pPr marL="228600" indent="-228600" algn="l" defTabSz="914400" rtl="0" eaLnBrk="1" latinLnBrk="0" hangingPunct="1">
              <a:lnSpc>
                <a:spcPct val="90000"/>
              </a:lnSpc>
              <a:spcBef>
                <a:spcPts val="1000"/>
              </a:spcBef>
              <a:buClr>
                <a:schemeClr val="bg2"/>
              </a:buClr>
              <a:buSzPct val="80000"/>
              <a:buFont typeface="Arial" panose="020B0604020202020204" pitchFamily="34" charset="0"/>
              <a:buChar char="•"/>
              <a:defRPr sz="20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20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8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6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r>
              <a:rPr lang="en-US" sz="1200"/>
              <a:t>An easy-to-use GUI to create and manage AM and SM policy rules</a:t>
            </a:r>
          </a:p>
          <a:p>
            <a:r>
              <a:rPr lang="en-US" sz="1200"/>
              <a:t>Manage policy profiles for AM, SM (Session and PCC rules)</a:t>
            </a:r>
          </a:p>
          <a:p>
            <a:r>
              <a:rPr lang="en-US" sz="1200"/>
              <a:t>Manage system configurations for PLMN, devices, locations, usage limits</a:t>
            </a:r>
          </a:p>
        </p:txBody>
      </p:sp>
      <p:pic>
        <p:nvPicPr>
          <p:cNvPr id="7" name="Picture 6">
            <a:extLst>
              <a:ext uri="{FF2B5EF4-FFF2-40B4-BE49-F238E27FC236}">
                <a16:creationId xmlns:a16="http://schemas.microsoft.com/office/drawing/2014/main" id="{52DA1A16-8CE1-407F-92F9-C30D5D647EA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48389" y="1220743"/>
            <a:ext cx="7485791" cy="3425051"/>
          </a:xfrm>
          <a:prstGeom prst="rect">
            <a:avLst/>
          </a:prstGeom>
          <a:ln>
            <a:solidFill>
              <a:schemeClr val="bg1"/>
            </a:solidFill>
          </a:ln>
        </p:spPr>
      </p:pic>
      <p:sp>
        <p:nvSpPr>
          <p:cNvPr id="5" name="Title 3">
            <a:extLst>
              <a:ext uri="{FF2B5EF4-FFF2-40B4-BE49-F238E27FC236}">
                <a16:creationId xmlns:a16="http://schemas.microsoft.com/office/drawing/2014/main" id="{844039D5-D942-4809-8C2D-C7549EC17190}"/>
              </a:ext>
            </a:extLst>
          </p:cNvPr>
          <p:cNvSpPr>
            <a:spLocks noGrp="1"/>
          </p:cNvSpPr>
          <p:nvPr>
            <p:ph type="title"/>
          </p:nvPr>
        </p:nvSpPr>
        <p:spPr>
          <a:xfrm>
            <a:off x="257820" y="593367"/>
            <a:ext cx="11269662" cy="684212"/>
          </a:xfrm>
        </p:spPr>
        <p:txBody>
          <a:bodyPr>
            <a:normAutofit fontScale="90000"/>
          </a:bodyPr>
          <a:lstStyle/>
          <a:p>
            <a:r>
              <a:rPr lang="en-US" sz="3600" b="1">
                <a:solidFill>
                  <a:schemeClr val="bg1"/>
                </a:solidFill>
                <a:latin typeface="+mj-lt"/>
              </a:rPr>
              <a:t>PCF Portal Overview</a:t>
            </a:r>
            <a:br>
              <a:rPr lang="en-US" sz="3600" b="1">
                <a:solidFill>
                  <a:schemeClr val="bg1"/>
                </a:solidFill>
                <a:latin typeface="+mj-lt"/>
              </a:rPr>
            </a:br>
            <a:endParaRPr lang="en-IN"/>
          </a:p>
        </p:txBody>
      </p:sp>
    </p:spTree>
    <p:extLst>
      <p:ext uri="{BB962C8B-B14F-4D97-AF65-F5344CB8AC3E}">
        <p14:creationId xmlns:p14="http://schemas.microsoft.com/office/powerpoint/2010/main" val="444636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550C3613-17A6-410C-B286-1442D7550C8F}"/>
              </a:ext>
            </a:extLst>
          </p:cNvPr>
          <p:cNvSpPr txBox="1">
            <a:spLocks/>
          </p:cNvSpPr>
          <p:nvPr/>
        </p:nvSpPr>
        <p:spPr>
          <a:xfrm>
            <a:off x="190442" y="1299349"/>
            <a:ext cx="3496563" cy="3830901"/>
          </a:xfrm>
          <a:prstGeom prst="rect">
            <a:avLst/>
          </a:prstGeom>
        </p:spPr>
        <p:txBody>
          <a:bodyPr vert="horz" lIns="121920" tIns="121920" rIns="121920" bIns="60960" rtlCol="0">
            <a:normAutofit/>
          </a:bodyPr>
          <a:lstStyle>
            <a:lvl1pPr marL="228600" indent="-228600" algn="l" defTabSz="914400" rtl="0" eaLnBrk="1" latinLnBrk="0" hangingPunct="1">
              <a:lnSpc>
                <a:spcPct val="90000"/>
              </a:lnSpc>
              <a:spcBef>
                <a:spcPts val="1000"/>
              </a:spcBef>
              <a:buClr>
                <a:schemeClr val="bg2"/>
              </a:buClr>
              <a:buSzPct val="80000"/>
              <a:buFont typeface="Arial" panose="020B0604020202020204" pitchFamily="34" charset="0"/>
              <a:buChar char="•"/>
              <a:defRPr sz="20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20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8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6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a:defRPr/>
            </a:pPr>
            <a:r>
              <a:rPr lang="en-US" sz="1200"/>
              <a:t>Precisely visualize sorting and prioritization logic for rulesets</a:t>
            </a:r>
          </a:p>
          <a:p>
            <a:pPr>
              <a:defRPr/>
            </a:pPr>
            <a:r>
              <a:rPr lang="en-US" sz="1200"/>
              <a:t>Easy point-and-click policy configuration with -</a:t>
            </a:r>
          </a:p>
          <a:p>
            <a:pPr marL="228600" lvl="1">
              <a:spcBef>
                <a:spcPts val="1000"/>
              </a:spcBef>
              <a:defRPr/>
            </a:pPr>
            <a:r>
              <a:rPr lang="en-US" sz="1200"/>
              <a:t>Support for default policy</a:t>
            </a:r>
          </a:p>
          <a:p>
            <a:pPr marL="228600" lvl="1">
              <a:spcBef>
                <a:spcPts val="1000"/>
              </a:spcBef>
              <a:defRPr/>
            </a:pPr>
            <a:r>
              <a:rPr lang="en-US" sz="1200"/>
              <a:t>Manage AM, SM policy rulesets</a:t>
            </a:r>
          </a:p>
          <a:p>
            <a:pPr marL="228600" lvl="1">
              <a:spcBef>
                <a:spcPts val="1000"/>
              </a:spcBef>
              <a:defRPr/>
            </a:pPr>
            <a:r>
              <a:rPr lang="en-US" sz="1200"/>
              <a:t>Rich library of ready-to-use policy conditions</a:t>
            </a:r>
          </a:p>
          <a:p>
            <a:pPr marL="228600" lvl="1">
              <a:spcBef>
                <a:spcPts val="1000"/>
              </a:spcBef>
              <a:defRPr/>
            </a:pPr>
            <a:r>
              <a:rPr lang="en-US" sz="1200"/>
              <a:t>Drag-and-drop conditions to create policy rulesets</a:t>
            </a:r>
          </a:p>
          <a:p>
            <a:pPr marL="304792" indent="-304792" defTabSz="1219170">
              <a:spcBef>
                <a:spcPts val="1333"/>
              </a:spcBef>
              <a:buClr>
                <a:srgbClr val="333333"/>
              </a:buClr>
              <a:defRPr/>
            </a:pPr>
            <a:endParaRPr lang="en-US" sz="1600">
              <a:solidFill>
                <a:srgbClr val="333333"/>
              </a:solidFill>
              <a:latin typeface="Open Sans Light"/>
            </a:endParaRPr>
          </a:p>
        </p:txBody>
      </p:sp>
      <p:pic>
        <p:nvPicPr>
          <p:cNvPr id="8" name="Picture 7">
            <a:extLst>
              <a:ext uri="{FF2B5EF4-FFF2-40B4-BE49-F238E27FC236}">
                <a16:creationId xmlns:a16="http://schemas.microsoft.com/office/drawing/2014/main" id="{0FDDEB27-D457-4536-B718-23B6F83D2098}"/>
              </a:ext>
            </a:extLst>
          </p:cNvPr>
          <p:cNvPicPr>
            <a:picLocks noChangeAspect="1"/>
          </p:cNvPicPr>
          <p:nvPr/>
        </p:nvPicPr>
        <p:blipFill>
          <a:blip r:embed="rId2"/>
          <a:stretch>
            <a:fillRect/>
          </a:stretch>
        </p:blipFill>
        <p:spPr>
          <a:xfrm>
            <a:off x="4198047" y="1133476"/>
            <a:ext cx="7167117" cy="3467532"/>
          </a:xfrm>
          <a:prstGeom prst="rect">
            <a:avLst/>
          </a:prstGeom>
          <a:ln>
            <a:solidFill>
              <a:schemeClr val="bg1"/>
            </a:solidFill>
          </a:ln>
        </p:spPr>
      </p:pic>
      <p:pic>
        <p:nvPicPr>
          <p:cNvPr id="9" name="Picture 8">
            <a:extLst>
              <a:ext uri="{FF2B5EF4-FFF2-40B4-BE49-F238E27FC236}">
                <a16:creationId xmlns:a16="http://schemas.microsoft.com/office/drawing/2014/main" id="{EB1F3582-0683-4E07-B345-33BD43AFA2F7}"/>
              </a:ext>
            </a:extLst>
          </p:cNvPr>
          <p:cNvPicPr>
            <a:picLocks noChangeAspect="1"/>
          </p:cNvPicPr>
          <p:nvPr/>
        </p:nvPicPr>
        <p:blipFill>
          <a:blip r:embed="rId3"/>
          <a:stretch>
            <a:fillRect/>
          </a:stretch>
        </p:blipFill>
        <p:spPr>
          <a:xfrm>
            <a:off x="5521361" y="3632200"/>
            <a:ext cx="6316567" cy="2465002"/>
          </a:xfrm>
          <a:prstGeom prst="rect">
            <a:avLst/>
          </a:prstGeom>
          <a:ln>
            <a:solidFill>
              <a:schemeClr val="bg1"/>
            </a:solidFill>
          </a:ln>
        </p:spPr>
      </p:pic>
      <p:sp>
        <p:nvSpPr>
          <p:cNvPr id="7" name="Title 3">
            <a:extLst>
              <a:ext uri="{FF2B5EF4-FFF2-40B4-BE49-F238E27FC236}">
                <a16:creationId xmlns:a16="http://schemas.microsoft.com/office/drawing/2014/main" id="{D2B44739-6EF7-4FC1-9E81-C68158C3AB3C}"/>
              </a:ext>
            </a:extLst>
          </p:cNvPr>
          <p:cNvSpPr>
            <a:spLocks noGrp="1"/>
          </p:cNvSpPr>
          <p:nvPr>
            <p:ph type="title"/>
          </p:nvPr>
        </p:nvSpPr>
        <p:spPr>
          <a:xfrm>
            <a:off x="190442" y="491252"/>
            <a:ext cx="11269662" cy="684212"/>
          </a:xfrm>
        </p:spPr>
        <p:txBody>
          <a:bodyPr>
            <a:normAutofit fontScale="90000"/>
          </a:bodyPr>
          <a:lstStyle/>
          <a:p>
            <a:r>
              <a:rPr lang="en-US" sz="3600" b="1">
                <a:solidFill>
                  <a:schemeClr val="bg1"/>
                </a:solidFill>
                <a:latin typeface="+mj-lt"/>
              </a:rPr>
              <a:t>PCF Portal Overview</a:t>
            </a:r>
            <a:br>
              <a:rPr lang="en-US" sz="3600" b="1">
                <a:solidFill>
                  <a:schemeClr val="bg1"/>
                </a:solidFill>
                <a:latin typeface="+mj-lt"/>
              </a:rPr>
            </a:br>
            <a:endParaRPr lang="en-IN"/>
          </a:p>
        </p:txBody>
      </p:sp>
    </p:spTree>
    <p:extLst>
      <p:ext uri="{BB962C8B-B14F-4D97-AF65-F5344CB8AC3E}">
        <p14:creationId xmlns:p14="http://schemas.microsoft.com/office/powerpoint/2010/main" val="496477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4270A-D22C-461E-B43F-9690002AF65B}"/>
              </a:ext>
            </a:extLst>
          </p:cNvPr>
          <p:cNvSpPr>
            <a:spLocks noGrp="1"/>
          </p:cNvSpPr>
          <p:nvPr>
            <p:ph type="title"/>
          </p:nvPr>
        </p:nvSpPr>
        <p:spPr>
          <a:xfrm>
            <a:off x="442913" y="791370"/>
            <a:ext cx="11269662" cy="684212"/>
          </a:xfrm>
        </p:spPr>
        <p:txBody>
          <a:bodyPr>
            <a:normAutofit fontScale="90000"/>
          </a:bodyPr>
          <a:lstStyle/>
          <a:p>
            <a:r>
              <a:rPr lang="en-US" sz="3600"/>
              <a:t>Policy Condition</a:t>
            </a:r>
            <a:br>
              <a:rPr lang="en-IN" sz="3600"/>
            </a:br>
            <a:endParaRPr lang="en-IN"/>
          </a:p>
        </p:txBody>
      </p:sp>
      <p:graphicFrame>
        <p:nvGraphicFramePr>
          <p:cNvPr id="12" name="Table 11">
            <a:extLst>
              <a:ext uri="{FF2B5EF4-FFF2-40B4-BE49-F238E27FC236}">
                <a16:creationId xmlns:a16="http://schemas.microsoft.com/office/drawing/2014/main" id="{8EF37635-A096-42D9-83C4-CF59403BBD24}"/>
              </a:ext>
            </a:extLst>
          </p:cNvPr>
          <p:cNvGraphicFramePr>
            <a:graphicFrameLocks noGrp="1"/>
          </p:cNvGraphicFramePr>
          <p:nvPr>
            <p:extLst>
              <p:ext uri="{D42A27DB-BD31-4B8C-83A1-F6EECF244321}">
                <p14:modId xmlns:p14="http://schemas.microsoft.com/office/powerpoint/2010/main" val="2059334904"/>
              </p:ext>
            </p:extLst>
          </p:nvPr>
        </p:nvGraphicFramePr>
        <p:xfrm>
          <a:off x="844525" y="1646347"/>
          <a:ext cx="10403848" cy="3981450"/>
        </p:xfrm>
        <a:graphic>
          <a:graphicData uri="http://schemas.openxmlformats.org/drawingml/2006/table">
            <a:tbl>
              <a:tblPr/>
              <a:tblGrid>
                <a:gridCol w="2019611">
                  <a:extLst>
                    <a:ext uri="{9D8B030D-6E8A-4147-A177-3AD203B41FA5}">
                      <a16:colId xmlns:a16="http://schemas.microsoft.com/office/drawing/2014/main" val="3004228401"/>
                    </a:ext>
                  </a:extLst>
                </a:gridCol>
                <a:gridCol w="2407694">
                  <a:extLst>
                    <a:ext uri="{9D8B030D-6E8A-4147-A177-3AD203B41FA5}">
                      <a16:colId xmlns:a16="http://schemas.microsoft.com/office/drawing/2014/main" val="2759515760"/>
                    </a:ext>
                  </a:extLst>
                </a:gridCol>
                <a:gridCol w="2937044">
                  <a:extLst>
                    <a:ext uri="{9D8B030D-6E8A-4147-A177-3AD203B41FA5}">
                      <a16:colId xmlns:a16="http://schemas.microsoft.com/office/drawing/2014/main" val="3966200731"/>
                    </a:ext>
                  </a:extLst>
                </a:gridCol>
                <a:gridCol w="3039499">
                  <a:extLst>
                    <a:ext uri="{9D8B030D-6E8A-4147-A177-3AD203B41FA5}">
                      <a16:colId xmlns:a16="http://schemas.microsoft.com/office/drawing/2014/main" val="89727984"/>
                    </a:ext>
                  </a:extLst>
                </a:gridCol>
              </a:tblGrid>
              <a:tr h="458081">
                <a:tc>
                  <a:txBody>
                    <a:bodyPr/>
                    <a:lstStyle/>
                    <a:p>
                      <a:pPr algn="l" fontAlgn="t"/>
                      <a:r>
                        <a:rPr lang="en-IN" sz="1200" b="1">
                          <a:solidFill>
                            <a:schemeClr val="bg1"/>
                          </a:solidFill>
                          <a:effectLst/>
                        </a:rPr>
                        <a:t>Category</a:t>
                      </a:r>
                    </a:p>
                  </a:txBody>
                  <a:tcPr marL="95250" marR="142875"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4F5F7"/>
                    </a:solidFill>
                  </a:tcPr>
                </a:tc>
                <a:tc>
                  <a:txBody>
                    <a:bodyPr/>
                    <a:lstStyle/>
                    <a:p>
                      <a:pPr algn="l" fontAlgn="t"/>
                      <a:r>
                        <a:rPr lang="en-IN" sz="1200" b="1">
                          <a:solidFill>
                            <a:schemeClr val="bg1"/>
                          </a:solidFill>
                          <a:effectLst/>
                        </a:rPr>
                        <a:t>AM Policy</a:t>
                      </a:r>
                    </a:p>
                  </a:txBody>
                  <a:tcPr marL="95250" marR="142875"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4F5F7"/>
                    </a:solidFill>
                  </a:tcPr>
                </a:tc>
                <a:tc>
                  <a:txBody>
                    <a:bodyPr/>
                    <a:lstStyle/>
                    <a:p>
                      <a:pPr algn="l" fontAlgn="t"/>
                      <a:r>
                        <a:rPr lang="en-IN" sz="1200" b="1">
                          <a:solidFill>
                            <a:schemeClr val="bg1"/>
                          </a:solidFill>
                          <a:effectLst/>
                        </a:rPr>
                        <a:t>SM (Session)</a:t>
                      </a:r>
                    </a:p>
                  </a:txBody>
                  <a:tcPr marL="95250" marR="142875"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4F5F7"/>
                    </a:solidFill>
                  </a:tcPr>
                </a:tc>
                <a:tc>
                  <a:txBody>
                    <a:bodyPr/>
                    <a:lstStyle/>
                    <a:p>
                      <a:pPr algn="l" fontAlgn="t"/>
                      <a:r>
                        <a:rPr lang="en-IN" sz="1200" b="1">
                          <a:solidFill>
                            <a:schemeClr val="bg1"/>
                          </a:solidFill>
                          <a:effectLst/>
                        </a:rPr>
                        <a:t>SM(PCC)</a:t>
                      </a:r>
                    </a:p>
                  </a:txBody>
                  <a:tcPr marL="95250" marR="142875"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4F5F7"/>
                    </a:solidFill>
                  </a:tcPr>
                </a:tc>
                <a:extLst>
                  <a:ext uri="{0D108BD9-81ED-4DB2-BD59-A6C34878D82A}">
                    <a16:rowId xmlns:a16="http://schemas.microsoft.com/office/drawing/2014/main" val="2385971999"/>
                  </a:ext>
                </a:extLst>
              </a:tr>
              <a:tr h="766322">
                <a:tc>
                  <a:txBody>
                    <a:bodyPr/>
                    <a:lstStyle/>
                    <a:p>
                      <a:pPr algn="l" fontAlgn="t"/>
                      <a:r>
                        <a:rPr lang="en-IN" sz="1200" b="1">
                          <a:solidFill>
                            <a:schemeClr val="bg1"/>
                          </a:solidFill>
                          <a:effectLst/>
                        </a:rPr>
                        <a:t>Time-based</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4F5F7"/>
                    </a:solidFill>
                  </a:tcPr>
                </a:tc>
                <a:tc>
                  <a:txBody>
                    <a:bodyPr/>
                    <a:lstStyle/>
                    <a:p>
                      <a:pPr algn="l" fontAlgn="t"/>
                      <a:br>
                        <a:rPr lang="en-IN" sz="1200">
                          <a:solidFill>
                            <a:schemeClr val="bg1"/>
                          </a:solidFill>
                          <a:effectLst/>
                        </a:rPr>
                      </a:br>
                      <a:endParaRPr lang="en-IN" sz="1200">
                        <a:solidFill>
                          <a:schemeClr val="bg1"/>
                        </a:solidFill>
                        <a:effectLst/>
                      </a:endParaRP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FFFFF"/>
                    </a:solidFill>
                  </a:tcPr>
                </a:tc>
                <a:tc>
                  <a:txBody>
                    <a:bodyPr/>
                    <a:lstStyle/>
                    <a:p>
                      <a:pPr algn="l" fontAlgn="t">
                        <a:buFont typeface="Arial" panose="020B0604020202020204" pitchFamily="34" charset="0"/>
                        <a:buChar char="•"/>
                      </a:pPr>
                      <a:r>
                        <a:rPr lang="en-IN" sz="1200">
                          <a:solidFill>
                            <a:schemeClr val="bg1"/>
                          </a:solidFill>
                          <a:effectLst/>
                        </a:rPr>
                        <a:t> Day of the Week</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FFFFF"/>
                    </a:solidFill>
                  </a:tcPr>
                </a:tc>
                <a:tc>
                  <a:txBody>
                    <a:bodyPr/>
                    <a:lstStyle/>
                    <a:p>
                      <a:pPr algn="l" fontAlgn="t">
                        <a:buFont typeface="Arial" panose="020B0604020202020204" pitchFamily="34" charset="0"/>
                        <a:buChar char="•"/>
                      </a:pPr>
                      <a:r>
                        <a:rPr lang="en-IN" sz="1200">
                          <a:solidFill>
                            <a:schemeClr val="bg1"/>
                          </a:solidFill>
                          <a:effectLst/>
                        </a:rPr>
                        <a:t> Day of the Week</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FFFFF"/>
                    </a:solidFill>
                  </a:tcPr>
                </a:tc>
                <a:extLst>
                  <a:ext uri="{0D108BD9-81ED-4DB2-BD59-A6C34878D82A}">
                    <a16:rowId xmlns:a16="http://schemas.microsoft.com/office/drawing/2014/main" val="2797097397"/>
                  </a:ext>
                </a:extLst>
              </a:tr>
              <a:tr h="458081">
                <a:tc>
                  <a:txBody>
                    <a:bodyPr/>
                    <a:lstStyle/>
                    <a:p>
                      <a:pPr algn="l" fontAlgn="t"/>
                      <a:r>
                        <a:rPr lang="en-IN" sz="1200" b="1">
                          <a:solidFill>
                            <a:schemeClr val="bg1"/>
                          </a:solidFill>
                          <a:effectLst/>
                        </a:rPr>
                        <a:t>Location-based</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4F5F7"/>
                    </a:solidFill>
                  </a:tcPr>
                </a:tc>
                <a:tc>
                  <a:txBody>
                    <a:bodyPr/>
                    <a:lstStyle/>
                    <a:p>
                      <a:pPr algn="l" fontAlgn="t">
                        <a:buFont typeface="Arial" panose="020B0604020202020204" pitchFamily="34" charset="0"/>
                        <a:buChar char="•"/>
                      </a:pPr>
                      <a:r>
                        <a:rPr lang="en-IN" sz="1200">
                          <a:solidFill>
                            <a:schemeClr val="bg1"/>
                          </a:solidFill>
                          <a:effectLst/>
                        </a:rPr>
                        <a:t> PLMN</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FFFFF"/>
                    </a:solidFill>
                  </a:tcPr>
                </a:tc>
                <a:tc>
                  <a:txBody>
                    <a:bodyPr/>
                    <a:lstStyle/>
                    <a:p>
                      <a:pPr algn="l" fontAlgn="t">
                        <a:buFont typeface="Arial" panose="020B0604020202020204" pitchFamily="34" charset="0"/>
                        <a:buChar char="•"/>
                      </a:pPr>
                      <a:r>
                        <a:rPr lang="en-IN" sz="1200">
                          <a:solidFill>
                            <a:schemeClr val="bg1"/>
                          </a:solidFill>
                          <a:effectLst/>
                        </a:rPr>
                        <a:t> PLMN</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FFFFF"/>
                    </a:solidFill>
                  </a:tcPr>
                </a:tc>
                <a:tc>
                  <a:txBody>
                    <a:bodyPr/>
                    <a:lstStyle/>
                    <a:p>
                      <a:pPr algn="l" fontAlgn="t">
                        <a:buFont typeface="Arial" panose="020B0604020202020204" pitchFamily="34" charset="0"/>
                        <a:buChar char="•"/>
                      </a:pPr>
                      <a:r>
                        <a:rPr lang="en-IN" sz="1200">
                          <a:solidFill>
                            <a:schemeClr val="bg1"/>
                          </a:solidFill>
                          <a:effectLst/>
                        </a:rPr>
                        <a:t> PLMN</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FFFFF"/>
                    </a:solidFill>
                  </a:tcPr>
                </a:tc>
                <a:extLst>
                  <a:ext uri="{0D108BD9-81ED-4DB2-BD59-A6C34878D82A}">
                    <a16:rowId xmlns:a16="http://schemas.microsoft.com/office/drawing/2014/main" val="2116853440"/>
                  </a:ext>
                </a:extLst>
              </a:tr>
              <a:tr h="458081">
                <a:tc>
                  <a:txBody>
                    <a:bodyPr/>
                    <a:lstStyle/>
                    <a:p>
                      <a:pPr algn="l" fontAlgn="t"/>
                      <a:r>
                        <a:rPr lang="en-IN" sz="1200" b="1">
                          <a:solidFill>
                            <a:schemeClr val="bg1"/>
                          </a:solidFill>
                          <a:effectLst/>
                        </a:rPr>
                        <a:t>Device-based</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4F5F7"/>
                    </a:solidFill>
                  </a:tcPr>
                </a:tc>
                <a:tc>
                  <a:txBody>
                    <a:bodyPr/>
                    <a:lstStyle/>
                    <a:p>
                      <a:pPr algn="l" fontAlgn="t">
                        <a:buFont typeface="Arial" panose="020B0604020202020204" pitchFamily="34" charset="0"/>
                        <a:buChar char="•"/>
                      </a:pPr>
                      <a:r>
                        <a:rPr lang="en-IN" sz="1200">
                          <a:solidFill>
                            <a:schemeClr val="bg1"/>
                          </a:solidFill>
                          <a:effectLst/>
                        </a:rPr>
                        <a:t> Device ID</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FFFFF"/>
                    </a:solidFill>
                  </a:tcPr>
                </a:tc>
                <a:tc>
                  <a:txBody>
                    <a:bodyPr/>
                    <a:lstStyle/>
                    <a:p>
                      <a:pPr algn="l" fontAlgn="t">
                        <a:buFont typeface="Arial" panose="020B0604020202020204" pitchFamily="34" charset="0"/>
                        <a:buChar char="•"/>
                      </a:pPr>
                      <a:r>
                        <a:rPr lang="en-IN" sz="1200">
                          <a:solidFill>
                            <a:schemeClr val="bg1"/>
                          </a:solidFill>
                          <a:effectLst/>
                        </a:rPr>
                        <a:t> Device ID</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FFFFF"/>
                    </a:solidFill>
                  </a:tcPr>
                </a:tc>
                <a:tc>
                  <a:txBody>
                    <a:bodyPr/>
                    <a:lstStyle/>
                    <a:p>
                      <a:pPr algn="l" fontAlgn="t">
                        <a:buFont typeface="Arial" panose="020B0604020202020204" pitchFamily="34" charset="0"/>
                        <a:buChar char="•"/>
                      </a:pPr>
                      <a:r>
                        <a:rPr lang="en-IN" sz="1200">
                          <a:solidFill>
                            <a:schemeClr val="bg1"/>
                          </a:solidFill>
                          <a:effectLst/>
                        </a:rPr>
                        <a:t> Device ID</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FFFFF"/>
                    </a:solidFill>
                  </a:tcPr>
                </a:tc>
                <a:extLst>
                  <a:ext uri="{0D108BD9-81ED-4DB2-BD59-A6C34878D82A}">
                    <a16:rowId xmlns:a16="http://schemas.microsoft.com/office/drawing/2014/main" val="3103221850"/>
                  </a:ext>
                </a:extLst>
              </a:tr>
              <a:tr h="1074563">
                <a:tc>
                  <a:txBody>
                    <a:bodyPr/>
                    <a:lstStyle/>
                    <a:p>
                      <a:pPr algn="l" fontAlgn="t"/>
                      <a:r>
                        <a:rPr lang="en-IN" sz="1200" b="1">
                          <a:solidFill>
                            <a:schemeClr val="bg1"/>
                          </a:solidFill>
                          <a:effectLst/>
                        </a:rPr>
                        <a:t>Network-based</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4F5F7"/>
                    </a:solidFill>
                  </a:tcPr>
                </a:tc>
                <a:tc>
                  <a:txBody>
                    <a:bodyPr/>
                    <a:lstStyle/>
                    <a:p>
                      <a:pPr algn="l" fontAlgn="t">
                        <a:buFont typeface="Arial" panose="020B0604020202020204" pitchFamily="34" charset="0"/>
                        <a:buChar char="•"/>
                      </a:pPr>
                      <a:r>
                        <a:rPr lang="en-US" sz="1200">
                          <a:solidFill>
                            <a:schemeClr val="bg1"/>
                          </a:solidFill>
                          <a:effectLst/>
                        </a:rPr>
                        <a:t> Access Type</a:t>
                      </a:r>
                    </a:p>
                    <a:p>
                      <a:pPr algn="l" fontAlgn="t">
                        <a:buFont typeface="Arial" panose="020B0604020202020204" pitchFamily="34" charset="0"/>
                        <a:buChar char="•"/>
                      </a:pPr>
                      <a:r>
                        <a:rPr lang="en-US" sz="1200">
                          <a:solidFill>
                            <a:schemeClr val="bg1"/>
                          </a:solidFill>
                          <a:effectLst/>
                        </a:rPr>
                        <a:t> RAT Type</a:t>
                      </a:r>
                    </a:p>
                    <a:p>
                      <a:pPr algn="l" fontAlgn="t">
                        <a:buFont typeface="Arial" panose="020B0604020202020204" pitchFamily="34" charset="0"/>
                        <a:buChar char="•"/>
                      </a:pPr>
                      <a:r>
                        <a:rPr lang="en-US" sz="1200">
                          <a:solidFill>
                            <a:schemeClr val="bg1"/>
                          </a:solidFill>
                          <a:effectLst/>
                        </a:rPr>
                        <a:t> RFSP Index</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FFFFF"/>
                    </a:solidFill>
                  </a:tcPr>
                </a:tc>
                <a:tc>
                  <a:txBody>
                    <a:bodyPr/>
                    <a:lstStyle/>
                    <a:p>
                      <a:pPr algn="l" fontAlgn="t">
                        <a:buFont typeface="Arial" panose="020B0604020202020204" pitchFamily="34" charset="0"/>
                        <a:buChar char="•"/>
                      </a:pPr>
                      <a:r>
                        <a:rPr lang="en-IN" sz="1200">
                          <a:solidFill>
                            <a:schemeClr val="bg1"/>
                          </a:solidFill>
                          <a:effectLst/>
                        </a:rPr>
                        <a:t> Access Type</a:t>
                      </a:r>
                    </a:p>
                    <a:p>
                      <a:pPr algn="l" fontAlgn="t">
                        <a:buFont typeface="Arial" panose="020B0604020202020204" pitchFamily="34" charset="0"/>
                        <a:buChar char="•"/>
                      </a:pPr>
                      <a:r>
                        <a:rPr lang="en-IN" sz="1200">
                          <a:solidFill>
                            <a:schemeClr val="bg1"/>
                          </a:solidFill>
                          <a:effectLst/>
                        </a:rPr>
                        <a:t> RAT Type</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FFFFF"/>
                    </a:solidFill>
                  </a:tcPr>
                </a:tc>
                <a:tc>
                  <a:txBody>
                    <a:bodyPr/>
                    <a:lstStyle/>
                    <a:p>
                      <a:pPr algn="l" fontAlgn="t">
                        <a:buFont typeface="Arial" panose="020B0604020202020204" pitchFamily="34" charset="0"/>
                        <a:buChar char="•"/>
                      </a:pPr>
                      <a:r>
                        <a:rPr lang="en-IN" sz="1200">
                          <a:solidFill>
                            <a:schemeClr val="bg1"/>
                          </a:solidFill>
                          <a:effectLst/>
                        </a:rPr>
                        <a:t> Access Type</a:t>
                      </a:r>
                    </a:p>
                    <a:p>
                      <a:pPr algn="l" fontAlgn="t">
                        <a:buFont typeface="Arial" panose="020B0604020202020204" pitchFamily="34" charset="0"/>
                        <a:buChar char="•"/>
                      </a:pPr>
                      <a:r>
                        <a:rPr lang="en-IN" sz="1200">
                          <a:solidFill>
                            <a:schemeClr val="bg1"/>
                          </a:solidFill>
                          <a:effectLst/>
                        </a:rPr>
                        <a:t> RAT Type</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FFFFF"/>
                    </a:solidFill>
                  </a:tcPr>
                </a:tc>
                <a:extLst>
                  <a:ext uri="{0D108BD9-81ED-4DB2-BD59-A6C34878D82A}">
                    <a16:rowId xmlns:a16="http://schemas.microsoft.com/office/drawing/2014/main" val="3267372480"/>
                  </a:ext>
                </a:extLst>
              </a:tr>
              <a:tr h="766322">
                <a:tc>
                  <a:txBody>
                    <a:bodyPr/>
                    <a:lstStyle/>
                    <a:p>
                      <a:pPr algn="l" fontAlgn="t"/>
                      <a:r>
                        <a:rPr lang="en-IN" sz="1200" b="1">
                          <a:solidFill>
                            <a:schemeClr val="bg1"/>
                          </a:solidFill>
                          <a:effectLst/>
                        </a:rPr>
                        <a:t>Others</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4F5F7"/>
                    </a:solidFill>
                  </a:tcPr>
                </a:tc>
                <a:tc>
                  <a:txBody>
                    <a:bodyPr/>
                    <a:lstStyle/>
                    <a:p>
                      <a:pPr algn="l" fontAlgn="t"/>
                      <a:br>
                        <a:rPr lang="en-IN" sz="1200">
                          <a:solidFill>
                            <a:schemeClr val="bg1"/>
                          </a:solidFill>
                          <a:effectLst/>
                        </a:rPr>
                      </a:br>
                      <a:endParaRPr lang="en-IN" sz="1200">
                        <a:solidFill>
                          <a:schemeClr val="bg1"/>
                        </a:solidFill>
                        <a:effectLst/>
                      </a:endParaRP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FFFFF"/>
                    </a:solidFill>
                  </a:tcPr>
                </a:tc>
                <a:tc>
                  <a:txBody>
                    <a:bodyPr/>
                    <a:lstStyle/>
                    <a:p>
                      <a:pPr algn="l" fontAlgn="t">
                        <a:buFont typeface="Arial" panose="020B0604020202020204" pitchFamily="34" charset="0"/>
                        <a:buChar char="•"/>
                      </a:pPr>
                      <a:r>
                        <a:rPr lang="en-IN" sz="1200">
                          <a:solidFill>
                            <a:schemeClr val="bg1"/>
                          </a:solidFill>
                          <a:effectLst/>
                        </a:rPr>
                        <a:t> Group ID</a:t>
                      </a:r>
                    </a:p>
                    <a:p>
                      <a:pPr algn="l" fontAlgn="t">
                        <a:buFont typeface="Arial" panose="020B0604020202020204" pitchFamily="34" charset="0"/>
                        <a:buChar char="•"/>
                      </a:pPr>
                      <a:r>
                        <a:rPr lang="en-IN" sz="1200">
                          <a:solidFill>
                            <a:schemeClr val="bg1"/>
                          </a:solidFill>
                          <a:effectLst/>
                        </a:rPr>
                        <a:t> Application ID</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FFFFF"/>
                    </a:solidFill>
                  </a:tcPr>
                </a:tc>
                <a:tc>
                  <a:txBody>
                    <a:bodyPr/>
                    <a:lstStyle/>
                    <a:p>
                      <a:pPr algn="l" fontAlgn="t">
                        <a:buFont typeface="Arial" panose="020B0604020202020204" pitchFamily="34" charset="0"/>
                        <a:buChar char="•"/>
                      </a:pPr>
                      <a:r>
                        <a:rPr lang="en-IN" sz="1200">
                          <a:solidFill>
                            <a:schemeClr val="bg1"/>
                          </a:solidFill>
                          <a:effectLst/>
                        </a:rPr>
                        <a:t> Group ID</a:t>
                      </a:r>
                    </a:p>
                    <a:p>
                      <a:pPr algn="l" fontAlgn="t">
                        <a:buFont typeface="Arial" panose="020B0604020202020204" pitchFamily="34" charset="0"/>
                        <a:buChar char="•"/>
                      </a:pPr>
                      <a:r>
                        <a:rPr lang="en-IN" sz="1200">
                          <a:solidFill>
                            <a:schemeClr val="bg1"/>
                          </a:solidFill>
                          <a:effectLst/>
                        </a:rPr>
                        <a:t> Application ID</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FFFFF"/>
                    </a:solidFill>
                  </a:tcPr>
                </a:tc>
                <a:extLst>
                  <a:ext uri="{0D108BD9-81ED-4DB2-BD59-A6C34878D82A}">
                    <a16:rowId xmlns:a16="http://schemas.microsoft.com/office/drawing/2014/main" val="1002793320"/>
                  </a:ext>
                </a:extLst>
              </a:tr>
            </a:tbl>
          </a:graphicData>
        </a:graphic>
      </p:graphicFrame>
    </p:spTree>
    <p:extLst>
      <p:ext uri="{BB962C8B-B14F-4D97-AF65-F5344CB8AC3E}">
        <p14:creationId xmlns:p14="http://schemas.microsoft.com/office/powerpoint/2010/main" val="11422754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16EA-2769-4939-B756-78A8E796A8AF}"/>
              </a:ext>
            </a:extLst>
          </p:cNvPr>
          <p:cNvSpPr>
            <a:spLocks noGrp="1"/>
          </p:cNvSpPr>
          <p:nvPr>
            <p:ph type="title"/>
          </p:nvPr>
        </p:nvSpPr>
        <p:spPr>
          <a:xfrm>
            <a:off x="317653" y="644208"/>
            <a:ext cx="11269662" cy="684212"/>
          </a:xfrm>
        </p:spPr>
        <p:txBody>
          <a:bodyPr>
            <a:normAutofit fontScale="90000"/>
          </a:bodyPr>
          <a:lstStyle/>
          <a:p>
            <a:r>
              <a:rPr lang="en-US" sz="3600"/>
              <a:t>Policy Profile Management</a:t>
            </a:r>
            <a:br>
              <a:rPr lang="en-IN" sz="3600"/>
            </a:br>
            <a:endParaRPr lang="en-IN"/>
          </a:p>
        </p:txBody>
      </p:sp>
      <p:pic>
        <p:nvPicPr>
          <p:cNvPr id="6" name="Content Placeholder 6">
            <a:extLst>
              <a:ext uri="{FF2B5EF4-FFF2-40B4-BE49-F238E27FC236}">
                <a16:creationId xmlns:a16="http://schemas.microsoft.com/office/drawing/2014/main" id="{A3DA4348-12B1-47D5-B26B-A37DB7FF23A8}"/>
              </a:ext>
            </a:extLst>
          </p:cNvPr>
          <p:cNvPicPr>
            <a:picLocks noChangeAspect="1"/>
          </p:cNvPicPr>
          <p:nvPr/>
        </p:nvPicPr>
        <p:blipFill>
          <a:blip r:embed="rId2"/>
          <a:stretch>
            <a:fillRect/>
          </a:stretch>
        </p:blipFill>
        <p:spPr>
          <a:xfrm>
            <a:off x="535781" y="2007711"/>
            <a:ext cx="8073651" cy="3521869"/>
          </a:xfrm>
          <a:prstGeom prst="rect">
            <a:avLst/>
          </a:prstGeom>
          <a:ln>
            <a:solidFill>
              <a:schemeClr val="bg1"/>
            </a:solidFill>
          </a:ln>
        </p:spPr>
      </p:pic>
      <p:pic>
        <p:nvPicPr>
          <p:cNvPr id="7" name="Picture 6">
            <a:extLst>
              <a:ext uri="{FF2B5EF4-FFF2-40B4-BE49-F238E27FC236}">
                <a16:creationId xmlns:a16="http://schemas.microsoft.com/office/drawing/2014/main" id="{49E416DD-4A7F-4869-A4A7-20F445DF095F}"/>
              </a:ext>
            </a:extLst>
          </p:cNvPr>
          <p:cNvPicPr>
            <a:picLocks noChangeAspect="1"/>
          </p:cNvPicPr>
          <p:nvPr/>
        </p:nvPicPr>
        <p:blipFill>
          <a:blip r:embed="rId3"/>
          <a:stretch>
            <a:fillRect/>
          </a:stretch>
        </p:blipFill>
        <p:spPr>
          <a:xfrm>
            <a:off x="3924300" y="2826210"/>
            <a:ext cx="7062787" cy="3586020"/>
          </a:xfrm>
          <a:prstGeom prst="rect">
            <a:avLst/>
          </a:prstGeom>
          <a:ln>
            <a:solidFill>
              <a:schemeClr val="bg1"/>
            </a:solidFill>
          </a:ln>
        </p:spPr>
      </p:pic>
    </p:spTree>
    <p:extLst>
      <p:ext uri="{BB962C8B-B14F-4D97-AF65-F5344CB8AC3E}">
        <p14:creationId xmlns:p14="http://schemas.microsoft.com/office/powerpoint/2010/main" val="250617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6CCEE-7273-41A5-8E32-9A248F015C3B}"/>
              </a:ext>
            </a:extLst>
          </p:cNvPr>
          <p:cNvSpPr>
            <a:spLocks noGrp="1"/>
          </p:cNvSpPr>
          <p:nvPr>
            <p:ph type="title"/>
          </p:nvPr>
        </p:nvSpPr>
        <p:spPr>
          <a:xfrm>
            <a:off x="330179" y="752616"/>
            <a:ext cx="11269662" cy="684212"/>
          </a:xfrm>
        </p:spPr>
        <p:txBody>
          <a:bodyPr>
            <a:normAutofit fontScale="90000"/>
          </a:bodyPr>
          <a:lstStyle/>
          <a:p>
            <a:r>
              <a:rPr lang="en-US" sz="3600"/>
              <a:t>Subscriber Category Management</a:t>
            </a:r>
            <a:br>
              <a:rPr lang="en-IN" sz="5400"/>
            </a:br>
            <a:endParaRPr lang="en-IN"/>
          </a:p>
        </p:txBody>
      </p:sp>
      <p:cxnSp>
        <p:nvCxnSpPr>
          <p:cNvPr id="10" name="Straight Connector 9">
            <a:extLst>
              <a:ext uri="{FF2B5EF4-FFF2-40B4-BE49-F238E27FC236}">
                <a16:creationId xmlns:a16="http://schemas.microsoft.com/office/drawing/2014/main" id="{5B48F5B5-F208-48A0-95BC-823BC77030FE}"/>
              </a:ext>
            </a:extLst>
          </p:cNvPr>
          <p:cNvCxnSpPr>
            <a:cxnSpLocks/>
          </p:cNvCxnSpPr>
          <p:nvPr/>
        </p:nvCxnSpPr>
        <p:spPr>
          <a:xfrm flipV="1">
            <a:off x="1182393" y="4254500"/>
            <a:ext cx="582907" cy="825499"/>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5122AAFB-5994-48D4-88D4-92E2B229F120}"/>
              </a:ext>
            </a:extLst>
          </p:cNvPr>
          <p:cNvPicPr>
            <a:picLocks noChangeAspect="1"/>
          </p:cNvPicPr>
          <p:nvPr/>
        </p:nvPicPr>
        <p:blipFill>
          <a:blip r:embed="rId2"/>
          <a:stretch>
            <a:fillRect/>
          </a:stretch>
        </p:blipFill>
        <p:spPr>
          <a:xfrm>
            <a:off x="531813" y="1942702"/>
            <a:ext cx="8050056" cy="3489323"/>
          </a:xfrm>
          <a:prstGeom prst="rect">
            <a:avLst/>
          </a:prstGeom>
          <a:ln>
            <a:solidFill>
              <a:schemeClr val="bg1"/>
            </a:solidFill>
          </a:ln>
        </p:spPr>
      </p:pic>
      <p:pic>
        <p:nvPicPr>
          <p:cNvPr id="13" name="Picture 12">
            <a:extLst>
              <a:ext uri="{FF2B5EF4-FFF2-40B4-BE49-F238E27FC236}">
                <a16:creationId xmlns:a16="http://schemas.microsoft.com/office/drawing/2014/main" id="{944D67BE-EB96-4264-B540-9E9B563C6626}"/>
              </a:ext>
            </a:extLst>
          </p:cNvPr>
          <p:cNvPicPr>
            <a:picLocks noChangeAspect="1"/>
          </p:cNvPicPr>
          <p:nvPr/>
        </p:nvPicPr>
        <p:blipFill>
          <a:blip r:embed="rId3"/>
          <a:stretch>
            <a:fillRect/>
          </a:stretch>
        </p:blipFill>
        <p:spPr>
          <a:xfrm>
            <a:off x="5003799" y="3086426"/>
            <a:ext cx="6389158" cy="3161645"/>
          </a:xfrm>
          <a:prstGeom prst="rect">
            <a:avLst/>
          </a:prstGeom>
          <a:ln>
            <a:solidFill>
              <a:schemeClr val="bg1"/>
            </a:solidFill>
          </a:ln>
        </p:spPr>
      </p:pic>
      <p:sp>
        <p:nvSpPr>
          <p:cNvPr id="14" name="TextBox 13">
            <a:extLst>
              <a:ext uri="{FF2B5EF4-FFF2-40B4-BE49-F238E27FC236}">
                <a16:creationId xmlns:a16="http://schemas.microsoft.com/office/drawing/2014/main" id="{18696AE8-5B88-4FB9-906E-D06B56846D1B}"/>
              </a:ext>
            </a:extLst>
          </p:cNvPr>
          <p:cNvSpPr txBox="1"/>
          <p:nvPr/>
        </p:nvSpPr>
        <p:spPr>
          <a:xfrm>
            <a:off x="8896878" y="2153996"/>
            <a:ext cx="1828800" cy="738664"/>
          </a:xfrm>
          <a:prstGeom prst="rect">
            <a:avLst/>
          </a:prstGeom>
          <a:noFill/>
        </p:spPr>
        <p:txBody>
          <a:bodyPr wrap="square" rtlCol="0">
            <a:spAutoFit/>
          </a:bodyPr>
          <a:lstStyle/>
          <a:p>
            <a:r>
              <a:rPr lang="en-US" sz="1400">
                <a:solidFill>
                  <a:schemeClr val="bg1"/>
                </a:solidFill>
              </a:rPr>
              <a:t>Eligibility Criteria to evaluate subscriber category</a:t>
            </a:r>
            <a:endParaRPr lang="en-IN" sz="1400">
              <a:solidFill>
                <a:schemeClr val="bg1"/>
              </a:solidFill>
            </a:endParaRPr>
          </a:p>
        </p:txBody>
      </p:sp>
      <p:sp>
        <p:nvSpPr>
          <p:cNvPr id="15" name="TextBox 14">
            <a:extLst>
              <a:ext uri="{FF2B5EF4-FFF2-40B4-BE49-F238E27FC236}">
                <a16:creationId xmlns:a16="http://schemas.microsoft.com/office/drawing/2014/main" id="{6312A959-E755-41BF-A8B1-F6817AB44C05}"/>
              </a:ext>
            </a:extLst>
          </p:cNvPr>
          <p:cNvSpPr txBox="1"/>
          <p:nvPr/>
        </p:nvSpPr>
        <p:spPr>
          <a:xfrm>
            <a:off x="442913" y="5660625"/>
            <a:ext cx="1478959" cy="523220"/>
          </a:xfrm>
          <a:prstGeom prst="rect">
            <a:avLst/>
          </a:prstGeom>
          <a:noFill/>
        </p:spPr>
        <p:txBody>
          <a:bodyPr wrap="square" rtlCol="0">
            <a:spAutoFit/>
          </a:bodyPr>
          <a:lstStyle/>
          <a:p>
            <a:r>
              <a:rPr lang="en-US" sz="1400">
                <a:solidFill>
                  <a:schemeClr val="bg1"/>
                </a:solidFill>
              </a:rPr>
              <a:t>Associated policy rulesets</a:t>
            </a:r>
            <a:endParaRPr lang="en-IN" sz="1400">
              <a:solidFill>
                <a:schemeClr val="bg1"/>
              </a:solidFill>
            </a:endParaRPr>
          </a:p>
        </p:txBody>
      </p:sp>
      <p:cxnSp>
        <p:nvCxnSpPr>
          <p:cNvPr id="16" name="Straight Connector 15">
            <a:extLst>
              <a:ext uri="{FF2B5EF4-FFF2-40B4-BE49-F238E27FC236}">
                <a16:creationId xmlns:a16="http://schemas.microsoft.com/office/drawing/2014/main" id="{6865242C-3339-4F18-85D7-C5FF328E5CC1}"/>
              </a:ext>
            </a:extLst>
          </p:cNvPr>
          <p:cNvCxnSpPr>
            <a:stCxn id="15" idx="0"/>
          </p:cNvCxnSpPr>
          <p:nvPr/>
        </p:nvCxnSpPr>
        <p:spPr>
          <a:xfrm flipV="1">
            <a:off x="1182393" y="4835126"/>
            <a:ext cx="582907" cy="8254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A47244C-E30F-43C1-BB9A-29006F39A8EE}"/>
              </a:ext>
            </a:extLst>
          </p:cNvPr>
          <p:cNvCxnSpPr>
            <a:cxnSpLocks/>
            <a:endCxn id="14" idx="1"/>
          </p:cNvCxnSpPr>
          <p:nvPr/>
        </p:nvCxnSpPr>
        <p:spPr>
          <a:xfrm flipV="1">
            <a:off x="6794500" y="2523328"/>
            <a:ext cx="2102378" cy="80922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96389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42</a:t>
            </a:fld>
            <a:endParaRPr lang="en-US"/>
          </a:p>
        </p:txBody>
      </p:sp>
      <p:sp>
        <p:nvSpPr>
          <p:cNvPr id="5" name="Content Placeholder 4">
            <a:extLst>
              <a:ext uri="{FF2B5EF4-FFF2-40B4-BE49-F238E27FC236}">
                <a16:creationId xmlns:a16="http://schemas.microsoft.com/office/drawing/2014/main" id="{7EBB0AF3-AC62-4365-99D1-029A3939AB6D}"/>
              </a:ext>
            </a:extLst>
          </p:cNvPr>
          <p:cNvSpPr>
            <a:spLocks noGrp="1"/>
          </p:cNvSpPr>
          <p:nvPr>
            <p:ph idx="1"/>
          </p:nvPr>
        </p:nvSpPr>
        <p:spPr>
          <a:xfrm>
            <a:off x="247704" y="884167"/>
            <a:ext cx="11269662" cy="5373758"/>
          </a:xfrm>
        </p:spPr>
        <p:txBody>
          <a:bodyPr/>
          <a:lstStyle/>
          <a:p>
            <a:r>
              <a:rPr lang="en-US" sz="1200"/>
              <a:t>These are the steps to upgrade Installation or Configuration</a:t>
            </a:r>
          </a:p>
          <a:p>
            <a:pPr>
              <a:lnSpc>
                <a:spcPct val="107000"/>
              </a:lnSpc>
              <a:spcBef>
                <a:spcPts val="600"/>
              </a:spcBef>
              <a:spcAft>
                <a:spcPts val="600"/>
              </a:spcAft>
            </a:pPr>
            <a:r>
              <a:rPr lang="en-IN" sz="1200" b="1">
                <a:solidFill>
                  <a:srgbClr val="141414"/>
                </a:solidFill>
                <a:effectLst/>
                <a:ea typeface="Open Sans" panose="020B0606030504020204" pitchFamily="34" charset="0"/>
                <a:cs typeface="Times New Roman" panose="02020603050405020304" pitchFamily="18" charset="0"/>
              </a:rPr>
              <a:t>Step-1: </a:t>
            </a:r>
            <a:r>
              <a:rPr lang="en-IN" sz="1200">
                <a:solidFill>
                  <a:srgbClr val="141414"/>
                </a:solidFill>
                <a:effectLst/>
                <a:ea typeface="Open Sans" panose="020B0606030504020204" pitchFamily="34" charset="0"/>
                <a:cs typeface="Times New Roman" panose="02020603050405020304" pitchFamily="18" charset="0"/>
              </a:rPr>
              <a:t>Make appropriate changes in override file</a:t>
            </a:r>
          </a:p>
          <a:p>
            <a:pPr>
              <a:lnSpc>
                <a:spcPct val="107000"/>
              </a:lnSpc>
              <a:spcBef>
                <a:spcPts val="600"/>
              </a:spcBef>
              <a:spcAft>
                <a:spcPts val="600"/>
              </a:spcAft>
            </a:pPr>
            <a:r>
              <a:rPr lang="en-IN" sz="1200" b="1">
                <a:solidFill>
                  <a:srgbClr val="141414"/>
                </a:solidFill>
                <a:effectLst/>
                <a:ea typeface="Open Sans" panose="020B0606030504020204" pitchFamily="34" charset="0"/>
                <a:cs typeface="Times New Roman" panose="02020603050405020304" pitchFamily="18" charset="0"/>
              </a:rPr>
              <a:t>Step-2:</a:t>
            </a:r>
            <a:r>
              <a:rPr lang="en-IN" sz="1200">
                <a:solidFill>
                  <a:srgbClr val="141414"/>
                </a:solidFill>
                <a:effectLst/>
                <a:ea typeface="Open Sans" panose="020B0606030504020204" pitchFamily="34" charset="0"/>
                <a:cs typeface="Times New Roman" panose="02020603050405020304" pitchFamily="18" charset="0"/>
              </a:rPr>
              <a:t>  Use the following command</a:t>
            </a:r>
          </a:p>
          <a:p>
            <a:pPr marL="0" indent="0">
              <a:lnSpc>
                <a:spcPct val="107000"/>
              </a:lnSpc>
              <a:spcBef>
                <a:spcPts val="600"/>
              </a:spcBef>
              <a:spcAft>
                <a:spcPts val="600"/>
              </a:spcAft>
              <a:buNone/>
            </a:pPr>
            <a:endParaRPr lang="en-IN" sz="1200">
              <a:solidFill>
                <a:srgbClr val="141414"/>
              </a:solidFill>
              <a:effectLst/>
              <a:ea typeface="Open Sans" panose="020B0606030504020204" pitchFamily="34" charset="0"/>
              <a:cs typeface="Times New Roman" panose="02020603050405020304" pitchFamily="18" charset="0"/>
            </a:endParaRPr>
          </a:p>
          <a:p>
            <a:pPr marL="0" indent="0">
              <a:lnSpc>
                <a:spcPct val="107000"/>
              </a:lnSpc>
              <a:spcBef>
                <a:spcPts val="600"/>
              </a:spcBef>
              <a:spcAft>
                <a:spcPts val="600"/>
              </a:spcAft>
              <a:buNone/>
            </a:pPr>
            <a:endParaRPr lang="en-IN" sz="1200">
              <a:solidFill>
                <a:srgbClr val="141414"/>
              </a:solidFill>
              <a:effectLst/>
              <a:ea typeface="Open Sans" panose="020B0606030504020204" pitchFamily="34" charset="0"/>
              <a:cs typeface="Times New Roman" panose="02020603050405020304" pitchFamily="18" charset="0"/>
            </a:endParaRPr>
          </a:p>
          <a:p>
            <a:endParaRPr lang="en-IN" sz="1200"/>
          </a:p>
          <a:p>
            <a:pPr marL="0" indent="0">
              <a:buNone/>
            </a:pPr>
            <a:endParaRPr lang="en-IN" sz="1200"/>
          </a:p>
          <a:p>
            <a:pPr marL="0" indent="0">
              <a:buNone/>
            </a:pPr>
            <a:endParaRPr lang="en-IN" sz="1200"/>
          </a:p>
          <a:p>
            <a:pPr marL="0" indent="0">
              <a:buNone/>
            </a:pPr>
            <a:endParaRPr lang="en-IN"/>
          </a:p>
        </p:txBody>
      </p:sp>
      <p:sp>
        <p:nvSpPr>
          <p:cNvPr id="6" name="Title 10">
            <a:extLst>
              <a:ext uri="{FF2B5EF4-FFF2-40B4-BE49-F238E27FC236}">
                <a16:creationId xmlns:a16="http://schemas.microsoft.com/office/drawing/2014/main" id="{45B8BA66-5628-4E29-8308-4A98308BC323}"/>
              </a:ext>
            </a:extLst>
          </p:cNvPr>
          <p:cNvSpPr>
            <a:spLocks noGrp="1"/>
          </p:cNvSpPr>
          <p:nvPr>
            <p:ph type="title"/>
          </p:nvPr>
        </p:nvSpPr>
        <p:spPr>
          <a:xfrm>
            <a:off x="261938" y="201184"/>
            <a:ext cx="11269662" cy="684212"/>
          </a:xfrm>
        </p:spPr>
        <p:txBody>
          <a:bodyPr/>
          <a:lstStyle/>
          <a:p>
            <a:pPr>
              <a:lnSpc>
                <a:spcPct val="100000"/>
              </a:lnSpc>
            </a:pPr>
            <a:r>
              <a:rPr lang="en-US" sz="3600"/>
              <a:t>PCF+PCRF Configuration</a:t>
            </a:r>
          </a:p>
        </p:txBody>
      </p:sp>
      <p:graphicFrame>
        <p:nvGraphicFramePr>
          <p:cNvPr id="8" name="Table 7">
            <a:extLst>
              <a:ext uri="{FF2B5EF4-FFF2-40B4-BE49-F238E27FC236}">
                <a16:creationId xmlns:a16="http://schemas.microsoft.com/office/drawing/2014/main" id="{9C72DCFD-F814-41FF-8B34-9A5FC8D9CBCE}"/>
              </a:ext>
            </a:extLst>
          </p:cNvPr>
          <p:cNvGraphicFramePr>
            <a:graphicFrameLocks noGrp="1"/>
          </p:cNvGraphicFramePr>
          <p:nvPr>
            <p:extLst>
              <p:ext uri="{D42A27DB-BD31-4B8C-83A1-F6EECF244321}">
                <p14:modId xmlns:p14="http://schemas.microsoft.com/office/powerpoint/2010/main" val="124462150"/>
              </p:ext>
            </p:extLst>
          </p:nvPr>
        </p:nvGraphicFramePr>
        <p:xfrm>
          <a:off x="2800351" y="1806125"/>
          <a:ext cx="7153274" cy="4618053"/>
        </p:xfrm>
        <a:graphic>
          <a:graphicData uri="http://schemas.openxmlformats.org/drawingml/2006/table">
            <a:tbl>
              <a:tblPr firstRow="1" firstCol="1" lastRow="1" lastCol="1" bandRow="1" bandCol="1">
                <a:tableStyleId>{5C22544A-7EE6-4342-B048-85BDC9FD1C3A}</a:tableStyleId>
              </a:tblPr>
              <a:tblGrid>
                <a:gridCol w="7153274">
                  <a:extLst>
                    <a:ext uri="{9D8B030D-6E8A-4147-A177-3AD203B41FA5}">
                      <a16:colId xmlns:a16="http://schemas.microsoft.com/office/drawing/2014/main" val="3824434993"/>
                    </a:ext>
                  </a:extLst>
                </a:gridCol>
              </a:tblGrid>
              <a:tr h="4325377">
                <a:tc>
                  <a:txBody>
                    <a:bodyPr/>
                    <a:lstStyle/>
                    <a:p>
                      <a:pPr marL="152400">
                        <a:lnSpc>
                          <a:spcPct val="107000"/>
                        </a:lnSpc>
                        <a:spcBef>
                          <a:spcPts val="600"/>
                        </a:spcBef>
                        <a:spcAft>
                          <a:spcPts val="600"/>
                        </a:spcAft>
                      </a:pPr>
                      <a:r>
                        <a:rPr lang="en-IN" sz="700">
                          <a:effectLst/>
                        </a:rPr>
                        <a:t># helm3 </a:t>
                      </a:r>
                      <a:endParaRPr lang="en-IN" sz="800">
                        <a:effectLst/>
                      </a:endParaRPr>
                    </a:p>
                    <a:p>
                      <a:pPr marL="152400">
                        <a:lnSpc>
                          <a:spcPct val="107000"/>
                        </a:lnSpc>
                        <a:spcBef>
                          <a:spcPts val="600"/>
                        </a:spcBef>
                        <a:spcAft>
                          <a:spcPts val="600"/>
                        </a:spcAft>
                      </a:pPr>
                      <a:r>
                        <a:rPr lang="en-IN" sz="700">
                          <a:effectLst/>
                        </a:rPr>
                        <a:t>helm upgrade </a:t>
                      </a:r>
                      <a:r>
                        <a:rPr lang="en-IN" sz="700" err="1">
                          <a:effectLst/>
                        </a:rPr>
                        <a:t>pcf</a:t>
                      </a:r>
                      <a:r>
                        <a:rPr lang="en-IN" sz="700">
                          <a:effectLst/>
                        </a:rPr>
                        <a:t> </a:t>
                      </a:r>
                      <a:r>
                        <a:rPr lang="en-IN" sz="700" err="1">
                          <a:effectLst/>
                        </a:rPr>
                        <a:t>pcf-pcrf</a:t>
                      </a:r>
                      <a:r>
                        <a:rPr lang="en-IN" sz="700">
                          <a:effectLst/>
                        </a:rPr>
                        <a:t> -f </a:t>
                      </a:r>
                      <a:r>
                        <a:rPr lang="en-IN" sz="700" err="1">
                          <a:effectLst/>
                        </a:rPr>
                        <a:t>pcf-override.yaml</a:t>
                      </a:r>
                      <a:r>
                        <a:rPr lang="en-IN" sz="700">
                          <a:effectLst/>
                        </a:rPr>
                        <a:t> -n &lt;namespace&gt;</a:t>
                      </a:r>
                      <a:endParaRPr lang="en-IN" sz="800">
                        <a:effectLst/>
                      </a:endParaRPr>
                    </a:p>
                    <a:p>
                      <a:pPr marL="152400">
                        <a:lnSpc>
                          <a:spcPct val="107000"/>
                        </a:lnSpc>
                        <a:spcBef>
                          <a:spcPts val="600"/>
                        </a:spcBef>
                        <a:spcAft>
                          <a:spcPts val="600"/>
                        </a:spcAft>
                      </a:pPr>
                      <a:r>
                        <a:rPr lang="en-IN" sz="700">
                          <a:effectLst/>
                        </a:rPr>
                        <a:t># or</a:t>
                      </a:r>
                      <a:endParaRPr lang="en-IN" sz="800">
                        <a:effectLst/>
                      </a:endParaRPr>
                    </a:p>
                    <a:p>
                      <a:pPr marL="152400">
                        <a:lnSpc>
                          <a:spcPct val="107000"/>
                        </a:lnSpc>
                        <a:spcBef>
                          <a:spcPts val="600"/>
                        </a:spcBef>
                        <a:spcAft>
                          <a:spcPts val="600"/>
                        </a:spcAft>
                      </a:pPr>
                      <a:r>
                        <a:rPr lang="en-IN" sz="700">
                          <a:effectLst/>
                        </a:rPr>
                        <a:t>helm upgrade </a:t>
                      </a:r>
                      <a:r>
                        <a:rPr lang="en-IN" sz="700" err="1">
                          <a:effectLst/>
                        </a:rPr>
                        <a:t>udrpcf</a:t>
                      </a:r>
                      <a:r>
                        <a:rPr lang="en-IN" sz="700">
                          <a:effectLst/>
                        </a:rPr>
                        <a:t> </a:t>
                      </a:r>
                      <a:r>
                        <a:rPr lang="en-IN" sz="700" err="1">
                          <a:effectLst/>
                        </a:rPr>
                        <a:t>pcf-pcrf</a:t>
                      </a:r>
                      <a:r>
                        <a:rPr lang="en-IN" sz="700">
                          <a:effectLst/>
                        </a:rPr>
                        <a:t> -f </a:t>
                      </a:r>
                      <a:r>
                        <a:rPr lang="en-IN" sz="700" err="1">
                          <a:effectLst/>
                        </a:rPr>
                        <a:t>udrpcf-override.yaml</a:t>
                      </a:r>
                      <a:r>
                        <a:rPr lang="en-IN" sz="700">
                          <a:effectLst/>
                        </a:rPr>
                        <a:t> -n &lt;namespace&gt;</a:t>
                      </a:r>
                      <a:endParaRPr lang="en-IN" sz="800">
                        <a:effectLst/>
                      </a:endParaRPr>
                    </a:p>
                    <a:p>
                      <a:pPr marL="152400">
                        <a:lnSpc>
                          <a:spcPct val="107000"/>
                        </a:lnSpc>
                        <a:spcBef>
                          <a:spcPts val="600"/>
                        </a:spcBef>
                        <a:spcAft>
                          <a:spcPts val="600"/>
                        </a:spcAft>
                      </a:pPr>
                      <a:r>
                        <a:rPr lang="en-IN" sz="700">
                          <a:effectLst/>
                        </a:rPr>
                        <a:t># or</a:t>
                      </a:r>
                      <a:endParaRPr lang="en-IN" sz="800">
                        <a:effectLst/>
                      </a:endParaRPr>
                    </a:p>
                    <a:p>
                      <a:pPr marL="152400">
                        <a:lnSpc>
                          <a:spcPct val="107000"/>
                        </a:lnSpc>
                        <a:spcBef>
                          <a:spcPts val="600"/>
                        </a:spcBef>
                        <a:spcAft>
                          <a:spcPts val="600"/>
                        </a:spcAft>
                      </a:pPr>
                      <a:r>
                        <a:rPr lang="en-IN" sz="700">
                          <a:effectLst/>
                        </a:rPr>
                        <a:t>helm upgrade </a:t>
                      </a:r>
                      <a:r>
                        <a:rPr lang="en-IN" sz="700" err="1">
                          <a:effectLst/>
                        </a:rPr>
                        <a:t>iwfpcf</a:t>
                      </a:r>
                      <a:r>
                        <a:rPr lang="en-IN" sz="700">
                          <a:effectLst/>
                        </a:rPr>
                        <a:t> </a:t>
                      </a:r>
                      <a:r>
                        <a:rPr lang="en-IN" sz="700" err="1">
                          <a:effectLst/>
                        </a:rPr>
                        <a:t>pcf-pcrf</a:t>
                      </a:r>
                      <a:r>
                        <a:rPr lang="en-IN" sz="700">
                          <a:effectLst/>
                        </a:rPr>
                        <a:t> -f </a:t>
                      </a:r>
                      <a:r>
                        <a:rPr lang="en-IN" sz="700" err="1">
                          <a:effectLst/>
                        </a:rPr>
                        <a:t>iwfpcf-override.yaml</a:t>
                      </a:r>
                      <a:r>
                        <a:rPr lang="en-IN" sz="700">
                          <a:effectLst/>
                        </a:rPr>
                        <a:t> -n &lt;namespace&gt;</a:t>
                      </a:r>
                      <a:endParaRPr lang="en-IN" sz="800">
                        <a:effectLst/>
                      </a:endParaRPr>
                    </a:p>
                    <a:p>
                      <a:pPr marL="152400">
                        <a:lnSpc>
                          <a:spcPct val="107000"/>
                        </a:lnSpc>
                        <a:spcBef>
                          <a:spcPts val="600"/>
                        </a:spcBef>
                        <a:spcAft>
                          <a:spcPts val="600"/>
                        </a:spcAft>
                      </a:pPr>
                      <a:r>
                        <a:rPr lang="en-IN" sz="700">
                          <a:effectLst/>
                        </a:rPr>
                        <a:t># or</a:t>
                      </a:r>
                      <a:endParaRPr lang="en-IN" sz="800">
                        <a:effectLst/>
                      </a:endParaRPr>
                    </a:p>
                    <a:p>
                      <a:pPr marL="152400">
                        <a:lnSpc>
                          <a:spcPct val="107000"/>
                        </a:lnSpc>
                        <a:spcBef>
                          <a:spcPts val="600"/>
                        </a:spcBef>
                        <a:spcAft>
                          <a:spcPts val="600"/>
                        </a:spcAft>
                      </a:pPr>
                      <a:r>
                        <a:rPr lang="en-IN" sz="700">
                          <a:effectLst/>
                        </a:rPr>
                        <a:t>helm upgrade </a:t>
                      </a:r>
                      <a:r>
                        <a:rPr lang="en-IN" sz="700" err="1">
                          <a:effectLst/>
                        </a:rPr>
                        <a:t>pcf-pcrf</a:t>
                      </a:r>
                      <a:r>
                        <a:rPr lang="en-IN" sz="700">
                          <a:effectLst/>
                        </a:rPr>
                        <a:t> </a:t>
                      </a:r>
                      <a:r>
                        <a:rPr lang="en-IN" sz="700" err="1">
                          <a:effectLst/>
                        </a:rPr>
                        <a:t>pcf-pcrf</a:t>
                      </a:r>
                      <a:r>
                        <a:rPr lang="en-IN" sz="700">
                          <a:effectLst/>
                        </a:rPr>
                        <a:t> -f </a:t>
                      </a:r>
                      <a:r>
                        <a:rPr lang="en-IN" sz="700" err="1">
                          <a:effectLst/>
                        </a:rPr>
                        <a:t>pcf-pcrf-override.yaml</a:t>
                      </a:r>
                      <a:r>
                        <a:rPr lang="en-IN" sz="700">
                          <a:effectLst/>
                        </a:rPr>
                        <a:t> -n &lt;namespace&gt;</a:t>
                      </a:r>
                      <a:endParaRPr lang="en-IN" sz="800">
                        <a:effectLst/>
                      </a:endParaRPr>
                    </a:p>
                    <a:p>
                      <a:pPr marL="152400">
                        <a:lnSpc>
                          <a:spcPct val="107000"/>
                        </a:lnSpc>
                        <a:spcBef>
                          <a:spcPts val="600"/>
                        </a:spcBef>
                        <a:spcAft>
                          <a:spcPts val="600"/>
                        </a:spcAft>
                      </a:pPr>
                      <a:endParaRPr lang="en-IN" sz="800">
                        <a:effectLst/>
                      </a:endParaRPr>
                    </a:p>
                    <a:p>
                      <a:pPr marL="152400">
                        <a:lnSpc>
                          <a:spcPct val="107000"/>
                        </a:lnSpc>
                        <a:spcBef>
                          <a:spcPts val="600"/>
                        </a:spcBef>
                        <a:spcAft>
                          <a:spcPts val="600"/>
                        </a:spcAft>
                      </a:pPr>
                      <a:r>
                        <a:rPr lang="en-IN" sz="700">
                          <a:effectLst/>
                        </a:rPr>
                        <a:t># helm2</a:t>
                      </a:r>
                      <a:endParaRPr lang="en-IN" sz="800">
                        <a:effectLst/>
                      </a:endParaRPr>
                    </a:p>
                    <a:p>
                      <a:pPr marL="152400">
                        <a:lnSpc>
                          <a:spcPct val="107000"/>
                        </a:lnSpc>
                        <a:spcBef>
                          <a:spcPts val="600"/>
                        </a:spcBef>
                        <a:spcAft>
                          <a:spcPts val="600"/>
                        </a:spcAft>
                      </a:pPr>
                      <a:r>
                        <a:rPr lang="en-IN" sz="700">
                          <a:effectLst/>
                        </a:rPr>
                        <a:t>helm upgrade </a:t>
                      </a:r>
                      <a:r>
                        <a:rPr lang="en-IN" sz="700" err="1">
                          <a:effectLst/>
                        </a:rPr>
                        <a:t>pcf-pcrf</a:t>
                      </a:r>
                      <a:r>
                        <a:rPr lang="en-IN" sz="700">
                          <a:effectLst/>
                        </a:rPr>
                        <a:t> </a:t>
                      </a:r>
                      <a:r>
                        <a:rPr lang="en-IN" sz="700" err="1">
                          <a:effectLst/>
                        </a:rPr>
                        <a:t>pcf</a:t>
                      </a:r>
                      <a:r>
                        <a:rPr lang="en-IN" sz="700">
                          <a:effectLst/>
                        </a:rPr>
                        <a:t> -f </a:t>
                      </a:r>
                      <a:r>
                        <a:rPr lang="en-IN" sz="700" err="1">
                          <a:effectLst/>
                        </a:rPr>
                        <a:t>pcf-override.yaml</a:t>
                      </a:r>
                      <a:r>
                        <a:rPr lang="en-IN" sz="700">
                          <a:effectLst/>
                        </a:rPr>
                        <a:t> --namespace &lt;namespace&gt;</a:t>
                      </a:r>
                      <a:endParaRPr lang="en-IN" sz="800">
                        <a:effectLst/>
                      </a:endParaRPr>
                    </a:p>
                    <a:p>
                      <a:pPr marL="152400">
                        <a:lnSpc>
                          <a:spcPct val="107000"/>
                        </a:lnSpc>
                        <a:spcBef>
                          <a:spcPts val="600"/>
                        </a:spcBef>
                        <a:spcAft>
                          <a:spcPts val="600"/>
                        </a:spcAft>
                      </a:pPr>
                      <a:r>
                        <a:rPr lang="en-IN" sz="700">
                          <a:effectLst/>
                        </a:rPr>
                        <a:t># or </a:t>
                      </a:r>
                      <a:endParaRPr lang="en-IN" sz="800">
                        <a:effectLst/>
                      </a:endParaRPr>
                    </a:p>
                    <a:p>
                      <a:pPr marL="152400">
                        <a:lnSpc>
                          <a:spcPct val="107000"/>
                        </a:lnSpc>
                        <a:spcBef>
                          <a:spcPts val="600"/>
                        </a:spcBef>
                        <a:spcAft>
                          <a:spcPts val="600"/>
                        </a:spcAft>
                      </a:pPr>
                      <a:r>
                        <a:rPr lang="en-IN" sz="700">
                          <a:effectLst/>
                        </a:rPr>
                        <a:t>helm upgrade </a:t>
                      </a:r>
                      <a:r>
                        <a:rPr lang="en-IN" sz="700" err="1">
                          <a:effectLst/>
                        </a:rPr>
                        <a:t>pcf-pcrf</a:t>
                      </a:r>
                      <a:r>
                        <a:rPr lang="en-IN" sz="700">
                          <a:effectLst/>
                        </a:rPr>
                        <a:t> </a:t>
                      </a:r>
                      <a:r>
                        <a:rPr lang="en-IN" sz="700" err="1">
                          <a:effectLst/>
                        </a:rPr>
                        <a:t>udrpcf</a:t>
                      </a:r>
                      <a:r>
                        <a:rPr lang="en-IN" sz="700">
                          <a:effectLst/>
                        </a:rPr>
                        <a:t> -f </a:t>
                      </a:r>
                      <a:r>
                        <a:rPr lang="en-IN" sz="700" err="1">
                          <a:effectLst/>
                        </a:rPr>
                        <a:t>udrpcf-override.yaml</a:t>
                      </a:r>
                      <a:r>
                        <a:rPr lang="en-IN" sz="700">
                          <a:effectLst/>
                        </a:rPr>
                        <a:t> --namespace &lt;namespace&gt;</a:t>
                      </a:r>
                      <a:endParaRPr lang="en-IN" sz="800">
                        <a:effectLst/>
                      </a:endParaRPr>
                    </a:p>
                    <a:p>
                      <a:pPr marL="152400">
                        <a:lnSpc>
                          <a:spcPct val="107000"/>
                        </a:lnSpc>
                        <a:spcBef>
                          <a:spcPts val="600"/>
                        </a:spcBef>
                        <a:spcAft>
                          <a:spcPts val="600"/>
                        </a:spcAft>
                      </a:pPr>
                      <a:r>
                        <a:rPr lang="en-IN" sz="700">
                          <a:effectLst/>
                        </a:rPr>
                        <a:t># or</a:t>
                      </a:r>
                      <a:endParaRPr lang="en-IN" sz="800">
                        <a:effectLst/>
                      </a:endParaRPr>
                    </a:p>
                    <a:p>
                      <a:pPr marL="152400">
                        <a:lnSpc>
                          <a:spcPct val="107000"/>
                        </a:lnSpc>
                        <a:spcBef>
                          <a:spcPts val="600"/>
                        </a:spcBef>
                        <a:spcAft>
                          <a:spcPts val="600"/>
                        </a:spcAft>
                      </a:pPr>
                      <a:r>
                        <a:rPr lang="en-IN" sz="700">
                          <a:effectLst/>
                        </a:rPr>
                        <a:t>helm upgrade </a:t>
                      </a:r>
                      <a:r>
                        <a:rPr lang="en-IN" sz="700" err="1">
                          <a:effectLst/>
                        </a:rPr>
                        <a:t>pcf-pcrf</a:t>
                      </a:r>
                      <a:r>
                        <a:rPr lang="en-IN" sz="700">
                          <a:effectLst/>
                        </a:rPr>
                        <a:t> </a:t>
                      </a:r>
                      <a:r>
                        <a:rPr lang="en-IN" sz="700" err="1">
                          <a:effectLst/>
                        </a:rPr>
                        <a:t>iwfpcf</a:t>
                      </a:r>
                      <a:r>
                        <a:rPr lang="en-IN" sz="700">
                          <a:effectLst/>
                        </a:rPr>
                        <a:t> -f </a:t>
                      </a:r>
                      <a:r>
                        <a:rPr lang="en-IN" sz="700" err="1">
                          <a:effectLst/>
                        </a:rPr>
                        <a:t>iwfpcf-override.yaml</a:t>
                      </a:r>
                      <a:r>
                        <a:rPr lang="en-IN" sz="700">
                          <a:effectLst/>
                        </a:rPr>
                        <a:t> --namespace &lt;namespace&gt;</a:t>
                      </a:r>
                      <a:endParaRPr lang="en-IN" sz="800">
                        <a:effectLst/>
                      </a:endParaRPr>
                    </a:p>
                    <a:p>
                      <a:pPr marL="152400">
                        <a:lnSpc>
                          <a:spcPct val="107000"/>
                        </a:lnSpc>
                        <a:spcBef>
                          <a:spcPts val="600"/>
                        </a:spcBef>
                        <a:spcAft>
                          <a:spcPts val="600"/>
                        </a:spcAft>
                      </a:pPr>
                      <a:r>
                        <a:rPr lang="en-IN" sz="700">
                          <a:effectLst/>
                        </a:rPr>
                        <a:t># or</a:t>
                      </a:r>
                      <a:endParaRPr lang="en-IN" sz="800">
                        <a:effectLst/>
                      </a:endParaRPr>
                    </a:p>
                    <a:p>
                      <a:pPr marL="152400">
                        <a:lnSpc>
                          <a:spcPct val="107000"/>
                        </a:lnSpc>
                        <a:spcBef>
                          <a:spcPts val="600"/>
                        </a:spcBef>
                        <a:spcAft>
                          <a:spcPts val="600"/>
                        </a:spcAft>
                      </a:pPr>
                      <a:r>
                        <a:rPr lang="en-IN" sz="700">
                          <a:effectLst/>
                        </a:rPr>
                        <a:t>helm upgrade </a:t>
                      </a:r>
                      <a:r>
                        <a:rPr lang="en-IN" sz="700" err="1">
                          <a:effectLst/>
                        </a:rPr>
                        <a:t>pcf-pcrf</a:t>
                      </a:r>
                      <a:r>
                        <a:rPr lang="en-IN" sz="700">
                          <a:effectLst/>
                        </a:rPr>
                        <a:t> </a:t>
                      </a:r>
                      <a:r>
                        <a:rPr lang="en-IN" sz="700" err="1">
                          <a:effectLst/>
                        </a:rPr>
                        <a:t>pcf-pcrf</a:t>
                      </a:r>
                      <a:r>
                        <a:rPr lang="en-IN" sz="700">
                          <a:effectLst/>
                        </a:rPr>
                        <a:t> -f </a:t>
                      </a:r>
                      <a:r>
                        <a:rPr lang="en-IN" sz="700" err="1">
                          <a:effectLst/>
                        </a:rPr>
                        <a:t>hss-iwf-override.yaml</a:t>
                      </a:r>
                      <a:r>
                        <a:rPr lang="en-IN" sz="700">
                          <a:effectLst/>
                        </a:rPr>
                        <a:t> --namespace &lt;namespace&gt;</a:t>
                      </a:r>
                      <a:endParaRPr lang="en-IN" sz="8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0617" marR="52788" marT="91323" marB="136721"/>
                </a:tc>
                <a:extLst>
                  <a:ext uri="{0D108BD9-81ED-4DB2-BD59-A6C34878D82A}">
                    <a16:rowId xmlns:a16="http://schemas.microsoft.com/office/drawing/2014/main" val="3222067258"/>
                  </a:ext>
                </a:extLst>
              </a:tr>
            </a:tbl>
          </a:graphicData>
        </a:graphic>
      </p:graphicFrame>
    </p:spTree>
    <p:custDataLst>
      <p:tags r:id="rId1"/>
    </p:custDataLst>
    <p:extLst>
      <p:ext uri="{BB962C8B-B14F-4D97-AF65-F5344CB8AC3E}">
        <p14:creationId xmlns:p14="http://schemas.microsoft.com/office/powerpoint/2010/main" val="24501183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43</a:t>
            </a:fld>
            <a:endParaRPr lang="en-US"/>
          </a:p>
        </p:txBody>
      </p:sp>
      <p:sp>
        <p:nvSpPr>
          <p:cNvPr id="5" name="Content Placeholder 4">
            <a:extLst>
              <a:ext uri="{FF2B5EF4-FFF2-40B4-BE49-F238E27FC236}">
                <a16:creationId xmlns:a16="http://schemas.microsoft.com/office/drawing/2014/main" id="{7EBB0AF3-AC62-4365-99D1-029A3939AB6D}"/>
              </a:ext>
            </a:extLst>
          </p:cNvPr>
          <p:cNvSpPr>
            <a:spLocks noGrp="1"/>
          </p:cNvSpPr>
          <p:nvPr>
            <p:ph idx="1"/>
          </p:nvPr>
        </p:nvSpPr>
        <p:spPr>
          <a:xfrm>
            <a:off x="247704" y="884167"/>
            <a:ext cx="11269662" cy="5373758"/>
          </a:xfrm>
        </p:spPr>
        <p:txBody>
          <a:bodyPr/>
          <a:lstStyle/>
          <a:p>
            <a:r>
              <a:rPr lang="en-US" sz="1200"/>
              <a:t>Delete NF</a:t>
            </a:r>
            <a:endParaRPr lang="en-US" sz="1200">
              <a:solidFill>
                <a:srgbClr val="141414"/>
              </a:solidFill>
              <a:ea typeface="Open Sans" panose="020B0606030504020204" pitchFamily="34" charset="0"/>
              <a:cs typeface="Times New Roman" panose="02020603050405020304" pitchFamily="18" charset="0"/>
            </a:endParaRPr>
          </a:p>
          <a:p>
            <a:pPr marL="0" indent="0">
              <a:buNone/>
            </a:pPr>
            <a:r>
              <a:rPr lang="en-US" sz="1200">
                <a:solidFill>
                  <a:srgbClr val="141414"/>
                </a:solidFill>
                <a:latin typeface="Open Sans Light" panose="020B0306030504020204" pitchFamily="34" charset="0"/>
                <a:ea typeface="Open Sans" panose="020B0606030504020204" pitchFamily="34" charset="0"/>
                <a:cs typeface="Times New Roman" panose="02020603050405020304" pitchFamily="18" charset="0"/>
              </a:rPr>
              <a:t>   U</a:t>
            </a:r>
            <a:r>
              <a:rPr lang="en-IN" sz="12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rPr>
              <a:t>se the following command</a:t>
            </a:r>
          </a:p>
          <a:p>
            <a:endParaRPr lang="en-IN" sz="1200">
              <a:solidFill>
                <a:srgbClr val="141414"/>
              </a:solidFill>
              <a:effectLst/>
              <a:ea typeface="Open Sans" panose="020B0606030504020204" pitchFamily="34" charset="0"/>
              <a:cs typeface="Times New Roman" panose="02020603050405020304" pitchFamily="18" charset="0"/>
            </a:endParaRPr>
          </a:p>
          <a:p>
            <a:pPr marL="0" indent="0">
              <a:lnSpc>
                <a:spcPct val="107000"/>
              </a:lnSpc>
              <a:spcBef>
                <a:spcPts val="600"/>
              </a:spcBef>
              <a:spcAft>
                <a:spcPts val="600"/>
              </a:spcAft>
              <a:buNone/>
            </a:pPr>
            <a:endParaRPr lang="en-IN" sz="1200">
              <a:solidFill>
                <a:srgbClr val="141414"/>
              </a:solidFill>
              <a:effectLst/>
              <a:ea typeface="Open Sans" panose="020B0606030504020204" pitchFamily="34" charset="0"/>
              <a:cs typeface="Times New Roman" panose="02020603050405020304" pitchFamily="18" charset="0"/>
            </a:endParaRPr>
          </a:p>
          <a:p>
            <a:pPr marL="0" indent="0">
              <a:lnSpc>
                <a:spcPct val="107000"/>
              </a:lnSpc>
              <a:spcBef>
                <a:spcPts val="600"/>
              </a:spcBef>
              <a:spcAft>
                <a:spcPts val="600"/>
              </a:spcAft>
              <a:buNone/>
            </a:pPr>
            <a:endParaRPr lang="en-IN" sz="1200">
              <a:solidFill>
                <a:srgbClr val="141414"/>
              </a:solidFill>
              <a:effectLst/>
              <a:ea typeface="Open Sans" panose="020B0606030504020204" pitchFamily="34" charset="0"/>
              <a:cs typeface="Times New Roman" panose="02020603050405020304" pitchFamily="18" charset="0"/>
            </a:endParaRPr>
          </a:p>
          <a:p>
            <a:endParaRPr lang="en-IN" sz="1200"/>
          </a:p>
          <a:p>
            <a:pPr marL="0" indent="0">
              <a:buNone/>
            </a:pPr>
            <a:endParaRPr lang="en-IN" sz="1200"/>
          </a:p>
          <a:p>
            <a:pPr marL="0" indent="0">
              <a:buNone/>
            </a:pPr>
            <a:endParaRPr lang="en-IN" sz="1200"/>
          </a:p>
          <a:p>
            <a:pPr marL="0" indent="0">
              <a:buNone/>
            </a:pPr>
            <a:endParaRPr lang="en-IN"/>
          </a:p>
        </p:txBody>
      </p:sp>
      <p:sp>
        <p:nvSpPr>
          <p:cNvPr id="6" name="Title 10">
            <a:extLst>
              <a:ext uri="{FF2B5EF4-FFF2-40B4-BE49-F238E27FC236}">
                <a16:creationId xmlns:a16="http://schemas.microsoft.com/office/drawing/2014/main" id="{45B8BA66-5628-4E29-8308-4A98308BC323}"/>
              </a:ext>
            </a:extLst>
          </p:cNvPr>
          <p:cNvSpPr>
            <a:spLocks noGrp="1"/>
          </p:cNvSpPr>
          <p:nvPr>
            <p:ph type="title"/>
          </p:nvPr>
        </p:nvSpPr>
        <p:spPr>
          <a:xfrm>
            <a:off x="261938" y="201184"/>
            <a:ext cx="11269662" cy="684212"/>
          </a:xfrm>
        </p:spPr>
        <p:txBody>
          <a:bodyPr/>
          <a:lstStyle/>
          <a:p>
            <a:pPr>
              <a:lnSpc>
                <a:spcPct val="100000"/>
              </a:lnSpc>
            </a:pPr>
            <a:r>
              <a:rPr lang="en-US" sz="3600"/>
              <a:t>PCF+PCRF Configuration</a:t>
            </a:r>
          </a:p>
        </p:txBody>
      </p:sp>
      <p:graphicFrame>
        <p:nvGraphicFramePr>
          <p:cNvPr id="2" name="Table 1">
            <a:extLst>
              <a:ext uri="{FF2B5EF4-FFF2-40B4-BE49-F238E27FC236}">
                <a16:creationId xmlns:a16="http://schemas.microsoft.com/office/drawing/2014/main" id="{DD0F3356-6A65-4D02-811A-FFCF3EBBCF68}"/>
              </a:ext>
            </a:extLst>
          </p:cNvPr>
          <p:cNvGraphicFramePr>
            <a:graphicFrameLocks noGrp="1"/>
          </p:cNvGraphicFramePr>
          <p:nvPr>
            <p:extLst>
              <p:ext uri="{D42A27DB-BD31-4B8C-83A1-F6EECF244321}">
                <p14:modId xmlns:p14="http://schemas.microsoft.com/office/powerpoint/2010/main" val="1254883024"/>
              </p:ext>
            </p:extLst>
          </p:nvPr>
        </p:nvGraphicFramePr>
        <p:xfrm>
          <a:off x="1905000" y="1568379"/>
          <a:ext cx="8590329" cy="4618053"/>
        </p:xfrm>
        <a:graphic>
          <a:graphicData uri="http://schemas.openxmlformats.org/drawingml/2006/table">
            <a:tbl>
              <a:tblPr firstRow="1" firstCol="1" lastRow="1" lastCol="1" bandRow="1" bandCol="1">
                <a:tableStyleId>{5C22544A-7EE6-4342-B048-85BDC9FD1C3A}</a:tableStyleId>
              </a:tblPr>
              <a:tblGrid>
                <a:gridCol w="8590329">
                  <a:extLst>
                    <a:ext uri="{9D8B030D-6E8A-4147-A177-3AD203B41FA5}">
                      <a16:colId xmlns:a16="http://schemas.microsoft.com/office/drawing/2014/main" val="1190681330"/>
                    </a:ext>
                  </a:extLst>
                </a:gridCol>
              </a:tblGrid>
              <a:tr h="4064442">
                <a:tc>
                  <a:txBody>
                    <a:bodyPr/>
                    <a:lstStyle/>
                    <a:p>
                      <a:pPr marL="152400">
                        <a:lnSpc>
                          <a:spcPct val="107000"/>
                        </a:lnSpc>
                        <a:spcBef>
                          <a:spcPts val="600"/>
                        </a:spcBef>
                        <a:spcAft>
                          <a:spcPts val="600"/>
                        </a:spcAft>
                      </a:pPr>
                      <a:r>
                        <a:rPr lang="en-IN" sz="700">
                          <a:effectLst/>
                        </a:rPr>
                        <a:t># helm3 </a:t>
                      </a:r>
                      <a:endParaRPr lang="en-IN" sz="800">
                        <a:effectLst/>
                      </a:endParaRPr>
                    </a:p>
                    <a:p>
                      <a:pPr marL="152400">
                        <a:lnSpc>
                          <a:spcPct val="107000"/>
                        </a:lnSpc>
                        <a:spcBef>
                          <a:spcPts val="600"/>
                        </a:spcBef>
                        <a:spcAft>
                          <a:spcPts val="600"/>
                        </a:spcAft>
                      </a:pPr>
                      <a:r>
                        <a:rPr lang="en-IN" sz="700">
                          <a:effectLst/>
                        </a:rPr>
                        <a:t>helm del </a:t>
                      </a:r>
                      <a:r>
                        <a:rPr lang="en-IN" sz="700" err="1">
                          <a:effectLst/>
                        </a:rPr>
                        <a:t>pcf</a:t>
                      </a:r>
                      <a:r>
                        <a:rPr lang="en-IN" sz="700">
                          <a:effectLst/>
                        </a:rPr>
                        <a:t>-n &lt;namespace&gt;</a:t>
                      </a:r>
                      <a:endParaRPr lang="en-IN" sz="800">
                        <a:effectLst/>
                      </a:endParaRPr>
                    </a:p>
                    <a:p>
                      <a:pPr marL="152400">
                        <a:lnSpc>
                          <a:spcPct val="107000"/>
                        </a:lnSpc>
                        <a:spcBef>
                          <a:spcPts val="600"/>
                        </a:spcBef>
                        <a:spcAft>
                          <a:spcPts val="600"/>
                        </a:spcAft>
                      </a:pPr>
                      <a:r>
                        <a:rPr lang="en-IN" sz="700">
                          <a:effectLst/>
                        </a:rPr>
                        <a:t># or</a:t>
                      </a:r>
                      <a:endParaRPr lang="en-IN" sz="800">
                        <a:effectLst/>
                      </a:endParaRPr>
                    </a:p>
                    <a:p>
                      <a:pPr marL="152400">
                        <a:lnSpc>
                          <a:spcPct val="107000"/>
                        </a:lnSpc>
                        <a:spcBef>
                          <a:spcPts val="600"/>
                        </a:spcBef>
                        <a:spcAft>
                          <a:spcPts val="600"/>
                        </a:spcAft>
                      </a:pPr>
                      <a:r>
                        <a:rPr lang="en-IN" sz="700">
                          <a:effectLst/>
                        </a:rPr>
                        <a:t>helm del </a:t>
                      </a:r>
                      <a:r>
                        <a:rPr lang="en-IN" sz="700" err="1">
                          <a:effectLst/>
                        </a:rPr>
                        <a:t>udrpcf</a:t>
                      </a:r>
                      <a:r>
                        <a:rPr lang="en-IN" sz="700">
                          <a:effectLst/>
                        </a:rPr>
                        <a:t>-n &lt;namespace&gt;</a:t>
                      </a:r>
                      <a:endParaRPr lang="en-IN" sz="800">
                        <a:effectLst/>
                      </a:endParaRPr>
                    </a:p>
                    <a:p>
                      <a:pPr marL="152400">
                        <a:lnSpc>
                          <a:spcPct val="107000"/>
                        </a:lnSpc>
                        <a:spcBef>
                          <a:spcPts val="600"/>
                        </a:spcBef>
                        <a:spcAft>
                          <a:spcPts val="600"/>
                        </a:spcAft>
                      </a:pPr>
                      <a:r>
                        <a:rPr lang="en-IN" sz="700">
                          <a:effectLst/>
                        </a:rPr>
                        <a:t># or</a:t>
                      </a:r>
                      <a:endParaRPr lang="en-IN" sz="800">
                        <a:effectLst/>
                      </a:endParaRPr>
                    </a:p>
                    <a:p>
                      <a:pPr marL="152400">
                        <a:lnSpc>
                          <a:spcPct val="107000"/>
                        </a:lnSpc>
                        <a:spcBef>
                          <a:spcPts val="600"/>
                        </a:spcBef>
                        <a:spcAft>
                          <a:spcPts val="600"/>
                        </a:spcAft>
                      </a:pPr>
                      <a:r>
                        <a:rPr lang="en-IN" sz="700">
                          <a:effectLst/>
                        </a:rPr>
                        <a:t>helm del </a:t>
                      </a:r>
                      <a:r>
                        <a:rPr lang="en-IN" sz="700" err="1">
                          <a:effectLst/>
                        </a:rPr>
                        <a:t>iwfpcf</a:t>
                      </a:r>
                      <a:r>
                        <a:rPr lang="en-IN" sz="700">
                          <a:effectLst/>
                        </a:rPr>
                        <a:t> -n &lt;namespace&gt;</a:t>
                      </a:r>
                      <a:endParaRPr lang="en-IN" sz="800">
                        <a:effectLst/>
                      </a:endParaRPr>
                    </a:p>
                    <a:p>
                      <a:pPr marL="152400">
                        <a:lnSpc>
                          <a:spcPct val="107000"/>
                        </a:lnSpc>
                        <a:spcBef>
                          <a:spcPts val="600"/>
                        </a:spcBef>
                        <a:spcAft>
                          <a:spcPts val="600"/>
                        </a:spcAft>
                      </a:pPr>
                      <a:r>
                        <a:rPr lang="en-IN" sz="700">
                          <a:effectLst/>
                        </a:rPr>
                        <a:t># or</a:t>
                      </a:r>
                      <a:endParaRPr lang="en-IN" sz="800">
                        <a:effectLst/>
                      </a:endParaRPr>
                    </a:p>
                    <a:p>
                      <a:pPr marL="152400">
                        <a:lnSpc>
                          <a:spcPct val="107000"/>
                        </a:lnSpc>
                        <a:spcBef>
                          <a:spcPts val="600"/>
                        </a:spcBef>
                        <a:spcAft>
                          <a:spcPts val="600"/>
                        </a:spcAft>
                      </a:pPr>
                      <a:r>
                        <a:rPr lang="en-IN" sz="700">
                          <a:effectLst/>
                        </a:rPr>
                        <a:t>helm del </a:t>
                      </a:r>
                      <a:r>
                        <a:rPr lang="en-IN" sz="700" err="1">
                          <a:effectLst/>
                        </a:rPr>
                        <a:t>pcf-pcrf</a:t>
                      </a:r>
                      <a:r>
                        <a:rPr lang="en-IN" sz="700">
                          <a:effectLst/>
                        </a:rPr>
                        <a:t> -n &lt;namespace&gt;</a:t>
                      </a:r>
                      <a:endParaRPr lang="en-IN" sz="800">
                        <a:effectLst/>
                      </a:endParaRPr>
                    </a:p>
                    <a:p>
                      <a:pPr marL="152400">
                        <a:lnSpc>
                          <a:spcPct val="107000"/>
                        </a:lnSpc>
                        <a:spcBef>
                          <a:spcPts val="600"/>
                        </a:spcBef>
                        <a:spcAft>
                          <a:spcPts val="600"/>
                        </a:spcAft>
                      </a:pPr>
                      <a:endParaRPr lang="en-IN" sz="800">
                        <a:effectLst/>
                      </a:endParaRPr>
                    </a:p>
                    <a:p>
                      <a:pPr marL="152400">
                        <a:lnSpc>
                          <a:spcPct val="107000"/>
                        </a:lnSpc>
                        <a:spcBef>
                          <a:spcPts val="600"/>
                        </a:spcBef>
                        <a:spcAft>
                          <a:spcPts val="600"/>
                        </a:spcAft>
                      </a:pPr>
                      <a:r>
                        <a:rPr lang="en-IN" sz="700">
                          <a:effectLst/>
                        </a:rPr>
                        <a:t># helm2</a:t>
                      </a:r>
                      <a:endParaRPr lang="en-IN" sz="800">
                        <a:effectLst/>
                      </a:endParaRPr>
                    </a:p>
                    <a:p>
                      <a:pPr marL="152400">
                        <a:lnSpc>
                          <a:spcPct val="107000"/>
                        </a:lnSpc>
                        <a:spcBef>
                          <a:spcPts val="600"/>
                        </a:spcBef>
                        <a:spcAft>
                          <a:spcPts val="600"/>
                        </a:spcAft>
                      </a:pPr>
                      <a:r>
                        <a:rPr lang="en-IN" sz="700">
                          <a:effectLst/>
                        </a:rPr>
                        <a:t>helm del --purge </a:t>
                      </a:r>
                      <a:r>
                        <a:rPr lang="en-IN" sz="700" err="1">
                          <a:effectLst/>
                        </a:rPr>
                        <a:t>pcf</a:t>
                      </a:r>
                      <a:endParaRPr lang="en-IN" sz="800">
                        <a:effectLst/>
                      </a:endParaRPr>
                    </a:p>
                    <a:p>
                      <a:pPr marL="152400">
                        <a:lnSpc>
                          <a:spcPct val="107000"/>
                        </a:lnSpc>
                        <a:spcBef>
                          <a:spcPts val="600"/>
                        </a:spcBef>
                        <a:spcAft>
                          <a:spcPts val="600"/>
                        </a:spcAft>
                      </a:pPr>
                      <a:r>
                        <a:rPr lang="en-IN" sz="700">
                          <a:effectLst/>
                        </a:rPr>
                        <a:t># or</a:t>
                      </a:r>
                      <a:endParaRPr lang="en-IN" sz="800">
                        <a:effectLst/>
                      </a:endParaRPr>
                    </a:p>
                    <a:p>
                      <a:pPr marL="152400">
                        <a:lnSpc>
                          <a:spcPct val="107000"/>
                        </a:lnSpc>
                        <a:spcBef>
                          <a:spcPts val="600"/>
                        </a:spcBef>
                        <a:spcAft>
                          <a:spcPts val="600"/>
                        </a:spcAft>
                      </a:pPr>
                      <a:r>
                        <a:rPr lang="en-IN" sz="700">
                          <a:effectLst/>
                        </a:rPr>
                        <a:t>helm del --purge </a:t>
                      </a:r>
                      <a:r>
                        <a:rPr lang="en-IN" sz="700" err="1">
                          <a:effectLst/>
                        </a:rPr>
                        <a:t>udrpcf</a:t>
                      </a:r>
                      <a:endParaRPr lang="en-IN" sz="800">
                        <a:effectLst/>
                      </a:endParaRPr>
                    </a:p>
                    <a:p>
                      <a:pPr marL="152400">
                        <a:lnSpc>
                          <a:spcPct val="107000"/>
                        </a:lnSpc>
                        <a:spcBef>
                          <a:spcPts val="600"/>
                        </a:spcBef>
                        <a:spcAft>
                          <a:spcPts val="600"/>
                        </a:spcAft>
                      </a:pPr>
                      <a:r>
                        <a:rPr lang="en-IN" sz="700">
                          <a:effectLst/>
                        </a:rPr>
                        <a:t># or</a:t>
                      </a:r>
                      <a:endParaRPr lang="en-IN" sz="800">
                        <a:effectLst/>
                      </a:endParaRPr>
                    </a:p>
                    <a:p>
                      <a:pPr marL="152400">
                        <a:lnSpc>
                          <a:spcPct val="107000"/>
                        </a:lnSpc>
                        <a:spcBef>
                          <a:spcPts val="600"/>
                        </a:spcBef>
                        <a:spcAft>
                          <a:spcPts val="600"/>
                        </a:spcAft>
                      </a:pPr>
                      <a:r>
                        <a:rPr lang="en-IN" sz="700">
                          <a:effectLst/>
                        </a:rPr>
                        <a:t>helm del --purge </a:t>
                      </a:r>
                      <a:r>
                        <a:rPr lang="en-IN" sz="700" err="1">
                          <a:effectLst/>
                        </a:rPr>
                        <a:t>iwfpcf</a:t>
                      </a:r>
                      <a:endParaRPr lang="en-IN" sz="800">
                        <a:effectLst/>
                      </a:endParaRPr>
                    </a:p>
                    <a:p>
                      <a:pPr marL="152400">
                        <a:lnSpc>
                          <a:spcPct val="107000"/>
                        </a:lnSpc>
                        <a:spcBef>
                          <a:spcPts val="600"/>
                        </a:spcBef>
                        <a:spcAft>
                          <a:spcPts val="600"/>
                        </a:spcAft>
                      </a:pPr>
                      <a:r>
                        <a:rPr lang="en-IN" sz="700">
                          <a:effectLst/>
                        </a:rPr>
                        <a:t># or</a:t>
                      </a:r>
                      <a:endParaRPr lang="en-IN" sz="800">
                        <a:effectLst/>
                      </a:endParaRPr>
                    </a:p>
                    <a:p>
                      <a:pPr marL="152400">
                        <a:lnSpc>
                          <a:spcPct val="107000"/>
                        </a:lnSpc>
                        <a:spcBef>
                          <a:spcPts val="600"/>
                        </a:spcBef>
                        <a:spcAft>
                          <a:spcPts val="600"/>
                        </a:spcAft>
                      </a:pPr>
                      <a:r>
                        <a:rPr lang="en-IN" sz="700">
                          <a:effectLst/>
                        </a:rPr>
                        <a:t>helm del --purge </a:t>
                      </a:r>
                      <a:r>
                        <a:rPr lang="en-IN" sz="700" err="1">
                          <a:effectLst/>
                        </a:rPr>
                        <a:t>pcf-pcrf</a:t>
                      </a:r>
                      <a:endParaRPr lang="en-IN" sz="8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0617" marR="52788" marT="91323" marB="136721"/>
                </a:tc>
                <a:extLst>
                  <a:ext uri="{0D108BD9-81ED-4DB2-BD59-A6C34878D82A}">
                    <a16:rowId xmlns:a16="http://schemas.microsoft.com/office/drawing/2014/main" val="1373741768"/>
                  </a:ext>
                </a:extLst>
              </a:tr>
            </a:tbl>
          </a:graphicData>
        </a:graphic>
      </p:graphicFrame>
    </p:spTree>
    <p:custDataLst>
      <p:tags r:id="rId1"/>
    </p:custDataLst>
    <p:extLst>
      <p:ext uri="{BB962C8B-B14F-4D97-AF65-F5344CB8AC3E}">
        <p14:creationId xmlns:p14="http://schemas.microsoft.com/office/powerpoint/2010/main" val="33445841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IN" sz="5400">
                <a:solidFill>
                  <a:srgbClr val="FFFFFF"/>
                </a:solidFill>
              </a:rPr>
              <a:t>Network Function - </a:t>
            </a:r>
            <a:r>
              <a:rPr lang="en-US" sz="5400"/>
              <a:t>SDM</a:t>
            </a:r>
            <a:br>
              <a:rPr lang="en-US" sz="5400"/>
            </a:br>
            <a:endParaRPr lang="en-IN" sz="5400">
              <a:solidFill>
                <a:srgbClr val="FFFFFF"/>
              </a:solidFill>
            </a:endParaRPr>
          </a:p>
        </p:txBody>
      </p:sp>
    </p:spTree>
    <p:extLst>
      <p:ext uri="{BB962C8B-B14F-4D97-AF65-F5344CB8AC3E}">
        <p14:creationId xmlns:p14="http://schemas.microsoft.com/office/powerpoint/2010/main" val="432088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8FF3DCD-3415-4F7B-8292-169ACA6661C2}"/>
              </a:ext>
            </a:extLst>
          </p:cNvPr>
          <p:cNvSpPr txBox="1"/>
          <p:nvPr/>
        </p:nvSpPr>
        <p:spPr>
          <a:xfrm>
            <a:off x="200025" y="1316503"/>
            <a:ext cx="6234112" cy="3696525"/>
          </a:xfrm>
          <a:prstGeom prst="rect">
            <a:avLst/>
          </a:prstGeom>
          <a:noFill/>
        </p:spPr>
        <p:txBody>
          <a:bodyPr wrap="square">
            <a:spAutoFit/>
          </a:bodyPr>
          <a:lstStyle/>
          <a:p>
            <a:pPr marL="285750" indent="-285750">
              <a:buFont typeface="Wingdings" panose="05000000000000000000" pitchFamily="2" charset="2"/>
              <a:buChar char="§"/>
            </a:pPr>
            <a:r>
              <a:rPr lang="en-US" sz="1200">
                <a:solidFill>
                  <a:schemeClr val="bg1"/>
                </a:solidFill>
              </a:rPr>
              <a:t>Provides an easy-to-use GUI system to manage service configurations and subscriber profiles</a:t>
            </a:r>
          </a:p>
          <a:p>
            <a:pPr marL="285750" indent="-285750">
              <a:buFont typeface="Wingdings" panose="05000000000000000000" pitchFamily="2" charset="2"/>
              <a:buChar char="§"/>
            </a:pPr>
            <a:endParaRPr lang="en-US" sz="1200">
              <a:solidFill>
                <a:schemeClr val="bg1"/>
              </a:solidFill>
            </a:endParaRPr>
          </a:p>
          <a:p>
            <a:pPr marL="285750" indent="-285750">
              <a:buFont typeface="Wingdings" panose="05000000000000000000" pitchFamily="2" charset="2"/>
              <a:buChar char="§"/>
            </a:pPr>
            <a:r>
              <a:rPr lang="en-US" sz="1200">
                <a:solidFill>
                  <a:schemeClr val="bg1"/>
                </a:solidFill>
              </a:rPr>
              <a:t>Allows importing and managing SIM batches</a:t>
            </a:r>
          </a:p>
          <a:p>
            <a:pPr marL="285750" indent="-285750">
              <a:buFont typeface="Wingdings" panose="05000000000000000000" pitchFamily="2" charset="2"/>
              <a:buChar char="§"/>
            </a:pPr>
            <a:endParaRPr lang="en-US" sz="1200">
              <a:solidFill>
                <a:schemeClr val="bg1"/>
              </a:solidFill>
            </a:endParaRPr>
          </a:p>
          <a:p>
            <a:pPr marL="285750" indent="-285750">
              <a:buFont typeface="Wingdings" panose="05000000000000000000" pitchFamily="2" charset="2"/>
              <a:buChar char="§"/>
            </a:pPr>
            <a:r>
              <a:rPr lang="en-US" sz="1200">
                <a:solidFill>
                  <a:schemeClr val="bg1"/>
                </a:solidFill>
              </a:rPr>
              <a:t>Stores SIM information in an encrypted format</a:t>
            </a:r>
          </a:p>
          <a:p>
            <a:pPr marL="285750" indent="-285750">
              <a:buFont typeface="Wingdings" panose="05000000000000000000" pitchFamily="2" charset="2"/>
              <a:buChar char="§"/>
            </a:pPr>
            <a:endParaRPr lang="en-US" sz="1200">
              <a:solidFill>
                <a:schemeClr val="bg1"/>
              </a:solidFill>
            </a:endParaRPr>
          </a:p>
          <a:p>
            <a:pPr marL="285750" indent="-285750">
              <a:buFont typeface="Wingdings" panose="05000000000000000000" pitchFamily="2" charset="2"/>
              <a:buChar char="§"/>
            </a:pPr>
            <a:r>
              <a:rPr lang="en-US" sz="1200">
                <a:solidFill>
                  <a:schemeClr val="bg1"/>
                </a:solidFill>
              </a:rPr>
              <a:t>Allows system users to carry out troubleshooting for subscription-related issues</a:t>
            </a:r>
          </a:p>
          <a:p>
            <a:pPr marL="285750" indent="-285750">
              <a:buFont typeface="Wingdings" panose="05000000000000000000" pitchFamily="2" charset="2"/>
              <a:buChar char="§"/>
            </a:pPr>
            <a:endParaRPr lang="en-US" sz="1200">
              <a:solidFill>
                <a:schemeClr val="bg1"/>
              </a:solidFill>
            </a:endParaRPr>
          </a:p>
          <a:p>
            <a:pPr marL="285750" indent="-285750">
              <a:buFont typeface="Wingdings" panose="05000000000000000000" pitchFamily="2" charset="2"/>
              <a:buChar char="§"/>
            </a:pPr>
            <a:r>
              <a:rPr lang="en-US" sz="1200">
                <a:solidFill>
                  <a:schemeClr val="bg1"/>
                </a:solidFill>
              </a:rPr>
              <a:t>Maintains privacy and security of the subscription data with role-based access</a:t>
            </a:r>
          </a:p>
          <a:p>
            <a:endParaRPr lang="en-US" sz="1200">
              <a:solidFill>
                <a:schemeClr val="bg1"/>
              </a:solidFill>
            </a:endParaRPr>
          </a:p>
          <a:p>
            <a:r>
              <a:rPr lang="en-US" sz="1200">
                <a:solidFill>
                  <a:schemeClr val="bg1"/>
                </a:solidFill>
              </a:rPr>
              <a:t>Major Feature:</a:t>
            </a:r>
          </a:p>
          <a:p>
            <a:pPr marL="342900" lvl="0" indent="-342900">
              <a:lnSpc>
                <a:spcPct val="107000"/>
              </a:lnSpc>
              <a:spcBef>
                <a:spcPts val="600"/>
              </a:spcBef>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SIM Batch Management – involves importing and managing SIM batches</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Service Level Configurations – involves configurations for subscription and policy data</a:t>
            </a:r>
            <a:endParaRPr lang="en-IN" sz="1200">
              <a:solidFill>
                <a:srgbClr val="141414"/>
              </a:solidFill>
              <a:effectLst/>
              <a:ea typeface="Open Sans" panose="020B0606030504020204" pitchFamily="34" charset="0"/>
              <a:cs typeface="Times New Roman" panose="02020603050405020304" pitchFamily="18" charset="0"/>
            </a:endParaRPr>
          </a:p>
          <a:p>
            <a:pPr marL="342900" lvl="0" indent="-342900">
              <a:lnSpc>
                <a:spcPct val="107000"/>
              </a:lnSpc>
              <a:spcAft>
                <a:spcPts val="600"/>
              </a:spcAft>
              <a:buFont typeface="Wingdings" panose="05000000000000000000" pitchFamily="2" charset="2"/>
              <a:buChar char=""/>
            </a:pPr>
            <a:r>
              <a:rPr lang="en-IN" sz="1200">
                <a:solidFill>
                  <a:srgbClr val="000000"/>
                </a:solidFill>
                <a:effectLst/>
                <a:ea typeface="Open Sans" panose="020B0606030504020204" pitchFamily="34" charset="0"/>
                <a:cs typeface="Times New Roman" panose="02020603050405020304" pitchFamily="18" charset="0"/>
              </a:rPr>
              <a:t>Subscription Management – involves viewing and managing the 4G and 5G subscription and policy data for a subscription profile</a:t>
            </a:r>
            <a:endParaRPr lang="en-IN" sz="1200">
              <a:solidFill>
                <a:srgbClr val="141414"/>
              </a:solidFill>
              <a:effectLst/>
              <a:ea typeface="Open Sans" panose="020B0606030504020204" pitchFamily="34" charset="0"/>
              <a:cs typeface="Times New Roman" panose="02020603050405020304" pitchFamily="18" charset="0"/>
            </a:endParaRPr>
          </a:p>
          <a:p>
            <a:endParaRPr lang="en-US" sz="1600">
              <a:solidFill>
                <a:schemeClr val="bg1"/>
              </a:solidFill>
              <a:latin typeface="+mj-lt"/>
            </a:endParaRPr>
          </a:p>
        </p:txBody>
      </p:sp>
      <p:pic>
        <p:nvPicPr>
          <p:cNvPr id="10" name="Picture 9">
            <a:extLst>
              <a:ext uri="{FF2B5EF4-FFF2-40B4-BE49-F238E27FC236}">
                <a16:creationId xmlns:a16="http://schemas.microsoft.com/office/drawing/2014/main" id="{C4705571-5CD5-4618-80FD-12DCD98E1592}"/>
              </a:ext>
            </a:extLst>
          </p:cNvPr>
          <p:cNvPicPr>
            <a:picLocks noChangeAspect="1"/>
          </p:cNvPicPr>
          <p:nvPr/>
        </p:nvPicPr>
        <p:blipFill>
          <a:blip r:embed="rId2"/>
          <a:stretch>
            <a:fillRect/>
          </a:stretch>
        </p:blipFill>
        <p:spPr>
          <a:xfrm>
            <a:off x="6434137" y="901021"/>
            <a:ext cx="5205879" cy="5319286"/>
          </a:xfrm>
          <a:prstGeom prst="rect">
            <a:avLst/>
          </a:prstGeom>
        </p:spPr>
      </p:pic>
      <p:sp>
        <p:nvSpPr>
          <p:cNvPr id="2" name="Title 1">
            <a:extLst>
              <a:ext uri="{FF2B5EF4-FFF2-40B4-BE49-F238E27FC236}">
                <a16:creationId xmlns:a16="http://schemas.microsoft.com/office/drawing/2014/main" id="{EAA0C75A-063A-43EB-817A-B4BEB1302633}"/>
              </a:ext>
            </a:extLst>
          </p:cNvPr>
          <p:cNvSpPr>
            <a:spLocks noGrp="1"/>
          </p:cNvSpPr>
          <p:nvPr>
            <p:ph type="title"/>
          </p:nvPr>
        </p:nvSpPr>
        <p:spPr>
          <a:xfrm>
            <a:off x="310857" y="435402"/>
            <a:ext cx="11269662" cy="684212"/>
          </a:xfrm>
        </p:spPr>
        <p:txBody>
          <a:bodyPr>
            <a:normAutofit fontScale="90000"/>
          </a:bodyPr>
          <a:lstStyle/>
          <a:p>
            <a:r>
              <a:rPr lang="en-US" sz="3600" b="1">
                <a:solidFill>
                  <a:schemeClr val="bg1"/>
                </a:solidFill>
                <a:latin typeface="+mj-lt"/>
              </a:rPr>
              <a:t>SDM Portal Overview</a:t>
            </a:r>
            <a:br>
              <a:rPr lang="en-US" sz="3600" b="1">
                <a:solidFill>
                  <a:schemeClr val="bg1"/>
                </a:solidFill>
                <a:latin typeface="+mj-lt"/>
              </a:rPr>
            </a:br>
            <a:endParaRPr lang="en-IN"/>
          </a:p>
        </p:txBody>
      </p:sp>
    </p:spTree>
    <p:extLst>
      <p:ext uri="{BB962C8B-B14F-4D97-AF65-F5344CB8AC3E}">
        <p14:creationId xmlns:p14="http://schemas.microsoft.com/office/powerpoint/2010/main" val="7061766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19508EA-0C8C-444A-A823-8EFB77BCAB10}"/>
              </a:ext>
            </a:extLst>
          </p:cNvPr>
          <p:cNvPicPr/>
          <p:nvPr/>
        </p:nvPicPr>
        <p:blipFill>
          <a:blip r:embed="rId2"/>
          <a:stretch>
            <a:fillRect/>
          </a:stretch>
        </p:blipFill>
        <p:spPr>
          <a:xfrm>
            <a:off x="907235" y="1475582"/>
            <a:ext cx="10115550" cy="4126230"/>
          </a:xfrm>
          <a:prstGeom prst="rect">
            <a:avLst/>
          </a:prstGeom>
        </p:spPr>
      </p:pic>
      <p:sp>
        <p:nvSpPr>
          <p:cNvPr id="2" name="Title 1">
            <a:extLst>
              <a:ext uri="{FF2B5EF4-FFF2-40B4-BE49-F238E27FC236}">
                <a16:creationId xmlns:a16="http://schemas.microsoft.com/office/drawing/2014/main" id="{23888740-C779-4601-9647-78D071D6A289}"/>
              </a:ext>
            </a:extLst>
          </p:cNvPr>
          <p:cNvSpPr>
            <a:spLocks noGrp="1"/>
          </p:cNvSpPr>
          <p:nvPr>
            <p:ph type="title"/>
          </p:nvPr>
        </p:nvSpPr>
        <p:spPr>
          <a:xfrm>
            <a:off x="330179" y="791370"/>
            <a:ext cx="11269662" cy="684212"/>
          </a:xfrm>
        </p:spPr>
        <p:txBody>
          <a:bodyPr>
            <a:normAutofit fontScale="90000"/>
          </a:bodyPr>
          <a:lstStyle/>
          <a:p>
            <a:r>
              <a:rPr lang="en-IN" sz="3600" b="1">
                <a:solidFill>
                  <a:srgbClr val="000000"/>
                </a:solidFill>
                <a:effectLst/>
                <a:latin typeface="+mj-lt"/>
                <a:ea typeface="Open Sans" panose="020B0606030504020204" pitchFamily="34" charset="0"/>
                <a:cs typeface="Times New Roman" panose="02020603050405020304" pitchFamily="18" charset="0"/>
              </a:rPr>
              <a:t>SDM Portal Homepage</a:t>
            </a:r>
            <a:br>
              <a:rPr lang="en-IN" sz="3600">
                <a:solidFill>
                  <a:srgbClr val="141414"/>
                </a:solidFill>
                <a:effectLst/>
                <a:latin typeface="+mj-lt"/>
                <a:ea typeface="Open Sans" panose="020B0606030504020204" pitchFamily="34" charset="0"/>
                <a:cs typeface="Times New Roman" panose="02020603050405020304" pitchFamily="18" charset="0"/>
              </a:rPr>
            </a:br>
            <a:endParaRPr lang="en-IN"/>
          </a:p>
        </p:txBody>
      </p:sp>
    </p:spTree>
    <p:extLst>
      <p:ext uri="{BB962C8B-B14F-4D97-AF65-F5344CB8AC3E}">
        <p14:creationId xmlns:p14="http://schemas.microsoft.com/office/powerpoint/2010/main" val="11107492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6FBE5DE-65EA-4669-85E8-5B0454C67358}"/>
              </a:ext>
            </a:extLst>
          </p:cNvPr>
          <p:cNvSpPr txBox="1"/>
          <p:nvPr/>
        </p:nvSpPr>
        <p:spPr>
          <a:xfrm>
            <a:off x="273842" y="1562376"/>
            <a:ext cx="11746707" cy="2586990"/>
          </a:xfrm>
          <a:prstGeom prst="rect">
            <a:avLst/>
          </a:prstGeom>
          <a:noFill/>
        </p:spPr>
        <p:txBody>
          <a:bodyPr wrap="square">
            <a:spAutoFit/>
          </a:bodyPr>
          <a:lstStyle/>
          <a:p>
            <a:pPr>
              <a:lnSpc>
                <a:spcPct val="107000"/>
              </a:lnSpc>
              <a:spcBef>
                <a:spcPts val="600"/>
              </a:spcBef>
              <a:spcAft>
                <a:spcPts val="600"/>
              </a:spcAft>
            </a:pPr>
            <a:r>
              <a:rPr lang="en-IN" sz="1200" b="1">
                <a:solidFill>
                  <a:srgbClr val="141414"/>
                </a:solidFill>
                <a:effectLst/>
                <a:ea typeface="Open Sans" panose="020B0606030504020204" pitchFamily="34" charset="0"/>
                <a:cs typeface="Times New Roman" panose="02020603050405020304" pitchFamily="18" charset="0"/>
              </a:rPr>
              <a:t>SDM portal</a:t>
            </a:r>
            <a:r>
              <a:rPr lang="en-IN" sz="1200">
                <a:solidFill>
                  <a:srgbClr val="141414"/>
                </a:solidFill>
                <a:effectLst/>
                <a:ea typeface="Open Sans" panose="020B0606030504020204" pitchFamily="34" charset="0"/>
                <a:cs typeface="Times New Roman" panose="02020603050405020304" pitchFamily="18" charset="0"/>
              </a:rPr>
              <a:t> - The web application for Subscriber Data Management. It contains the </a:t>
            </a:r>
            <a:r>
              <a:rPr lang="en-IN" sz="1200" err="1">
                <a:solidFill>
                  <a:srgbClr val="141414"/>
                </a:solidFill>
                <a:effectLst/>
                <a:ea typeface="Open Sans" panose="020B0606030504020204" pitchFamily="34" charset="0"/>
                <a:cs typeface="Times New Roman" panose="02020603050405020304" pitchFamily="18" charset="0"/>
              </a:rPr>
              <a:t>the</a:t>
            </a:r>
            <a:r>
              <a:rPr lang="en-IN" sz="1200">
                <a:solidFill>
                  <a:srgbClr val="141414"/>
                </a:solidFill>
                <a:effectLst/>
                <a:ea typeface="Open Sans" panose="020B0606030504020204" pitchFamily="34" charset="0"/>
                <a:cs typeface="Times New Roman" panose="02020603050405020304" pitchFamily="18" charset="0"/>
              </a:rPr>
              <a:t> microservices SDM frontend and SDM backend. </a:t>
            </a:r>
          </a:p>
          <a:p>
            <a:pPr marL="742950" lvl="1" indent="-285750">
              <a:lnSpc>
                <a:spcPct val="107000"/>
              </a:lnSpc>
              <a:spcBef>
                <a:spcPts val="600"/>
              </a:spcBef>
              <a:spcAft>
                <a:spcPts val="600"/>
              </a:spcAft>
              <a:buFont typeface="Wingdings" panose="05000000000000000000" pitchFamily="2" charset="2"/>
              <a:buChar char=""/>
            </a:pPr>
            <a:r>
              <a:rPr lang="en-IN" sz="1200">
                <a:solidFill>
                  <a:srgbClr val="141414"/>
                </a:solidFill>
                <a:effectLst/>
                <a:ea typeface="Open Sans" panose="020B0606030504020204" pitchFamily="34" charset="0"/>
                <a:cs typeface="Times New Roman" panose="02020603050405020304" pitchFamily="18" charset="0"/>
              </a:rPr>
              <a:t>SDM Frontend: A microservice supporting the web portal</a:t>
            </a:r>
          </a:p>
          <a:p>
            <a:pPr marL="742950" lvl="1" indent="-285750">
              <a:lnSpc>
                <a:spcPct val="107000"/>
              </a:lnSpc>
              <a:spcBef>
                <a:spcPts val="600"/>
              </a:spcBef>
              <a:spcAft>
                <a:spcPts val="600"/>
              </a:spcAft>
              <a:buFont typeface="Wingdings" panose="05000000000000000000" pitchFamily="2" charset="2"/>
              <a:buChar char=""/>
            </a:pPr>
            <a:r>
              <a:rPr lang="en-IN" sz="1200">
                <a:solidFill>
                  <a:srgbClr val="141414"/>
                </a:solidFill>
                <a:effectLst/>
                <a:ea typeface="Open Sans" panose="020B0606030504020204" pitchFamily="34" charset="0"/>
                <a:cs typeface="Times New Roman" panose="02020603050405020304" pitchFamily="18" charset="0"/>
              </a:rPr>
              <a:t>SDM Backend: A microservice that interfaces with the database for subscriptions, configurations, and policy data management. It also interfaces with the provisioning server to send notifications to UDM, HSS and PCF.</a:t>
            </a:r>
          </a:p>
          <a:p>
            <a:pPr>
              <a:lnSpc>
                <a:spcPct val="107000"/>
              </a:lnSpc>
              <a:spcBef>
                <a:spcPts val="600"/>
              </a:spcBef>
              <a:spcAft>
                <a:spcPts val="600"/>
              </a:spcAft>
            </a:pPr>
            <a:r>
              <a:rPr lang="en-IN" sz="1200" b="1">
                <a:solidFill>
                  <a:srgbClr val="141414"/>
                </a:solidFill>
                <a:effectLst/>
                <a:ea typeface="Open Sans" panose="020B0606030504020204" pitchFamily="34" charset="0"/>
                <a:cs typeface="Times New Roman" panose="02020603050405020304" pitchFamily="18" charset="0"/>
              </a:rPr>
              <a:t>SIM batch processor</a:t>
            </a:r>
            <a:r>
              <a:rPr lang="en-IN" sz="1200">
                <a:solidFill>
                  <a:srgbClr val="141414"/>
                </a:solidFill>
                <a:effectLst/>
                <a:ea typeface="Open Sans" panose="020B0606030504020204" pitchFamily="34" charset="0"/>
                <a:cs typeface="Times New Roman" panose="02020603050405020304" pitchFamily="18" charset="0"/>
              </a:rPr>
              <a:t> - A microservice that uploads and processes the bulk import of SIM batches.</a:t>
            </a:r>
          </a:p>
          <a:p>
            <a:pPr>
              <a:lnSpc>
                <a:spcPct val="107000"/>
              </a:lnSpc>
              <a:spcBef>
                <a:spcPts val="600"/>
              </a:spcBef>
              <a:spcAft>
                <a:spcPts val="600"/>
              </a:spcAft>
            </a:pPr>
            <a:r>
              <a:rPr lang="en-IN" sz="1200" b="1">
                <a:solidFill>
                  <a:srgbClr val="141414"/>
                </a:solidFill>
                <a:effectLst/>
                <a:ea typeface="Open Sans" panose="020B0606030504020204" pitchFamily="34" charset="0"/>
                <a:cs typeface="Times New Roman" panose="02020603050405020304" pitchFamily="18" charset="0"/>
              </a:rPr>
              <a:t>Web API Servers: </a:t>
            </a:r>
            <a:r>
              <a:rPr lang="en-IN" sz="1200">
                <a:solidFill>
                  <a:srgbClr val="141414"/>
                </a:solidFill>
                <a:effectLst/>
                <a:ea typeface="Open Sans" panose="020B0606030504020204" pitchFamily="34" charset="0"/>
                <a:cs typeface="Times New Roman" panose="02020603050405020304" pitchFamily="18" charset="0"/>
              </a:rPr>
              <a:t>It includes: </a:t>
            </a:r>
          </a:p>
          <a:p>
            <a:pPr marL="742950" lvl="1" indent="-285750">
              <a:lnSpc>
                <a:spcPct val="107000"/>
              </a:lnSpc>
              <a:spcBef>
                <a:spcPts val="600"/>
              </a:spcBef>
              <a:spcAft>
                <a:spcPts val="600"/>
              </a:spcAft>
              <a:buFont typeface="Courier New" panose="02070309020205020404" pitchFamily="49" charset="0"/>
              <a:buChar char="o"/>
            </a:pPr>
            <a:r>
              <a:rPr lang="en-IN" sz="1200" b="1" err="1">
                <a:solidFill>
                  <a:srgbClr val="141414"/>
                </a:solidFill>
                <a:effectLst/>
                <a:ea typeface="Open Sans" panose="020B0606030504020204" pitchFamily="34" charset="0"/>
                <a:cs typeface="Times New Roman" panose="02020603050405020304" pitchFamily="18" charset="0"/>
              </a:rPr>
              <a:t>ContextManagement</a:t>
            </a:r>
            <a:r>
              <a:rPr lang="en-IN" sz="1200">
                <a:solidFill>
                  <a:srgbClr val="141414"/>
                </a:solidFill>
                <a:effectLst/>
                <a:ea typeface="Open Sans" panose="020B0606030504020204" pitchFamily="34" charset="0"/>
                <a:cs typeface="Times New Roman" panose="02020603050405020304" pitchFamily="18" charset="0"/>
              </a:rPr>
              <a:t> - API server for operator specific context management data</a:t>
            </a:r>
          </a:p>
          <a:p>
            <a:pPr>
              <a:lnSpc>
                <a:spcPct val="107000"/>
              </a:lnSpc>
              <a:spcBef>
                <a:spcPts val="600"/>
              </a:spcBef>
              <a:spcAft>
                <a:spcPts val="600"/>
              </a:spcAft>
            </a:pPr>
            <a:r>
              <a:rPr lang="en-IN" sz="1200" b="1">
                <a:solidFill>
                  <a:srgbClr val="141414"/>
                </a:solidFill>
                <a:effectLst/>
                <a:ea typeface="Open Sans" panose="020B0606030504020204" pitchFamily="34" charset="0"/>
                <a:cs typeface="Times New Roman" panose="02020603050405020304" pitchFamily="18" charset="0"/>
              </a:rPr>
              <a:t>Provisioning Server</a:t>
            </a:r>
            <a:r>
              <a:rPr lang="en-IN" sz="1200">
                <a:solidFill>
                  <a:srgbClr val="141414"/>
                </a:solidFill>
                <a:effectLst/>
                <a:ea typeface="Open Sans" panose="020B0606030504020204" pitchFamily="34" charset="0"/>
                <a:cs typeface="Times New Roman" panose="02020603050405020304" pitchFamily="18" charset="0"/>
              </a:rPr>
              <a:t> - De-normalizes PLMN data of the subscriber and send notification to UDM and HSS on changes in subscriber data</a:t>
            </a:r>
          </a:p>
        </p:txBody>
      </p:sp>
      <p:sp>
        <p:nvSpPr>
          <p:cNvPr id="2" name="Title 1">
            <a:extLst>
              <a:ext uri="{FF2B5EF4-FFF2-40B4-BE49-F238E27FC236}">
                <a16:creationId xmlns:a16="http://schemas.microsoft.com/office/drawing/2014/main" id="{7D663880-81DD-4094-BA57-0FF2AB367BF8}"/>
              </a:ext>
            </a:extLst>
          </p:cNvPr>
          <p:cNvSpPr>
            <a:spLocks noGrp="1"/>
          </p:cNvSpPr>
          <p:nvPr>
            <p:ph type="title"/>
          </p:nvPr>
        </p:nvSpPr>
        <p:spPr>
          <a:xfrm>
            <a:off x="273842" y="633491"/>
            <a:ext cx="11269662" cy="684212"/>
          </a:xfrm>
        </p:spPr>
        <p:txBody>
          <a:bodyPr>
            <a:normAutofit fontScale="90000"/>
          </a:bodyPr>
          <a:lstStyle/>
          <a:p>
            <a:r>
              <a:rPr lang="en-US" sz="3600" b="1">
                <a:solidFill>
                  <a:schemeClr val="bg1"/>
                </a:solidFill>
                <a:latin typeface="+mj-lt"/>
              </a:rPr>
              <a:t>SDM Portal Major Component Overview </a:t>
            </a:r>
            <a:br>
              <a:rPr lang="en-US" sz="3600" b="1">
                <a:solidFill>
                  <a:schemeClr val="bg1"/>
                </a:solidFill>
                <a:latin typeface="+mj-lt"/>
              </a:rPr>
            </a:br>
            <a:endParaRPr lang="en-IN"/>
          </a:p>
        </p:txBody>
      </p:sp>
    </p:spTree>
    <p:extLst>
      <p:ext uri="{BB962C8B-B14F-4D97-AF65-F5344CB8AC3E}">
        <p14:creationId xmlns:p14="http://schemas.microsoft.com/office/powerpoint/2010/main" val="4753574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F7B486-51C9-4153-8A3E-702B3EBF343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353174" y="1316503"/>
            <a:ext cx="5378609" cy="5167650"/>
          </a:xfrm>
          <a:prstGeom prst="rect">
            <a:avLst/>
          </a:prstGeom>
          <a:noFill/>
          <a:ln>
            <a:noFill/>
          </a:ln>
        </p:spPr>
      </p:pic>
      <p:sp>
        <p:nvSpPr>
          <p:cNvPr id="9" name="TextBox 8">
            <a:extLst>
              <a:ext uri="{FF2B5EF4-FFF2-40B4-BE49-F238E27FC236}">
                <a16:creationId xmlns:a16="http://schemas.microsoft.com/office/drawing/2014/main" id="{BA2D37B9-82A9-4F83-80C8-5ABEF927DE9C}"/>
              </a:ext>
            </a:extLst>
          </p:cNvPr>
          <p:cNvSpPr txBox="1"/>
          <p:nvPr/>
        </p:nvSpPr>
        <p:spPr>
          <a:xfrm>
            <a:off x="95250" y="1701965"/>
            <a:ext cx="6172200" cy="2872068"/>
          </a:xfrm>
          <a:prstGeom prst="rect">
            <a:avLst/>
          </a:prstGeom>
          <a:noFill/>
        </p:spPr>
        <p:txBody>
          <a:bodyPr wrap="square">
            <a:spAutoFit/>
          </a:bodyPr>
          <a:lstStyle/>
          <a:p>
            <a:pPr marL="342900" lvl="0" indent="-342900">
              <a:lnSpc>
                <a:spcPct val="107000"/>
              </a:lnSpc>
              <a:spcBef>
                <a:spcPts val="600"/>
              </a:spcBef>
              <a:spcAft>
                <a:spcPts val="600"/>
              </a:spcAft>
              <a:buFont typeface="+mj-lt"/>
              <a:buAutoNum type="arabicPeriod"/>
              <a:tabLst>
                <a:tab pos="228600" algn="l"/>
              </a:tabLst>
            </a:pPr>
            <a:r>
              <a:rPr lang="en-IN" sz="1200">
                <a:solidFill>
                  <a:srgbClr val="141414"/>
                </a:solidFill>
                <a:effectLst/>
                <a:ea typeface="Open Sans" panose="020B0606030504020204" pitchFamily="34" charset="0"/>
                <a:cs typeface="Times New Roman" panose="02020603050405020304" pitchFamily="18" charset="0"/>
              </a:rPr>
              <a:t>SIM batches are imported from the GUI using SIM batch processor.</a:t>
            </a:r>
          </a:p>
          <a:p>
            <a:pPr marL="342900" lvl="0" indent="-342900">
              <a:lnSpc>
                <a:spcPct val="107000"/>
              </a:lnSpc>
              <a:spcBef>
                <a:spcPts val="600"/>
              </a:spcBef>
              <a:spcAft>
                <a:spcPts val="600"/>
              </a:spcAft>
              <a:buFont typeface="+mj-lt"/>
              <a:buAutoNum type="arabicPeriod"/>
              <a:tabLst>
                <a:tab pos="228600" algn="l"/>
              </a:tabLst>
            </a:pPr>
            <a:r>
              <a:rPr lang="en-IN" sz="1200">
                <a:solidFill>
                  <a:srgbClr val="141414"/>
                </a:solidFill>
                <a:effectLst/>
                <a:ea typeface="Open Sans" panose="020B0606030504020204" pitchFamily="34" charset="0"/>
                <a:cs typeface="Times New Roman" panose="02020603050405020304" pitchFamily="18" charset="0"/>
              </a:rPr>
              <a:t>The Web API server/SIM batch processor verifies the data or SIM batch and stores it in the database.</a:t>
            </a:r>
            <a:br>
              <a:rPr lang="en-IN" sz="1200">
                <a:solidFill>
                  <a:srgbClr val="141414"/>
                </a:solidFill>
                <a:effectLst/>
                <a:ea typeface="Open Sans" panose="020B0606030504020204" pitchFamily="34" charset="0"/>
                <a:cs typeface="Times New Roman" panose="02020603050405020304" pitchFamily="18" charset="0"/>
              </a:rPr>
            </a:br>
            <a:r>
              <a:rPr lang="en-IN" sz="1200">
                <a:solidFill>
                  <a:srgbClr val="141414"/>
                </a:solidFill>
                <a:effectLst/>
                <a:ea typeface="Open Sans" panose="020B0606030504020204" pitchFamily="34" charset="0"/>
                <a:cs typeface="Times New Roman" panose="02020603050405020304" pitchFamily="18" charset="0"/>
              </a:rPr>
              <a:t>All the necessary subscription and configuration data are stored in the database using the SDM Backend microservice. </a:t>
            </a:r>
          </a:p>
          <a:p>
            <a:pPr marL="342900" lvl="0" indent="-342900">
              <a:lnSpc>
                <a:spcPct val="107000"/>
              </a:lnSpc>
              <a:spcBef>
                <a:spcPts val="600"/>
              </a:spcBef>
              <a:spcAft>
                <a:spcPts val="600"/>
              </a:spcAft>
              <a:buFont typeface="+mj-lt"/>
              <a:buAutoNum type="arabicPeriod"/>
              <a:tabLst>
                <a:tab pos="228600" algn="l"/>
              </a:tabLst>
            </a:pPr>
            <a:r>
              <a:rPr lang="en-IN" sz="1200">
                <a:solidFill>
                  <a:srgbClr val="141414"/>
                </a:solidFill>
                <a:effectLst/>
                <a:ea typeface="Open Sans" panose="020B0606030504020204" pitchFamily="34" charset="0"/>
                <a:cs typeface="Times New Roman" panose="02020603050405020304" pitchFamily="18" charset="0"/>
              </a:rPr>
              <a:t>Any change in the subscriber/policy data is identified by the SDM portal backend and then notified to Provisioning Server.</a:t>
            </a:r>
          </a:p>
          <a:p>
            <a:pPr marL="342900" lvl="0" indent="-342900">
              <a:lnSpc>
                <a:spcPct val="107000"/>
              </a:lnSpc>
              <a:spcBef>
                <a:spcPts val="600"/>
              </a:spcBef>
              <a:spcAft>
                <a:spcPts val="600"/>
              </a:spcAft>
              <a:buFont typeface="+mj-lt"/>
              <a:buAutoNum type="arabicPeriod"/>
              <a:tabLst>
                <a:tab pos="228600" algn="l"/>
              </a:tabLst>
            </a:pPr>
            <a:r>
              <a:rPr lang="en-IN" sz="1200">
                <a:solidFill>
                  <a:srgbClr val="141414"/>
                </a:solidFill>
                <a:effectLst/>
                <a:ea typeface="Open Sans" panose="020B0606030504020204" pitchFamily="34" charset="0"/>
                <a:cs typeface="Times New Roman" panose="02020603050405020304" pitchFamily="18" charset="0"/>
              </a:rPr>
              <a:t>If the subscriber/policy data is changed, the Provisioning Server sends a notification to the appropriate NF (e.g., UDM, HSS, PCF)</a:t>
            </a:r>
          </a:p>
          <a:p>
            <a:pPr marL="342900" lvl="0" indent="-342900">
              <a:lnSpc>
                <a:spcPct val="107000"/>
              </a:lnSpc>
              <a:spcBef>
                <a:spcPts val="600"/>
              </a:spcBef>
              <a:spcAft>
                <a:spcPts val="600"/>
              </a:spcAft>
              <a:buFont typeface="+mj-lt"/>
              <a:buAutoNum type="arabicPeriod"/>
              <a:tabLst>
                <a:tab pos="228600" algn="l"/>
              </a:tabLst>
            </a:pPr>
            <a:r>
              <a:rPr lang="en-IN" sz="1200">
                <a:solidFill>
                  <a:srgbClr val="141414"/>
                </a:solidFill>
                <a:effectLst/>
                <a:ea typeface="Open Sans" panose="020B0606030504020204" pitchFamily="34" charset="0"/>
                <a:cs typeface="Times New Roman" panose="02020603050405020304" pitchFamily="18" charset="0"/>
              </a:rPr>
              <a:t>The change is then communicated by UDM/HSS/PCF with the appropriate consumer NF (e.g., AMF, SMF, MME, PGW-C)</a:t>
            </a:r>
          </a:p>
        </p:txBody>
      </p:sp>
      <p:sp>
        <p:nvSpPr>
          <p:cNvPr id="2" name="Title 1">
            <a:extLst>
              <a:ext uri="{FF2B5EF4-FFF2-40B4-BE49-F238E27FC236}">
                <a16:creationId xmlns:a16="http://schemas.microsoft.com/office/drawing/2014/main" id="{182F2A76-58D3-4CEE-8356-F63BDA4F1C3A}"/>
              </a:ext>
            </a:extLst>
          </p:cNvPr>
          <p:cNvSpPr>
            <a:spLocks noGrp="1"/>
          </p:cNvSpPr>
          <p:nvPr>
            <p:ph type="title"/>
          </p:nvPr>
        </p:nvSpPr>
        <p:spPr>
          <a:xfrm>
            <a:off x="292600" y="375524"/>
            <a:ext cx="11269662" cy="684212"/>
          </a:xfrm>
        </p:spPr>
        <p:txBody>
          <a:bodyPr>
            <a:normAutofit fontScale="90000"/>
          </a:bodyPr>
          <a:lstStyle/>
          <a:p>
            <a:r>
              <a:rPr lang="en-US" sz="3600" b="1">
                <a:solidFill>
                  <a:schemeClr val="bg1"/>
                </a:solidFill>
                <a:latin typeface="+mj-lt"/>
              </a:rPr>
              <a:t>SDM Portal Call Flow</a:t>
            </a:r>
            <a:br>
              <a:rPr lang="en-US" sz="3600" b="1">
                <a:solidFill>
                  <a:schemeClr val="bg1"/>
                </a:solidFill>
                <a:latin typeface="+mj-lt"/>
              </a:rPr>
            </a:br>
            <a:endParaRPr lang="en-IN"/>
          </a:p>
        </p:txBody>
      </p:sp>
    </p:spTree>
    <p:extLst>
      <p:ext uri="{BB962C8B-B14F-4D97-AF65-F5344CB8AC3E}">
        <p14:creationId xmlns:p14="http://schemas.microsoft.com/office/powerpoint/2010/main" val="26632066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49</a:t>
            </a:fld>
            <a:endParaRPr lang="en-US"/>
          </a:p>
        </p:txBody>
      </p:sp>
      <p:sp>
        <p:nvSpPr>
          <p:cNvPr id="5" name="Content Placeholder 4">
            <a:extLst>
              <a:ext uri="{FF2B5EF4-FFF2-40B4-BE49-F238E27FC236}">
                <a16:creationId xmlns:a16="http://schemas.microsoft.com/office/drawing/2014/main" id="{7EBB0AF3-AC62-4365-99D1-029A3939AB6D}"/>
              </a:ext>
            </a:extLst>
          </p:cNvPr>
          <p:cNvSpPr>
            <a:spLocks noGrp="1"/>
          </p:cNvSpPr>
          <p:nvPr>
            <p:ph idx="1"/>
          </p:nvPr>
        </p:nvSpPr>
        <p:spPr>
          <a:xfrm>
            <a:off x="247704" y="884167"/>
            <a:ext cx="11269662" cy="5373758"/>
          </a:xfrm>
        </p:spPr>
        <p:txBody>
          <a:bodyPr/>
          <a:lstStyle/>
          <a:p>
            <a:pPr marL="0" indent="0">
              <a:buNone/>
            </a:pPr>
            <a:r>
              <a:rPr lang="en-US" sz="1200"/>
              <a:t>These are the steps to upgrade Installation or Configuration</a:t>
            </a:r>
          </a:p>
          <a:p>
            <a:pPr marL="0" indent="0">
              <a:buNone/>
            </a:pPr>
            <a:endParaRPr lang="en-US" sz="1200"/>
          </a:p>
          <a:p>
            <a:pPr>
              <a:lnSpc>
                <a:spcPct val="107000"/>
              </a:lnSpc>
              <a:spcBef>
                <a:spcPts val="600"/>
              </a:spcBef>
              <a:spcAft>
                <a:spcPts val="600"/>
              </a:spcAft>
            </a:pPr>
            <a:r>
              <a:rPr lang="en-IN" sz="1200" b="1">
                <a:solidFill>
                  <a:srgbClr val="141414"/>
                </a:solidFill>
                <a:effectLst/>
                <a:ea typeface="Open Sans" panose="020B0606030504020204" pitchFamily="34" charset="0"/>
                <a:cs typeface="Times New Roman" panose="02020603050405020304" pitchFamily="18" charset="0"/>
              </a:rPr>
              <a:t>Step-1: </a:t>
            </a:r>
            <a:r>
              <a:rPr lang="en-IN" sz="1200">
                <a:solidFill>
                  <a:srgbClr val="141414"/>
                </a:solidFill>
                <a:effectLst/>
                <a:ea typeface="Open Sans" panose="020B0606030504020204" pitchFamily="34" charset="0"/>
                <a:cs typeface="Times New Roman" panose="02020603050405020304" pitchFamily="18" charset="0"/>
              </a:rPr>
              <a:t>Make appropriate changes in override file</a:t>
            </a:r>
          </a:p>
          <a:p>
            <a:pPr>
              <a:lnSpc>
                <a:spcPct val="107000"/>
              </a:lnSpc>
              <a:spcBef>
                <a:spcPts val="600"/>
              </a:spcBef>
              <a:spcAft>
                <a:spcPts val="600"/>
              </a:spcAft>
            </a:pPr>
            <a:r>
              <a:rPr lang="en-IN" sz="1200" b="1">
                <a:solidFill>
                  <a:srgbClr val="141414"/>
                </a:solidFill>
                <a:effectLst/>
                <a:ea typeface="Open Sans" panose="020B0606030504020204" pitchFamily="34" charset="0"/>
                <a:cs typeface="Times New Roman" panose="02020603050405020304" pitchFamily="18" charset="0"/>
              </a:rPr>
              <a:t>Step-2:</a:t>
            </a:r>
            <a:r>
              <a:rPr lang="en-IN" sz="1200">
                <a:solidFill>
                  <a:srgbClr val="141414"/>
                </a:solidFill>
                <a:effectLst/>
                <a:ea typeface="Open Sans" panose="020B0606030504020204" pitchFamily="34" charset="0"/>
                <a:cs typeface="Times New Roman" panose="02020603050405020304" pitchFamily="18" charset="0"/>
              </a:rPr>
              <a:t>  Use the following command</a:t>
            </a:r>
          </a:p>
          <a:p>
            <a:pPr marL="0" indent="0">
              <a:lnSpc>
                <a:spcPct val="107000"/>
              </a:lnSpc>
              <a:spcBef>
                <a:spcPts val="600"/>
              </a:spcBef>
              <a:spcAft>
                <a:spcPts val="600"/>
              </a:spcAft>
              <a:buNone/>
            </a:pPr>
            <a:endParaRPr lang="en-IN" sz="1200">
              <a:solidFill>
                <a:srgbClr val="141414"/>
              </a:solidFill>
              <a:ea typeface="Open Sans" panose="020B0606030504020204" pitchFamily="34" charset="0"/>
              <a:cs typeface="Times New Roman" panose="02020603050405020304" pitchFamily="18" charset="0"/>
            </a:endParaRPr>
          </a:p>
          <a:p>
            <a:pPr>
              <a:lnSpc>
                <a:spcPct val="107000"/>
              </a:lnSpc>
              <a:spcBef>
                <a:spcPts val="600"/>
              </a:spcBef>
              <a:spcAft>
                <a:spcPts val="600"/>
              </a:spcAft>
            </a:pPr>
            <a:endParaRPr lang="en-IN" sz="1200">
              <a:solidFill>
                <a:srgbClr val="141414"/>
              </a:solidFill>
              <a:effectLst/>
              <a:ea typeface="Open Sans" panose="020B0606030504020204" pitchFamily="34" charset="0"/>
              <a:cs typeface="Times New Roman" panose="02020603050405020304" pitchFamily="18" charset="0"/>
            </a:endParaRPr>
          </a:p>
          <a:p>
            <a:endParaRPr lang="en-IN" sz="1200"/>
          </a:p>
          <a:p>
            <a:pPr marL="0" indent="0">
              <a:buNone/>
            </a:pPr>
            <a:endParaRPr lang="en-IN" sz="1200"/>
          </a:p>
          <a:p>
            <a:pPr marL="0" indent="0">
              <a:buNone/>
            </a:pPr>
            <a:endParaRPr lang="en-IN" sz="1200"/>
          </a:p>
          <a:p>
            <a:pPr marL="0" indent="0">
              <a:lnSpc>
                <a:spcPct val="107000"/>
              </a:lnSpc>
              <a:spcBef>
                <a:spcPts val="600"/>
              </a:spcBef>
              <a:spcAft>
                <a:spcPts val="600"/>
              </a:spcAft>
              <a:buNone/>
            </a:pPr>
            <a:r>
              <a:rPr lang="en-IN" sz="1200" b="1">
                <a:solidFill>
                  <a:srgbClr val="141414"/>
                </a:solidFill>
                <a:ea typeface="Open Sans" panose="020B0606030504020204" pitchFamily="34" charset="0"/>
                <a:cs typeface="Times New Roman" panose="02020603050405020304" pitchFamily="18" charset="0"/>
              </a:rPr>
              <a:t>Delete NF</a:t>
            </a:r>
          </a:p>
          <a:p>
            <a:pPr>
              <a:lnSpc>
                <a:spcPct val="107000"/>
              </a:lnSpc>
              <a:spcBef>
                <a:spcPts val="600"/>
              </a:spcBef>
              <a:spcAft>
                <a:spcPts val="600"/>
              </a:spcAft>
            </a:pPr>
            <a:r>
              <a:rPr lang="en-IN" sz="1200">
                <a:solidFill>
                  <a:srgbClr val="141414"/>
                </a:solidFill>
                <a:ea typeface="Open Sans" panose="020B0606030504020204" pitchFamily="34" charset="0"/>
                <a:cs typeface="Times New Roman" panose="02020603050405020304" pitchFamily="18" charset="0"/>
              </a:rPr>
              <a:t>Use the following command</a:t>
            </a:r>
          </a:p>
          <a:p>
            <a:pPr>
              <a:lnSpc>
                <a:spcPct val="107000"/>
              </a:lnSpc>
              <a:spcBef>
                <a:spcPts val="600"/>
              </a:spcBef>
              <a:spcAft>
                <a:spcPts val="600"/>
              </a:spcAft>
            </a:pPr>
            <a:endParaRPr lang="en-IN" sz="1200">
              <a:solidFill>
                <a:srgbClr val="141414"/>
              </a:solidFill>
              <a:ea typeface="Open Sans" panose="020B0606030504020204" pitchFamily="34" charset="0"/>
              <a:cs typeface="Times New Roman" panose="02020603050405020304" pitchFamily="18" charset="0"/>
            </a:endParaRPr>
          </a:p>
          <a:p>
            <a:pPr marL="0" indent="0">
              <a:buNone/>
            </a:pPr>
            <a:endParaRPr lang="en-IN"/>
          </a:p>
        </p:txBody>
      </p:sp>
      <p:sp>
        <p:nvSpPr>
          <p:cNvPr id="6" name="Title 10">
            <a:extLst>
              <a:ext uri="{FF2B5EF4-FFF2-40B4-BE49-F238E27FC236}">
                <a16:creationId xmlns:a16="http://schemas.microsoft.com/office/drawing/2014/main" id="{45B8BA66-5628-4E29-8308-4A98308BC323}"/>
              </a:ext>
            </a:extLst>
          </p:cNvPr>
          <p:cNvSpPr>
            <a:spLocks noGrp="1"/>
          </p:cNvSpPr>
          <p:nvPr>
            <p:ph type="title"/>
          </p:nvPr>
        </p:nvSpPr>
        <p:spPr>
          <a:xfrm>
            <a:off x="261938" y="201184"/>
            <a:ext cx="11269662" cy="684212"/>
          </a:xfrm>
        </p:spPr>
        <p:txBody>
          <a:bodyPr/>
          <a:lstStyle/>
          <a:p>
            <a:pPr>
              <a:lnSpc>
                <a:spcPct val="100000"/>
              </a:lnSpc>
            </a:pPr>
            <a:r>
              <a:rPr lang="en-US" sz="3600"/>
              <a:t>SDM Configuration</a:t>
            </a:r>
          </a:p>
        </p:txBody>
      </p:sp>
      <p:graphicFrame>
        <p:nvGraphicFramePr>
          <p:cNvPr id="2" name="Table 1">
            <a:extLst>
              <a:ext uri="{FF2B5EF4-FFF2-40B4-BE49-F238E27FC236}">
                <a16:creationId xmlns:a16="http://schemas.microsoft.com/office/drawing/2014/main" id="{41453CA9-626B-416B-A211-286562B0D2BA}"/>
              </a:ext>
            </a:extLst>
          </p:cNvPr>
          <p:cNvGraphicFramePr>
            <a:graphicFrameLocks noGrp="1"/>
          </p:cNvGraphicFramePr>
          <p:nvPr>
            <p:extLst>
              <p:ext uri="{D42A27DB-BD31-4B8C-83A1-F6EECF244321}">
                <p14:modId xmlns:p14="http://schemas.microsoft.com/office/powerpoint/2010/main" val="900580523"/>
              </p:ext>
            </p:extLst>
          </p:nvPr>
        </p:nvGraphicFramePr>
        <p:xfrm>
          <a:off x="442913" y="2182585"/>
          <a:ext cx="11269662" cy="1311339"/>
        </p:xfrm>
        <a:graphic>
          <a:graphicData uri="http://schemas.openxmlformats.org/drawingml/2006/table">
            <a:tbl>
              <a:tblPr firstRow="1" firstCol="1" lastRow="1" lastCol="1" bandRow="1" bandCol="1">
                <a:tableStyleId>{5C22544A-7EE6-4342-B048-85BDC9FD1C3A}</a:tableStyleId>
              </a:tblPr>
              <a:tblGrid>
                <a:gridCol w="11269662">
                  <a:extLst>
                    <a:ext uri="{9D8B030D-6E8A-4147-A177-3AD203B41FA5}">
                      <a16:colId xmlns:a16="http://schemas.microsoft.com/office/drawing/2014/main" val="390319927"/>
                    </a:ext>
                  </a:extLst>
                </a:gridCol>
              </a:tblGrid>
              <a:tr h="975931">
                <a:tc>
                  <a:txBody>
                    <a:bodyPr/>
                    <a:lstStyle/>
                    <a:p>
                      <a:pPr marL="152400">
                        <a:lnSpc>
                          <a:spcPct val="107000"/>
                        </a:lnSpc>
                        <a:spcBef>
                          <a:spcPts val="600"/>
                        </a:spcBef>
                        <a:spcAft>
                          <a:spcPts val="600"/>
                        </a:spcAft>
                      </a:pPr>
                      <a:r>
                        <a:rPr lang="en-IN" sz="900">
                          <a:effectLst/>
                        </a:rPr>
                        <a:t># helm3 </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sdm</a:t>
                      </a:r>
                      <a:r>
                        <a:rPr lang="en-IN" sz="900">
                          <a:effectLst/>
                        </a:rPr>
                        <a:t>-portal </a:t>
                      </a:r>
                      <a:r>
                        <a:rPr lang="en-IN" sz="900" err="1">
                          <a:effectLst/>
                        </a:rPr>
                        <a:t>sdm</a:t>
                      </a:r>
                      <a:r>
                        <a:rPr lang="en-IN" sz="900">
                          <a:effectLst/>
                        </a:rPr>
                        <a:t>-portal -f </a:t>
                      </a:r>
                      <a:r>
                        <a:rPr lang="en-IN" sz="900" err="1">
                          <a:effectLst/>
                        </a:rPr>
                        <a:t>sdm</a:t>
                      </a:r>
                      <a:r>
                        <a:rPr lang="en-IN" sz="900">
                          <a:effectLst/>
                        </a:rPr>
                        <a:t>-portal-</a:t>
                      </a:r>
                      <a:r>
                        <a:rPr lang="en-IN" sz="900" err="1">
                          <a:effectLst/>
                        </a:rPr>
                        <a:t>override.yaml</a:t>
                      </a:r>
                      <a:r>
                        <a:rPr lang="en-IN" sz="900">
                          <a:effectLst/>
                        </a:rPr>
                        <a:t> -n &lt;namespace&gt;</a:t>
                      </a:r>
                      <a:endParaRPr lang="en-IN" sz="1000">
                        <a:effectLst/>
                      </a:endParaRPr>
                    </a:p>
                    <a:p>
                      <a:pPr marL="152400">
                        <a:lnSpc>
                          <a:spcPct val="107000"/>
                        </a:lnSpc>
                        <a:spcBef>
                          <a:spcPts val="600"/>
                        </a:spcBef>
                        <a:spcAft>
                          <a:spcPts val="600"/>
                        </a:spcAft>
                      </a:pPr>
                      <a:r>
                        <a:rPr lang="en-IN" sz="900">
                          <a:effectLst/>
                        </a:rPr>
                        <a:t># helm2</a:t>
                      </a:r>
                      <a:endParaRPr lang="en-IN" sz="1000">
                        <a:effectLst/>
                      </a:endParaRPr>
                    </a:p>
                    <a:p>
                      <a:pPr marL="152400">
                        <a:lnSpc>
                          <a:spcPct val="107000"/>
                        </a:lnSpc>
                        <a:spcBef>
                          <a:spcPts val="600"/>
                        </a:spcBef>
                        <a:spcAft>
                          <a:spcPts val="600"/>
                        </a:spcAft>
                      </a:pPr>
                      <a:r>
                        <a:rPr lang="en-IN" sz="900">
                          <a:effectLst/>
                        </a:rPr>
                        <a:t>helm upgrade </a:t>
                      </a:r>
                      <a:r>
                        <a:rPr lang="en-IN" sz="900" err="1">
                          <a:effectLst/>
                        </a:rPr>
                        <a:t>sdm</a:t>
                      </a:r>
                      <a:r>
                        <a:rPr lang="en-IN" sz="900">
                          <a:effectLst/>
                        </a:rPr>
                        <a:t>-portal </a:t>
                      </a:r>
                      <a:r>
                        <a:rPr lang="en-IN" sz="900" err="1">
                          <a:effectLst/>
                        </a:rPr>
                        <a:t>sdm</a:t>
                      </a:r>
                      <a:r>
                        <a:rPr lang="en-IN" sz="900">
                          <a:effectLst/>
                        </a:rPr>
                        <a:t>-portal -f </a:t>
                      </a:r>
                      <a:r>
                        <a:rPr lang="en-IN" sz="900" err="1">
                          <a:effectLst/>
                        </a:rPr>
                        <a:t>sdm</a:t>
                      </a:r>
                      <a:r>
                        <a:rPr lang="en-IN" sz="900">
                          <a:effectLst/>
                        </a:rPr>
                        <a:t>-portal-</a:t>
                      </a:r>
                      <a:r>
                        <a:rPr lang="en-IN" sz="900" err="1">
                          <a:effectLst/>
                        </a:rPr>
                        <a:t>override.yaml</a:t>
                      </a:r>
                      <a:r>
                        <a:rPr lang="en-IN" sz="900">
                          <a:effectLst/>
                        </a:rPr>
                        <a:t> --namespace &lt;namespace&gt;</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3050912829"/>
                  </a:ext>
                </a:extLst>
              </a:tr>
            </a:tbl>
          </a:graphicData>
        </a:graphic>
      </p:graphicFrame>
      <p:graphicFrame>
        <p:nvGraphicFramePr>
          <p:cNvPr id="7" name="Table 6">
            <a:extLst>
              <a:ext uri="{FF2B5EF4-FFF2-40B4-BE49-F238E27FC236}">
                <a16:creationId xmlns:a16="http://schemas.microsoft.com/office/drawing/2014/main" id="{B8826FC7-EBBF-442C-AD28-2C1096961649}"/>
              </a:ext>
            </a:extLst>
          </p:cNvPr>
          <p:cNvGraphicFramePr>
            <a:graphicFrameLocks noGrp="1"/>
          </p:cNvGraphicFramePr>
          <p:nvPr>
            <p:extLst>
              <p:ext uri="{D42A27DB-BD31-4B8C-83A1-F6EECF244321}">
                <p14:modId xmlns:p14="http://schemas.microsoft.com/office/powerpoint/2010/main" val="4026689125"/>
              </p:ext>
            </p:extLst>
          </p:nvPr>
        </p:nvGraphicFramePr>
        <p:xfrm>
          <a:off x="442913" y="4491085"/>
          <a:ext cx="11269662" cy="1311339"/>
        </p:xfrm>
        <a:graphic>
          <a:graphicData uri="http://schemas.openxmlformats.org/drawingml/2006/table">
            <a:tbl>
              <a:tblPr firstRow="1" firstCol="1" lastRow="1" lastCol="1" bandRow="1" bandCol="1">
                <a:tableStyleId>{5C22544A-7EE6-4342-B048-85BDC9FD1C3A}</a:tableStyleId>
              </a:tblPr>
              <a:tblGrid>
                <a:gridCol w="11269662">
                  <a:extLst>
                    <a:ext uri="{9D8B030D-6E8A-4147-A177-3AD203B41FA5}">
                      <a16:colId xmlns:a16="http://schemas.microsoft.com/office/drawing/2014/main" val="2804178817"/>
                    </a:ext>
                  </a:extLst>
                </a:gridCol>
              </a:tblGrid>
              <a:tr h="0">
                <a:tc>
                  <a:txBody>
                    <a:bodyPr/>
                    <a:lstStyle/>
                    <a:p>
                      <a:pPr marL="152400">
                        <a:lnSpc>
                          <a:spcPct val="107000"/>
                        </a:lnSpc>
                        <a:spcBef>
                          <a:spcPts val="600"/>
                        </a:spcBef>
                        <a:spcAft>
                          <a:spcPts val="600"/>
                        </a:spcAft>
                      </a:pPr>
                      <a:r>
                        <a:rPr lang="en-IN" sz="900">
                          <a:effectLst/>
                        </a:rPr>
                        <a:t># helm3 </a:t>
                      </a:r>
                      <a:endParaRPr lang="en-IN" sz="1000">
                        <a:effectLst/>
                      </a:endParaRPr>
                    </a:p>
                    <a:p>
                      <a:pPr marL="152400">
                        <a:lnSpc>
                          <a:spcPct val="107000"/>
                        </a:lnSpc>
                        <a:spcBef>
                          <a:spcPts val="600"/>
                        </a:spcBef>
                        <a:spcAft>
                          <a:spcPts val="600"/>
                        </a:spcAft>
                      </a:pPr>
                      <a:r>
                        <a:rPr lang="en-IN" sz="900">
                          <a:effectLst/>
                        </a:rPr>
                        <a:t>helm del </a:t>
                      </a:r>
                      <a:r>
                        <a:rPr lang="en-IN" sz="900" err="1">
                          <a:effectLst/>
                        </a:rPr>
                        <a:t>sdm</a:t>
                      </a:r>
                      <a:r>
                        <a:rPr lang="en-IN" sz="900">
                          <a:effectLst/>
                        </a:rPr>
                        <a:t>-portal -n &lt;namespace&gt;</a:t>
                      </a:r>
                      <a:endParaRPr lang="en-IN" sz="1000">
                        <a:effectLst/>
                      </a:endParaRPr>
                    </a:p>
                    <a:p>
                      <a:pPr marL="152400">
                        <a:lnSpc>
                          <a:spcPct val="107000"/>
                        </a:lnSpc>
                        <a:spcBef>
                          <a:spcPts val="600"/>
                        </a:spcBef>
                        <a:spcAft>
                          <a:spcPts val="600"/>
                        </a:spcAft>
                      </a:pPr>
                      <a:r>
                        <a:rPr lang="en-IN" sz="900">
                          <a:effectLst/>
                        </a:rPr>
                        <a:t># helm2</a:t>
                      </a:r>
                      <a:endParaRPr lang="en-IN" sz="1000">
                        <a:effectLst/>
                      </a:endParaRPr>
                    </a:p>
                    <a:p>
                      <a:pPr marL="152400">
                        <a:lnSpc>
                          <a:spcPct val="107000"/>
                        </a:lnSpc>
                        <a:spcBef>
                          <a:spcPts val="600"/>
                        </a:spcBef>
                        <a:spcAft>
                          <a:spcPts val="600"/>
                        </a:spcAft>
                      </a:pPr>
                      <a:r>
                        <a:rPr lang="en-IN" sz="900">
                          <a:effectLst/>
                        </a:rPr>
                        <a:t>helm del --purge </a:t>
                      </a:r>
                      <a:r>
                        <a:rPr lang="en-IN" sz="900" err="1">
                          <a:effectLst/>
                        </a:rPr>
                        <a:t>sdm</a:t>
                      </a:r>
                      <a:r>
                        <a:rPr lang="en-IN" sz="900">
                          <a:effectLst/>
                        </a:rPr>
                        <a:t>-portal</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2265303791"/>
                  </a:ext>
                </a:extLst>
              </a:tr>
            </a:tbl>
          </a:graphicData>
        </a:graphic>
      </p:graphicFrame>
    </p:spTree>
    <p:custDataLst>
      <p:tags r:id="rId1"/>
    </p:custDataLst>
    <p:extLst>
      <p:ext uri="{BB962C8B-B14F-4D97-AF65-F5344CB8AC3E}">
        <p14:creationId xmlns:p14="http://schemas.microsoft.com/office/powerpoint/2010/main" val="18528719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8FF3DCD-3415-4F7B-8292-169ACA6661C2}"/>
              </a:ext>
            </a:extLst>
          </p:cNvPr>
          <p:cNvSpPr txBox="1"/>
          <p:nvPr/>
        </p:nvSpPr>
        <p:spPr>
          <a:xfrm>
            <a:off x="273842" y="1289981"/>
            <a:ext cx="11784807" cy="800219"/>
          </a:xfrm>
          <a:prstGeom prst="rect">
            <a:avLst/>
          </a:prstGeom>
          <a:noFill/>
        </p:spPr>
        <p:txBody>
          <a:bodyPr wrap="square">
            <a:spAutoFit/>
          </a:bodyPr>
          <a:lstStyle/>
          <a:p>
            <a:r>
              <a:rPr lang="en-IN" sz="1200">
                <a:solidFill>
                  <a:srgbClr val="141414"/>
                </a:solidFill>
                <a:effectLst/>
                <a:ea typeface="Open Sans" panose="020B0606030504020204" pitchFamily="34" charset="0"/>
                <a:cs typeface="Times New Roman" panose="02020603050405020304" pitchFamily="18" charset="0"/>
              </a:rPr>
              <a:t>Alepo 5G-Core solution provides rich library of APIs which are Open-API compliant to be used by external CRM/ IT systems for provisioning SIMs, subscriber management, subscription management and service configurations</a:t>
            </a:r>
            <a:r>
              <a:rPr lang="en-IN" sz="1800">
                <a:solidFill>
                  <a:srgbClr val="141414"/>
                </a:solidFill>
                <a:effectLst/>
                <a:latin typeface="+mj-lt"/>
                <a:ea typeface="Open Sans" panose="020B0606030504020204" pitchFamily="34" charset="0"/>
                <a:cs typeface="Times New Roman" panose="02020603050405020304" pitchFamily="18" charset="0"/>
              </a:rPr>
              <a:t>.</a:t>
            </a:r>
          </a:p>
          <a:p>
            <a:pPr marL="285750" indent="-285750">
              <a:buFont typeface="Wingdings" panose="05000000000000000000" pitchFamily="2" charset="2"/>
              <a:buChar char="§"/>
            </a:pPr>
            <a:endParaRPr lang="en-US" sz="1600">
              <a:solidFill>
                <a:schemeClr val="bg1"/>
              </a:solidFill>
              <a:latin typeface="+mj-lt"/>
            </a:endParaRPr>
          </a:p>
        </p:txBody>
      </p:sp>
      <p:pic>
        <p:nvPicPr>
          <p:cNvPr id="9" name="Picture 8">
            <a:extLst>
              <a:ext uri="{FF2B5EF4-FFF2-40B4-BE49-F238E27FC236}">
                <a16:creationId xmlns:a16="http://schemas.microsoft.com/office/drawing/2014/main" id="{FCEFEA69-BA05-4B8F-A94D-763DC98940D7}"/>
              </a:ext>
            </a:extLst>
          </p:cNvPr>
          <p:cNvPicPr/>
          <p:nvPr/>
        </p:nvPicPr>
        <p:blipFill>
          <a:blip r:embed="rId3"/>
          <a:stretch>
            <a:fillRect/>
          </a:stretch>
        </p:blipFill>
        <p:spPr>
          <a:xfrm>
            <a:off x="3959937" y="2458758"/>
            <a:ext cx="4412615" cy="3995716"/>
          </a:xfrm>
          <a:prstGeom prst="rect">
            <a:avLst/>
          </a:prstGeom>
        </p:spPr>
      </p:pic>
      <p:sp>
        <p:nvSpPr>
          <p:cNvPr id="3" name="TextBox 2">
            <a:extLst>
              <a:ext uri="{FF2B5EF4-FFF2-40B4-BE49-F238E27FC236}">
                <a16:creationId xmlns:a16="http://schemas.microsoft.com/office/drawing/2014/main" id="{C0CA0B9F-928C-4AA8-904C-082452FACCC0}"/>
              </a:ext>
            </a:extLst>
          </p:cNvPr>
          <p:cNvSpPr txBox="1"/>
          <p:nvPr/>
        </p:nvSpPr>
        <p:spPr>
          <a:xfrm>
            <a:off x="311943" y="2182533"/>
            <a:ext cx="1487908" cy="923330"/>
          </a:xfrm>
          <a:prstGeom prst="rect">
            <a:avLst/>
          </a:prstGeom>
          <a:noFill/>
        </p:spPr>
        <p:txBody>
          <a:bodyPr wrap="none" rtlCol="0">
            <a:spAutoFit/>
          </a:bodyPr>
          <a:lstStyle/>
          <a:p>
            <a:r>
              <a:rPr lang="en-US" b="1">
                <a:solidFill>
                  <a:schemeClr val="bg1"/>
                </a:solidFill>
              </a:rPr>
              <a:t>API Details </a:t>
            </a:r>
          </a:p>
          <a:p>
            <a:endParaRPr lang="en-US" b="1">
              <a:solidFill>
                <a:schemeClr val="bg1"/>
              </a:solidFill>
            </a:endParaRPr>
          </a:p>
          <a:p>
            <a:endParaRPr lang="en-IN" b="1">
              <a:solidFill>
                <a:schemeClr val="bg1"/>
              </a:solidFill>
            </a:endParaRPr>
          </a:p>
        </p:txBody>
      </p:sp>
      <p:graphicFrame>
        <p:nvGraphicFramePr>
          <p:cNvPr id="5" name="Object 4">
            <a:extLst>
              <a:ext uri="{FF2B5EF4-FFF2-40B4-BE49-F238E27FC236}">
                <a16:creationId xmlns:a16="http://schemas.microsoft.com/office/drawing/2014/main" id="{234011B5-F19D-44C6-87DF-F20EF01EE73F}"/>
              </a:ext>
            </a:extLst>
          </p:cNvPr>
          <p:cNvGraphicFramePr>
            <a:graphicFrameLocks noChangeAspect="1"/>
          </p:cNvGraphicFramePr>
          <p:nvPr/>
        </p:nvGraphicFramePr>
        <p:xfrm>
          <a:off x="638175" y="2786063"/>
          <a:ext cx="914400" cy="806450"/>
        </p:xfrm>
        <a:graphic>
          <a:graphicData uri="http://schemas.openxmlformats.org/presentationml/2006/ole">
            <mc:AlternateContent xmlns:mc="http://schemas.openxmlformats.org/markup-compatibility/2006">
              <mc:Choice xmlns:v="urn:schemas-microsoft-com:vml" Requires="v">
                <p:oleObj spid="_x0000_s100353" name="Document" showAsIcon="1" r:id="rId4" imgW="914400" imgH="806400" progId="Word.Document.12">
                  <p:embed/>
                </p:oleObj>
              </mc:Choice>
              <mc:Fallback>
                <p:oleObj name="Document" showAsIcon="1" r:id="rId4" imgW="914400" imgH="806400" progId="Word.Document.12">
                  <p:embed/>
                  <p:pic>
                    <p:nvPicPr>
                      <p:cNvPr id="5" name="Object 4">
                        <a:extLst>
                          <a:ext uri="{FF2B5EF4-FFF2-40B4-BE49-F238E27FC236}">
                            <a16:creationId xmlns:a16="http://schemas.microsoft.com/office/drawing/2014/main" id="{234011B5-F19D-44C6-87DF-F20EF01EE73F}"/>
                          </a:ext>
                        </a:extLst>
                      </p:cNvPr>
                      <p:cNvPicPr/>
                      <p:nvPr/>
                    </p:nvPicPr>
                    <p:blipFill>
                      <a:blip r:embed="rId5"/>
                      <a:stretch>
                        <a:fillRect/>
                      </a:stretch>
                    </p:blipFill>
                    <p:spPr>
                      <a:xfrm>
                        <a:off x="638175" y="2786063"/>
                        <a:ext cx="914400" cy="806450"/>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AC88FC9-A3D3-4005-A79B-CA8C45F85B64}"/>
              </a:ext>
            </a:extLst>
          </p:cNvPr>
          <p:cNvSpPr>
            <a:spLocks noGrp="1"/>
          </p:cNvSpPr>
          <p:nvPr>
            <p:ph type="title"/>
          </p:nvPr>
        </p:nvSpPr>
        <p:spPr>
          <a:xfrm>
            <a:off x="273842" y="511552"/>
            <a:ext cx="11269662" cy="684212"/>
          </a:xfrm>
        </p:spPr>
        <p:txBody>
          <a:bodyPr>
            <a:normAutofit fontScale="90000"/>
          </a:bodyPr>
          <a:lstStyle/>
          <a:p>
            <a:r>
              <a:rPr lang="en-US" sz="3600" b="1">
                <a:solidFill>
                  <a:schemeClr val="bg1"/>
                </a:solidFill>
                <a:latin typeface="+mj-lt"/>
              </a:rPr>
              <a:t>Provisioning APIs</a:t>
            </a:r>
            <a:br>
              <a:rPr lang="en-US" sz="3600" b="1">
                <a:solidFill>
                  <a:schemeClr val="bg1"/>
                </a:solidFill>
                <a:latin typeface="+mj-lt"/>
              </a:rPr>
            </a:br>
            <a:endParaRPr lang="en-IN"/>
          </a:p>
        </p:txBody>
      </p:sp>
    </p:spTree>
    <p:extLst>
      <p:ext uri="{BB962C8B-B14F-4D97-AF65-F5344CB8AC3E}">
        <p14:creationId xmlns:p14="http://schemas.microsoft.com/office/powerpoint/2010/main" val="9373615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a:t>Show &amp; Tell Session</a:t>
            </a:r>
            <a:endParaRPr lang="en-IN"/>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51</a:t>
            </a:fld>
            <a:endParaRPr lang="en-US"/>
          </a:p>
        </p:txBody>
      </p:sp>
      <p:sp>
        <p:nvSpPr>
          <p:cNvPr id="6" name="Rectangle 2">
            <a:extLst>
              <a:ext uri="{FF2B5EF4-FFF2-40B4-BE49-F238E27FC236}">
                <a16:creationId xmlns:a16="http://schemas.microsoft.com/office/drawing/2014/main" id="{A83F56C7-5442-4EC7-B998-E88E40A20B98}"/>
              </a:ext>
            </a:extLst>
          </p:cNvPr>
          <p:cNvSpPr>
            <a:spLocks noGrp="1" noChangeArrowheads="1"/>
          </p:cNvSpPr>
          <p:nvPr>
            <p:ph idx="1"/>
          </p:nvPr>
        </p:nvSpPr>
        <p:spPr bwMode="auto">
          <a:xfrm>
            <a:off x="596747" y="1007576"/>
            <a:ext cx="10541000" cy="510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ClrTx/>
              <a:buSzTx/>
              <a:buNone/>
            </a:pPr>
            <a:endParaRPr kumimoji="0" lang="en-US" altLang="en-US" sz="1200" b="0" i="0" u="none" strike="noStrike" cap="none" normalizeH="0" baseline="0">
              <a:ln>
                <a:noFill/>
              </a:ln>
              <a:solidFill>
                <a:schemeClr val="bg1"/>
              </a:solidFill>
              <a:effectLst/>
              <a:cs typeface="Segoe UI" panose="020B0502040204020203" pitchFamily="34" charset="0"/>
            </a:endParaRP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bg1"/>
                </a:solidFill>
                <a:effectLst/>
                <a:cs typeface="Segoe UI" panose="020B0502040204020203" pitchFamily="34" charset="0"/>
              </a:rPr>
              <a:t>SDM Portal Overview</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a:ln>
                <a:noFill/>
              </a:ln>
              <a:solidFill>
                <a:schemeClr val="bg1"/>
              </a:solidFill>
              <a:effectLst/>
              <a:cs typeface="Segoe UI" panose="020B0502040204020203" pitchFamily="34" charset="0"/>
            </a:endParaRP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bg1"/>
                </a:solidFill>
                <a:effectLst/>
                <a:cs typeface="Segoe UI" panose="020B0502040204020203" pitchFamily="34" charset="0"/>
              </a:rPr>
              <a:t>PCF Portal Overview</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a:ln>
                <a:noFill/>
              </a:ln>
              <a:solidFill>
                <a:schemeClr val="bg1"/>
              </a:solidFill>
              <a:effectLst/>
              <a:cs typeface="Segoe UI" panose="020B0502040204020203" pitchFamily="34" charset="0"/>
            </a:endParaRP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bg1"/>
                </a:solidFill>
                <a:effectLst/>
                <a:cs typeface="Segoe UI" panose="020B0502040204020203" pitchFamily="34" charset="0"/>
              </a:rPr>
              <a:t>Call flow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a:ln>
                <a:noFill/>
              </a:ln>
              <a:solidFill>
                <a:schemeClr val="bg1"/>
              </a:solidFill>
              <a:effectLst/>
              <a:cs typeface="Segoe UI" panose="020B0502040204020203" pitchFamily="34" charset="0"/>
            </a:endParaRPr>
          </a:p>
          <a:p>
            <a:pPr marR="0" lvl="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a:ln>
                <a:noFill/>
              </a:ln>
              <a:solidFill>
                <a:schemeClr val="bg1"/>
              </a:solidFill>
              <a:effectLst/>
              <a:cs typeface="Segoe UI" panose="020B0502040204020203" pitchFamily="34" charset="0"/>
            </a:endParaRPr>
          </a:p>
          <a:p>
            <a:pPr marR="0" lvl="0" algn="l" defTabSz="914400" rtl="0" eaLnBrk="0" fontAlgn="base" latinLnBrk="0" hangingPunct="0">
              <a:lnSpc>
                <a:spcPct val="100000"/>
              </a:lnSpc>
              <a:spcBef>
                <a:spcPct val="0"/>
              </a:spcBef>
              <a:spcAft>
                <a:spcPct val="0"/>
              </a:spcAft>
              <a:buClrTx/>
              <a:buSzTx/>
              <a:buFontTx/>
              <a:buChar char="-"/>
              <a:tabLst/>
            </a:pPr>
            <a:endParaRPr lang="en-US" altLang="en-US" sz="1000">
              <a:solidFill>
                <a:schemeClr val="tx1"/>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a:solidFill>
                <a:schemeClr val="tx1"/>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a:solidFill>
                <a:schemeClr val="tx1"/>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a:solidFill>
                <a:schemeClr val="tx1"/>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a:solidFill>
                <a:schemeClr val="tx1"/>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a:solidFill>
                <a:schemeClr val="tx1"/>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a:solidFill>
                <a:schemeClr val="tx1"/>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a:solidFill>
                <a:schemeClr val="tx1"/>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a:solidFill>
                <a:schemeClr val="tx1"/>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a:solidFill>
                <a:schemeClr val="tx1"/>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a:solidFill>
                <a:schemeClr val="tx1"/>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Segoe UI" panose="020B0502040204020203" pitchFamily="34" charset="0"/>
                <a:cs typeface="Segoe UI" panose="020B0502040204020203" pitchFamily="34" charset="0"/>
              </a:rPr>
              <a:t>Fs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7" name="Object 6">
            <a:extLst>
              <a:ext uri="{FF2B5EF4-FFF2-40B4-BE49-F238E27FC236}">
                <a16:creationId xmlns:a16="http://schemas.microsoft.com/office/drawing/2014/main" id="{57157894-7FAF-4241-B32B-F5BF78019064}"/>
              </a:ext>
            </a:extLst>
          </p:cNvPr>
          <p:cNvGraphicFramePr>
            <a:graphicFrameLocks noChangeAspect="1"/>
          </p:cNvGraphicFramePr>
          <p:nvPr>
            <p:extLst>
              <p:ext uri="{D42A27DB-BD31-4B8C-83A1-F6EECF244321}">
                <p14:modId xmlns:p14="http://schemas.microsoft.com/office/powerpoint/2010/main" val="2869192525"/>
              </p:ext>
            </p:extLst>
          </p:nvPr>
        </p:nvGraphicFramePr>
        <p:xfrm>
          <a:off x="666520" y="2415396"/>
          <a:ext cx="914400" cy="806450"/>
        </p:xfrm>
        <a:graphic>
          <a:graphicData uri="http://schemas.openxmlformats.org/presentationml/2006/ole">
            <mc:AlternateContent xmlns:mc="http://schemas.openxmlformats.org/markup-compatibility/2006">
              <mc:Choice xmlns:v="urn:schemas-microsoft-com:vml" Requires="v">
                <p:oleObj spid="_x0000_s101377" name="Document" showAsIcon="1" r:id="rId5" imgW="914400" imgH="806400" progId="Word.Document.12">
                  <p:embed/>
                </p:oleObj>
              </mc:Choice>
              <mc:Fallback>
                <p:oleObj name="Document" showAsIcon="1" r:id="rId5" imgW="914400" imgH="806400" progId="Word.Document.12">
                  <p:embed/>
                  <p:pic>
                    <p:nvPicPr>
                      <p:cNvPr id="7" name="Object 6">
                        <a:extLst>
                          <a:ext uri="{FF2B5EF4-FFF2-40B4-BE49-F238E27FC236}">
                            <a16:creationId xmlns:a16="http://schemas.microsoft.com/office/drawing/2014/main" id="{57157894-7FAF-4241-B32B-F5BF78019064}"/>
                          </a:ext>
                        </a:extLst>
                      </p:cNvPr>
                      <p:cNvPicPr/>
                      <p:nvPr/>
                    </p:nvPicPr>
                    <p:blipFill>
                      <a:blip r:embed="rId6"/>
                      <a:stretch>
                        <a:fillRect/>
                      </a:stretch>
                    </p:blipFill>
                    <p:spPr>
                      <a:xfrm>
                        <a:off x="666520" y="2415396"/>
                        <a:ext cx="914400" cy="806450"/>
                      </a:xfrm>
                      <a:prstGeom prst="rect">
                        <a:avLst/>
                      </a:prstGeom>
                    </p:spPr>
                  </p:pic>
                </p:oleObj>
              </mc:Fallback>
            </mc:AlternateContent>
          </a:graphicData>
        </a:graphic>
      </p:graphicFrame>
    </p:spTree>
    <p:custDataLst>
      <p:tags r:id="rId2"/>
    </p:custDataLst>
    <p:extLst>
      <p:ext uri="{BB962C8B-B14F-4D97-AF65-F5344CB8AC3E}">
        <p14:creationId xmlns:p14="http://schemas.microsoft.com/office/powerpoint/2010/main" val="28935565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997EDE51-E947-4071-B83A-C8C45B4D928A}"/>
              </a:ext>
            </a:extLst>
          </p:cNvPr>
          <p:cNvGrpSpPr/>
          <p:nvPr/>
        </p:nvGrpSpPr>
        <p:grpSpPr>
          <a:xfrm>
            <a:off x="488357" y="4622427"/>
            <a:ext cx="11350245" cy="1205556"/>
            <a:chOff x="488357" y="4622427"/>
            <a:chExt cx="11350245" cy="1205556"/>
          </a:xfrm>
        </p:grpSpPr>
        <p:grpSp>
          <p:nvGrpSpPr>
            <p:cNvPr id="2" name="Group 1">
              <a:extLst>
                <a:ext uri="{FF2B5EF4-FFF2-40B4-BE49-F238E27FC236}">
                  <a16:creationId xmlns:a16="http://schemas.microsoft.com/office/drawing/2014/main" id="{3E08C9F0-C539-4BCB-B80B-4A7BB5B2DC7B}"/>
                </a:ext>
              </a:extLst>
            </p:cNvPr>
            <p:cNvGrpSpPr/>
            <p:nvPr/>
          </p:nvGrpSpPr>
          <p:grpSpPr>
            <a:xfrm>
              <a:off x="488357" y="4622427"/>
              <a:ext cx="11350245" cy="1107996"/>
              <a:chOff x="488357" y="4622427"/>
              <a:chExt cx="11350245" cy="1107996"/>
            </a:xfrm>
          </p:grpSpPr>
          <p:sp>
            <p:nvSpPr>
              <p:cNvPr id="3" name="TextBox 2">
                <a:extLst>
                  <a:ext uri="{FF2B5EF4-FFF2-40B4-BE49-F238E27FC236}">
                    <a16:creationId xmlns:a16="http://schemas.microsoft.com/office/drawing/2014/main" id="{FE2E9E97-20B2-4065-92BA-562B2ACD62B0}"/>
                  </a:ext>
                </a:extLst>
              </p:cNvPr>
              <p:cNvSpPr txBox="1"/>
              <p:nvPr/>
            </p:nvSpPr>
            <p:spPr>
              <a:xfrm>
                <a:off x="488357" y="4622427"/>
                <a:ext cx="2777872" cy="1107996"/>
              </a:xfrm>
              <a:prstGeom prst="rect">
                <a:avLst/>
              </a:prstGeom>
              <a:noFill/>
            </p:spPr>
            <p:txBody>
              <a:bodyPr wrap="square" rtlCol="0">
                <a:spAutoFit/>
              </a:bodyPr>
              <a:lstStyle/>
              <a:p>
                <a:pPr marL="0" marR="0" lvl="0" indent="0" defTabSz="914400" eaLnBrk="1" fontAlgn="auto" latinLnBrk="0" hangingPunct="1">
                  <a:lnSpc>
                    <a:spcPct val="100000"/>
                  </a:lnSpc>
                  <a:spcBef>
                    <a:spcPts val="1200"/>
                  </a:spcBef>
                  <a:spcAft>
                    <a:spcPts val="0"/>
                  </a:spcAft>
                  <a:buClrTx/>
                  <a:buSzTx/>
                  <a:buFontTx/>
                  <a:buNone/>
                  <a:tabLst/>
                  <a:defRPr/>
                </a:pPr>
                <a:r>
                  <a:rPr lang="en-US" kern="0">
                    <a:solidFill>
                      <a:schemeClr val="bg2"/>
                    </a:solidFill>
                    <a:latin typeface="+mj-lt"/>
                  </a:rPr>
                  <a:t>Corporate HQ </a:t>
                </a:r>
              </a:p>
              <a:p>
                <a:pPr marL="0" marR="0" lvl="0" indent="0" defTabSz="914400" eaLnBrk="1" fontAlgn="auto" latinLnBrk="0" hangingPunct="1">
                  <a:lnSpc>
                    <a:spcPct val="100000"/>
                  </a:lnSpc>
                  <a:spcBef>
                    <a:spcPts val="1200"/>
                  </a:spcBef>
                  <a:spcAft>
                    <a:spcPts val="0"/>
                  </a:spcAft>
                  <a:buClrTx/>
                  <a:buSzTx/>
                  <a:buFontTx/>
                  <a:buNone/>
                  <a:tabLst/>
                  <a:defRPr/>
                </a:pPr>
                <a:r>
                  <a:rPr kumimoji="0" lang="de-DE" sz="1400" b="0" i="0" u="none" strike="noStrike" kern="0" cap="none" spc="0" normalizeH="0" baseline="0" noProof="0">
                    <a:ln>
                      <a:noFill/>
                    </a:ln>
                    <a:solidFill>
                      <a:schemeClr val="bg2"/>
                    </a:solidFill>
                    <a:effectLst/>
                    <a:uLnTx/>
                    <a:uFillTx/>
                    <a:latin typeface="+mn-lt"/>
                  </a:rPr>
                  <a:t>Austin, TX, USA</a:t>
                </a:r>
              </a:p>
              <a:p>
                <a:pPr marL="0" marR="0" lvl="0" indent="0" defTabSz="914400" eaLnBrk="1" fontAlgn="auto" latinLnBrk="0" hangingPunct="1">
                  <a:lnSpc>
                    <a:spcPct val="100000"/>
                  </a:lnSpc>
                  <a:spcBef>
                    <a:spcPts val="1200"/>
                  </a:spcBef>
                  <a:spcAft>
                    <a:spcPts val="0"/>
                  </a:spcAft>
                  <a:buClrTx/>
                  <a:buSzTx/>
                  <a:buFontTx/>
                  <a:buNone/>
                  <a:tabLst/>
                  <a:defRPr/>
                </a:pPr>
                <a:r>
                  <a:rPr kumimoji="0" lang="de-DE" sz="1400" b="0" i="0" u="none" strike="noStrike" kern="0" cap="none" spc="0" normalizeH="0" baseline="0" noProof="0">
                    <a:ln>
                      <a:noFill/>
                    </a:ln>
                    <a:solidFill>
                      <a:srgbClr val="1F3C88"/>
                    </a:solidFill>
                    <a:effectLst/>
                    <a:uLnTx/>
                    <a:uFillTx/>
                    <a:latin typeface="+mn-lt"/>
                    <a:hlinkClick r:id="rId2">
                      <a:extLst>
                        <a:ext uri="{A12FA001-AC4F-418D-AE19-62706E023703}">
                          <ahyp:hlinkClr xmlns:ahyp="http://schemas.microsoft.com/office/drawing/2018/hyperlinkcolor" val="tx"/>
                        </a:ext>
                      </a:extLst>
                    </a:hlinkClick>
                  </a:rPr>
                  <a:t>sales@alepo.com</a:t>
                </a:r>
                <a:r>
                  <a:rPr kumimoji="0" lang="de-DE" sz="1400" b="0" i="0" u="none" strike="noStrike" kern="0" cap="none" spc="0" normalizeH="0" baseline="0" noProof="0">
                    <a:ln>
                      <a:noFill/>
                    </a:ln>
                    <a:solidFill>
                      <a:srgbClr val="1F3C88"/>
                    </a:solidFill>
                    <a:effectLst/>
                    <a:uLnTx/>
                    <a:uFillTx/>
                    <a:latin typeface="+mn-lt"/>
                  </a:rPr>
                  <a:t> </a:t>
                </a:r>
              </a:p>
            </p:txBody>
          </p:sp>
          <p:sp>
            <p:nvSpPr>
              <p:cNvPr id="4" name="Rectangle 3">
                <a:extLst>
                  <a:ext uri="{FF2B5EF4-FFF2-40B4-BE49-F238E27FC236}">
                    <a16:creationId xmlns:a16="http://schemas.microsoft.com/office/drawing/2014/main" id="{8F976085-A17F-4CD0-9C88-1069075979B3}"/>
                  </a:ext>
                </a:extLst>
              </p:cNvPr>
              <p:cNvSpPr/>
              <p:nvPr/>
            </p:nvSpPr>
            <p:spPr>
              <a:xfrm>
                <a:off x="3380819" y="4622427"/>
                <a:ext cx="1215397" cy="369332"/>
              </a:xfrm>
              <a:prstGeom prst="rect">
                <a:avLst/>
              </a:prstGeom>
            </p:spPr>
            <p:txBody>
              <a:bodyPr wrap="none">
                <a:spAutoFit/>
              </a:bodyPr>
              <a:lstStyle/>
              <a:p>
                <a:r>
                  <a:rPr kumimoji="0" lang="en-US" sz="1800" b="0" i="0" u="none" strike="noStrike" kern="0" cap="none" spc="0" normalizeH="0" baseline="0" noProof="0">
                    <a:ln>
                      <a:noFill/>
                    </a:ln>
                    <a:solidFill>
                      <a:schemeClr val="bg2"/>
                    </a:solidFill>
                    <a:effectLst/>
                    <a:uLnTx/>
                    <a:uFillTx/>
                    <a:latin typeface="+mj-lt"/>
                    <a:ea typeface="+mn-ea"/>
                    <a:cs typeface="+mn-cs"/>
                  </a:rPr>
                  <a:t>Follow Us</a:t>
                </a:r>
                <a:endParaRPr lang="en-IN" b="0">
                  <a:solidFill>
                    <a:schemeClr val="bg2"/>
                  </a:solidFill>
                  <a:latin typeface="+mj-lt"/>
                </a:endParaRPr>
              </a:p>
            </p:txBody>
          </p:sp>
          <p:grpSp>
            <p:nvGrpSpPr>
              <p:cNvPr id="5" name="Group 4">
                <a:extLst>
                  <a:ext uri="{FF2B5EF4-FFF2-40B4-BE49-F238E27FC236}">
                    <a16:creationId xmlns:a16="http://schemas.microsoft.com/office/drawing/2014/main" id="{8C0FA832-A5AC-45F5-A8E0-8550FBCC5847}"/>
                  </a:ext>
                </a:extLst>
              </p:cNvPr>
              <p:cNvGrpSpPr/>
              <p:nvPr/>
            </p:nvGrpSpPr>
            <p:grpSpPr>
              <a:xfrm>
                <a:off x="3492579" y="5167611"/>
                <a:ext cx="513793" cy="513793"/>
                <a:chOff x="600117" y="5061528"/>
                <a:chExt cx="513793" cy="513793"/>
              </a:xfrm>
            </p:grpSpPr>
            <p:sp>
              <p:nvSpPr>
                <p:cNvPr id="6" name="Oval 5">
                  <a:extLst>
                    <a:ext uri="{FF2B5EF4-FFF2-40B4-BE49-F238E27FC236}">
                      <a16:creationId xmlns:a16="http://schemas.microsoft.com/office/drawing/2014/main" id="{A764D083-8D13-47FA-92A7-AE174BC33F31}"/>
                    </a:ext>
                  </a:extLst>
                </p:cNvPr>
                <p:cNvSpPr/>
                <p:nvPr userDrawn="1"/>
              </p:nvSpPr>
              <p:spPr>
                <a:xfrm>
                  <a:off x="600117" y="5061528"/>
                  <a:ext cx="513793" cy="513793"/>
                </a:xfrm>
                <a:prstGeom prst="ellipse">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Freeform 45">
                  <a:extLst>
                    <a:ext uri="{FF2B5EF4-FFF2-40B4-BE49-F238E27FC236}">
                      <a16:creationId xmlns:a16="http://schemas.microsoft.com/office/drawing/2014/main" id="{DC02D30F-F297-440F-BE44-A63704B3D47A}"/>
                    </a:ext>
                  </a:extLst>
                </p:cNvPr>
                <p:cNvSpPr>
                  <a:spLocks noEditPoints="1"/>
                </p:cNvSpPr>
                <p:nvPr userDrawn="1"/>
              </p:nvSpPr>
              <p:spPr bwMode="auto">
                <a:xfrm>
                  <a:off x="692946" y="5145835"/>
                  <a:ext cx="328134" cy="337628"/>
                </a:xfrm>
                <a:custGeom>
                  <a:avLst/>
                  <a:gdLst>
                    <a:gd name="T0" fmla="*/ 1359 w 1716"/>
                    <a:gd name="T1" fmla="*/ 162 h 1692"/>
                    <a:gd name="T2" fmla="*/ 1068 w 1716"/>
                    <a:gd name="T3" fmla="*/ 28 h 1692"/>
                    <a:gd name="T4" fmla="*/ 225 w 1716"/>
                    <a:gd name="T5" fmla="*/ 286 h 1692"/>
                    <a:gd name="T6" fmla="*/ 48 w 1716"/>
                    <a:gd name="T7" fmla="*/ 601 h 1692"/>
                    <a:gd name="T8" fmla="*/ 357 w 1716"/>
                    <a:gd name="T9" fmla="*/ 1527 h 1692"/>
                    <a:gd name="T10" fmla="*/ 613 w 1716"/>
                    <a:gd name="T11" fmla="*/ 1654 h 1692"/>
                    <a:gd name="T12" fmla="*/ 1264 w 1716"/>
                    <a:gd name="T13" fmla="*/ 1589 h 1692"/>
                    <a:gd name="T14" fmla="*/ 1684 w 1716"/>
                    <a:gd name="T15" fmla="*/ 1050 h 1692"/>
                    <a:gd name="T16" fmla="*/ 1548 w 1716"/>
                    <a:gd name="T17" fmla="*/ 470 h 1692"/>
                    <a:gd name="T18" fmla="*/ 1489 w 1716"/>
                    <a:gd name="T19" fmla="*/ 374 h 1692"/>
                    <a:gd name="T20" fmla="*/ 1225 w 1716"/>
                    <a:gd name="T21" fmla="*/ 657 h 1692"/>
                    <a:gd name="T22" fmla="*/ 1454 w 1716"/>
                    <a:gd name="T23" fmla="*/ 857 h 1692"/>
                    <a:gd name="T24" fmla="*/ 901 w 1716"/>
                    <a:gd name="T25" fmla="*/ 270 h 1692"/>
                    <a:gd name="T26" fmla="*/ 776 w 1716"/>
                    <a:gd name="T27" fmla="*/ 483 h 1692"/>
                    <a:gd name="T28" fmla="*/ 500 w 1716"/>
                    <a:gd name="T29" fmla="*/ 732 h 1692"/>
                    <a:gd name="T30" fmla="*/ 585 w 1716"/>
                    <a:gd name="T31" fmla="*/ 360 h 1692"/>
                    <a:gd name="T32" fmla="*/ 884 w 1716"/>
                    <a:gd name="T33" fmla="*/ 632 h 1692"/>
                    <a:gd name="T34" fmla="*/ 961 w 1716"/>
                    <a:gd name="T35" fmla="*/ 655 h 1692"/>
                    <a:gd name="T36" fmla="*/ 876 w 1716"/>
                    <a:gd name="T37" fmla="*/ 932 h 1692"/>
                    <a:gd name="T38" fmla="*/ 1321 w 1716"/>
                    <a:gd name="T39" fmla="*/ 524 h 1692"/>
                    <a:gd name="T40" fmla="*/ 1151 w 1716"/>
                    <a:gd name="T41" fmla="*/ 346 h 1692"/>
                    <a:gd name="T42" fmla="*/ 1375 w 1716"/>
                    <a:gd name="T43" fmla="*/ 449 h 1692"/>
                    <a:gd name="T44" fmla="*/ 1326 w 1716"/>
                    <a:gd name="T45" fmla="*/ 247 h 1692"/>
                    <a:gd name="T46" fmla="*/ 1326 w 1716"/>
                    <a:gd name="T47" fmla="*/ 247 h 1692"/>
                    <a:gd name="T48" fmla="*/ 1123 w 1716"/>
                    <a:gd name="T49" fmla="*/ 129 h 1692"/>
                    <a:gd name="T50" fmla="*/ 1058 w 1716"/>
                    <a:gd name="T51" fmla="*/ 337 h 1692"/>
                    <a:gd name="T52" fmla="*/ 968 w 1716"/>
                    <a:gd name="T53" fmla="*/ 90 h 1692"/>
                    <a:gd name="T54" fmla="*/ 811 w 1716"/>
                    <a:gd name="T55" fmla="*/ 90 h 1692"/>
                    <a:gd name="T56" fmla="*/ 736 w 1716"/>
                    <a:gd name="T57" fmla="*/ 124 h 1692"/>
                    <a:gd name="T58" fmla="*/ 659 w 1716"/>
                    <a:gd name="T59" fmla="*/ 215 h 1692"/>
                    <a:gd name="T60" fmla="*/ 655 w 1716"/>
                    <a:gd name="T61" fmla="*/ 226 h 1692"/>
                    <a:gd name="T62" fmla="*/ 576 w 1716"/>
                    <a:gd name="T63" fmla="*/ 137 h 1692"/>
                    <a:gd name="T64" fmla="*/ 352 w 1716"/>
                    <a:gd name="T65" fmla="*/ 333 h 1692"/>
                    <a:gd name="T66" fmla="*/ 571 w 1716"/>
                    <a:gd name="T67" fmla="*/ 234 h 1692"/>
                    <a:gd name="T68" fmla="*/ 342 w 1716"/>
                    <a:gd name="T69" fmla="*/ 383 h 1692"/>
                    <a:gd name="T70" fmla="*/ 133 w 1716"/>
                    <a:gd name="T71" fmla="*/ 597 h 1692"/>
                    <a:gd name="T72" fmla="*/ 111 w 1716"/>
                    <a:gd name="T73" fmla="*/ 763 h 1692"/>
                    <a:gd name="T74" fmla="*/ 120 w 1716"/>
                    <a:gd name="T75" fmla="*/ 1017 h 1692"/>
                    <a:gd name="T76" fmla="*/ 355 w 1716"/>
                    <a:gd name="T77" fmla="*/ 1078 h 1692"/>
                    <a:gd name="T78" fmla="*/ 149 w 1716"/>
                    <a:gd name="T79" fmla="*/ 895 h 1692"/>
                    <a:gd name="T80" fmla="*/ 462 w 1716"/>
                    <a:gd name="T81" fmla="*/ 806 h 1692"/>
                    <a:gd name="T82" fmla="*/ 365 w 1716"/>
                    <a:gd name="T83" fmla="*/ 1430 h 1692"/>
                    <a:gd name="T84" fmla="*/ 599 w 1716"/>
                    <a:gd name="T85" fmla="*/ 1564 h 1692"/>
                    <a:gd name="T86" fmla="*/ 526 w 1716"/>
                    <a:gd name="T87" fmla="*/ 858 h 1692"/>
                    <a:gd name="T88" fmla="*/ 947 w 1716"/>
                    <a:gd name="T89" fmla="*/ 1605 h 1692"/>
                    <a:gd name="T90" fmla="*/ 947 w 1716"/>
                    <a:gd name="T91" fmla="*/ 1605 h 1692"/>
                    <a:gd name="T92" fmla="*/ 1074 w 1716"/>
                    <a:gd name="T93" fmla="*/ 1293 h 1692"/>
                    <a:gd name="T94" fmla="*/ 1373 w 1716"/>
                    <a:gd name="T95" fmla="*/ 1415 h 1692"/>
                    <a:gd name="T96" fmla="*/ 1381 w 1716"/>
                    <a:gd name="T97" fmla="*/ 1396 h 1692"/>
                    <a:gd name="T98" fmla="*/ 1268 w 1716"/>
                    <a:gd name="T99" fmla="*/ 1352 h 1692"/>
                    <a:gd name="T100" fmla="*/ 1215 w 1716"/>
                    <a:gd name="T101" fmla="*/ 1033 h 1692"/>
                    <a:gd name="T102" fmla="*/ 1463 w 1716"/>
                    <a:gd name="T103" fmla="*/ 613 h 1692"/>
                    <a:gd name="T104" fmla="*/ 1579 w 1716"/>
                    <a:gd name="T105" fmla="*/ 655 h 1692"/>
                    <a:gd name="T106" fmla="*/ 1522 w 1716"/>
                    <a:gd name="T107" fmla="*/ 789 h 1692"/>
                    <a:gd name="T108" fmla="*/ 1595 w 1716"/>
                    <a:gd name="T109" fmla="*/ 1069 h 1692"/>
                    <a:gd name="T110" fmla="*/ 1541 w 1716"/>
                    <a:gd name="T111" fmla="*/ 890 h 1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716" h="1692">
                      <a:moveTo>
                        <a:pt x="1657" y="556"/>
                      </a:moveTo>
                      <a:cubicBezTo>
                        <a:pt x="1605" y="414"/>
                        <a:pt x="1514" y="287"/>
                        <a:pt x="1395" y="190"/>
                      </a:cubicBezTo>
                      <a:cubicBezTo>
                        <a:pt x="1389" y="187"/>
                        <a:pt x="1385" y="183"/>
                        <a:pt x="1380" y="179"/>
                      </a:cubicBezTo>
                      <a:cubicBezTo>
                        <a:pt x="1373" y="174"/>
                        <a:pt x="1366" y="168"/>
                        <a:pt x="1359" y="162"/>
                      </a:cubicBezTo>
                      <a:cubicBezTo>
                        <a:pt x="1295" y="117"/>
                        <a:pt x="1224" y="79"/>
                        <a:pt x="1146" y="52"/>
                      </a:cubicBezTo>
                      <a:cubicBezTo>
                        <a:pt x="1143" y="51"/>
                        <a:pt x="1140" y="50"/>
                        <a:pt x="1137" y="49"/>
                      </a:cubicBezTo>
                      <a:cubicBezTo>
                        <a:pt x="1127" y="45"/>
                        <a:pt x="1116" y="42"/>
                        <a:pt x="1106" y="38"/>
                      </a:cubicBezTo>
                      <a:cubicBezTo>
                        <a:pt x="1094" y="35"/>
                        <a:pt x="1082" y="31"/>
                        <a:pt x="1068" y="28"/>
                      </a:cubicBezTo>
                      <a:cubicBezTo>
                        <a:pt x="989" y="8"/>
                        <a:pt x="908" y="0"/>
                        <a:pt x="829" y="3"/>
                      </a:cubicBezTo>
                      <a:cubicBezTo>
                        <a:pt x="820" y="3"/>
                        <a:pt x="811" y="4"/>
                        <a:pt x="802" y="4"/>
                      </a:cubicBezTo>
                      <a:cubicBezTo>
                        <a:pt x="642" y="15"/>
                        <a:pt x="488" y="71"/>
                        <a:pt x="361" y="163"/>
                      </a:cubicBezTo>
                      <a:cubicBezTo>
                        <a:pt x="311" y="199"/>
                        <a:pt x="265" y="241"/>
                        <a:pt x="225" y="286"/>
                      </a:cubicBezTo>
                      <a:cubicBezTo>
                        <a:pt x="184" y="332"/>
                        <a:pt x="148" y="383"/>
                        <a:pt x="117" y="438"/>
                      </a:cubicBezTo>
                      <a:cubicBezTo>
                        <a:pt x="95" y="477"/>
                        <a:pt x="75" y="520"/>
                        <a:pt x="60" y="565"/>
                      </a:cubicBezTo>
                      <a:cubicBezTo>
                        <a:pt x="59" y="567"/>
                        <a:pt x="58" y="569"/>
                        <a:pt x="57" y="572"/>
                      </a:cubicBezTo>
                      <a:cubicBezTo>
                        <a:pt x="54" y="581"/>
                        <a:pt x="51" y="591"/>
                        <a:pt x="48" y="601"/>
                      </a:cubicBezTo>
                      <a:cubicBezTo>
                        <a:pt x="2" y="750"/>
                        <a:pt x="0" y="902"/>
                        <a:pt x="34" y="1044"/>
                      </a:cubicBezTo>
                      <a:cubicBezTo>
                        <a:pt x="52" y="1113"/>
                        <a:pt x="77" y="1180"/>
                        <a:pt x="111" y="1243"/>
                      </a:cubicBezTo>
                      <a:cubicBezTo>
                        <a:pt x="154" y="1325"/>
                        <a:pt x="212" y="1400"/>
                        <a:pt x="281" y="1464"/>
                      </a:cubicBezTo>
                      <a:cubicBezTo>
                        <a:pt x="305" y="1486"/>
                        <a:pt x="331" y="1507"/>
                        <a:pt x="357" y="1527"/>
                      </a:cubicBezTo>
                      <a:cubicBezTo>
                        <a:pt x="423" y="1574"/>
                        <a:pt x="496" y="1613"/>
                        <a:pt x="575" y="1641"/>
                      </a:cubicBezTo>
                      <a:cubicBezTo>
                        <a:pt x="578" y="1642"/>
                        <a:pt x="580" y="1643"/>
                        <a:pt x="584" y="1644"/>
                      </a:cubicBezTo>
                      <a:cubicBezTo>
                        <a:pt x="593" y="1647"/>
                        <a:pt x="603" y="1651"/>
                        <a:pt x="612" y="1653"/>
                      </a:cubicBezTo>
                      <a:cubicBezTo>
                        <a:pt x="613" y="1654"/>
                        <a:pt x="613" y="1654"/>
                        <a:pt x="613" y="1654"/>
                      </a:cubicBezTo>
                      <a:cubicBezTo>
                        <a:pt x="626" y="1658"/>
                        <a:pt x="640" y="1661"/>
                        <a:pt x="652" y="1664"/>
                      </a:cubicBezTo>
                      <a:cubicBezTo>
                        <a:pt x="735" y="1685"/>
                        <a:pt x="818" y="1692"/>
                        <a:pt x="899" y="1689"/>
                      </a:cubicBezTo>
                      <a:cubicBezTo>
                        <a:pt x="932" y="1687"/>
                        <a:pt x="965" y="1684"/>
                        <a:pt x="998" y="1679"/>
                      </a:cubicBezTo>
                      <a:cubicBezTo>
                        <a:pt x="1091" y="1664"/>
                        <a:pt x="1181" y="1632"/>
                        <a:pt x="1264" y="1589"/>
                      </a:cubicBezTo>
                      <a:cubicBezTo>
                        <a:pt x="1327" y="1555"/>
                        <a:pt x="1385" y="1513"/>
                        <a:pt x="1439" y="1464"/>
                      </a:cubicBezTo>
                      <a:cubicBezTo>
                        <a:pt x="1538" y="1373"/>
                        <a:pt x="1616" y="1257"/>
                        <a:pt x="1664" y="1120"/>
                      </a:cubicBezTo>
                      <a:cubicBezTo>
                        <a:pt x="1667" y="1111"/>
                        <a:pt x="1670" y="1101"/>
                        <a:pt x="1673" y="1091"/>
                      </a:cubicBezTo>
                      <a:cubicBezTo>
                        <a:pt x="1677" y="1078"/>
                        <a:pt x="1681" y="1064"/>
                        <a:pt x="1684" y="1050"/>
                      </a:cubicBezTo>
                      <a:cubicBezTo>
                        <a:pt x="1696" y="1001"/>
                        <a:pt x="1704" y="951"/>
                        <a:pt x="1707" y="901"/>
                      </a:cubicBezTo>
                      <a:cubicBezTo>
                        <a:pt x="1716" y="782"/>
                        <a:pt x="1697" y="664"/>
                        <a:pt x="1657" y="556"/>
                      </a:cubicBezTo>
                      <a:close/>
                      <a:moveTo>
                        <a:pt x="1489" y="374"/>
                      </a:moveTo>
                      <a:cubicBezTo>
                        <a:pt x="1513" y="405"/>
                        <a:pt x="1533" y="438"/>
                        <a:pt x="1548" y="470"/>
                      </a:cubicBezTo>
                      <a:cubicBezTo>
                        <a:pt x="1530" y="450"/>
                        <a:pt x="1511" y="430"/>
                        <a:pt x="1492" y="411"/>
                      </a:cubicBezTo>
                      <a:cubicBezTo>
                        <a:pt x="1484" y="399"/>
                        <a:pt x="1474" y="387"/>
                        <a:pt x="1465" y="376"/>
                      </a:cubicBezTo>
                      <a:cubicBezTo>
                        <a:pt x="1464" y="364"/>
                        <a:pt x="1462" y="351"/>
                        <a:pt x="1460" y="339"/>
                      </a:cubicBezTo>
                      <a:cubicBezTo>
                        <a:pt x="1470" y="350"/>
                        <a:pt x="1480" y="362"/>
                        <a:pt x="1489" y="374"/>
                      </a:cubicBezTo>
                      <a:close/>
                      <a:moveTo>
                        <a:pt x="1454" y="857"/>
                      </a:moveTo>
                      <a:cubicBezTo>
                        <a:pt x="1412" y="890"/>
                        <a:pt x="1360" y="915"/>
                        <a:pt x="1299" y="933"/>
                      </a:cubicBezTo>
                      <a:cubicBezTo>
                        <a:pt x="1276" y="941"/>
                        <a:pt x="1250" y="946"/>
                        <a:pt x="1225" y="951"/>
                      </a:cubicBezTo>
                      <a:cubicBezTo>
                        <a:pt x="1234" y="849"/>
                        <a:pt x="1234" y="751"/>
                        <a:pt x="1225" y="657"/>
                      </a:cubicBezTo>
                      <a:cubicBezTo>
                        <a:pt x="1232" y="656"/>
                        <a:pt x="1239" y="654"/>
                        <a:pt x="1245" y="652"/>
                      </a:cubicBezTo>
                      <a:cubicBezTo>
                        <a:pt x="1289" y="639"/>
                        <a:pt x="1329" y="620"/>
                        <a:pt x="1363" y="593"/>
                      </a:cubicBezTo>
                      <a:cubicBezTo>
                        <a:pt x="1373" y="610"/>
                        <a:pt x="1381" y="629"/>
                        <a:pt x="1389" y="647"/>
                      </a:cubicBezTo>
                      <a:cubicBezTo>
                        <a:pt x="1420" y="713"/>
                        <a:pt x="1442" y="784"/>
                        <a:pt x="1454" y="857"/>
                      </a:cubicBezTo>
                      <a:close/>
                      <a:moveTo>
                        <a:pt x="717" y="429"/>
                      </a:moveTo>
                      <a:cubicBezTo>
                        <a:pt x="712" y="423"/>
                        <a:pt x="707" y="416"/>
                        <a:pt x="703" y="411"/>
                      </a:cubicBezTo>
                      <a:cubicBezTo>
                        <a:pt x="682" y="383"/>
                        <a:pt x="666" y="353"/>
                        <a:pt x="658" y="325"/>
                      </a:cubicBezTo>
                      <a:cubicBezTo>
                        <a:pt x="736" y="293"/>
                        <a:pt x="818" y="275"/>
                        <a:pt x="901" y="270"/>
                      </a:cubicBezTo>
                      <a:cubicBezTo>
                        <a:pt x="837" y="313"/>
                        <a:pt x="776" y="366"/>
                        <a:pt x="717" y="429"/>
                      </a:cubicBezTo>
                      <a:close/>
                      <a:moveTo>
                        <a:pt x="981" y="315"/>
                      </a:moveTo>
                      <a:cubicBezTo>
                        <a:pt x="908" y="556"/>
                        <a:pt x="908" y="556"/>
                        <a:pt x="908" y="556"/>
                      </a:cubicBezTo>
                      <a:cubicBezTo>
                        <a:pt x="858" y="536"/>
                        <a:pt x="814" y="512"/>
                        <a:pt x="776" y="483"/>
                      </a:cubicBezTo>
                      <a:cubicBezTo>
                        <a:pt x="801" y="456"/>
                        <a:pt x="827" y="432"/>
                        <a:pt x="853" y="409"/>
                      </a:cubicBezTo>
                      <a:cubicBezTo>
                        <a:pt x="894" y="372"/>
                        <a:pt x="937" y="340"/>
                        <a:pt x="981" y="315"/>
                      </a:cubicBezTo>
                      <a:close/>
                      <a:moveTo>
                        <a:pt x="664" y="488"/>
                      </a:moveTo>
                      <a:cubicBezTo>
                        <a:pt x="604" y="561"/>
                        <a:pt x="550" y="643"/>
                        <a:pt x="500" y="732"/>
                      </a:cubicBezTo>
                      <a:cubicBezTo>
                        <a:pt x="475" y="709"/>
                        <a:pt x="453" y="685"/>
                        <a:pt x="433" y="659"/>
                      </a:cubicBezTo>
                      <a:cubicBezTo>
                        <a:pt x="400" y="617"/>
                        <a:pt x="376" y="573"/>
                        <a:pt x="361" y="528"/>
                      </a:cubicBezTo>
                      <a:cubicBezTo>
                        <a:pt x="420" y="466"/>
                        <a:pt x="487" y="413"/>
                        <a:pt x="560" y="372"/>
                      </a:cubicBezTo>
                      <a:cubicBezTo>
                        <a:pt x="568" y="368"/>
                        <a:pt x="576" y="364"/>
                        <a:pt x="585" y="360"/>
                      </a:cubicBezTo>
                      <a:cubicBezTo>
                        <a:pt x="596" y="394"/>
                        <a:pt x="615" y="429"/>
                        <a:pt x="639" y="460"/>
                      </a:cubicBezTo>
                      <a:cubicBezTo>
                        <a:pt x="647" y="470"/>
                        <a:pt x="655" y="479"/>
                        <a:pt x="664" y="488"/>
                      </a:cubicBezTo>
                      <a:close/>
                      <a:moveTo>
                        <a:pt x="724" y="543"/>
                      </a:moveTo>
                      <a:cubicBezTo>
                        <a:pt x="769" y="579"/>
                        <a:pt x="823" y="609"/>
                        <a:pt x="884" y="632"/>
                      </a:cubicBezTo>
                      <a:cubicBezTo>
                        <a:pt x="799" y="909"/>
                        <a:pt x="799" y="909"/>
                        <a:pt x="799" y="909"/>
                      </a:cubicBezTo>
                      <a:cubicBezTo>
                        <a:pt x="709" y="879"/>
                        <a:pt x="630" y="835"/>
                        <a:pt x="563" y="785"/>
                      </a:cubicBezTo>
                      <a:cubicBezTo>
                        <a:pt x="611" y="696"/>
                        <a:pt x="665" y="614"/>
                        <a:pt x="724" y="543"/>
                      </a:cubicBezTo>
                      <a:close/>
                      <a:moveTo>
                        <a:pt x="961" y="655"/>
                      </a:moveTo>
                      <a:cubicBezTo>
                        <a:pt x="1024" y="670"/>
                        <a:pt x="1087" y="674"/>
                        <a:pt x="1145" y="670"/>
                      </a:cubicBezTo>
                      <a:cubicBezTo>
                        <a:pt x="1146" y="679"/>
                        <a:pt x="1147" y="686"/>
                        <a:pt x="1147" y="694"/>
                      </a:cubicBezTo>
                      <a:cubicBezTo>
                        <a:pt x="1154" y="778"/>
                        <a:pt x="1152" y="867"/>
                        <a:pt x="1143" y="960"/>
                      </a:cubicBezTo>
                      <a:cubicBezTo>
                        <a:pt x="1059" y="965"/>
                        <a:pt x="968" y="956"/>
                        <a:pt x="876" y="932"/>
                      </a:cubicBezTo>
                      <a:cubicBezTo>
                        <a:pt x="961" y="655"/>
                        <a:pt x="961" y="655"/>
                        <a:pt x="961" y="655"/>
                      </a:cubicBezTo>
                      <a:cubicBezTo>
                        <a:pt x="961" y="655"/>
                        <a:pt x="961" y="655"/>
                        <a:pt x="961" y="655"/>
                      </a:cubicBezTo>
                      <a:close/>
                      <a:moveTo>
                        <a:pt x="1151" y="346"/>
                      </a:moveTo>
                      <a:cubicBezTo>
                        <a:pt x="1217" y="396"/>
                        <a:pt x="1274" y="456"/>
                        <a:pt x="1321" y="524"/>
                      </a:cubicBezTo>
                      <a:cubicBezTo>
                        <a:pt x="1295" y="546"/>
                        <a:pt x="1262" y="564"/>
                        <a:pt x="1223" y="575"/>
                      </a:cubicBezTo>
                      <a:cubicBezTo>
                        <a:pt x="1220" y="576"/>
                        <a:pt x="1218" y="577"/>
                        <a:pt x="1215" y="577"/>
                      </a:cubicBezTo>
                      <a:cubicBezTo>
                        <a:pt x="1210" y="552"/>
                        <a:pt x="1205" y="527"/>
                        <a:pt x="1200" y="503"/>
                      </a:cubicBezTo>
                      <a:cubicBezTo>
                        <a:pt x="1188" y="448"/>
                        <a:pt x="1171" y="395"/>
                        <a:pt x="1151" y="346"/>
                      </a:cubicBezTo>
                      <a:close/>
                      <a:moveTo>
                        <a:pt x="1382" y="423"/>
                      </a:moveTo>
                      <a:cubicBezTo>
                        <a:pt x="1381" y="430"/>
                        <a:pt x="1380" y="436"/>
                        <a:pt x="1378" y="441"/>
                      </a:cubicBezTo>
                      <a:cubicBezTo>
                        <a:pt x="1378" y="442"/>
                        <a:pt x="1377" y="444"/>
                        <a:pt x="1377" y="445"/>
                      </a:cubicBezTo>
                      <a:cubicBezTo>
                        <a:pt x="1377" y="446"/>
                        <a:pt x="1376" y="448"/>
                        <a:pt x="1375" y="449"/>
                      </a:cubicBezTo>
                      <a:cubicBezTo>
                        <a:pt x="1374" y="452"/>
                        <a:pt x="1373" y="455"/>
                        <a:pt x="1372" y="458"/>
                      </a:cubicBezTo>
                      <a:cubicBezTo>
                        <a:pt x="1347" y="423"/>
                        <a:pt x="1320" y="391"/>
                        <a:pt x="1290" y="362"/>
                      </a:cubicBezTo>
                      <a:cubicBezTo>
                        <a:pt x="1323" y="380"/>
                        <a:pt x="1354" y="400"/>
                        <a:pt x="1382" y="423"/>
                      </a:cubicBezTo>
                      <a:close/>
                      <a:moveTo>
                        <a:pt x="1326" y="247"/>
                      </a:moveTo>
                      <a:cubicBezTo>
                        <a:pt x="1328" y="249"/>
                        <a:pt x="1330" y="251"/>
                        <a:pt x="1331" y="254"/>
                      </a:cubicBezTo>
                      <a:cubicBezTo>
                        <a:pt x="1347" y="273"/>
                        <a:pt x="1359" y="293"/>
                        <a:pt x="1368" y="314"/>
                      </a:cubicBezTo>
                      <a:cubicBezTo>
                        <a:pt x="1320" y="283"/>
                        <a:pt x="1268" y="258"/>
                        <a:pt x="1213" y="238"/>
                      </a:cubicBezTo>
                      <a:cubicBezTo>
                        <a:pt x="1251" y="236"/>
                        <a:pt x="1289" y="239"/>
                        <a:pt x="1326" y="247"/>
                      </a:cubicBezTo>
                      <a:close/>
                      <a:moveTo>
                        <a:pt x="1123" y="129"/>
                      </a:moveTo>
                      <a:cubicBezTo>
                        <a:pt x="1147" y="138"/>
                        <a:pt x="1172" y="148"/>
                        <a:pt x="1195" y="159"/>
                      </a:cubicBezTo>
                      <a:cubicBezTo>
                        <a:pt x="1166" y="161"/>
                        <a:pt x="1137" y="166"/>
                        <a:pt x="1108" y="175"/>
                      </a:cubicBezTo>
                      <a:cubicBezTo>
                        <a:pt x="1123" y="129"/>
                        <a:pt x="1123" y="129"/>
                        <a:pt x="1123" y="129"/>
                      </a:cubicBezTo>
                      <a:cubicBezTo>
                        <a:pt x="1123" y="129"/>
                        <a:pt x="1123" y="129"/>
                        <a:pt x="1123" y="129"/>
                      </a:cubicBezTo>
                      <a:close/>
                      <a:moveTo>
                        <a:pt x="1135" y="590"/>
                      </a:moveTo>
                      <a:cubicBezTo>
                        <a:pt x="1088" y="594"/>
                        <a:pt x="1037" y="590"/>
                        <a:pt x="984" y="579"/>
                      </a:cubicBezTo>
                      <a:cubicBezTo>
                        <a:pt x="1058" y="337"/>
                        <a:pt x="1058" y="337"/>
                        <a:pt x="1058" y="337"/>
                      </a:cubicBezTo>
                      <a:cubicBezTo>
                        <a:pt x="1094" y="410"/>
                        <a:pt x="1119" y="496"/>
                        <a:pt x="1135" y="590"/>
                      </a:cubicBezTo>
                      <a:close/>
                      <a:moveTo>
                        <a:pt x="1045" y="105"/>
                      </a:moveTo>
                      <a:cubicBezTo>
                        <a:pt x="1031" y="150"/>
                        <a:pt x="1031" y="150"/>
                        <a:pt x="1031" y="150"/>
                      </a:cubicBezTo>
                      <a:cubicBezTo>
                        <a:pt x="1012" y="129"/>
                        <a:pt x="991" y="109"/>
                        <a:pt x="968" y="90"/>
                      </a:cubicBezTo>
                      <a:cubicBezTo>
                        <a:pt x="994" y="94"/>
                        <a:pt x="1019" y="98"/>
                        <a:pt x="1045" y="105"/>
                      </a:cubicBezTo>
                      <a:close/>
                      <a:moveTo>
                        <a:pt x="809" y="90"/>
                      </a:moveTo>
                      <a:cubicBezTo>
                        <a:pt x="810" y="91"/>
                        <a:pt x="810" y="91"/>
                        <a:pt x="811" y="91"/>
                      </a:cubicBezTo>
                      <a:cubicBezTo>
                        <a:pt x="811" y="90"/>
                        <a:pt x="811" y="90"/>
                        <a:pt x="811" y="90"/>
                      </a:cubicBezTo>
                      <a:cubicBezTo>
                        <a:pt x="811" y="90"/>
                        <a:pt x="811" y="90"/>
                        <a:pt x="811" y="90"/>
                      </a:cubicBezTo>
                      <a:cubicBezTo>
                        <a:pt x="811" y="91"/>
                        <a:pt x="811" y="91"/>
                        <a:pt x="811" y="91"/>
                      </a:cubicBezTo>
                      <a:cubicBezTo>
                        <a:pt x="845" y="104"/>
                        <a:pt x="879" y="123"/>
                        <a:pt x="909" y="146"/>
                      </a:cubicBezTo>
                      <a:cubicBezTo>
                        <a:pt x="851" y="132"/>
                        <a:pt x="793" y="125"/>
                        <a:pt x="736" y="124"/>
                      </a:cubicBezTo>
                      <a:cubicBezTo>
                        <a:pt x="757" y="111"/>
                        <a:pt x="781" y="99"/>
                        <a:pt x="809" y="90"/>
                      </a:cubicBezTo>
                      <a:close/>
                      <a:moveTo>
                        <a:pt x="655" y="226"/>
                      </a:moveTo>
                      <a:cubicBezTo>
                        <a:pt x="656" y="225"/>
                        <a:pt x="656" y="224"/>
                        <a:pt x="656" y="223"/>
                      </a:cubicBezTo>
                      <a:cubicBezTo>
                        <a:pt x="657" y="221"/>
                        <a:pt x="658" y="218"/>
                        <a:pt x="659" y="215"/>
                      </a:cubicBezTo>
                      <a:cubicBezTo>
                        <a:pt x="660" y="212"/>
                        <a:pt x="661" y="209"/>
                        <a:pt x="662" y="206"/>
                      </a:cubicBezTo>
                      <a:cubicBezTo>
                        <a:pt x="700" y="203"/>
                        <a:pt x="738" y="203"/>
                        <a:pt x="777" y="206"/>
                      </a:cubicBezTo>
                      <a:cubicBezTo>
                        <a:pt x="734" y="214"/>
                        <a:pt x="693" y="226"/>
                        <a:pt x="652" y="242"/>
                      </a:cubicBezTo>
                      <a:cubicBezTo>
                        <a:pt x="653" y="237"/>
                        <a:pt x="654" y="231"/>
                        <a:pt x="655" y="226"/>
                      </a:cubicBezTo>
                      <a:close/>
                      <a:moveTo>
                        <a:pt x="622" y="99"/>
                      </a:moveTo>
                      <a:cubicBezTo>
                        <a:pt x="630" y="97"/>
                        <a:pt x="638" y="95"/>
                        <a:pt x="646" y="93"/>
                      </a:cubicBezTo>
                      <a:cubicBezTo>
                        <a:pt x="637" y="101"/>
                        <a:pt x="629" y="111"/>
                        <a:pt x="621" y="121"/>
                      </a:cubicBezTo>
                      <a:cubicBezTo>
                        <a:pt x="606" y="126"/>
                        <a:pt x="591" y="131"/>
                        <a:pt x="576" y="137"/>
                      </a:cubicBezTo>
                      <a:cubicBezTo>
                        <a:pt x="550" y="142"/>
                        <a:pt x="523" y="148"/>
                        <a:pt x="498" y="155"/>
                      </a:cubicBezTo>
                      <a:cubicBezTo>
                        <a:pt x="533" y="132"/>
                        <a:pt x="575" y="114"/>
                        <a:pt x="622" y="99"/>
                      </a:cubicBezTo>
                      <a:close/>
                      <a:moveTo>
                        <a:pt x="342" y="383"/>
                      </a:moveTo>
                      <a:cubicBezTo>
                        <a:pt x="344" y="367"/>
                        <a:pt x="348" y="349"/>
                        <a:pt x="352" y="333"/>
                      </a:cubicBezTo>
                      <a:cubicBezTo>
                        <a:pt x="354" y="328"/>
                        <a:pt x="355" y="324"/>
                        <a:pt x="357" y="319"/>
                      </a:cubicBezTo>
                      <a:cubicBezTo>
                        <a:pt x="361" y="310"/>
                        <a:pt x="365" y="301"/>
                        <a:pt x="370" y="291"/>
                      </a:cubicBezTo>
                      <a:cubicBezTo>
                        <a:pt x="434" y="258"/>
                        <a:pt x="504" y="234"/>
                        <a:pt x="574" y="219"/>
                      </a:cubicBezTo>
                      <a:cubicBezTo>
                        <a:pt x="573" y="223"/>
                        <a:pt x="572" y="228"/>
                        <a:pt x="571" y="234"/>
                      </a:cubicBezTo>
                      <a:cubicBezTo>
                        <a:pt x="569" y="248"/>
                        <a:pt x="568" y="262"/>
                        <a:pt x="569" y="277"/>
                      </a:cubicBezTo>
                      <a:cubicBezTo>
                        <a:pt x="553" y="285"/>
                        <a:pt x="536" y="293"/>
                        <a:pt x="520" y="303"/>
                      </a:cubicBezTo>
                      <a:cubicBezTo>
                        <a:pt x="457" y="338"/>
                        <a:pt x="396" y="383"/>
                        <a:pt x="341" y="435"/>
                      </a:cubicBezTo>
                      <a:cubicBezTo>
                        <a:pt x="340" y="417"/>
                        <a:pt x="340" y="400"/>
                        <a:pt x="342" y="383"/>
                      </a:cubicBezTo>
                      <a:close/>
                      <a:moveTo>
                        <a:pt x="124" y="625"/>
                      </a:moveTo>
                      <a:cubicBezTo>
                        <a:pt x="124" y="625"/>
                        <a:pt x="124" y="625"/>
                        <a:pt x="124" y="625"/>
                      </a:cubicBezTo>
                      <a:cubicBezTo>
                        <a:pt x="125" y="624"/>
                        <a:pt x="125" y="624"/>
                        <a:pt x="125" y="624"/>
                      </a:cubicBezTo>
                      <a:cubicBezTo>
                        <a:pt x="127" y="614"/>
                        <a:pt x="130" y="606"/>
                        <a:pt x="133" y="597"/>
                      </a:cubicBezTo>
                      <a:cubicBezTo>
                        <a:pt x="163" y="510"/>
                        <a:pt x="208" y="432"/>
                        <a:pt x="263" y="365"/>
                      </a:cubicBezTo>
                      <a:cubicBezTo>
                        <a:pt x="260" y="388"/>
                        <a:pt x="259" y="411"/>
                        <a:pt x="260" y="435"/>
                      </a:cubicBezTo>
                      <a:cubicBezTo>
                        <a:pt x="261" y="459"/>
                        <a:pt x="265" y="483"/>
                        <a:pt x="271" y="508"/>
                      </a:cubicBezTo>
                      <a:cubicBezTo>
                        <a:pt x="206" y="582"/>
                        <a:pt x="153" y="668"/>
                        <a:pt x="111" y="763"/>
                      </a:cubicBezTo>
                      <a:cubicBezTo>
                        <a:pt x="107" y="716"/>
                        <a:pt x="111" y="669"/>
                        <a:pt x="124" y="625"/>
                      </a:cubicBezTo>
                      <a:close/>
                      <a:moveTo>
                        <a:pt x="292" y="1361"/>
                      </a:moveTo>
                      <a:cubicBezTo>
                        <a:pt x="208" y="1270"/>
                        <a:pt x="148" y="1159"/>
                        <a:pt x="116" y="1039"/>
                      </a:cubicBezTo>
                      <a:cubicBezTo>
                        <a:pt x="117" y="1031"/>
                        <a:pt x="118" y="1024"/>
                        <a:pt x="120" y="1017"/>
                      </a:cubicBezTo>
                      <a:cubicBezTo>
                        <a:pt x="131" y="1035"/>
                        <a:pt x="144" y="1052"/>
                        <a:pt x="158" y="1071"/>
                      </a:cubicBezTo>
                      <a:cubicBezTo>
                        <a:pt x="201" y="1126"/>
                        <a:pt x="255" y="1180"/>
                        <a:pt x="317" y="1228"/>
                      </a:cubicBezTo>
                      <a:cubicBezTo>
                        <a:pt x="306" y="1273"/>
                        <a:pt x="299" y="1318"/>
                        <a:pt x="292" y="1361"/>
                      </a:cubicBezTo>
                      <a:close/>
                      <a:moveTo>
                        <a:pt x="355" y="1078"/>
                      </a:moveTo>
                      <a:cubicBezTo>
                        <a:pt x="349" y="1099"/>
                        <a:pt x="343" y="1120"/>
                        <a:pt x="338" y="1142"/>
                      </a:cubicBezTo>
                      <a:cubicBezTo>
                        <a:pt x="293" y="1104"/>
                        <a:pt x="254" y="1064"/>
                        <a:pt x="221" y="1022"/>
                      </a:cubicBezTo>
                      <a:cubicBezTo>
                        <a:pt x="191" y="981"/>
                        <a:pt x="166" y="940"/>
                        <a:pt x="148" y="898"/>
                      </a:cubicBezTo>
                      <a:cubicBezTo>
                        <a:pt x="148" y="897"/>
                        <a:pt x="148" y="896"/>
                        <a:pt x="149" y="895"/>
                      </a:cubicBezTo>
                      <a:cubicBezTo>
                        <a:pt x="152" y="885"/>
                        <a:pt x="155" y="875"/>
                        <a:pt x="158" y="864"/>
                      </a:cubicBezTo>
                      <a:cubicBezTo>
                        <a:pt x="193" y="765"/>
                        <a:pt x="242" y="675"/>
                        <a:pt x="301" y="597"/>
                      </a:cubicBezTo>
                      <a:cubicBezTo>
                        <a:pt x="319" y="636"/>
                        <a:pt x="342" y="672"/>
                        <a:pt x="369" y="708"/>
                      </a:cubicBezTo>
                      <a:cubicBezTo>
                        <a:pt x="395" y="743"/>
                        <a:pt x="427" y="776"/>
                        <a:pt x="462" y="806"/>
                      </a:cubicBezTo>
                      <a:cubicBezTo>
                        <a:pt x="427" y="880"/>
                        <a:pt x="395" y="957"/>
                        <a:pt x="369" y="1038"/>
                      </a:cubicBezTo>
                      <a:cubicBezTo>
                        <a:pt x="365" y="1051"/>
                        <a:pt x="360" y="1065"/>
                        <a:pt x="355" y="1078"/>
                      </a:cubicBezTo>
                      <a:close/>
                      <a:moveTo>
                        <a:pt x="599" y="1564"/>
                      </a:moveTo>
                      <a:cubicBezTo>
                        <a:pt x="511" y="1533"/>
                        <a:pt x="432" y="1487"/>
                        <a:pt x="365" y="1430"/>
                      </a:cubicBezTo>
                      <a:cubicBezTo>
                        <a:pt x="371" y="1381"/>
                        <a:pt x="378" y="1330"/>
                        <a:pt x="388" y="1279"/>
                      </a:cubicBezTo>
                      <a:cubicBezTo>
                        <a:pt x="466" y="1329"/>
                        <a:pt x="553" y="1371"/>
                        <a:pt x="648" y="1404"/>
                      </a:cubicBezTo>
                      <a:cubicBezTo>
                        <a:pt x="599" y="1564"/>
                        <a:pt x="599" y="1564"/>
                        <a:pt x="599" y="1564"/>
                      </a:cubicBezTo>
                      <a:cubicBezTo>
                        <a:pt x="599" y="1564"/>
                        <a:pt x="599" y="1564"/>
                        <a:pt x="599" y="1564"/>
                      </a:cubicBezTo>
                      <a:close/>
                      <a:moveTo>
                        <a:pt x="408" y="1195"/>
                      </a:moveTo>
                      <a:cubicBezTo>
                        <a:pt x="415" y="1164"/>
                        <a:pt x="423" y="1133"/>
                        <a:pt x="433" y="1101"/>
                      </a:cubicBezTo>
                      <a:cubicBezTo>
                        <a:pt x="437" y="1089"/>
                        <a:pt x="441" y="1076"/>
                        <a:pt x="445" y="1063"/>
                      </a:cubicBezTo>
                      <a:cubicBezTo>
                        <a:pt x="469" y="991"/>
                        <a:pt x="497" y="922"/>
                        <a:pt x="526" y="858"/>
                      </a:cubicBezTo>
                      <a:cubicBezTo>
                        <a:pt x="599" y="910"/>
                        <a:pt x="683" y="954"/>
                        <a:pt x="776" y="986"/>
                      </a:cubicBezTo>
                      <a:cubicBezTo>
                        <a:pt x="671" y="1327"/>
                        <a:pt x="671" y="1327"/>
                        <a:pt x="671" y="1327"/>
                      </a:cubicBezTo>
                      <a:cubicBezTo>
                        <a:pt x="572" y="1293"/>
                        <a:pt x="483" y="1247"/>
                        <a:pt x="408" y="1195"/>
                      </a:cubicBezTo>
                      <a:close/>
                      <a:moveTo>
                        <a:pt x="947" y="1605"/>
                      </a:moveTo>
                      <a:cubicBezTo>
                        <a:pt x="858" y="1615"/>
                        <a:pt x="767" y="1610"/>
                        <a:pt x="676" y="1588"/>
                      </a:cubicBezTo>
                      <a:cubicBezTo>
                        <a:pt x="726" y="1427"/>
                        <a:pt x="726" y="1427"/>
                        <a:pt x="726" y="1427"/>
                      </a:cubicBezTo>
                      <a:cubicBezTo>
                        <a:pt x="823" y="1453"/>
                        <a:pt x="919" y="1466"/>
                        <a:pt x="1012" y="1467"/>
                      </a:cubicBezTo>
                      <a:cubicBezTo>
                        <a:pt x="992" y="1515"/>
                        <a:pt x="970" y="1561"/>
                        <a:pt x="947" y="1605"/>
                      </a:cubicBezTo>
                      <a:close/>
                      <a:moveTo>
                        <a:pt x="748" y="1350"/>
                      </a:moveTo>
                      <a:cubicBezTo>
                        <a:pt x="853" y="1010"/>
                        <a:pt x="853" y="1010"/>
                        <a:pt x="853" y="1010"/>
                      </a:cubicBezTo>
                      <a:cubicBezTo>
                        <a:pt x="949" y="1034"/>
                        <a:pt x="1043" y="1044"/>
                        <a:pt x="1133" y="1040"/>
                      </a:cubicBezTo>
                      <a:cubicBezTo>
                        <a:pt x="1119" y="1123"/>
                        <a:pt x="1100" y="1208"/>
                        <a:pt x="1074" y="1293"/>
                      </a:cubicBezTo>
                      <a:cubicBezTo>
                        <a:pt x="1070" y="1306"/>
                        <a:pt x="1066" y="1320"/>
                        <a:pt x="1062" y="1332"/>
                      </a:cubicBezTo>
                      <a:cubicBezTo>
                        <a:pt x="1056" y="1350"/>
                        <a:pt x="1050" y="1368"/>
                        <a:pt x="1043" y="1387"/>
                      </a:cubicBezTo>
                      <a:cubicBezTo>
                        <a:pt x="950" y="1389"/>
                        <a:pt x="849" y="1376"/>
                        <a:pt x="748" y="1350"/>
                      </a:cubicBezTo>
                      <a:close/>
                      <a:moveTo>
                        <a:pt x="1373" y="1415"/>
                      </a:moveTo>
                      <a:cubicBezTo>
                        <a:pt x="1279" y="1498"/>
                        <a:pt x="1166" y="1557"/>
                        <a:pt x="1046" y="1587"/>
                      </a:cubicBezTo>
                      <a:cubicBezTo>
                        <a:pt x="1065" y="1547"/>
                        <a:pt x="1084" y="1506"/>
                        <a:pt x="1100" y="1464"/>
                      </a:cubicBezTo>
                      <a:cubicBezTo>
                        <a:pt x="1167" y="1459"/>
                        <a:pt x="1231" y="1448"/>
                        <a:pt x="1291" y="1429"/>
                      </a:cubicBezTo>
                      <a:cubicBezTo>
                        <a:pt x="1323" y="1420"/>
                        <a:pt x="1353" y="1409"/>
                        <a:pt x="1381" y="1396"/>
                      </a:cubicBezTo>
                      <a:cubicBezTo>
                        <a:pt x="1378" y="1403"/>
                        <a:pt x="1376" y="1409"/>
                        <a:pt x="1373" y="1415"/>
                      </a:cubicBezTo>
                      <a:close/>
                      <a:moveTo>
                        <a:pt x="1426" y="1280"/>
                      </a:moveTo>
                      <a:cubicBezTo>
                        <a:pt x="1425" y="1280"/>
                        <a:pt x="1425" y="1281"/>
                        <a:pt x="1425" y="1282"/>
                      </a:cubicBezTo>
                      <a:cubicBezTo>
                        <a:pt x="1379" y="1311"/>
                        <a:pt x="1327" y="1335"/>
                        <a:pt x="1268" y="1352"/>
                      </a:cubicBezTo>
                      <a:cubicBezTo>
                        <a:pt x="1225" y="1365"/>
                        <a:pt x="1179" y="1374"/>
                        <a:pt x="1131" y="1381"/>
                      </a:cubicBezTo>
                      <a:cubicBezTo>
                        <a:pt x="1134" y="1372"/>
                        <a:pt x="1136" y="1365"/>
                        <a:pt x="1139" y="1357"/>
                      </a:cubicBezTo>
                      <a:cubicBezTo>
                        <a:pt x="1143" y="1344"/>
                        <a:pt x="1147" y="1331"/>
                        <a:pt x="1151" y="1317"/>
                      </a:cubicBezTo>
                      <a:cubicBezTo>
                        <a:pt x="1181" y="1221"/>
                        <a:pt x="1201" y="1126"/>
                        <a:pt x="1215" y="1033"/>
                      </a:cubicBezTo>
                      <a:cubicBezTo>
                        <a:pt x="1252" y="1028"/>
                        <a:pt x="1288" y="1020"/>
                        <a:pt x="1323" y="1010"/>
                      </a:cubicBezTo>
                      <a:cubicBezTo>
                        <a:pt x="1374" y="994"/>
                        <a:pt x="1422" y="974"/>
                        <a:pt x="1465" y="948"/>
                      </a:cubicBezTo>
                      <a:cubicBezTo>
                        <a:pt x="1472" y="1055"/>
                        <a:pt x="1460" y="1168"/>
                        <a:pt x="1426" y="1280"/>
                      </a:cubicBezTo>
                      <a:close/>
                      <a:moveTo>
                        <a:pt x="1463" y="613"/>
                      </a:moveTo>
                      <a:cubicBezTo>
                        <a:pt x="1451" y="586"/>
                        <a:pt x="1437" y="560"/>
                        <a:pt x="1421" y="533"/>
                      </a:cubicBezTo>
                      <a:cubicBezTo>
                        <a:pt x="1429" y="522"/>
                        <a:pt x="1437" y="510"/>
                        <a:pt x="1443" y="497"/>
                      </a:cubicBezTo>
                      <a:cubicBezTo>
                        <a:pt x="1446" y="492"/>
                        <a:pt x="1448" y="487"/>
                        <a:pt x="1449" y="482"/>
                      </a:cubicBezTo>
                      <a:cubicBezTo>
                        <a:pt x="1500" y="533"/>
                        <a:pt x="1544" y="591"/>
                        <a:pt x="1579" y="655"/>
                      </a:cubicBezTo>
                      <a:cubicBezTo>
                        <a:pt x="1577" y="670"/>
                        <a:pt x="1574" y="685"/>
                        <a:pt x="1569" y="700"/>
                      </a:cubicBezTo>
                      <a:cubicBezTo>
                        <a:pt x="1567" y="705"/>
                        <a:pt x="1566" y="709"/>
                        <a:pt x="1564" y="714"/>
                      </a:cubicBezTo>
                      <a:cubicBezTo>
                        <a:pt x="1560" y="725"/>
                        <a:pt x="1555" y="736"/>
                        <a:pt x="1549" y="748"/>
                      </a:cubicBezTo>
                      <a:cubicBezTo>
                        <a:pt x="1542" y="763"/>
                        <a:pt x="1533" y="776"/>
                        <a:pt x="1522" y="789"/>
                      </a:cubicBezTo>
                      <a:cubicBezTo>
                        <a:pt x="1509" y="728"/>
                        <a:pt x="1489" y="669"/>
                        <a:pt x="1463" y="613"/>
                      </a:cubicBezTo>
                      <a:close/>
                      <a:moveTo>
                        <a:pt x="1596" y="1068"/>
                      </a:moveTo>
                      <a:cubicBezTo>
                        <a:pt x="1593" y="1077"/>
                        <a:pt x="1590" y="1086"/>
                        <a:pt x="1587" y="1095"/>
                      </a:cubicBezTo>
                      <a:cubicBezTo>
                        <a:pt x="1590" y="1086"/>
                        <a:pt x="1593" y="1078"/>
                        <a:pt x="1595" y="1069"/>
                      </a:cubicBezTo>
                      <a:cubicBezTo>
                        <a:pt x="1595" y="1069"/>
                        <a:pt x="1595" y="1069"/>
                        <a:pt x="1595" y="1069"/>
                      </a:cubicBezTo>
                      <a:cubicBezTo>
                        <a:pt x="1594" y="1075"/>
                        <a:pt x="1592" y="1080"/>
                        <a:pt x="1590" y="1086"/>
                      </a:cubicBezTo>
                      <a:cubicBezTo>
                        <a:pt x="1577" y="1123"/>
                        <a:pt x="1556" y="1157"/>
                        <a:pt x="1531" y="1188"/>
                      </a:cubicBezTo>
                      <a:cubicBezTo>
                        <a:pt x="1549" y="1088"/>
                        <a:pt x="1552" y="987"/>
                        <a:pt x="1541" y="890"/>
                      </a:cubicBezTo>
                      <a:cubicBezTo>
                        <a:pt x="1558" y="874"/>
                        <a:pt x="1575" y="855"/>
                        <a:pt x="1589" y="836"/>
                      </a:cubicBezTo>
                      <a:cubicBezTo>
                        <a:pt x="1603" y="818"/>
                        <a:pt x="1616" y="797"/>
                        <a:pt x="1626" y="776"/>
                      </a:cubicBezTo>
                      <a:cubicBezTo>
                        <a:pt x="1635" y="872"/>
                        <a:pt x="1626" y="970"/>
                        <a:pt x="1596" y="1068"/>
                      </a:cubicBezTo>
                      <a:close/>
                    </a:path>
                  </a:pathLst>
                </a:custGeom>
                <a:solidFill>
                  <a:schemeClr val="tx1"/>
                </a:solidFill>
                <a:ln>
                  <a:noFill/>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000">
                    <a:solidFill>
                      <a:srgbClr val="FFFFFF"/>
                    </a:solidFill>
                    <a:cs typeface="Arial" pitchFamily="34" charset="0"/>
                  </a:endParaRPr>
                </a:p>
              </p:txBody>
            </p:sp>
          </p:grpSp>
          <p:sp>
            <p:nvSpPr>
              <p:cNvPr id="8" name="TextBox 7">
                <a:hlinkClick r:id="rId3"/>
                <a:extLst>
                  <a:ext uri="{FF2B5EF4-FFF2-40B4-BE49-F238E27FC236}">
                    <a16:creationId xmlns:a16="http://schemas.microsoft.com/office/drawing/2014/main" id="{A3D72B44-5716-4BF0-A174-6DBECE5C1906}"/>
                  </a:ext>
                </a:extLst>
              </p:cNvPr>
              <p:cNvSpPr txBox="1"/>
              <p:nvPr/>
            </p:nvSpPr>
            <p:spPr>
              <a:xfrm>
                <a:off x="4072514" y="5255430"/>
                <a:ext cx="1524776"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strike="noStrike" kern="0" cap="none" spc="0" normalizeH="0" baseline="0" noProof="0">
                    <a:ln>
                      <a:noFill/>
                    </a:ln>
                    <a:solidFill>
                      <a:srgbClr val="1F3C88"/>
                    </a:solidFill>
                    <a:effectLst/>
                    <a:uLnTx/>
                    <a:uFillTx/>
                    <a:latin typeface="+mj-lt"/>
                    <a:hlinkClick r:id="rId4">
                      <a:extLst>
                        <a:ext uri="{A12FA001-AC4F-418D-AE19-62706E023703}">
                          <ahyp:hlinkClr xmlns:ahyp="http://schemas.microsoft.com/office/drawing/2018/hyperlinkcolor" val="tx"/>
                        </a:ext>
                      </a:extLst>
                    </a:hlinkClick>
                  </a:rPr>
                  <a:t>www.alepo.com</a:t>
                </a:r>
                <a:endParaRPr kumimoji="0" lang="de-DE" sz="1400" b="0" i="0" strike="noStrike" kern="0" cap="none" spc="0" normalizeH="0" baseline="0" noProof="0">
                  <a:ln>
                    <a:noFill/>
                  </a:ln>
                  <a:solidFill>
                    <a:srgbClr val="1F3C88"/>
                  </a:solidFill>
                  <a:effectLst/>
                  <a:uLnTx/>
                  <a:uFillTx/>
                  <a:latin typeface="+mj-lt"/>
                </a:endParaRPr>
              </a:p>
            </p:txBody>
          </p:sp>
          <p:grpSp>
            <p:nvGrpSpPr>
              <p:cNvPr id="9" name="Group 8">
                <a:extLst>
                  <a:ext uri="{FF2B5EF4-FFF2-40B4-BE49-F238E27FC236}">
                    <a16:creationId xmlns:a16="http://schemas.microsoft.com/office/drawing/2014/main" id="{BEC1058E-DB34-4E17-A68D-73112FEA9CA4}"/>
                  </a:ext>
                </a:extLst>
              </p:cNvPr>
              <p:cNvGrpSpPr/>
              <p:nvPr/>
            </p:nvGrpSpPr>
            <p:grpSpPr>
              <a:xfrm>
                <a:off x="5839103" y="5163834"/>
                <a:ext cx="513793" cy="513793"/>
                <a:chOff x="2946641" y="5057751"/>
                <a:chExt cx="513793" cy="513793"/>
              </a:xfrm>
            </p:grpSpPr>
            <p:sp>
              <p:nvSpPr>
                <p:cNvPr id="10" name="Oval 9">
                  <a:extLst>
                    <a:ext uri="{FF2B5EF4-FFF2-40B4-BE49-F238E27FC236}">
                      <a16:creationId xmlns:a16="http://schemas.microsoft.com/office/drawing/2014/main" id="{68C808A5-47DE-4DC8-A8C7-C5E857CFF501}"/>
                    </a:ext>
                  </a:extLst>
                </p:cNvPr>
                <p:cNvSpPr/>
                <p:nvPr userDrawn="1"/>
              </p:nvSpPr>
              <p:spPr>
                <a:xfrm>
                  <a:off x="2946641" y="5057751"/>
                  <a:ext cx="513793" cy="513793"/>
                </a:xfrm>
                <a:prstGeom prst="ellipse">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Freeform 5">
                  <a:extLst>
                    <a:ext uri="{FF2B5EF4-FFF2-40B4-BE49-F238E27FC236}">
                      <a16:creationId xmlns:a16="http://schemas.microsoft.com/office/drawing/2014/main" id="{BF7E0932-7E7C-4A83-84D3-16F95FF23888}"/>
                    </a:ext>
                  </a:extLst>
                </p:cNvPr>
                <p:cNvSpPr>
                  <a:spLocks noEditPoints="1"/>
                </p:cNvSpPr>
                <p:nvPr userDrawn="1"/>
              </p:nvSpPr>
              <p:spPr bwMode="auto">
                <a:xfrm>
                  <a:off x="3133583" y="5164473"/>
                  <a:ext cx="139909" cy="300349"/>
                </a:xfrm>
                <a:custGeom>
                  <a:avLst/>
                  <a:gdLst>
                    <a:gd name="T0" fmla="*/ 29 w 134"/>
                    <a:gd name="T1" fmla="*/ 56 h 288"/>
                    <a:gd name="T2" fmla="*/ 29 w 134"/>
                    <a:gd name="T3" fmla="*/ 95 h 288"/>
                    <a:gd name="T4" fmla="*/ 0 w 134"/>
                    <a:gd name="T5" fmla="*/ 95 h 288"/>
                    <a:gd name="T6" fmla="*/ 0 w 134"/>
                    <a:gd name="T7" fmla="*/ 144 h 288"/>
                    <a:gd name="T8" fmla="*/ 29 w 134"/>
                    <a:gd name="T9" fmla="*/ 144 h 288"/>
                    <a:gd name="T10" fmla="*/ 29 w 134"/>
                    <a:gd name="T11" fmla="*/ 288 h 288"/>
                    <a:gd name="T12" fmla="*/ 89 w 134"/>
                    <a:gd name="T13" fmla="*/ 288 h 288"/>
                    <a:gd name="T14" fmla="*/ 89 w 134"/>
                    <a:gd name="T15" fmla="*/ 144 h 288"/>
                    <a:gd name="T16" fmla="*/ 129 w 134"/>
                    <a:gd name="T17" fmla="*/ 144 h 288"/>
                    <a:gd name="T18" fmla="*/ 134 w 134"/>
                    <a:gd name="T19" fmla="*/ 95 h 288"/>
                    <a:gd name="T20" fmla="*/ 89 w 134"/>
                    <a:gd name="T21" fmla="*/ 95 h 288"/>
                    <a:gd name="T22" fmla="*/ 89 w 134"/>
                    <a:gd name="T23" fmla="*/ 62 h 288"/>
                    <a:gd name="T24" fmla="*/ 102 w 134"/>
                    <a:gd name="T25" fmla="*/ 50 h 288"/>
                    <a:gd name="T26" fmla="*/ 134 w 134"/>
                    <a:gd name="T27" fmla="*/ 50 h 288"/>
                    <a:gd name="T28" fmla="*/ 134 w 134"/>
                    <a:gd name="T29" fmla="*/ 0 h 288"/>
                    <a:gd name="T30" fmla="*/ 90 w 134"/>
                    <a:gd name="T31" fmla="*/ 0 h 288"/>
                    <a:gd name="T32" fmla="*/ 29 w 134"/>
                    <a:gd name="T33" fmla="*/ 56 h 288"/>
                    <a:gd name="T34" fmla="*/ 29 w 134"/>
                    <a:gd name="T35" fmla="*/ 56 h 288"/>
                    <a:gd name="T36" fmla="*/ 29 w 134"/>
                    <a:gd name="T37" fmla="*/ 5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4" h="288">
                      <a:moveTo>
                        <a:pt x="29" y="56"/>
                      </a:moveTo>
                      <a:cubicBezTo>
                        <a:pt x="29" y="95"/>
                        <a:pt x="29" y="95"/>
                        <a:pt x="29" y="95"/>
                      </a:cubicBezTo>
                      <a:cubicBezTo>
                        <a:pt x="0" y="95"/>
                        <a:pt x="0" y="95"/>
                        <a:pt x="0" y="95"/>
                      </a:cubicBezTo>
                      <a:cubicBezTo>
                        <a:pt x="0" y="144"/>
                        <a:pt x="0" y="144"/>
                        <a:pt x="0" y="144"/>
                      </a:cubicBezTo>
                      <a:cubicBezTo>
                        <a:pt x="29" y="144"/>
                        <a:pt x="29" y="144"/>
                        <a:pt x="29" y="144"/>
                      </a:cubicBezTo>
                      <a:cubicBezTo>
                        <a:pt x="29" y="288"/>
                        <a:pt x="29" y="288"/>
                        <a:pt x="29" y="288"/>
                      </a:cubicBezTo>
                      <a:cubicBezTo>
                        <a:pt x="89" y="288"/>
                        <a:pt x="89" y="288"/>
                        <a:pt x="89" y="288"/>
                      </a:cubicBezTo>
                      <a:cubicBezTo>
                        <a:pt x="89" y="144"/>
                        <a:pt x="89" y="144"/>
                        <a:pt x="89" y="144"/>
                      </a:cubicBezTo>
                      <a:cubicBezTo>
                        <a:pt x="129" y="144"/>
                        <a:pt x="129" y="144"/>
                        <a:pt x="129" y="144"/>
                      </a:cubicBezTo>
                      <a:cubicBezTo>
                        <a:pt x="129" y="144"/>
                        <a:pt x="133" y="121"/>
                        <a:pt x="134" y="95"/>
                      </a:cubicBezTo>
                      <a:cubicBezTo>
                        <a:pt x="89" y="95"/>
                        <a:pt x="89" y="95"/>
                        <a:pt x="89" y="95"/>
                      </a:cubicBezTo>
                      <a:cubicBezTo>
                        <a:pt x="89" y="62"/>
                        <a:pt x="89" y="62"/>
                        <a:pt x="89" y="62"/>
                      </a:cubicBezTo>
                      <a:cubicBezTo>
                        <a:pt x="89" y="57"/>
                        <a:pt x="95" y="50"/>
                        <a:pt x="102" y="50"/>
                      </a:cubicBezTo>
                      <a:cubicBezTo>
                        <a:pt x="134" y="50"/>
                        <a:pt x="134" y="50"/>
                        <a:pt x="134" y="50"/>
                      </a:cubicBezTo>
                      <a:cubicBezTo>
                        <a:pt x="134" y="0"/>
                        <a:pt x="134" y="0"/>
                        <a:pt x="134" y="0"/>
                      </a:cubicBezTo>
                      <a:cubicBezTo>
                        <a:pt x="90" y="0"/>
                        <a:pt x="90" y="0"/>
                        <a:pt x="90" y="0"/>
                      </a:cubicBezTo>
                      <a:cubicBezTo>
                        <a:pt x="28" y="0"/>
                        <a:pt x="29" y="49"/>
                        <a:pt x="29" y="56"/>
                      </a:cubicBezTo>
                      <a:close/>
                      <a:moveTo>
                        <a:pt x="29" y="56"/>
                      </a:moveTo>
                      <a:cubicBezTo>
                        <a:pt x="29" y="56"/>
                        <a:pt x="29" y="56"/>
                        <a:pt x="29" y="56"/>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2800"/>
                </a:p>
              </p:txBody>
            </p:sp>
          </p:grpSp>
          <p:sp>
            <p:nvSpPr>
              <p:cNvPr id="12" name="TextBox 11">
                <a:extLst>
                  <a:ext uri="{FF2B5EF4-FFF2-40B4-BE49-F238E27FC236}">
                    <a16:creationId xmlns:a16="http://schemas.microsoft.com/office/drawing/2014/main" id="{1E414136-E7F3-4732-9ECE-60D5BE49E20D}"/>
                  </a:ext>
                </a:extLst>
              </p:cNvPr>
              <p:cNvSpPr txBox="1"/>
              <p:nvPr/>
            </p:nvSpPr>
            <p:spPr>
              <a:xfrm>
                <a:off x="6420828" y="5255430"/>
                <a:ext cx="1007007"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a:ln>
                      <a:noFill/>
                    </a:ln>
                    <a:solidFill>
                      <a:srgbClr val="1F3C88"/>
                    </a:solidFill>
                    <a:effectLst/>
                    <a:uLnTx/>
                    <a:uFillTx/>
                    <a:latin typeface="+mj-lt"/>
                    <a:hlinkClick r:id="rId5">
                      <a:extLst>
                        <a:ext uri="{A12FA001-AC4F-418D-AE19-62706E023703}">
                          <ahyp:hlinkClr xmlns:ahyp="http://schemas.microsoft.com/office/drawing/2018/hyperlinkcolor" val="tx"/>
                        </a:ext>
                      </a:extLst>
                    </a:hlinkClick>
                  </a:rPr>
                  <a:t>AlepoUSA</a:t>
                </a:r>
                <a:endParaRPr kumimoji="0" lang="de-DE" sz="1400" b="0" i="0" u="none" strike="noStrike" kern="0" cap="none" spc="0" normalizeH="0" baseline="0" noProof="0">
                  <a:ln>
                    <a:noFill/>
                  </a:ln>
                  <a:solidFill>
                    <a:srgbClr val="1F3C88"/>
                  </a:solidFill>
                  <a:effectLst/>
                  <a:uLnTx/>
                  <a:uFillTx/>
                  <a:latin typeface="+mj-lt"/>
                </a:endParaRPr>
              </a:p>
            </p:txBody>
          </p:sp>
          <p:grpSp>
            <p:nvGrpSpPr>
              <p:cNvPr id="13" name="Group 12">
                <a:extLst>
                  <a:ext uri="{FF2B5EF4-FFF2-40B4-BE49-F238E27FC236}">
                    <a16:creationId xmlns:a16="http://schemas.microsoft.com/office/drawing/2014/main" id="{2781B91E-490C-4757-90E8-4023FF4BE448}"/>
                  </a:ext>
                </a:extLst>
              </p:cNvPr>
              <p:cNvGrpSpPr/>
              <p:nvPr/>
            </p:nvGrpSpPr>
            <p:grpSpPr>
              <a:xfrm>
                <a:off x="7664100" y="5163834"/>
                <a:ext cx="513793" cy="513793"/>
                <a:chOff x="4771638" y="5057751"/>
                <a:chExt cx="513793" cy="513793"/>
              </a:xfrm>
            </p:grpSpPr>
            <p:sp>
              <p:nvSpPr>
                <p:cNvPr id="14" name="Oval 13">
                  <a:extLst>
                    <a:ext uri="{FF2B5EF4-FFF2-40B4-BE49-F238E27FC236}">
                      <a16:creationId xmlns:a16="http://schemas.microsoft.com/office/drawing/2014/main" id="{6E78F554-39FD-4099-A08E-D027C73AD20F}"/>
                    </a:ext>
                  </a:extLst>
                </p:cNvPr>
                <p:cNvSpPr/>
                <p:nvPr userDrawn="1"/>
              </p:nvSpPr>
              <p:spPr>
                <a:xfrm>
                  <a:off x="4771638" y="5057751"/>
                  <a:ext cx="513793" cy="513793"/>
                </a:xfrm>
                <a:prstGeom prst="ellipse">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Freeform 13">
                  <a:extLst>
                    <a:ext uri="{FF2B5EF4-FFF2-40B4-BE49-F238E27FC236}">
                      <a16:creationId xmlns:a16="http://schemas.microsoft.com/office/drawing/2014/main" id="{DE5E0232-F51C-4E6F-9938-81B23F1FBE2E}"/>
                    </a:ext>
                  </a:extLst>
                </p:cNvPr>
                <p:cNvSpPr>
                  <a:spLocks noEditPoints="1"/>
                </p:cNvSpPr>
                <p:nvPr userDrawn="1"/>
              </p:nvSpPr>
              <p:spPr bwMode="auto">
                <a:xfrm>
                  <a:off x="4860506" y="5204393"/>
                  <a:ext cx="336056" cy="281468"/>
                </a:xfrm>
                <a:custGeom>
                  <a:avLst/>
                  <a:gdLst>
                    <a:gd name="T0" fmla="*/ 255 w 288"/>
                    <a:gd name="T1" fmla="*/ 88 h 240"/>
                    <a:gd name="T2" fmla="*/ 287 w 288"/>
                    <a:gd name="T3" fmla="*/ 70 h 240"/>
                    <a:gd name="T4" fmla="*/ 253 w 288"/>
                    <a:gd name="T5" fmla="*/ 73 h 240"/>
                    <a:gd name="T6" fmla="*/ 251 w 288"/>
                    <a:gd name="T7" fmla="*/ 67 h 240"/>
                    <a:gd name="T8" fmla="*/ 190 w 288"/>
                    <a:gd name="T9" fmla="*/ 19 h 240"/>
                    <a:gd name="T10" fmla="*/ 197 w 288"/>
                    <a:gd name="T11" fmla="*/ 16 h 240"/>
                    <a:gd name="T12" fmla="*/ 215 w 288"/>
                    <a:gd name="T13" fmla="*/ 6 h 240"/>
                    <a:gd name="T14" fmla="*/ 187 w 288"/>
                    <a:gd name="T15" fmla="*/ 12 h 240"/>
                    <a:gd name="T16" fmla="*/ 202 w 288"/>
                    <a:gd name="T17" fmla="*/ 0 h 240"/>
                    <a:gd name="T18" fmla="*/ 179 w 288"/>
                    <a:gd name="T19" fmla="*/ 11 h 240"/>
                    <a:gd name="T20" fmla="*/ 184 w 288"/>
                    <a:gd name="T21" fmla="*/ 2 h 240"/>
                    <a:gd name="T22" fmla="*/ 139 w 288"/>
                    <a:gd name="T23" fmla="*/ 72 h 240"/>
                    <a:gd name="T24" fmla="*/ 117 w 288"/>
                    <a:gd name="T25" fmla="*/ 54 h 240"/>
                    <a:gd name="T26" fmla="*/ 43 w 288"/>
                    <a:gd name="T27" fmla="*/ 22 h 240"/>
                    <a:gd name="T28" fmla="*/ 68 w 288"/>
                    <a:gd name="T29" fmla="*/ 58 h 240"/>
                    <a:gd name="T30" fmla="*/ 50 w 288"/>
                    <a:gd name="T31" fmla="*/ 60 h 240"/>
                    <a:gd name="T32" fmla="*/ 82 w 288"/>
                    <a:gd name="T33" fmla="*/ 89 h 240"/>
                    <a:gd name="T34" fmla="*/ 62 w 288"/>
                    <a:gd name="T35" fmla="*/ 96 h 240"/>
                    <a:gd name="T36" fmla="*/ 98 w 288"/>
                    <a:gd name="T37" fmla="*/ 114 h 240"/>
                    <a:gd name="T38" fmla="*/ 107 w 288"/>
                    <a:gd name="T39" fmla="*/ 138 h 240"/>
                    <a:gd name="T40" fmla="*/ 0 w 288"/>
                    <a:gd name="T41" fmla="*/ 141 h 240"/>
                    <a:gd name="T42" fmla="*/ 254 w 288"/>
                    <a:gd name="T43" fmla="*/ 105 h 240"/>
                    <a:gd name="T44" fmla="*/ 288 w 288"/>
                    <a:gd name="T45" fmla="*/ 92 h 240"/>
                    <a:gd name="T46" fmla="*/ 255 w 288"/>
                    <a:gd name="T47" fmla="*/ 88 h 240"/>
                    <a:gd name="T48" fmla="*/ 255 w 288"/>
                    <a:gd name="T49" fmla="*/ 88 h 240"/>
                    <a:gd name="T50" fmla="*/ 255 w 288"/>
                    <a:gd name="T51" fmla="*/ 8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8" h="240">
                      <a:moveTo>
                        <a:pt x="255" y="88"/>
                      </a:moveTo>
                      <a:cubicBezTo>
                        <a:pt x="272" y="87"/>
                        <a:pt x="283" y="80"/>
                        <a:pt x="287" y="70"/>
                      </a:cubicBezTo>
                      <a:cubicBezTo>
                        <a:pt x="281" y="73"/>
                        <a:pt x="263" y="77"/>
                        <a:pt x="253" y="73"/>
                      </a:cubicBezTo>
                      <a:cubicBezTo>
                        <a:pt x="252" y="71"/>
                        <a:pt x="252" y="69"/>
                        <a:pt x="251" y="67"/>
                      </a:cubicBezTo>
                      <a:cubicBezTo>
                        <a:pt x="244" y="39"/>
                        <a:pt x="217" y="16"/>
                        <a:pt x="190" y="19"/>
                      </a:cubicBezTo>
                      <a:cubicBezTo>
                        <a:pt x="192" y="18"/>
                        <a:pt x="195" y="17"/>
                        <a:pt x="197" y="16"/>
                      </a:cubicBezTo>
                      <a:cubicBezTo>
                        <a:pt x="200" y="15"/>
                        <a:pt x="218" y="12"/>
                        <a:pt x="215" y="6"/>
                      </a:cubicBezTo>
                      <a:cubicBezTo>
                        <a:pt x="212" y="1"/>
                        <a:pt x="191" y="10"/>
                        <a:pt x="187" y="12"/>
                      </a:cubicBezTo>
                      <a:cubicBezTo>
                        <a:pt x="192" y="10"/>
                        <a:pt x="201" y="6"/>
                        <a:pt x="202" y="0"/>
                      </a:cubicBezTo>
                      <a:cubicBezTo>
                        <a:pt x="194" y="1"/>
                        <a:pt x="186" y="5"/>
                        <a:pt x="179" y="11"/>
                      </a:cubicBezTo>
                      <a:cubicBezTo>
                        <a:pt x="182" y="8"/>
                        <a:pt x="183" y="5"/>
                        <a:pt x="184" y="2"/>
                      </a:cubicBezTo>
                      <a:cubicBezTo>
                        <a:pt x="162" y="16"/>
                        <a:pt x="149" y="44"/>
                        <a:pt x="139" y="72"/>
                      </a:cubicBezTo>
                      <a:cubicBezTo>
                        <a:pt x="131" y="64"/>
                        <a:pt x="123" y="58"/>
                        <a:pt x="117" y="54"/>
                      </a:cubicBezTo>
                      <a:cubicBezTo>
                        <a:pt x="99" y="44"/>
                        <a:pt x="77" y="34"/>
                        <a:pt x="43" y="22"/>
                      </a:cubicBezTo>
                      <a:cubicBezTo>
                        <a:pt x="42" y="33"/>
                        <a:pt x="49" y="48"/>
                        <a:pt x="68" y="58"/>
                      </a:cubicBezTo>
                      <a:cubicBezTo>
                        <a:pt x="63" y="57"/>
                        <a:pt x="56" y="59"/>
                        <a:pt x="50" y="60"/>
                      </a:cubicBezTo>
                      <a:cubicBezTo>
                        <a:pt x="52" y="73"/>
                        <a:pt x="60" y="84"/>
                        <a:pt x="82" y="89"/>
                      </a:cubicBezTo>
                      <a:cubicBezTo>
                        <a:pt x="72" y="89"/>
                        <a:pt x="67" y="92"/>
                        <a:pt x="62" y="96"/>
                      </a:cubicBezTo>
                      <a:cubicBezTo>
                        <a:pt x="67" y="105"/>
                        <a:pt x="78" y="116"/>
                        <a:pt x="98" y="114"/>
                      </a:cubicBezTo>
                      <a:cubicBezTo>
                        <a:pt x="76" y="123"/>
                        <a:pt x="89" y="141"/>
                        <a:pt x="107" y="138"/>
                      </a:cubicBezTo>
                      <a:cubicBezTo>
                        <a:pt x="76" y="170"/>
                        <a:pt x="28" y="168"/>
                        <a:pt x="0" y="141"/>
                      </a:cubicBezTo>
                      <a:cubicBezTo>
                        <a:pt x="73" y="240"/>
                        <a:pt x="230" y="200"/>
                        <a:pt x="254" y="105"/>
                      </a:cubicBezTo>
                      <a:cubicBezTo>
                        <a:pt x="271" y="105"/>
                        <a:pt x="282" y="98"/>
                        <a:pt x="288" y="92"/>
                      </a:cubicBezTo>
                      <a:cubicBezTo>
                        <a:pt x="278" y="93"/>
                        <a:pt x="263" y="91"/>
                        <a:pt x="255" y="88"/>
                      </a:cubicBezTo>
                      <a:close/>
                      <a:moveTo>
                        <a:pt x="255" y="88"/>
                      </a:moveTo>
                      <a:cubicBezTo>
                        <a:pt x="255" y="88"/>
                        <a:pt x="255" y="88"/>
                        <a:pt x="255" y="88"/>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2800"/>
                </a:p>
              </p:txBody>
            </p:sp>
          </p:grpSp>
          <p:sp>
            <p:nvSpPr>
              <p:cNvPr id="16" name="TextBox 15">
                <a:extLst>
                  <a:ext uri="{FF2B5EF4-FFF2-40B4-BE49-F238E27FC236}">
                    <a16:creationId xmlns:a16="http://schemas.microsoft.com/office/drawing/2014/main" id="{5732F99E-1629-4366-946F-F9B6B2C896A2}"/>
                  </a:ext>
                </a:extLst>
              </p:cNvPr>
              <p:cNvSpPr txBox="1"/>
              <p:nvPr/>
            </p:nvSpPr>
            <p:spPr>
              <a:xfrm>
                <a:off x="8242320" y="5255430"/>
                <a:ext cx="1168910"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a:ln>
                      <a:noFill/>
                    </a:ln>
                    <a:solidFill>
                      <a:srgbClr val="1F3C88"/>
                    </a:solidFill>
                    <a:effectLst/>
                    <a:uLnTx/>
                    <a:uFillTx/>
                    <a:latin typeface="+mj-lt"/>
                    <a:hlinkClick r:id="rId6">
                      <a:extLst>
                        <a:ext uri="{A12FA001-AC4F-418D-AE19-62706E023703}">
                          <ahyp:hlinkClr xmlns:ahyp="http://schemas.microsoft.com/office/drawing/2018/hyperlinkcolor" val="tx"/>
                        </a:ext>
                      </a:extLst>
                    </a:hlinkClick>
                  </a:rPr>
                  <a:t>@AlepoUSA</a:t>
                </a:r>
                <a:endParaRPr kumimoji="0" lang="de-DE" sz="1400" b="0" i="0" u="none" strike="noStrike" kern="0" cap="none" spc="0" normalizeH="0" baseline="0" noProof="0">
                  <a:ln>
                    <a:noFill/>
                  </a:ln>
                  <a:solidFill>
                    <a:srgbClr val="1F3C88"/>
                  </a:solidFill>
                  <a:effectLst/>
                  <a:uLnTx/>
                  <a:uFillTx/>
                  <a:latin typeface="+mj-lt"/>
                </a:endParaRPr>
              </a:p>
            </p:txBody>
          </p:sp>
          <p:grpSp>
            <p:nvGrpSpPr>
              <p:cNvPr id="17" name="Group 16">
                <a:extLst>
                  <a:ext uri="{FF2B5EF4-FFF2-40B4-BE49-F238E27FC236}">
                    <a16:creationId xmlns:a16="http://schemas.microsoft.com/office/drawing/2014/main" id="{3BDD428C-5AFD-4931-A556-D752E360CF39}"/>
                  </a:ext>
                </a:extLst>
              </p:cNvPr>
              <p:cNvGrpSpPr/>
              <p:nvPr/>
            </p:nvGrpSpPr>
            <p:grpSpPr>
              <a:xfrm>
                <a:off x="9710339" y="5160897"/>
                <a:ext cx="513793" cy="513793"/>
                <a:chOff x="6817877" y="5054814"/>
                <a:chExt cx="513793" cy="513793"/>
              </a:xfrm>
            </p:grpSpPr>
            <p:sp>
              <p:nvSpPr>
                <p:cNvPr id="18" name="Oval 17">
                  <a:extLst>
                    <a:ext uri="{FF2B5EF4-FFF2-40B4-BE49-F238E27FC236}">
                      <a16:creationId xmlns:a16="http://schemas.microsoft.com/office/drawing/2014/main" id="{601D8885-F8CF-44FA-810C-3B80111218F9}"/>
                    </a:ext>
                  </a:extLst>
                </p:cNvPr>
                <p:cNvSpPr/>
                <p:nvPr userDrawn="1"/>
              </p:nvSpPr>
              <p:spPr>
                <a:xfrm>
                  <a:off x="6817877" y="5054814"/>
                  <a:ext cx="513793" cy="513793"/>
                </a:xfrm>
                <a:prstGeom prst="ellipse">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Freeform 9">
                  <a:extLst>
                    <a:ext uri="{FF2B5EF4-FFF2-40B4-BE49-F238E27FC236}">
                      <a16:creationId xmlns:a16="http://schemas.microsoft.com/office/drawing/2014/main" id="{7799EC38-2312-46EF-BE0B-F9D3013BB132}"/>
                    </a:ext>
                  </a:extLst>
                </p:cNvPr>
                <p:cNvSpPr>
                  <a:spLocks noEditPoints="1"/>
                </p:cNvSpPr>
                <p:nvPr userDrawn="1"/>
              </p:nvSpPr>
              <p:spPr bwMode="auto">
                <a:xfrm>
                  <a:off x="6953561" y="5195728"/>
                  <a:ext cx="242424" cy="231964"/>
                </a:xfrm>
                <a:custGeom>
                  <a:avLst/>
                  <a:gdLst>
                    <a:gd name="T0" fmla="*/ 288 w 288"/>
                    <a:gd name="T1" fmla="*/ 169 h 275"/>
                    <a:gd name="T2" fmla="*/ 288 w 288"/>
                    <a:gd name="T3" fmla="*/ 275 h 275"/>
                    <a:gd name="T4" fmla="*/ 226 w 288"/>
                    <a:gd name="T5" fmla="*/ 275 h 275"/>
                    <a:gd name="T6" fmla="*/ 226 w 288"/>
                    <a:gd name="T7" fmla="*/ 176 h 275"/>
                    <a:gd name="T8" fmla="*/ 195 w 288"/>
                    <a:gd name="T9" fmla="*/ 134 h 275"/>
                    <a:gd name="T10" fmla="*/ 163 w 288"/>
                    <a:gd name="T11" fmla="*/ 156 h 275"/>
                    <a:gd name="T12" fmla="*/ 161 w 288"/>
                    <a:gd name="T13" fmla="*/ 171 h 275"/>
                    <a:gd name="T14" fmla="*/ 161 w 288"/>
                    <a:gd name="T15" fmla="*/ 275 h 275"/>
                    <a:gd name="T16" fmla="*/ 100 w 288"/>
                    <a:gd name="T17" fmla="*/ 275 h 275"/>
                    <a:gd name="T18" fmla="*/ 100 w 288"/>
                    <a:gd name="T19" fmla="*/ 90 h 275"/>
                    <a:gd name="T20" fmla="*/ 161 w 288"/>
                    <a:gd name="T21" fmla="*/ 90 h 275"/>
                    <a:gd name="T22" fmla="*/ 161 w 288"/>
                    <a:gd name="T23" fmla="*/ 116 h 275"/>
                    <a:gd name="T24" fmla="*/ 161 w 288"/>
                    <a:gd name="T25" fmla="*/ 116 h 275"/>
                    <a:gd name="T26" fmla="*/ 161 w 288"/>
                    <a:gd name="T27" fmla="*/ 116 h 275"/>
                    <a:gd name="T28" fmla="*/ 161 w 288"/>
                    <a:gd name="T29" fmla="*/ 116 h 275"/>
                    <a:gd name="T30" fmla="*/ 217 w 288"/>
                    <a:gd name="T31" fmla="*/ 85 h 275"/>
                    <a:gd name="T32" fmla="*/ 288 w 288"/>
                    <a:gd name="T33" fmla="*/ 169 h 275"/>
                    <a:gd name="T34" fmla="*/ 35 w 288"/>
                    <a:gd name="T35" fmla="*/ 0 h 275"/>
                    <a:gd name="T36" fmla="*/ 0 w 288"/>
                    <a:gd name="T37" fmla="*/ 32 h 275"/>
                    <a:gd name="T38" fmla="*/ 34 w 288"/>
                    <a:gd name="T39" fmla="*/ 64 h 275"/>
                    <a:gd name="T40" fmla="*/ 35 w 288"/>
                    <a:gd name="T41" fmla="*/ 64 h 275"/>
                    <a:gd name="T42" fmla="*/ 69 w 288"/>
                    <a:gd name="T43" fmla="*/ 32 h 275"/>
                    <a:gd name="T44" fmla="*/ 35 w 288"/>
                    <a:gd name="T45" fmla="*/ 0 h 275"/>
                    <a:gd name="T46" fmla="*/ 4 w 288"/>
                    <a:gd name="T47" fmla="*/ 275 h 275"/>
                    <a:gd name="T48" fmla="*/ 65 w 288"/>
                    <a:gd name="T49" fmla="*/ 275 h 275"/>
                    <a:gd name="T50" fmla="*/ 65 w 288"/>
                    <a:gd name="T51" fmla="*/ 90 h 275"/>
                    <a:gd name="T52" fmla="*/ 4 w 288"/>
                    <a:gd name="T53" fmla="*/ 90 h 275"/>
                    <a:gd name="T54" fmla="*/ 4 w 288"/>
                    <a:gd name="T55" fmla="*/ 275 h 275"/>
                    <a:gd name="T56" fmla="*/ 4 w 288"/>
                    <a:gd name="T57" fmla="*/ 275 h 275"/>
                    <a:gd name="T58" fmla="*/ 4 w 288"/>
                    <a:gd name="T5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8" h="275">
                      <a:moveTo>
                        <a:pt x="288" y="169"/>
                      </a:moveTo>
                      <a:cubicBezTo>
                        <a:pt x="288" y="275"/>
                        <a:pt x="288" y="275"/>
                        <a:pt x="288" y="275"/>
                      </a:cubicBezTo>
                      <a:cubicBezTo>
                        <a:pt x="226" y="275"/>
                        <a:pt x="226" y="275"/>
                        <a:pt x="226" y="275"/>
                      </a:cubicBezTo>
                      <a:cubicBezTo>
                        <a:pt x="226" y="176"/>
                        <a:pt x="226" y="176"/>
                        <a:pt x="226" y="176"/>
                      </a:cubicBezTo>
                      <a:cubicBezTo>
                        <a:pt x="226" y="151"/>
                        <a:pt x="217" y="134"/>
                        <a:pt x="195" y="134"/>
                      </a:cubicBezTo>
                      <a:cubicBezTo>
                        <a:pt x="178" y="134"/>
                        <a:pt x="168" y="145"/>
                        <a:pt x="163" y="156"/>
                      </a:cubicBezTo>
                      <a:cubicBezTo>
                        <a:pt x="162" y="160"/>
                        <a:pt x="161" y="166"/>
                        <a:pt x="161" y="171"/>
                      </a:cubicBezTo>
                      <a:cubicBezTo>
                        <a:pt x="161" y="275"/>
                        <a:pt x="161" y="275"/>
                        <a:pt x="161" y="275"/>
                      </a:cubicBezTo>
                      <a:cubicBezTo>
                        <a:pt x="100" y="275"/>
                        <a:pt x="100" y="275"/>
                        <a:pt x="100" y="275"/>
                      </a:cubicBezTo>
                      <a:cubicBezTo>
                        <a:pt x="100" y="275"/>
                        <a:pt x="100" y="107"/>
                        <a:pt x="100" y="90"/>
                      </a:cubicBezTo>
                      <a:cubicBezTo>
                        <a:pt x="161" y="90"/>
                        <a:pt x="161" y="90"/>
                        <a:pt x="161" y="90"/>
                      </a:cubicBezTo>
                      <a:cubicBezTo>
                        <a:pt x="161" y="116"/>
                        <a:pt x="161" y="116"/>
                        <a:pt x="161" y="116"/>
                      </a:cubicBezTo>
                      <a:cubicBezTo>
                        <a:pt x="161" y="116"/>
                        <a:pt x="161" y="116"/>
                        <a:pt x="161" y="116"/>
                      </a:cubicBezTo>
                      <a:cubicBezTo>
                        <a:pt x="161" y="116"/>
                        <a:pt x="161" y="116"/>
                        <a:pt x="161" y="116"/>
                      </a:cubicBezTo>
                      <a:cubicBezTo>
                        <a:pt x="161" y="116"/>
                        <a:pt x="161" y="116"/>
                        <a:pt x="161" y="116"/>
                      </a:cubicBezTo>
                      <a:cubicBezTo>
                        <a:pt x="169" y="103"/>
                        <a:pt x="184" y="85"/>
                        <a:pt x="217" y="85"/>
                      </a:cubicBezTo>
                      <a:cubicBezTo>
                        <a:pt x="258" y="85"/>
                        <a:pt x="288" y="112"/>
                        <a:pt x="288" y="169"/>
                      </a:cubicBezTo>
                      <a:close/>
                      <a:moveTo>
                        <a:pt x="35" y="0"/>
                      </a:moveTo>
                      <a:cubicBezTo>
                        <a:pt x="14" y="0"/>
                        <a:pt x="0" y="14"/>
                        <a:pt x="0" y="32"/>
                      </a:cubicBezTo>
                      <a:cubicBezTo>
                        <a:pt x="0" y="50"/>
                        <a:pt x="13" y="64"/>
                        <a:pt x="34" y="64"/>
                      </a:cubicBezTo>
                      <a:cubicBezTo>
                        <a:pt x="35" y="64"/>
                        <a:pt x="35" y="64"/>
                        <a:pt x="35" y="64"/>
                      </a:cubicBezTo>
                      <a:cubicBezTo>
                        <a:pt x="56" y="64"/>
                        <a:pt x="69" y="50"/>
                        <a:pt x="69" y="32"/>
                      </a:cubicBezTo>
                      <a:cubicBezTo>
                        <a:pt x="69" y="14"/>
                        <a:pt x="56" y="0"/>
                        <a:pt x="35" y="0"/>
                      </a:cubicBezTo>
                      <a:close/>
                      <a:moveTo>
                        <a:pt x="4" y="275"/>
                      </a:moveTo>
                      <a:cubicBezTo>
                        <a:pt x="65" y="275"/>
                        <a:pt x="65" y="275"/>
                        <a:pt x="65" y="275"/>
                      </a:cubicBezTo>
                      <a:cubicBezTo>
                        <a:pt x="65" y="90"/>
                        <a:pt x="65" y="90"/>
                        <a:pt x="65" y="90"/>
                      </a:cubicBezTo>
                      <a:cubicBezTo>
                        <a:pt x="4" y="90"/>
                        <a:pt x="4" y="90"/>
                        <a:pt x="4" y="90"/>
                      </a:cubicBezTo>
                      <a:lnTo>
                        <a:pt x="4" y="275"/>
                      </a:lnTo>
                      <a:close/>
                      <a:moveTo>
                        <a:pt x="4" y="275"/>
                      </a:moveTo>
                      <a:cubicBezTo>
                        <a:pt x="4" y="275"/>
                        <a:pt x="4" y="275"/>
                        <a:pt x="4" y="275"/>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2800"/>
                </a:p>
              </p:txBody>
            </p:sp>
          </p:grpSp>
          <p:sp>
            <p:nvSpPr>
              <p:cNvPr id="20" name="TextBox 19">
                <a:extLst>
                  <a:ext uri="{FF2B5EF4-FFF2-40B4-BE49-F238E27FC236}">
                    <a16:creationId xmlns:a16="http://schemas.microsoft.com/office/drawing/2014/main" id="{C050F0C6-214B-4218-8BDA-9D07D7402F0E}"/>
                  </a:ext>
                </a:extLst>
              </p:cNvPr>
              <p:cNvSpPr txBox="1"/>
              <p:nvPr/>
            </p:nvSpPr>
            <p:spPr>
              <a:xfrm>
                <a:off x="10309016" y="5255430"/>
                <a:ext cx="1529586"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a:ln>
                      <a:noFill/>
                    </a:ln>
                    <a:solidFill>
                      <a:srgbClr val="1F3C88"/>
                    </a:solidFill>
                    <a:effectLst/>
                    <a:uLnTx/>
                    <a:uFillTx/>
                    <a:latin typeface="+mj-lt"/>
                    <a:hlinkClick r:id="rId7">
                      <a:extLst>
                        <a:ext uri="{A12FA001-AC4F-418D-AE19-62706E023703}">
                          <ahyp:hlinkClr xmlns:ahyp="http://schemas.microsoft.com/office/drawing/2018/hyperlinkcolor" val="tx"/>
                        </a:ext>
                      </a:extLst>
                    </a:hlinkClick>
                  </a:rPr>
                  <a:t>Company/Alepo</a:t>
                </a:r>
                <a:endParaRPr kumimoji="0" lang="de-DE" sz="1400" b="0" i="0" u="none" strike="noStrike" kern="0" cap="none" spc="0" normalizeH="0" baseline="0" noProof="0">
                  <a:ln>
                    <a:noFill/>
                  </a:ln>
                  <a:solidFill>
                    <a:srgbClr val="1F3C88"/>
                  </a:solidFill>
                  <a:effectLst/>
                  <a:uLnTx/>
                  <a:uFillTx/>
                  <a:latin typeface="+mj-lt"/>
                </a:endParaRPr>
              </a:p>
            </p:txBody>
          </p:sp>
        </p:grpSp>
        <p:cxnSp>
          <p:nvCxnSpPr>
            <p:cNvPr id="22" name="Straight Connector 21">
              <a:extLst>
                <a:ext uri="{FF2B5EF4-FFF2-40B4-BE49-F238E27FC236}">
                  <a16:creationId xmlns:a16="http://schemas.microsoft.com/office/drawing/2014/main" id="{E3CBD09F-8BCC-432F-970F-ACFD07AFA1E3}"/>
                </a:ext>
              </a:extLst>
            </p:cNvPr>
            <p:cNvCxnSpPr>
              <a:cxnSpLocks/>
            </p:cNvCxnSpPr>
            <p:nvPr/>
          </p:nvCxnSpPr>
          <p:spPr>
            <a:xfrm>
              <a:off x="2946641" y="4622427"/>
              <a:ext cx="0" cy="1205556"/>
            </a:xfrm>
            <a:prstGeom prst="line">
              <a:avLst/>
            </a:prstGeom>
            <a:noFill/>
            <a:ln w="3175" cap="flat" cmpd="sng" algn="ctr">
              <a:solidFill>
                <a:schemeClr val="tx1">
                  <a:lumMod val="85000"/>
                </a:schemeClr>
              </a:solidFill>
              <a:prstDash val="solid"/>
              <a:miter lim="800000"/>
            </a:ln>
            <a:effectLst/>
          </p:spPr>
        </p:cxnSp>
      </p:grpSp>
    </p:spTree>
    <p:extLst>
      <p:ext uri="{BB962C8B-B14F-4D97-AF65-F5344CB8AC3E}">
        <p14:creationId xmlns:p14="http://schemas.microsoft.com/office/powerpoint/2010/main" val="40104691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Alepo Theme Colour">
      <a:dk1>
        <a:srgbClr val="141414"/>
      </a:dk1>
      <a:lt1>
        <a:srgbClr val="F2F2F2"/>
      </a:lt1>
      <a:dk2>
        <a:srgbClr val="141414"/>
      </a:dk2>
      <a:lt2>
        <a:srgbClr val="F2F2F2"/>
      </a:lt2>
      <a:accent1>
        <a:srgbClr val="1F3C88"/>
      </a:accent1>
      <a:accent2>
        <a:srgbClr val="FF3D57"/>
      </a:accent2>
      <a:accent3>
        <a:srgbClr val="27ABB8"/>
      </a:accent3>
      <a:accent4>
        <a:srgbClr val="2D6188"/>
      </a:accent4>
      <a:accent5>
        <a:srgbClr val="EFFAD2"/>
      </a:accent5>
      <a:accent6>
        <a:srgbClr val="D9E4DC"/>
      </a:accent6>
      <a:hlink>
        <a:srgbClr val="18C0FF"/>
      </a:hlink>
      <a:folHlink>
        <a:srgbClr val="FF3D57"/>
      </a:folHlink>
    </a:clrScheme>
    <a:fontScheme name="Alepo Theme Fonts">
      <a:majorFont>
        <a:latin typeface="Roboto"/>
        <a:ea typeface=""/>
        <a:cs typeface=""/>
      </a:majorFont>
      <a:minorFont>
        <a:latin typeface="Open San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D91E19C5-75B4-4FAB-85A2-F5ADB60778AD}" vid="{521C37B3-3CA0-4DAB-BB83-DC4CB5B63568}"/>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1723DC85BAB9642BD2EC165C6E48CDE" ma:contentTypeVersion="10" ma:contentTypeDescription="Create a new document." ma:contentTypeScope="" ma:versionID="905e7c36a3c44e568e85543341360346">
  <xsd:schema xmlns:xsd="http://www.w3.org/2001/XMLSchema" xmlns:xs="http://www.w3.org/2001/XMLSchema" xmlns:p="http://schemas.microsoft.com/office/2006/metadata/properties" xmlns:ns2="514e0404-bec7-4f00-8648-0e74d5985981" xmlns:ns3="53335f82-e798-4265-9d2c-db180b02b7e9" targetNamespace="http://schemas.microsoft.com/office/2006/metadata/properties" ma:root="true" ma:fieldsID="f5326e9a824904889c625e9b183fd896" ns2:_="" ns3:_="">
    <xsd:import namespace="514e0404-bec7-4f00-8648-0e74d5985981"/>
    <xsd:import namespace="53335f82-e798-4265-9d2c-db180b02b7e9"/>
    <xsd:element name="properties">
      <xsd:complexType>
        <xsd:sequence>
          <xsd:element name="documentManagement">
            <xsd:complexType>
              <xsd:all>
                <xsd:element ref="ns2:SharedWithUsers" minOccurs="0"/>
                <xsd:element ref="ns2:SharingHintHash" minOccurs="0"/>
                <xsd:element ref="ns2:SharedWithDetails"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4e0404-bec7-4f00-8648-0e74d598598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Sharing Hint Hash" ma:internalName="SharingHintHash" ma:readOnly="true">
      <xsd:simpleType>
        <xsd:restriction base="dms:Text"/>
      </xsd:simpleType>
    </xsd:element>
    <xsd:element name="SharedWithDetails" ma:index="10" nillable="true" ma:displayName="Shared With Details" ma:internalName="SharedWithDetails" ma:readOnly="true">
      <xsd:simpleType>
        <xsd:restriction base="dms:Note">
          <xsd:maxLength value="255"/>
        </xsd:restriction>
      </xsd:simpleType>
    </xsd:element>
    <xsd:element name="LastSharedByUser" ma:index="11" nillable="true" ma:displayName="Last Shared By User" ma:description="" ma:internalName="LastSharedByUser" ma:readOnly="true">
      <xsd:simpleType>
        <xsd:restriction base="dms:Note">
          <xsd:maxLength value="255"/>
        </xsd:restriction>
      </xsd:simpleType>
    </xsd:element>
    <xsd:element name="LastSharedByTime" ma:index="12"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53335f82-e798-4265-9d2c-db180b02b7e9"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74F369-EF14-410F-B3F5-A37D09058141}">
  <ds:schemaRefs>
    <ds:schemaRef ds:uri="514e0404-bec7-4f00-8648-0e74d5985981"/>
    <ds:schemaRef ds:uri="53335f82-e798-4265-9d2c-db180b02b7e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48921B9-697C-4A86-873D-FEFAC42BE8B1}">
  <ds:schemaRefs>
    <ds:schemaRef ds:uri="514e0404-bec7-4f00-8648-0e74d5985981"/>
    <ds:schemaRef ds:uri="53335f82-e798-4265-9d2c-db180b02b7e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66F26B4-6B4D-47E0-B64C-65A1B686EFA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Alepo Brand Template</Template>
  <Application>Microsoft Office PowerPoint</Application>
  <PresentationFormat>Widescreen</PresentationFormat>
  <Slides>52</Slides>
  <Notes>3</Notes>
  <HiddenSlides>0</HiddenSlides>
  <ScaleCrop>false</ScaleCrop>
  <HeadingPairs>
    <vt:vector size="4" baseType="variant">
      <vt:variant>
        <vt:lpstr>Theme</vt:lpstr>
      </vt:variant>
      <vt:variant>
        <vt:i4>2</vt:i4>
      </vt:variant>
      <vt:variant>
        <vt:lpstr>Slide Titles</vt:lpstr>
      </vt:variant>
      <vt:variant>
        <vt:i4>52</vt:i4>
      </vt:variant>
    </vt:vector>
  </HeadingPairs>
  <TitlesOfParts>
    <vt:vector size="54" baseType="lpstr">
      <vt:lpstr>Vapor Trail</vt:lpstr>
      <vt:lpstr>Custom Design</vt:lpstr>
      <vt:lpstr>PowerPoint Presentation</vt:lpstr>
      <vt:lpstr>AGENDA</vt:lpstr>
      <vt:lpstr>Agenda</vt:lpstr>
      <vt:lpstr>Difference between and 4G and 5G Architecture </vt:lpstr>
      <vt:lpstr>4G &amp; 5G Architecture</vt:lpstr>
      <vt:lpstr>Overview of 5G Offering</vt:lpstr>
      <vt:lpstr>PowerPoint Presentation</vt:lpstr>
      <vt:lpstr>Solution Overview</vt:lpstr>
      <vt:lpstr>Functional Architecture</vt:lpstr>
      <vt:lpstr>Feature Highlights</vt:lpstr>
      <vt:lpstr>PowerPoint Presentation</vt:lpstr>
      <vt:lpstr>Solution Component Overview</vt:lpstr>
      <vt:lpstr>Solution Components</vt:lpstr>
      <vt:lpstr>Network Function - UDR </vt:lpstr>
      <vt:lpstr>Alepo UDR </vt:lpstr>
      <vt:lpstr>UDR Services</vt:lpstr>
      <vt:lpstr>UDR Configuration</vt:lpstr>
      <vt:lpstr>Network Function - UDM</vt:lpstr>
      <vt:lpstr>Alepo UDM</vt:lpstr>
      <vt:lpstr>UDM Services</vt:lpstr>
      <vt:lpstr>UDM Services </vt:lpstr>
      <vt:lpstr>UDM – Upgrade Installation or Configuration </vt:lpstr>
      <vt:lpstr>Network Function - HSS </vt:lpstr>
      <vt:lpstr>Alepo 4G HSS </vt:lpstr>
      <vt:lpstr>HSS Services </vt:lpstr>
      <vt:lpstr>PowerPoint Presentation</vt:lpstr>
      <vt:lpstr>PowerPoint Presentation</vt:lpstr>
      <vt:lpstr>Network Function - AUSF</vt:lpstr>
      <vt:lpstr>Alepo AUSF</vt:lpstr>
      <vt:lpstr>Alepo AUSF Service</vt:lpstr>
      <vt:lpstr>AUSF Configuration</vt:lpstr>
      <vt:lpstr>Network Function - PCF+PCRF </vt:lpstr>
      <vt:lpstr>PowerPoint Presentation</vt:lpstr>
      <vt:lpstr>Alepo PCF Services </vt:lpstr>
      <vt:lpstr>Alepo PCF Services </vt:lpstr>
      <vt:lpstr>PCF Portal Overview </vt:lpstr>
      <vt:lpstr>PCF Portal Overview </vt:lpstr>
      <vt:lpstr>PCF Portal Overview </vt:lpstr>
      <vt:lpstr>Policy Condition </vt:lpstr>
      <vt:lpstr>Policy Profile Management </vt:lpstr>
      <vt:lpstr>Subscriber Category Management </vt:lpstr>
      <vt:lpstr>PCF+PCRF Configuration</vt:lpstr>
      <vt:lpstr>PCF+PCRF Configuration</vt:lpstr>
      <vt:lpstr>Network Function - SDM </vt:lpstr>
      <vt:lpstr>SDM Portal Overview </vt:lpstr>
      <vt:lpstr>SDM Portal Homepage </vt:lpstr>
      <vt:lpstr>SDM Portal Major Component Overview  </vt:lpstr>
      <vt:lpstr>SDM Portal Call Flow </vt:lpstr>
      <vt:lpstr>SDM Configuration</vt:lpstr>
      <vt:lpstr>Provisioning APIs </vt:lpstr>
      <vt:lpstr>Show &amp; Tell Session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ALEPO - &lt;Customer Name&gt; Kickoff Meeting</dc:title>
  <dc:creator>Smita Jain</dc:creator>
  <cp:revision>1</cp:revision>
  <dcterms:created xsi:type="dcterms:W3CDTF">2019-07-25T12:04:12Z</dcterms:created>
  <dcterms:modified xsi:type="dcterms:W3CDTF">2021-09-14T07:49:04Z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0x01010031723DC85BAB9642BD2EC165C6E48CDE</vt:lpwstr>
  </property>
</Properties>
</file>