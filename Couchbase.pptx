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omments/comment1.xml" ContentType="application/vnd.openxmlformats-officedocument.presentationml.comment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8" r:id="rId4"/>
    <p:sldMasterId id="2147483720" r:id="rId5"/>
  </p:sldMasterIdLst>
  <p:notesMasterIdLst>
    <p:notesMasterId r:id="rId39"/>
  </p:notesMasterIdLst>
  <p:handoutMasterIdLst>
    <p:handoutMasterId r:id="rId40"/>
  </p:handoutMasterIdLst>
  <p:sldIdLst>
    <p:sldId id="339" r:id="rId6"/>
    <p:sldId id="1329" r:id="rId7"/>
    <p:sldId id="260" r:id="rId8"/>
    <p:sldId id="1355" r:id="rId9"/>
    <p:sldId id="752" r:id="rId10"/>
    <p:sldId id="1338" r:id="rId11"/>
    <p:sldId id="1356" r:id="rId12"/>
    <p:sldId id="1331" r:id="rId13"/>
    <p:sldId id="1330" r:id="rId14"/>
    <p:sldId id="1333" r:id="rId15"/>
    <p:sldId id="1339" r:id="rId16"/>
    <p:sldId id="1340" r:id="rId17"/>
    <p:sldId id="1341" r:id="rId18"/>
    <p:sldId id="1335" r:id="rId19"/>
    <p:sldId id="1334" r:id="rId20"/>
    <p:sldId id="1343" r:id="rId21"/>
    <p:sldId id="1344" r:id="rId22"/>
    <p:sldId id="1342" r:id="rId23"/>
    <p:sldId id="1345" r:id="rId24"/>
    <p:sldId id="1346" r:id="rId25"/>
    <p:sldId id="1347" r:id="rId26"/>
    <p:sldId id="1613" r:id="rId27"/>
    <p:sldId id="1336" r:id="rId28"/>
    <p:sldId id="1348" r:id="rId29"/>
    <p:sldId id="1349" r:id="rId30"/>
    <p:sldId id="1351" r:id="rId31"/>
    <p:sldId id="1352" r:id="rId32"/>
    <p:sldId id="1353" r:id="rId33"/>
    <p:sldId id="1350" r:id="rId34"/>
    <p:sldId id="1614" r:id="rId35"/>
    <p:sldId id="1337" r:id="rId36"/>
    <p:sldId id="1354" r:id="rId37"/>
    <p:sldId id="36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shav Pareek" initials="KP" lastIdx="2" clrIdx="0">
    <p:extLst>
      <p:ext uri="{19B8F6BF-5375-455C-9EA6-DF929625EA0E}">
        <p15:presenceInfo xmlns:p15="http://schemas.microsoft.com/office/powerpoint/2012/main" userId="S::keshav.pareek@alepo.com::3037c2a5-5507-480b-9484-e2bc49cfc6dc" providerId="AD"/>
      </p:ext>
    </p:extLst>
  </p:cmAuthor>
  <p:cmAuthor id="2" name="Soumita Sengupta" initials="SS" lastIdx="1" clrIdx="1">
    <p:extLst>
      <p:ext uri="{19B8F6BF-5375-455C-9EA6-DF929625EA0E}">
        <p15:presenceInfo xmlns:p15="http://schemas.microsoft.com/office/powerpoint/2012/main" userId="S::Soumita.Sengupta@alepo.com::4afa6ce1-cb01-46c2-8538-4650222f0c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6188"/>
    <a:srgbClr val="18C0FF"/>
    <a:srgbClr val="FFFFFF"/>
    <a:srgbClr val="FF3D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147B77-CF39-4219-B1BD-3AEFF3726260}" v="4" dt="2021-09-08T11:45:46.928"/>
    <p1510:client id="{EA2DF426-30A9-4D6E-ECC0-0F4C1CA6AA8E}" v="6" dt="2021-09-13T14:46:48.5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83671" autoAdjust="0"/>
  </p:normalViewPr>
  <p:slideViewPr>
    <p:cSldViewPr snapToGrid="0" snapToObjects="1">
      <p:cViewPr varScale="1">
        <p:scale>
          <a:sx n="56" d="100"/>
          <a:sy n="56" d="100"/>
        </p:scale>
        <p:origin x="1056" y="28"/>
      </p:cViewPr>
      <p:guideLst/>
    </p:cSldViewPr>
  </p:slideViewPr>
  <p:outlineViewPr>
    <p:cViewPr>
      <p:scale>
        <a:sx n="33" d="100"/>
        <a:sy n="33" d="100"/>
      </p:scale>
      <p:origin x="0" y="-66"/>
    </p:cViewPr>
  </p:outlineViewPr>
  <p:notesTextViewPr>
    <p:cViewPr>
      <p:scale>
        <a:sx n="1" d="1"/>
        <a:sy n="1" d="1"/>
      </p:scale>
      <p:origin x="0" y="0"/>
    </p:cViewPr>
  </p:notesTextViewPr>
  <p:notesViewPr>
    <p:cSldViewPr snapToGrid="0" snapToObjects="1">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ita Sengupta" userId="4afa6ce1-cb01-46c2-8538-4650222f0c96" providerId="ADAL" clId="{875F669D-74BC-4232-91C4-0841C4359CB3}"/>
    <pc:docChg chg="modSld">
      <pc:chgData name="Soumita Sengupta" userId="4afa6ce1-cb01-46c2-8538-4650222f0c96" providerId="ADAL" clId="{875F669D-74BC-4232-91C4-0841C4359CB3}" dt="2021-08-26T12:46:58.240" v="26" actId="20577"/>
      <pc:docMkLst>
        <pc:docMk/>
      </pc:docMkLst>
      <pc:sldChg chg="modSp mod">
        <pc:chgData name="Soumita Sengupta" userId="4afa6ce1-cb01-46c2-8538-4650222f0c96" providerId="ADAL" clId="{875F669D-74BC-4232-91C4-0841C4359CB3}" dt="2021-08-26T12:46:58.240" v="26" actId="20577"/>
        <pc:sldMkLst>
          <pc:docMk/>
          <pc:sldMk cId="1912468287" sldId="260"/>
        </pc:sldMkLst>
        <pc:spChg chg="mod">
          <ac:chgData name="Soumita Sengupta" userId="4afa6ce1-cb01-46c2-8538-4650222f0c96" providerId="ADAL" clId="{875F669D-74BC-4232-91C4-0841C4359CB3}" dt="2021-08-26T12:46:58.240" v="26" actId="20577"/>
          <ac:spMkLst>
            <pc:docMk/>
            <pc:sldMk cId="1912468287" sldId="260"/>
            <ac:spMk id="5" creationId="{00000000-0000-0000-0000-000000000000}"/>
          </ac:spMkLst>
        </pc:spChg>
      </pc:sldChg>
      <pc:sldChg chg="modSp mod">
        <pc:chgData name="Soumita Sengupta" userId="4afa6ce1-cb01-46c2-8538-4650222f0c96" providerId="ADAL" clId="{875F669D-74BC-4232-91C4-0841C4359CB3}" dt="2021-08-26T12:46:00.046" v="3" actId="20577"/>
        <pc:sldMkLst>
          <pc:docMk/>
          <pc:sldMk cId="2584036331" sldId="339"/>
        </pc:sldMkLst>
        <pc:spChg chg="mod">
          <ac:chgData name="Soumita Sengupta" userId="4afa6ce1-cb01-46c2-8538-4650222f0c96" providerId="ADAL" clId="{875F669D-74BC-4232-91C4-0841C4359CB3}" dt="2021-08-26T12:46:00.046" v="3" actId="20577"/>
          <ac:spMkLst>
            <pc:docMk/>
            <pc:sldMk cId="2584036331" sldId="339"/>
            <ac:spMk id="5" creationId="{6D1A1596-A8D7-4C1A-8956-0FA40A84EFCA}"/>
          </ac:spMkLst>
        </pc:spChg>
      </pc:sldChg>
    </pc:docChg>
  </pc:docChgLst>
  <pc:docChgLst>
    <pc:chgData name="Soumita Sengupta" userId="4afa6ce1-cb01-46c2-8538-4650222f0c96" providerId="ADAL" clId="{C57B405C-1328-424D-990D-2F85E0044F4C}"/>
    <pc:docChg chg="undo custSel addSld delSld modSld sldOrd">
      <pc:chgData name="Soumita Sengupta" userId="4afa6ce1-cb01-46c2-8538-4650222f0c96" providerId="ADAL" clId="{C57B405C-1328-424D-990D-2F85E0044F4C}" dt="2021-06-16T12:04:53.610" v="4101" actId="14100"/>
      <pc:docMkLst>
        <pc:docMk/>
      </pc:docMkLst>
      <pc:sldChg chg="modSp mod">
        <pc:chgData name="Soumita Sengupta" userId="4afa6ce1-cb01-46c2-8538-4650222f0c96" providerId="ADAL" clId="{C57B405C-1328-424D-990D-2F85E0044F4C}" dt="2021-06-16T11:23:13.240" v="3677" actId="13926"/>
        <pc:sldMkLst>
          <pc:docMk/>
          <pc:sldMk cId="1912468287" sldId="260"/>
        </pc:sldMkLst>
        <pc:spChg chg="mod">
          <ac:chgData name="Soumita Sengupta" userId="4afa6ce1-cb01-46c2-8538-4650222f0c96" providerId="ADAL" clId="{C57B405C-1328-424D-990D-2F85E0044F4C}" dt="2021-06-16T07:07:18.630" v="2655" actId="13926"/>
          <ac:spMkLst>
            <pc:docMk/>
            <pc:sldMk cId="1912468287" sldId="260"/>
            <ac:spMk id="2" creationId="{00000000-0000-0000-0000-000000000000}"/>
          </ac:spMkLst>
        </pc:spChg>
        <pc:spChg chg="mod">
          <ac:chgData name="Soumita Sengupta" userId="4afa6ce1-cb01-46c2-8538-4650222f0c96" providerId="ADAL" clId="{C57B405C-1328-424D-990D-2F85E0044F4C}" dt="2021-06-16T11:23:13.240" v="3677" actId="13926"/>
          <ac:spMkLst>
            <pc:docMk/>
            <pc:sldMk cId="1912468287" sldId="260"/>
            <ac:spMk id="5" creationId="{00000000-0000-0000-0000-000000000000}"/>
          </ac:spMkLst>
        </pc:spChg>
      </pc:sldChg>
      <pc:sldChg chg="addSp delSp modSp add mod">
        <pc:chgData name="Soumita Sengupta" userId="4afa6ce1-cb01-46c2-8538-4650222f0c96" providerId="ADAL" clId="{C57B405C-1328-424D-990D-2F85E0044F4C}" dt="2021-06-09T10:24:56.237" v="326" actId="1076"/>
        <pc:sldMkLst>
          <pc:docMk/>
          <pc:sldMk cId="3916458465" sldId="274"/>
        </pc:sldMkLst>
        <pc:spChg chg="mod">
          <ac:chgData name="Soumita Sengupta" userId="4afa6ce1-cb01-46c2-8538-4650222f0c96" providerId="ADAL" clId="{C57B405C-1328-424D-990D-2F85E0044F4C}" dt="2021-06-09T10:24:53.515" v="325" actId="255"/>
          <ac:spMkLst>
            <pc:docMk/>
            <pc:sldMk cId="3916458465" sldId="274"/>
            <ac:spMk id="10" creationId="{00000000-0000-0000-0000-000000000000}"/>
          </ac:spMkLst>
        </pc:spChg>
        <pc:picChg chg="del">
          <ac:chgData name="Soumita Sengupta" userId="4afa6ce1-cb01-46c2-8538-4650222f0c96" providerId="ADAL" clId="{C57B405C-1328-424D-990D-2F85E0044F4C}" dt="2021-06-09T10:24:17.535" v="316" actId="478"/>
          <ac:picMkLst>
            <pc:docMk/>
            <pc:sldMk cId="3916458465" sldId="274"/>
            <ac:picMk id="3" creationId="{00000000-0000-0000-0000-000000000000}"/>
          </ac:picMkLst>
        </pc:picChg>
        <pc:picChg chg="add mod">
          <ac:chgData name="Soumita Sengupta" userId="4afa6ce1-cb01-46c2-8538-4650222f0c96" providerId="ADAL" clId="{C57B405C-1328-424D-990D-2F85E0044F4C}" dt="2021-06-09T10:24:56.237" v="326" actId="1076"/>
          <ac:picMkLst>
            <pc:docMk/>
            <pc:sldMk cId="3916458465" sldId="274"/>
            <ac:picMk id="6" creationId="{E4A348C4-31AD-4742-93F8-EE15910F376B}"/>
          </ac:picMkLst>
        </pc:picChg>
      </pc:sldChg>
      <pc:sldChg chg="modSp add mod">
        <pc:chgData name="Soumita Sengupta" userId="4afa6ce1-cb01-46c2-8538-4650222f0c96" providerId="ADAL" clId="{C57B405C-1328-424D-990D-2F85E0044F4C}" dt="2021-06-16T11:46:51.549" v="3883" actId="5793"/>
        <pc:sldMkLst>
          <pc:docMk/>
          <pc:sldMk cId="1769911636" sldId="275"/>
        </pc:sldMkLst>
        <pc:spChg chg="mod">
          <ac:chgData name="Soumita Sengupta" userId="4afa6ce1-cb01-46c2-8538-4650222f0c96" providerId="ADAL" clId="{C57B405C-1328-424D-990D-2F85E0044F4C}" dt="2021-06-16T11:46:51.549" v="3883" actId="5793"/>
          <ac:spMkLst>
            <pc:docMk/>
            <pc:sldMk cId="1769911636" sldId="275"/>
            <ac:spMk id="9" creationId="{00000000-0000-0000-0000-000000000000}"/>
          </ac:spMkLst>
        </pc:spChg>
      </pc:sldChg>
      <pc:sldChg chg="add del">
        <pc:chgData name="Soumita Sengupta" userId="4afa6ce1-cb01-46c2-8538-4650222f0c96" providerId="ADAL" clId="{C57B405C-1328-424D-990D-2F85E0044F4C}" dt="2021-06-09T10:14:32.047" v="294" actId="47"/>
        <pc:sldMkLst>
          <pc:docMk/>
          <pc:sldMk cId="3249280852" sldId="276"/>
        </pc:sldMkLst>
      </pc:sldChg>
      <pc:sldChg chg="modSp add mod">
        <pc:chgData name="Soumita Sengupta" userId="4afa6ce1-cb01-46c2-8538-4650222f0c96" providerId="ADAL" clId="{C57B405C-1328-424D-990D-2F85E0044F4C}" dt="2021-06-16T07:34:56.523" v="3093" actId="13926"/>
        <pc:sldMkLst>
          <pc:docMk/>
          <pc:sldMk cId="269360884" sldId="279"/>
        </pc:sldMkLst>
        <pc:spChg chg="mod">
          <ac:chgData name="Soumita Sengupta" userId="4afa6ce1-cb01-46c2-8538-4650222f0c96" providerId="ADAL" clId="{C57B405C-1328-424D-990D-2F85E0044F4C}" dt="2021-06-16T07:34:56.523" v="3093" actId="13926"/>
          <ac:spMkLst>
            <pc:docMk/>
            <pc:sldMk cId="269360884" sldId="279"/>
            <ac:spMk id="2" creationId="{00000000-0000-0000-0000-000000000000}"/>
          </ac:spMkLst>
        </pc:spChg>
        <pc:spChg chg="mod">
          <ac:chgData name="Soumita Sengupta" userId="4afa6ce1-cb01-46c2-8538-4650222f0c96" providerId="ADAL" clId="{C57B405C-1328-424D-990D-2F85E0044F4C}" dt="2021-06-09T12:10:08.128" v="2157" actId="20577"/>
          <ac:spMkLst>
            <pc:docMk/>
            <pc:sldMk cId="269360884" sldId="279"/>
            <ac:spMk id="10" creationId="{00000000-0000-0000-0000-000000000000}"/>
          </ac:spMkLst>
        </pc:spChg>
      </pc:sldChg>
      <pc:sldChg chg="add del">
        <pc:chgData name="Soumita Sengupta" userId="4afa6ce1-cb01-46c2-8538-4650222f0c96" providerId="ADAL" clId="{C57B405C-1328-424D-990D-2F85E0044F4C}" dt="2021-06-09T12:07:28.332" v="2028" actId="47"/>
        <pc:sldMkLst>
          <pc:docMk/>
          <pc:sldMk cId="3621967906" sldId="280"/>
        </pc:sldMkLst>
      </pc:sldChg>
      <pc:sldChg chg="add del">
        <pc:chgData name="Soumita Sengupta" userId="4afa6ce1-cb01-46c2-8538-4650222f0c96" providerId="ADAL" clId="{C57B405C-1328-424D-990D-2F85E0044F4C}" dt="2021-06-09T12:10:45.969" v="2159" actId="47"/>
        <pc:sldMkLst>
          <pc:docMk/>
          <pc:sldMk cId="3384384337" sldId="281"/>
        </pc:sldMkLst>
      </pc:sldChg>
      <pc:sldChg chg="add del">
        <pc:chgData name="Soumita Sengupta" userId="4afa6ce1-cb01-46c2-8538-4650222f0c96" providerId="ADAL" clId="{C57B405C-1328-424D-990D-2F85E0044F4C}" dt="2021-06-09T12:11:17.738" v="2160" actId="47"/>
        <pc:sldMkLst>
          <pc:docMk/>
          <pc:sldMk cId="1365856972" sldId="282"/>
        </pc:sldMkLst>
      </pc:sldChg>
      <pc:sldChg chg="add del">
        <pc:chgData name="Soumita Sengupta" userId="4afa6ce1-cb01-46c2-8538-4650222f0c96" providerId="ADAL" clId="{C57B405C-1328-424D-990D-2F85E0044F4C}" dt="2021-06-09T12:10:40.562" v="2158" actId="47"/>
        <pc:sldMkLst>
          <pc:docMk/>
          <pc:sldMk cId="2959855628" sldId="283"/>
        </pc:sldMkLst>
      </pc:sldChg>
      <pc:sldChg chg="add del">
        <pc:chgData name="Soumita Sengupta" userId="4afa6ce1-cb01-46c2-8538-4650222f0c96" providerId="ADAL" clId="{C57B405C-1328-424D-990D-2F85E0044F4C}" dt="2021-06-09T12:12:59.350" v="2199" actId="47"/>
        <pc:sldMkLst>
          <pc:docMk/>
          <pc:sldMk cId="2822785928" sldId="285"/>
        </pc:sldMkLst>
      </pc:sldChg>
      <pc:sldChg chg="add del">
        <pc:chgData name="Soumita Sengupta" userId="4afa6ce1-cb01-46c2-8538-4650222f0c96" providerId="ADAL" clId="{C57B405C-1328-424D-990D-2F85E0044F4C}" dt="2021-06-09T12:13:00.052" v="2200" actId="47"/>
        <pc:sldMkLst>
          <pc:docMk/>
          <pc:sldMk cId="2998439583" sldId="286"/>
        </pc:sldMkLst>
      </pc:sldChg>
      <pc:sldChg chg="add del">
        <pc:chgData name="Soumita Sengupta" userId="4afa6ce1-cb01-46c2-8538-4650222f0c96" providerId="ADAL" clId="{C57B405C-1328-424D-990D-2F85E0044F4C}" dt="2021-06-09T12:13:00.729" v="2201" actId="47"/>
        <pc:sldMkLst>
          <pc:docMk/>
          <pc:sldMk cId="2747257436" sldId="287"/>
        </pc:sldMkLst>
      </pc:sldChg>
      <pc:sldChg chg="add del">
        <pc:chgData name="Soumita Sengupta" userId="4afa6ce1-cb01-46c2-8538-4650222f0c96" providerId="ADAL" clId="{C57B405C-1328-424D-990D-2F85E0044F4C}" dt="2021-06-09T12:13:01.532" v="2202" actId="47"/>
        <pc:sldMkLst>
          <pc:docMk/>
          <pc:sldMk cId="497692830" sldId="288"/>
        </pc:sldMkLst>
      </pc:sldChg>
      <pc:sldChg chg="add del">
        <pc:chgData name="Soumita Sengupta" userId="4afa6ce1-cb01-46c2-8538-4650222f0c96" providerId="ADAL" clId="{C57B405C-1328-424D-990D-2F85E0044F4C}" dt="2021-06-09T12:13:02.154" v="2203" actId="47"/>
        <pc:sldMkLst>
          <pc:docMk/>
          <pc:sldMk cId="1690934009" sldId="289"/>
        </pc:sldMkLst>
      </pc:sldChg>
      <pc:sldChg chg="addSp delSp modSp add mod">
        <pc:chgData name="Soumita Sengupta" userId="4afa6ce1-cb01-46c2-8538-4650222f0c96" providerId="ADAL" clId="{C57B405C-1328-424D-990D-2F85E0044F4C}" dt="2021-06-16T12:04:53.610" v="4101" actId="14100"/>
        <pc:sldMkLst>
          <pc:docMk/>
          <pc:sldMk cId="3987752600" sldId="290"/>
        </pc:sldMkLst>
        <pc:spChg chg="del">
          <ac:chgData name="Soumita Sengupta" userId="4afa6ce1-cb01-46c2-8538-4650222f0c96" providerId="ADAL" clId="{C57B405C-1328-424D-990D-2F85E0044F4C}" dt="2021-06-16T12:02:19.995" v="4075" actId="478"/>
          <ac:spMkLst>
            <pc:docMk/>
            <pc:sldMk cId="3987752600" sldId="290"/>
            <ac:spMk id="8" creationId="{00000000-0000-0000-0000-000000000000}"/>
          </ac:spMkLst>
        </pc:spChg>
        <pc:spChg chg="mod">
          <ac:chgData name="Soumita Sengupta" userId="4afa6ce1-cb01-46c2-8538-4650222f0c96" providerId="ADAL" clId="{C57B405C-1328-424D-990D-2F85E0044F4C}" dt="2021-06-16T12:03:07.441" v="4091" actId="5793"/>
          <ac:spMkLst>
            <pc:docMk/>
            <pc:sldMk cId="3987752600" sldId="290"/>
            <ac:spMk id="10" creationId="{00000000-0000-0000-0000-000000000000}"/>
          </ac:spMkLst>
        </pc:spChg>
        <pc:picChg chg="add mod modCrop">
          <ac:chgData name="Soumita Sengupta" userId="4afa6ce1-cb01-46c2-8538-4650222f0c96" providerId="ADAL" clId="{C57B405C-1328-424D-990D-2F85E0044F4C}" dt="2021-06-16T12:04:53.610" v="4101" actId="14100"/>
          <ac:picMkLst>
            <pc:docMk/>
            <pc:sldMk cId="3987752600" sldId="290"/>
            <ac:picMk id="6" creationId="{B86AD456-61DC-4EA6-BEE6-55B865514880}"/>
          </ac:picMkLst>
        </pc:picChg>
      </pc:sldChg>
      <pc:sldChg chg="modSp add mod">
        <pc:chgData name="Soumita Sengupta" userId="4afa6ce1-cb01-46c2-8538-4650222f0c96" providerId="ADAL" clId="{C57B405C-1328-424D-990D-2F85E0044F4C}" dt="2021-06-16T11:59:56.455" v="4073" actId="207"/>
        <pc:sldMkLst>
          <pc:docMk/>
          <pc:sldMk cId="1095455151" sldId="303"/>
        </pc:sldMkLst>
        <pc:spChg chg="mod">
          <ac:chgData name="Soumita Sengupta" userId="4afa6ce1-cb01-46c2-8538-4650222f0c96" providerId="ADAL" clId="{C57B405C-1328-424D-990D-2F85E0044F4C}" dt="2021-06-09T11:06:53.245" v="538"/>
          <ac:spMkLst>
            <pc:docMk/>
            <pc:sldMk cId="1095455151" sldId="303"/>
            <ac:spMk id="2" creationId="{00000000-0000-0000-0000-000000000000}"/>
          </ac:spMkLst>
        </pc:spChg>
        <pc:spChg chg="mod">
          <ac:chgData name="Soumita Sengupta" userId="4afa6ce1-cb01-46c2-8538-4650222f0c96" providerId="ADAL" clId="{C57B405C-1328-424D-990D-2F85E0044F4C}" dt="2021-06-16T11:59:56.455" v="4073" actId="207"/>
          <ac:spMkLst>
            <pc:docMk/>
            <pc:sldMk cId="1095455151" sldId="303"/>
            <ac:spMk id="5" creationId="{00000000-0000-0000-0000-000000000000}"/>
          </ac:spMkLst>
        </pc:spChg>
      </pc:sldChg>
      <pc:sldChg chg="modSp mod">
        <pc:chgData name="Soumita Sengupta" userId="4afa6ce1-cb01-46c2-8538-4650222f0c96" providerId="ADAL" clId="{C57B405C-1328-424D-990D-2F85E0044F4C}" dt="2021-06-09T10:16:11.493" v="315" actId="20577"/>
        <pc:sldMkLst>
          <pc:docMk/>
          <pc:sldMk cId="2584036331" sldId="339"/>
        </pc:sldMkLst>
        <pc:spChg chg="mod">
          <ac:chgData name="Soumita Sengupta" userId="4afa6ce1-cb01-46c2-8538-4650222f0c96" providerId="ADAL" clId="{C57B405C-1328-424D-990D-2F85E0044F4C}" dt="2021-06-09T10:16:11.493" v="315" actId="20577"/>
          <ac:spMkLst>
            <pc:docMk/>
            <pc:sldMk cId="2584036331" sldId="339"/>
            <ac:spMk id="5" creationId="{6D1A1596-A8D7-4C1A-8956-0FA40A84EFCA}"/>
          </ac:spMkLst>
        </pc:spChg>
      </pc:sldChg>
      <pc:sldChg chg="del">
        <pc:chgData name="Soumita Sengupta" userId="4afa6ce1-cb01-46c2-8538-4650222f0c96" providerId="ADAL" clId="{C57B405C-1328-424D-990D-2F85E0044F4C}" dt="2021-06-09T04:55:23.658" v="25" actId="47"/>
        <pc:sldMkLst>
          <pc:docMk/>
          <pc:sldMk cId="1212641514" sldId="881"/>
        </pc:sldMkLst>
      </pc:sldChg>
      <pc:sldChg chg="del">
        <pc:chgData name="Soumita Sengupta" userId="4afa6ce1-cb01-46c2-8538-4650222f0c96" providerId="ADAL" clId="{C57B405C-1328-424D-990D-2F85E0044F4C}" dt="2021-06-09T04:55:22.972" v="24" actId="47"/>
        <pc:sldMkLst>
          <pc:docMk/>
          <pc:sldMk cId="1491434200" sldId="882"/>
        </pc:sldMkLst>
      </pc:sldChg>
      <pc:sldChg chg="del">
        <pc:chgData name="Soumita Sengupta" userId="4afa6ce1-cb01-46c2-8538-4650222f0c96" providerId="ADAL" clId="{C57B405C-1328-424D-990D-2F85E0044F4C}" dt="2021-06-09T04:55:25.073" v="26" actId="47"/>
        <pc:sldMkLst>
          <pc:docMk/>
          <pc:sldMk cId="3274614110" sldId="883"/>
        </pc:sldMkLst>
      </pc:sldChg>
      <pc:sldChg chg="del">
        <pc:chgData name="Soumita Sengupta" userId="4afa6ce1-cb01-46c2-8538-4650222f0c96" providerId="ADAL" clId="{C57B405C-1328-424D-990D-2F85E0044F4C}" dt="2021-06-09T04:55:25.489" v="27" actId="47"/>
        <pc:sldMkLst>
          <pc:docMk/>
          <pc:sldMk cId="2860083836" sldId="884"/>
        </pc:sldMkLst>
      </pc:sldChg>
      <pc:sldChg chg="del">
        <pc:chgData name="Soumita Sengupta" userId="4afa6ce1-cb01-46c2-8538-4650222f0c96" providerId="ADAL" clId="{C57B405C-1328-424D-990D-2F85E0044F4C}" dt="2021-06-09T04:55:26.027" v="28" actId="47"/>
        <pc:sldMkLst>
          <pc:docMk/>
          <pc:sldMk cId="1217453013" sldId="885"/>
        </pc:sldMkLst>
      </pc:sldChg>
      <pc:sldChg chg="del">
        <pc:chgData name="Soumita Sengupta" userId="4afa6ce1-cb01-46c2-8538-4650222f0c96" providerId="ADAL" clId="{C57B405C-1328-424D-990D-2F85E0044F4C}" dt="2021-06-09T04:55:26.513" v="29" actId="47"/>
        <pc:sldMkLst>
          <pc:docMk/>
          <pc:sldMk cId="864205736" sldId="886"/>
        </pc:sldMkLst>
      </pc:sldChg>
      <pc:sldChg chg="del">
        <pc:chgData name="Soumita Sengupta" userId="4afa6ce1-cb01-46c2-8538-4650222f0c96" providerId="ADAL" clId="{C57B405C-1328-424D-990D-2F85E0044F4C}" dt="2021-06-09T04:55:26.884" v="30" actId="47"/>
        <pc:sldMkLst>
          <pc:docMk/>
          <pc:sldMk cId="3930354458" sldId="887"/>
        </pc:sldMkLst>
      </pc:sldChg>
      <pc:sldChg chg="del">
        <pc:chgData name="Soumita Sengupta" userId="4afa6ce1-cb01-46c2-8538-4650222f0c96" providerId="ADAL" clId="{C57B405C-1328-424D-990D-2F85E0044F4C}" dt="2021-06-09T04:55:27.705" v="32" actId="47"/>
        <pc:sldMkLst>
          <pc:docMk/>
          <pc:sldMk cId="3369415015" sldId="888"/>
        </pc:sldMkLst>
      </pc:sldChg>
      <pc:sldChg chg="del">
        <pc:chgData name="Soumita Sengupta" userId="4afa6ce1-cb01-46c2-8538-4650222f0c96" providerId="ADAL" clId="{C57B405C-1328-424D-990D-2F85E0044F4C}" dt="2021-06-09T04:55:27.261" v="31" actId="47"/>
        <pc:sldMkLst>
          <pc:docMk/>
          <pc:sldMk cId="1235970176" sldId="889"/>
        </pc:sldMkLst>
      </pc:sldChg>
      <pc:sldChg chg="del">
        <pc:chgData name="Soumita Sengupta" userId="4afa6ce1-cb01-46c2-8538-4650222f0c96" providerId="ADAL" clId="{C57B405C-1328-424D-990D-2F85E0044F4C}" dt="2021-06-09T04:55:28.275" v="33" actId="47"/>
        <pc:sldMkLst>
          <pc:docMk/>
          <pc:sldMk cId="2775940916" sldId="890"/>
        </pc:sldMkLst>
      </pc:sldChg>
      <pc:sldChg chg="del">
        <pc:chgData name="Soumita Sengupta" userId="4afa6ce1-cb01-46c2-8538-4650222f0c96" providerId="ADAL" clId="{C57B405C-1328-424D-990D-2F85E0044F4C}" dt="2021-06-09T04:55:28.625" v="34" actId="47"/>
        <pc:sldMkLst>
          <pc:docMk/>
          <pc:sldMk cId="1653010389" sldId="891"/>
        </pc:sldMkLst>
      </pc:sldChg>
      <pc:sldChg chg="del">
        <pc:chgData name="Soumita Sengupta" userId="4afa6ce1-cb01-46c2-8538-4650222f0c96" providerId="ADAL" clId="{C57B405C-1328-424D-990D-2F85E0044F4C}" dt="2021-06-09T04:55:29.871" v="36" actId="47"/>
        <pc:sldMkLst>
          <pc:docMk/>
          <pc:sldMk cId="1390551958" sldId="892"/>
        </pc:sldMkLst>
      </pc:sldChg>
      <pc:sldChg chg="del">
        <pc:chgData name="Soumita Sengupta" userId="4afa6ce1-cb01-46c2-8538-4650222f0c96" providerId="ADAL" clId="{C57B405C-1328-424D-990D-2F85E0044F4C}" dt="2021-06-09T04:55:29.034" v="35" actId="47"/>
        <pc:sldMkLst>
          <pc:docMk/>
          <pc:sldMk cId="744508730" sldId="893"/>
        </pc:sldMkLst>
      </pc:sldChg>
      <pc:sldChg chg="del">
        <pc:chgData name="Soumita Sengupta" userId="4afa6ce1-cb01-46c2-8538-4650222f0c96" providerId="ADAL" clId="{C57B405C-1328-424D-990D-2F85E0044F4C}" dt="2021-06-09T04:55:30.177" v="37" actId="47"/>
        <pc:sldMkLst>
          <pc:docMk/>
          <pc:sldMk cId="3073096925" sldId="894"/>
        </pc:sldMkLst>
      </pc:sldChg>
      <pc:sldChg chg="del">
        <pc:chgData name="Soumita Sengupta" userId="4afa6ce1-cb01-46c2-8538-4650222f0c96" providerId="ADAL" clId="{C57B405C-1328-424D-990D-2F85E0044F4C}" dt="2021-06-09T04:55:30.744" v="38" actId="47"/>
        <pc:sldMkLst>
          <pc:docMk/>
          <pc:sldMk cId="1291504349" sldId="895"/>
        </pc:sldMkLst>
      </pc:sldChg>
      <pc:sldChg chg="del">
        <pc:chgData name="Soumita Sengupta" userId="4afa6ce1-cb01-46c2-8538-4650222f0c96" providerId="ADAL" clId="{C57B405C-1328-424D-990D-2F85E0044F4C}" dt="2021-06-09T04:55:31.450" v="40" actId="47"/>
        <pc:sldMkLst>
          <pc:docMk/>
          <pc:sldMk cId="3548325935" sldId="896"/>
        </pc:sldMkLst>
      </pc:sldChg>
      <pc:sldChg chg="del">
        <pc:chgData name="Soumita Sengupta" userId="4afa6ce1-cb01-46c2-8538-4650222f0c96" providerId="ADAL" clId="{C57B405C-1328-424D-990D-2F85E0044F4C}" dt="2021-06-09T04:55:31.051" v="39" actId="47"/>
        <pc:sldMkLst>
          <pc:docMk/>
          <pc:sldMk cId="2692143165" sldId="897"/>
        </pc:sldMkLst>
      </pc:sldChg>
      <pc:sldChg chg="del">
        <pc:chgData name="Soumita Sengupta" userId="4afa6ce1-cb01-46c2-8538-4650222f0c96" providerId="ADAL" clId="{C57B405C-1328-424D-990D-2F85E0044F4C}" dt="2021-06-09T04:55:31.957" v="41" actId="47"/>
        <pc:sldMkLst>
          <pc:docMk/>
          <pc:sldMk cId="554284285" sldId="898"/>
        </pc:sldMkLst>
      </pc:sldChg>
      <pc:sldChg chg="del">
        <pc:chgData name="Soumita Sengupta" userId="4afa6ce1-cb01-46c2-8538-4650222f0c96" providerId="ADAL" clId="{C57B405C-1328-424D-990D-2F85E0044F4C}" dt="2021-06-09T04:55:32.419" v="42" actId="47"/>
        <pc:sldMkLst>
          <pc:docMk/>
          <pc:sldMk cId="2350677783" sldId="899"/>
        </pc:sldMkLst>
      </pc:sldChg>
      <pc:sldChg chg="del">
        <pc:chgData name="Soumita Sengupta" userId="4afa6ce1-cb01-46c2-8538-4650222f0c96" providerId="ADAL" clId="{C57B405C-1328-424D-990D-2F85E0044F4C}" dt="2021-06-09T04:55:33.004" v="43" actId="47"/>
        <pc:sldMkLst>
          <pc:docMk/>
          <pc:sldMk cId="3785164751" sldId="900"/>
        </pc:sldMkLst>
      </pc:sldChg>
      <pc:sldChg chg="del">
        <pc:chgData name="Soumita Sengupta" userId="4afa6ce1-cb01-46c2-8538-4650222f0c96" providerId="ADAL" clId="{C57B405C-1328-424D-990D-2F85E0044F4C}" dt="2021-06-09T04:55:33.504" v="44" actId="47"/>
        <pc:sldMkLst>
          <pc:docMk/>
          <pc:sldMk cId="4293752383" sldId="901"/>
        </pc:sldMkLst>
      </pc:sldChg>
      <pc:sldChg chg="del">
        <pc:chgData name="Soumita Sengupta" userId="4afa6ce1-cb01-46c2-8538-4650222f0c96" providerId="ADAL" clId="{C57B405C-1328-424D-990D-2F85E0044F4C}" dt="2021-06-09T04:55:33.927" v="45" actId="47"/>
        <pc:sldMkLst>
          <pc:docMk/>
          <pc:sldMk cId="3357936513" sldId="902"/>
        </pc:sldMkLst>
      </pc:sldChg>
      <pc:sldChg chg="del">
        <pc:chgData name="Soumita Sengupta" userId="4afa6ce1-cb01-46c2-8538-4650222f0c96" providerId="ADAL" clId="{C57B405C-1328-424D-990D-2F85E0044F4C}" dt="2021-06-09T04:55:34.324" v="46" actId="47"/>
        <pc:sldMkLst>
          <pc:docMk/>
          <pc:sldMk cId="1027484415" sldId="903"/>
        </pc:sldMkLst>
      </pc:sldChg>
      <pc:sldChg chg="del">
        <pc:chgData name="Soumita Sengupta" userId="4afa6ce1-cb01-46c2-8538-4650222f0c96" providerId="ADAL" clId="{C57B405C-1328-424D-990D-2F85E0044F4C}" dt="2021-06-09T04:55:34.666" v="47" actId="47"/>
        <pc:sldMkLst>
          <pc:docMk/>
          <pc:sldMk cId="414747998" sldId="904"/>
        </pc:sldMkLst>
      </pc:sldChg>
      <pc:sldChg chg="del">
        <pc:chgData name="Soumita Sengupta" userId="4afa6ce1-cb01-46c2-8538-4650222f0c96" providerId="ADAL" clId="{C57B405C-1328-424D-990D-2F85E0044F4C}" dt="2021-06-09T04:55:35.042" v="48" actId="47"/>
        <pc:sldMkLst>
          <pc:docMk/>
          <pc:sldMk cId="953297308" sldId="905"/>
        </pc:sldMkLst>
      </pc:sldChg>
      <pc:sldChg chg="del">
        <pc:chgData name="Soumita Sengupta" userId="4afa6ce1-cb01-46c2-8538-4650222f0c96" providerId="ADAL" clId="{C57B405C-1328-424D-990D-2F85E0044F4C}" dt="2021-06-09T04:55:35.428" v="49" actId="47"/>
        <pc:sldMkLst>
          <pc:docMk/>
          <pc:sldMk cId="3855319927" sldId="906"/>
        </pc:sldMkLst>
      </pc:sldChg>
      <pc:sldChg chg="del">
        <pc:chgData name="Soumita Sengupta" userId="4afa6ce1-cb01-46c2-8538-4650222f0c96" providerId="ADAL" clId="{C57B405C-1328-424D-990D-2F85E0044F4C}" dt="2021-06-09T04:55:35.869" v="50" actId="47"/>
        <pc:sldMkLst>
          <pc:docMk/>
          <pc:sldMk cId="455529772" sldId="907"/>
        </pc:sldMkLst>
      </pc:sldChg>
      <pc:sldChg chg="del">
        <pc:chgData name="Soumita Sengupta" userId="4afa6ce1-cb01-46c2-8538-4650222f0c96" providerId="ADAL" clId="{C57B405C-1328-424D-990D-2F85E0044F4C}" dt="2021-06-09T04:55:36.192" v="51" actId="47"/>
        <pc:sldMkLst>
          <pc:docMk/>
          <pc:sldMk cId="1317934090" sldId="908"/>
        </pc:sldMkLst>
      </pc:sldChg>
      <pc:sldChg chg="del">
        <pc:chgData name="Soumita Sengupta" userId="4afa6ce1-cb01-46c2-8538-4650222f0c96" providerId="ADAL" clId="{C57B405C-1328-424D-990D-2F85E0044F4C}" dt="2021-06-09T04:55:36.478" v="52" actId="47"/>
        <pc:sldMkLst>
          <pc:docMk/>
          <pc:sldMk cId="3362010297" sldId="909"/>
        </pc:sldMkLst>
      </pc:sldChg>
      <pc:sldChg chg="del">
        <pc:chgData name="Soumita Sengupta" userId="4afa6ce1-cb01-46c2-8538-4650222f0c96" providerId="ADAL" clId="{C57B405C-1328-424D-990D-2F85E0044F4C}" dt="2021-06-09T04:55:36.775" v="53" actId="47"/>
        <pc:sldMkLst>
          <pc:docMk/>
          <pc:sldMk cId="2860101323" sldId="910"/>
        </pc:sldMkLst>
      </pc:sldChg>
      <pc:sldChg chg="del">
        <pc:chgData name="Soumita Sengupta" userId="4afa6ce1-cb01-46c2-8538-4650222f0c96" providerId="ADAL" clId="{C57B405C-1328-424D-990D-2F85E0044F4C}" dt="2021-06-09T04:55:37.060" v="54" actId="47"/>
        <pc:sldMkLst>
          <pc:docMk/>
          <pc:sldMk cId="1849334363" sldId="911"/>
        </pc:sldMkLst>
      </pc:sldChg>
      <pc:sldChg chg="add del">
        <pc:chgData name="Soumita Sengupta" userId="4afa6ce1-cb01-46c2-8538-4650222f0c96" providerId="ADAL" clId="{C57B405C-1328-424D-990D-2F85E0044F4C}" dt="2021-06-09T12:12:57.996" v="2198" actId="47"/>
        <pc:sldMkLst>
          <pc:docMk/>
          <pc:sldMk cId="2306519255" sldId="912"/>
        </pc:sldMkLst>
      </pc:sldChg>
      <pc:sldChg chg="del">
        <pc:chgData name="Soumita Sengupta" userId="4afa6ce1-cb01-46c2-8538-4650222f0c96" providerId="ADAL" clId="{C57B405C-1328-424D-990D-2F85E0044F4C}" dt="2021-06-09T04:55:37.351" v="55" actId="47"/>
        <pc:sldMkLst>
          <pc:docMk/>
          <pc:sldMk cId="3559517792" sldId="912"/>
        </pc:sldMkLst>
      </pc:sldChg>
      <pc:sldChg chg="del">
        <pc:chgData name="Soumita Sengupta" userId="4afa6ce1-cb01-46c2-8538-4650222f0c96" providerId="ADAL" clId="{C57B405C-1328-424D-990D-2F85E0044F4C}" dt="2021-06-09T04:55:37.996" v="56" actId="47"/>
        <pc:sldMkLst>
          <pc:docMk/>
          <pc:sldMk cId="1995712021" sldId="913"/>
        </pc:sldMkLst>
      </pc:sldChg>
      <pc:sldChg chg="del">
        <pc:chgData name="Soumita Sengupta" userId="4afa6ce1-cb01-46c2-8538-4650222f0c96" providerId="ADAL" clId="{C57B405C-1328-424D-990D-2F85E0044F4C}" dt="2021-06-09T04:55:39.801" v="57" actId="47"/>
        <pc:sldMkLst>
          <pc:docMk/>
          <pc:sldMk cId="3460310019" sldId="914"/>
        </pc:sldMkLst>
      </pc:sldChg>
      <pc:sldChg chg="modSp new mod">
        <pc:chgData name="Soumita Sengupta" userId="4afa6ce1-cb01-46c2-8538-4650222f0c96" providerId="ADAL" clId="{C57B405C-1328-424D-990D-2F85E0044F4C}" dt="2021-06-16T12:02:36.671" v="4085" actId="20577"/>
        <pc:sldMkLst>
          <pc:docMk/>
          <pc:sldMk cId="4051698625" sldId="1328"/>
        </pc:sldMkLst>
        <pc:spChg chg="mod">
          <ac:chgData name="Soumita Sengupta" userId="4afa6ce1-cb01-46c2-8538-4650222f0c96" providerId="ADAL" clId="{C57B405C-1328-424D-990D-2F85E0044F4C}" dt="2021-06-15T13:21:29.886" v="2222" actId="20577"/>
          <ac:spMkLst>
            <pc:docMk/>
            <pc:sldMk cId="4051698625" sldId="1328"/>
            <ac:spMk id="2" creationId="{28798FC0-737C-4EAE-92DC-7EE712C795F3}"/>
          </ac:spMkLst>
        </pc:spChg>
        <pc:spChg chg="mod">
          <ac:chgData name="Soumita Sengupta" userId="4afa6ce1-cb01-46c2-8538-4650222f0c96" providerId="ADAL" clId="{C57B405C-1328-424D-990D-2F85E0044F4C}" dt="2021-06-16T12:02:36.671" v="4085" actId="20577"/>
          <ac:spMkLst>
            <pc:docMk/>
            <pc:sldMk cId="4051698625" sldId="1328"/>
            <ac:spMk id="3" creationId="{D3677530-8219-4DBE-89C3-233B723060F9}"/>
          </ac:spMkLst>
        </pc:spChg>
      </pc:sldChg>
      <pc:sldChg chg="modSp add mod">
        <pc:chgData name="Soumita Sengupta" userId="4afa6ce1-cb01-46c2-8538-4650222f0c96" providerId="ADAL" clId="{C57B405C-1328-424D-990D-2F85E0044F4C}" dt="2021-06-09T10:10:12.012" v="267" actId="20577"/>
        <pc:sldMkLst>
          <pc:docMk/>
          <pc:sldMk cId="4227866224" sldId="1329"/>
        </pc:sldMkLst>
        <pc:spChg chg="mod">
          <ac:chgData name="Soumita Sengupta" userId="4afa6ce1-cb01-46c2-8538-4650222f0c96" providerId="ADAL" clId="{C57B405C-1328-424D-990D-2F85E0044F4C}" dt="2021-06-09T10:10:12.012" v="267" actId="20577"/>
          <ac:spMkLst>
            <pc:docMk/>
            <pc:sldMk cId="4227866224" sldId="1329"/>
            <ac:spMk id="2" creationId="{57983F62-BBB9-431B-A37F-BDA0DC7153F6}"/>
          </ac:spMkLst>
        </pc:spChg>
      </pc:sldChg>
      <pc:sldChg chg="addSp delSp modSp add mod ord">
        <pc:chgData name="Soumita Sengupta" userId="4afa6ce1-cb01-46c2-8538-4650222f0c96" providerId="ADAL" clId="{C57B405C-1328-424D-990D-2F85E0044F4C}" dt="2021-06-16T07:34:00.208" v="3086" actId="208"/>
        <pc:sldMkLst>
          <pc:docMk/>
          <pc:sldMk cId="2689733765" sldId="1330"/>
        </pc:sldMkLst>
        <pc:spChg chg="mod">
          <ac:chgData name="Soumita Sengupta" userId="4afa6ce1-cb01-46c2-8538-4650222f0c96" providerId="ADAL" clId="{C57B405C-1328-424D-990D-2F85E0044F4C}" dt="2021-06-09T10:29:59.765" v="363" actId="20577"/>
          <ac:spMkLst>
            <pc:docMk/>
            <pc:sldMk cId="2689733765" sldId="1330"/>
            <ac:spMk id="2" creationId="{00000000-0000-0000-0000-000000000000}"/>
          </ac:spMkLst>
        </pc:spChg>
        <pc:spChg chg="add mod">
          <ac:chgData name="Soumita Sengupta" userId="4afa6ce1-cb01-46c2-8538-4650222f0c96" providerId="ADAL" clId="{C57B405C-1328-424D-990D-2F85E0044F4C}" dt="2021-06-16T07:33:31.698" v="3084" actId="1076"/>
          <ac:spMkLst>
            <pc:docMk/>
            <pc:sldMk cId="2689733765" sldId="1330"/>
            <ac:spMk id="3" creationId="{61FA9E22-AAAB-44A6-9D64-B7EAD08FDD32}"/>
          </ac:spMkLst>
        </pc:spChg>
        <pc:spChg chg="mod">
          <ac:chgData name="Soumita Sengupta" userId="4afa6ce1-cb01-46c2-8538-4650222f0c96" providerId="ADAL" clId="{C57B405C-1328-424D-990D-2F85E0044F4C}" dt="2021-06-16T07:31:59.784" v="2959" actId="20577"/>
          <ac:spMkLst>
            <pc:docMk/>
            <pc:sldMk cId="2689733765" sldId="1330"/>
            <ac:spMk id="14" creationId="{00000000-0000-0000-0000-000000000000}"/>
          </ac:spMkLst>
        </pc:spChg>
        <pc:picChg chg="del">
          <ac:chgData name="Soumita Sengupta" userId="4afa6ce1-cb01-46c2-8538-4650222f0c96" providerId="ADAL" clId="{C57B405C-1328-424D-990D-2F85E0044F4C}" dt="2021-06-09T10:30:01.926" v="364" actId="478"/>
          <ac:picMkLst>
            <pc:docMk/>
            <pc:sldMk cId="2689733765" sldId="1330"/>
            <ac:picMk id="5" creationId="{00000000-0000-0000-0000-000000000000}"/>
          </ac:picMkLst>
        </pc:picChg>
        <pc:picChg chg="add del mod">
          <ac:chgData name="Soumita Sengupta" userId="4afa6ce1-cb01-46c2-8538-4650222f0c96" providerId="ADAL" clId="{C57B405C-1328-424D-990D-2F85E0044F4C}" dt="2021-06-16T07:30:36.678" v="2844" actId="478"/>
          <ac:picMkLst>
            <pc:docMk/>
            <pc:sldMk cId="2689733765" sldId="1330"/>
            <ac:picMk id="6" creationId="{FB68FA30-584D-461E-8C69-71D17EE9A70F}"/>
          </ac:picMkLst>
        </pc:picChg>
        <pc:picChg chg="add mod">
          <ac:chgData name="Soumita Sengupta" userId="4afa6ce1-cb01-46c2-8538-4650222f0c96" providerId="ADAL" clId="{C57B405C-1328-424D-990D-2F85E0044F4C}" dt="2021-06-16T07:34:00.208" v="3086" actId="208"/>
          <ac:picMkLst>
            <pc:docMk/>
            <pc:sldMk cId="2689733765" sldId="1330"/>
            <ac:picMk id="8" creationId="{848608D3-9C9F-469E-9BDF-8E1AD1B5C678}"/>
          </ac:picMkLst>
        </pc:picChg>
      </pc:sldChg>
      <pc:sldChg chg="addSp delSp modSp add del mod">
        <pc:chgData name="Soumita Sengupta" userId="4afa6ce1-cb01-46c2-8538-4650222f0c96" providerId="ADAL" clId="{C57B405C-1328-424D-990D-2F85E0044F4C}" dt="2021-06-09T11:06:56.100" v="539" actId="47"/>
        <pc:sldMkLst>
          <pc:docMk/>
          <pc:sldMk cId="1394899550" sldId="1331"/>
        </pc:sldMkLst>
        <pc:spChg chg="mod">
          <ac:chgData name="Soumita Sengupta" userId="4afa6ce1-cb01-46c2-8538-4650222f0c96" providerId="ADAL" clId="{C57B405C-1328-424D-990D-2F85E0044F4C}" dt="2021-06-09T11:06:47.413" v="537" actId="21"/>
          <ac:spMkLst>
            <pc:docMk/>
            <pc:sldMk cId="1394899550" sldId="1331"/>
            <ac:spMk id="2" creationId="{00000000-0000-0000-0000-000000000000}"/>
          </ac:spMkLst>
        </pc:spChg>
        <pc:spChg chg="add mod">
          <ac:chgData name="Soumita Sengupta" userId="4afa6ce1-cb01-46c2-8538-4650222f0c96" providerId="ADAL" clId="{C57B405C-1328-424D-990D-2F85E0044F4C}" dt="2021-06-09T11:03:57.136" v="395" actId="1076"/>
          <ac:spMkLst>
            <pc:docMk/>
            <pc:sldMk cId="1394899550" sldId="1331"/>
            <ac:spMk id="8" creationId="{06DEB593-1BBD-4DA3-AD88-16D6485A3E6E}"/>
          </ac:spMkLst>
        </pc:spChg>
        <pc:spChg chg="add mod">
          <ac:chgData name="Soumita Sengupta" userId="4afa6ce1-cb01-46c2-8538-4650222f0c96" providerId="ADAL" clId="{C57B405C-1328-424D-990D-2F85E0044F4C}" dt="2021-06-09T11:06:21.195" v="535" actId="21"/>
          <ac:spMkLst>
            <pc:docMk/>
            <pc:sldMk cId="1394899550" sldId="1331"/>
            <ac:spMk id="9" creationId="{1E1FE280-35BD-4B25-B76C-D4A3BE3458AB}"/>
          </ac:spMkLst>
        </pc:spChg>
        <pc:spChg chg="mod">
          <ac:chgData name="Soumita Sengupta" userId="4afa6ce1-cb01-46c2-8538-4650222f0c96" providerId="ADAL" clId="{C57B405C-1328-424D-990D-2F85E0044F4C}" dt="2021-06-09T11:04:06.460" v="398" actId="14100"/>
          <ac:spMkLst>
            <pc:docMk/>
            <pc:sldMk cId="1394899550" sldId="1331"/>
            <ac:spMk id="14" creationId="{00000000-0000-0000-0000-000000000000}"/>
          </ac:spMkLst>
        </pc:spChg>
        <pc:picChg chg="del">
          <ac:chgData name="Soumita Sengupta" userId="4afa6ce1-cb01-46c2-8538-4650222f0c96" providerId="ADAL" clId="{C57B405C-1328-424D-990D-2F85E0044F4C}" dt="2021-06-09T11:03:33.410" v="373" actId="478"/>
          <ac:picMkLst>
            <pc:docMk/>
            <pc:sldMk cId="1394899550" sldId="1331"/>
            <ac:picMk id="6" creationId="{FB68FA30-584D-461E-8C69-71D17EE9A70F}"/>
          </ac:picMkLst>
        </pc:picChg>
      </pc:sldChg>
      <pc:sldChg chg="modSp add mod">
        <pc:chgData name="Soumita Sengupta" userId="4afa6ce1-cb01-46c2-8538-4650222f0c96" providerId="ADAL" clId="{C57B405C-1328-424D-990D-2F85E0044F4C}" dt="2021-06-09T12:12:53.874" v="2197" actId="20577"/>
        <pc:sldMkLst>
          <pc:docMk/>
          <pc:sldMk cId="3825885641" sldId="1331"/>
        </pc:sldMkLst>
        <pc:spChg chg="mod">
          <ac:chgData name="Soumita Sengupta" userId="4afa6ce1-cb01-46c2-8538-4650222f0c96" providerId="ADAL" clId="{C57B405C-1328-424D-990D-2F85E0044F4C}" dt="2021-06-09T12:12:53.874" v="2197" actId="20577"/>
          <ac:spMkLst>
            <pc:docMk/>
            <pc:sldMk cId="3825885641" sldId="1331"/>
            <ac:spMk id="2" creationId="{57983F62-BBB9-431B-A37F-BDA0DC7153F6}"/>
          </ac:spMkLst>
        </pc:spChg>
      </pc:sldChg>
      <pc:sldChg chg="modSp add mod">
        <pc:chgData name="Soumita Sengupta" userId="4afa6ce1-cb01-46c2-8538-4650222f0c96" providerId="ADAL" clId="{C57B405C-1328-424D-990D-2F85E0044F4C}" dt="2021-06-16T07:49:40.235" v="3138" actId="27636"/>
        <pc:sldMkLst>
          <pc:docMk/>
          <pc:sldMk cId="3080214361" sldId="1332"/>
        </pc:sldMkLst>
        <pc:spChg chg="mod">
          <ac:chgData name="Soumita Sengupta" userId="4afa6ce1-cb01-46c2-8538-4650222f0c96" providerId="ADAL" clId="{C57B405C-1328-424D-990D-2F85E0044F4C}" dt="2021-06-15T13:22:14.398" v="2262" actId="20577"/>
          <ac:spMkLst>
            <pc:docMk/>
            <pc:sldMk cId="3080214361" sldId="1332"/>
            <ac:spMk id="2" creationId="{28798FC0-737C-4EAE-92DC-7EE712C795F3}"/>
          </ac:spMkLst>
        </pc:spChg>
        <pc:spChg chg="mod">
          <ac:chgData name="Soumita Sengupta" userId="4afa6ce1-cb01-46c2-8538-4650222f0c96" providerId="ADAL" clId="{C57B405C-1328-424D-990D-2F85E0044F4C}" dt="2021-06-16T07:49:40.235" v="3138" actId="27636"/>
          <ac:spMkLst>
            <pc:docMk/>
            <pc:sldMk cId="3080214361" sldId="1332"/>
            <ac:spMk id="3" creationId="{D3677530-8219-4DBE-89C3-233B723060F9}"/>
          </ac:spMkLst>
        </pc:spChg>
      </pc:sldChg>
      <pc:sldChg chg="modSp add mod ord">
        <pc:chgData name="Soumita Sengupta" userId="4afa6ce1-cb01-46c2-8538-4650222f0c96" providerId="ADAL" clId="{C57B405C-1328-424D-990D-2F85E0044F4C}" dt="2021-06-15T13:22:55.235" v="2285" actId="20577"/>
        <pc:sldMkLst>
          <pc:docMk/>
          <pc:sldMk cId="3051288005" sldId="1333"/>
        </pc:sldMkLst>
        <pc:spChg chg="mod">
          <ac:chgData name="Soumita Sengupta" userId="4afa6ce1-cb01-46c2-8538-4650222f0c96" providerId="ADAL" clId="{C57B405C-1328-424D-990D-2F85E0044F4C}" dt="2021-06-15T13:22:55.235" v="2285" actId="20577"/>
          <ac:spMkLst>
            <pc:docMk/>
            <pc:sldMk cId="3051288005" sldId="1333"/>
            <ac:spMk id="2" creationId="{57983F62-BBB9-431B-A37F-BDA0DC7153F6}"/>
          </ac:spMkLst>
        </pc:spChg>
      </pc:sldChg>
      <pc:sldChg chg="modSp add mod">
        <pc:chgData name="Soumita Sengupta" userId="4afa6ce1-cb01-46c2-8538-4650222f0c96" providerId="ADAL" clId="{C57B405C-1328-424D-990D-2F85E0044F4C}" dt="2021-06-15T13:26:49.185" v="2344" actId="20577"/>
        <pc:sldMkLst>
          <pc:docMk/>
          <pc:sldMk cId="3612439745" sldId="1334"/>
        </pc:sldMkLst>
        <pc:spChg chg="mod">
          <ac:chgData name="Soumita Sengupta" userId="4afa6ce1-cb01-46c2-8538-4650222f0c96" providerId="ADAL" clId="{C57B405C-1328-424D-990D-2F85E0044F4C}" dt="2021-06-15T13:26:49.185" v="2344" actId="20577"/>
          <ac:spMkLst>
            <pc:docMk/>
            <pc:sldMk cId="3612439745" sldId="1334"/>
            <ac:spMk id="2" creationId="{57983F62-BBB9-431B-A37F-BDA0DC7153F6}"/>
          </ac:spMkLst>
        </pc:spChg>
      </pc:sldChg>
      <pc:sldChg chg="modSp add mod">
        <pc:chgData name="Soumita Sengupta" userId="4afa6ce1-cb01-46c2-8538-4650222f0c96" providerId="ADAL" clId="{C57B405C-1328-424D-990D-2F85E0044F4C}" dt="2021-06-15T13:27:14.199" v="2367" actId="20577"/>
        <pc:sldMkLst>
          <pc:docMk/>
          <pc:sldMk cId="4631750" sldId="1335"/>
        </pc:sldMkLst>
        <pc:spChg chg="mod">
          <ac:chgData name="Soumita Sengupta" userId="4afa6ce1-cb01-46c2-8538-4650222f0c96" providerId="ADAL" clId="{C57B405C-1328-424D-990D-2F85E0044F4C}" dt="2021-06-15T13:27:14.199" v="2367" actId="20577"/>
          <ac:spMkLst>
            <pc:docMk/>
            <pc:sldMk cId="4631750" sldId="1335"/>
            <ac:spMk id="2" creationId="{57983F62-BBB9-431B-A37F-BDA0DC7153F6}"/>
          </ac:spMkLst>
        </pc:spChg>
      </pc:sldChg>
      <pc:sldChg chg="modSp add mod">
        <pc:chgData name="Soumita Sengupta" userId="4afa6ce1-cb01-46c2-8538-4650222f0c96" providerId="ADAL" clId="{C57B405C-1328-424D-990D-2F85E0044F4C}" dt="2021-06-15T13:27:39.767" v="2385" actId="20577"/>
        <pc:sldMkLst>
          <pc:docMk/>
          <pc:sldMk cId="736621240" sldId="1336"/>
        </pc:sldMkLst>
        <pc:spChg chg="mod">
          <ac:chgData name="Soumita Sengupta" userId="4afa6ce1-cb01-46c2-8538-4650222f0c96" providerId="ADAL" clId="{C57B405C-1328-424D-990D-2F85E0044F4C}" dt="2021-06-15T13:27:39.767" v="2385" actId="20577"/>
          <ac:spMkLst>
            <pc:docMk/>
            <pc:sldMk cId="736621240" sldId="1336"/>
            <ac:spMk id="2" creationId="{57983F62-BBB9-431B-A37F-BDA0DC7153F6}"/>
          </ac:spMkLst>
        </pc:spChg>
      </pc:sldChg>
      <pc:sldChg chg="modSp add mod">
        <pc:chgData name="Soumita Sengupta" userId="4afa6ce1-cb01-46c2-8538-4650222f0c96" providerId="ADAL" clId="{C57B405C-1328-424D-990D-2F85E0044F4C}" dt="2021-06-15T13:27:48.312" v="2393" actId="20577"/>
        <pc:sldMkLst>
          <pc:docMk/>
          <pc:sldMk cId="2486887644" sldId="1337"/>
        </pc:sldMkLst>
        <pc:spChg chg="mod">
          <ac:chgData name="Soumita Sengupta" userId="4afa6ce1-cb01-46c2-8538-4650222f0c96" providerId="ADAL" clId="{C57B405C-1328-424D-990D-2F85E0044F4C}" dt="2021-06-15T13:27:48.312" v="2393" actId="20577"/>
          <ac:spMkLst>
            <pc:docMk/>
            <pc:sldMk cId="2486887644" sldId="1337"/>
            <ac:spMk id="2" creationId="{57983F62-BBB9-431B-A37F-BDA0DC7153F6}"/>
          </ac:spMkLst>
        </pc:spChg>
      </pc:sldChg>
      <pc:sldChg chg="modSp add mod">
        <pc:chgData name="Soumita Sengupta" userId="4afa6ce1-cb01-46c2-8538-4650222f0c96" providerId="ADAL" clId="{C57B405C-1328-424D-990D-2F85E0044F4C}" dt="2021-06-15T13:27:58.861" v="2411" actId="20577"/>
        <pc:sldMkLst>
          <pc:docMk/>
          <pc:sldMk cId="2283558231" sldId="1338"/>
        </pc:sldMkLst>
        <pc:spChg chg="mod">
          <ac:chgData name="Soumita Sengupta" userId="4afa6ce1-cb01-46c2-8538-4650222f0c96" providerId="ADAL" clId="{C57B405C-1328-424D-990D-2F85E0044F4C}" dt="2021-06-15T13:27:58.861" v="2411" actId="20577"/>
          <ac:spMkLst>
            <pc:docMk/>
            <pc:sldMk cId="2283558231" sldId="1338"/>
            <ac:spMk id="2" creationId="{57983F62-BBB9-431B-A37F-BDA0DC7153F6}"/>
          </ac:spMkLst>
        </pc:spChg>
      </pc:sldChg>
      <pc:sldChg chg="addSp delSp modSp new mod">
        <pc:chgData name="Soumita Sengupta" userId="4afa6ce1-cb01-46c2-8538-4650222f0c96" providerId="ADAL" clId="{C57B405C-1328-424D-990D-2F85E0044F4C}" dt="2021-06-16T11:54:29.583" v="3938" actId="113"/>
        <pc:sldMkLst>
          <pc:docMk/>
          <pc:sldMk cId="2506302366" sldId="1339"/>
        </pc:sldMkLst>
        <pc:spChg chg="add del mod">
          <ac:chgData name="Soumita Sengupta" userId="4afa6ce1-cb01-46c2-8538-4650222f0c96" providerId="ADAL" clId="{C57B405C-1328-424D-990D-2F85E0044F4C}" dt="2021-06-16T10:45:40.497" v="3485" actId="20577"/>
          <ac:spMkLst>
            <pc:docMk/>
            <pc:sldMk cId="2506302366" sldId="1339"/>
            <ac:spMk id="2" creationId="{E95A8B90-5061-4744-9826-2849E3B2A867}"/>
          </ac:spMkLst>
        </pc:spChg>
        <pc:spChg chg="add del mod">
          <ac:chgData name="Soumita Sengupta" userId="4afa6ce1-cb01-46c2-8538-4650222f0c96" providerId="ADAL" clId="{C57B405C-1328-424D-990D-2F85E0044F4C}" dt="2021-06-16T11:54:29.583" v="3938" actId="113"/>
          <ac:spMkLst>
            <pc:docMk/>
            <pc:sldMk cId="2506302366" sldId="1339"/>
            <ac:spMk id="3" creationId="{1F4513C0-A900-4713-B675-AB3D1A29BA83}"/>
          </ac:spMkLst>
        </pc:spChg>
        <pc:spChg chg="add del mod">
          <ac:chgData name="Soumita Sengupta" userId="4afa6ce1-cb01-46c2-8538-4650222f0c96" providerId="ADAL" clId="{C57B405C-1328-424D-990D-2F85E0044F4C}" dt="2021-06-16T07:34:17.815" v="3089" actId="21"/>
          <ac:spMkLst>
            <pc:docMk/>
            <pc:sldMk cId="2506302366" sldId="1339"/>
            <ac:spMk id="7" creationId="{54D2CCC2-3600-4A14-8B5A-D9019646CACE}"/>
          </ac:spMkLst>
        </pc:spChg>
        <pc:spChg chg="add del mod">
          <ac:chgData name="Soumita Sengupta" userId="4afa6ce1-cb01-46c2-8538-4650222f0c96" providerId="ADAL" clId="{C57B405C-1328-424D-990D-2F85E0044F4C}" dt="2021-06-16T10:44:36.297" v="3456" actId="478"/>
          <ac:spMkLst>
            <pc:docMk/>
            <pc:sldMk cId="2506302366" sldId="1339"/>
            <ac:spMk id="10" creationId="{E237D4EA-2AE9-4E33-8D4F-A2DB802C5EB2}"/>
          </ac:spMkLst>
        </pc:spChg>
        <pc:spChg chg="mod">
          <ac:chgData name="Soumita Sengupta" userId="4afa6ce1-cb01-46c2-8538-4650222f0c96" providerId="ADAL" clId="{C57B405C-1328-424D-990D-2F85E0044F4C}" dt="2021-06-16T11:53:42.628" v="3928"/>
          <ac:spMkLst>
            <pc:docMk/>
            <pc:sldMk cId="2506302366" sldId="1339"/>
            <ac:spMk id="13" creationId="{475280A6-B1E5-40D1-B75D-03E16BA4205C}"/>
          </ac:spMkLst>
        </pc:spChg>
        <pc:spChg chg="mod">
          <ac:chgData name="Soumita Sengupta" userId="4afa6ce1-cb01-46c2-8538-4650222f0c96" providerId="ADAL" clId="{C57B405C-1328-424D-990D-2F85E0044F4C}" dt="2021-06-16T11:54:00.888" v="3933"/>
          <ac:spMkLst>
            <pc:docMk/>
            <pc:sldMk cId="2506302366" sldId="1339"/>
            <ac:spMk id="16" creationId="{40D8307D-6FB2-45FE-A214-86F479E834DF}"/>
          </ac:spMkLst>
        </pc:spChg>
        <pc:grpChg chg="add mod">
          <ac:chgData name="Soumita Sengupta" userId="4afa6ce1-cb01-46c2-8538-4650222f0c96" providerId="ADAL" clId="{C57B405C-1328-424D-990D-2F85E0044F4C}" dt="2021-06-16T11:53:49.303" v="3931" actId="1076"/>
          <ac:grpSpMkLst>
            <pc:docMk/>
            <pc:sldMk cId="2506302366" sldId="1339"/>
            <ac:grpSpMk id="11" creationId="{A2E79D37-8624-425A-B97A-72802C97AFA5}"/>
          </ac:grpSpMkLst>
        </pc:grpChg>
        <pc:grpChg chg="add mod">
          <ac:chgData name="Soumita Sengupta" userId="4afa6ce1-cb01-46c2-8538-4650222f0c96" providerId="ADAL" clId="{C57B405C-1328-424D-990D-2F85E0044F4C}" dt="2021-06-16T11:54:03.336" v="3934" actId="1076"/>
          <ac:grpSpMkLst>
            <pc:docMk/>
            <pc:sldMk cId="2506302366" sldId="1339"/>
            <ac:grpSpMk id="14" creationId="{0BEFA503-B366-46D0-A7E6-31F9E43619F1}"/>
          </ac:grpSpMkLst>
        </pc:grpChg>
        <pc:picChg chg="add del mod">
          <ac:chgData name="Soumita Sengupta" userId="4afa6ce1-cb01-46c2-8538-4650222f0c96" providerId="ADAL" clId="{C57B405C-1328-424D-990D-2F85E0044F4C}" dt="2021-06-16T10:24:31.861" v="3227"/>
          <ac:picMkLst>
            <pc:docMk/>
            <pc:sldMk cId="2506302366" sldId="1339"/>
            <ac:picMk id="8" creationId="{8391410F-900A-4B35-B0F2-88AAA2FDC488}"/>
          </ac:picMkLst>
        </pc:picChg>
        <pc:picChg chg="mod">
          <ac:chgData name="Soumita Sengupta" userId="4afa6ce1-cb01-46c2-8538-4650222f0c96" providerId="ADAL" clId="{C57B405C-1328-424D-990D-2F85E0044F4C}" dt="2021-06-16T11:53:42.628" v="3928"/>
          <ac:picMkLst>
            <pc:docMk/>
            <pc:sldMk cId="2506302366" sldId="1339"/>
            <ac:picMk id="12" creationId="{A0C1E231-2060-445F-8674-BF4FB6904AB9}"/>
          </ac:picMkLst>
        </pc:picChg>
        <pc:picChg chg="mod">
          <ac:chgData name="Soumita Sengupta" userId="4afa6ce1-cb01-46c2-8538-4650222f0c96" providerId="ADAL" clId="{C57B405C-1328-424D-990D-2F85E0044F4C}" dt="2021-06-16T11:54:00.888" v="3933"/>
          <ac:picMkLst>
            <pc:docMk/>
            <pc:sldMk cId="2506302366" sldId="1339"/>
            <ac:picMk id="15" creationId="{DE9EFFD6-8658-47CF-85DB-4A7B940D88A6}"/>
          </ac:picMkLst>
        </pc:picChg>
        <pc:cxnChg chg="add mod">
          <ac:chgData name="Soumita Sengupta" userId="4afa6ce1-cb01-46c2-8538-4650222f0c96" providerId="ADAL" clId="{C57B405C-1328-424D-990D-2F85E0044F4C}" dt="2021-06-16T11:54:11.654" v="3936" actId="1076"/>
          <ac:cxnSpMkLst>
            <pc:docMk/>
            <pc:sldMk cId="2506302366" sldId="1339"/>
            <ac:cxnSpMk id="17" creationId="{0712C3FE-6689-4A6F-B858-F53755022945}"/>
          </ac:cxnSpMkLst>
        </pc:cxnChg>
      </pc:sldChg>
      <pc:sldChg chg="new del">
        <pc:chgData name="Soumita Sengupta" userId="4afa6ce1-cb01-46c2-8538-4650222f0c96" providerId="ADAL" clId="{C57B405C-1328-424D-990D-2F85E0044F4C}" dt="2021-06-16T07:30:20.125" v="2842" actId="47"/>
        <pc:sldMkLst>
          <pc:docMk/>
          <pc:sldMk cId="1179560997" sldId="1340"/>
        </pc:sldMkLst>
      </pc:sldChg>
      <pc:sldChg chg="addSp modSp add mod">
        <pc:chgData name="Soumita Sengupta" userId="4afa6ce1-cb01-46c2-8538-4650222f0c96" providerId="ADAL" clId="{C57B405C-1328-424D-990D-2F85E0044F4C}" dt="2021-06-16T07:33:51.624" v="3085" actId="1076"/>
        <pc:sldMkLst>
          <pc:docMk/>
          <pc:sldMk cId="3821216101" sldId="1340"/>
        </pc:sldMkLst>
        <pc:spChg chg="add mod">
          <ac:chgData name="Soumita Sengupta" userId="4afa6ce1-cb01-46c2-8538-4650222f0c96" providerId="ADAL" clId="{C57B405C-1328-424D-990D-2F85E0044F4C}" dt="2021-06-16T07:32:45.267" v="3074" actId="20577"/>
          <ac:spMkLst>
            <pc:docMk/>
            <pc:sldMk cId="3821216101" sldId="1340"/>
            <ac:spMk id="8" creationId="{036C0413-D8F6-46EA-AB44-E5486C40922F}"/>
          </ac:spMkLst>
        </pc:spChg>
        <pc:picChg chg="mod">
          <ac:chgData name="Soumita Sengupta" userId="4afa6ce1-cb01-46c2-8538-4650222f0c96" providerId="ADAL" clId="{C57B405C-1328-424D-990D-2F85E0044F4C}" dt="2021-06-16T07:33:51.624" v="3085" actId="1076"/>
          <ac:picMkLst>
            <pc:docMk/>
            <pc:sldMk cId="3821216101" sldId="1340"/>
            <ac:picMk id="6" creationId="{FB68FA30-584D-461E-8C69-71D17EE9A70F}"/>
          </ac:picMkLst>
        </pc:picChg>
      </pc:sldChg>
      <pc:sldChg chg="modSp add mod">
        <pc:chgData name="Soumita Sengupta" userId="4afa6ce1-cb01-46c2-8538-4650222f0c96" providerId="ADAL" clId="{C57B405C-1328-424D-990D-2F85E0044F4C}" dt="2021-06-16T07:51:58.463" v="3146"/>
        <pc:sldMkLst>
          <pc:docMk/>
          <pc:sldMk cId="2288279991" sldId="1341"/>
        </pc:sldMkLst>
        <pc:spChg chg="mod">
          <ac:chgData name="Soumita Sengupta" userId="4afa6ce1-cb01-46c2-8538-4650222f0c96" providerId="ADAL" clId="{C57B405C-1328-424D-990D-2F85E0044F4C}" dt="2021-06-16T07:51:58.463" v="3146"/>
          <ac:spMkLst>
            <pc:docMk/>
            <pc:sldMk cId="2288279991" sldId="1341"/>
            <ac:spMk id="3" creationId="{D3677530-8219-4DBE-89C3-233B723060F9}"/>
          </ac:spMkLst>
        </pc:spChg>
      </pc:sldChg>
      <pc:sldChg chg="modSp add mod">
        <pc:chgData name="Soumita Sengupta" userId="4afa6ce1-cb01-46c2-8538-4650222f0c96" providerId="ADAL" clId="{C57B405C-1328-424D-990D-2F85E0044F4C}" dt="2021-06-16T07:55:20.399" v="3180"/>
        <pc:sldMkLst>
          <pc:docMk/>
          <pc:sldMk cId="4156669174" sldId="1342"/>
        </pc:sldMkLst>
        <pc:spChg chg="mod">
          <ac:chgData name="Soumita Sengupta" userId="4afa6ce1-cb01-46c2-8538-4650222f0c96" providerId="ADAL" clId="{C57B405C-1328-424D-990D-2F85E0044F4C}" dt="2021-06-16T07:53:13.684" v="3174" actId="20577"/>
          <ac:spMkLst>
            <pc:docMk/>
            <pc:sldMk cId="4156669174" sldId="1342"/>
            <ac:spMk id="2" creationId="{28798FC0-737C-4EAE-92DC-7EE712C795F3}"/>
          </ac:spMkLst>
        </pc:spChg>
        <pc:spChg chg="mod">
          <ac:chgData name="Soumita Sengupta" userId="4afa6ce1-cb01-46c2-8538-4650222f0c96" providerId="ADAL" clId="{C57B405C-1328-424D-990D-2F85E0044F4C}" dt="2021-06-16T07:55:20.399" v="3180"/>
          <ac:spMkLst>
            <pc:docMk/>
            <pc:sldMk cId="4156669174" sldId="1342"/>
            <ac:spMk id="3" creationId="{D3677530-8219-4DBE-89C3-233B723060F9}"/>
          </ac:spMkLst>
        </pc:spChg>
      </pc:sldChg>
      <pc:sldChg chg="modSp add mod">
        <pc:chgData name="Soumita Sengupta" userId="4afa6ce1-cb01-46c2-8538-4650222f0c96" providerId="ADAL" clId="{C57B405C-1328-424D-990D-2F85E0044F4C}" dt="2021-06-16T08:00:22.955" v="3196" actId="27636"/>
        <pc:sldMkLst>
          <pc:docMk/>
          <pc:sldMk cId="3268168444" sldId="1343"/>
        </pc:sldMkLst>
        <pc:spChg chg="mod">
          <ac:chgData name="Soumita Sengupta" userId="4afa6ce1-cb01-46c2-8538-4650222f0c96" providerId="ADAL" clId="{C57B405C-1328-424D-990D-2F85E0044F4C}" dt="2021-06-16T08:00:22.955" v="3196" actId="27636"/>
          <ac:spMkLst>
            <pc:docMk/>
            <pc:sldMk cId="3268168444" sldId="1343"/>
            <ac:spMk id="3" creationId="{D3677530-8219-4DBE-89C3-233B723060F9}"/>
          </ac:spMkLst>
        </pc:spChg>
      </pc:sldChg>
      <pc:sldChg chg="modSp add mod">
        <pc:chgData name="Soumita Sengupta" userId="4afa6ce1-cb01-46c2-8538-4650222f0c96" providerId="ADAL" clId="{C57B405C-1328-424D-990D-2F85E0044F4C}" dt="2021-06-16T07:58:49.064" v="3190" actId="20577"/>
        <pc:sldMkLst>
          <pc:docMk/>
          <pc:sldMk cId="580919392" sldId="1344"/>
        </pc:sldMkLst>
        <pc:spChg chg="mod">
          <ac:chgData name="Soumita Sengupta" userId="4afa6ce1-cb01-46c2-8538-4650222f0c96" providerId="ADAL" clId="{C57B405C-1328-424D-990D-2F85E0044F4C}" dt="2021-06-16T07:58:49.064" v="3190" actId="20577"/>
          <ac:spMkLst>
            <pc:docMk/>
            <pc:sldMk cId="580919392" sldId="1344"/>
            <ac:spMk id="3" creationId="{D3677530-8219-4DBE-89C3-233B723060F9}"/>
          </ac:spMkLst>
        </pc:spChg>
      </pc:sldChg>
      <pc:sldChg chg="addSp delSp modSp add del mod">
        <pc:chgData name="Soumita Sengupta" userId="4afa6ce1-cb01-46c2-8538-4650222f0c96" providerId="ADAL" clId="{C57B405C-1328-424D-990D-2F85E0044F4C}" dt="2021-06-16T11:54:20.018" v="3937" actId="47"/>
        <pc:sldMkLst>
          <pc:docMk/>
          <pc:sldMk cId="3246622478" sldId="1345"/>
        </pc:sldMkLst>
        <pc:spChg chg="mod">
          <ac:chgData name="Soumita Sengupta" userId="4afa6ce1-cb01-46c2-8538-4650222f0c96" providerId="ADAL" clId="{C57B405C-1328-424D-990D-2F85E0044F4C}" dt="2021-06-16T10:45:56.372" v="3489" actId="20577"/>
          <ac:spMkLst>
            <pc:docMk/>
            <pc:sldMk cId="3246622478" sldId="1345"/>
            <ac:spMk id="2" creationId="{E95A8B90-5061-4744-9826-2849E3B2A867}"/>
          </ac:spMkLst>
        </pc:spChg>
        <pc:spChg chg="mod">
          <ac:chgData name="Soumita Sengupta" userId="4afa6ce1-cb01-46c2-8538-4650222f0c96" providerId="ADAL" clId="{C57B405C-1328-424D-990D-2F85E0044F4C}" dt="2021-06-16T10:21:04.359" v="3199" actId="6549"/>
          <ac:spMkLst>
            <pc:docMk/>
            <pc:sldMk cId="3246622478" sldId="1345"/>
            <ac:spMk id="3" creationId="{1F4513C0-A900-4713-B675-AB3D1A29BA83}"/>
          </ac:spMkLst>
        </pc:spChg>
        <pc:spChg chg="add mod">
          <ac:chgData name="Soumita Sengupta" userId="4afa6ce1-cb01-46c2-8538-4650222f0c96" providerId="ADAL" clId="{C57B405C-1328-424D-990D-2F85E0044F4C}" dt="2021-06-16T11:53:57.541" v="3932" actId="164"/>
          <ac:spMkLst>
            <pc:docMk/>
            <pc:sldMk cId="3246622478" sldId="1345"/>
            <ac:spMk id="11" creationId="{675A5BEB-2D29-4E38-B825-25A99B709C97}"/>
          </ac:spMkLst>
        </pc:spChg>
        <pc:spChg chg="add mod">
          <ac:chgData name="Soumita Sengupta" userId="4afa6ce1-cb01-46c2-8538-4650222f0c96" providerId="ADAL" clId="{C57B405C-1328-424D-990D-2F85E0044F4C}" dt="2021-06-16T11:53:38.842" v="3927" actId="164"/>
          <ac:spMkLst>
            <pc:docMk/>
            <pc:sldMk cId="3246622478" sldId="1345"/>
            <ac:spMk id="12" creationId="{4859AC53-D239-4CD0-B5A3-D10C7BDF9453}"/>
          </ac:spMkLst>
        </pc:spChg>
        <pc:spChg chg="add mod">
          <ac:chgData name="Soumita Sengupta" userId="4afa6ce1-cb01-46c2-8538-4650222f0c96" providerId="ADAL" clId="{C57B405C-1328-424D-990D-2F85E0044F4C}" dt="2021-06-16T10:45:22.294" v="3483" actId="20577"/>
          <ac:spMkLst>
            <pc:docMk/>
            <pc:sldMk cId="3246622478" sldId="1345"/>
            <ac:spMk id="15" creationId="{ECB37FA7-C883-4753-8BDF-C1D36917B631}"/>
          </ac:spMkLst>
        </pc:spChg>
        <pc:spChg chg="add mod">
          <ac:chgData name="Soumita Sengupta" userId="4afa6ce1-cb01-46c2-8538-4650222f0c96" providerId="ADAL" clId="{C57B405C-1328-424D-990D-2F85E0044F4C}" dt="2021-06-16T10:45:53.906" v="3488" actId="20577"/>
          <ac:spMkLst>
            <pc:docMk/>
            <pc:sldMk cId="3246622478" sldId="1345"/>
            <ac:spMk id="16" creationId="{35AFCF8D-7764-4DA9-976D-0BDF001D6981}"/>
          </ac:spMkLst>
        </pc:spChg>
        <pc:grpChg chg="add mod">
          <ac:chgData name="Soumita Sengupta" userId="4afa6ce1-cb01-46c2-8538-4650222f0c96" providerId="ADAL" clId="{C57B405C-1328-424D-990D-2F85E0044F4C}" dt="2021-06-16T11:53:38.842" v="3927" actId="164"/>
          <ac:grpSpMkLst>
            <pc:docMk/>
            <pc:sldMk cId="3246622478" sldId="1345"/>
            <ac:grpSpMk id="17" creationId="{F2AB39D3-B298-4A06-976C-3C7FB653B6FA}"/>
          </ac:grpSpMkLst>
        </pc:grpChg>
        <pc:grpChg chg="add mod">
          <ac:chgData name="Soumita Sengupta" userId="4afa6ce1-cb01-46c2-8538-4650222f0c96" providerId="ADAL" clId="{C57B405C-1328-424D-990D-2F85E0044F4C}" dt="2021-06-16T11:53:57.541" v="3932" actId="164"/>
          <ac:grpSpMkLst>
            <pc:docMk/>
            <pc:sldMk cId="3246622478" sldId="1345"/>
            <ac:grpSpMk id="18" creationId="{A5EF4831-AACC-432F-A855-836A76953998}"/>
          </ac:grpSpMkLst>
        </pc:grpChg>
        <pc:picChg chg="add del mod modCrop">
          <ac:chgData name="Soumita Sengupta" userId="4afa6ce1-cb01-46c2-8538-4650222f0c96" providerId="ADAL" clId="{C57B405C-1328-424D-990D-2F85E0044F4C}" dt="2021-06-16T10:21:25.579" v="3204" actId="478"/>
          <ac:picMkLst>
            <pc:docMk/>
            <pc:sldMk cId="3246622478" sldId="1345"/>
            <ac:picMk id="7" creationId="{82CB9201-C8B6-46D8-9010-39B274FD080D}"/>
          </ac:picMkLst>
        </pc:picChg>
        <pc:picChg chg="add del mod modCrop">
          <ac:chgData name="Soumita Sengupta" userId="4afa6ce1-cb01-46c2-8538-4650222f0c96" providerId="ADAL" clId="{C57B405C-1328-424D-990D-2F85E0044F4C}" dt="2021-06-16T11:53:38.842" v="3927" actId="164"/>
          <ac:picMkLst>
            <pc:docMk/>
            <pc:sldMk cId="3246622478" sldId="1345"/>
            <ac:picMk id="9" creationId="{C239A9D0-7359-4FF7-B896-6FF8D6A0FA69}"/>
          </ac:picMkLst>
        </pc:picChg>
        <pc:picChg chg="add mod">
          <ac:chgData name="Soumita Sengupta" userId="4afa6ce1-cb01-46c2-8538-4650222f0c96" providerId="ADAL" clId="{C57B405C-1328-424D-990D-2F85E0044F4C}" dt="2021-06-16T11:53:57.541" v="3932" actId="164"/>
          <ac:picMkLst>
            <pc:docMk/>
            <pc:sldMk cId="3246622478" sldId="1345"/>
            <ac:picMk id="10" creationId="{20FE40E0-A7D3-4B11-AB38-7F752B9F1CED}"/>
          </ac:picMkLst>
        </pc:picChg>
        <pc:cxnChg chg="add mod">
          <ac:chgData name="Soumita Sengupta" userId="4afa6ce1-cb01-46c2-8538-4650222f0c96" providerId="ADAL" clId="{C57B405C-1328-424D-990D-2F85E0044F4C}" dt="2021-06-16T10:29:44.743" v="3273" actId="1076"/>
          <ac:cxnSpMkLst>
            <pc:docMk/>
            <pc:sldMk cId="3246622478" sldId="1345"/>
            <ac:cxnSpMk id="14" creationId="{4E37A35F-9082-4ADF-8278-49A1D6FB5858}"/>
          </ac:cxnSpMkLst>
        </pc:cxnChg>
      </pc:sldChg>
      <pc:sldChg chg="addSp delSp modSp new del mod">
        <pc:chgData name="Soumita Sengupta" userId="4afa6ce1-cb01-46c2-8538-4650222f0c96" providerId="ADAL" clId="{C57B405C-1328-424D-990D-2F85E0044F4C}" dt="2021-06-16T10:28:13.504" v="3258" actId="47"/>
        <pc:sldMkLst>
          <pc:docMk/>
          <pc:sldMk cId="3493942679" sldId="1346"/>
        </pc:sldMkLst>
        <pc:spChg chg="del">
          <ac:chgData name="Soumita Sengupta" userId="4afa6ce1-cb01-46c2-8538-4650222f0c96" providerId="ADAL" clId="{C57B405C-1328-424D-990D-2F85E0044F4C}" dt="2021-06-16T10:23:11.147" v="3212" actId="22"/>
          <ac:spMkLst>
            <pc:docMk/>
            <pc:sldMk cId="3493942679" sldId="1346"/>
            <ac:spMk id="3" creationId="{0438EA1F-BC57-4CC6-8820-A978FE1B2A96}"/>
          </ac:spMkLst>
        </pc:spChg>
        <pc:spChg chg="add mod">
          <ac:chgData name="Soumita Sengupta" userId="4afa6ce1-cb01-46c2-8538-4650222f0c96" providerId="ADAL" clId="{C57B405C-1328-424D-990D-2F85E0044F4C}" dt="2021-06-16T10:24:48.253" v="3231" actId="21"/>
          <ac:spMkLst>
            <pc:docMk/>
            <pc:sldMk cId="3493942679" sldId="1346"/>
            <ac:spMk id="9" creationId="{91CEF07F-EA01-48BB-BEFD-5EB28195DB5D}"/>
          </ac:spMkLst>
        </pc:spChg>
        <pc:picChg chg="add del mod ord modCrop">
          <ac:chgData name="Soumita Sengupta" userId="4afa6ce1-cb01-46c2-8538-4650222f0c96" providerId="ADAL" clId="{C57B405C-1328-424D-990D-2F85E0044F4C}" dt="2021-06-16T10:24:48.253" v="3231" actId="21"/>
          <ac:picMkLst>
            <pc:docMk/>
            <pc:sldMk cId="3493942679" sldId="1346"/>
            <ac:picMk id="7" creationId="{9CC70AC0-A6BB-4BBD-9897-221C4ED76452}"/>
          </ac:picMkLst>
        </pc:picChg>
      </pc:sldChg>
    </pc:docChg>
  </pc:docChgLst>
  <pc:docChgLst>
    <pc:chgData name="Soumita Sengupta" userId="4afa6ce1-cb01-46c2-8538-4650222f0c96" providerId="ADAL" clId="{B0AE7DB9-0830-4674-80CF-8FE714AF9B7B}"/>
    <pc:docChg chg="undo custSel addSld delSld modSld sldOrd">
      <pc:chgData name="Soumita Sengupta" userId="4afa6ce1-cb01-46c2-8538-4650222f0c96" providerId="ADAL" clId="{B0AE7DB9-0830-4674-80CF-8FE714AF9B7B}" dt="2021-05-31T12:13:12.331" v="575" actId="5793"/>
      <pc:docMkLst>
        <pc:docMk/>
      </pc:docMkLst>
      <pc:sldChg chg="addSp delSp modSp mod">
        <pc:chgData name="Soumita Sengupta" userId="4afa6ce1-cb01-46c2-8538-4650222f0c96" providerId="ADAL" clId="{B0AE7DB9-0830-4674-80CF-8FE714AF9B7B}" dt="2021-05-31T11:19:45.865" v="9" actId="478"/>
        <pc:sldMkLst>
          <pc:docMk/>
          <pc:sldMk cId="3505707011" sldId="258"/>
        </pc:sldMkLst>
        <pc:spChg chg="mod">
          <ac:chgData name="Soumita Sengupta" userId="4afa6ce1-cb01-46c2-8538-4650222f0c96" providerId="ADAL" clId="{B0AE7DB9-0830-4674-80CF-8FE714AF9B7B}" dt="2021-05-31T11:19:35.964" v="7"/>
          <ac:spMkLst>
            <pc:docMk/>
            <pc:sldMk cId="3505707011" sldId="258"/>
            <ac:spMk id="5" creationId="{00000000-0000-0000-0000-000000000000}"/>
          </ac:spMkLst>
        </pc:spChg>
        <pc:spChg chg="del">
          <ac:chgData name="Soumita Sengupta" userId="4afa6ce1-cb01-46c2-8538-4650222f0c96" providerId="ADAL" clId="{B0AE7DB9-0830-4674-80CF-8FE714AF9B7B}" dt="2021-05-31T11:19:39.941" v="8" actId="478"/>
          <ac:spMkLst>
            <pc:docMk/>
            <pc:sldMk cId="3505707011" sldId="258"/>
            <ac:spMk id="6" creationId="{59C3A4C2-17E3-4EC2-B0BA-CBC8305B62A2}"/>
          </ac:spMkLst>
        </pc:spChg>
        <pc:spChg chg="add del mod">
          <ac:chgData name="Soumita Sengupta" userId="4afa6ce1-cb01-46c2-8538-4650222f0c96" providerId="ADAL" clId="{B0AE7DB9-0830-4674-80CF-8FE714AF9B7B}" dt="2021-05-31T11:19:45.865" v="9" actId="478"/>
          <ac:spMkLst>
            <pc:docMk/>
            <pc:sldMk cId="3505707011" sldId="258"/>
            <ac:spMk id="8" creationId="{C391CAAB-3BDD-4CDC-80A7-0F622274AB5C}"/>
          </ac:spMkLst>
        </pc:spChg>
      </pc:sldChg>
      <pc:sldChg chg="addSp delSp modSp add mod">
        <pc:chgData name="Soumita Sengupta" userId="4afa6ce1-cb01-46c2-8538-4650222f0c96" providerId="ADAL" clId="{B0AE7DB9-0830-4674-80CF-8FE714AF9B7B}" dt="2021-05-31T12:13:12.331" v="575" actId="5793"/>
        <pc:sldMkLst>
          <pc:docMk/>
          <pc:sldMk cId="4213263748" sldId="268"/>
        </pc:sldMkLst>
        <pc:spChg chg="add del">
          <ac:chgData name="Soumita Sengupta" userId="4afa6ce1-cb01-46c2-8538-4650222f0c96" providerId="ADAL" clId="{B0AE7DB9-0830-4674-80CF-8FE714AF9B7B}" dt="2021-05-31T12:12:47.362" v="568"/>
          <ac:spMkLst>
            <pc:docMk/>
            <pc:sldMk cId="4213263748" sldId="268"/>
            <ac:spMk id="3" creationId="{33E0D7C3-92D8-45C1-AE4F-4471581FD895}"/>
          </ac:spMkLst>
        </pc:spChg>
        <pc:spChg chg="mod">
          <ac:chgData name="Soumita Sengupta" userId="4afa6ce1-cb01-46c2-8538-4650222f0c96" providerId="ADAL" clId="{B0AE7DB9-0830-4674-80CF-8FE714AF9B7B}" dt="2021-05-31T12:13:12.331" v="575" actId="5793"/>
          <ac:spMkLst>
            <pc:docMk/>
            <pc:sldMk cId="4213263748" sldId="268"/>
            <ac:spMk id="9" creationId="{00000000-0000-0000-0000-000000000000}"/>
          </ac:spMkLst>
        </pc:spChg>
        <pc:picChg chg="add mod">
          <ac:chgData name="Soumita Sengupta" userId="4afa6ce1-cb01-46c2-8538-4650222f0c96" providerId="ADAL" clId="{B0AE7DB9-0830-4674-80CF-8FE714AF9B7B}" dt="2021-05-31T12:13:09.453" v="573" actId="1076"/>
          <ac:picMkLst>
            <pc:docMk/>
            <pc:sldMk cId="4213263748" sldId="268"/>
            <ac:picMk id="5" creationId="{D2C807F8-B2A0-4B46-A61D-3733CA446D42}"/>
          </ac:picMkLst>
        </pc:picChg>
      </pc:sldChg>
      <pc:sldChg chg="modSp add mod">
        <pc:chgData name="Soumita Sengupta" userId="4afa6ce1-cb01-46c2-8538-4650222f0c96" providerId="ADAL" clId="{B0AE7DB9-0830-4674-80CF-8FE714AF9B7B}" dt="2021-05-31T11:24:16.557" v="223" actId="255"/>
        <pc:sldMkLst>
          <pc:docMk/>
          <pc:sldMk cId="458674981" sldId="269"/>
        </pc:sldMkLst>
        <pc:spChg chg="mod">
          <ac:chgData name="Soumita Sengupta" userId="4afa6ce1-cb01-46c2-8538-4650222f0c96" providerId="ADAL" clId="{B0AE7DB9-0830-4674-80CF-8FE714AF9B7B}" dt="2021-05-31T11:24:16.557" v="223" actId="255"/>
          <ac:spMkLst>
            <pc:docMk/>
            <pc:sldMk cId="458674981" sldId="269"/>
            <ac:spMk id="10" creationId="{00000000-0000-0000-0000-000000000000}"/>
          </ac:spMkLst>
        </pc:spChg>
      </pc:sldChg>
      <pc:sldChg chg="modSp add mod">
        <pc:chgData name="Soumita Sengupta" userId="4afa6ce1-cb01-46c2-8538-4650222f0c96" providerId="ADAL" clId="{B0AE7DB9-0830-4674-80CF-8FE714AF9B7B}" dt="2021-05-31T11:24:23.712" v="224" actId="255"/>
        <pc:sldMkLst>
          <pc:docMk/>
          <pc:sldMk cId="2152186373" sldId="270"/>
        </pc:sldMkLst>
        <pc:spChg chg="mod">
          <ac:chgData name="Soumita Sengupta" userId="4afa6ce1-cb01-46c2-8538-4650222f0c96" providerId="ADAL" clId="{B0AE7DB9-0830-4674-80CF-8FE714AF9B7B}" dt="2021-05-31T11:24:23.712" v="224" actId="255"/>
          <ac:spMkLst>
            <pc:docMk/>
            <pc:sldMk cId="2152186373" sldId="270"/>
            <ac:spMk id="3" creationId="{0637C1A2-011F-49DB-90F2-9F5006489823}"/>
          </ac:spMkLst>
        </pc:spChg>
      </pc:sldChg>
      <pc:sldChg chg="delSp modSp add mod">
        <pc:chgData name="Soumita Sengupta" userId="4afa6ce1-cb01-46c2-8538-4650222f0c96" providerId="ADAL" clId="{B0AE7DB9-0830-4674-80CF-8FE714AF9B7B}" dt="2021-05-31T11:53:20.718" v="230" actId="478"/>
        <pc:sldMkLst>
          <pc:docMk/>
          <pc:sldMk cId="2097761920" sldId="272"/>
        </pc:sldMkLst>
        <pc:spChg chg="mod">
          <ac:chgData name="Soumita Sengupta" userId="4afa6ce1-cb01-46c2-8538-4650222f0c96" providerId="ADAL" clId="{B0AE7DB9-0830-4674-80CF-8FE714AF9B7B}" dt="2021-05-31T11:24:48.888" v="229" actId="5793"/>
          <ac:spMkLst>
            <pc:docMk/>
            <pc:sldMk cId="2097761920" sldId="272"/>
            <ac:spMk id="9" creationId="{00000000-0000-0000-0000-000000000000}"/>
          </ac:spMkLst>
        </pc:spChg>
        <pc:spChg chg="del">
          <ac:chgData name="Soumita Sengupta" userId="4afa6ce1-cb01-46c2-8538-4650222f0c96" providerId="ADAL" clId="{B0AE7DB9-0830-4674-80CF-8FE714AF9B7B}" dt="2021-05-31T11:53:20.718" v="230" actId="478"/>
          <ac:spMkLst>
            <pc:docMk/>
            <pc:sldMk cId="2097761920" sldId="272"/>
            <ac:spMk id="14" creationId="{00000000-0000-0000-0000-000000000000}"/>
          </ac:spMkLst>
        </pc:spChg>
      </pc:sldChg>
      <pc:sldChg chg="del">
        <pc:chgData name="Soumita Sengupta" userId="4afa6ce1-cb01-46c2-8538-4650222f0c96" providerId="ADAL" clId="{B0AE7DB9-0830-4674-80CF-8FE714AF9B7B}" dt="2021-05-31T11:20:41.185" v="10" actId="47"/>
        <pc:sldMkLst>
          <pc:docMk/>
          <pc:sldMk cId="3879588154" sldId="290"/>
        </pc:sldMkLst>
      </pc:sldChg>
      <pc:sldChg chg="del">
        <pc:chgData name="Soumita Sengupta" userId="4afa6ce1-cb01-46c2-8538-4650222f0c96" providerId="ADAL" clId="{B0AE7DB9-0830-4674-80CF-8FE714AF9B7B}" dt="2021-05-31T11:20:58.478" v="20" actId="47"/>
        <pc:sldMkLst>
          <pc:docMk/>
          <pc:sldMk cId="2478915525" sldId="296"/>
        </pc:sldMkLst>
      </pc:sldChg>
      <pc:sldChg chg="del">
        <pc:chgData name="Soumita Sengupta" userId="4afa6ce1-cb01-46c2-8538-4650222f0c96" providerId="ADAL" clId="{B0AE7DB9-0830-4674-80CF-8FE714AF9B7B}" dt="2021-05-31T11:20:58.927" v="21" actId="47"/>
        <pc:sldMkLst>
          <pc:docMk/>
          <pc:sldMk cId="1092620403" sldId="297"/>
        </pc:sldMkLst>
      </pc:sldChg>
      <pc:sldChg chg="del">
        <pc:chgData name="Soumita Sengupta" userId="4afa6ce1-cb01-46c2-8538-4650222f0c96" providerId="ADAL" clId="{B0AE7DB9-0830-4674-80CF-8FE714AF9B7B}" dt="2021-05-31T11:20:59.197" v="22" actId="47"/>
        <pc:sldMkLst>
          <pc:docMk/>
          <pc:sldMk cId="665055627" sldId="298"/>
        </pc:sldMkLst>
      </pc:sldChg>
      <pc:sldChg chg="del">
        <pc:chgData name="Soumita Sengupta" userId="4afa6ce1-cb01-46c2-8538-4650222f0c96" providerId="ADAL" clId="{B0AE7DB9-0830-4674-80CF-8FE714AF9B7B}" dt="2021-05-31T11:20:59.482" v="23" actId="47"/>
        <pc:sldMkLst>
          <pc:docMk/>
          <pc:sldMk cId="3976154013" sldId="300"/>
        </pc:sldMkLst>
      </pc:sldChg>
      <pc:sldChg chg="modSp mod">
        <pc:chgData name="Soumita Sengupta" userId="4afa6ce1-cb01-46c2-8538-4650222f0c96" providerId="ADAL" clId="{B0AE7DB9-0830-4674-80CF-8FE714AF9B7B}" dt="2021-05-31T11:17:21.153" v="2"/>
        <pc:sldMkLst>
          <pc:docMk/>
          <pc:sldMk cId="2584036331" sldId="339"/>
        </pc:sldMkLst>
        <pc:spChg chg="mod">
          <ac:chgData name="Soumita Sengupta" userId="4afa6ce1-cb01-46c2-8538-4650222f0c96" providerId="ADAL" clId="{B0AE7DB9-0830-4674-80CF-8FE714AF9B7B}" dt="2021-05-31T11:17:21.153" v="2"/>
          <ac:spMkLst>
            <pc:docMk/>
            <pc:sldMk cId="2584036331" sldId="339"/>
            <ac:spMk id="5" creationId="{6D1A1596-A8D7-4C1A-8956-0FA40A84EFCA}"/>
          </ac:spMkLst>
        </pc:spChg>
      </pc:sldChg>
      <pc:sldChg chg="del">
        <pc:chgData name="Soumita Sengupta" userId="4afa6ce1-cb01-46c2-8538-4650222f0c96" providerId="ADAL" clId="{B0AE7DB9-0830-4674-80CF-8FE714AF9B7B}" dt="2021-05-31T11:21:02.373" v="34" actId="47"/>
        <pc:sldMkLst>
          <pc:docMk/>
          <pc:sldMk cId="1746907881" sldId="473"/>
        </pc:sldMkLst>
      </pc:sldChg>
      <pc:sldChg chg="del">
        <pc:chgData name="Soumita Sengupta" userId="4afa6ce1-cb01-46c2-8538-4650222f0c96" providerId="ADAL" clId="{B0AE7DB9-0830-4674-80CF-8FE714AF9B7B}" dt="2021-05-31T11:21:03.338" v="38" actId="47"/>
        <pc:sldMkLst>
          <pc:docMk/>
          <pc:sldMk cId="98495870" sldId="476"/>
        </pc:sldMkLst>
      </pc:sldChg>
      <pc:sldChg chg="del">
        <pc:chgData name="Soumita Sengupta" userId="4afa6ce1-cb01-46c2-8538-4650222f0c96" providerId="ADAL" clId="{B0AE7DB9-0830-4674-80CF-8FE714AF9B7B}" dt="2021-05-31T11:21:04.727" v="44" actId="47"/>
        <pc:sldMkLst>
          <pc:docMk/>
          <pc:sldMk cId="1973532725" sldId="479"/>
        </pc:sldMkLst>
      </pc:sldChg>
      <pc:sldChg chg="del">
        <pc:chgData name="Soumita Sengupta" userId="4afa6ce1-cb01-46c2-8538-4650222f0c96" providerId="ADAL" clId="{B0AE7DB9-0830-4674-80CF-8FE714AF9B7B}" dt="2021-05-31T11:21:08.461" v="58" actId="47"/>
        <pc:sldMkLst>
          <pc:docMk/>
          <pc:sldMk cId="4081721116" sldId="482"/>
        </pc:sldMkLst>
      </pc:sldChg>
      <pc:sldChg chg="modSp mod">
        <pc:chgData name="Soumita Sengupta" userId="4afa6ce1-cb01-46c2-8538-4650222f0c96" providerId="ADAL" clId="{B0AE7DB9-0830-4674-80CF-8FE714AF9B7B}" dt="2021-05-31T11:18:09.543" v="5"/>
        <pc:sldMkLst>
          <pc:docMk/>
          <pc:sldMk cId="247062728" sldId="492"/>
        </pc:sldMkLst>
        <pc:spChg chg="mod">
          <ac:chgData name="Soumita Sengupta" userId="4afa6ce1-cb01-46c2-8538-4650222f0c96" providerId="ADAL" clId="{B0AE7DB9-0830-4674-80CF-8FE714AF9B7B}" dt="2021-05-31T11:18:09.543" v="5"/>
          <ac:spMkLst>
            <pc:docMk/>
            <pc:sldMk cId="247062728" sldId="492"/>
            <ac:spMk id="2" creationId="{57983F62-BBB9-431B-A37F-BDA0DC7153F6}"/>
          </ac:spMkLst>
        </pc:spChg>
      </pc:sldChg>
      <pc:sldChg chg="del">
        <pc:chgData name="Soumita Sengupta" userId="4afa6ce1-cb01-46c2-8538-4650222f0c96" providerId="ADAL" clId="{B0AE7DB9-0830-4674-80CF-8FE714AF9B7B}" dt="2021-05-31T11:21:05.366" v="47" actId="47"/>
        <pc:sldMkLst>
          <pc:docMk/>
          <pc:sldMk cId="3513540522" sldId="493"/>
        </pc:sldMkLst>
      </pc:sldChg>
      <pc:sldChg chg="del">
        <pc:chgData name="Soumita Sengupta" userId="4afa6ce1-cb01-46c2-8538-4650222f0c96" providerId="ADAL" clId="{B0AE7DB9-0830-4674-80CF-8FE714AF9B7B}" dt="2021-05-31T11:21:08.847" v="59" actId="47"/>
        <pc:sldMkLst>
          <pc:docMk/>
          <pc:sldMk cId="3201109162" sldId="495"/>
        </pc:sldMkLst>
      </pc:sldChg>
      <pc:sldChg chg="del">
        <pc:chgData name="Soumita Sengupta" userId="4afa6ce1-cb01-46c2-8538-4650222f0c96" providerId="ADAL" clId="{B0AE7DB9-0830-4674-80CF-8FE714AF9B7B}" dt="2021-05-31T11:21:09.063" v="60" actId="47"/>
        <pc:sldMkLst>
          <pc:docMk/>
          <pc:sldMk cId="2730795599" sldId="496"/>
        </pc:sldMkLst>
      </pc:sldChg>
      <pc:sldChg chg="del">
        <pc:chgData name="Soumita Sengupta" userId="4afa6ce1-cb01-46c2-8538-4650222f0c96" providerId="ADAL" clId="{B0AE7DB9-0830-4674-80CF-8FE714AF9B7B}" dt="2021-05-31T11:21:09.549" v="62" actId="47"/>
        <pc:sldMkLst>
          <pc:docMk/>
          <pc:sldMk cId="4235573198" sldId="497"/>
        </pc:sldMkLst>
      </pc:sldChg>
      <pc:sldChg chg="del">
        <pc:chgData name="Soumita Sengupta" userId="4afa6ce1-cb01-46c2-8538-4650222f0c96" providerId="ADAL" clId="{B0AE7DB9-0830-4674-80CF-8FE714AF9B7B}" dt="2021-05-31T11:21:10.042" v="64" actId="47"/>
        <pc:sldMkLst>
          <pc:docMk/>
          <pc:sldMk cId="3201341972" sldId="498"/>
        </pc:sldMkLst>
      </pc:sldChg>
      <pc:sldChg chg="del">
        <pc:chgData name="Soumita Sengupta" userId="4afa6ce1-cb01-46c2-8538-4650222f0c96" providerId="ADAL" clId="{B0AE7DB9-0830-4674-80CF-8FE714AF9B7B}" dt="2021-05-31T11:21:11.369" v="70" actId="47"/>
        <pc:sldMkLst>
          <pc:docMk/>
          <pc:sldMk cId="51554605" sldId="502"/>
        </pc:sldMkLst>
      </pc:sldChg>
      <pc:sldChg chg="del">
        <pc:chgData name="Soumita Sengupta" userId="4afa6ce1-cb01-46c2-8538-4650222f0c96" providerId="ADAL" clId="{B0AE7DB9-0830-4674-80CF-8FE714AF9B7B}" dt="2021-05-31T11:21:11.569" v="71" actId="47"/>
        <pc:sldMkLst>
          <pc:docMk/>
          <pc:sldMk cId="966716634" sldId="503"/>
        </pc:sldMkLst>
      </pc:sldChg>
      <pc:sldChg chg="del">
        <pc:chgData name="Soumita Sengupta" userId="4afa6ce1-cb01-46c2-8538-4650222f0c96" providerId="ADAL" clId="{B0AE7DB9-0830-4674-80CF-8FE714AF9B7B}" dt="2021-05-31T11:21:11.769" v="72" actId="47"/>
        <pc:sldMkLst>
          <pc:docMk/>
          <pc:sldMk cId="1902268106" sldId="504"/>
        </pc:sldMkLst>
      </pc:sldChg>
      <pc:sldChg chg="del">
        <pc:chgData name="Soumita Sengupta" userId="4afa6ce1-cb01-46c2-8538-4650222f0c96" providerId="ADAL" clId="{B0AE7DB9-0830-4674-80CF-8FE714AF9B7B}" dt="2021-05-31T11:21:12.132" v="74" actId="47"/>
        <pc:sldMkLst>
          <pc:docMk/>
          <pc:sldMk cId="4046367649" sldId="505"/>
        </pc:sldMkLst>
      </pc:sldChg>
      <pc:sldChg chg="del">
        <pc:chgData name="Soumita Sengupta" userId="4afa6ce1-cb01-46c2-8538-4650222f0c96" providerId="ADAL" clId="{B0AE7DB9-0830-4674-80CF-8FE714AF9B7B}" dt="2021-05-31T11:21:12.401" v="75" actId="47"/>
        <pc:sldMkLst>
          <pc:docMk/>
          <pc:sldMk cId="3681553546" sldId="506"/>
        </pc:sldMkLst>
      </pc:sldChg>
      <pc:sldChg chg="del">
        <pc:chgData name="Soumita Sengupta" userId="4afa6ce1-cb01-46c2-8538-4650222f0c96" providerId="ADAL" clId="{B0AE7DB9-0830-4674-80CF-8FE714AF9B7B}" dt="2021-05-31T11:21:12.787" v="77" actId="47"/>
        <pc:sldMkLst>
          <pc:docMk/>
          <pc:sldMk cId="3736971921" sldId="507"/>
        </pc:sldMkLst>
      </pc:sldChg>
      <pc:sldChg chg="del">
        <pc:chgData name="Soumita Sengupta" userId="4afa6ce1-cb01-46c2-8538-4650222f0c96" providerId="ADAL" clId="{B0AE7DB9-0830-4674-80CF-8FE714AF9B7B}" dt="2021-05-31T11:21:14.122" v="82" actId="47"/>
        <pc:sldMkLst>
          <pc:docMk/>
          <pc:sldMk cId="125891335" sldId="510"/>
        </pc:sldMkLst>
      </pc:sldChg>
      <pc:sldChg chg="del">
        <pc:chgData name="Soumita Sengupta" userId="4afa6ce1-cb01-46c2-8538-4650222f0c96" providerId="ADAL" clId="{B0AE7DB9-0830-4674-80CF-8FE714AF9B7B}" dt="2021-05-31T11:21:14.338" v="83" actId="47"/>
        <pc:sldMkLst>
          <pc:docMk/>
          <pc:sldMk cId="4105329583" sldId="511"/>
        </pc:sldMkLst>
      </pc:sldChg>
      <pc:sldChg chg="del">
        <pc:chgData name="Soumita Sengupta" userId="4afa6ce1-cb01-46c2-8538-4650222f0c96" providerId="ADAL" clId="{B0AE7DB9-0830-4674-80CF-8FE714AF9B7B}" dt="2021-05-31T11:21:14.577" v="84" actId="47"/>
        <pc:sldMkLst>
          <pc:docMk/>
          <pc:sldMk cId="1263259725" sldId="512"/>
        </pc:sldMkLst>
      </pc:sldChg>
      <pc:sldChg chg="del">
        <pc:chgData name="Soumita Sengupta" userId="4afa6ce1-cb01-46c2-8538-4650222f0c96" providerId="ADAL" clId="{B0AE7DB9-0830-4674-80CF-8FE714AF9B7B}" dt="2021-05-31T11:21:14.824" v="85" actId="47"/>
        <pc:sldMkLst>
          <pc:docMk/>
          <pc:sldMk cId="1013096958" sldId="513"/>
        </pc:sldMkLst>
      </pc:sldChg>
      <pc:sldChg chg="del">
        <pc:chgData name="Soumita Sengupta" userId="4afa6ce1-cb01-46c2-8538-4650222f0c96" providerId="ADAL" clId="{B0AE7DB9-0830-4674-80CF-8FE714AF9B7B}" dt="2021-05-31T11:21:15.063" v="86" actId="47"/>
        <pc:sldMkLst>
          <pc:docMk/>
          <pc:sldMk cId="376726005" sldId="514"/>
        </pc:sldMkLst>
      </pc:sldChg>
      <pc:sldChg chg="del">
        <pc:chgData name="Soumita Sengupta" userId="4afa6ce1-cb01-46c2-8538-4650222f0c96" providerId="ADAL" clId="{B0AE7DB9-0830-4674-80CF-8FE714AF9B7B}" dt="2021-05-31T11:21:15.479" v="88" actId="47"/>
        <pc:sldMkLst>
          <pc:docMk/>
          <pc:sldMk cId="2413661491" sldId="515"/>
        </pc:sldMkLst>
      </pc:sldChg>
      <pc:sldChg chg="del">
        <pc:chgData name="Soumita Sengupta" userId="4afa6ce1-cb01-46c2-8538-4650222f0c96" providerId="ADAL" clId="{B0AE7DB9-0830-4674-80CF-8FE714AF9B7B}" dt="2021-05-31T11:21:15.943" v="90" actId="47"/>
        <pc:sldMkLst>
          <pc:docMk/>
          <pc:sldMk cId="1605938043" sldId="527"/>
        </pc:sldMkLst>
      </pc:sldChg>
      <pc:sldChg chg="del">
        <pc:chgData name="Soumita Sengupta" userId="4afa6ce1-cb01-46c2-8538-4650222f0c96" providerId="ADAL" clId="{B0AE7DB9-0830-4674-80CF-8FE714AF9B7B}" dt="2021-05-31T11:21:16.181" v="91" actId="47"/>
        <pc:sldMkLst>
          <pc:docMk/>
          <pc:sldMk cId="4105988392" sldId="528"/>
        </pc:sldMkLst>
      </pc:sldChg>
      <pc:sldChg chg="del">
        <pc:chgData name="Soumita Sengupta" userId="4afa6ce1-cb01-46c2-8538-4650222f0c96" providerId="ADAL" clId="{B0AE7DB9-0830-4674-80CF-8FE714AF9B7B}" dt="2021-05-31T11:21:16.381" v="92" actId="47"/>
        <pc:sldMkLst>
          <pc:docMk/>
          <pc:sldMk cId="2600651979" sldId="529"/>
        </pc:sldMkLst>
      </pc:sldChg>
      <pc:sldChg chg="del">
        <pc:chgData name="Soumita Sengupta" userId="4afa6ce1-cb01-46c2-8538-4650222f0c96" providerId="ADAL" clId="{B0AE7DB9-0830-4674-80CF-8FE714AF9B7B}" dt="2021-05-31T11:21:17.569" v="97" actId="47"/>
        <pc:sldMkLst>
          <pc:docMk/>
          <pc:sldMk cId="3709622581" sldId="538"/>
        </pc:sldMkLst>
      </pc:sldChg>
      <pc:sldChg chg="del">
        <pc:chgData name="Soumita Sengupta" userId="4afa6ce1-cb01-46c2-8538-4650222f0c96" providerId="ADAL" clId="{B0AE7DB9-0830-4674-80CF-8FE714AF9B7B}" dt="2021-05-31T11:21:27.985" v="139" actId="47"/>
        <pc:sldMkLst>
          <pc:docMk/>
          <pc:sldMk cId="2752539856" sldId="596"/>
        </pc:sldMkLst>
      </pc:sldChg>
      <pc:sldChg chg="del">
        <pc:chgData name="Soumita Sengupta" userId="4afa6ce1-cb01-46c2-8538-4650222f0c96" providerId="ADAL" clId="{B0AE7DB9-0830-4674-80CF-8FE714AF9B7B}" dt="2021-05-31T11:21:28.238" v="140" actId="47"/>
        <pc:sldMkLst>
          <pc:docMk/>
          <pc:sldMk cId="1366182979" sldId="597"/>
        </pc:sldMkLst>
      </pc:sldChg>
      <pc:sldChg chg="del">
        <pc:chgData name="Soumita Sengupta" userId="4afa6ce1-cb01-46c2-8538-4650222f0c96" providerId="ADAL" clId="{B0AE7DB9-0830-4674-80CF-8FE714AF9B7B}" dt="2021-05-31T11:21:28.857" v="143" actId="47"/>
        <pc:sldMkLst>
          <pc:docMk/>
          <pc:sldMk cId="2739226745" sldId="599"/>
        </pc:sldMkLst>
      </pc:sldChg>
      <pc:sldChg chg="del">
        <pc:chgData name="Soumita Sengupta" userId="4afa6ce1-cb01-46c2-8538-4650222f0c96" providerId="ADAL" clId="{B0AE7DB9-0830-4674-80CF-8FE714AF9B7B}" dt="2021-05-31T11:21:29.342" v="144" actId="47"/>
        <pc:sldMkLst>
          <pc:docMk/>
          <pc:sldMk cId="1306066386" sldId="600"/>
        </pc:sldMkLst>
      </pc:sldChg>
      <pc:sldChg chg="del ord">
        <pc:chgData name="Soumita Sengupta" userId="4afa6ce1-cb01-46c2-8538-4650222f0c96" providerId="ADAL" clId="{B0AE7DB9-0830-4674-80CF-8FE714AF9B7B}" dt="2021-05-31T11:22:31.375" v="149" actId="47"/>
        <pc:sldMkLst>
          <pc:docMk/>
          <pc:sldMk cId="536837091" sldId="601"/>
        </pc:sldMkLst>
      </pc:sldChg>
      <pc:sldChg chg="del">
        <pc:chgData name="Soumita Sengupta" userId="4afa6ce1-cb01-46c2-8538-4650222f0c96" providerId="ADAL" clId="{B0AE7DB9-0830-4674-80CF-8FE714AF9B7B}" dt="2021-05-31T11:23:02.945" v="151" actId="47"/>
        <pc:sldMkLst>
          <pc:docMk/>
          <pc:sldMk cId="3069890481" sldId="602"/>
        </pc:sldMkLst>
      </pc:sldChg>
      <pc:sldChg chg="del">
        <pc:chgData name="Soumita Sengupta" userId="4afa6ce1-cb01-46c2-8538-4650222f0c96" providerId="ADAL" clId="{B0AE7DB9-0830-4674-80CF-8FE714AF9B7B}" dt="2021-05-31T11:23:03.463" v="152" actId="47"/>
        <pc:sldMkLst>
          <pc:docMk/>
          <pc:sldMk cId="1654328000" sldId="603"/>
        </pc:sldMkLst>
      </pc:sldChg>
      <pc:sldChg chg="del">
        <pc:chgData name="Soumita Sengupta" userId="4afa6ce1-cb01-46c2-8538-4650222f0c96" providerId="ADAL" clId="{B0AE7DB9-0830-4674-80CF-8FE714AF9B7B}" dt="2021-05-31T11:23:04.381" v="154" actId="47"/>
        <pc:sldMkLst>
          <pc:docMk/>
          <pc:sldMk cId="390194341" sldId="604"/>
        </pc:sldMkLst>
      </pc:sldChg>
      <pc:sldChg chg="del">
        <pc:chgData name="Soumita Sengupta" userId="4afa6ce1-cb01-46c2-8538-4650222f0c96" providerId="ADAL" clId="{B0AE7DB9-0830-4674-80CF-8FE714AF9B7B}" dt="2021-05-31T11:23:04.920" v="155" actId="47"/>
        <pc:sldMkLst>
          <pc:docMk/>
          <pc:sldMk cId="1727804845" sldId="605"/>
        </pc:sldMkLst>
      </pc:sldChg>
      <pc:sldChg chg="del">
        <pc:chgData name="Soumita Sengupta" userId="4afa6ce1-cb01-46c2-8538-4650222f0c96" providerId="ADAL" clId="{B0AE7DB9-0830-4674-80CF-8FE714AF9B7B}" dt="2021-05-31T11:23:05.383" v="156" actId="47"/>
        <pc:sldMkLst>
          <pc:docMk/>
          <pc:sldMk cId="4150797766" sldId="606"/>
        </pc:sldMkLst>
      </pc:sldChg>
      <pc:sldChg chg="del">
        <pc:chgData name="Soumita Sengupta" userId="4afa6ce1-cb01-46c2-8538-4650222f0c96" providerId="ADAL" clId="{B0AE7DB9-0830-4674-80CF-8FE714AF9B7B}" dt="2021-05-31T11:23:06.671" v="158" actId="47"/>
        <pc:sldMkLst>
          <pc:docMk/>
          <pc:sldMk cId="2998912537" sldId="608"/>
        </pc:sldMkLst>
      </pc:sldChg>
      <pc:sldChg chg="del">
        <pc:chgData name="Soumita Sengupta" userId="4afa6ce1-cb01-46c2-8538-4650222f0c96" providerId="ADAL" clId="{B0AE7DB9-0830-4674-80CF-8FE714AF9B7B}" dt="2021-05-31T11:23:07.207" v="160" actId="47"/>
        <pc:sldMkLst>
          <pc:docMk/>
          <pc:sldMk cId="2513612184" sldId="609"/>
        </pc:sldMkLst>
      </pc:sldChg>
      <pc:sldChg chg="del">
        <pc:chgData name="Soumita Sengupta" userId="4afa6ce1-cb01-46c2-8538-4650222f0c96" providerId="ADAL" clId="{B0AE7DB9-0830-4674-80CF-8FE714AF9B7B}" dt="2021-05-31T11:23:07.025" v="159" actId="47"/>
        <pc:sldMkLst>
          <pc:docMk/>
          <pc:sldMk cId="2469314218" sldId="610"/>
        </pc:sldMkLst>
      </pc:sldChg>
      <pc:sldChg chg="del">
        <pc:chgData name="Soumita Sengupta" userId="4afa6ce1-cb01-46c2-8538-4650222f0c96" providerId="ADAL" clId="{B0AE7DB9-0830-4674-80CF-8FE714AF9B7B}" dt="2021-05-31T11:23:07.704" v="161" actId="47"/>
        <pc:sldMkLst>
          <pc:docMk/>
          <pc:sldMk cId="1649629401" sldId="611"/>
        </pc:sldMkLst>
      </pc:sldChg>
      <pc:sldChg chg="del">
        <pc:chgData name="Soumita Sengupta" userId="4afa6ce1-cb01-46c2-8538-4650222f0c96" providerId="ADAL" clId="{B0AE7DB9-0830-4674-80CF-8FE714AF9B7B}" dt="2021-05-31T11:23:07.927" v="162" actId="47"/>
        <pc:sldMkLst>
          <pc:docMk/>
          <pc:sldMk cId="3588579200" sldId="612"/>
        </pc:sldMkLst>
      </pc:sldChg>
      <pc:sldChg chg="del">
        <pc:chgData name="Soumita Sengupta" userId="4afa6ce1-cb01-46c2-8538-4650222f0c96" providerId="ADAL" clId="{B0AE7DB9-0830-4674-80CF-8FE714AF9B7B}" dt="2021-05-31T11:23:08.206" v="163" actId="47"/>
        <pc:sldMkLst>
          <pc:docMk/>
          <pc:sldMk cId="918964389" sldId="613"/>
        </pc:sldMkLst>
      </pc:sldChg>
      <pc:sldChg chg="del">
        <pc:chgData name="Soumita Sengupta" userId="4afa6ce1-cb01-46c2-8538-4650222f0c96" providerId="ADAL" clId="{B0AE7DB9-0830-4674-80CF-8FE714AF9B7B}" dt="2021-05-31T11:23:08.429" v="164" actId="47"/>
        <pc:sldMkLst>
          <pc:docMk/>
          <pc:sldMk cId="1152959613" sldId="614"/>
        </pc:sldMkLst>
      </pc:sldChg>
      <pc:sldChg chg="del">
        <pc:chgData name="Soumita Sengupta" userId="4afa6ce1-cb01-46c2-8538-4650222f0c96" providerId="ADAL" clId="{B0AE7DB9-0830-4674-80CF-8FE714AF9B7B}" dt="2021-05-31T11:23:09.247" v="166" actId="47"/>
        <pc:sldMkLst>
          <pc:docMk/>
          <pc:sldMk cId="4180479736" sldId="615"/>
        </pc:sldMkLst>
      </pc:sldChg>
      <pc:sldChg chg="del">
        <pc:chgData name="Soumita Sengupta" userId="4afa6ce1-cb01-46c2-8538-4650222f0c96" providerId="ADAL" clId="{B0AE7DB9-0830-4674-80CF-8FE714AF9B7B}" dt="2021-05-31T11:23:09.595" v="167" actId="47"/>
        <pc:sldMkLst>
          <pc:docMk/>
          <pc:sldMk cId="945563877" sldId="616"/>
        </pc:sldMkLst>
      </pc:sldChg>
      <pc:sldChg chg="del">
        <pc:chgData name="Soumita Sengupta" userId="4afa6ce1-cb01-46c2-8538-4650222f0c96" providerId="ADAL" clId="{B0AE7DB9-0830-4674-80CF-8FE714AF9B7B}" dt="2021-05-31T11:23:09.849" v="168" actId="47"/>
        <pc:sldMkLst>
          <pc:docMk/>
          <pc:sldMk cId="3378954170" sldId="618"/>
        </pc:sldMkLst>
      </pc:sldChg>
      <pc:sldChg chg="del">
        <pc:chgData name="Soumita Sengupta" userId="4afa6ce1-cb01-46c2-8538-4650222f0c96" providerId="ADAL" clId="{B0AE7DB9-0830-4674-80CF-8FE714AF9B7B}" dt="2021-05-31T11:23:10.397" v="169" actId="47"/>
        <pc:sldMkLst>
          <pc:docMk/>
          <pc:sldMk cId="3175453255" sldId="619"/>
        </pc:sldMkLst>
      </pc:sldChg>
      <pc:sldChg chg="del">
        <pc:chgData name="Soumita Sengupta" userId="4afa6ce1-cb01-46c2-8538-4650222f0c96" providerId="ADAL" clId="{B0AE7DB9-0830-4674-80CF-8FE714AF9B7B}" dt="2021-05-31T11:23:12.102" v="172" actId="47"/>
        <pc:sldMkLst>
          <pc:docMk/>
          <pc:sldMk cId="1796439600" sldId="622"/>
        </pc:sldMkLst>
      </pc:sldChg>
      <pc:sldChg chg="del">
        <pc:chgData name="Soumita Sengupta" userId="4afa6ce1-cb01-46c2-8538-4650222f0c96" providerId="ADAL" clId="{B0AE7DB9-0830-4674-80CF-8FE714AF9B7B}" dt="2021-05-31T11:23:12.604" v="173" actId="47"/>
        <pc:sldMkLst>
          <pc:docMk/>
          <pc:sldMk cId="3566022154" sldId="623"/>
        </pc:sldMkLst>
      </pc:sldChg>
      <pc:sldChg chg="del">
        <pc:chgData name="Soumita Sengupta" userId="4afa6ce1-cb01-46c2-8538-4650222f0c96" providerId="ADAL" clId="{B0AE7DB9-0830-4674-80CF-8FE714AF9B7B}" dt="2021-05-31T11:23:14.192" v="176" actId="47"/>
        <pc:sldMkLst>
          <pc:docMk/>
          <pc:sldMk cId="4149358472" sldId="625"/>
        </pc:sldMkLst>
      </pc:sldChg>
      <pc:sldChg chg="del">
        <pc:chgData name="Soumita Sengupta" userId="4afa6ce1-cb01-46c2-8538-4650222f0c96" providerId="ADAL" clId="{B0AE7DB9-0830-4674-80CF-8FE714AF9B7B}" dt="2021-05-31T11:23:14.647" v="177" actId="47"/>
        <pc:sldMkLst>
          <pc:docMk/>
          <pc:sldMk cId="2979335379" sldId="626"/>
        </pc:sldMkLst>
      </pc:sldChg>
      <pc:sldChg chg="del">
        <pc:chgData name="Soumita Sengupta" userId="4afa6ce1-cb01-46c2-8538-4650222f0c96" providerId="ADAL" clId="{B0AE7DB9-0830-4674-80CF-8FE714AF9B7B}" dt="2021-05-31T11:23:15.064" v="178" actId="47"/>
        <pc:sldMkLst>
          <pc:docMk/>
          <pc:sldMk cId="2143778835" sldId="627"/>
        </pc:sldMkLst>
      </pc:sldChg>
      <pc:sldChg chg="del">
        <pc:chgData name="Soumita Sengupta" userId="4afa6ce1-cb01-46c2-8538-4650222f0c96" providerId="ADAL" clId="{B0AE7DB9-0830-4674-80CF-8FE714AF9B7B}" dt="2021-05-31T11:23:16.032" v="179" actId="47"/>
        <pc:sldMkLst>
          <pc:docMk/>
          <pc:sldMk cId="1840417079" sldId="628"/>
        </pc:sldMkLst>
      </pc:sldChg>
      <pc:sldChg chg="del">
        <pc:chgData name="Soumita Sengupta" userId="4afa6ce1-cb01-46c2-8538-4650222f0c96" providerId="ADAL" clId="{B0AE7DB9-0830-4674-80CF-8FE714AF9B7B}" dt="2021-05-31T11:23:18.972" v="185" actId="47"/>
        <pc:sldMkLst>
          <pc:docMk/>
          <pc:sldMk cId="96484799" sldId="633"/>
        </pc:sldMkLst>
      </pc:sldChg>
      <pc:sldChg chg="del">
        <pc:chgData name="Soumita Sengupta" userId="4afa6ce1-cb01-46c2-8538-4650222f0c96" providerId="ADAL" clId="{B0AE7DB9-0830-4674-80CF-8FE714AF9B7B}" dt="2021-05-31T11:23:19.991" v="187" actId="47"/>
        <pc:sldMkLst>
          <pc:docMk/>
          <pc:sldMk cId="4018720682" sldId="634"/>
        </pc:sldMkLst>
      </pc:sldChg>
      <pc:sldChg chg="del">
        <pc:chgData name="Soumita Sengupta" userId="4afa6ce1-cb01-46c2-8538-4650222f0c96" providerId="ADAL" clId="{B0AE7DB9-0830-4674-80CF-8FE714AF9B7B}" dt="2021-05-31T11:23:26.962" v="199" actId="47"/>
        <pc:sldMkLst>
          <pc:docMk/>
          <pc:sldMk cId="1101439345" sldId="636"/>
        </pc:sldMkLst>
      </pc:sldChg>
      <pc:sldChg chg="del">
        <pc:chgData name="Soumita Sengupta" userId="4afa6ce1-cb01-46c2-8538-4650222f0c96" providerId="ADAL" clId="{B0AE7DB9-0830-4674-80CF-8FE714AF9B7B}" dt="2021-05-31T11:23:27.934" v="201" actId="47"/>
        <pc:sldMkLst>
          <pc:docMk/>
          <pc:sldMk cId="583779290" sldId="637"/>
        </pc:sldMkLst>
      </pc:sldChg>
      <pc:sldChg chg="del">
        <pc:chgData name="Soumita Sengupta" userId="4afa6ce1-cb01-46c2-8538-4650222f0c96" providerId="ADAL" clId="{B0AE7DB9-0830-4674-80CF-8FE714AF9B7B}" dt="2021-05-31T11:23:28.482" v="202" actId="47"/>
        <pc:sldMkLst>
          <pc:docMk/>
          <pc:sldMk cId="4285856727" sldId="638"/>
        </pc:sldMkLst>
      </pc:sldChg>
      <pc:sldChg chg="del">
        <pc:chgData name="Soumita Sengupta" userId="4afa6ce1-cb01-46c2-8538-4650222f0c96" providerId="ADAL" clId="{B0AE7DB9-0830-4674-80CF-8FE714AF9B7B}" dt="2021-05-31T11:23:31.173" v="208" actId="47"/>
        <pc:sldMkLst>
          <pc:docMk/>
          <pc:sldMk cId="994777911" sldId="642"/>
        </pc:sldMkLst>
      </pc:sldChg>
      <pc:sldChg chg="del">
        <pc:chgData name="Soumita Sengupta" userId="4afa6ce1-cb01-46c2-8538-4650222f0c96" providerId="ADAL" clId="{B0AE7DB9-0830-4674-80CF-8FE714AF9B7B}" dt="2021-05-31T11:23:31.891" v="209" actId="47"/>
        <pc:sldMkLst>
          <pc:docMk/>
          <pc:sldMk cId="2095642720" sldId="643"/>
        </pc:sldMkLst>
      </pc:sldChg>
      <pc:sldChg chg="del">
        <pc:chgData name="Soumita Sengupta" userId="4afa6ce1-cb01-46c2-8538-4650222f0c96" providerId="ADAL" clId="{B0AE7DB9-0830-4674-80CF-8FE714AF9B7B}" dt="2021-05-31T11:23:32.630" v="211" actId="47"/>
        <pc:sldMkLst>
          <pc:docMk/>
          <pc:sldMk cId="1181531667" sldId="644"/>
        </pc:sldMkLst>
      </pc:sldChg>
      <pc:sldChg chg="del">
        <pc:chgData name="Soumita Sengupta" userId="4afa6ce1-cb01-46c2-8538-4650222f0c96" providerId="ADAL" clId="{B0AE7DB9-0830-4674-80CF-8FE714AF9B7B}" dt="2021-05-31T11:23:32.995" v="212" actId="47"/>
        <pc:sldMkLst>
          <pc:docMk/>
          <pc:sldMk cId="3152158587" sldId="645"/>
        </pc:sldMkLst>
      </pc:sldChg>
      <pc:sldChg chg="del">
        <pc:chgData name="Soumita Sengupta" userId="4afa6ce1-cb01-46c2-8538-4650222f0c96" providerId="ADAL" clId="{B0AE7DB9-0830-4674-80CF-8FE714AF9B7B}" dt="2021-05-31T11:23:33.390" v="213" actId="47"/>
        <pc:sldMkLst>
          <pc:docMk/>
          <pc:sldMk cId="3694302526" sldId="646"/>
        </pc:sldMkLst>
      </pc:sldChg>
      <pc:sldChg chg="del">
        <pc:chgData name="Soumita Sengupta" userId="4afa6ce1-cb01-46c2-8538-4650222f0c96" providerId="ADAL" clId="{B0AE7DB9-0830-4674-80CF-8FE714AF9B7B}" dt="2021-05-31T11:23:33.715" v="214" actId="47"/>
        <pc:sldMkLst>
          <pc:docMk/>
          <pc:sldMk cId="3358312975" sldId="647"/>
        </pc:sldMkLst>
      </pc:sldChg>
      <pc:sldChg chg="del">
        <pc:chgData name="Soumita Sengupta" userId="4afa6ce1-cb01-46c2-8538-4650222f0c96" providerId="ADAL" clId="{B0AE7DB9-0830-4674-80CF-8FE714AF9B7B}" dt="2021-05-31T11:23:34.265" v="215" actId="47"/>
        <pc:sldMkLst>
          <pc:docMk/>
          <pc:sldMk cId="2361541675" sldId="648"/>
        </pc:sldMkLst>
      </pc:sldChg>
      <pc:sldChg chg="del">
        <pc:chgData name="Soumita Sengupta" userId="4afa6ce1-cb01-46c2-8538-4650222f0c96" providerId="ADAL" clId="{B0AE7DB9-0830-4674-80CF-8FE714AF9B7B}" dt="2021-05-31T11:23:34.616" v="216" actId="47"/>
        <pc:sldMkLst>
          <pc:docMk/>
          <pc:sldMk cId="2222658692" sldId="649"/>
        </pc:sldMkLst>
      </pc:sldChg>
      <pc:sldChg chg="del">
        <pc:chgData name="Soumita Sengupta" userId="4afa6ce1-cb01-46c2-8538-4650222f0c96" providerId="ADAL" clId="{B0AE7DB9-0830-4674-80CF-8FE714AF9B7B}" dt="2021-05-31T11:23:34.983" v="217" actId="47"/>
        <pc:sldMkLst>
          <pc:docMk/>
          <pc:sldMk cId="510060166" sldId="650"/>
        </pc:sldMkLst>
      </pc:sldChg>
      <pc:sldChg chg="del">
        <pc:chgData name="Soumita Sengupta" userId="4afa6ce1-cb01-46c2-8538-4650222f0c96" providerId="ADAL" clId="{B0AE7DB9-0830-4674-80CF-8FE714AF9B7B}" dt="2021-05-31T11:23:35.500" v="218" actId="47"/>
        <pc:sldMkLst>
          <pc:docMk/>
          <pc:sldMk cId="1129792128" sldId="666"/>
        </pc:sldMkLst>
      </pc:sldChg>
      <pc:sldChg chg="del">
        <pc:chgData name="Soumita Sengupta" userId="4afa6ce1-cb01-46c2-8538-4650222f0c96" providerId="ADAL" clId="{B0AE7DB9-0830-4674-80CF-8FE714AF9B7B}" dt="2021-05-31T11:21:05.784" v="49" actId="47"/>
        <pc:sldMkLst>
          <pc:docMk/>
          <pc:sldMk cId="2849411837" sldId="668"/>
        </pc:sldMkLst>
      </pc:sldChg>
      <pc:sldChg chg="del">
        <pc:chgData name="Soumita Sengupta" userId="4afa6ce1-cb01-46c2-8538-4650222f0c96" providerId="ADAL" clId="{B0AE7DB9-0830-4674-80CF-8FE714AF9B7B}" dt="2021-05-31T11:21:06.001" v="50" actId="47"/>
        <pc:sldMkLst>
          <pc:docMk/>
          <pc:sldMk cId="1823865472" sldId="669"/>
        </pc:sldMkLst>
      </pc:sldChg>
      <pc:sldChg chg="del">
        <pc:chgData name="Soumita Sengupta" userId="4afa6ce1-cb01-46c2-8538-4650222f0c96" providerId="ADAL" clId="{B0AE7DB9-0830-4674-80CF-8FE714AF9B7B}" dt="2021-05-31T11:21:06.231" v="51" actId="47"/>
        <pc:sldMkLst>
          <pc:docMk/>
          <pc:sldMk cId="3322344175" sldId="670"/>
        </pc:sldMkLst>
      </pc:sldChg>
      <pc:sldChg chg="del">
        <pc:chgData name="Soumita Sengupta" userId="4afa6ce1-cb01-46c2-8538-4650222f0c96" providerId="ADAL" clId="{B0AE7DB9-0830-4674-80CF-8FE714AF9B7B}" dt="2021-05-31T11:21:06.764" v="52" actId="47"/>
        <pc:sldMkLst>
          <pc:docMk/>
          <pc:sldMk cId="1858348461" sldId="671"/>
        </pc:sldMkLst>
      </pc:sldChg>
      <pc:sldChg chg="del">
        <pc:chgData name="Soumita Sengupta" userId="4afa6ce1-cb01-46c2-8538-4650222f0c96" providerId="ADAL" clId="{B0AE7DB9-0830-4674-80CF-8FE714AF9B7B}" dt="2021-05-31T11:21:07.535" v="54" actId="47"/>
        <pc:sldMkLst>
          <pc:docMk/>
          <pc:sldMk cId="2643689726" sldId="673"/>
        </pc:sldMkLst>
      </pc:sldChg>
      <pc:sldChg chg="del">
        <pc:chgData name="Soumita Sengupta" userId="4afa6ce1-cb01-46c2-8538-4650222f0c96" providerId="ADAL" clId="{B0AE7DB9-0830-4674-80CF-8FE714AF9B7B}" dt="2021-05-31T11:21:07.759" v="55" actId="47"/>
        <pc:sldMkLst>
          <pc:docMk/>
          <pc:sldMk cId="1058378958" sldId="674"/>
        </pc:sldMkLst>
      </pc:sldChg>
      <pc:sldChg chg="del">
        <pc:chgData name="Soumita Sengupta" userId="4afa6ce1-cb01-46c2-8538-4650222f0c96" providerId="ADAL" clId="{B0AE7DB9-0830-4674-80CF-8FE714AF9B7B}" dt="2021-05-31T11:21:08.223" v="57" actId="47"/>
        <pc:sldMkLst>
          <pc:docMk/>
          <pc:sldMk cId="1466538347" sldId="675"/>
        </pc:sldMkLst>
      </pc:sldChg>
      <pc:sldChg chg="del">
        <pc:chgData name="Soumita Sengupta" userId="4afa6ce1-cb01-46c2-8538-4650222f0c96" providerId="ADAL" clId="{B0AE7DB9-0830-4674-80CF-8FE714AF9B7B}" dt="2021-05-31T11:21:22.327" v="113" actId="47"/>
        <pc:sldMkLst>
          <pc:docMk/>
          <pc:sldMk cId="1877917348" sldId="682"/>
        </pc:sldMkLst>
      </pc:sldChg>
      <pc:sldChg chg="del">
        <pc:chgData name="Soumita Sengupta" userId="4afa6ce1-cb01-46c2-8538-4650222f0c96" providerId="ADAL" clId="{B0AE7DB9-0830-4674-80CF-8FE714AF9B7B}" dt="2021-05-31T11:21:00.099" v="25" actId="47"/>
        <pc:sldMkLst>
          <pc:docMk/>
          <pc:sldMk cId="1349535947" sldId="690"/>
        </pc:sldMkLst>
      </pc:sldChg>
      <pc:sldChg chg="del">
        <pc:chgData name="Soumita Sengupta" userId="4afa6ce1-cb01-46c2-8538-4650222f0c96" providerId="ADAL" clId="{B0AE7DB9-0830-4674-80CF-8FE714AF9B7B}" dt="2021-05-31T11:21:00.632" v="27" actId="47"/>
        <pc:sldMkLst>
          <pc:docMk/>
          <pc:sldMk cId="2783950847" sldId="691"/>
        </pc:sldMkLst>
      </pc:sldChg>
      <pc:sldChg chg="del">
        <pc:chgData name="Soumita Sengupta" userId="4afa6ce1-cb01-46c2-8538-4650222f0c96" providerId="ADAL" clId="{B0AE7DB9-0830-4674-80CF-8FE714AF9B7B}" dt="2021-05-31T11:21:00.854" v="28" actId="47"/>
        <pc:sldMkLst>
          <pc:docMk/>
          <pc:sldMk cId="3881707545" sldId="692"/>
        </pc:sldMkLst>
      </pc:sldChg>
      <pc:sldChg chg="del">
        <pc:chgData name="Soumita Sengupta" userId="4afa6ce1-cb01-46c2-8538-4650222f0c96" providerId="ADAL" clId="{B0AE7DB9-0830-4674-80CF-8FE714AF9B7B}" dt="2021-05-31T11:21:01.102" v="29" actId="47"/>
        <pc:sldMkLst>
          <pc:docMk/>
          <pc:sldMk cId="732789534" sldId="693"/>
        </pc:sldMkLst>
      </pc:sldChg>
      <pc:sldChg chg="del">
        <pc:chgData name="Soumita Sengupta" userId="4afa6ce1-cb01-46c2-8538-4650222f0c96" providerId="ADAL" clId="{B0AE7DB9-0830-4674-80CF-8FE714AF9B7B}" dt="2021-05-31T11:21:01.386" v="30" actId="47"/>
        <pc:sldMkLst>
          <pc:docMk/>
          <pc:sldMk cId="1650069667" sldId="694"/>
        </pc:sldMkLst>
      </pc:sldChg>
      <pc:sldChg chg="del">
        <pc:chgData name="Soumita Sengupta" userId="4afa6ce1-cb01-46c2-8538-4650222f0c96" providerId="ADAL" clId="{B0AE7DB9-0830-4674-80CF-8FE714AF9B7B}" dt="2021-05-31T11:21:01.571" v="31" actId="47"/>
        <pc:sldMkLst>
          <pc:docMk/>
          <pc:sldMk cId="3977964455" sldId="695"/>
        </pc:sldMkLst>
      </pc:sldChg>
      <pc:sldChg chg="del">
        <pc:chgData name="Soumita Sengupta" userId="4afa6ce1-cb01-46c2-8538-4650222f0c96" providerId="ADAL" clId="{B0AE7DB9-0830-4674-80CF-8FE714AF9B7B}" dt="2021-05-31T11:21:02.119" v="33" actId="47"/>
        <pc:sldMkLst>
          <pc:docMk/>
          <pc:sldMk cId="2989975256" sldId="697"/>
        </pc:sldMkLst>
      </pc:sldChg>
      <pc:sldChg chg="del">
        <pc:chgData name="Soumita Sengupta" userId="4afa6ce1-cb01-46c2-8538-4650222f0c96" providerId="ADAL" clId="{B0AE7DB9-0830-4674-80CF-8FE714AF9B7B}" dt="2021-05-31T11:21:02.673" v="35" actId="47"/>
        <pc:sldMkLst>
          <pc:docMk/>
          <pc:sldMk cId="3242929" sldId="699"/>
        </pc:sldMkLst>
      </pc:sldChg>
      <pc:sldChg chg="del">
        <pc:chgData name="Soumita Sengupta" userId="4afa6ce1-cb01-46c2-8538-4650222f0c96" providerId="ADAL" clId="{B0AE7DB9-0830-4674-80CF-8FE714AF9B7B}" dt="2021-05-31T11:21:02.936" v="36" actId="47"/>
        <pc:sldMkLst>
          <pc:docMk/>
          <pc:sldMk cId="2833213052" sldId="700"/>
        </pc:sldMkLst>
      </pc:sldChg>
      <pc:sldChg chg="del">
        <pc:chgData name="Soumita Sengupta" userId="4afa6ce1-cb01-46c2-8538-4650222f0c96" providerId="ADAL" clId="{B0AE7DB9-0830-4674-80CF-8FE714AF9B7B}" dt="2021-05-31T11:21:03.106" v="37" actId="47"/>
        <pc:sldMkLst>
          <pc:docMk/>
          <pc:sldMk cId="67063222" sldId="701"/>
        </pc:sldMkLst>
      </pc:sldChg>
      <pc:sldChg chg="del">
        <pc:chgData name="Soumita Sengupta" userId="4afa6ce1-cb01-46c2-8538-4650222f0c96" providerId="ADAL" clId="{B0AE7DB9-0830-4674-80CF-8FE714AF9B7B}" dt="2021-05-31T11:21:03.608" v="39" actId="47"/>
        <pc:sldMkLst>
          <pc:docMk/>
          <pc:sldMk cId="394688444" sldId="703"/>
        </pc:sldMkLst>
      </pc:sldChg>
      <pc:sldChg chg="del">
        <pc:chgData name="Soumita Sengupta" userId="4afa6ce1-cb01-46c2-8538-4650222f0c96" providerId="ADAL" clId="{B0AE7DB9-0830-4674-80CF-8FE714AF9B7B}" dt="2021-05-31T11:21:03.862" v="40" actId="47"/>
        <pc:sldMkLst>
          <pc:docMk/>
          <pc:sldMk cId="2559343463" sldId="704"/>
        </pc:sldMkLst>
      </pc:sldChg>
      <pc:sldChg chg="del">
        <pc:chgData name="Soumita Sengupta" userId="4afa6ce1-cb01-46c2-8538-4650222f0c96" providerId="ADAL" clId="{B0AE7DB9-0830-4674-80CF-8FE714AF9B7B}" dt="2021-05-31T11:21:04.043" v="41" actId="47"/>
        <pc:sldMkLst>
          <pc:docMk/>
          <pc:sldMk cId="2847207556" sldId="705"/>
        </pc:sldMkLst>
      </pc:sldChg>
      <pc:sldChg chg="del">
        <pc:chgData name="Soumita Sengupta" userId="4afa6ce1-cb01-46c2-8538-4650222f0c96" providerId="ADAL" clId="{B0AE7DB9-0830-4674-80CF-8FE714AF9B7B}" dt="2021-05-31T11:21:04.210" v="42" actId="47"/>
        <pc:sldMkLst>
          <pc:docMk/>
          <pc:sldMk cId="2525000584" sldId="706"/>
        </pc:sldMkLst>
      </pc:sldChg>
      <pc:sldChg chg="del">
        <pc:chgData name="Soumita Sengupta" userId="4afa6ce1-cb01-46c2-8538-4650222f0c96" providerId="ADAL" clId="{B0AE7DB9-0830-4674-80CF-8FE714AF9B7B}" dt="2021-05-31T11:21:04.464" v="43" actId="47"/>
        <pc:sldMkLst>
          <pc:docMk/>
          <pc:sldMk cId="1118961763" sldId="707"/>
        </pc:sldMkLst>
      </pc:sldChg>
      <pc:sldChg chg="del">
        <pc:chgData name="Soumita Sengupta" userId="4afa6ce1-cb01-46c2-8538-4650222f0c96" providerId="ADAL" clId="{B0AE7DB9-0830-4674-80CF-8FE714AF9B7B}" dt="2021-05-31T11:21:21.641" v="110" actId="47"/>
        <pc:sldMkLst>
          <pc:docMk/>
          <pc:sldMk cId="3842062754" sldId="708"/>
        </pc:sldMkLst>
      </pc:sldChg>
      <pc:sldChg chg="del">
        <pc:chgData name="Soumita Sengupta" userId="4afa6ce1-cb01-46c2-8538-4650222f0c96" providerId="ADAL" clId="{B0AE7DB9-0830-4674-80CF-8FE714AF9B7B}" dt="2021-05-31T11:21:21.857" v="111" actId="47"/>
        <pc:sldMkLst>
          <pc:docMk/>
          <pc:sldMk cId="1385205329" sldId="709"/>
        </pc:sldMkLst>
      </pc:sldChg>
      <pc:sldChg chg="del">
        <pc:chgData name="Soumita Sengupta" userId="4afa6ce1-cb01-46c2-8538-4650222f0c96" providerId="ADAL" clId="{B0AE7DB9-0830-4674-80CF-8FE714AF9B7B}" dt="2021-05-31T11:21:22.111" v="112" actId="47"/>
        <pc:sldMkLst>
          <pc:docMk/>
          <pc:sldMk cId="3511327653" sldId="710"/>
        </pc:sldMkLst>
      </pc:sldChg>
      <pc:sldChg chg="del">
        <pc:chgData name="Soumita Sengupta" userId="4afa6ce1-cb01-46c2-8538-4650222f0c96" providerId="ADAL" clId="{B0AE7DB9-0830-4674-80CF-8FE714AF9B7B}" dt="2021-05-31T11:21:23.012" v="116" actId="47"/>
        <pc:sldMkLst>
          <pc:docMk/>
          <pc:sldMk cId="3137745536" sldId="712"/>
        </pc:sldMkLst>
      </pc:sldChg>
      <pc:sldChg chg="del">
        <pc:chgData name="Soumita Sengupta" userId="4afa6ce1-cb01-46c2-8538-4650222f0c96" providerId="ADAL" clId="{B0AE7DB9-0830-4674-80CF-8FE714AF9B7B}" dt="2021-05-31T11:21:23.244" v="117" actId="47"/>
        <pc:sldMkLst>
          <pc:docMk/>
          <pc:sldMk cId="2872170972" sldId="713"/>
        </pc:sldMkLst>
      </pc:sldChg>
      <pc:sldChg chg="del">
        <pc:chgData name="Soumita Sengupta" userId="4afa6ce1-cb01-46c2-8538-4650222f0c96" providerId="ADAL" clId="{B0AE7DB9-0830-4674-80CF-8FE714AF9B7B}" dt="2021-05-31T11:21:23.461" v="118" actId="47"/>
        <pc:sldMkLst>
          <pc:docMk/>
          <pc:sldMk cId="910368742" sldId="714"/>
        </pc:sldMkLst>
      </pc:sldChg>
      <pc:sldChg chg="del">
        <pc:chgData name="Soumita Sengupta" userId="4afa6ce1-cb01-46c2-8538-4650222f0c96" providerId="ADAL" clId="{B0AE7DB9-0830-4674-80CF-8FE714AF9B7B}" dt="2021-05-31T11:21:23.862" v="120" actId="47"/>
        <pc:sldMkLst>
          <pc:docMk/>
          <pc:sldMk cId="2173025332" sldId="716"/>
        </pc:sldMkLst>
      </pc:sldChg>
      <pc:sldChg chg="del">
        <pc:chgData name="Soumita Sengupta" userId="4afa6ce1-cb01-46c2-8538-4650222f0c96" providerId="ADAL" clId="{B0AE7DB9-0830-4674-80CF-8FE714AF9B7B}" dt="2021-05-31T11:20:42.505" v="11" actId="47"/>
        <pc:sldMkLst>
          <pc:docMk/>
          <pc:sldMk cId="4197784673" sldId="718"/>
        </pc:sldMkLst>
      </pc:sldChg>
      <pc:sldChg chg="del">
        <pc:chgData name="Soumita Sengupta" userId="4afa6ce1-cb01-46c2-8538-4650222f0c96" providerId="ADAL" clId="{B0AE7DB9-0830-4674-80CF-8FE714AF9B7B}" dt="2021-05-31T11:20:43.531" v="13" actId="47"/>
        <pc:sldMkLst>
          <pc:docMk/>
          <pc:sldMk cId="1817621787" sldId="719"/>
        </pc:sldMkLst>
      </pc:sldChg>
      <pc:sldChg chg="del">
        <pc:chgData name="Soumita Sengupta" userId="4afa6ce1-cb01-46c2-8538-4650222f0c96" providerId="ADAL" clId="{B0AE7DB9-0830-4674-80CF-8FE714AF9B7B}" dt="2021-05-31T11:20:44.674" v="14" actId="47"/>
        <pc:sldMkLst>
          <pc:docMk/>
          <pc:sldMk cId="2472564179" sldId="720"/>
        </pc:sldMkLst>
      </pc:sldChg>
      <pc:sldChg chg="del">
        <pc:chgData name="Soumita Sengupta" userId="4afa6ce1-cb01-46c2-8538-4650222f0c96" providerId="ADAL" clId="{B0AE7DB9-0830-4674-80CF-8FE714AF9B7B}" dt="2021-05-31T11:20:55.371" v="15" actId="47"/>
        <pc:sldMkLst>
          <pc:docMk/>
          <pc:sldMk cId="2557363682" sldId="726"/>
        </pc:sldMkLst>
      </pc:sldChg>
      <pc:sldChg chg="del">
        <pc:chgData name="Soumita Sengupta" userId="4afa6ce1-cb01-46c2-8538-4650222f0c96" providerId="ADAL" clId="{B0AE7DB9-0830-4674-80CF-8FE714AF9B7B}" dt="2021-05-31T11:20:56.505" v="17" actId="47"/>
        <pc:sldMkLst>
          <pc:docMk/>
          <pc:sldMk cId="2533192149" sldId="727"/>
        </pc:sldMkLst>
      </pc:sldChg>
      <pc:sldChg chg="del">
        <pc:chgData name="Soumita Sengupta" userId="4afa6ce1-cb01-46c2-8538-4650222f0c96" providerId="ADAL" clId="{B0AE7DB9-0830-4674-80CF-8FE714AF9B7B}" dt="2021-05-31T11:20:56.944" v="18" actId="47"/>
        <pc:sldMkLst>
          <pc:docMk/>
          <pc:sldMk cId="267288945" sldId="728"/>
        </pc:sldMkLst>
      </pc:sldChg>
      <pc:sldChg chg="del">
        <pc:chgData name="Soumita Sengupta" userId="4afa6ce1-cb01-46c2-8538-4650222f0c96" providerId="ADAL" clId="{B0AE7DB9-0830-4674-80CF-8FE714AF9B7B}" dt="2021-05-31T11:20:56.042" v="16" actId="47"/>
        <pc:sldMkLst>
          <pc:docMk/>
          <pc:sldMk cId="1657360727" sldId="729"/>
        </pc:sldMkLst>
      </pc:sldChg>
      <pc:sldChg chg="del">
        <pc:chgData name="Soumita Sengupta" userId="4afa6ce1-cb01-46c2-8538-4650222f0c96" providerId="ADAL" clId="{B0AE7DB9-0830-4674-80CF-8FE714AF9B7B}" dt="2021-05-31T11:20:43.059" v="12" actId="47"/>
        <pc:sldMkLst>
          <pc:docMk/>
          <pc:sldMk cId="452156479" sldId="736"/>
        </pc:sldMkLst>
      </pc:sldChg>
      <pc:sldChg chg="del">
        <pc:chgData name="Soumita Sengupta" userId="4afa6ce1-cb01-46c2-8538-4650222f0c96" providerId="ADAL" clId="{B0AE7DB9-0830-4674-80CF-8FE714AF9B7B}" dt="2021-05-31T11:23:02.375" v="150" actId="47"/>
        <pc:sldMkLst>
          <pc:docMk/>
          <pc:sldMk cId="1013292222" sldId="737"/>
        </pc:sldMkLst>
      </pc:sldChg>
      <pc:sldChg chg="del">
        <pc:chgData name="Soumita Sengupta" userId="4afa6ce1-cb01-46c2-8538-4650222f0c96" providerId="ADAL" clId="{B0AE7DB9-0830-4674-80CF-8FE714AF9B7B}" dt="2021-05-31T11:20:58.062" v="19" actId="47"/>
        <pc:sldMkLst>
          <pc:docMk/>
          <pc:sldMk cId="481063857" sldId="738"/>
        </pc:sldMkLst>
      </pc:sldChg>
      <pc:sldChg chg="del">
        <pc:chgData name="Soumita Sengupta" userId="4afa6ce1-cb01-46c2-8538-4650222f0c96" providerId="ADAL" clId="{B0AE7DB9-0830-4674-80CF-8FE714AF9B7B}" dt="2021-05-31T11:20:59.783" v="24" actId="47"/>
        <pc:sldMkLst>
          <pc:docMk/>
          <pc:sldMk cId="1233064520" sldId="739"/>
        </pc:sldMkLst>
      </pc:sldChg>
      <pc:sldChg chg="del">
        <pc:chgData name="Soumita Sengupta" userId="4afa6ce1-cb01-46c2-8538-4650222f0c96" providerId="ADAL" clId="{B0AE7DB9-0830-4674-80CF-8FE714AF9B7B}" dt="2021-05-31T11:21:07.991" v="56" actId="47"/>
        <pc:sldMkLst>
          <pc:docMk/>
          <pc:sldMk cId="506531162" sldId="786"/>
        </pc:sldMkLst>
      </pc:sldChg>
      <pc:sldChg chg="del">
        <pc:chgData name="Soumita Sengupta" userId="4afa6ce1-cb01-46c2-8538-4650222f0c96" providerId="ADAL" clId="{B0AE7DB9-0830-4674-80CF-8FE714AF9B7B}" dt="2021-05-31T11:21:11.985" v="73" actId="47"/>
        <pc:sldMkLst>
          <pc:docMk/>
          <pc:sldMk cId="1187423674" sldId="788"/>
        </pc:sldMkLst>
      </pc:sldChg>
      <pc:sldChg chg="del">
        <pc:chgData name="Soumita Sengupta" userId="4afa6ce1-cb01-46c2-8538-4650222f0c96" providerId="ADAL" clId="{B0AE7DB9-0830-4674-80CF-8FE714AF9B7B}" dt="2021-05-31T11:21:12.617" v="76" actId="47"/>
        <pc:sldMkLst>
          <pc:docMk/>
          <pc:sldMk cId="2446929124" sldId="789"/>
        </pc:sldMkLst>
      </pc:sldChg>
      <pc:sldChg chg="del">
        <pc:chgData name="Soumita Sengupta" userId="4afa6ce1-cb01-46c2-8538-4650222f0c96" providerId="ADAL" clId="{B0AE7DB9-0830-4674-80CF-8FE714AF9B7B}" dt="2021-05-31T11:21:13.419" v="79" actId="47"/>
        <pc:sldMkLst>
          <pc:docMk/>
          <pc:sldMk cId="3045271607" sldId="794"/>
        </pc:sldMkLst>
      </pc:sldChg>
      <pc:sldChg chg="del">
        <pc:chgData name="Soumita Sengupta" userId="4afa6ce1-cb01-46c2-8538-4650222f0c96" providerId="ADAL" clId="{B0AE7DB9-0830-4674-80CF-8FE714AF9B7B}" dt="2021-05-31T11:21:15.279" v="87" actId="47"/>
        <pc:sldMkLst>
          <pc:docMk/>
          <pc:sldMk cId="2268596285" sldId="796"/>
        </pc:sldMkLst>
      </pc:sldChg>
      <pc:sldChg chg="del">
        <pc:chgData name="Soumita Sengupta" userId="4afa6ce1-cb01-46c2-8538-4650222f0c96" providerId="ADAL" clId="{B0AE7DB9-0830-4674-80CF-8FE714AF9B7B}" dt="2021-05-31T11:21:29.944" v="145" actId="47"/>
        <pc:sldMkLst>
          <pc:docMk/>
          <pc:sldMk cId="575536835" sldId="803"/>
        </pc:sldMkLst>
      </pc:sldChg>
      <pc:sldChg chg="del">
        <pc:chgData name="Soumita Sengupta" userId="4afa6ce1-cb01-46c2-8538-4650222f0c96" providerId="ADAL" clId="{B0AE7DB9-0830-4674-80CF-8FE714AF9B7B}" dt="2021-05-31T11:23:27.463" v="200" actId="47"/>
        <pc:sldMkLst>
          <pc:docMk/>
          <pc:sldMk cId="3221674416" sldId="804"/>
        </pc:sldMkLst>
      </pc:sldChg>
      <pc:sldChg chg="del">
        <pc:chgData name="Soumita Sengupta" userId="4afa6ce1-cb01-46c2-8538-4650222f0c96" providerId="ADAL" clId="{B0AE7DB9-0830-4674-80CF-8FE714AF9B7B}" dt="2021-05-31T11:23:28.967" v="203" actId="47"/>
        <pc:sldMkLst>
          <pc:docMk/>
          <pc:sldMk cId="87442308" sldId="805"/>
        </pc:sldMkLst>
      </pc:sldChg>
      <pc:sldChg chg="del">
        <pc:chgData name="Soumita Sengupta" userId="4afa6ce1-cb01-46c2-8538-4650222f0c96" providerId="ADAL" clId="{B0AE7DB9-0830-4674-80CF-8FE714AF9B7B}" dt="2021-05-31T11:21:24.332" v="122" actId="47"/>
        <pc:sldMkLst>
          <pc:docMk/>
          <pc:sldMk cId="2726919898" sldId="808"/>
        </pc:sldMkLst>
      </pc:sldChg>
      <pc:sldChg chg="del">
        <pc:chgData name="Soumita Sengupta" userId="4afa6ce1-cb01-46c2-8538-4650222f0c96" providerId="ADAL" clId="{B0AE7DB9-0830-4674-80CF-8FE714AF9B7B}" dt="2021-05-31T11:21:24.585" v="123" actId="47"/>
        <pc:sldMkLst>
          <pc:docMk/>
          <pc:sldMk cId="3656546334" sldId="809"/>
        </pc:sldMkLst>
      </pc:sldChg>
      <pc:sldChg chg="del">
        <pc:chgData name="Soumita Sengupta" userId="4afa6ce1-cb01-46c2-8538-4650222f0c96" providerId="ADAL" clId="{B0AE7DB9-0830-4674-80CF-8FE714AF9B7B}" dt="2021-05-31T11:21:24.786" v="124" actId="47"/>
        <pc:sldMkLst>
          <pc:docMk/>
          <pc:sldMk cId="3895102673" sldId="810"/>
        </pc:sldMkLst>
      </pc:sldChg>
      <pc:sldChg chg="del">
        <pc:chgData name="Soumita Sengupta" userId="4afa6ce1-cb01-46c2-8538-4650222f0c96" providerId="ADAL" clId="{B0AE7DB9-0830-4674-80CF-8FE714AF9B7B}" dt="2021-05-31T11:21:24.901" v="125" actId="47"/>
        <pc:sldMkLst>
          <pc:docMk/>
          <pc:sldMk cId="2442620785" sldId="811"/>
        </pc:sldMkLst>
      </pc:sldChg>
      <pc:sldChg chg="del">
        <pc:chgData name="Soumita Sengupta" userId="4afa6ce1-cb01-46c2-8538-4650222f0c96" providerId="ADAL" clId="{B0AE7DB9-0830-4674-80CF-8FE714AF9B7B}" dt="2021-05-31T11:23:13.120" v="174" actId="47"/>
        <pc:sldMkLst>
          <pc:docMk/>
          <pc:sldMk cId="1600615961" sldId="822"/>
        </pc:sldMkLst>
      </pc:sldChg>
      <pc:sldChg chg="del">
        <pc:chgData name="Soumita Sengupta" userId="4afa6ce1-cb01-46c2-8538-4650222f0c96" providerId="ADAL" clId="{B0AE7DB9-0830-4674-80CF-8FE714AF9B7B}" dt="2021-05-31T11:23:25.503" v="197" actId="47"/>
        <pc:sldMkLst>
          <pc:docMk/>
          <pc:sldMk cId="646275432" sldId="823"/>
        </pc:sldMkLst>
      </pc:sldChg>
      <pc:sldChg chg="del">
        <pc:chgData name="Soumita Sengupta" userId="4afa6ce1-cb01-46c2-8538-4650222f0c96" providerId="ADAL" clId="{B0AE7DB9-0830-4674-80CF-8FE714AF9B7B}" dt="2021-05-31T11:23:35.917" v="219" actId="47"/>
        <pc:sldMkLst>
          <pc:docMk/>
          <pc:sldMk cId="609144779" sldId="824"/>
        </pc:sldMkLst>
      </pc:sldChg>
      <pc:sldChg chg="del">
        <pc:chgData name="Soumita Sengupta" userId="4afa6ce1-cb01-46c2-8538-4650222f0c96" providerId="ADAL" clId="{B0AE7DB9-0830-4674-80CF-8FE714AF9B7B}" dt="2021-05-31T11:23:22.450" v="192" actId="47"/>
        <pc:sldMkLst>
          <pc:docMk/>
          <pc:sldMk cId="2061984971" sldId="826"/>
        </pc:sldMkLst>
      </pc:sldChg>
      <pc:sldChg chg="del">
        <pc:chgData name="Soumita Sengupta" userId="4afa6ce1-cb01-46c2-8538-4650222f0c96" providerId="ADAL" clId="{B0AE7DB9-0830-4674-80CF-8FE714AF9B7B}" dt="2021-05-31T11:23:23.715" v="194" actId="47"/>
        <pc:sldMkLst>
          <pc:docMk/>
          <pc:sldMk cId="2916609019" sldId="827"/>
        </pc:sldMkLst>
      </pc:sldChg>
      <pc:sldChg chg="del">
        <pc:chgData name="Soumita Sengupta" userId="4afa6ce1-cb01-46c2-8538-4650222f0c96" providerId="ADAL" clId="{B0AE7DB9-0830-4674-80CF-8FE714AF9B7B}" dt="2021-05-31T11:23:24.169" v="195" actId="47"/>
        <pc:sldMkLst>
          <pc:docMk/>
          <pc:sldMk cId="3965900230" sldId="828"/>
        </pc:sldMkLst>
      </pc:sldChg>
      <pc:sldChg chg="del">
        <pc:chgData name="Soumita Sengupta" userId="4afa6ce1-cb01-46c2-8538-4650222f0c96" providerId="ADAL" clId="{B0AE7DB9-0830-4674-80CF-8FE714AF9B7B}" dt="2021-05-31T11:23:24.986" v="196" actId="47"/>
        <pc:sldMkLst>
          <pc:docMk/>
          <pc:sldMk cId="860800460" sldId="829"/>
        </pc:sldMkLst>
      </pc:sldChg>
      <pc:sldChg chg="del">
        <pc:chgData name="Soumita Sengupta" userId="4afa6ce1-cb01-46c2-8538-4650222f0c96" providerId="ADAL" clId="{B0AE7DB9-0830-4674-80CF-8FE714AF9B7B}" dt="2021-05-31T11:21:25.433" v="127" actId="47"/>
        <pc:sldMkLst>
          <pc:docMk/>
          <pc:sldMk cId="1968607313" sldId="833"/>
        </pc:sldMkLst>
      </pc:sldChg>
      <pc:sldChg chg="del">
        <pc:chgData name="Soumita Sengupta" userId="4afa6ce1-cb01-46c2-8538-4650222f0c96" providerId="ADAL" clId="{B0AE7DB9-0830-4674-80CF-8FE714AF9B7B}" dt="2021-05-31T11:21:25.649" v="128" actId="47"/>
        <pc:sldMkLst>
          <pc:docMk/>
          <pc:sldMk cId="3495316257" sldId="834"/>
        </pc:sldMkLst>
      </pc:sldChg>
      <pc:sldChg chg="del">
        <pc:chgData name="Soumita Sengupta" userId="4afa6ce1-cb01-46c2-8538-4650222f0c96" providerId="ADAL" clId="{B0AE7DB9-0830-4674-80CF-8FE714AF9B7B}" dt="2021-05-31T11:21:25.865" v="129" actId="47"/>
        <pc:sldMkLst>
          <pc:docMk/>
          <pc:sldMk cId="3157366253" sldId="835"/>
        </pc:sldMkLst>
      </pc:sldChg>
      <pc:sldChg chg="del">
        <pc:chgData name="Soumita Sengupta" userId="4afa6ce1-cb01-46c2-8538-4650222f0c96" providerId="ADAL" clId="{B0AE7DB9-0830-4674-80CF-8FE714AF9B7B}" dt="2021-05-31T11:21:26.466" v="131" actId="47"/>
        <pc:sldMkLst>
          <pc:docMk/>
          <pc:sldMk cId="116401671" sldId="837"/>
        </pc:sldMkLst>
      </pc:sldChg>
      <pc:sldChg chg="del">
        <pc:chgData name="Soumita Sengupta" userId="4afa6ce1-cb01-46c2-8538-4650222f0c96" providerId="ADAL" clId="{B0AE7DB9-0830-4674-80CF-8FE714AF9B7B}" dt="2021-05-31T11:21:26.650" v="132" actId="47"/>
        <pc:sldMkLst>
          <pc:docMk/>
          <pc:sldMk cId="2218938682" sldId="838"/>
        </pc:sldMkLst>
      </pc:sldChg>
      <pc:sldChg chg="del">
        <pc:chgData name="Soumita Sengupta" userId="4afa6ce1-cb01-46c2-8538-4650222f0c96" providerId="ADAL" clId="{B0AE7DB9-0830-4674-80CF-8FE714AF9B7B}" dt="2021-05-31T11:21:26.867" v="133" actId="47"/>
        <pc:sldMkLst>
          <pc:docMk/>
          <pc:sldMk cId="3790829099" sldId="839"/>
        </pc:sldMkLst>
      </pc:sldChg>
      <pc:sldChg chg="del">
        <pc:chgData name="Soumita Sengupta" userId="4afa6ce1-cb01-46c2-8538-4650222f0c96" providerId="ADAL" clId="{B0AE7DB9-0830-4674-80CF-8FE714AF9B7B}" dt="2021-05-31T11:21:27.052" v="134" actId="47"/>
        <pc:sldMkLst>
          <pc:docMk/>
          <pc:sldMk cId="137161310" sldId="840"/>
        </pc:sldMkLst>
      </pc:sldChg>
      <pc:sldChg chg="del">
        <pc:chgData name="Soumita Sengupta" userId="4afa6ce1-cb01-46c2-8538-4650222f0c96" providerId="ADAL" clId="{B0AE7DB9-0830-4674-80CF-8FE714AF9B7B}" dt="2021-05-31T11:21:27.237" v="135" actId="47"/>
        <pc:sldMkLst>
          <pc:docMk/>
          <pc:sldMk cId="2895645912" sldId="841"/>
        </pc:sldMkLst>
      </pc:sldChg>
      <pc:sldChg chg="del">
        <pc:chgData name="Soumita Sengupta" userId="4afa6ce1-cb01-46c2-8538-4650222f0c96" providerId="ADAL" clId="{B0AE7DB9-0830-4674-80CF-8FE714AF9B7B}" dt="2021-05-31T11:21:27.422" v="136" actId="47"/>
        <pc:sldMkLst>
          <pc:docMk/>
          <pc:sldMk cId="3451605243" sldId="842"/>
        </pc:sldMkLst>
      </pc:sldChg>
      <pc:sldChg chg="del">
        <pc:chgData name="Soumita Sengupta" userId="4afa6ce1-cb01-46c2-8538-4650222f0c96" providerId="ADAL" clId="{B0AE7DB9-0830-4674-80CF-8FE714AF9B7B}" dt="2021-05-31T11:21:27.607" v="137" actId="47"/>
        <pc:sldMkLst>
          <pc:docMk/>
          <pc:sldMk cId="3520553567" sldId="843"/>
        </pc:sldMkLst>
      </pc:sldChg>
      <pc:sldChg chg="del">
        <pc:chgData name="Soumita Sengupta" userId="4afa6ce1-cb01-46c2-8538-4650222f0c96" providerId="ADAL" clId="{B0AE7DB9-0830-4674-80CF-8FE714AF9B7B}" dt="2021-05-31T11:23:21.395" v="190" actId="47"/>
        <pc:sldMkLst>
          <pc:docMk/>
          <pc:sldMk cId="739307135" sldId="845"/>
        </pc:sldMkLst>
      </pc:sldChg>
      <pc:sldChg chg="del">
        <pc:chgData name="Soumita Sengupta" userId="4afa6ce1-cb01-46c2-8538-4650222f0c96" providerId="ADAL" clId="{B0AE7DB9-0830-4674-80CF-8FE714AF9B7B}" dt="2021-05-31T11:23:20.446" v="188" actId="47"/>
        <pc:sldMkLst>
          <pc:docMk/>
          <pc:sldMk cId="2149126909" sldId="846"/>
        </pc:sldMkLst>
      </pc:sldChg>
      <pc:sldChg chg="del">
        <pc:chgData name="Soumita Sengupta" userId="4afa6ce1-cb01-46c2-8538-4650222f0c96" providerId="ADAL" clId="{B0AE7DB9-0830-4674-80CF-8FE714AF9B7B}" dt="2021-05-31T11:23:21.865" v="191" actId="47"/>
        <pc:sldMkLst>
          <pc:docMk/>
          <pc:sldMk cId="3396759169" sldId="847"/>
        </pc:sldMkLst>
      </pc:sldChg>
      <pc:sldChg chg="del">
        <pc:chgData name="Soumita Sengupta" userId="4afa6ce1-cb01-46c2-8538-4650222f0c96" providerId="ADAL" clId="{B0AE7DB9-0830-4674-80CF-8FE714AF9B7B}" dt="2021-05-31T11:23:22.898" v="193" actId="47"/>
        <pc:sldMkLst>
          <pc:docMk/>
          <pc:sldMk cId="2403941356" sldId="848"/>
        </pc:sldMkLst>
      </pc:sldChg>
      <pc:sldChg chg="del">
        <pc:chgData name="Soumita Sengupta" userId="4afa6ce1-cb01-46c2-8538-4650222f0c96" providerId="ADAL" clId="{B0AE7DB9-0830-4674-80CF-8FE714AF9B7B}" dt="2021-05-31T11:21:18.601" v="100" actId="47"/>
        <pc:sldMkLst>
          <pc:docMk/>
          <pc:sldMk cId="254607577" sldId="868"/>
        </pc:sldMkLst>
      </pc:sldChg>
      <pc:sldChg chg="del">
        <pc:chgData name="Soumita Sengupta" userId="4afa6ce1-cb01-46c2-8538-4650222f0c96" providerId="ADAL" clId="{B0AE7DB9-0830-4674-80CF-8FE714AF9B7B}" dt="2021-05-31T11:21:18.934" v="101" actId="47"/>
        <pc:sldMkLst>
          <pc:docMk/>
          <pc:sldMk cId="1693671457" sldId="869"/>
        </pc:sldMkLst>
      </pc:sldChg>
      <pc:sldChg chg="del">
        <pc:chgData name="Soumita Sengupta" userId="4afa6ce1-cb01-46c2-8538-4650222f0c96" providerId="ADAL" clId="{B0AE7DB9-0830-4674-80CF-8FE714AF9B7B}" dt="2021-05-31T11:21:19.187" v="102" actId="47"/>
        <pc:sldMkLst>
          <pc:docMk/>
          <pc:sldMk cId="2521651456" sldId="870"/>
        </pc:sldMkLst>
      </pc:sldChg>
      <pc:sldChg chg="del">
        <pc:chgData name="Soumita Sengupta" userId="4afa6ce1-cb01-46c2-8538-4650222f0c96" providerId="ADAL" clId="{B0AE7DB9-0830-4674-80CF-8FE714AF9B7B}" dt="2021-05-31T11:21:19.989" v="104" actId="47"/>
        <pc:sldMkLst>
          <pc:docMk/>
          <pc:sldMk cId="2056228496" sldId="872"/>
        </pc:sldMkLst>
      </pc:sldChg>
      <pc:sldChg chg="del">
        <pc:chgData name="Soumita Sengupta" userId="4afa6ce1-cb01-46c2-8538-4650222f0c96" providerId="ADAL" clId="{B0AE7DB9-0830-4674-80CF-8FE714AF9B7B}" dt="2021-05-31T11:21:20.320" v="105" actId="47"/>
        <pc:sldMkLst>
          <pc:docMk/>
          <pc:sldMk cId="2816898881" sldId="873"/>
        </pc:sldMkLst>
      </pc:sldChg>
      <pc:sldChg chg="del">
        <pc:chgData name="Soumita Sengupta" userId="4afa6ce1-cb01-46c2-8538-4650222f0c96" providerId="ADAL" clId="{B0AE7DB9-0830-4674-80CF-8FE714AF9B7B}" dt="2021-05-31T11:21:20.869" v="107" actId="47"/>
        <pc:sldMkLst>
          <pc:docMk/>
          <pc:sldMk cId="53408869" sldId="874"/>
        </pc:sldMkLst>
      </pc:sldChg>
      <pc:sldChg chg="del">
        <pc:chgData name="Soumita Sengupta" userId="4afa6ce1-cb01-46c2-8538-4650222f0c96" providerId="ADAL" clId="{B0AE7DB9-0830-4674-80CF-8FE714AF9B7B}" dt="2021-05-31T11:21:21.123" v="108" actId="47"/>
        <pc:sldMkLst>
          <pc:docMk/>
          <pc:sldMk cId="1332674554" sldId="875"/>
        </pc:sldMkLst>
      </pc:sldChg>
      <pc:sldChg chg="del">
        <pc:chgData name="Soumita Sengupta" userId="4afa6ce1-cb01-46c2-8538-4650222f0c96" providerId="ADAL" clId="{B0AE7DB9-0830-4674-80CF-8FE714AF9B7B}" dt="2021-05-31T11:23:37.762" v="221" actId="47"/>
        <pc:sldMkLst>
          <pc:docMk/>
          <pc:sldMk cId="202006007" sldId="879"/>
        </pc:sldMkLst>
      </pc:sldChg>
      <pc:sldChg chg="del">
        <pc:chgData name="Soumita Sengupta" userId="4afa6ce1-cb01-46c2-8538-4650222f0c96" providerId="ADAL" clId="{B0AE7DB9-0830-4674-80CF-8FE714AF9B7B}" dt="2021-05-31T11:21:06.789" v="53" actId="47"/>
        <pc:sldMkLst>
          <pc:docMk/>
          <pc:sldMk cId="1639061617" sldId="880"/>
        </pc:sldMkLst>
      </pc:sldChg>
      <pc:sldChg chg="del">
        <pc:chgData name="Soumita Sengupta" userId="4afa6ce1-cb01-46c2-8538-4650222f0c96" providerId="ADAL" clId="{B0AE7DB9-0830-4674-80CF-8FE714AF9B7B}" dt="2021-05-31T11:21:09.342" v="61" actId="47"/>
        <pc:sldMkLst>
          <pc:docMk/>
          <pc:sldMk cId="2139875260" sldId="881"/>
        </pc:sldMkLst>
      </pc:sldChg>
      <pc:sldChg chg="del">
        <pc:chgData name="Soumita Sengupta" userId="4afa6ce1-cb01-46c2-8538-4650222f0c96" providerId="ADAL" clId="{B0AE7DB9-0830-4674-80CF-8FE714AF9B7B}" dt="2021-05-31T11:21:09.828" v="63" actId="47"/>
        <pc:sldMkLst>
          <pc:docMk/>
          <pc:sldMk cId="4074590590" sldId="882"/>
        </pc:sldMkLst>
      </pc:sldChg>
      <pc:sldChg chg="del">
        <pc:chgData name="Soumita Sengupta" userId="4afa6ce1-cb01-46c2-8538-4650222f0c96" providerId="ADAL" clId="{B0AE7DB9-0830-4674-80CF-8FE714AF9B7B}" dt="2021-05-31T11:21:10.283" v="65" actId="47"/>
        <pc:sldMkLst>
          <pc:docMk/>
          <pc:sldMk cId="2047864383" sldId="883"/>
        </pc:sldMkLst>
      </pc:sldChg>
      <pc:sldChg chg="del">
        <pc:chgData name="Soumita Sengupta" userId="4afa6ce1-cb01-46c2-8538-4650222f0c96" providerId="ADAL" clId="{B0AE7DB9-0830-4674-80CF-8FE714AF9B7B}" dt="2021-05-31T11:21:10.568" v="66" actId="47"/>
        <pc:sldMkLst>
          <pc:docMk/>
          <pc:sldMk cId="3568281701" sldId="884"/>
        </pc:sldMkLst>
      </pc:sldChg>
      <pc:sldChg chg="del">
        <pc:chgData name="Soumita Sengupta" userId="4afa6ce1-cb01-46c2-8538-4650222f0c96" providerId="ADAL" clId="{B0AE7DB9-0830-4674-80CF-8FE714AF9B7B}" dt="2021-05-31T11:21:10.783" v="67" actId="47"/>
        <pc:sldMkLst>
          <pc:docMk/>
          <pc:sldMk cId="3658751047" sldId="885"/>
        </pc:sldMkLst>
      </pc:sldChg>
      <pc:sldChg chg="del">
        <pc:chgData name="Soumita Sengupta" userId="4afa6ce1-cb01-46c2-8538-4650222f0c96" providerId="ADAL" clId="{B0AE7DB9-0830-4674-80CF-8FE714AF9B7B}" dt="2021-05-31T11:21:10.984" v="68" actId="47"/>
        <pc:sldMkLst>
          <pc:docMk/>
          <pc:sldMk cId="225487929" sldId="886"/>
        </pc:sldMkLst>
      </pc:sldChg>
      <pc:sldChg chg="del">
        <pc:chgData name="Soumita Sengupta" userId="4afa6ce1-cb01-46c2-8538-4650222f0c96" providerId="ADAL" clId="{B0AE7DB9-0830-4674-80CF-8FE714AF9B7B}" dt="2021-05-31T11:21:11.199" v="69" actId="47"/>
        <pc:sldMkLst>
          <pc:docMk/>
          <pc:sldMk cId="1268566176" sldId="887"/>
        </pc:sldMkLst>
      </pc:sldChg>
      <pc:sldChg chg="del">
        <pc:chgData name="Soumita Sengupta" userId="4afa6ce1-cb01-46c2-8538-4650222f0c96" providerId="ADAL" clId="{B0AE7DB9-0830-4674-80CF-8FE714AF9B7B}" dt="2021-05-31T11:21:13.072" v="78" actId="47"/>
        <pc:sldMkLst>
          <pc:docMk/>
          <pc:sldMk cId="2151746763" sldId="888"/>
        </pc:sldMkLst>
      </pc:sldChg>
      <pc:sldChg chg="del">
        <pc:chgData name="Soumita Sengupta" userId="4afa6ce1-cb01-46c2-8538-4650222f0c96" providerId="ADAL" clId="{B0AE7DB9-0830-4674-80CF-8FE714AF9B7B}" dt="2021-05-31T11:21:13.673" v="80" actId="47"/>
        <pc:sldMkLst>
          <pc:docMk/>
          <pc:sldMk cId="2990392643" sldId="889"/>
        </pc:sldMkLst>
      </pc:sldChg>
      <pc:sldChg chg="del">
        <pc:chgData name="Soumita Sengupta" userId="4afa6ce1-cb01-46c2-8538-4650222f0c96" providerId="ADAL" clId="{B0AE7DB9-0830-4674-80CF-8FE714AF9B7B}" dt="2021-05-31T11:21:13.889" v="81" actId="47"/>
        <pc:sldMkLst>
          <pc:docMk/>
          <pc:sldMk cId="4152093735" sldId="890"/>
        </pc:sldMkLst>
      </pc:sldChg>
      <pc:sldChg chg="del">
        <pc:chgData name="Soumita Sengupta" userId="4afa6ce1-cb01-46c2-8538-4650222f0c96" providerId="ADAL" clId="{B0AE7DB9-0830-4674-80CF-8FE714AF9B7B}" dt="2021-05-31T11:21:16.566" v="93" actId="47"/>
        <pc:sldMkLst>
          <pc:docMk/>
          <pc:sldMk cId="3419036602" sldId="891"/>
        </pc:sldMkLst>
      </pc:sldChg>
      <pc:sldChg chg="del">
        <pc:chgData name="Soumita Sengupta" userId="4afa6ce1-cb01-46c2-8538-4650222f0c96" providerId="ADAL" clId="{B0AE7DB9-0830-4674-80CF-8FE714AF9B7B}" dt="2021-05-31T11:21:16.744" v="94" actId="47"/>
        <pc:sldMkLst>
          <pc:docMk/>
          <pc:sldMk cId="2610132345" sldId="892"/>
        </pc:sldMkLst>
      </pc:sldChg>
      <pc:sldChg chg="del">
        <pc:chgData name="Soumita Sengupta" userId="4afa6ce1-cb01-46c2-8538-4650222f0c96" providerId="ADAL" clId="{B0AE7DB9-0830-4674-80CF-8FE714AF9B7B}" dt="2021-05-31T11:21:16.945" v="95" actId="47"/>
        <pc:sldMkLst>
          <pc:docMk/>
          <pc:sldMk cId="44910485" sldId="893"/>
        </pc:sldMkLst>
      </pc:sldChg>
      <pc:sldChg chg="del">
        <pc:chgData name="Soumita Sengupta" userId="4afa6ce1-cb01-46c2-8538-4650222f0c96" providerId="ADAL" clId="{B0AE7DB9-0830-4674-80CF-8FE714AF9B7B}" dt="2021-05-31T11:21:17.167" v="96" actId="47"/>
        <pc:sldMkLst>
          <pc:docMk/>
          <pc:sldMk cId="3136716027" sldId="894"/>
        </pc:sldMkLst>
      </pc:sldChg>
      <pc:sldChg chg="del">
        <pc:chgData name="Soumita Sengupta" userId="4afa6ce1-cb01-46c2-8538-4650222f0c96" providerId="ADAL" clId="{B0AE7DB9-0830-4674-80CF-8FE714AF9B7B}" dt="2021-05-31T11:21:20.606" v="106" actId="47"/>
        <pc:sldMkLst>
          <pc:docMk/>
          <pc:sldMk cId="1567628064" sldId="895"/>
        </pc:sldMkLst>
      </pc:sldChg>
      <pc:sldChg chg="del">
        <pc:chgData name="Soumita Sengupta" userId="4afa6ce1-cb01-46c2-8538-4650222f0c96" providerId="ADAL" clId="{B0AE7DB9-0830-4674-80CF-8FE714AF9B7B}" dt="2021-05-31T11:21:22.527" v="114" actId="47"/>
        <pc:sldMkLst>
          <pc:docMk/>
          <pc:sldMk cId="3581655586" sldId="897"/>
        </pc:sldMkLst>
      </pc:sldChg>
      <pc:sldChg chg="del">
        <pc:chgData name="Soumita Sengupta" userId="4afa6ce1-cb01-46c2-8538-4650222f0c96" providerId="ADAL" clId="{B0AE7DB9-0830-4674-80CF-8FE714AF9B7B}" dt="2021-05-31T11:21:22.781" v="115" actId="47"/>
        <pc:sldMkLst>
          <pc:docMk/>
          <pc:sldMk cId="2881927986" sldId="898"/>
        </pc:sldMkLst>
      </pc:sldChg>
      <pc:sldChg chg="del">
        <pc:chgData name="Soumita Sengupta" userId="4afa6ce1-cb01-46c2-8538-4650222f0c96" providerId="ADAL" clId="{B0AE7DB9-0830-4674-80CF-8FE714AF9B7B}" dt="2021-05-31T11:21:23.684" v="119" actId="47"/>
        <pc:sldMkLst>
          <pc:docMk/>
          <pc:sldMk cId="2274002417" sldId="900"/>
        </pc:sldMkLst>
      </pc:sldChg>
      <pc:sldChg chg="del">
        <pc:chgData name="Soumita Sengupta" userId="4afa6ce1-cb01-46c2-8538-4650222f0c96" providerId="ADAL" clId="{B0AE7DB9-0830-4674-80CF-8FE714AF9B7B}" dt="2021-05-31T11:21:26.281" v="130" actId="47"/>
        <pc:sldMkLst>
          <pc:docMk/>
          <pc:sldMk cId="764318788" sldId="902"/>
        </pc:sldMkLst>
      </pc:sldChg>
      <pc:sldChg chg="del">
        <pc:chgData name="Soumita Sengupta" userId="4afa6ce1-cb01-46c2-8538-4650222f0c96" providerId="ADAL" clId="{B0AE7DB9-0830-4674-80CF-8FE714AF9B7B}" dt="2021-05-31T11:21:28.455" v="141" actId="47"/>
        <pc:sldMkLst>
          <pc:docMk/>
          <pc:sldMk cId="1489738380" sldId="903"/>
        </pc:sldMkLst>
      </pc:sldChg>
      <pc:sldChg chg="del">
        <pc:chgData name="Soumita Sengupta" userId="4afa6ce1-cb01-46c2-8538-4650222f0c96" providerId="ADAL" clId="{B0AE7DB9-0830-4674-80CF-8FE714AF9B7B}" dt="2021-05-31T11:21:28.687" v="142" actId="47"/>
        <pc:sldMkLst>
          <pc:docMk/>
          <pc:sldMk cId="3148603224" sldId="904"/>
        </pc:sldMkLst>
      </pc:sldChg>
      <pc:sldChg chg="del">
        <pc:chgData name="Soumita Sengupta" userId="4afa6ce1-cb01-46c2-8538-4650222f0c96" providerId="ADAL" clId="{B0AE7DB9-0830-4674-80CF-8FE714AF9B7B}" dt="2021-05-31T11:23:03.895" v="153" actId="47"/>
        <pc:sldMkLst>
          <pc:docMk/>
          <pc:sldMk cId="1190720650" sldId="905"/>
        </pc:sldMkLst>
      </pc:sldChg>
      <pc:sldChg chg="del">
        <pc:chgData name="Soumita Sengupta" userId="4afa6ce1-cb01-46c2-8538-4650222f0c96" providerId="ADAL" clId="{B0AE7DB9-0830-4674-80CF-8FE714AF9B7B}" dt="2021-05-31T11:23:19.474" v="186" actId="47"/>
        <pc:sldMkLst>
          <pc:docMk/>
          <pc:sldMk cId="2516332578" sldId="906"/>
        </pc:sldMkLst>
      </pc:sldChg>
      <pc:sldChg chg="del">
        <pc:chgData name="Soumita Sengupta" userId="4afa6ce1-cb01-46c2-8538-4650222f0c96" providerId="ADAL" clId="{B0AE7DB9-0830-4674-80CF-8FE714AF9B7B}" dt="2021-05-31T11:23:20.932" v="189" actId="47"/>
        <pc:sldMkLst>
          <pc:docMk/>
          <pc:sldMk cId="2973615240" sldId="907"/>
        </pc:sldMkLst>
      </pc:sldChg>
      <pc:sldChg chg="del">
        <pc:chgData name="Soumita Sengupta" userId="4afa6ce1-cb01-46c2-8538-4650222f0c96" providerId="ADAL" clId="{B0AE7DB9-0830-4674-80CF-8FE714AF9B7B}" dt="2021-05-31T11:23:29.384" v="204" actId="47"/>
        <pc:sldMkLst>
          <pc:docMk/>
          <pc:sldMk cId="1602332024" sldId="908"/>
        </pc:sldMkLst>
      </pc:sldChg>
      <pc:sldChg chg="del">
        <pc:chgData name="Soumita Sengupta" userId="4afa6ce1-cb01-46c2-8538-4650222f0c96" providerId="ADAL" clId="{B0AE7DB9-0830-4674-80CF-8FE714AF9B7B}" dt="2021-05-31T11:23:29.870" v="205" actId="47"/>
        <pc:sldMkLst>
          <pc:docMk/>
          <pc:sldMk cId="2713866988" sldId="909"/>
        </pc:sldMkLst>
      </pc:sldChg>
      <pc:sldChg chg="del">
        <pc:chgData name="Soumita Sengupta" userId="4afa6ce1-cb01-46c2-8538-4650222f0c96" providerId="ADAL" clId="{B0AE7DB9-0830-4674-80CF-8FE714AF9B7B}" dt="2021-05-31T11:23:30.302" v="206" actId="47"/>
        <pc:sldMkLst>
          <pc:docMk/>
          <pc:sldMk cId="959984758" sldId="910"/>
        </pc:sldMkLst>
      </pc:sldChg>
      <pc:sldChg chg="del">
        <pc:chgData name="Soumita Sengupta" userId="4afa6ce1-cb01-46c2-8538-4650222f0c96" providerId="ADAL" clId="{B0AE7DB9-0830-4674-80CF-8FE714AF9B7B}" dt="2021-05-31T11:23:30.788" v="207" actId="47"/>
        <pc:sldMkLst>
          <pc:docMk/>
          <pc:sldMk cId="2701152022" sldId="911"/>
        </pc:sldMkLst>
      </pc:sldChg>
      <pc:sldChg chg="del">
        <pc:chgData name="Soumita Sengupta" userId="4afa6ce1-cb01-46c2-8538-4650222f0c96" providerId="ADAL" clId="{B0AE7DB9-0830-4674-80CF-8FE714AF9B7B}" dt="2021-05-31T11:23:32.293" v="210" actId="47"/>
        <pc:sldMkLst>
          <pc:docMk/>
          <pc:sldMk cId="7820174" sldId="912"/>
        </pc:sldMkLst>
      </pc:sldChg>
      <pc:sldChg chg="del">
        <pc:chgData name="Soumita Sengupta" userId="4afa6ce1-cb01-46c2-8538-4650222f0c96" providerId="ADAL" clId="{B0AE7DB9-0830-4674-80CF-8FE714AF9B7B}" dt="2021-05-31T11:23:16.452" v="180" actId="47"/>
        <pc:sldMkLst>
          <pc:docMk/>
          <pc:sldMk cId="2358187163" sldId="913"/>
        </pc:sldMkLst>
      </pc:sldChg>
      <pc:sldChg chg="del">
        <pc:chgData name="Soumita Sengupta" userId="4afa6ce1-cb01-46c2-8538-4650222f0c96" providerId="ADAL" clId="{B0AE7DB9-0830-4674-80CF-8FE714AF9B7B}" dt="2021-05-31T11:23:16.931" v="181" actId="47"/>
        <pc:sldMkLst>
          <pc:docMk/>
          <pc:sldMk cId="1544824064" sldId="914"/>
        </pc:sldMkLst>
      </pc:sldChg>
      <pc:sldChg chg="del">
        <pc:chgData name="Soumita Sengupta" userId="4afa6ce1-cb01-46c2-8538-4650222f0c96" providerId="ADAL" clId="{B0AE7DB9-0830-4674-80CF-8FE714AF9B7B}" dt="2021-05-31T11:23:17.433" v="182" actId="47"/>
        <pc:sldMkLst>
          <pc:docMk/>
          <pc:sldMk cId="3465040682" sldId="915"/>
        </pc:sldMkLst>
      </pc:sldChg>
      <pc:sldChg chg="del">
        <pc:chgData name="Soumita Sengupta" userId="4afa6ce1-cb01-46c2-8538-4650222f0c96" providerId="ADAL" clId="{B0AE7DB9-0830-4674-80CF-8FE714AF9B7B}" dt="2021-05-31T11:23:17.902" v="183" actId="47"/>
        <pc:sldMkLst>
          <pc:docMk/>
          <pc:sldMk cId="3794074273" sldId="916"/>
        </pc:sldMkLst>
      </pc:sldChg>
      <pc:sldChg chg="del">
        <pc:chgData name="Soumita Sengupta" userId="4afa6ce1-cb01-46c2-8538-4650222f0c96" providerId="ADAL" clId="{B0AE7DB9-0830-4674-80CF-8FE714AF9B7B}" dt="2021-05-31T11:23:18.435" v="184" actId="47"/>
        <pc:sldMkLst>
          <pc:docMk/>
          <pc:sldMk cId="187595524" sldId="917"/>
        </pc:sldMkLst>
      </pc:sldChg>
      <pc:sldChg chg="del">
        <pc:chgData name="Soumita Sengupta" userId="4afa6ce1-cb01-46c2-8538-4650222f0c96" providerId="ADAL" clId="{B0AE7DB9-0830-4674-80CF-8FE714AF9B7B}" dt="2021-05-31T11:23:10.799" v="170" actId="47"/>
        <pc:sldMkLst>
          <pc:docMk/>
          <pc:sldMk cId="2852893372" sldId="918"/>
        </pc:sldMkLst>
      </pc:sldChg>
      <pc:sldChg chg="del">
        <pc:chgData name="Soumita Sengupta" userId="4afa6ce1-cb01-46c2-8538-4650222f0c96" providerId="ADAL" clId="{B0AE7DB9-0830-4674-80CF-8FE714AF9B7B}" dt="2021-05-31T11:23:08.893" v="165" actId="47"/>
        <pc:sldMkLst>
          <pc:docMk/>
          <pc:sldMk cId="2759954250" sldId="919"/>
        </pc:sldMkLst>
      </pc:sldChg>
      <pc:sldChg chg="del">
        <pc:chgData name="Soumita Sengupta" userId="4afa6ce1-cb01-46c2-8538-4650222f0c96" providerId="ADAL" clId="{B0AE7DB9-0830-4674-80CF-8FE714AF9B7B}" dt="2021-05-31T11:21:00.385" v="26" actId="47"/>
        <pc:sldMkLst>
          <pc:docMk/>
          <pc:sldMk cId="3295062282" sldId="927"/>
        </pc:sldMkLst>
      </pc:sldChg>
      <pc:sldChg chg="del">
        <pc:chgData name="Soumita Sengupta" userId="4afa6ce1-cb01-46c2-8538-4650222f0c96" providerId="ADAL" clId="{B0AE7DB9-0830-4674-80CF-8FE714AF9B7B}" dt="2021-05-31T11:21:01.919" v="32" actId="47"/>
        <pc:sldMkLst>
          <pc:docMk/>
          <pc:sldMk cId="2217130885" sldId="928"/>
        </pc:sldMkLst>
      </pc:sldChg>
      <pc:sldChg chg="del">
        <pc:chgData name="Soumita Sengupta" userId="4afa6ce1-cb01-46c2-8538-4650222f0c96" providerId="ADAL" clId="{B0AE7DB9-0830-4674-80CF-8FE714AF9B7B}" dt="2021-05-31T11:21:04.981" v="45" actId="47"/>
        <pc:sldMkLst>
          <pc:docMk/>
          <pc:sldMk cId="1748012018" sldId="929"/>
        </pc:sldMkLst>
      </pc:sldChg>
      <pc:sldChg chg="del">
        <pc:chgData name="Soumita Sengupta" userId="4afa6ce1-cb01-46c2-8538-4650222f0c96" providerId="ADAL" clId="{B0AE7DB9-0830-4674-80CF-8FE714AF9B7B}" dt="2021-05-31T11:21:05.213" v="46" actId="47"/>
        <pc:sldMkLst>
          <pc:docMk/>
          <pc:sldMk cId="2923169041" sldId="930"/>
        </pc:sldMkLst>
      </pc:sldChg>
      <pc:sldChg chg="del">
        <pc:chgData name="Soumita Sengupta" userId="4afa6ce1-cb01-46c2-8538-4650222f0c96" providerId="ADAL" clId="{B0AE7DB9-0830-4674-80CF-8FE714AF9B7B}" dt="2021-05-31T11:21:05.582" v="48" actId="47"/>
        <pc:sldMkLst>
          <pc:docMk/>
          <pc:sldMk cId="1035846895" sldId="931"/>
        </pc:sldMkLst>
      </pc:sldChg>
      <pc:sldChg chg="del">
        <pc:chgData name="Soumita Sengupta" userId="4afa6ce1-cb01-46c2-8538-4650222f0c96" providerId="ADAL" clId="{B0AE7DB9-0830-4674-80CF-8FE714AF9B7B}" dt="2021-05-31T11:21:17.832" v="98" actId="47"/>
        <pc:sldMkLst>
          <pc:docMk/>
          <pc:sldMk cId="76057407" sldId="932"/>
        </pc:sldMkLst>
      </pc:sldChg>
      <pc:sldChg chg="del">
        <pc:chgData name="Soumita Sengupta" userId="4afa6ce1-cb01-46c2-8538-4650222f0c96" providerId="ADAL" clId="{B0AE7DB9-0830-4674-80CF-8FE714AF9B7B}" dt="2021-05-31T11:21:15.696" v="89" actId="47"/>
        <pc:sldMkLst>
          <pc:docMk/>
          <pc:sldMk cId="571070298" sldId="933"/>
        </pc:sldMkLst>
      </pc:sldChg>
      <pc:sldChg chg="del">
        <pc:chgData name="Soumita Sengupta" userId="4afa6ce1-cb01-46c2-8538-4650222f0c96" providerId="ADAL" clId="{B0AE7DB9-0830-4674-80CF-8FE714AF9B7B}" dt="2021-05-31T11:21:18.263" v="99" actId="47"/>
        <pc:sldMkLst>
          <pc:docMk/>
          <pc:sldMk cId="4227295208" sldId="934"/>
        </pc:sldMkLst>
      </pc:sldChg>
      <pc:sldChg chg="del">
        <pc:chgData name="Soumita Sengupta" userId="4afa6ce1-cb01-46c2-8538-4650222f0c96" providerId="ADAL" clId="{B0AE7DB9-0830-4674-80CF-8FE714AF9B7B}" dt="2021-05-31T11:21:19.651" v="103" actId="47"/>
        <pc:sldMkLst>
          <pc:docMk/>
          <pc:sldMk cId="714188267" sldId="935"/>
        </pc:sldMkLst>
      </pc:sldChg>
      <pc:sldChg chg="del">
        <pc:chgData name="Soumita Sengupta" userId="4afa6ce1-cb01-46c2-8538-4650222f0c96" providerId="ADAL" clId="{B0AE7DB9-0830-4674-80CF-8FE714AF9B7B}" dt="2021-05-31T11:21:21.340" v="109" actId="47"/>
        <pc:sldMkLst>
          <pc:docMk/>
          <pc:sldMk cId="3232398204" sldId="936"/>
        </pc:sldMkLst>
      </pc:sldChg>
      <pc:sldChg chg="del">
        <pc:chgData name="Soumita Sengupta" userId="4afa6ce1-cb01-46c2-8538-4650222f0c96" providerId="ADAL" clId="{B0AE7DB9-0830-4674-80CF-8FE714AF9B7B}" dt="2021-05-31T11:21:24.116" v="121" actId="47"/>
        <pc:sldMkLst>
          <pc:docMk/>
          <pc:sldMk cId="3642712085" sldId="937"/>
        </pc:sldMkLst>
      </pc:sldChg>
      <pc:sldChg chg="del">
        <pc:chgData name="Soumita Sengupta" userId="4afa6ce1-cb01-46c2-8538-4650222f0c96" providerId="ADAL" clId="{B0AE7DB9-0830-4674-80CF-8FE714AF9B7B}" dt="2021-05-31T11:21:25.180" v="126" actId="47"/>
        <pc:sldMkLst>
          <pc:docMk/>
          <pc:sldMk cId="7191770" sldId="938"/>
        </pc:sldMkLst>
      </pc:sldChg>
      <pc:sldChg chg="del">
        <pc:chgData name="Soumita Sengupta" userId="4afa6ce1-cb01-46c2-8538-4650222f0c96" providerId="ADAL" clId="{B0AE7DB9-0830-4674-80CF-8FE714AF9B7B}" dt="2021-05-31T11:21:27.784" v="138" actId="47"/>
        <pc:sldMkLst>
          <pc:docMk/>
          <pc:sldMk cId="1629828719" sldId="939"/>
        </pc:sldMkLst>
      </pc:sldChg>
      <pc:sldChg chg="del">
        <pc:chgData name="Soumita Sengupta" userId="4afa6ce1-cb01-46c2-8538-4650222f0c96" providerId="ADAL" clId="{B0AE7DB9-0830-4674-80CF-8FE714AF9B7B}" dt="2021-05-31T11:23:06.169" v="157" actId="47"/>
        <pc:sldMkLst>
          <pc:docMk/>
          <pc:sldMk cId="2290130803" sldId="940"/>
        </pc:sldMkLst>
      </pc:sldChg>
      <pc:sldChg chg="del">
        <pc:chgData name="Soumita Sengupta" userId="4afa6ce1-cb01-46c2-8538-4650222f0c96" providerId="ADAL" clId="{B0AE7DB9-0830-4674-80CF-8FE714AF9B7B}" dt="2021-05-31T11:23:11.803" v="171" actId="47"/>
        <pc:sldMkLst>
          <pc:docMk/>
          <pc:sldMk cId="2474761129" sldId="941"/>
        </pc:sldMkLst>
      </pc:sldChg>
      <pc:sldChg chg="del">
        <pc:chgData name="Soumita Sengupta" userId="4afa6ce1-cb01-46c2-8538-4650222f0c96" providerId="ADAL" clId="{B0AE7DB9-0830-4674-80CF-8FE714AF9B7B}" dt="2021-05-31T11:23:13.643" v="175" actId="47"/>
        <pc:sldMkLst>
          <pc:docMk/>
          <pc:sldMk cId="3331102589" sldId="942"/>
        </pc:sldMkLst>
      </pc:sldChg>
      <pc:sldChg chg="del">
        <pc:chgData name="Soumita Sengupta" userId="4afa6ce1-cb01-46c2-8538-4650222f0c96" providerId="ADAL" clId="{B0AE7DB9-0830-4674-80CF-8FE714AF9B7B}" dt="2021-05-31T11:23:26.592" v="198" actId="47"/>
        <pc:sldMkLst>
          <pc:docMk/>
          <pc:sldMk cId="1168179596" sldId="943"/>
        </pc:sldMkLst>
      </pc:sldChg>
      <pc:sldChg chg="del">
        <pc:chgData name="Soumita Sengupta" userId="4afa6ce1-cb01-46c2-8538-4650222f0c96" providerId="ADAL" clId="{B0AE7DB9-0830-4674-80CF-8FE714AF9B7B}" dt="2021-05-31T11:23:36.550" v="220" actId="47"/>
        <pc:sldMkLst>
          <pc:docMk/>
          <pc:sldMk cId="2402883476" sldId="944"/>
        </pc:sldMkLst>
      </pc:sldChg>
      <pc:sldChg chg="modSp add mod">
        <pc:chgData name="Soumita Sengupta" userId="4afa6ce1-cb01-46c2-8538-4650222f0c96" providerId="ADAL" clId="{B0AE7DB9-0830-4674-80CF-8FE714AF9B7B}" dt="2021-05-31T12:10:05.012" v="561" actId="20577"/>
        <pc:sldMkLst>
          <pc:docMk/>
          <pc:sldMk cId="2658743009" sldId="1320"/>
        </pc:sldMkLst>
        <pc:spChg chg="mod">
          <ac:chgData name="Soumita Sengupta" userId="4afa6ce1-cb01-46c2-8538-4650222f0c96" providerId="ADAL" clId="{B0AE7DB9-0830-4674-80CF-8FE714AF9B7B}" dt="2021-05-31T11:24:35.847" v="225" actId="255"/>
          <ac:spMkLst>
            <pc:docMk/>
            <pc:sldMk cId="2658743009" sldId="1320"/>
            <ac:spMk id="3" creationId="{0637C1A2-011F-49DB-90F2-9F5006489823}"/>
          </ac:spMkLst>
        </pc:spChg>
        <pc:graphicFrameChg chg="mod modGraphic">
          <ac:chgData name="Soumita Sengupta" userId="4afa6ce1-cb01-46c2-8538-4650222f0c96" providerId="ADAL" clId="{B0AE7DB9-0830-4674-80CF-8FE714AF9B7B}" dt="2021-05-31T12:10:05.012" v="561" actId="20577"/>
          <ac:graphicFrameMkLst>
            <pc:docMk/>
            <pc:sldMk cId="2658743009" sldId="1320"/>
            <ac:graphicFrameMk id="10" creationId="{00000000-0000-0000-0000-000000000000}"/>
          </ac:graphicFrameMkLst>
        </pc:graphicFrameChg>
      </pc:sldChg>
      <pc:sldMasterChg chg="delSldLayout">
        <pc:chgData name="Soumita Sengupta" userId="4afa6ce1-cb01-46c2-8538-4650222f0c96" providerId="ADAL" clId="{B0AE7DB9-0830-4674-80CF-8FE714AF9B7B}" dt="2021-05-31T11:21:27.237" v="135" actId="47"/>
        <pc:sldMasterMkLst>
          <pc:docMk/>
          <pc:sldMasterMk cId="1029875623" sldId="2147483678"/>
        </pc:sldMasterMkLst>
        <pc:sldLayoutChg chg="del">
          <pc:chgData name="Soumita Sengupta" userId="4afa6ce1-cb01-46c2-8538-4650222f0c96" providerId="ADAL" clId="{B0AE7DB9-0830-4674-80CF-8FE714AF9B7B}" dt="2021-05-31T11:21:27.237" v="135" actId="47"/>
          <pc:sldLayoutMkLst>
            <pc:docMk/>
            <pc:sldMasterMk cId="1029875623" sldId="2147483678"/>
            <pc:sldLayoutMk cId="2170229222" sldId="2147483718"/>
          </pc:sldLayoutMkLst>
        </pc:sldLayoutChg>
      </pc:sldMasterChg>
    </pc:docChg>
  </pc:docChgLst>
  <pc:docChgLst>
    <pc:chgData name="Soumita Sengupta" userId="4afa6ce1-cb01-46c2-8538-4650222f0c96" providerId="ADAL" clId="{EBCC04DE-33C6-4BF7-92A4-631C1E01E167}"/>
    <pc:docChg chg="undo custSel addSld delSld modSld">
      <pc:chgData name="Soumita Sengupta" userId="4afa6ce1-cb01-46c2-8538-4650222f0c96" providerId="ADAL" clId="{EBCC04DE-33C6-4BF7-92A4-631C1E01E167}" dt="2021-06-01T07:16:42.779" v="92" actId="207"/>
      <pc:docMkLst>
        <pc:docMk/>
      </pc:docMkLst>
      <pc:sldChg chg="del">
        <pc:chgData name="Soumita Sengupta" userId="4afa6ce1-cb01-46c2-8538-4650222f0c96" providerId="ADAL" clId="{EBCC04DE-33C6-4BF7-92A4-631C1E01E167}" dt="2021-06-01T06:51:49.751" v="2" actId="47"/>
        <pc:sldMkLst>
          <pc:docMk/>
          <pc:sldMk cId="3505707011" sldId="258"/>
        </pc:sldMkLst>
      </pc:sldChg>
      <pc:sldChg chg="modSp add mod">
        <pc:chgData name="Soumita Sengupta" userId="4afa6ce1-cb01-46c2-8538-4650222f0c96" providerId="ADAL" clId="{EBCC04DE-33C6-4BF7-92A4-631C1E01E167}" dt="2021-06-01T07:15:25.878" v="81" actId="207"/>
        <pc:sldMkLst>
          <pc:docMk/>
          <pc:sldMk cId="1022635140" sldId="259"/>
        </pc:sldMkLst>
        <pc:spChg chg="mod">
          <ac:chgData name="Soumita Sengupta" userId="4afa6ce1-cb01-46c2-8538-4650222f0c96" providerId="ADAL" clId="{EBCC04DE-33C6-4BF7-92A4-631C1E01E167}" dt="2021-06-01T07:05:19.111" v="26" actId="255"/>
          <ac:spMkLst>
            <pc:docMk/>
            <pc:sldMk cId="1022635140" sldId="259"/>
            <ac:spMk id="3" creationId="{00000000-0000-0000-0000-000000000000}"/>
          </ac:spMkLst>
        </pc:spChg>
        <pc:spChg chg="mod">
          <ac:chgData name="Soumita Sengupta" userId="4afa6ce1-cb01-46c2-8538-4650222f0c96" providerId="ADAL" clId="{EBCC04DE-33C6-4BF7-92A4-631C1E01E167}" dt="2021-06-01T07:15:25.878" v="81" actId="207"/>
          <ac:spMkLst>
            <pc:docMk/>
            <pc:sldMk cId="1022635140" sldId="259"/>
            <ac:spMk id="4" creationId="{8036B5C3-E622-4635-A937-F798BBCC23C4}"/>
          </ac:spMkLst>
        </pc:spChg>
        <pc:spChg chg="mod">
          <ac:chgData name="Soumita Sengupta" userId="4afa6ce1-cb01-46c2-8538-4650222f0c96" providerId="ADAL" clId="{EBCC04DE-33C6-4BF7-92A4-631C1E01E167}" dt="2021-06-01T07:15:25.878" v="81" actId="207"/>
          <ac:spMkLst>
            <pc:docMk/>
            <pc:sldMk cId="1022635140" sldId="259"/>
            <ac:spMk id="5" creationId="{A7C4FB5B-10CF-4442-879A-9E19985E0940}"/>
          </ac:spMkLst>
        </pc:spChg>
      </pc:sldChg>
      <pc:sldChg chg="del">
        <pc:chgData name="Soumita Sengupta" userId="4afa6ce1-cb01-46c2-8538-4650222f0c96" providerId="ADAL" clId="{EBCC04DE-33C6-4BF7-92A4-631C1E01E167}" dt="2021-06-01T07:12:10.665" v="54" actId="47"/>
        <pc:sldMkLst>
          <pc:docMk/>
          <pc:sldMk cId="1912468287" sldId="260"/>
        </pc:sldMkLst>
      </pc:sldChg>
      <pc:sldChg chg="modSp add mod">
        <pc:chgData name="Soumita Sengupta" userId="4afa6ce1-cb01-46c2-8538-4650222f0c96" providerId="ADAL" clId="{EBCC04DE-33C6-4BF7-92A4-631C1E01E167}" dt="2021-06-01T07:08:55.134" v="36" actId="255"/>
        <pc:sldMkLst>
          <pc:docMk/>
          <pc:sldMk cId="1672968615" sldId="261"/>
        </pc:sldMkLst>
        <pc:spChg chg="mod">
          <ac:chgData name="Soumita Sengupta" userId="4afa6ce1-cb01-46c2-8538-4650222f0c96" providerId="ADAL" clId="{EBCC04DE-33C6-4BF7-92A4-631C1E01E167}" dt="2021-06-01T07:08:55.134" v="36" actId="255"/>
          <ac:spMkLst>
            <pc:docMk/>
            <pc:sldMk cId="1672968615" sldId="261"/>
            <ac:spMk id="3" creationId="{00000000-0000-0000-0000-000000000000}"/>
          </ac:spMkLst>
        </pc:spChg>
        <pc:spChg chg="mod">
          <ac:chgData name="Soumita Sengupta" userId="4afa6ce1-cb01-46c2-8538-4650222f0c96" providerId="ADAL" clId="{EBCC04DE-33C6-4BF7-92A4-631C1E01E167}" dt="2021-06-01T07:08:49.966" v="35" actId="255"/>
          <ac:spMkLst>
            <pc:docMk/>
            <pc:sldMk cId="1672968615" sldId="261"/>
            <ac:spMk id="14" creationId="{912F0195-9D62-4171-BC6C-2154CEE1E887}"/>
          </ac:spMkLst>
        </pc:spChg>
      </pc:sldChg>
      <pc:sldChg chg="modSp add mod">
        <pc:chgData name="Soumita Sengupta" userId="4afa6ce1-cb01-46c2-8538-4650222f0c96" providerId="ADAL" clId="{EBCC04DE-33C6-4BF7-92A4-631C1E01E167}" dt="2021-06-01T07:15:55.986" v="85" actId="207"/>
        <pc:sldMkLst>
          <pc:docMk/>
          <pc:sldMk cId="1736851683" sldId="262"/>
        </pc:sldMkLst>
        <pc:spChg chg="mod">
          <ac:chgData name="Soumita Sengupta" userId="4afa6ce1-cb01-46c2-8538-4650222f0c96" providerId="ADAL" clId="{EBCC04DE-33C6-4BF7-92A4-631C1E01E167}" dt="2021-06-01T07:09:13.391" v="37" actId="255"/>
          <ac:spMkLst>
            <pc:docMk/>
            <pc:sldMk cId="1736851683" sldId="262"/>
            <ac:spMk id="3" creationId="{00000000-0000-0000-0000-000000000000}"/>
          </ac:spMkLst>
        </pc:spChg>
        <pc:spChg chg="mod">
          <ac:chgData name="Soumita Sengupta" userId="4afa6ce1-cb01-46c2-8538-4650222f0c96" providerId="ADAL" clId="{EBCC04DE-33C6-4BF7-92A4-631C1E01E167}" dt="2021-06-01T07:15:55.986" v="85" actId="207"/>
          <ac:spMkLst>
            <pc:docMk/>
            <pc:sldMk cId="1736851683" sldId="262"/>
            <ac:spMk id="4" creationId="{3AED4FD9-4B6D-4065-AB11-F7937A5A2050}"/>
          </ac:spMkLst>
        </pc:spChg>
        <pc:spChg chg="mod">
          <ac:chgData name="Soumita Sengupta" userId="4afa6ce1-cb01-46c2-8538-4650222f0c96" providerId="ADAL" clId="{EBCC04DE-33C6-4BF7-92A4-631C1E01E167}" dt="2021-06-01T07:15:55.986" v="85" actId="207"/>
          <ac:spMkLst>
            <pc:docMk/>
            <pc:sldMk cId="1736851683" sldId="262"/>
            <ac:spMk id="5" creationId="{8D26BC62-80E0-49EC-BAD2-29ABE7EC757D}"/>
          </ac:spMkLst>
        </pc:spChg>
      </pc:sldChg>
      <pc:sldChg chg="modSp add mod">
        <pc:chgData name="Soumita Sengupta" userId="4afa6ce1-cb01-46c2-8538-4650222f0c96" providerId="ADAL" clId="{EBCC04DE-33C6-4BF7-92A4-631C1E01E167}" dt="2021-06-01T07:16:04.496" v="86" actId="207"/>
        <pc:sldMkLst>
          <pc:docMk/>
          <pc:sldMk cId="2420192051" sldId="263"/>
        </pc:sldMkLst>
        <pc:spChg chg="mod">
          <ac:chgData name="Soumita Sengupta" userId="4afa6ce1-cb01-46c2-8538-4650222f0c96" providerId="ADAL" clId="{EBCC04DE-33C6-4BF7-92A4-631C1E01E167}" dt="2021-06-01T07:09:58.512" v="43" actId="255"/>
          <ac:spMkLst>
            <pc:docMk/>
            <pc:sldMk cId="2420192051" sldId="263"/>
            <ac:spMk id="3" creationId="{00000000-0000-0000-0000-000000000000}"/>
          </ac:spMkLst>
        </pc:spChg>
        <pc:spChg chg="mod">
          <ac:chgData name="Soumita Sengupta" userId="4afa6ce1-cb01-46c2-8538-4650222f0c96" providerId="ADAL" clId="{EBCC04DE-33C6-4BF7-92A4-631C1E01E167}" dt="2021-06-01T07:16:04.496" v="86" actId="207"/>
          <ac:spMkLst>
            <pc:docMk/>
            <pc:sldMk cId="2420192051" sldId="263"/>
            <ac:spMk id="4" creationId="{9D71E05F-FC71-4A1A-B8D2-044A50ED7CD5}"/>
          </ac:spMkLst>
        </pc:spChg>
        <pc:spChg chg="mod">
          <ac:chgData name="Soumita Sengupta" userId="4afa6ce1-cb01-46c2-8538-4650222f0c96" providerId="ADAL" clId="{EBCC04DE-33C6-4BF7-92A4-631C1E01E167}" dt="2021-06-01T07:16:04.496" v="86" actId="207"/>
          <ac:spMkLst>
            <pc:docMk/>
            <pc:sldMk cId="2420192051" sldId="263"/>
            <ac:spMk id="5" creationId="{0F5C877E-F40D-4D60-B0D7-3EE950DB68F1}"/>
          </ac:spMkLst>
        </pc:spChg>
      </pc:sldChg>
      <pc:sldChg chg="modSp add mod">
        <pc:chgData name="Soumita Sengupta" userId="4afa6ce1-cb01-46c2-8538-4650222f0c96" providerId="ADAL" clId="{EBCC04DE-33C6-4BF7-92A4-631C1E01E167}" dt="2021-06-01T07:16:10.165" v="87" actId="207"/>
        <pc:sldMkLst>
          <pc:docMk/>
          <pc:sldMk cId="2264191856" sldId="264"/>
        </pc:sldMkLst>
        <pc:spChg chg="mod">
          <ac:chgData name="Soumita Sengupta" userId="4afa6ce1-cb01-46c2-8538-4650222f0c96" providerId="ADAL" clId="{EBCC04DE-33C6-4BF7-92A4-631C1E01E167}" dt="2021-06-01T07:10:14.864" v="44" actId="255"/>
          <ac:spMkLst>
            <pc:docMk/>
            <pc:sldMk cId="2264191856" sldId="264"/>
            <ac:spMk id="3" creationId="{00000000-0000-0000-0000-000000000000}"/>
          </ac:spMkLst>
        </pc:spChg>
        <pc:spChg chg="mod">
          <ac:chgData name="Soumita Sengupta" userId="4afa6ce1-cb01-46c2-8538-4650222f0c96" providerId="ADAL" clId="{EBCC04DE-33C6-4BF7-92A4-631C1E01E167}" dt="2021-06-01T07:16:10.165" v="87" actId="207"/>
          <ac:spMkLst>
            <pc:docMk/>
            <pc:sldMk cId="2264191856" sldId="264"/>
            <ac:spMk id="4" creationId="{EEEC2EFD-7A8E-4D50-9CCF-8CBB63C5965E}"/>
          </ac:spMkLst>
        </pc:spChg>
        <pc:spChg chg="mod">
          <ac:chgData name="Soumita Sengupta" userId="4afa6ce1-cb01-46c2-8538-4650222f0c96" providerId="ADAL" clId="{EBCC04DE-33C6-4BF7-92A4-631C1E01E167}" dt="2021-06-01T07:16:10.165" v="87" actId="207"/>
          <ac:spMkLst>
            <pc:docMk/>
            <pc:sldMk cId="2264191856" sldId="264"/>
            <ac:spMk id="5" creationId="{BA202B0C-E076-450E-9DE0-4B0CD8239EF8}"/>
          </ac:spMkLst>
        </pc:spChg>
      </pc:sldChg>
      <pc:sldChg chg="modSp add mod">
        <pc:chgData name="Soumita Sengupta" userId="4afa6ce1-cb01-46c2-8538-4650222f0c96" providerId="ADAL" clId="{EBCC04DE-33C6-4BF7-92A4-631C1E01E167}" dt="2021-06-01T07:11:04.441" v="48" actId="20577"/>
        <pc:sldMkLst>
          <pc:docMk/>
          <pc:sldMk cId="3421038341" sldId="265"/>
        </pc:sldMkLst>
        <pc:spChg chg="mod">
          <ac:chgData name="Soumita Sengupta" userId="4afa6ce1-cb01-46c2-8538-4650222f0c96" providerId="ADAL" clId="{EBCC04DE-33C6-4BF7-92A4-631C1E01E167}" dt="2021-06-01T07:11:04.441" v="48" actId="20577"/>
          <ac:spMkLst>
            <pc:docMk/>
            <pc:sldMk cId="3421038341" sldId="265"/>
            <ac:spMk id="3" creationId="{00000000-0000-0000-0000-000000000000}"/>
          </ac:spMkLst>
        </pc:spChg>
      </pc:sldChg>
      <pc:sldChg chg="modSp add mod">
        <pc:chgData name="Soumita Sengupta" userId="4afa6ce1-cb01-46c2-8538-4650222f0c96" providerId="ADAL" clId="{EBCC04DE-33C6-4BF7-92A4-631C1E01E167}" dt="2021-06-01T07:16:23.941" v="89" actId="207"/>
        <pc:sldMkLst>
          <pc:docMk/>
          <pc:sldMk cId="1488796333" sldId="266"/>
        </pc:sldMkLst>
        <pc:spChg chg="mod">
          <ac:chgData name="Soumita Sengupta" userId="4afa6ce1-cb01-46c2-8538-4650222f0c96" providerId="ADAL" clId="{EBCC04DE-33C6-4BF7-92A4-631C1E01E167}" dt="2021-06-01T07:11:42.756" v="51" actId="255"/>
          <ac:spMkLst>
            <pc:docMk/>
            <pc:sldMk cId="1488796333" sldId="266"/>
            <ac:spMk id="3" creationId="{00000000-0000-0000-0000-000000000000}"/>
          </ac:spMkLst>
        </pc:spChg>
        <pc:spChg chg="mod">
          <ac:chgData name="Soumita Sengupta" userId="4afa6ce1-cb01-46c2-8538-4650222f0c96" providerId="ADAL" clId="{EBCC04DE-33C6-4BF7-92A4-631C1E01E167}" dt="2021-06-01T07:16:23.941" v="89" actId="207"/>
          <ac:spMkLst>
            <pc:docMk/>
            <pc:sldMk cId="1488796333" sldId="266"/>
            <ac:spMk id="4" creationId="{F522E753-83BF-45FE-B19B-991CC88F6453}"/>
          </ac:spMkLst>
        </pc:spChg>
        <pc:spChg chg="mod">
          <ac:chgData name="Soumita Sengupta" userId="4afa6ce1-cb01-46c2-8538-4650222f0c96" providerId="ADAL" clId="{EBCC04DE-33C6-4BF7-92A4-631C1E01E167}" dt="2021-06-01T07:16:23.941" v="89" actId="207"/>
          <ac:spMkLst>
            <pc:docMk/>
            <pc:sldMk cId="1488796333" sldId="266"/>
            <ac:spMk id="5" creationId="{82AC65A8-6AAC-4CB7-8E9E-D9FB8618C9B1}"/>
          </ac:spMkLst>
        </pc:spChg>
      </pc:sldChg>
      <pc:sldChg chg="del">
        <pc:chgData name="Soumita Sengupta" userId="4afa6ce1-cb01-46c2-8538-4650222f0c96" providerId="ADAL" clId="{EBCC04DE-33C6-4BF7-92A4-631C1E01E167}" dt="2021-06-01T07:12:15.234" v="56" actId="47"/>
        <pc:sldMkLst>
          <pc:docMk/>
          <pc:sldMk cId="4213263748" sldId="268"/>
        </pc:sldMkLst>
      </pc:sldChg>
      <pc:sldChg chg="del">
        <pc:chgData name="Soumita Sengupta" userId="4afa6ce1-cb01-46c2-8538-4650222f0c96" providerId="ADAL" clId="{EBCC04DE-33C6-4BF7-92A4-631C1E01E167}" dt="2021-06-01T07:12:16.671" v="57" actId="47"/>
        <pc:sldMkLst>
          <pc:docMk/>
          <pc:sldMk cId="458674981" sldId="269"/>
        </pc:sldMkLst>
      </pc:sldChg>
      <pc:sldChg chg="del">
        <pc:chgData name="Soumita Sengupta" userId="4afa6ce1-cb01-46c2-8538-4650222f0c96" providerId="ADAL" clId="{EBCC04DE-33C6-4BF7-92A4-631C1E01E167}" dt="2021-06-01T07:12:18.608" v="58" actId="47"/>
        <pc:sldMkLst>
          <pc:docMk/>
          <pc:sldMk cId="2152186373" sldId="270"/>
        </pc:sldMkLst>
      </pc:sldChg>
      <pc:sldChg chg="add del">
        <pc:chgData name="Soumita Sengupta" userId="4afa6ce1-cb01-46c2-8538-4650222f0c96" providerId="ADAL" clId="{EBCC04DE-33C6-4BF7-92A4-631C1E01E167}" dt="2021-06-01T07:05:11.169" v="25" actId="47"/>
        <pc:sldMkLst>
          <pc:docMk/>
          <pc:sldMk cId="4041059787" sldId="271"/>
        </pc:sldMkLst>
      </pc:sldChg>
      <pc:sldChg chg="add del">
        <pc:chgData name="Soumita Sengupta" userId="4afa6ce1-cb01-46c2-8538-4650222f0c96" providerId="ADAL" clId="{EBCC04DE-33C6-4BF7-92A4-631C1E01E167}" dt="2021-06-01T07:12:28.669" v="62" actId="47"/>
        <pc:sldMkLst>
          <pc:docMk/>
          <pc:sldMk cId="2097761920" sldId="272"/>
        </pc:sldMkLst>
      </pc:sldChg>
      <pc:sldChg chg="delSp modSp add mod">
        <pc:chgData name="Soumita Sengupta" userId="4afa6ce1-cb01-46c2-8538-4650222f0c96" providerId="ADAL" clId="{EBCC04DE-33C6-4BF7-92A4-631C1E01E167}" dt="2021-06-01T07:16:19.596" v="88" actId="207"/>
        <pc:sldMkLst>
          <pc:docMk/>
          <pc:sldMk cId="597918064" sldId="273"/>
        </pc:sldMkLst>
        <pc:spChg chg="del">
          <ac:chgData name="Soumita Sengupta" userId="4afa6ce1-cb01-46c2-8538-4650222f0c96" providerId="ADAL" clId="{EBCC04DE-33C6-4BF7-92A4-631C1E01E167}" dt="2021-06-01T07:10:26.083" v="45" actId="478"/>
          <ac:spMkLst>
            <pc:docMk/>
            <pc:sldMk cId="597918064" sldId="273"/>
            <ac:spMk id="3" creationId="{00000000-0000-0000-0000-000000000000}"/>
          </ac:spMkLst>
        </pc:spChg>
        <pc:spChg chg="mod">
          <ac:chgData name="Soumita Sengupta" userId="4afa6ce1-cb01-46c2-8538-4650222f0c96" providerId="ADAL" clId="{EBCC04DE-33C6-4BF7-92A4-631C1E01E167}" dt="2021-06-01T07:16:19.596" v="88" actId="207"/>
          <ac:spMkLst>
            <pc:docMk/>
            <pc:sldMk cId="597918064" sldId="273"/>
            <ac:spMk id="8" creationId="{886A4682-F2EB-4716-A330-85CE1E97E82F}"/>
          </ac:spMkLst>
        </pc:spChg>
        <pc:spChg chg="mod">
          <ac:chgData name="Soumita Sengupta" userId="4afa6ce1-cb01-46c2-8538-4650222f0c96" providerId="ADAL" clId="{EBCC04DE-33C6-4BF7-92A4-631C1E01E167}" dt="2021-06-01T07:16:19.596" v="88" actId="207"/>
          <ac:spMkLst>
            <pc:docMk/>
            <pc:sldMk cId="597918064" sldId="273"/>
            <ac:spMk id="9" creationId="{DB584F56-DA53-4D63-96F5-BB6E2E338917}"/>
          </ac:spMkLst>
        </pc:spChg>
      </pc:sldChg>
      <pc:sldChg chg="modSp add mod">
        <pc:chgData name="Soumita Sengupta" userId="4afa6ce1-cb01-46c2-8538-4650222f0c96" providerId="ADAL" clId="{EBCC04DE-33C6-4BF7-92A4-631C1E01E167}" dt="2021-06-01T07:16:36.792" v="91" actId="207"/>
        <pc:sldMkLst>
          <pc:docMk/>
          <pc:sldMk cId="2239544602" sldId="275"/>
        </pc:sldMkLst>
        <pc:spChg chg="mod">
          <ac:chgData name="Soumita Sengupta" userId="4afa6ce1-cb01-46c2-8538-4650222f0c96" providerId="ADAL" clId="{EBCC04DE-33C6-4BF7-92A4-631C1E01E167}" dt="2021-06-01T07:11:59.497" v="53" actId="27636"/>
          <ac:spMkLst>
            <pc:docMk/>
            <pc:sldMk cId="2239544602" sldId="275"/>
            <ac:spMk id="3" creationId="{00000000-0000-0000-0000-000000000000}"/>
          </ac:spMkLst>
        </pc:spChg>
        <pc:spChg chg="mod">
          <ac:chgData name="Soumita Sengupta" userId="4afa6ce1-cb01-46c2-8538-4650222f0c96" providerId="ADAL" clId="{EBCC04DE-33C6-4BF7-92A4-631C1E01E167}" dt="2021-06-01T07:16:36.792" v="91" actId="207"/>
          <ac:spMkLst>
            <pc:docMk/>
            <pc:sldMk cId="2239544602" sldId="275"/>
            <ac:spMk id="5" creationId="{2B4C5041-C411-49D2-A053-A551C0E7032C}"/>
          </ac:spMkLst>
        </pc:spChg>
        <pc:spChg chg="mod">
          <ac:chgData name="Soumita Sengupta" userId="4afa6ce1-cb01-46c2-8538-4650222f0c96" providerId="ADAL" clId="{EBCC04DE-33C6-4BF7-92A4-631C1E01E167}" dt="2021-06-01T07:16:36.792" v="91" actId="207"/>
          <ac:spMkLst>
            <pc:docMk/>
            <pc:sldMk cId="2239544602" sldId="275"/>
            <ac:spMk id="6" creationId="{B6099F1A-840E-4815-8FFF-B722E207FE90}"/>
          </ac:spMkLst>
        </pc:spChg>
      </pc:sldChg>
      <pc:sldChg chg="modSp add mod">
        <pc:chgData name="Soumita Sengupta" userId="4afa6ce1-cb01-46c2-8538-4650222f0c96" providerId="ADAL" clId="{EBCC04DE-33C6-4BF7-92A4-631C1E01E167}" dt="2021-06-01T07:15:18.939" v="80" actId="207"/>
        <pc:sldMkLst>
          <pc:docMk/>
          <pc:sldMk cId="1067621467" sldId="296"/>
        </pc:sldMkLst>
        <pc:spChg chg="mod">
          <ac:chgData name="Soumita Sengupta" userId="4afa6ce1-cb01-46c2-8538-4650222f0c96" providerId="ADAL" clId="{EBCC04DE-33C6-4BF7-92A4-631C1E01E167}" dt="2021-06-01T07:15:18.939" v="80" actId="207"/>
          <ac:spMkLst>
            <pc:docMk/>
            <pc:sldMk cId="1067621467" sldId="296"/>
            <ac:spMk id="4" creationId="{0B7AEDBB-0A41-4C35-BE55-F46D0CA94435}"/>
          </ac:spMkLst>
        </pc:spChg>
        <pc:spChg chg="mod">
          <ac:chgData name="Soumita Sengupta" userId="4afa6ce1-cb01-46c2-8538-4650222f0c96" providerId="ADAL" clId="{EBCC04DE-33C6-4BF7-92A4-631C1E01E167}" dt="2021-06-01T07:15:18.939" v="80" actId="207"/>
          <ac:spMkLst>
            <pc:docMk/>
            <pc:sldMk cId="1067621467" sldId="296"/>
            <ac:spMk id="5" creationId="{2176AF9F-4E1F-499E-95FC-3C830E07D3B2}"/>
          </ac:spMkLst>
        </pc:spChg>
        <pc:spChg chg="mod">
          <ac:chgData name="Soumita Sengupta" userId="4afa6ce1-cb01-46c2-8538-4650222f0c96" providerId="ADAL" clId="{EBCC04DE-33C6-4BF7-92A4-631C1E01E167}" dt="2021-06-01T07:03:55.053" v="10" actId="255"/>
          <ac:spMkLst>
            <pc:docMk/>
            <pc:sldMk cId="1067621467" sldId="296"/>
            <ac:spMk id="6" creationId="{E8B92EB7-B2DB-4719-A862-7FA74B112890}"/>
          </ac:spMkLst>
        </pc:spChg>
      </pc:sldChg>
      <pc:sldChg chg="modSp add mod">
        <pc:chgData name="Soumita Sengupta" userId="4afa6ce1-cb01-46c2-8538-4650222f0c96" providerId="ADAL" clId="{EBCC04DE-33C6-4BF7-92A4-631C1E01E167}" dt="2021-06-01T07:14:40.105" v="79" actId="207"/>
        <pc:sldMkLst>
          <pc:docMk/>
          <pc:sldMk cId="423898684" sldId="297"/>
        </pc:sldMkLst>
        <pc:spChg chg="mod">
          <ac:chgData name="Soumita Sengupta" userId="4afa6ce1-cb01-46c2-8538-4650222f0c96" providerId="ADAL" clId="{EBCC04DE-33C6-4BF7-92A4-631C1E01E167}" dt="2021-06-01T07:12:56.539" v="65" actId="14100"/>
          <ac:spMkLst>
            <pc:docMk/>
            <pc:sldMk cId="423898684" sldId="297"/>
            <ac:spMk id="3" creationId="{00000000-0000-0000-0000-000000000000}"/>
          </ac:spMkLst>
        </pc:spChg>
        <pc:spChg chg="mod">
          <ac:chgData name="Soumita Sengupta" userId="4afa6ce1-cb01-46c2-8538-4650222f0c96" providerId="ADAL" clId="{EBCC04DE-33C6-4BF7-92A4-631C1E01E167}" dt="2021-06-01T07:14:40.105" v="79" actId="207"/>
          <ac:spMkLst>
            <pc:docMk/>
            <pc:sldMk cId="423898684" sldId="297"/>
            <ac:spMk id="6" creationId="{0D77E2B2-4D77-41EC-8E80-D1D20A4D58E9}"/>
          </ac:spMkLst>
        </pc:spChg>
        <pc:spChg chg="mod">
          <ac:chgData name="Soumita Sengupta" userId="4afa6ce1-cb01-46c2-8538-4650222f0c96" providerId="ADAL" clId="{EBCC04DE-33C6-4BF7-92A4-631C1E01E167}" dt="2021-06-01T07:14:40.105" v="79" actId="207"/>
          <ac:spMkLst>
            <pc:docMk/>
            <pc:sldMk cId="423898684" sldId="297"/>
            <ac:spMk id="7" creationId="{BE15210E-5F51-44D9-861F-0C16142EEA69}"/>
          </ac:spMkLst>
        </pc:spChg>
      </pc:sldChg>
      <pc:sldChg chg="modSp add mod">
        <pc:chgData name="Soumita Sengupta" userId="4afa6ce1-cb01-46c2-8538-4650222f0c96" providerId="ADAL" clId="{EBCC04DE-33C6-4BF7-92A4-631C1E01E167}" dt="2021-06-01T07:15:32.044" v="82" actId="207"/>
        <pc:sldMkLst>
          <pc:docMk/>
          <pc:sldMk cId="1391298160" sldId="298"/>
        </pc:sldMkLst>
        <pc:spChg chg="mod">
          <ac:chgData name="Soumita Sengupta" userId="4afa6ce1-cb01-46c2-8538-4650222f0c96" providerId="ADAL" clId="{EBCC04DE-33C6-4BF7-92A4-631C1E01E167}" dt="2021-06-01T07:06:16.522" v="32" actId="20577"/>
          <ac:spMkLst>
            <pc:docMk/>
            <pc:sldMk cId="1391298160" sldId="298"/>
            <ac:spMk id="3" creationId="{00000000-0000-0000-0000-000000000000}"/>
          </ac:spMkLst>
        </pc:spChg>
        <pc:spChg chg="mod">
          <ac:chgData name="Soumita Sengupta" userId="4afa6ce1-cb01-46c2-8538-4650222f0c96" providerId="ADAL" clId="{EBCC04DE-33C6-4BF7-92A4-631C1E01E167}" dt="2021-06-01T07:15:32.044" v="82" actId="207"/>
          <ac:spMkLst>
            <pc:docMk/>
            <pc:sldMk cId="1391298160" sldId="298"/>
            <ac:spMk id="4" creationId="{8036B5C3-E622-4635-A937-F798BBCC23C4}"/>
          </ac:spMkLst>
        </pc:spChg>
        <pc:spChg chg="mod">
          <ac:chgData name="Soumita Sengupta" userId="4afa6ce1-cb01-46c2-8538-4650222f0c96" providerId="ADAL" clId="{EBCC04DE-33C6-4BF7-92A4-631C1E01E167}" dt="2021-06-01T07:15:32.044" v="82" actId="207"/>
          <ac:spMkLst>
            <pc:docMk/>
            <pc:sldMk cId="1391298160" sldId="298"/>
            <ac:spMk id="5" creationId="{A7C4FB5B-10CF-4442-879A-9E19985E0940}"/>
          </ac:spMkLst>
        </pc:spChg>
      </pc:sldChg>
      <pc:sldChg chg="modSp add mod">
        <pc:chgData name="Soumita Sengupta" userId="4afa6ce1-cb01-46c2-8538-4650222f0c96" providerId="ADAL" clId="{EBCC04DE-33C6-4BF7-92A4-631C1E01E167}" dt="2021-06-01T07:15:42.545" v="83" actId="207"/>
        <pc:sldMkLst>
          <pc:docMk/>
          <pc:sldMk cId="2991185092" sldId="299"/>
        </pc:sldMkLst>
        <pc:spChg chg="mod">
          <ac:chgData name="Soumita Sengupta" userId="4afa6ce1-cb01-46c2-8538-4650222f0c96" providerId="ADAL" clId="{EBCC04DE-33C6-4BF7-92A4-631C1E01E167}" dt="2021-06-01T07:06:25.994" v="33" actId="255"/>
          <ac:spMkLst>
            <pc:docMk/>
            <pc:sldMk cId="2991185092" sldId="299"/>
            <ac:spMk id="3" creationId="{00000000-0000-0000-0000-000000000000}"/>
          </ac:spMkLst>
        </pc:spChg>
        <pc:spChg chg="mod">
          <ac:chgData name="Soumita Sengupta" userId="4afa6ce1-cb01-46c2-8538-4650222f0c96" providerId="ADAL" clId="{EBCC04DE-33C6-4BF7-92A4-631C1E01E167}" dt="2021-06-01T07:15:42.545" v="83" actId="207"/>
          <ac:spMkLst>
            <pc:docMk/>
            <pc:sldMk cId="2991185092" sldId="299"/>
            <ac:spMk id="4" creationId="{8036B5C3-E622-4635-A937-F798BBCC23C4}"/>
          </ac:spMkLst>
        </pc:spChg>
        <pc:spChg chg="mod">
          <ac:chgData name="Soumita Sengupta" userId="4afa6ce1-cb01-46c2-8538-4650222f0c96" providerId="ADAL" clId="{EBCC04DE-33C6-4BF7-92A4-631C1E01E167}" dt="2021-06-01T07:15:42.545" v="83" actId="207"/>
          <ac:spMkLst>
            <pc:docMk/>
            <pc:sldMk cId="2991185092" sldId="299"/>
            <ac:spMk id="5" creationId="{A7C4FB5B-10CF-4442-879A-9E19985E0940}"/>
          </ac:spMkLst>
        </pc:spChg>
      </pc:sldChg>
      <pc:sldChg chg="delSp add mod">
        <pc:chgData name="Soumita Sengupta" userId="4afa6ce1-cb01-46c2-8538-4650222f0c96" providerId="ADAL" clId="{EBCC04DE-33C6-4BF7-92A4-631C1E01E167}" dt="2021-06-01T07:11:23.987" v="49" actId="478"/>
        <pc:sldMkLst>
          <pc:docMk/>
          <pc:sldMk cId="2793898638" sldId="300"/>
        </pc:sldMkLst>
        <pc:spChg chg="del">
          <ac:chgData name="Soumita Sengupta" userId="4afa6ce1-cb01-46c2-8538-4650222f0c96" providerId="ADAL" clId="{EBCC04DE-33C6-4BF7-92A4-631C1E01E167}" dt="2021-06-01T07:11:23.987" v="49" actId="478"/>
          <ac:spMkLst>
            <pc:docMk/>
            <pc:sldMk cId="2793898638" sldId="300"/>
            <ac:spMk id="3" creationId="{00000000-0000-0000-0000-000000000000}"/>
          </ac:spMkLst>
        </pc:spChg>
      </pc:sldChg>
      <pc:sldChg chg="modSp mod">
        <pc:chgData name="Soumita Sengupta" userId="4afa6ce1-cb01-46c2-8538-4650222f0c96" providerId="ADAL" clId="{EBCC04DE-33C6-4BF7-92A4-631C1E01E167}" dt="2021-06-01T07:14:09.615" v="78"/>
        <pc:sldMkLst>
          <pc:docMk/>
          <pc:sldMk cId="2584036331" sldId="339"/>
        </pc:sldMkLst>
        <pc:spChg chg="mod">
          <ac:chgData name="Soumita Sengupta" userId="4afa6ce1-cb01-46c2-8538-4650222f0c96" providerId="ADAL" clId="{EBCC04DE-33C6-4BF7-92A4-631C1E01E167}" dt="2021-06-01T07:14:09.615" v="78"/>
          <ac:spMkLst>
            <pc:docMk/>
            <pc:sldMk cId="2584036331" sldId="339"/>
            <ac:spMk id="5" creationId="{6D1A1596-A8D7-4C1A-8956-0FA40A84EFCA}"/>
          </ac:spMkLst>
        </pc:spChg>
      </pc:sldChg>
      <pc:sldChg chg="modSp add del mod">
        <pc:chgData name="Soumita Sengupta" userId="4afa6ce1-cb01-46c2-8538-4650222f0c96" providerId="ADAL" clId="{EBCC04DE-33C6-4BF7-92A4-631C1E01E167}" dt="2021-06-01T06:52:25.583" v="7" actId="47"/>
        <pc:sldMkLst>
          <pc:docMk/>
          <pc:sldMk cId="473323582" sldId="359"/>
        </pc:sldMkLst>
        <pc:spChg chg="mod">
          <ac:chgData name="Soumita Sengupta" userId="4afa6ce1-cb01-46c2-8538-4650222f0c96" providerId="ADAL" clId="{EBCC04DE-33C6-4BF7-92A4-631C1E01E167}" dt="2021-06-01T06:52:05.617" v="5"/>
          <ac:spMkLst>
            <pc:docMk/>
            <pc:sldMk cId="473323582" sldId="359"/>
            <ac:spMk id="2" creationId="{57983F62-BBB9-431B-A37F-BDA0DC7153F6}"/>
          </ac:spMkLst>
        </pc:spChg>
      </pc:sldChg>
      <pc:sldChg chg="del">
        <pc:chgData name="Soumita Sengupta" userId="4afa6ce1-cb01-46c2-8538-4650222f0c96" providerId="ADAL" clId="{EBCC04DE-33C6-4BF7-92A4-631C1E01E167}" dt="2021-06-01T07:12:13.389" v="55" actId="47"/>
        <pc:sldMkLst>
          <pc:docMk/>
          <pc:sldMk cId="247062728" sldId="492"/>
        </pc:sldMkLst>
      </pc:sldChg>
      <pc:sldChg chg="del">
        <pc:chgData name="Soumita Sengupta" userId="4afa6ce1-cb01-46c2-8538-4650222f0c96" providerId="ADAL" clId="{EBCC04DE-33C6-4BF7-92A4-631C1E01E167}" dt="2021-06-01T07:12:19.364" v="59" actId="47"/>
        <pc:sldMkLst>
          <pc:docMk/>
          <pc:sldMk cId="2658743009" sldId="1320"/>
        </pc:sldMkLst>
      </pc:sldChg>
      <pc:sldChg chg="addSp delSp modSp add mod">
        <pc:chgData name="Soumita Sengupta" userId="4afa6ce1-cb01-46c2-8538-4650222f0c96" providerId="ADAL" clId="{EBCC04DE-33C6-4BF7-92A4-631C1E01E167}" dt="2021-06-01T07:13:28.059" v="69" actId="1076"/>
        <pc:sldMkLst>
          <pc:docMk/>
          <pc:sldMk cId="795492833" sldId="1321"/>
        </pc:sldMkLst>
        <pc:spChg chg="mod">
          <ac:chgData name="Soumita Sengupta" userId="4afa6ce1-cb01-46c2-8538-4650222f0c96" providerId="ADAL" clId="{EBCC04DE-33C6-4BF7-92A4-631C1E01E167}" dt="2021-06-01T07:12:48.676" v="64" actId="14100"/>
          <ac:spMkLst>
            <pc:docMk/>
            <pc:sldMk cId="795492833" sldId="1321"/>
            <ac:spMk id="5" creationId="{00000000-0000-0000-0000-000000000000}"/>
          </ac:spMkLst>
        </pc:spChg>
        <pc:spChg chg="add del mod">
          <ac:chgData name="Soumita Sengupta" userId="4afa6ce1-cb01-46c2-8538-4650222f0c96" providerId="ADAL" clId="{EBCC04DE-33C6-4BF7-92A4-631C1E01E167}" dt="2021-06-01T07:13:23.590" v="67"/>
          <ac:spMkLst>
            <pc:docMk/>
            <pc:sldMk cId="795492833" sldId="1321"/>
            <ac:spMk id="6" creationId="{A11BBD6E-857F-459D-BFC6-1C73689B181B}"/>
          </ac:spMkLst>
        </pc:spChg>
        <pc:spChg chg="add del mod">
          <ac:chgData name="Soumita Sengupta" userId="4afa6ce1-cb01-46c2-8538-4650222f0c96" providerId="ADAL" clId="{EBCC04DE-33C6-4BF7-92A4-631C1E01E167}" dt="2021-06-01T07:13:23.590" v="67"/>
          <ac:spMkLst>
            <pc:docMk/>
            <pc:sldMk cId="795492833" sldId="1321"/>
            <ac:spMk id="7" creationId="{37A4C525-4485-4A2F-B0D7-758051DE765F}"/>
          </ac:spMkLst>
        </pc:spChg>
        <pc:picChg chg="add mod">
          <ac:chgData name="Soumita Sengupta" userId="4afa6ce1-cb01-46c2-8538-4650222f0c96" providerId="ADAL" clId="{EBCC04DE-33C6-4BF7-92A4-631C1E01E167}" dt="2021-06-01T07:13:28.059" v="69" actId="1076"/>
          <ac:picMkLst>
            <pc:docMk/>
            <pc:sldMk cId="795492833" sldId="1321"/>
            <ac:picMk id="8" creationId="{45F2ED29-ACFE-4180-8FEF-B5759FDA722E}"/>
          </ac:picMkLst>
        </pc:picChg>
      </pc:sldChg>
      <pc:sldChg chg="modSp add mod">
        <pc:chgData name="Soumita Sengupta" userId="4afa6ce1-cb01-46c2-8538-4650222f0c96" providerId="ADAL" clId="{EBCC04DE-33C6-4BF7-92A4-631C1E01E167}" dt="2021-06-01T07:15:46.989" v="84" actId="207"/>
        <pc:sldMkLst>
          <pc:docMk/>
          <pc:sldMk cId="369802496" sldId="1322"/>
        </pc:sldMkLst>
        <pc:spChg chg="mod">
          <ac:chgData name="Soumita Sengupta" userId="4afa6ce1-cb01-46c2-8538-4650222f0c96" providerId="ADAL" clId="{EBCC04DE-33C6-4BF7-92A4-631C1E01E167}" dt="2021-06-01T07:06:40.819" v="34" actId="255"/>
          <ac:spMkLst>
            <pc:docMk/>
            <pc:sldMk cId="369802496" sldId="1322"/>
            <ac:spMk id="3" creationId="{00000000-0000-0000-0000-000000000000}"/>
          </ac:spMkLst>
        </pc:spChg>
        <pc:spChg chg="mod">
          <ac:chgData name="Soumita Sengupta" userId="4afa6ce1-cb01-46c2-8538-4650222f0c96" providerId="ADAL" clId="{EBCC04DE-33C6-4BF7-92A4-631C1E01E167}" dt="2021-06-01T07:15:46.989" v="84" actId="207"/>
          <ac:spMkLst>
            <pc:docMk/>
            <pc:sldMk cId="369802496" sldId="1322"/>
            <ac:spMk id="4" creationId="{24E09755-891C-4DE4-92FC-3976A17D3101}"/>
          </ac:spMkLst>
        </pc:spChg>
        <pc:spChg chg="mod">
          <ac:chgData name="Soumita Sengupta" userId="4afa6ce1-cb01-46c2-8538-4650222f0c96" providerId="ADAL" clId="{EBCC04DE-33C6-4BF7-92A4-631C1E01E167}" dt="2021-06-01T07:15:46.989" v="84" actId="207"/>
          <ac:spMkLst>
            <pc:docMk/>
            <pc:sldMk cId="369802496" sldId="1322"/>
            <ac:spMk id="5" creationId="{13EA9EA1-7B53-48F3-BD1C-755917D78E6C}"/>
          </ac:spMkLst>
        </pc:spChg>
      </pc:sldChg>
      <pc:sldChg chg="add del">
        <pc:chgData name="Soumita Sengupta" userId="4afa6ce1-cb01-46c2-8538-4650222f0c96" providerId="ADAL" clId="{EBCC04DE-33C6-4BF7-92A4-631C1E01E167}" dt="2021-06-01T07:09:49.832" v="42" actId="47"/>
        <pc:sldMkLst>
          <pc:docMk/>
          <pc:sldMk cId="3209556019" sldId="1323"/>
        </pc:sldMkLst>
      </pc:sldChg>
      <pc:sldChg chg="modSp add mod">
        <pc:chgData name="Soumita Sengupta" userId="4afa6ce1-cb01-46c2-8538-4650222f0c96" providerId="ADAL" clId="{EBCC04DE-33C6-4BF7-92A4-631C1E01E167}" dt="2021-06-01T07:16:28.138" v="90" actId="207"/>
        <pc:sldMkLst>
          <pc:docMk/>
          <pc:sldMk cId="1209534790" sldId="1324"/>
        </pc:sldMkLst>
        <pc:spChg chg="mod">
          <ac:chgData name="Soumita Sengupta" userId="4afa6ce1-cb01-46c2-8538-4650222f0c96" providerId="ADAL" clId="{EBCC04DE-33C6-4BF7-92A4-631C1E01E167}" dt="2021-06-01T07:16:28.138" v="90" actId="207"/>
          <ac:spMkLst>
            <pc:docMk/>
            <pc:sldMk cId="1209534790" sldId="1324"/>
            <ac:spMk id="9" creationId="{770CC1E9-FA18-40AE-87D9-0674D683D5EC}"/>
          </ac:spMkLst>
        </pc:spChg>
        <pc:spChg chg="mod">
          <ac:chgData name="Soumita Sengupta" userId="4afa6ce1-cb01-46c2-8538-4650222f0c96" providerId="ADAL" clId="{EBCC04DE-33C6-4BF7-92A4-631C1E01E167}" dt="2021-06-01T07:16:28.138" v="90" actId="207"/>
          <ac:spMkLst>
            <pc:docMk/>
            <pc:sldMk cId="1209534790" sldId="1324"/>
            <ac:spMk id="10" creationId="{A890B80F-A704-469B-B0CA-9098415DDD94}"/>
          </ac:spMkLst>
        </pc:spChg>
      </pc:sldChg>
      <pc:sldChg chg="modSp add mod">
        <pc:chgData name="Soumita Sengupta" userId="4afa6ce1-cb01-46c2-8538-4650222f0c96" providerId="ADAL" clId="{EBCC04DE-33C6-4BF7-92A4-631C1E01E167}" dt="2021-06-01T07:16:42.779" v="92" actId="207"/>
        <pc:sldMkLst>
          <pc:docMk/>
          <pc:sldMk cId="3906375660" sldId="1325"/>
        </pc:sldMkLst>
        <pc:spChg chg="mod">
          <ac:chgData name="Soumita Sengupta" userId="4afa6ce1-cb01-46c2-8538-4650222f0c96" providerId="ADAL" clId="{EBCC04DE-33C6-4BF7-92A4-631C1E01E167}" dt="2021-06-01T07:12:34.770" v="63" actId="255"/>
          <ac:spMkLst>
            <pc:docMk/>
            <pc:sldMk cId="3906375660" sldId="1325"/>
            <ac:spMk id="3" creationId="{00000000-0000-0000-0000-000000000000}"/>
          </ac:spMkLst>
        </pc:spChg>
        <pc:spChg chg="mod">
          <ac:chgData name="Soumita Sengupta" userId="4afa6ce1-cb01-46c2-8538-4650222f0c96" providerId="ADAL" clId="{EBCC04DE-33C6-4BF7-92A4-631C1E01E167}" dt="2021-06-01T07:16:42.779" v="92" actId="207"/>
          <ac:spMkLst>
            <pc:docMk/>
            <pc:sldMk cId="3906375660" sldId="1325"/>
            <ac:spMk id="4" creationId="{A44C85B3-CCA0-41EF-9899-99A7B4B26E09}"/>
          </ac:spMkLst>
        </pc:spChg>
        <pc:spChg chg="mod">
          <ac:chgData name="Soumita Sengupta" userId="4afa6ce1-cb01-46c2-8538-4650222f0c96" providerId="ADAL" clId="{EBCC04DE-33C6-4BF7-92A4-631C1E01E167}" dt="2021-06-01T07:16:42.779" v="92" actId="207"/>
          <ac:spMkLst>
            <pc:docMk/>
            <pc:sldMk cId="3906375660" sldId="1325"/>
            <ac:spMk id="5" creationId="{21108830-E41B-46A9-B762-E6BB4ABC2A3F}"/>
          </ac:spMkLst>
        </pc:spChg>
      </pc:sldChg>
      <pc:sldChg chg="modSp add mod">
        <pc:chgData name="Soumita Sengupta" userId="4afa6ce1-cb01-46c2-8538-4650222f0c96" providerId="ADAL" clId="{EBCC04DE-33C6-4BF7-92A4-631C1E01E167}" dt="2021-06-01T07:05:07.125" v="24" actId="20577"/>
        <pc:sldMkLst>
          <pc:docMk/>
          <pc:sldMk cId="2792125546" sldId="1326"/>
        </pc:sldMkLst>
        <pc:spChg chg="mod">
          <ac:chgData name="Soumita Sengupta" userId="4afa6ce1-cb01-46c2-8538-4650222f0c96" providerId="ADAL" clId="{EBCC04DE-33C6-4BF7-92A4-631C1E01E167}" dt="2021-06-01T07:05:07.125" v="24" actId="20577"/>
          <ac:spMkLst>
            <pc:docMk/>
            <pc:sldMk cId="2792125546" sldId="1326"/>
            <ac:spMk id="2" creationId="{57983F62-BBB9-431B-A37F-BDA0DC7153F6}"/>
          </ac:spMkLst>
        </pc:spChg>
      </pc:sldChg>
      <pc:sldChg chg="modSp add mod">
        <pc:chgData name="Soumita Sengupta" userId="4afa6ce1-cb01-46c2-8538-4650222f0c96" providerId="ADAL" clId="{EBCC04DE-33C6-4BF7-92A4-631C1E01E167}" dt="2021-06-01T07:09:48.113" v="41"/>
        <pc:sldMkLst>
          <pc:docMk/>
          <pc:sldMk cId="3693191466" sldId="1327"/>
        </pc:sldMkLst>
        <pc:spChg chg="mod">
          <ac:chgData name="Soumita Sengupta" userId="4afa6ce1-cb01-46c2-8538-4650222f0c96" providerId="ADAL" clId="{EBCC04DE-33C6-4BF7-92A4-631C1E01E167}" dt="2021-06-01T07:09:48.113" v="41"/>
          <ac:spMkLst>
            <pc:docMk/>
            <pc:sldMk cId="3693191466" sldId="1327"/>
            <ac:spMk id="2" creationId="{57983F62-BBB9-431B-A37F-BDA0DC7153F6}"/>
          </ac:spMkLst>
        </pc:spChg>
      </pc:sldChg>
      <pc:sldMasterChg chg="delSldLayout">
        <pc:chgData name="Soumita Sengupta" userId="4afa6ce1-cb01-46c2-8538-4650222f0c96" providerId="ADAL" clId="{EBCC04DE-33C6-4BF7-92A4-631C1E01E167}" dt="2021-06-01T07:09:49.832" v="42" actId="47"/>
        <pc:sldMasterMkLst>
          <pc:docMk/>
          <pc:sldMasterMk cId="1029875623" sldId="2147483678"/>
        </pc:sldMasterMkLst>
        <pc:sldLayoutChg chg="del">
          <pc:chgData name="Soumita Sengupta" userId="4afa6ce1-cb01-46c2-8538-4650222f0c96" providerId="ADAL" clId="{EBCC04DE-33C6-4BF7-92A4-631C1E01E167}" dt="2021-06-01T06:51:49.751" v="2" actId="47"/>
          <pc:sldLayoutMkLst>
            <pc:docMk/>
            <pc:sldMasterMk cId="1029875623" sldId="2147483678"/>
            <pc:sldLayoutMk cId="1139513039" sldId="2147483716"/>
          </pc:sldLayoutMkLst>
        </pc:sldLayoutChg>
        <pc:sldLayoutChg chg="del">
          <pc:chgData name="Soumita Sengupta" userId="4afa6ce1-cb01-46c2-8538-4650222f0c96" providerId="ADAL" clId="{EBCC04DE-33C6-4BF7-92A4-631C1E01E167}" dt="2021-06-01T07:09:49.832" v="42" actId="47"/>
          <pc:sldLayoutMkLst>
            <pc:docMk/>
            <pc:sldMasterMk cId="1029875623" sldId="2147483678"/>
            <pc:sldLayoutMk cId="3607679162" sldId="2147483732"/>
          </pc:sldLayoutMkLst>
        </pc:sldLayoutChg>
      </pc:sldMasterChg>
    </pc:docChg>
  </pc:docChgLst>
  <pc:docChgLst>
    <pc:chgData name="Soumita Sengupta" userId="4afa6ce1-cb01-46c2-8538-4650222f0c96" providerId="ADAL" clId="{B40F3650-4116-4162-BB34-2551B383FECC}"/>
    <pc:docChg chg="undo custSel addSld delSld modSld sldOrd">
      <pc:chgData name="Soumita Sengupta" userId="4afa6ce1-cb01-46c2-8538-4650222f0c96" providerId="ADAL" clId="{B40F3650-4116-4162-BB34-2551B383FECC}" dt="2021-08-19T10:49:06.306" v="166" actId="255"/>
      <pc:docMkLst>
        <pc:docMk/>
      </pc:docMkLst>
      <pc:sldChg chg="modSp add mod">
        <pc:chgData name="Soumita Sengupta" userId="4afa6ce1-cb01-46c2-8538-4650222f0c96" providerId="ADAL" clId="{B40F3650-4116-4162-BB34-2551B383FECC}" dt="2021-08-19T10:46:12.567" v="153" actId="20577"/>
        <pc:sldMkLst>
          <pc:docMk/>
          <pc:sldMk cId="1912468287" sldId="260"/>
        </pc:sldMkLst>
        <pc:spChg chg="mod">
          <ac:chgData name="Soumita Sengupta" userId="4afa6ce1-cb01-46c2-8538-4650222f0c96" providerId="ADAL" clId="{B40F3650-4116-4162-BB34-2551B383FECC}" dt="2021-08-19T10:46:12.567" v="153" actId="20577"/>
          <ac:spMkLst>
            <pc:docMk/>
            <pc:sldMk cId="1912468287" sldId="260"/>
            <ac:spMk id="5" creationId="{00000000-0000-0000-0000-000000000000}"/>
          </ac:spMkLst>
        </pc:spChg>
      </pc:sldChg>
      <pc:sldChg chg="modSp mod">
        <pc:chgData name="Soumita Sengupta" userId="4afa6ce1-cb01-46c2-8538-4650222f0c96" providerId="ADAL" clId="{B40F3650-4116-4162-BB34-2551B383FECC}" dt="2021-08-19T10:23:19.391" v="16" actId="20577"/>
        <pc:sldMkLst>
          <pc:docMk/>
          <pc:sldMk cId="2584036331" sldId="339"/>
        </pc:sldMkLst>
        <pc:spChg chg="mod">
          <ac:chgData name="Soumita Sengupta" userId="4afa6ce1-cb01-46c2-8538-4650222f0c96" providerId="ADAL" clId="{B40F3650-4116-4162-BB34-2551B383FECC}" dt="2021-08-19T10:23:19.391" v="16" actId="20577"/>
          <ac:spMkLst>
            <pc:docMk/>
            <pc:sldMk cId="2584036331" sldId="339"/>
            <ac:spMk id="5" creationId="{6D1A1596-A8D7-4C1A-8956-0FA40A84EFCA}"/>
          </ac:spMkLst>
        </pc:spChg>
      </pc:sldChg>
      <pc:sldChg chg="modSp add mod">
        <pc:chgData name="Soumita Sengupta" userId="4afa6ce1-cb01-46c2-8538-4650222f0c96" providerId="ADAL" clId="{B40F3650-4116-4162-BB34-2551B383FECC}" dt="2021-08-19T10:48:12.913" v="156" actId="255"/>
        <pc:sldMkLst>
          <pc:docMk/>
          <pc:sldMk cId="1676893809" sldId="520"/>
        </pc:sldMkLst>
        <pc:spChg chg="mod">
          <ac:chgData name="Soumita Sengupta" userId="4afa6ce1-cb01-46c2-8538-4650222f0c96" providerId="ADAL" clId="{B40F3650-4116-4162-BB34-2551B383FECC}" dt="2021-08-19T10:48:12.913" v="156" actId="255"/>
          <ac:spMkLst>
            <pc:docMk/>
            <pc:sldMk cId="1676893809" sldId="520"/>
            <ac:spMk id="2" creationId="{00000000-0000-0000-0000-000000000000}"/>
          </ac:spMkLst>
        </pc:spChg>
      </pc:sldChg>
      <pc:sldChg chg="add del">
        <pc:chgData name="Soumita Sengupta" userId="4afa6ce1-cb01-46c2-8538-4650222f0c96" providerId="ADAL" clId="{B40F3650-4116-4162-BB34-2551B383FECC}" dt="2021-08-19T10:40:47.725" v="73" actId="47"/>
        <pc:sldMkLst>
          <pc:docMk/>
          <pc:sldMk cId="2622444170" sldId="523"/>
        </pc:sldMkLst>
      </pc:sldChg>
      <pc:sldChg chg="add ord">
        <pc:chgData name="Soumita Sengupta" userId="4afa6ce1-cb01-46c2-8538-4650222f0c96" providerId="ADAL" clId="{B40F3650-4116-4162-BB34-2551B383FECC}" dt="2021-08-19T10:41:46.237" v="76"/>
        <pc:sldMkLst>
          <pc:docMk/>
          <pc:sldMk cId="2863234239" sldId="525"/>
        </pc:sldMkLst>
      </pc:sldChg>
      <pc:sldChg chg="del">
        <pc:chgData name="Soumita Sengupta" userId="4afa6ce1-cb01-46c2-8538-4650222f0c96" providerId="ADAL" clId="{B40F3650-4116-4162-BB34-2551B383FECC}" dt="2021-08-19T10:24:50.704" v="17" actId="47"/>
        <pc:sldMkLst>
          <pc:docMk/>
          <pc:sldMk cId="3006812007" sldId="727"/>
        </pc:sldMkLst>
      </pc:sldChg>
      <pc:sldChg chg="del">
        <pc:chgData name="Soumita Sengupta" userId="4afa6ce1-cb01-46c2-8538-4650222f0c96" providerId="ADAL" clId="{B40F3650-4116-4162-BB34-2551B383FECC}" dt="2021-08-19T10:24:51.421" v="19" actId="47"/>
        <pc:sldMkLst>
          <pc:docMk/>
          <pc:sldMk cId="361969412" sldId="729"/>
        </pc:sldMkLst>
      </pc:sldChg>
      <pc:sldChg chg="del">
        <pc:chgData name="Soumita Sengupta" userId="4afa6ce1-cb01-46c2-8538-4650222f0c96" providerId="ADAL" clId="{B40F3650-4116-4162-BB34-2551B383FECC}" dt="2021-08-19T10:24:51.722" v="20" actId="47"/>
        <pc:sldMkLst>
          <pc:docMk/>
          <pc:sldMk cId="1915874701" sldId="730"/>
        </pc:sldMkLst>
      </pc:sldChg>
      <pc:sldChg chg="del">
        <pc:chgData name="Soumita Sengupta" userId="4afa6ce1-cb01-46c2-8538-4650222f0c96" providerId="ADAL" clId="{B40F3650-4116-4162-BB34-2551B383FECC}" dt="2021-08-19T10:24:53.145" v="22" actId="47"/>
        <pc:sldMkLst>
          <pc:docMk/>
          <pc:sldMk cId="1595993787" sldId="731"/>
        </pc:sldMkLst>
      </pc:sldChg>
      <pc:sldChg chg="del">
        <pc:chgData name="Soumita Sengupta" userId="4afa6ce1-cb01-46c2-8538-4650222f0c96" providerId="ADAL" clId="{B40F3650-4116-4162-BB34-2551B383FECC}" dt="2021-08-19T10:24:55.573" v="23" actId="47"/>
        <pc:sldMkLst>
          <pc:docMk/>
          <pc:sldMk cId="2222224942" sldId="732"/>
        </pc:sldMkLst>
      </pc:sldChg>
      <pc:sldChg chg="del">
        <pc:chgData name="Soumita Sengupta" userId="4afa6ce1-cb01-46c2-8538-4650222f0c96" providerId="ADAL" clId="{B40F3650-4116-4162-BB34-2551B383FECC}" dt="2021-08-19T10:24:55.873" v="24" actId="47"/>
        <pc:sldMkLst>
          <pc:docMk/>
          <pc:sldMk cId="4207930121" sldId="733"/>
        </pc:sldMkLst>
      </pc:sldChg>
      <pc:sldChg chg="del">
        <pc:chgData name="Soumita Sengupta" userId="4afa6ce1-cb01-46c2-8538-4650222f0c96" providerId="ADAL" clId="{B40F3650-4116-4162-BB34-2551B383FECC}" dt="2021-08-19T10:24:56.036" v="25" actId="47"/>
        <pc:sldMkLst>
          <pc:docMk/>
          <pc:sldMk cId="3931385810" sldId="734"/>
        </pc:sldMkLst>
      </pc:sldChg>
      <pc:sldChg chg="del">
        <pc:chgData name="Soumita Sengupta" userId="4afa6ce1-cb01-46c2-8538-4650222f0c96" providerId="ADAL" clId="{B40F3650-4116-4162-BB34-2551B383FECC}" dt="2021-08-19T10:24:57.378" v="28" actId="47"/>
        <pc:sldMkLst>
          <pc:docMk/>
          <pc:sldMk cId="2633334292" sldId="735"/>
        </pc:sldMkLst>
      </pc:sldChg>
      <pc:sldChg chg="del">
        <pc:chgData name="Soumita Sengupta" userId="4afa6ce1-cb01-46c2-8538-4650222f0c96" providerId="ADAL" clId="{B40F3650-4116-4162-BB34-2551B383FECC}" dt="2021-08-19T10:24:57.572" v="29" actId="47"/>
        <pc:sldMkLst>
          <pc:docMk/>
          <pc:sldMk cId="2643369656" sldId="736"/>
        </pc:sldMkLst>
      </pc:sldChg>
      <pc:sldChg chg="del">
        <pc:chgData name="Soumita Sengupta" userId="4afa6ce1-cb01-46c2-8538-4650222f0c96" providerId="ADAL" clId="{B40F3650-4116-4162-BB34-2551B383FECC}" dt="2021-08-19T10:24:57.695" v="30" actId="47"/>
        <pc:sldMkLst>
          <pc:docMk/>
          <pc:sldMk cId="3894913924" sldId="737"/>
        </pc:sldMkLst>
      </pc:sldChg>
      <pc:sldChg chg="del">
        <pc:chgData name="Soumita Sengupta" userId="4afa6ce1-cb01-46c2-8538-4650222f0c96" providerId="ADAL" clId="{B40F3650-4116-4162-BB34-2551B383FECC}" dt="2021-08-19T10:24:58.862" v="32" actId="47"/>
        <pc:sldMkLst>
          <pc:docMk/>
          <pc:sldMk cId="4201402383" sldId="739"/>
        </pc:sldMkLst>
      </pc:sldChg>
      <pc:sldChg chg="del">
        <pc:chgData name="Soumita Sengupta" userId="4afa6ce1-cb01-46c2-8538-4650222f0c96" providerId="ADAL" clId="{B40F3650-4116-4162-BB34-2551B383FECC}" dt="2021-08-19T10:24:59.586" v="34" actId="47"/>
        <pc:sldMkLst>
          <pc:docMk/>
          <pc:sldMk cId="2355219403" sldId="740"/>
        </pc:sldMkLst>
      </pc:sldChg>
      <pc:sldChg chg="del">
        <pc:chgData name="Soumita Sengupta" userId="4afa6ce1-cb01-46c2-8538-4650222f0c96" providerId="ADAL" clId="{B40F3650-4116-4162-BB34-2551B383FECC}" dt="2021-08-19T10:24:59.764" v="35" actId="47"/>
        <pc:sldMkLst>
          <pc:docMk/>
          <pc:sldMk cId="3247647825" sldId="741"/>
        </pc:sldMkLst>
      </pc:sldChg>
      <pc:sldChg chg="del">
        <pc:chgData name="Soumita Sengupta" userId="4afa6ce1-cb01-46c2-8538-4650222f0c96" providerId="ADAL" clId="{B40F3650-4116-4162-BB34-2551B383FECC}" dt="2021-08-19T10:25:00.603" v="37" actId="47"/>
        <pc:sldMkLst>
          <pc:docMk/>
          <pc:sldMk cId="524730391" sldId="742"/>
        </pc:sldMkLst>
      </pc:sldChg>
      <pc:sldChg chg="del">
        <pc:chgData name="Soumita Sengupta" userId="4afa6ce1-cb01-46c2-8538-4650222f0c96" providerId="ADAL" clId="{B40F3650-4116-4162-BB34-2551B383FECC}" dt="2021-08-19T10:25:00.734" v="38" actId="47"/>
        <pc:sldMkLst>
          <pc:docMk/>
          <pc:sldMk cId="2982867143" sldId="743"/>
        </pc:sldMkLst>
      </pc:sldChg>
      <pc:sldChg chg="del">
        <pc:chgData name="Soumita Sengupta" userId="4afa6ce1-cb01-46c2-8538-4650222f0c96" providerId="ADAL" clId="{B40F3650-4116-4162-BB34-2551B383FECC}" dt="2021-08-19T10:25:01.335" v="40" actId="47"/>
        <pc:sldMkLst>
          <pc:docMk/>
          <pc:sldMk cId="1375910068" sldId="744"/>
        </pc:sldMkLst>
      </pc:sldChg>
      <pc:sldChg chg="del">
        <pc:chgData name="Soumita Sengupta" userId="4afa6ce1-cb01-46c2-8538-4650222f0c96" providerId="ADAL" clId="{B40F3650-4116-4162-BB34-2551B383FECC}" dt="2021-08-19T10:25:01.868" v="42" actId="47"/>
        <pc:sldMkLst>
          <pc:docMk/>
          <pc:sldMk cId="1321172283" sldId="745"/>
        </pc:sldMkLst>
      </pc:sldChg>
      <pc:sldChg chg="del">
        <pc:chgData name="Soumita Sengupta" userId="4afa6ce1-cb01-46c2-8538-4650222f0c96" providerId="ADAL" clId="{B40F3650-4116-4162-BB34-2551B383FECC}" dt="2021-08-19T10:25:02.894" v="44" actId="47"/>
        <pc:sldMkLst>
          <pc:docMk/>
          <pc:sldMk cId="591059380" sldId="746"/>
        </pc:sldMkLst>
      </pc:sldChg>
      <pc:sldChg chg="del">
        <pc:chgData name="Soumita Sengupta" userId="4afa6ce1-cb01-46c2-8538-4650222f0c96" providerId="ADAL" clId="{B40F3650-4116-4162-BB34-2551B383FECC}" dt="2021-08-19T10:25:03.072" v="45" actId="47"/>
        <pc:sldMkLst>
          <pc:docMk/>
          <pc:sldMk cId="3475117086" sldId="747"/>
        </pc:sldMkLst>
      </pc:sldChg>
      <pc:sldChg chg="del">
        <pc:chgData name="Soumita Sengupta" userId="4afa6ce1-cb01-46c2-8538-4650222f0c96" providerId="ADAL" clId="{B40F3650-4116-4162-BB34-2551B383FECC}" dt="2021-08-19T10:25:04.230" v="47" actId="47"/>
        <pc:sldMkLst>
          <pc:docMk/>
          <pc:sldMk cId="405216084" sldId="748"/>
        </pc:sldMkLst>
      </pc:sldChg>
      <pc:sldChg chg="del">
        <pc:chgData name="Soumita Sengupta" userId="4afa6ce1-cb01-46c2-8538-4650222f0c96" providerId="ADAL" clId="{B40F3650-4116-4162-BB34-2551B383FECC}" dt="2021-08-19T10:25:05.565" v="49" actId="47"/>
        <pc:sldMkLst>
          <pc:docMk/>
          <pc:sldMk cId="3372552821" sldId="749"/>
        </pc:sldMkLst>
      </pc:sldChg>
      <pc:sldChg chg="del">
        <pc:chgData name="Soumita Sengupta" userId="4afa6ce1-cb01-46c2-8538-4650222f0c96" providerId="ADAL" clId="{B40F3650-4116-4162-BB34-2551B383FECC}" dt="2021-08-19T10:25:05.966" v="50" actId="47"/>
        <pc:sldMkLst>
          <pc:docMk/>
          <pc:sldMk cId="2342434088" sldId="750"/>
        </pc:sldMkLst>
      </pc:sldChg>
      <pc:sldChg chg="modSp add mod">
        <pc:chgData name="Soumita Sengupta" userId="4afa6ce1-cb01-46c2-8538-4650222f0c96" providerId="ADAL" clId="{B40F3650-4116-4162-BB34-2551B383FECC}" dt="2021-08-19T10:48:01.379" v="155" actId="255"/>
        <pc:sldMkLst>
          <pc:docMk/>
          <pc:sldMk cId="3781635149" sldId="752"/>
        </pc:sldMkLst>
        <pc:spChg chg="mod">
          <ac:chgData name="Soumita Sengupta" userId="4afa6ce1-cb01-46c2-8538-4650222f0c96" providerId="ADAL" clId="{B40F3650-4116-4162-BB34-2551B383FECC}" dt="2021-08-19T10:48:01.379" v="155" actId="255"/>
          <ac:spMkLst>
            <pc:docMk/>
            <pc:sldMk cId="3781635149" sldId="752"/>
            <ac:spMk id="5" creationId="{00000000-0000-0000-0000-000000000000}"/>
          </ac:spMkLst>
        </pc:spChg>
      </pc:sldChg>
      <pc:sldChg chg="modSp add mod">
        <pc:chgData name="Soumita Sengupta" userId="4afa6ce1-cb01-46c2-8538-4650222f0c96" providerId="ADAL" clId="{B40F3650-4116-4162-BB34-2551B383FECC}" dt="2021-08-19T10:48:18.147" v="157" actId="255"/>
        <pc:sldMkLst>
          <pc:docMk/>
          <pc:sldMk cId="3609704129" sldId="753"/>
        </pc:sldMkLst>
        <pc:spChg chg="mod">
          <ac:chgData name="Soumita Sengupta" userId="4afa6ce1-cb01-46c2-8538-4650222f0c96" providerId="ADAL" clId="{B40F3650-4116-4162-BB34-2551B383FECC}" dt="2021-08-19T10:48:18.147" v="157" actId="255"/>
          <ac:spMkLst>
            <pc:docMk/>
            <pc:sldMk cId="3609704129" sldId="753"/>
            <ac:spMk id="5" creationId="{00000000-0000-0000-0000-000000000000}"/>
          </ac:spMkLst>
        </pc:spChg>
      </pc:sldChg>
      <pc:sldChg chg="modSp add mod">
        <pc:chgData name="Soumita Sengupta" userId="4afa6ce1-cb01-46c2-8538-4650222f0c96" providerId="ADAL" clId="{B40F3650-4116-4162-BB34-2551B383FECC}" dt="2021-08-19T10:48:26.717" v="159" actId="27636"/>
        <pc:sldMkLst>
          <pc:docMk/>
          <pc:sldMk cId="3209581276" sldId="754"/>
        </pc:sldMkLst>
        <pc:spChg chg="mod">
          <ac:chgData name="Soumita Sengupta" userId="4afa6ce1-cb01-46c2-8538-4650222f0c96" providerId="ADAL" clId="{B40F3650-4116-4162-BB34-2551B383FECC}" dt="2021-08-19T10:48:26.717" v="159" actId="27636"/>
          <ac:spMkLst>
            <pc:docMk/>
            <pc:sldMk cId="3209581276" sldId="754"/>
            <ac:spMk id="5" creationId="{00000000-0000-0000-0000-000000000000}"/>
          </ac:spMkLst>
        </pc:spChg>
      </pc:sldChg>
      <pc:sldChg chg="modSp add mod">
        <pc:chgData name="Soumita Sengupta" userId="4afa6ce1-cb01-46c2-8538-4650222f0c96" providerId="ADAL" clId="{B40F3650-4116-4162-BB34-2551B383FECC}" dt="2021-08-19T10:48:39.692" v="161" actId="255"/>
        <pc:sldMkLst>
          <pc:docMk/>
          <pc:sldMk cId="3563480216" sldId="756"/>
        </pc:sldMkLst>
        <pc:spChg chg="mod">
          <ac:chgData name="Soumita Sengupta" userId="4afa6ce1-cb01-46c2-8538-4650222f0c96" providerId="ADAL" clId="{B40F3650-4116-4162-BB34-2551B383FECC}" dt="2021-08-19T10:48:39.692" v="161" actId="255"/>
          <ac:spMkLst>
            <pc:docMk/>
            <pc:sldMk cId="3563480216" sldId="756"/>
            <ac:spMk id="5" creationId="{00000000-0000-0000-0000-000000000000}"/>
          </ac:spMkLst>
        </pc:spChg>
      </pc:sldChg>
      <pc:sldChg chg="delSp modSp add mod">
        <pc:chgData name="Soumita Sengupta" userId="4afa6ce1-cb01-46c2-8538-4650222f0c96" providerId="ADAL" clId="{B40F3650-4116-4162-BB34-2551B383FECC}" dt="2021-08-19T10:48:49.065" v="163" actId="1076"/>
        <pc:sldMkLst>
          <pc:docMk/>
          <pc:sldMk cId="1011519630" sldId="757"/>
        </pc:sldMkLst>
        <pc:spChg chg="del">
          <ac:chgData name="Soumita Sengupta" userId="4afa6ce1-cb01-46c2-8538-4650222f0c96" providerId="ADAL" clId="{B40F3650-4116-4162-BB34-2551B383FECC}" dt="2021-08-19T10:44:10.393" v="77" actId="478"/>
          <ac:spMkLst>
            <pc:docMk/>
            <pc:sldMk cId="1011519630" sldId="757"/>
            <ac:spMk id="11" creationId="{00000000-0000-0000-0000-000000000000}"/>
          </ac:spMkLst>
        </pc:spChg>
        <pc:picChg chg="mod">
          <ac:chgData name="Soumita Sengupta" userId="4afa6ce1-cb01-46c2-8538-4650222f0c96" providerId="ADAL" clId="{B40F3650-4116-4162-BB34-2551B383FECC}" dt="2021-08-19T10:48:49.065" v="163" actId="1076"/>
          <ac:picMkLst>
            <pc:docMk/>
            <pc:sldMk cId="1011519630" sldId="757"/>
            <ac:picMk id="2" creationId="{00000000-0000-0000-0000-000000000000}"/>
          </ac:picMkLst>
        </pc:picChg>
      </pc:sldChg>
      <pc:sldChg chg="modSp add mod">
        <pc:chgData name="Soumita Sengupta" userId="4afa6ce1-cb01-46c2-8538-4650222f0c96" providerId="ADAL" clId="{B40F3650-4116-4162-BB34-2551B383FECC}" dt="2021-08-19T10:49:00.688" v="165" actId="255"/>
        <pc:sldMkLst>
          <pc:docMk/>
          <pc:sldMk cId="3902355907" sldId="758"/>
        </pc:sldMkLst>
        <pc:spChg chg="mod">
          <ac:chgData name="Soumita Sengupta" userId="4afa6ce1-cb01-46c2-8538-4650222f0c96" providerId="ADAL" clId="{B40F3650-4116-4162-BB34-2551B383FECC}" dt="2021-08-19T10:48:56.246" v="164" actId="255"/>
          <ac:spMkLst>
            <pc:docMk/>
            <pc:sldMk cId="3902355907" sldId="758"/>
            <ac:spMk id="5" creationId="{00000000-0000-0000-0000-000000000000}"/>
          </ac:spMkLst>
        </pc:spChg>
        <pc:spChg chg="mod">
          <ac:chgData name="Soumita Sengupta" userId="4afa6ce1-cb01-46c2-8538-4650222f0c96" providerId="ADAL" clId="{B40F3650-4116-4162-BB34-2551B383FECC}" dt="2021-08-19T10:49:00.688" v="165" actId="255"/>
          <ac:spMkLst>
            <pc:docMk/>
            <pc:sldMk cId="3902355907" sldId="758"/>
            <ac:spMk id="6" creationId="{05E7F7E3-9E8C-4121-88D2-4C4B236DAF24}"/>
          </ac:spMkLst>
        </pc:spChg>
      </pc:sldChg>
      <pc:sldChg chg="modSp add mod">
        <pc:chgData name="Soumita Sengupta" userId="4afa6ce1-cb01-46c2-8538-4650222f0c96" providerId="ADAL" clId="{B40F3650-4116-4162-BB34-2551B383FECC}" dt="2021-08-19T10:49:06.306" v="166" actId="255"/>
        <pc:sldMkLst>
          <pc:docMk/>
          <pc:sldMk cId="2304859679" sldId="759"/>
        </pc:sldMkLst>
        <pc:spChg chg="mod">
          <ac:chgData name="Soumita Sengupta" userId="4afa6ce1-cb01-46c2-8538-4650222f0c96" providerId="ADAL" clId="{B40F3650-4116-4162-BB34-2551B383FECC}" dt="2021-08-19T10:49:06.306" v="166" actId="255"/>
          <ac:spMkLst>
            <pc:docMk/>
            <pc:sldMk cId="2304859679" sldId="759"/>
            <ac:spMk id="5" creationId="{00000000-0000-0000-0000-000000000000}"/>
          </ac:spMkLst>
        </pc:spChg>
      </pc:sldChg>
      <pc:sldChg chg="del">
        <pc:chgData name="Soumita Sengupta" userId="4afa6ce1-cb01-46c2-8538-4650222f0c96" providerId="ADAL" clId="{B40F3650-4116-4162-BB34-2551B383FECC}" dt="2021-08-19T10:24:51.221" v="18" actId="47"/>
        <pc:sldMkLst>
          <pc:docMk/>
          <pc:sldMk cId="3820407078" sldId="887"/>
        </pc:sldMkLst>
      </pc:sldChg>
      <pc:sldChg chg="del">
        <pc:chgData name="Soumita Sengupta" userId="4afa6ce1-cb01-46c2-8538-4650222f0c96" providerId="ADAL" clId="{B40F3650-4116-4162-BB34-2551B383FECC}" dt="2021-08-19T10:24:52.255" v="21" actId="47"/>
        <pc:sldMkLst>
          <pc:docMk/>
          <pc:sldMk cId="2554462038" sldId="888"/>
        </pc:sldMkLst>
      </pc:sldChg>
      <pc:sldChg chg="del">
        <pc:chgData name="Soumita Sengupta" userId="4afa6ce1-cb01-46c2-8538-4650222f0c96" providerId="ADAL" clId="{B40F3650-4116-4162-BB34-2551B383FECC}" dt="2021-08-19T10:24:56.722" v="26" actId="47"/>
        <pc:sldMkLst>
          <pc:docMk/>
          <pc:sldMk cId="945208216" sldId="889"/>
        </pc:sldMkLst>
      </pc:sldChg>
      <pc:sldChg chg="del">
        <pc:chgData name="Soumita Sengupta" userId="4afa6ce1-cb01-46c2-8538-4650222f0c96" providerId="ADAL" clId="{B40F3650-4116-4162-BB34-2551B383FECC}" dt="2021-08-19T10:24:59.416" v="33" actId="47"/>
        <pc:sldMkLst>
          <pc:docMk/>
          <pc:sldMk cId="2233172498" sldId="890"/>
        </pc:sldMkLst>
      </pc:sldChg>
      <pc:sldChg chg="del">
        <pc:chgData name="Soumita Sengupta" userId="4afa6ce1-cb01-46c2-8538-4650222f0c96" providerId="ADAL" clId="{B40F3650-4116-4162-BB34-2551B383FECC}" dt="2021-08-19T10:25:00.333" v="36" actId="47"/>
        <pc:sldMkLst>
          <pc:docMk/>
          <pc:sldMk cId="3665284836" sldId="891"/>
        </pc:sldMkLst>
      </pc:sldChg>
      <pc:sldChg chg="del">
        <pc:chgData name="Soumita Sengupta" userId="4afa6ce1-cb01-46c2-8538-4650222f0c96" providerId="ADAL" clId="{B40F3650-4116-4162-BB34-2551B383FECC}" dt="2021-08-19T10:25:00.934" v="39" actId="47"/>
        <pc:sldMkLst>
          <pc:docMk/>
          <pc:sldMk cId="2541011516" sldId="892"/>
        </pc:sldMkLst>
      </pc:sldChg>
      <pc:sldChg chg="del">
        <pc:chgData name="Soumita Sengupta" userId="4afa6ce1-cb01-46c2-8538-4650222f0c96" providerId="ADAL" clId="{B40F3650-4116-4162-BB34-2551B383FECC}" dt="2021-08-19T10:25:01.652" v="41" actId="47"/>
        <pc:sldMkLst>
          <pc:docMk/>
          <pc:sldMk cId="2706045134" sldId="893"/>
        </pc:sldMkLst>
      </pc:sldChg>
      <pc:sldChg chg="del">
        <pc:chgData name="Soumita Sengupta" userId="4afa6ce1-cb01-46c2-8538-4650222f0c96" providerId="ADAL" clId="{B40F3650-4116-4162-BB34-2551B383FECC}" dt="2021-08-19T10:25:02.486" v="43" actId="47"/>
        <pc:sldMkLst>
          <pc:docMk/>
          <pc:sldMk cId="3684676909" sldId="894"/>
        </pc:sldMkLst>
      </pc:sldChg>
      <pc:sldChg chg="del">
        <pc:chgData name="Soumita Sengupta" userId="4afa6ce1-cb01-46c2-8538-4650222f0c96" providerId="ADAL" clId="{B40F3650-4116-4162-BB34-2551B383FECC}" dt="2021-08-19T10:25:03.257" v="46" actId="47"/>
        <pc:sldMkLst>
          <pc:docMk/>
          <pc:sldMk cId="240143812" sldId="895"/>
        </pc:sldMkLst>
      </pc:sldChg>
      <pc:sldChg chg="del">
        <pc:chgData name="Soumita Sengupta" userId="4afa6ce1-cb01-46c2-8538-4650222f0c96" providerId="ADAL" clId="{B40F3650-4116-4162-BB34-2551B383FECC}" dt="2021-08-19T10:25:04.732" v="48" actId="47"/>
        <pc:sldMkLst>
          <pc:docMk/>
          <pc:sldMk cId="2514170485" sldId="896"/>
        </pc:sldMkLst>
      </pc:sldChg>
      <pc:sldChg chg="modSp add mod">
        <pc:chgData name="Soumita Sengupta" userId="4afa6ce1-cb01-46c2-8538-4650222f0c96" providerId="ADAL" clId="{B40F3650-4116-4162-BB34-2551B383FECC}" dt="2021-08-19T10:48:33.551" v="160" actId="255"/>
        <pc:sldMkLst>
          <pc:docMk/>
          <pc:sldMk cId="3780801346" sldId="897"/>
        </pc:sldMkLst>
        <pc:spChg chg="mod">
          <ac:chgData name="Soumita Sengupta" userId="4afa6ce1-cb01-46c2-8538-4650222f0c96" providerId="ADAL" clId="{B40F3650-4116-4162-BB34-2551B383FECC}" dt="2021-08-19T10:48:33.551" v="160" actId="255"/>
          <ac:spMkLst>
            <pc:docMk/>
            <pc:sldMk cId="3780801346" sldId="897"/>
            <ac:spMk id="5" creationId="{00000000-0000-0000-0000-000000000000}"/>
          </ac:spMkLst>
        </pc:spChg>
      </pc:sldChg>
      <pc:sldChg chg="modSp add mod">
        <pc:chgData name="Soumita Sengupta" userId="4afa6ce1-cb01-46c2-8538-4650222f0c96" providerId="ADAL" clId="{B40F3650-4116-4162-BB34-2551B383FECC}" dt="2021-08-19T10:48:45.725" v="162" actId="255"/>
        <pc:sldMkLst>
          <pc:docMk/>
          <pc:sldMk cId="1292349193" sldId="898"/>
        </pc:sldMkLst>
        <pc:spChg chg="mod">
          <ac:chgData name="Soumita Sengupta" userId="4afa6ce1-cb01-46c2-8538-4650222f0c96" providerId="ADAL" clId="{B40F3650-4116-4162-BB34-2551B383FECC}" dt="2021-08-19T10:48:45.725" v="162" actId="255"/>
          <ac:spMkLst>
            <pc:docMk/>
            <pc:sldMk cId="1292349193" sldId="898"/>
            <ac:spMk id="5" creationId="{00000000-0000-0000-0000-000000000000}"/>
          </ac:spMkLst>
        </pc:spChg>
      </pc:sldChg>
      <pc:sldChg chg="del">
        <pc:chgData name="Soumita Sengupta" userId="4afa6ce1-cb01-46c2-8538-4650222f0c96" providerId="ADAL" clId="{B40F3650-4116-4162-BB34-2551B383FECC}" dt="2021-08-19T10:24:58.614" v="31" actId="47"/>
        <pc:sldMkLst>
          <pc:docMk/>
          <pc:sldMk cId="260074369" sldId="1328"/>
        </pc:sldMkLst>
      </pc:sldChg>
      <pc:sldChg chg="modSp mod">
        <pc:chgData name="Soumita Sengupta" userId="4afa6ce1-cb01-46c2-8538-4650222f0c96" providerId="ADAL" clId="{B40F3650-4116-4162-BB34-2551B383FECC}" dt="2021-08-19T10:25:24.407" v="70" actId="20577"/>
        <pc:sldMkLst>
          <pc:docMk/>
          <pc:sldMk cId="4294574429" sldId="1329"/>
        </pc:sldMkLst>
        <pc:spChg chg="mod">
          <ac:chgData name="Soumita Sengupta" userId="4afa6ce1-cb01-46c2-8538-4650222f0c96" providerId="ADAL" clId="{B40F3650-4116-4162-BB34-2551B383FECC}" dt="2021-08-19T10:25:24.407" v="70" actId="20577"/>
          <ac:spMkLst>
            <pc:docMk/>
            <pc:sldMk cId="4294574429" sldId="1329"/>
            <ac:spMk id="2" creationId="{57983F62-BBB9-431B-A37F-BDA0DC7153F6}"/>
          </ac:spMkLst>
        </pc:spChg>
      </pc:sldChg>
      <pc:sldChg chg="del">
        <pc:chgData name="Soumita Sengupta" userId="4afa6ce1-cb01-46c2-8538-4650222f0c96" providerId="ADAL" clId="{B40F3650-4116-4162-BB34-2551B383FECC}" dt="2021-08-19T10:24:57.256" v="27" actId="47"/>
        <pc:sldMkLst>
          <pc:docMk/>
          <pc:sldMk cId="1948634782" sldId="1330"/>
        </pc:sldMkLst>
      </pc:sldChg>
      <pc:sldMasterChg chg="delSldLayout">
        <pc:chgData name="Soumita Sengupta" userId="4afa6ce1-cb01-46c2-8538-4650222f0c96" providerId="ADAL" clId="{B40F3650-4116-4162-BB34-2551B383FECC}" dt="2021-08-19T10:24:59.586" v="34" actId="47"/>
        <pc:sldMasterMkLst>
          <pc:docMk/>
          <pc:sldMasterMk cId="1029875623" sldId="2147483678"/>
        </pc:sldMasterMkLst>
        <pc:sldLayoutChg chg="del">
          <pc:chgData name="Soumita Sengupta" userId="4afa6ce1-cb01-46c2-8538-4650222f0c96" providerId="ADAL" clId="{B40F3650-4116-4162-BB34-2551B383FECC}" dt="2021-08-19T10:24:59.586" v="34" actId="47"/>
          <pc:sldLayoutMkLst>
            <pc:docMk/>
            <pc:sldMasterMk cId="1029875623" sldId="2147483678"/>
            <pc:sldLayoutMk cId="3189769506" sldId="2147483733"/>
          </pc:sldLayoutMkLst>
        </pc:sldLayoutChg>
      </pc:sldMasterChg>
    </pc:docChg>
  </pc:docChgLst>
  <pc:docChgLst>
    <pc:chgData name="Soumita Sengupta" userId="4afa6ce1-cb01-46c2-8538-4650222f0c96" providerId="ADAL" clId="{46DF16B1-DF4E-4810-B0DB-6F1B830FE49B}"/>
    <pc:docChg chg="undo custSel delSld modSld">
      <pc:chgData name="Soumita Sengupta" userId="4afa6ce1-cb01-46c2-8538-4650222f0c96" providerId="ADAL" clId="{46DF16B1-DF4E-4810-B0DB-6F1B830FE49B}" dt="2021-06-01T09:56:50.773" v="22" actId="47"/>
      <pc:docMkLst>
        <pc:docMk/>
      </pc:docMkLst>
      <pc:sldChg chg="del">
        <pc:chgData name="Soumita Sengupta" userId="4afa6ce1-cb01-46c2-8538-4650222f0c96" providerId="ADAL" clId="{46DF16B1-DF4E-4810-B0DB-6F1B830FE49B}" dt="2021-06-01T09:56:45.690" v="8" actId="47"/>
        <pc:sldMkLst>
          <pc:docMk/>
          <pc:sldMk cId="1022635140" sldId="259"/>
        </pc:sldMkLst>
      </pc:sldChg>
      <pc:sldChg chg="del">
        <pc:chgData name="Soumita Sengupta" userId="4afa6ce1-cb01-46c2-8538-4650222f0c96" providerId="ADAL" clId="{46DF16B1-DF4E-4810-B0DB-6F1B830FE49B}" dt="2021-06-01T09:56:46.392" v="12" actId="47"/>
        <pc:sldMkLst>
          <pc:docMk/>
          <pc:sldMk cId="1672968615" sldId="261"/>
        </pc:sldMkLst>
      </pc:sldChg>
      <pc:sldChg chg="del">
        <pc:chgData name="Soumita Sengupta" userId="4afa6ce1-cb01-46c2-8538-4650222f0c96" providerId="ADAL" clId="{46DF16B1-DF4E-4810-B0DB-6F1B830FE49B}" dt="2021-06-01T09:56:47.173" v="13" actId="47"/>
        <pc:sldMkLst>
          <pc:docMk/>
          <pc:sldMk cId="1736851683" sldId="262"/>
        </pc:sldMkLst>
      </pc:sldChg>
      <pc:sldChg chg="del">
        <pc:chgData name="Soumita Sengupta" userId="4afa6ce1-cb01-46c2-8538-4650222f0c96" providerId="ADAL" clId="{46DF16B1-DF4E-4810-B0DB-6F1B830FE49B}" dt="2021-06-01T09:56:49.102" v="14" actId="47"/>
        <pc:sldMkLst>
          <pc:docMk/>
          <pc:sldMk cId="2420192051" sldId="263"/>
        </pc:sldMkLst>
      </pc:sldChg>
      <pc:sldChg chg="del">
        <pc:chgData name="Soumita Sengupta" userId="4afa6ce1-cb01-46c2-8538-4650222f0c96" providerId="ADAL" clId="{46DF16B1-DF4E-4810-B0DB-6F1B830FE49B}" dt="2021-06-01T09:56:49.255" v="15" actId="47"/>
        <pc:sldMkLst>
          <pc:docMk/>
          <pc:sldMk cId="2264191856" sldId="264"/>
        </pc:sldMkLst>
      </pc:sldChg>
      <pc:sldChg chg="del">
        <pc:chgData name="Soumita Sengupta" userId="4afa6ce1-cb01-46c2-8538-4650222f0c96" providerId="ADAL" clId="{46DF16B1-DF4E-4810-B0DB-6F1B830FE49B}" dt="2021-06-01T09:56:49.872" v="17" actId="47"/>
        <pc:sldMkLst>
          <pc:docMk/>
          <pc:sldMk cId="3421038341" sldId="265"/>
        </pc:sldMkLst>
      </pc:sldChg>
      <pc:sldChg chg="del">
        <pc:chgData name="Soumita Sengupta" userId="4afa6ce1-cb01-46c2-8538-4650222f0c96" providerId="ADAL" clId="{46DF16B1-DF4E-4810-B0DB-6F1B830FE49B}" dt="2021-06-01T09:56:50.272" v="19" actId="47"/>
        <pc:sldMkLst>
          <pc:docMk/>
          <pc:sldMk cId="1488796333" sldId="266"/>
        </pc:sldMkLst>
      </pc:sldChg>
      <pc:sldChg chg="del">
        <pc:chgData name="Soumita Sengupta" userId="4afa6ce1-cb01-46c2-8538-4650222f0c96" providerId="ADAL" clId="{46DF16B1-DF4E-4810-B0DB-6F1B830FE49B}" dt="2021-06-01T09:56:49.440" v="16" actId="47"/>
        <pc:sldMkLst>
          <pc:docMk/>
          <pc:sldMk cId="597918064" sldId="273"/>
        </pc:sldMkLst>
      </pc:sldChg>
      <pc:sldChg chg="del">
        <pc:chgData name="Soumita Sengupta" userId="4afa6ce1-cb01-46c2-8538-4650222f0c96" providerId="ADAL" clId="{46DF16B1-DF4E-4810-B0DB-6F1B830FE49B}" dt="2021-06-01T09:56:50.604" v="21" actId="47"/>
        <pc:sldMkLst>
          <pc:docMk/>
          <pc:sldMk cId="2239544602" sldId="275"/>
        </pc:sldMkLst>
      </pc:sldChg>
      <pc:sldChg chg="del">
        <pc:chgData name="Soumita Sengupta" userId="4afa6ce1-cb01-46c2-8538-4650222f0c96" providerId="ADAL" clId="{46DF16B1-DF4E-4810-B0DB-6F1B830FE49B}" dt="2021-06-01T09:56:44.826" v="6" actId="47"/>
        <pc:sldMkLst>
          <pc:docMk/>
          <pc:sldMk cId="1067621467" sldId="296"/>
        </pc:sldMkLst>
      </pc:sldChg>
      <pc:sldChg chg="del">
        <pc:chgData name="Soumita Sengupta" userId="4afa6ce1-cb01-46c2-8538-4650222f0c96" providerId="ADAL" clId="{46DF16B1-DF4E-4810-B0DB-6F1B830FE49B}" dt="2021-06-01T09:56:44.588" v="5" actId="47"/>
        <pc:sldMkLst>
          <pc:docMk/>
          <pc:sldMk cId="423898684" sldId="297"/>
        </pc:sldMkLst>
      </pc:sldChg>
      <pc:sldChg chg="del">
        <pc:chgData name="Soumita Sengupta" userId="4afa6ce1-cb01-46c2-8538-4650222f0c96" providerId="ADAL" clId="{46DF16B1-DF4E-4810-B0DB-6F1B830FE49B}" dt="2021-06-01T09:56:45.875" v="9" actId="47"/>
        <pc:sldMkLst>
          <pc:docMk/>
          <pc:sldMk cId="1391298160" sldId="298"/>
        </pc:sldMkLst>
      </pc:sldChg>
      <pc:sldChg chg="del">
        <pc:chgData name="Soumita Sengupta" userId="4afa6ce1-cb01-46c2-8538-4650222f0c96" providerId="ADAL" clId="{46DF16B1-DF4E-4810-B0DB-6F1B830FE49B}" dt="2021-06-01T09:56:46.022" v="10" actId="47"/>
        <pc:sldMkLst>
          <pc:docMk/>
          <pc:sldMk cId="2991185092" sldId="299"/>
        </pc:sldMkLst>
      </pc:sldChg>
      <pc:sldChg chg="del">
        <pc:chgData name="Soumita Sengupta" userId="4afa6ce1-cb01-46c2-8538-4650222f0c96" providerId="ADAL" clId="{46DF16B1-DF4E-4810-B0DB-6F1B830FE49B}" dt="2021-06-01T09:56:50.088" v="18" actId="47"/>
        <pc:sldMkLst>
          <pc:docMk/>
          <pc:sldMk cId="2793898638" sldId="300"/>
        </pc:sldMkLst>
      </pc:sldChg>
      <pc:sldChg chg="modSp mod">
        <pc:chgData name="Soumita Sengupta" userId="4afa6ce1-cb01-46c2-8538-4650222f0c96" providerId="ADAL" clId="{46DF16B1-DF4E-4810-B0DB-6F1B830FE49B}" dt="2021-06-01T09:56:31.156" v="3" actId="14100"/>
        <pc:sldMkLst>
          <pc:docMk/>
          <pc:sldMk cId="2584036331" sldId="339"/>
        </pc:sldMkLst>
        <pc:spChg chg="mod">
          <ac:chgData name="Soumita Sengupta" userId="4afa6ce1-cb01-46c2-8538-4650222f0c96" providerId="ADAL" clId="{46DF16B1-DF4E-4810-B0DB-6F1B830FE49B}" dt="2021-06-01T09:56:31.156" v="3" actId="14100"/>
          <ac:spMkLst>
            <pc:docMk/>
            <pc:sldMk cId="2584036331" sldId="339"/>
            <ac:spMk id="5" creationId="{6D1A1596-A8D7-4C1A-8956-0FA40A84EFCA}"/>
          </ac:spMkLst>
        </pc:spChg>
      </pc:sldChg>
      <pc:sldChg chg="del">
        <pc:chgData name="Soumita Sengupta" userId="4afa6ce1-cb01-46c2-8538-4650222f0c96" providerId="ADAL" clId="{46DF16B1-DF4E-4810-B0DB-6F1B830FE49B}" dt="2021-06-01T09:56:44.480" v="4" actId="47"/>
        <pc:sldMkLst>
          <pc:docMk/>
          <pc:sldMk cId="473323582" sldId="359"/>
        </pc:sldMkLst>
      </pc:sldChg>
      <pc:sldChg chg="del">
        <pc:chgData name="Soumita Sengupta" userId="4afa6ce1-cb01-46c2-8538-4650222f0c96" providerId="ADAL" clId="{46DF16B1-DF4E-4810-B0DB-6F1B830FE49B}" dt="2021-06-01T09:56:46.176" v="11" actId="47"/>
        <pc:sldMkLst>
          <pc:docMk/>
          <pc:sldMk cId="369802496" sldId="1322"/>
        </pc:sldMkLst>
      </pc:sldChg>
      <pc:sldChg chg="del">
        <pc:chgData name="Soumita Sengupta" userId="4afa6ce1-cb01-46c2-8538-4650222f0c96" providerId="ADAL" clId="{46DF16B1-DF4E-4810-B0DB-6F1B830FE49B}" dt="2021-06-01T09:56:50.441" v="20" actId="47"/>
        <pc:sldMkLst>
          <pc:docMk/>
          <pc:sldMk cId="1209534790" sldId="1324"/>
        </pc:sldMkLst>
      </pc:sldChg>
      <pc:sldChg chg="del">
        <pc:chgData name="Soumita Sengupta" userId="4afa6ce1-cb01-46c2-8538-4650222f0c96" providerId="ADAL" clId="{46DF16B1-DF4E-4810-B0DB-6F1B830FE49B}" dt="2021-06-01T09:56:50.773" v="22" actId="47"/>
        <pc:sldMkLst>
          <pc:docMk/>
          <pc:sldMk cId="3906375660" sldId="1325"/>
        </pc:sldMkLst>
      </pc:sldChg>
      <pc:sldChg chg="del">
        <pc:chgData name="Soumita Sengupta" userId="4afa6ce1-cb01-46c2-8538-4650222f0c96" providerId="ADAL" clId="{46DF16B1-DF4E-4810-B0DB-6F1B830FE49B}" dt="2021-06-01T09:56:45.004" v="7" actId="47"/>
        <pc:sldMkLst>
          <pc:docMk/>
          <pc:sldMk cId="2792125546" sldId="1326"/>
        </pc:sldMkLst>
      </pc:sldChg>
      <pc:sldMasterChg chg="delSldLayout">
        <pc:chgData name="Soumita Sengupta" userId="4afa6ce1-cb01-46c2-8538-4650222f0c96" providerId="ADAL" clId="{46DF16B1-DF4E-4810-B0DB-6F1B830FE49B}" dt="2021-06-01T09:56:46.392" v="12" actId="47"/>
        <pc:sldMasterMkLst>
          <pc:docMk/>
          <pc:sldMasterMk cId="1029875623" sldId="2147483678"/>
        </pc:sldMasterMkLst>
        <pc:sldLayoutChg chg="del">
          <pc:chgData name="Soumita Sengupta" userId="4afa6ce1-cb01-46c2-8538-4650222f0c96" providerId="ADAL" clId="{46DF16B1-DF4E-4810-B0DB-6F1B830FE49B}" dt="2021-06-01T09:56:46.392" v="12" actId="47"/>
          <pc:sldLayoutMkLst>
            <pc:docMk/>
            <pc:sldMasterMk cId="1029875623" sldId="2147483678"/>
            <pc:sldLayoutMk cId="3749695291" sldId="2147483733"/>
          </pc:sldLayoutMkLst>
        </pc:sldLayoutChg>
      </pc:sldMasterChg>
    </pc:docChg>
  </pc:docChgLst>
  <pc:docChgLst>
    <pc:chgData name="Soumita Sengupta" userId="4afa6ce1-cb01-46c2-8538-4650222f0c96" providerId="ADAL" clId="{2571C0C7-060E-48EE-9E7D-00F1E2A5D45C}"/>
    <pc:docChg chg="undo custSel addSld delSld modSld sldOrd modMainMaster">
      <pc:chgData name="Soumita Sengupta" userId="4afa6ce1-cb01-46c2-8538-4650222f0c96" providerId="ADAL" clId="{2571C0C7-060E-48EE-9E7D-00F1E2A5D45C}" dt="2021-06-24T11:15:39.967" v="148" actId="207"/>
      <pc:docMkLst>
        <pc:docMk/>
      </pc:docMkLst>
      <pc:sldChg chg="del">
        <pc:chgData name="Soumita Sengupta" userId="4afa6ce1-cb01-46c2-8538-4650222f0c96" providerId="ADAL" clId="{2571C0C7-060E-48EE-9E7D-00F1E2A5D45C}" dt="2021-06-24T08:49:04.858" v="70" actId="47"/>
        <pc:sldMkLst>
          <pc:docMk/>
          <pc:sldMk cId="1912468287" sldId="260"/>
        </pc:sldMkLst>
      </pc:sldChg>
      <pc:sldChg chg="del">
        <pc:chgData name="Soumita Sengupta" userId="4afa6ce1-cb01-46c2-8538-4650222f0c96" providerId="ADAL" clId="{2571C0C7-060E-48EE-9E7D-00F1E2A5D45C}" dt="2021-06-24T08:30:15.381" v="21" actId="47"/>
        <pc:sldMkLst>
          <pc:docMk/>
          <pc:sldMk cId="3916458465" sldId="274"/>
        </pc:sldMkLst>
      </pc:sldChg>
      <pc:sldChg chg="del">
        <pc:chgData name="Soumita Sengupta" userId="4afa6ce1-cb01-46c2-8538-4650222f0c96" providerId="ADAL" clId="{2571C0C7-060E-48EE-9E7D-00F1E2A5D45C}" dt="2021-06-24T08:30:15.544" v="22" actId="47"/>
        <pc:sldMkLst>
          <pc:docMk/>
          <pc:sldMk cId="1769911636" sldId="275"/>
        </pc:sldMkLst>
      </pc:sldChg>
      <pc:sldChg chg="del">
        <pc:chgData name="Soumita Sengupta" userId="4afa6ce1-cb01-46c2-8538-4650222f0c96" providerId="ADAL" clId="{2571C0C7-060E-48EE-9E7D-00F1E2A5D45C}" dt="2021-06-24T08:30:15.698" v="23" actId="47"/>
        <pc:sldMkLst>
          <pc:docMk/>
          <pc:sldMk cId="3249280852" sldId="276"/>
        </pc:sldMkLst>
      </pc:sldChg>
      <pc:sldChg chg="del">
        <pc:chgData name="Soumita Sengupta" userId="4afa6ce1-cb01-46c2-8538-4650222f0c96" providerId="ADAL" clId="{2571C0C7-060E-48EE-9E7D-00F1E2A5D45C}" dt="2021-06-24T08:30:15.866" v="24" actId="47"/>
        <pc:sldMkLst>
          <pc:docMk/>
          <pc:sldMk cId="269360884" sldId="279"/>
        </pc:sldMkLst>
      </pc:sldChg>
      <pc:sldChg chg="del">
        <pc:chgData name="Soumita Sengupta" userId="4afa6ce1-cb01-46c2-8538-4650222f0c96" providerId="ADAL" clId="{2571C0C7-060E-48EE-9E7D-00F1E2A5D45C}" dt="2021-06-24T08:30:16.214" v="26" actId="47"/>
        <pc:sldMkLst>
          <pc:docMk/>
          <pc:sldMk cId="3621967906" sldId="280"/>
        </pc:sldMkLst>
      </pc:sldChg>
      <pc:sldChg chg="del">
        <pc:chgData name="Soumita Sengupta" userId="4afa6ce1-cb01-46c2-8538-4650222f0c96" providerId="ADAL" clId="{2571C0C7-060E-48EE-9E7D-00F1E2A5D45C}" dt="2021-06-24T08:30:16.853" v="30" actId="47"/>
        <pc:sldMkLst>
          <pc:docMk/>
          <pc:sldMk cId="2998439583" sldId="286"/>
        </pc:sldMkLst>
      </pc:sldChg>
      <pc:sldChg chg="del">
        <pc:chgData name="Soumita Sengupta" userId="4afa6ce1-cb01-46c2-8538-4650222f0c96" providerId="ADAL" clId="{2571C0C7-060E-48EE-9E7D-00F1E2A5D45C}" dt="2021-06-24T08:30:18.156" v="35" actId="47"/>
        <pc:sldMkLst>
          <pc:docMk/>
          <pc:sldMk cId="2747257436" sldId="287"/>
        </pc:sldMkLst>
      </pc:sldChg>
      <pc:sldChg chg="del">
        <pc:chgData name="Soumita Sengupta" userId="4afa6ce1-cb01-46c2-8538-4650222f0c96" providerId="ADAL" clId="{2571C0C7-060E-48EE-9E7D-00F1E2A5D45C}" dt="2021-06-24T08:30:18.938" v="38" actId="47"/>
        <pc:sldMkLst>
          <pc:docMk/>
          <pc:sldMk cId="497692830" sldId="288"/>
        </pc:sldMkLst>
      </pc:sldChg>
      <pc:sldChg chg="del">
        <pc:chgData name="Soumita Sengupta" userId="4afa6ce1-cb01-46c2-8538-4650222f0c96" providerId="ADAL" clId="{2571C0C7-060E-48EE-9E7D-00F1E2A5D45C}" dt="2021-06-24T08:30:19.593" v="39" actId="47"/>
        <pc:sldMkLst>
          <pc:docMk/>
          <pc:sldMk cId="1690934009" sldId="289"/>
        </pc:sldMkLst>
      </pc:sldChg>
      <pc:sldChg chg="del">
        <pc:chgData name="Soumita Sengupta" userId="4afa6ce1-cb01-46c2-8538-4650222f0c96" providerId="ADAL" clId="{2571C0C7-060E-48EE-9E7D-00F1E2A5D45C}" dt="2021-06-24T08:30:20.546" v="40" actId="47"/>
        <pc:sldMkLst>
          <pc:docMk/>
          <pc:sldMk cId="3987752600" sldId="290"/>
        </pc:sldMkLst>
      </pc:sldChg>
      <pc:sldChg chg="modSp mod">
        <pc:chgData name="Soumita Sengupta" userId="4afa6ce1-cb01-46c2-8538-4650222f0c96" providerId="ADAL" clId="{2571C0C7-060E-48EE-9E7D-00F1E2A5D45C}" dt="2021-06-24T08:30:12.618" v="20" actId="20577"/>
        <pc:sldMkLst>
          <pc:docMk/>
          <pc:sldMk cId="2584036331" sldId="339"/>
        </pc:sldMkLst>
        <pc:spChg chg="mod">
          <ac:chgData name="Soumita Sengupta" userId="4afa6ce1-cb01-46c2-8538-4650222f0c96" providerId="ADAL" clId="{2571C0C7-060E-48EE-9E7D-00F1E2A5D45C}" dt="2021-06-24T08:30:12.618" v="20" actId="20577"/>
          <ac:spMkLst>
            <pc:docMk/>
            <pc:sldMk cId="2584036331" sldId="339"/>
            <ac:spMk id="5" creationId="{6D1A1596-A8D7-4C1A-8956-0FA40A84EFCA}"/>
          </ac:spMkLst>
        </pc:spChg>
      </pc:sldChg>
      <pc:sldChg chg="modSp add mod">
        <pc:chgData name="Soumita Sengupta" userId="4afa6ce1-cb01-46c2-8538-4650222f0c96" providerId="ADAL" clId="{2571C0C7-060E-48EE-9E7D-00F1E2A5D45C}" dt="2021-06-24T08:54:08.320" v="76" actId="255"/>
        <pc:sldMkLst>
          <pc:docMk/>
          <pc:sldMk cId="3006812007" sldId="727"/>
        </pc:sldMkLst>
        <pc:spChg chg="mod">
          <ac:chgData name="Soumita Sengupta" userId="4afa6ce1-cb01-46c2-8538-4650222f0c96" providerId="ADAL" clId="{2571C0C7-060E-48EE-9E7D-00F1E2A5D45C}" dt="2021-06-24T08:54:08.320" v="76" actId="255"/>
          <ac:spMkLst>
            <pc:docMk/>
            <pc:sldMk cId="3006812007" sldId="727"/>
            <ac:spMk id="3" creationId="{00000000-0000-0000-0000-000000000000}"/>
          </ac:spMkLst>
        </pc:spChg>
        <pc:spChg chg="mod">
          <ac:chgData name="Soumita Sengupta" userId="4afa6ce1-cb01-46c2-8538-4650222f0c96" providerId="ADAL" clId="{2571C0C7-060E-48EE-9E7D-00F1E2A5D45C}" dt="2021-06-24T08:51:45.036" v="74" actId="207"/>
          <ac:spMkLst>
            <pc:docMk/>
            <pc:sldMk cId="3006812007" sldId="727"/>
            <ac:spMk id="4" creationId="{00000000-0000-0000-0000-000000000000}"/>
          </ac:spMkLst>
        </pc:spChg>
        <pc:spChg chg="mod">
          <ac:chgData name="Soumita Sengupta" userId="4afa6ce1-cb01-46c2-8538-4650222f0c96" providerId="ADAL" clId="{2571C0C7-060E-48EE-9E7D-00F1E2A5D45C}" dt="2021-06-24T08:51:43.117" v="73" actId="207"/>
          <ac:spMkLst>
            <pc:docMk/>
            <pc:sldMk cId="3006812007" sldId="727"/>
            <ac:spMk id="6" creationId="{00000000-0000-0000-0000-000000000000}"/>
          </ac:spMkLst>
        </pc:spChg>
      </pc:sldChg>
      <pc:sldChg chg="delSp modSp add mod">
        <pc:chgData name="Soumita Sengupta" userId="4afa6ce1-cb01-46c2-8538-4650222f0c96" providerId="ADAL" clId="{2571C0C7-060E-48EE-9E7D-00F1E2A5D45C}" dt="2021-06-24T08:37:54.495" v="46" actId="1076"/>
        <pc:sldMkLst>
          <pc:docMk/>
          <pc:sldMk cId="361969412" sldId="729"/>
        </pc:sldMkLst>
        <pc:spChg chg="del">
          <ac:chgData name="Soumita Sengupta" userId="4afa6ce1-cb01-46c2-8538-4650222f0c96" providerId="ADAL" clId="{2571C0C7-060E-48EE-9E7D-00F1E2A5D45C}" dt="2021-06-24T08:37:49.011" v="44" actId="478"/>
          <ac:spMkLst>
            <pc:docMk/>
            <pc:sldMk cId="361969412" sldId="729"/>
            <ac:spMk id="7" creationId="{09CEF575-2E6E-4C6B-BD54-867FDEAAC162}"/>
          </ac:spMkLst>
        </pc:spChg>
        <pc:picChg chg="mod">
          <ac:chgData name="Soumita Sengupta" userId="4afa6ce1-cb01-46c2-8538-4650222f0c96" providerId="ADAL" clId="{2571C0C7-060E-48EE-9E7D-00F1E2A5D45C}" dt="2021-06-24T08:37:54.495" v="46" actId="1076"/>
          <ac:picMkLst>
            <pc:docMk/>
            <pc:sldMk cId="361969412" sldId="729"/>
            <ac:picMk id="8" creationId="{03BD3932-399E-4A6A-AD03-6057279D9E8C}"/>
          </ac:picMkLst>
        </pc:picChg>
      </pc:sldChg>
      <pc:sldChg chg="modSp add mod">
        <pc:chgData name="Soumita Sengupta" userId="4afa6ce1-cb01-46c2-8538-4650222f0c96" providerId="ADAL" clId="{2571C0C7-060E-48EE-9E7D-00F1E2A5D45C}" dt="2021-06-24T08:54:18.874" v="77" actId="255"/>
        <pc:sldMkLst>
          <pc:docMk/>
          <pc:sldMk cId="1915874701" sldId="730"/>
        </pc:sldMkLst>
        <pc:spChg chg="mod">
          <ac:chgData name="Soumita Sengupta" userId="4afa6ce1-cb01-46c2-8538-4650222f0c96" providerId="ADAL" clId="{2571C0C7-060E-48EE-9E7D-00F1E2A5D45C}" dt="2021-06-24T08:54:18.874" v="77" actId="255"/>
          <ac:spMkLst>
            <pc:docMk/>
            <pc:sldMk cId="1915874701" sldId="730"/>
            <ac:spMk id="3" creationId="{00000000-0000-0000-0000-000000000000}"/>
          </ac:spMkLst>
        </pc:spChg>
      </pc:sldChg>
      <pc:sldChg chg="modSp add mod">
        <pc:chgData name="Soumita Sengupta" userId="4afa6ce1-cb01-46c2-8538-4650222f0c96" providerId="ADAL" clId="{2571C0C7-060E-48EE-9E7D-00F1E2A5D45C}" dt="2021-06-24T08:54:39.173" v="85" actId="5793"/>
        <pc:sldMkLst>
          <pc:docMk/>
          <pc:sldMk cId="1595993787" sldId="731"/>
        </pc:sldMkLst>
        <pc:spChg chg="mod">
          <ac:chgData name="Soumita Sengupta" userId="4afa6ce1-cb01-46c2-8538-4650222f0c96" providerId="ADAL" clId="{2571C0C7-060E-48EE-9E7D-00F1E2A5D45C}" dt="2021-06-24T08:54:39.173" v="85" actId="5793"/>
          <ac:spMkLst>
            <pc:docMk/>
            <pc:sldMk cId="1595993787" sldId="731"/>
            <ac:spMk id="3" creationId="{00000000-0000-0000-0000-000000000000}"/>
          </ac:spMkLst>
        </pc:spChg>
      </pc:sldChg>
      <pc:sldChg chg="modSp add mod">
        <pc:chgData name="Soumita Sengupta" userId="4afa6ce1-cb01-46c2-8538-4650222f0c96" providerId="ADAL" clId="{2571C0C7-060E-48EE-9E7D-00F1E2A5D45C}" dt="2021-06-24T08:54:51.071" v="86" actId="255"/>
        <pc:sldMkLst>
          <pc:docMk/>
          <pc:sldMk cId="2222224942" sldId="732"/>
        </pc:sldMkLst>
        <pc:spChg chg="mod">
          <ac:chgData name="Soumita Sengupta" userId="4afa6ce1-cb01-46c2-8538-4650222f0c96" providerId="ADAL" clId="{2571C0C7-060E-48EE-9E7D-00F1E2A5D45C}" dt="2021-06-24T08:54:51.071" v="86" actId="255"/>
          <ac:spMkLst>
            <pc:docMk/>
            <pc:sldMk cId="2222224942" sldId="732"/>
            <ac:spMk id="3" creationId="{00000000-0000-0000-0000-000000000000}"/>
          </ac:spMkLst>
        </pc:spChg>
      </pc:sldChg>
      <pc:sldChg chg="modSp add mod">
        <pc:chgData name="Soumita Sengupta" userId="4afa6ce1-cb01-46c2-8538-4650222f0c96" providerId="ADAL" clId="{2571C0C7-060E-48EE-9E7D-00F1E2A5D45C}" dt="2021-06-24T08:54:59.615" v="87" actId="255"/>
        <pc:sldMkLst>
          <pc:docMk/>
          <pc:sldMk cId="4207930121" sldId="733"/>
        </pc:sldMkLst>
        <pc:spChg chg="mod">
          <ac:chgData name="Soumita Sengupta" userId="4afa6ce1-cb01-46c2-8538-4650222f0c96" providerId="ADAL" clId="{2571C0C7-060E-48EE-9E7D-00F1E2A5D45C}" dt="2021-06-24T08:54:59.615" v="87" actId="255"/>
          <ac:spMkLst>
            <pc:docMk/>
            <pc:sldMk cId="4207930121" sldId="733"/>
            <ac:spMk id="3" creationId="{00000000-0000-0000-0000-000000000000}"/>
          </ac:spMkLst>
        </pc:spChg>
      </pc:sldChg>
      <pc:sldChg chg="modSp add mod">
        <pc:chgData name="Soumita Sengupta" userId="4afa6ce1-cb01-46c2-8538-4650222f0c96" providerId="ADAL" clId="{2571C0C7-060E-48EE-9E7D-00F1E2A5D45C}" dt="2021-06-24T08:55:15.569" v="88" actId="255"/>
        <pc:sldMkLst>
          <pc:docMk/>
          <pc:sldMk cId="3931385810" sldId="734"/>
        </pc:sldMkLst>
        <pc:spChg chg="mod">
          <ac:chgData name="Soumita Sengupta" userId="4afa6ce1-cb01-46c2-8538-4650222f0c96" providerId="ADAL" clId="{2571C0C7-060E-48EE-9E7D-00F1E2A5D45C}" dt="2021-06-24T08:55:15.569" v="88" actId="255"/>
          <ac:spMkLst>
            <pc:docMk/>
            <pc:sldMk cId="3931385810" sldId="734"/>
            <ac:spMk id="3" creationId="{00000000-0000-0000-0000-000000000000}"/>
          </ac:spMkLst>
        </pc:spChg>
      </pc:sldChg>
      <pc:sldChg chg="modSp add mod">
        <pc:chgData name="Soumita Sengupta" userId="4afa6ce1-cb01-46c2-8538-4650222f0c96" providerId="ADAL" clId="{2571C0C7-060E-48EE-9E7D-00F1E2A5D45C}" dt="2021-06-24T08:55:31.551" v="90" actId="255"/>
        <pc:sldMkLst>
          <pc:docMk/>
          <pc:sldMk cId="2633334292" sldId="735"/>
        </pc:sldMkLst>
        <pc:spChg chg="mod">
          <ac:chgData name="Soumita Sengupta" userId="4afa6ce1-cb01-46c2-8538-4650222f0c96" providerId="ADAL" clId="{2571C0C7-060E-48EE-9E7D-00F1E2A5D45C}" dt="2021-06-24T08:55:31.551" v="90" actId="255"/>
          <ac:spMkLst>
            <pc:docMk/>
            <pc:sldMk cId="2633334292" sldId="735"/>
            <ac:spMk id="5" creationId="{00000000-0000-0000-0000-000000000000}"/>
          </ac:spMkLst>
        </pc:spChg>
      </pc:sldChg>
      <pc:sldChg chg="modSp add mod">
        <pc:chgData name="Soumita Sengupta" userId="4afa6ce1-cb01-46c2-8538-4650222f0c96" providerId="ADAL" clId="{2571C0C7-060E-48EE-9E7D-00F1E2A5D45C}" dt="2021-06-24T08:55:41.178" v="93" actId="5793"/>
        <pc:sldMkLst>
          <pc:docMk/>
          <pc:sldMk cId="2643369656" sldId="736"/>
        </pc:sldMkLst>
        <pc:spChg chg="mod">
          <ac:chgData name="Soumita Sengupta" userId="4afa6ce1-cb01-46c2-8538-4650222f0c96" providerId="ADAL" clId="{2571C0C7-060E-48EE-9E7D-00F1E2A5D45C}" dt="2021-06-24T08:55:41.178" v="93" actId="5793"/>
          <ac:spMkLst>
            <pc:docMk/>
            <pc:sldMk cId="2643369656" sldId="736"/>
            <ac:spMk id="5" creationId="{00000000-0000-0000-0000-000000000000}"/>
          </ac:spMkLst>
        </pc:spChg>
      </pc:sldChg>
      <pc:sldChg chg="modSp add mod">
        <pc:chgData name="Soumita Sengupta" userId="4afa6ce1-cb01-46c2-8538-4650222f0c96" providerId="ADAL" clId="{2571C0C7-060E-48EE-9E7D-00F1E2A5D45C}" dt="2021-06-24T08:55:50.082" v="94" actId="255"/>
        <pc:sldMkLst>
          <pc:docMk/>
          <pc:sldMk cId="3894913924" sldId="737"/>
        </pc:sldMkLst>
        <pc:spChg chg="mod">
          <ac:chgData name="Soumita Sengupta" userId="4afa6ce1-cb01-46c2-8538-4650222f0c96" providerId="ADAL" clId="{2571C0C7-060E-48EE-9E7D-00F1E2A5D45C}" dt="2021-06-24T08:55:50.082" v="94" actId="255"/>
          <ac:spMkLst>
            <pc:docMk/>
            <pc:sldMk cId="3894913924" sldId="737"/>
            <ac:spMk id="5" creationId="{00000000-0000-0000-0000-000000000000}"/>
          </ac:spMkLst>
        </pc:spChg>
      </pc:sldChg>
      <pc:sldChg chg="add del">
        <pc:chgData name="Soumita Sengupta" userId="4afa6ce1-cb01-46c2-8538-4650222f0c96" providerId="ADAL" clId="{2571C0C7-060E-48EE-9E7D-00F1E2A5D45C}" dt="2021-06-24T08:46:14.346" v="56" actId="47"/>
        <pc:sldMkLst>
          <pc:docMk/>
          <pc:sldMk cId="3746418437" sldId="738"/>
        </pc:sldMkLst>
      </pc:sldChg>
      <pc:sldChg chg="modSp add mod">
        <pc:chgData name="Soumita Sengupta" userId="4afa6ce1-cb01-46c2-8538-4650222f0c96" providerId="ADAL" clId="{2571C0C7-060E-48EE-9E7D-00F1E2A5D45C}" dt="2021-06-24T08:56:05.485" v="97" actId="255"/>
        <pc:sldMkLst>
          <pc:docMk/>
          <pc:sldMk cId="4201402383" sldId="739"/>
        </pc:sldMkLst>
        <pc:spChg chg="mod">
          <ac:chgData name="Soumita Sengupta" userId="4afa6ce1-cb01-46c2-8538-4650222f0c96" providerId="ADAL" clId="{2571C0C7-060E-48EE-9E7D-00F1E2A5D45C}" dt="2021-06-24T08:56:05.485" v="97" actId="255"/>
          <ac:spMkLst>
            <pc:docMk/>
            <pc:sldMk cId="4201402383" sldId="739"/>
            <ac:spMk id="5" creationId="{00000000-0000-0000-0000-000000000000}"/>
          </ac:spMkLst>
        </pc:spChg>
      </pc:sldChg>
      <pc:sldChg chg="modSp add mod">
        <pc:chgData name="Soumita Sengupta" userId="4afa6ce1-cb01-46c2-8538-4650222f0c96" providerId="ADAL" clId="{2571C0C7-060E-48EE-9E7D-00F1E2A5D45C}" dt="2021-06-24T08:56:24.276" v="100" actId="255"/>
        <pc:sldMkLst>
          <pc:docMk/>
          <pc:sldMk cId="2355219403" sldId="740"/>
        </pc:sldMkLst>
        <pc:spChg chg="mod">
          <ac:chgData name="Soumita Sengupta" userId="4afa6ce1-cb01-46c2-8538-4650222f0c96" providerId="ADAL" clId="{2571C0C7-060E-48EE-9E7D-00F1E2A5D45C}" dt="2021-06-24T08:56:19.107" v="99" actId="255"/>
          <ac:spMkLst>
            <pc:docMk/>
            <pc:sldMk cId="2355219403" sldId="740"/>
            <ac:spMk id="5" creationId="{00000000-0000-0000-0000-000000000000}"/>
          </ac:spMkLst>
        </pc:spChg>
        <pc:spChg chg="mod">
          <ac:chgData name="Soumita Sengupta" userId="4afa6ce1-cb01-46c2-8538-4650222f0c96" providerId="ADAL" clId="{2571C0C7-060E-48EE-9E7D-00F1E2A5D45C}" dt="2021-06-24T08:56:24.276" v="100" actId="255"/>
          <ac:spMkLst>
            <pc:docMk/>
            <pc:sldMk cId="2355219403" sldId="740"/>
            <ac:spMk id="9" creationId="{800D259A-3A87-4907-96BC-57B74BBE7814}"/>
          </ac:spMkLst>
        </pc:spChg>
      </pc:sldChg>
      <pc:sldChg chg="modSp add mod">
        <pc:chgData name="Soumita Sengupta" userId="4afa6ce1-cb01-46c2-8538-4650222f0c96" providerId="ADAL" clId="{2571C0C7-060E-48EE-9E7D-00F1E2A5D45C}" dt="2021-06-24T08:56:34.337" v="102" actId="1076"/>
        <pc:sldMkLst>
          <pc:docMk/>
          <pc:sldMk cId="3247647825" sldId="741"/>
        </pc:sldMkLst>
        <pc:spChg chg="mod">
          <ac:chgData name="Soumita Sengupta" userId="4afa6ce1-cb01-46c2-8538-4650222f0c96" providerId="ADAL" clId="{2571C0C7-060E-48EE-9E7D-00F1E2A5D45C}" dt="2021-06-24T08:56:31.479" v="101" actId="255"/>
          <ac:spMkLst>
            <pc:docMk/>
            <pc:sldMk cId="3247647825" sldId="741"/>
            <ac:spMk id="5" creationId="{00000000-0000-0000-0000-000000000000}"/>
          </ac:spMkLst>
        </pc:spChg>
        <pc:picChg chg="mod">
          <ac:chgData name="Soumita Sengupta" userId="4afa6ce1-cb01-46c2-8538-4650222f0c96" providerId="ADAL" clId="{2571C0C7-060E-48EE-9E7D-00F1E2A5D45C}" dt="2021-06-24T08:56:34.337" v="102" actId="1076"/>
          <ac:picMkLst>
            <pc:docMk/>
            <pc:sldMk cId="3247647825" sldId="741"/>
            <ac:picMk id="2" creationId="{542C35B7-A39D-499B-8EC2-499A02B01BF5}"/>
          </ac:picMkLst>
        </pc:picChg>
      </pc:sldChg>
      <pc:sldChg chg="modSp add mod">
        <pc:chgData name="Soumita Sengupta" userId="4afa6ce1-cb01-46c2-8538-4650222f0c96" providerId="ADAL" clId="{2571C0C7-060E-48EE-9E7D-00F1E2A5D45C}" dt="2021-06-24T08:56:51.071" v="105" actId="255"/>
        <pc:sldMkLst>
          <pc:docMk/>
          <pc:sldMk cId="524730391" sldId="742"/>
        </pc:sldMkLst>
        <pc:spChg chg="mod">
          <ac:chgData name="Soumita Sengupta" userId="4afa6ce1-cb01-46c2-8538-4650222f0c96" providerId="ADAL" clId="{2571C0C7-060E-48EE-9E7D-00F1E2A5D45C}" dt="2021-06-24T08:56:51.071" v="105" actId="255"/>
          <ac:spMkLst>
            <pc:docMk/>
            <pc:sldMk cId="524730391" sldId="742"/>
            <ac:spMk id="5" creationId="{00000000-0000-0000-0000-000000000000}"/>
          </ac:spMkLst>
        </pc:spChg>
      </pc:sldChg>
      <pc:sldChg chg="modSp add mod">
        <pc:chgData name="Soumita Sengupta" userId="4afa6ce1-cb01-46c2-8538-4650222f0c96" providerId="ADAL" clId="{2571C0C7-060E-48EE-9E7D-00F1E2A5D45C}" dt="2021-06-24T08:57:19.913" v="117" actId="1076"/>
        <pc:sldMkLst>
          <pc:docMk/>
          <pc:sldMk cId="2982867143" sldId="743"/>
        </pc:sldMkLst>
        <pc:spChg chg="mod">
          <ac:chgData name="Soumita Sengupta" userId="4afa6ce1-cb01-46c2-8538-4650222f0c96" providerId="ADAL" clId="{2571C0C7-060E-48EE-9E7D-00F1E2A5D45C}" dt="2021-06-24T08:57:19.913" v="117" actId="1076"/>
          <ac:spMkLst>
            <pc:docMk/>
            <pc:sldMk cId="2982867143" sldId="743"/>
            <ac:spMk id="5" creationId="{00000000-0000-0000-0000-000000000000}"/>
          </ac:spMkLst>
        </pc:spChg>
      </pc:sldChg>
      <pc:sldChg chg="modSp add mod">
        <pc:chgData name="Soumita Sengupta" userId="4afa6ce1-cb01-46c2-8538-4650222f0c96" providerId="ADAL" clId="{2571C0C7-060E-48EE-9E7D-00F1E2A5D45C}" dt="2021-06-24T08:57:31.559" v="119" actId="255"/>
        <pc:sldMkLst>
          <pc:docMk/>
          <pc:sldMk cId="1375910068" sldId="744"/>
        </pc:sldMkLst>
        <pc:spChg chg="mod">
          <ac:chgData name="Soumita Sengupta" userId="4afa6ce1-cb01-46c2-8538-4650222f0c96" providerId="ADAL" clId="{2571C0C7-060E-48EE-9E7D-00F1E2A5D45C}" dt="2021-06-24T08:57:31.559" v="119" actId="255"/>
          <ac:spMkLst>
            <pc:docMk/>
            <pc:sldMk cId="1375910068" sldId="744"/>
            <ac:spMk id="5" creationId="{00000000-0000-0000-0000-000000000000}"/>
          </ac:spMkLst>
        </pc:spChg>
      </pc:sldChg>
      <pc:sldChg chg="modSp add mod">
        <pc:chgData name="Soumita Sengupta" userId="4afa6ce1-cb01-46c2-8538-4650222f0c96" providerId="ADAL" clId="{2571C0C7-060E-48EE-9E7D-00F1E2A5D45C}" dt="2021-06-24T08:57:43.512" v="122" actId="255"/>
        <pc:sldMkLst>
          <pc:docMk/>
          <pc:sldMk cId="1321172283" sldId="745"/>
        </pc:sldMkLst>
        <pc:spChg chg="mod">
          <ac:chgData name="Soumita Sengupta" userId="4afa6ce1-cb01-46c2-8538-4650222f0c96" providerId="ADAL" clId="{2571C0C7-060E-48EE-9E7D-00F1E2A5D45C}" dt="2021-06-24T08:57:43.512" v="122" actId="255"/>
          <ac:spMkLst>
            <pc:docMk/>
            <pc:sldMk cId="1321172283" sldId="745"/>
            <ac:spMk id="5" creationId="{00000000-0000-0000-0000-000000000000}"/>
          </ac:spMkLst>
        </pc:spChg>
      </pc:sldChg>
      <pc:sldChg chg="modSp add mod">
        <pc:chgData name="Soumita Sengupta" userId="4afa6ce1-cb01-46c2-8538-4650222f0c96" providerId="ADAL" clId="{2571C0C7-060E-48EE-9E7D-00F1E2A5D45C}" dt="2021-06-24T08:58:03.637" v="125" actId="1076"/>
        <pc:sldMkLst>
          <pc:docMk/>
          <pc:sldMk cId="591059380" sldId="746"/>
        </pc:sldMkLst>
        <pc:spChg chg="mod">
          <ac:chgData name="Soumita Sengupta" userId="4afa6ce1-cb01-46c2-8538-4650222f0c96" providerId="ADAL" clId="{2571C0C7-060E-48EE-9E7D-00F1E2A5D45C}" dt="2021-06-24T08:57:57.100" v="124" actId="255"/>
          <ac:spMkLst>
            <pc:docMk/>
            <pc:sldMk cId="591059380" sldId="746"/>
            <ac:spMk id="5" creationId="{00000000-0000-0000-0000-000000000000}"/>
          </ac:spMkLst>
        </pc:spChg>
        <pc:picChg chg="mod">
          <ac:chgData name="Soumita Sengupta" userId="4afa6ce1-cb01-46c2-8538-4650222f0c96" providerId="ADAL" clId="{2571C0C7-060E-48EE-9E7D-00F1E2A5D45C}" dt="2021-06-24T08:58:03.637" v="125" actId="1076"/>
          <ac:picMkLst>
            <pc:docMk/>
            <pc:sldMk cId="591059380" sldId="746"/>
            <ac:picMk id="9" creationId="{00000000-0000-0000-0000-000000000000}"/>
          </ac:picMkLst>
        </pc:picChg>
      </pc:sldChg>
      <pc:sldChg chg="modSp add mod">
        <pc:chgData name="Soumita Sengupta" userId="4afa6ce1-cb01-46c2-8538-4650222f0c96" providerId="ADAL" clId="{2571C0C7-060E-48EE-9E7D-00F1E2A5D45C}" dt="2021-06-24T08:58:08.981" v="126" actId="255"/>
        <pc:sldMkLst>
          <pc:docMk/>
          <pc:sldMk cId="3475117086" sldId="747"/>
        </pc:sldMkLst>
        <pc:spChg chg="mod">
          <ac:chgData name="Soumita Sengupta" userId="4afa6ce1-cb01-46c2-8538-4650222f0c96" providerId="ADAL" clId="{2571C0C7-060E-48EE-9E7D-00F1E2A5D45C}" dt="2021-06-24T08:58:08.981" v="126" actId="255"/>
          <ac:spMkLst>
            <pc:docMk/>
            <pc:sldMk cId="3475117086" sldId="747"/>
            <ac:spMk id="5" creationId="{00000000-0000-0000-0000-000000000000}"/>
          </ac:spMkLst>
        </pc:spChg>
      </pc:sldChg>
      <pc:sldChg chg="modSp add mod">
        <pc:chgData name="Soumita Sengupta" userId="4afa6ce1-cb01-46c2-8538-4650222f0c96" providerId="ADAL" clId="{2571C0C7-060E-48EE-9E7D-00F1E2A5D45C}" dt="2021-06-24T08:58:26.639" v="131" actId="20577"/>
        <pc:sldMkLst>
          <pc:docMk/>
          <pc:sldMk cId="405216084" sldId="748"/>
        </pc:sldMkLst>
        <pc:spChg chg="mod">
          <ac:chgData name="Soumita Sengupta" userId="4afa6ce1-cb01-46c2-8538-4650222f0c96" providerId="ADAL" clId="{2571C0C7-060E-48EE-9E7D-00F1E2A5D45C}" dt="2021-06-24T08:58:26.639" v="131" actId="20577"/>
          <ac:spMkLst>
            <pc:docMk/>
            <pc:sldMk cId="405216084" sldId="748"/>
            <ac:spMk id="5" creationId="{00000000-0000-0000-0000-000000000000}"/>
          </ac:spMkLst>
        </pc:spChg>
      </pc:sldChg>
      <pc:sldChg chg="delSp modSp add mod">
        <pc:chgData name="Soumita Sengupta" userId="4afa6ce1-cb01-46c2-8538-4650222f0c96" providerId="ADAL" clId="{2571C0C7-060E-48EE-9E7D-00F1E2A5D45C}" dt="2021-06-24T08:58:44.551" v="142" actId="1076"/>
        <pc:sldMkLst>
          <pc:docMk/>
          <pc:sldMk cId="3372552821" sldId="749"/>
        </pc:sldMkLst>
        <pc:spChg chg="del">
          <ac:chgData name="Soumita Sengupta" userId="4afa6ce1-cb01-46c2-8538-4650222f0c96" providerId="ADAL" clId="{2571C0C7-060E-48EE-9E7D-00F1E2A5D45C}" dt="2021-06-24T08:45:28.313" v="48" actId="478"/>
          <ac:spMkLst>
            <pc:docMk/>
            <pc:sldMk cId="3372552821" sldId="749"/>
            <ac:spMk id="2" creationId="{99AB7701-456C-4D2E-99AA-9F94D4CA635F}"/>
          </ac:spMkLst>
        </pc:spChg>
        <pc:spChg chg="del">
          <ac:chgData name="Soumita Sengupta" userId="4afa6ce1-cb01-46c2-8538-4650222f0c96" providerId="ADAL" clId="{2571C0C7-060E-48EE-9E7D-00F1E2A5D45C}" dt="2021-06-24T08:45:25.649" v="47" actId="478"/>
          <ac:spMkLst>
            <pc:docMk/>
            <pc:sldMk cId="3372552821" sldId="749"/>
            <ac:spMk id="16" creationId="{00000000-0000-0000-0000-000000000000}"/>
          </ac:spMkLst>
        </pc:spChg>
        <pc:picChg chg="mod">
          <ac:chgData name="Soumita Sengupta" userId="4afa6ce1-cb01-46c2-8538-4650222f0c96" providerId="ADAL" clId="{2571C0C7-060E-48EE-9E7D-00F1E2A5D45C}" dt="2021-06-24T08:58:44.551" v="142" actId="1076"/>
          <ac:picMkLst>
            <pc:docMk/>
            <pc:sldMk cId="3372552821" sldId="749"/>
            <ac:picMk id="8" creationId="{BF708B6C-5834-402C-A0A0-BB62B2F4F7EB}"/>
          </ac:picMkLst>
        </pc:picChg>
      </pc:sldChg>
      <pc:sldChg chg="modSp add mod">
        <pc:chgData name="Soumita Sengupta" userId="4afa6ce1-cb01-46c2-8538-4650222f0c96" providerId="ADAL" clId="{2571C0C7-060E-48EE-9E7D-00F1E2A5D45C}" dt="2021-06-24T08:58:50.075" v="143" actId="255"/>
        <pc:sldMkLst>
          <pc:docMk/>
          <pc:sldMk cId="2342434088" sldId="750"/>
        </pc:sldMkLst>
        <pc:spChg chg="mod">
          <ac:chgData name="Soumita Sengupta" userId="4afa6ce1-cb01-46c2-8538-4650222f0c96" providerId="ADAL" clId="{2571C0C7-060E-48EE-9E7D-00F1E2A5D45C}" dt="2021-06-24T08:58:50.075" v="143" actId="255"/>
          <ac:spMkLst>
            <pc:docMk/>
            <pc:sldMk cId="2342434088" sldId="750"/>
            <ac:spMk id="5" creationId="{00000000-0000-0000-0000-000000000000}"/>
          </ac:spMkLst>
        </pc:spChg>
      </pc:sldChg>
      <pc:sldChg chg="modSp add mod">
        <pc:chgData name="Soumita Sengupta" userId="4afa6ce1-cb01-46c2-8538-4650222f0c96" providerId="ADAL" clId="{2571C0C7-060E-48EE-9E7D-00F1E2A5D45C}" dt="2021-06-24T11:14:16.699" v="145" actId="207"/>
        <pc:sldMkLst>
          <pc:docMk/>
          <pc:sldMk cId="3820407078" sldId="887"/>
        </pc:sldMkLst>
        <pc:spChg chg="mod">
          <ac:chgData name="Soumita Sengupta" userId="4afa6ce1-cb01-46c2-8538-4650222f0c96" providerId="ADAL" clId="{2571C0C7-060E-48EE-9E7D-00F1E2A5D45C}" dt="2021-06-24T11:14:16.699" v="145" actId="207"/>
          <ac:spMkLst>
            <pc:docMk/>
            <pc:sldMk cId="3820407078" sldId="887"/>
            <ac:spMk id="4" creationId="{00000000-0000-0000-0000-000000000000}"/>
          </ac:spMkLst>
        </pc:spChg>
        <pc:spChg chg="mod">
          <ac:chgData name="Soumita Sengupta" userId="4afa6ce1-cb01-46c2-8538-4650222f0c96" providerId="ADAL" clId="{2571C0C7-060E-48EE-9E7D-00F1E2A5D45C}" dt="2021-06-24T09:00:19.668" v="144" actId="255"/>
          <ac:spMkLst>
            <pc:docMk/>
            <pc:sldMk cId="3820407078" sldId="887"/>
            <ac:spMk id="5" creationId="{00000000-0000-0000-0000-000000000000}"/>
          </ac:spMkLst>
        </pc:spChg>
        <pc:spChg chg="mod">
          <ac:chgData name="Soumita Sengupta" userId="4afa6ce1-cb01-46c2-8538-4650222f0c96" providerId="ADAL" clId="{2571C0C7-060E-48EE-9E7D-00F1E2A5D45C}" dt="2021-06-24T11:14:16.699" v="145" actId="207"/>
          <ac:spMkLst>
            <pc:docMk/>
            <pc:sldMk cId="3820407078" sldId="887"/>
            <ac:spMk id="7" creationId="{00000000-0000-0000-0000-000000000000}"/>
          </ac:spMkLst>
        </pc:spChg>
      </pc:sldChg>
      <pc:sldChg chg="modSp add mod">
        <pc:chgData name="Soumita Sengupta" userId="4afa6ce1-cb01-46c2-8538-4650222f0c96" providerId="ADAL" clId="{2571C0C7-060E-48EE-9E7D-00F1E2A5D45C}" dt="2021-06-24T08:54:30.712" v="82" actId="5793"/>
        <pc:sldMkLst>
          <pc:docMk/>
          <pc:sldMk cId="2554462038" sldId="888"/>
        </pc:sldMkLst>
        <pc:spChg chg="mod">
          <ac:chgData name="Soumita Sengupta" userId="4afa6ce1-cb01-46c2-8538-4650222f0c96" providerId="ADAL" clId="{2571C0C7-060E-48EE-9E7D-00F1E2A5D45C}" dt="2021-06-24T08:54:30.712" v="82" actId="5793"/>
          <ac:spMkLst>
            <pc:docMk/>
            <pc:sldMk cId="2554462038" sldId="888"/>
            <ac:spMk id="3" creationId="{00000000-0000-0000-0000-000000000000}"/>
          </ac:spMkLst>
        </pc:spChg>
      </pc:sldChg>
      <pc:sldChg chg="modSp add mod">
        <pc:chgData name="Soumita Sengupta" userId="4afa6ce1-cb01-46c2-8538-4650222f0c96" providerId="ADAL" clId="{2571C0C7-060E-48EE-9E7D-00F1E2A5D45C}" dt="2021-06-24T08:55:21.636" v="89" actId="255"/>
        <pc:sldMkLst>
          <pc:docMk/>
          <pc:sldMk cId="945208216" sldId="889"/>
        </pc:sldMkLst>
        <pc:spChg chg="mod">
          <ac:chgData name="Soumita Sengupta" userId="4afa6ce1-cb01-46c2-8538-4650222f0c96" providerId="ADAL" clId="{2571C0C7-060E-48EE-9E7D-00F1E2A5D45C}" dt="2021-06-24T08:55:21.636" v="89" actId="255"/>
          <ac:spMkLst>
            <pc:docMk/>
            <pc:sldMk cId="945208216" sldId="889"/>
            <ac:spMk id="3" creationId="{00000000-0000-0000-0000-000000000000}"/>
          </ac:spMkLst>
        </pc:spChg>
      </pc:sldChg>
      <pc:sldChg chg="modSp add mod">
        <pc:chgData name="Soumita Sengupta" userId="4afa6ce1-cb01-46c2-8538-4650222f0c96" providerId="ADAL" clId="{2571C0C7-060E-48EE-9E7D-00F1E2A5D45C}" dt="2021-06-24T08:56:09.543" v="98" actId="255"/>
        <pc:sldMkLst>
          <pc:docMk/>
          <pc:sldMk cId="2233172498" sldId="890"/>
        </pc:sldMkLst>
        <pc:spChg chg="mod">
          <ac:chgData name="Soumita Sengupta" userId="4afa6ce1-cb01-46c2-8538-4650222f0c96" providerId="ADAL" clId="{2571C0C7-060E-48EE-9E7D-00F1E2A5D45C}" dt="2021-06-24T08:56:09.543" v="98" actId="255"/>
          <ac:spMkLst>
            <pc:docMk/>
            <pc:sldMk cId="2233172498" sldId="890"/>
            <ac:spMk id="5" creationId="{00000000-0000-0000-0000-000000000000}"/>
          </ac:spMkLst>
        </pc:spChg>
      </pc:sldChg>
      <pc:sldChg chg="modSp add mod">
        <pc:chgData name="Soumita Sengupta" userId="4afa6ce1-cb01-46c2-8538-4650222f0c96" providerId="ADAL" clId="{2571C0C7-060E-48EE-9E7D-00F1E2A5D45C}" dt="2021-06-24T08:56:46.092" v="104" actId="14100"/>
        <pc:sldMkLst>
          <pc:docMk/>
          <pc:sldMk cId="3665284836" sldId="891"/>
        </pc:sldMkLst>
        <pc:spChg chg="mod">
          <ac:chgData name="Soumita Sengupta" userId="4afa6ce1-cb01-46c2-8538-4650222f0c96" providerId="ADAL" clId="{2571C0C7-060E-48EE-9E7D-00F1E2A5D45C}" dt="2021-06-24T08:56:46.092" v="104" actId="14100"/>
          <ac:spMkLst>
            <pc:docMk/>
            <pc:sldMk cId="3665284836" sldId="891"/>
            <ac:spMk id="5" creationId="{00000000-0000-0000-0000-000000000000}"/>
          </ac:spMkLst>
        </pc:spChg>
      </pc:sldChg>
      <pc:sldChg chg="modSp add mod">
        <pc:chgData name="Soumita Sengupta" userId="4afa6ce1-cb01-46c2-8538-4650222f0c96" providerId="ADAL" clId="{2571C0C7-060E-48EE-9E7D-00F1E2A5D45C}" dt="2021-06-24T08:57:26.061" v="118" actId="255"/>
        <pc:sldMkLst>
          <pc:docMk/>
          <pc:sldMk cId="2541011516" sldId="892"/>
        </pc:sldMkLst>
        <pc:spChg chg="mod">
          <ac:chgData name="Soumita Sengupta" userId="4afa6ce1-cb01-46c2-8538-4650222f0c96" providerId="ADAL" clId="{2571C0C7-060E-48EE-9E7D-00F1E2A5D45C}" dt="2021-06-24T08:57:26.061" v="118" actId="255"/>
          <ac:spMkLst>
            <pc:docMk/>
            <pc:sldMk cId="2541011516" sldId="892"/>
            <ac:spMk id="5" creationId="{00000000-0000-0000-0000-000000000000}"/>
          </ac:spMkLst>
        </pc:spChg>
      </pc:sldChg>
      <pc:sldChg chg="modSp add mod">
        <pc:chgData name="Soumita Sengupta" userId="4afa6ce1-cb01-46c2-8538-4650222f0c96" providerId="ADAL" clId="{2571C0C7-060E-48EE-9E7D-00F1E2A5D45C}" dt="2021-06-24T08:57:37.540" v="121" actId="27636"/>
        <pc:sldMkLst>
          <pc:docMk/>
          <pc:sldMk cId="2706045134" sldId="893"/>
        </pc:sldMkLst>
        <pc:spChg chg="mod">
          <ac:chgData name="Soumita Sengupta" userId="4afa6ce1-cb01-46c2-8538-4650222f0c96" providerId="ADAL" clId="{2571C0C7-060E-48EE-9E7D-00F1E2A5D45C}" dt="2021-06-24T08:57:37.540" v="121" actId="27636"/>
          <ac:spMkLst>
            <pc:docMk/>
            <pc:sldMk cId="2706045134" sldId="893"/>
            <ac:spMk id="5" creationId="{00000000-0000-0000-0000-000000000000}"/>
          </ac:spMkLst>
        </pc:spChg>
      </pc:sldChg>
      <pc:sldChg chg="modSp add mod">
        <pc:chgData name="Soumita Sengupta" userId="4afa6ce1-cb01-46c2-8538-4650222f0c96" providerId="ADAL" clId="{2571C0C7-060E-48EE-9E7D-00F1E2A5D45C}" dt="2021-06-24T08:57:50.088" v="123" actId="255"/>
        <pc:sldMkLst>
          <pc:docMk/>
          <pc:sldMk cId="3684676909" sldId="894"/>
        </pc:sldMkLst>
        <pc:spChg chg="mod">
          <ac:chgData name="Soumita Sengupta" userId="4afa6ce1-cb01-46c2-8538-4650222f0c96" providerId="ADAL" clId="{2571C0C7-060E-48EE-9E7D-00F1E2A5D45C}" dt="2021-06-24T08:57:50.088" v="123" actId="255"/>
          <ac:spMkLst>
            <pc:docMk/>
            <pc:sldMk cId="3684676909" sldId="894"/>
            <ac:spMk id="5" creationId="{00000000-0000-0000-0000-000000000000}"/>
          </ac:spMkLst>
        </pc:spChg>
      </pc:sldChg>
      <pc:sldChg chg="modSp add mod">
        <pc:chgData name="Soumita Sengupta" userId="4afa6ce1-cb01-46c2-8538-4650222f0c96" providerId="ADAL" clId="{2571C0C7-060E-48EE-9E7D-00F1E2A5D45C}" dt="2021-06-24T08:58:15.229" v="127" actId="255"/>
        <pc:sldMkLst>
          <pc:docMk/>
          <pc:sldMk cId="240143812" sldId="895"/>
        </pc:sldMkLst>
        <pc:spChg chg="mod">
          <ac:chgData name="Soumita Sengupta" userId="4afa6ce1-cb01-46c2-8538-4650222f0c96" providerId="ADAL" clId="{2571C0C7-060E-48EE-9E7D-00F1E2A5D45C}" dt="2021-06-24T08:58:15.229" v="127" actId="255"/>
          <ac:spMkLst>
            <pc:docMk/>
            <pc:sldMk cId="240143812" sldId="895"/>
            <ac:spMk id="5" creationId="{00000000-0000-0000-0000-000000000000}"/>
          </ac:spMkLst>
        </pc:spChg>
      </pc:sldChg>
      <pc:sldChg chg="modSp add mod">
        <pc:chgData name="Soumita Sengupta" userId="4afa6ce1-cb01-46c2-8538-4650222f0c96" providerId="ADAL" clId="{2571C0C7-060E-48EE-9E7D-00F1E2A5D45C}" dt="2021-06-24T08:58:42.107" v="141" actId="20577"/>
        <pc:sldMkLst>
          <pc:docMk/>
          <pc:sldMk cId="2514170485" sldId="896"/>
        </pc:sldMkLst>
        <pc:spChg chg="mod">
          <ac:chgData name="Soumita Sengupta" userId="4afa6ce1-cb01-46c2-8538-4650222f0c96" providerId="ADAL" clId="{2571C0C7-060E-48EE-9E7D-00F1E2A5D45C}" dt="2021-06-24T08:58:42.107" v="141" actId="20577"/>
          <ac:spMkLst>
            <pc:docMk/>
            <pc:sldMk cId="2514170485" sldId="896"/>
            <ac:spMk id="17" creationId="{00000000-0000-0000-0000-000000000000}"/>
          </ac:spMkLst>
        </pc:spChg>
      </pc:sldChg>
      <pc:sldChg chg="del">
        <pc:chgData name="Soumita Sengupta" userId="4afa6ce1-cb01-46c2-8538-4650222f0c96" providerId="ADAL" clId="{2571C0C7-060E-48EE-9E7D-00F1E2A5D45C}" dt="2021-06-24T08:30:16.383" v="27" actId="47"/>
        <pc:sldMkLst>
          <pc:docMk/>
          <pc:sldMk cId="2306519255" sldId="912"/>
        </pc:sldMkLst>
      </pc:sldChg>
      <pc:sldChg chg="del">
        <pc:chgData name="Soumita Sengupta" userId="4afa6ce1-cb01-46c2-8538-4650222f0c96" providerId="ADAL" clId="{2571C0C7-060E-48EE-9E7D-00F1E2A5D45C}" dt="2021-06-24T08:49:03.386" v="69" actId="47"/>
        <pc:sldMkLst>
          <pc:docMk/>
          <pc:sldMk cId="3693191466" sldId="1327"/>
        </pc:sldMkLst>
      </pc:sldChg>
      <pc:sldChg chg="modSp add mod">
        <pc:chgData name="Soumita Sengupta" userId="4afa6ce1-cb01-46c2-8538-4650222f0c96" providerId="ADAL" clId="{2571C0C7-060E-48EE-9E7D-00F1E2A5D45C}" dt="2021-06-24T08:46:12.648" v="55"/>
        <pc:sldMkLst>
          <pc:docMk/>
          <pc:sldMk cId="260074369" sldId="1328"/>
        </pc:sldMkLst>
        <pc:spChg chg="mod">
          <ac:chgData name="Soumita Sengupta" userId="4afa6ce1-cb01-46c2-8538-4650222f0c96" providerId="ADAL" clId="{2571C0C7-060E-48EE-9E7D-00F1E2A5D45C}" dt="2021-06-24T08:46:12.648" v="55"/>
          <ac:spMkLst>
            <pc:docMk/>
            <pc:sldMk cId="260074369" sldId="1328"/>
            <ac:spMk id="2" creationId="{57983F62-BBB9-431B-A37F-BDA0DC7153F6}"/>
          </ac:spMkLst>
        </pc:spChg>
      </pc:sldChg>
      <pc:sldChg chg="del">
        <pc:chgData name="Soumita Sengupta" userId="4afa6ce1-cb01-46c2-8538-4650222f0c96" providerId="ADAL" clId="{2571C0C7-060E-48EE-9E7D-00F1E2A5D45C}" dt="2021-06-24T08:30:15.998" v="25" actId="47"/>
        <pc:sldMkLst>
          <pc:docMk/>
          <pc:sldMk cId="3560475705" sldId="1328"/>
        </pc:sldMkLst>
      </pc:sldChg>
      <pc:sldChg chg="del">
        <pc:chgData name="Soumita Sengupta" userId="4afa6ce1-cb01-46c2-8538-4650222f0c96" providerId="ADAL" clId="{2571C0C7-060E-48EE-9E7D-00F1E2A5D45C}" dt="2021-06-24T08:30:16.552" v="28" actId="47"/>
        <pc:sldMkLst>
          <pc:docMk/>
          <pc:sldMk cId="42831603" sldId="1329"/>
        </pc:sldMkLst>
      </pc:sldChg>
      <pc:sldChg chg="modSp add mod ord">
        <pc:chgData name="Soumita Sengupta" userId="4afa6ce1-cb01-46c2-8538-4650222f0c96" providerId="ADAL" clId="{2571C0C7-060E-48EE-9E7D-00F1E2A5D45C}" dt="2021-06-24T08:47:17.875" v="63"/>
        <pc:sldMkLst>
          <pc:docMk/>
          <pc:sldMk cId="4294574429" sldId="1329"/>
        </pc:sldMkLst>
        <pc:spChg chg="mod">
          <ac:chgData name="Soumita Sengupta" userId="4afa6ce1-cb01-46c2-8538-4650222f0c96" providerId="ADAL" clId="{2571C0C7-060E-48EE-9E7D-00F1E2A5D45C}" dt="2021-06-24T08:46:56.573" v="61" actId="20577"/>
          <ac:spMkLst>
            <pc:docMk/>
            <pc:sldMk cId="4294574429" sldId="1329"/>
            <ac:spMk id="2" creationId="{57983F62-BBB9-431B-A37F-BDA0DC7153F6}"/>
          </ac:spMkLst>
        </pc:spChg>
      </pc:sldChg>
      <pc:sldChg chg="modSp add mod">
        <pc:chgData name="Soumita Sengupta" userId="4afa6ce1-cb01-46c2-8538-4650222f0c96" providerId="ADAL" clId="{2571C0C7-060E-48EE-9E7D-00F1E2A5D45C}" dt="2021-06-24T08:47:52.229" v="68" actId="20577"/>
        <pc:sldMkLst>
          <pc:docMk/>
          <pc:sldMk cId="1948634782" sldId="1330"/>
        </pc:sldMkLst>
        <pc:spChg chg="mod">
          <ac:chgData name="Soumita Sengupta" userId="4afa6ce1-cb01-46c2-8538-4650222f0c96" providerId="ADAL" clId="{2571C0C7-060E-48EE-9E7D-00F1E2A5D45C}" dt="2021-06-24T08:47:52.229" v="68" actId="20577"/>
          <ac:spMkLst>
            <pc:docMk/>
            <pc:sldMk cId="1948634782" sldId="1330"/>
            <ac:spMk id="2" creationId="{57983F62-BBB9-431B-A37F-BDA0DC7153F6}"/>
          </ac:spMkLst>
        </pc:spChg>
      </pc:sldChg>
      <pc:sldChg chg="del">
        <pc:chgData name="Soumita Sengupta" userId="4afa6ce1-cb01-46c2-8538-4650222f0c96" providerId="ADAL" clId="{2571C0C7-060E-48EE-9E7D-00F1E2A5D45C}" dt="2021-06-24T08:30:16.684" v="29" actId="47"/>
        <pc:sldMkLst>
          <pc:docMk/>
          <pc:sldMk cId="4042070132" sldId="1330"/>
        </pc:sldMkLst>
      </pc:sldChg>
      <pc:sldChg chg="del">
        <pc:chgData name="Soumita Sengupta" userId="4afa6ce1-cb01-46c2-8538-4650222f0c96" providerId="ADAL" clId="{2571C0C7-060E-48EE-9E7D-00F1E2A5D45C}" dt="2021-06-24T08:30:17.016" v="31" actId="47"/>
        <pc:sldMkLst>
          <pc:docMk/>
          <pc:sldMk cId="3744767317" sldId="1331"/>
        </pc:sldMkLst>
      </pc:sldChg>
      <pc:sldChg chg="del">
        <pc:chgData name="Soumita Sengupta" userId="4afa6ce1-cb01-46c2-8538-4650222f0c96" providerId="ADAL" clId="{2571C0C7-060E-48EE-9E7D-00F1E2A5D45C}" dt="2021-06-24T08:30:17.185" v="32" actId="47"/>
        <pc:sldMkLst>
          <pc:docMk/>
          <pc:sldMk cId="3523257164" sldId="1332"/>
        </pc:sldMkLst>
      </pc:sldChg>
      <pc:sldChg chg="del">
        <pc:chgData name="Soumita Sengupta" userId="4afa6ce1-cb01-46c2-8538-4650222f0c96" providerId="ADAL" clId="{2571C0C7-060E-48EE-9E7D-00F1E2A5D45C}" dt="2021-06-24T08:30:17.348" v="33" actId="47"/>
        <pc:sldMkLst>
          <pc:docMk/>
          <pc:sldMk cId="2835351086" sldId="1333"/>
        </pc:sldMkLst>
      </pc:sldChg>
      <pc:sldChg chg="del">
        <pc:chgData name="Soumita Sengupta" userId="4afa6ce1-cb01-46c2-8538-4650222f0c96" providerId="ADAL" clId="{2571C0C7-060E-48EE-9E7D-00F1E2A5D45C}" dt="2021-06-24T08:30:17.517" v="34" actId="47"/>
        <pc:sldMkLst>
          <pc:docMk/>
          <pc:sldMk cId="826410433" sldId="1334"/>
        </pc:sldMkLst>
      </pc:sldChg>
      <pc:sldChg chg="del">
        <pc:chgData name="Soumita Sengupta" userId="4afa6ce1-cb01-46c2-8538-4650222f0c96" providerId="ADAL" clId="{2571C0C7-060E-48EE-9E7D-00F1E2A5D45C}" dt="2021-06-24T08:30:18.590" v="37" actId="47"/>
        <pc:sldMkLst>
          <pc:docMk/>
          <pc:sldMk cId="1172614157" sldId="1335"/>
        </pc:sldMkLst>
      </pc:sldChg>
      <pc:sldChg chg="del">
        <pc:chgData name="Soumita Sengupta" userId="4afa6ce1-cb01-46c2-8538-4650222f0c96" providerId="ADAL" clId="{2571C0C7-060E-48EE-9E7D-00F1E2A5D45C}" dt="2021-06-24T08:30:18.320" v="36" actId="47"/>
        <pc:sldMkLst>
          <pc:docMk/>
          <pc:sldMk cId="1838583949" sldId="1336"/>
        </pc:sldMkLst>
      </pc:sldChg>
      <pc:sldMasterChg chg="modSp delSldLayout modSldLayout">
        <pc:chgData name="Soumita Sengupta" userId="4afa6ce1-cb01-46c2-8538-4650222f0c96" providerId="ADAL" clId="{2571C0C7-060E-48EE-9E7D-00F1E2A5D45C}" dt="2021-06-24T11:15:39.967" v="148" actId="207"/>
        <pc:sldMasterMkLst>
          <pc:docMk/>
          <pc:sldMasterMk cId="1029875623" sldId="2147483678"/>
        </pc:sldMasterMkLst>
        <pc:spChg chg="mod">
          <ac:chgData name="Soumita Sengupta" userId="4afa6ce1-cb01-46c2-8538-4650222f0c96" providerId="ADAL" clId="{2571C0C7-060E-48EE-9E7D-00F1E2A5D45C}" dt="2021-06-24T08:53:27.313" v="75" actId="207"/>
          <ac:spMkLst>
            <pc:docMk/>
            <pc:sldMasterMk cId="1029875623" sldId="2147483678"/>
            <ac:spMk id="10" creationId="{93E6BF79-D03F-4EC1-99A8-F7AB036C42D1}"/>
          </ac:spMkLst>
        </pc:spChg>
        <pc:spChg chg="mod">
          <ac:chgData name="Soumita Sengupta" userId="4afa6ce1-cb01-46c2-8538-4650222f0c96" providerId="ADAL" clId="{2571C0C7-060E-48EE-9E7D-00F1E2A5D45C}" dt="2021-06-24T08:50:33.389" v="72" actId="207"/>
          <ac:spMkLst>
            <pc:docMk/>
            <pc:sldMasterMk cId="1029875623" sldId="2147483678"/>
            <ac:spMk id="11" creationId="{E41563B2-506F-49E4-8762-C6EAB193E7BF}"/>
          </ac:spMkLst>
        </pc:spChg>
        <pc:sldLayoutChg chg="modSp">
          <pc:chgData name="Soumita Sengupta" userId="4afa6ce1-cb01-46c2-8538-4650222f0c96" providerId="ADAL" clId="{2571C0C7-060E-48EE-9E7D-00F1E2A5D45C}" dt="2021-06-24T11:14:46.768" v="146" actId="207"/>
          <pc:sldLayoutMkLst>
            <pc:docMk/>
            <pc:sldMasterMk cId="1029875623" sldId="2147483678"/>
            <pc:sldLayoutMk cId="2439129452" sldId="2147483686"/>
          </pc:sldLayoutMkLst>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5" creationId="{00000000-0000-0000-0000-000000000000}"/>
            </ac:spMkLst>
          </pc:spChg>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6" creationId="{00000000-0000-0000-0000-000000000000}"/>
            </ac:spMkLst>
          </pc:spChg>
        </pc:sldLayoutChg>
        <pc:sldLayoutChg chg="modSp">
          <pc:chgData name="Soumita Sengupta" userId="4afa6ce1-cb01-46c2-8538-4650222f0c96" providerId="ADAL" clId="{2571C0C7-060E-48EE-9E7D-00F1E2A5D45C}" dt="2021-06-24T11:15:39.967" v="148" actId="207"/>
          <pc:sldLayoutMkLst>
            <pc:docMk/>
            <pc:sldMasterMk cId="1029875623" sldId="2147483678"/>
            <pc:sldLayoutMk cId="700349446" sldId="2147483713"/>
          </pc:sldLayoutMkLst>
          <pc:spChg chg="mod">
            <ac:chgData name="Soumita Sengupta" userId="4afa6ce1-cb01-46c2-8538-4650222f0c96" providerId="ADAL" clId="{2571C0C7-060E-48EE-9E7D-00F1E2A5D45C}" dt="2021-06-24T11:15:34.471" v="147" actId="207"/>
            <ac:spMkLst>
              <pc:docMk/>
              <pc:sldMasterMk cId="1029875623" sldId="2147483678"/>
              <pc:sldLayoutMk cId="700349446" sldId="2147483713"/>
              <ac:spMk id="5" creationId="{00000000-0000-0000-0000-000000000000}"/>
            </ac:spMkLst>
          </pc:spChg>
          <pc:spChg chg="mod">
            <ac:chgData name="Soumita Sengupta" userId="4afa6ce1-cb01-46c2-8538-4650222f0c96" providerId="ADAL" clId="{2571C0C7-060E-48EE-9E7D-00F1E2A5D45C}" dt="2021-06-24T11:15:39.967" v="148" actId="207"/>
            <ac:spMkLst>
              <pc:docMk/>
              <pc:sldMasterMk cId="1029875623" sldId="2147483678"/>
              <pc:sldLayoutMk cId="700349446" sldId="2147483713"/>
              <ac:spMk id="6" creationId="{00000000-0000-0000-0000-000000000000}"/>
            </ac:spMkLst>
          </pc:spChg>
        </pc:sldLayoutChg>
        <pc:sldLayoutChg chg="del">
          <pc:chgData name="Soumita Sengupta" userId="4afa6ce1-cb01-46c2-8538-4650222f0c96" providerId="ADAL" clId="{2571C0C7-060E-48EE-9E7D-00F1E2A5D45C}" dt="2021-06-24T08:46:14.346" v="56" actId="47"/>
          <pc:sldLayoutMkLst>
            <pc:docMk/>
            <pc:sldMasterMk cId="1029875623" sldId="2147483678"/>
            <pc:sldLayoutMk cId="1796046941" sldId="2147483732"/>
          </pc:sldLayoutMkLst>
        </pc:sldLayoutChg>
        <pc:sldLayoutChg chg="del">
          <pc:chgData name="Soumita Sengupta" userId="4afa6ce1-cb01-46c2-8538-4650222f0c96" providerId="ADAL" clId="{2571C0C7-060E-48EE-9E7D-00F1E2A5D45C}" dt="2021-06-24T08:30:19.593" v="39" actId="47"/>
          <pc:sldLayoutMkLst>
            <pc:docMk/>
            <pc:sldMasterMk cId="1029875623" sldId="2147483678"/>
            <pc:sldLayoutMk cId="2463364972" sldId="2147483732"/>
          </pc:sldLayoutMkLst>
        </pc:sldLayoutChg>
      </pc:sldMasterChg>
    </pc:docChg>
  </pc:docChgLst>
  <pc:docChgLst>
    <pc:chgData name="Soumita Sengupta" userId="4afa6ce1-cb01-46c2-8538-4650222f0c96" providerId="ADAL" clId="{8571DC48-0C12-45E0-9BF7-0A12C0FA93C2}"/>
    <pc:docChg chg="undo redo custSel addSld delSld modSld sldOrd addMainMaster modMainMaster">
      <pc:chgData name="Soumita Sengupta" userId="4afa6ce1-cb01-46c2-8538-4650222f0c96" providerId="ADAL" clId="{8571DC48-0C12-45E0-9BF7-0A12C0FA93C2}" dt="2021-05-19T10:05:56.962" v="535" actId="1038"/>
      <pc:docMkLst>
        <pc:docMk/>
      </pc:docMkLst>
      <pc:sldChg chg="modSp add mod">
        <pc:chgData name="Soumita Sengupta" userId="4afa6ce1-cb01-46c2-8538-4650222f0c96" providerId="ADAL" clId="{8571DC48-0C12-45E0-9BF7-0A12C0FA93C2}" dt="2021-05-17T08:14:01.208" v="385" actId="20577"/>
        <pc:sldMkLst>
          <pc:docMk/>
          <pc:sldMk cId="3505707011" sldId="258"/>
        </pc:sldMkLst>
        <pc:spChg chg="mod">
          <ac:chgData name="Soumita Sengupta" userId="4afa6ce1-cb01-46c2-8538-4650222f0c96" providerId="ADAL" clId="{8571DC48-0C12-45E0-9BF7-0A12C0FA93C2}" dt="2021-05-17T08:14:01.208" v="385" actId="20577"/>
          <ac:spMkLst>
            <pc:docMk/>
            <pc:sldMk cId="3505707011" sldId="258"/>
            <ac:spMk id="3" creationId="{00000000-0000-0000-0000-000000000000}"/>
          </ac:spMkLst>
        </pc:spChg>
        <pc:spChg chg="mod">
          <ac:chgData name="Soumita Sengupta" userId="4afa6ce1-cb01-46c2-8538-4650222f0c96" providerId="ADAL" clId="{8571DC48-0C12-45E0-9BF7-0A12C0FA93C2}" dt="2021-05-13T06:59:12.069" v="19" actId="20577"/>
          <ac:spMkLst>
            <pc:docMk/>
            <pc:sldMk cId="3505707011" sldId="258"/>
            <ac:spMk id="5" creationId="{00000000-0000-0000-0000-000000000000}"/>
          </ac:spMkLst>
        </pc:spChg>
        <pc:spChg chg="mod">
          <ac:chgData name="Soumita Sengupta" userId="4afa6ce1-cb01-46c2-8538-4650222f0c96" providerId="ADAL" clId="{8571DC48-0C12-45E0-9BF7-0A12C0FA93C2}" dt="2021-05-13T06:58:10.069" v="15" actId="108"/>
          <ac:spMkLst>
            <pc:docMk/>
            <pc:sldMk cId="3505707011" sldId="258"/>
            <ac:spMk id="6" creationId="{59C3A4C2-17E3-4EC2-B0BA-CBC8305B62A2}"/>
          </ac:spMkLst>
        </pc:spChg>
      </pc:sldChg>
      <pc:sldChg chg="modSp add mod">
        <pc:chgData name="Soumita Sengupta" userId="4afa6ce1-cb01-46c2-8538-4650222f0c96" providerId="ADAL" clId="{8571DC48-0C12-45E0-9BF7-0A12C0FA93C2}" dt="2021-05-17T08:14:20.775" v="389" actId="20577"/>
        <pc:sldMkLst>
          <pc:docMk/>
          <pc:sldMk cId="1912468287" sldId="260"/>
        </pc:sldMkLst>
        <pc:spChg chg="mod">
          <ac:chgData name="Soumita Sengupta" userId="4afa6ce1-cb01-46c2-8538-4650222f0c96" providerId="ADAL" clId="{8571DC48-0C12-45E0-9BF7-0A12C0FA93C2}" dt="2021-05-17T08:14:17.421" v="387" actId="207"/>
          <ac:spMkLst>
            <pc:docMk/>
            <pc:sldMk cId="1912468287" sldId="260"/>
            <ac:spMk id="4" creationId="{00000000-0000-0000-0000-000000000000}"/>
          </ac:spMkLst>
        </pc:spChg>
        <pc:spChg chg="mod">
          <ac:chgData name="Soumita Sengupta" userId="4afa6ce1-cb01-46c2-8538-4650222f0c96" providerId="ADAL" clId="{8571DC48-0C12-45E0-9BF7-0A12C0FA93C2}" dt="2021-05-13T07:13:13.064" v="26" actId="255"/>
          <ac:spMkLst>
            <pc:docMk/>
            <pc:sldMk cId="1912468287" sldId="260"/>
            <ac:spMk id="5" creationId="{00000000-0000-0000-0000-000000000000}"/>
          </ac:spMkLst>
        </pc:spChg>
        <pc:spChg chg="mod">
          <ac:chgData name="Soumita Sengupta" userId="4afa6ce1-cb01-46c2-8538-4650222f0c96" providerId="ADAL" clId="{8571DC48-0C12-45E0-9BF7-0A12C0FA93C2}" dt="2021-05-17T08:14:20.775" v="389" actId="20577"/>
          <ac:spMkLst>
            <pc:docMk/>
            <pc:sldMk cId="1912468287" sldId="260"/>
            <ac:spMk id="6" creationId="{00000000-0000-0000-0000-000000000000}"/>
          </ac:spMkLst>
        </pc:spChg>
      </pc:sldChg>
      <pc:sldChg chg="modSp mod">
        <pc:chgData name="Soumita Sengupta" userId="4afa6ce1-cb01-46c2-8538-4650222f0c96" providerId="ADAL" clId="{8571DC48-0C12-45E0-9BF7-0A12C0FA93C2}" dt="2021-05-13T07:19:47.236" v="44" actId="20577"/>
        <pc:sldMkLst>
          <pc:docMk/>
          <pc:sldMk cId="3879588154" sldId="290"/>
        </pc:sldMkLst>
        <pc:spChg chg="mod">
          <ac:chgData name="Soumita Sengupta" userId="4afa6ce1-cb01-46c2-8538-4650222f0c96" providerId="ADAL" clId="{8571DC48-0C12-45E0-9BF7-0A12C0FA93C2}" dt="2021-05-13T07:19:47.236" v="44" actId="20577"/>
          <ac:spMkLst>
            <pc:docMk/>
            <pc:sldMk cId="3879588154" sldId="290"/>
            <ac:spMk id="5" creationId="{00000000-0000-0000-0000-000000000000}"/>
          </ac:spMkLst>
        </pc:spChg>
      </pc:sldChg>
      <pc:sldChg chg="modSp mod">
        <pc:chgData name="Soumita Sengupta" userId="4afa6ce1-cb01-46c2-8538-4650222f0c96" providerId="ADAL" clId="{8571DC48-0C12-45E0-9BF7-0A12C0FA93C2}" dt="2021-05-17T11:44:32.644" v="419" actId="207"/>
        <pc:sldMkLst>
          <pc:docMk/>
          <pc:sldMk cId="2478915525" sldId="296"/>
        </pc:sldMkLst>
        <pc:spChg chg="mod">
          <ac:chgData name="Soumita Sengupta" userId="4afa6ce1-cb01-46c2-8538-4650222f0c96" providerId="ADAL" clId="{8571DC48-0C12-45E0-9BF7-0A12C0FA93C2}" dt="2021-05-17T11:44:27.106" v="418" actId="207"/>
          <ac:spMkLst>
            <pc:docMk/>
            <pc:sldMk cId="2478915525" sldId="296"/>
            <ac:spMk id="3" creationId="{00000000-0000-0000-0000-000000000000}"/>
          </ac:spMkLst>
        </pc:spChg>
        <pc:spChg chg="mod">
          <ac:chgData name="Soumita Sengupta" userId="4afa6ce1-cb01-46c2-8538-4650222f0c96" providerId="ADAL" clId="{8571DC48-0C12-45E0-9BF7-0A12C0FA93C2}" dt="2021-05-17T11:44:32.644" v="419" actId="207"/>
          <ac:spMkLst>
            <pc:docMk/>
            <pc:sldMk cId="2478915525" sldId="296"/>
            <ac:spMk id="4" creationId="{00000000-0000-0000-0000-000000000000}"/>
          </ac:spMkLst>
        </pc:spChg>
      </pc:sldChg>
      <pc:sldChg chg="modSp mod">
        <pc:chgData name="Soumita Sengupta" userId="4afa6ce1-cb01-46c2-8538-4650222f0c96" providerId="ADAL" clId="{8571DC48-0C12-45E0-9BF7-0A12C0FA93C2}" dt="2021-05-19T10:05:56.962" v="535" actId="1038"/>
        <pc:sldMkLst>
          <pc:docMk/>
          <pc:sldMk cId="1092620403" sldId="297"/>
        </pc:sldMkLst>
        <pc:spChg chg="mod">
          <ac:chgData name="Soumita Sengupta" userId="4afa6ce1-cb01-46c2-8538-4650222f0c96" providerId="ADAL" clId="{8571DC48-0C12-45E0-9BF7-0A12C0FA93C2}" dt="2021-05-17T11:45:23.089" v="425" actId="207"/>
          <ac:spMkLst>
            <pc:docMk/>
            <pc:sldMk cId="1092620403" sldId="297"/>
            <ac:spMk id="4" creationId="{00000000-0000-0000-0000-000000000000}"/>
          </ac:spMkLst>
        </pc:spChg>
        <pc:spChg chg="mod">
          <ac:chgData name="Soumita Sengupta" userId="4afa6ce1-cb01-46c2-8538-4650222f0c96" providerId="ADAL" clId="{8571DC48-0C12-45E0-9BF7-0A12C0FA93C2}" dt="2021-05-17T11:45:16.519" v="424" actId="207"/>
          <ac:spMkLst>
            <pc:docMk/>
            <pc:sldMk cId="1092620403" sldId="297"/>
            <ac:spMk id="8" creationId="{00000000-0000-0000-0000-000000000000}"/>
          </ac:spMkLst>
        </pc:spChg>
        <pc:spChg chg="mod">
          <ac:chgData name="Soumita Sengupta" userId="4afa6ce1-cb01-46c2-8538-4650222f0c96" providerId="ADAL" clId="{8571DC48-0C12-45E0-9BF7-0A12C0FA93C2}" dt="2021-05-17T11:45:01.831" v="421" actId="20577"/>
          <ac:spMkLst>
            <pc:docMk/>
            <pc:sldMk cId="1092620403" sldId="297"/>
            <ac:spMk id="14" creationId="{00000000-0000-0000-0000-000000000000}"/>
          </ac:spMkLst>
        </pc:spChg>
        <pc:picChg chg="mod">
          <ac:chgData name="Soumita Sengupta" userId="4afa6ce1-cb01-46c2-8538-4650222f0c96" providerId="ADAL" clId="{8571DC48-0C12-45E0-9BF7-0A12C0FA93C2}" dt="2021-05-19T10:05:56.962" v="535" actId="1038"/>
          <ac:picMkLst>
            <pc:docMk/>
            <pc:sldMk cId="1092620403" sldId="297"/>
            <ac:picMk id="3" creationId="{0EEBE3EA-19F1-4A12-AB09-BFFAE305EF91}"/>
          </ac:picMkLst>
        </pc:picChg>
      </pc:sldChg>
      <pc:sldChg chg="modSp mod">
        <pc:chgData name="Soumita Sengupta" userId="4afa6ce1-cb01-46c2-8538-4650222f0c96" providerId="ADAL" clId="{8571DC48-0C12-45E0-9BF7-0A12C0FA93C2}" dt="2021-05-17T11:45:34.240" v="427" actId="207"/>
        <pc:sldMkLst>
          <pc:docMk/>
          <pc:sldMk cId="665055627" sldId="298"/>
        </pc:sldMkLst>
        <pc:spChg chg="mod">
          <ac:chgData name="Soumita Sengupta" userId="4afa6ce1-cb01-46c2-8538-4650222f0c96" providerId="ADAL" clId="{8571DC48-0C12-45E0-9BF7-0A12C0FA93C2}" dt="2021-05-17T11:45:34.240" v="427" actId="207"/>
          <ac:spMkLst>
            <pc:docMk/>
            <pc:sldMk cId="665055627" sldId="298"/>
            <ac:spMk id="4" creationId="{00000000-0000-0000-0000-000000000000}"/>
          </ac:spMkLst>
        </pc:spChg>
        <pc:spChg chg="mod">
          <ac:chgData name="Soumita Sengupta" userId="4afa6ce1-cb01-46c2-8538-4650222f0c96" providerId="ADAL" clId="{8571DC48-0C12-45E0-9BF7-0A12C0FA93C2}" dt="2021-05-17T11:45:29.556" v="426" actId="207"/>
          <ac:spMkLst>
            <pc:docMk/>
            <pc:sldMk cId="665055627" sldId="298"/>
            <ac:spMk id="8" creationId="{00000000-0000-0000-0000-000000000000}"/>
          </ac:spMkLst>
        </pc:spChg>
      </pc:sldChg>
      <pc:sldChg chg="modSp mod">
        <pc:chgData name="Soumita Sengupta" userId="4afa6ce1-cb01-46c2-8538-4650222f0c96" providerId="ADAL" clId="{8571DC48-0C12-45E0-9BF7-0A12C0FA93C2}" dt="2021-05-17T14:10:46.983" v="429" actId="207"/>
        <pc:sldMkLst>
          <pc:docMk/>
          <pc:sldMk cId="3976154013" sldId="300"/>
        </pc:sldMkLst>
        <pc:spChg chg="mod">
          <ac:chgData name="Soumita Sengupta" userId="4afa6ce1-cb01-46c2-8538-4650222f0c96" providerId="ADAL" clId="{8571DC48-0C12-45E0-9BF7-0A12C0FA93C2}" dt="2021-05-17T14:10:42.964" v="428" actId="207"/>
          <ac:spMkLst>
            <pc:docMk/>
            <pc:sldMk cId="3976154013" sldId="300"/>
            <ac:spMk id="3" creationId="{00000000-0000-0000-0000-000000000000}"/>
          </ac:spMkLst>
        </pc:spChg>
        <pc:spChg chg="mod">
          <ac:chgData name="Soumita Sengupta" userId="4afa6ce1-cb01-46c2-8538-4650222f0c96" providerId="ADAL" clId="{8571DC48-0C12-45E0-9BF7-0A12C0FA93C2}" dt="2021-05-17T14:10:46.983" v="429" actId="207"/>
          <ac:spMkLst>
            <pc:docMk/>
            <pc:sldMk cId="3976154013" sldId="300"/>
            <ac:spMk id="4" creationId="{00000000-0000-0000-0000-000000000000}"/>
          </ac:spMkLst>
        </pc:spChg>
      </pc:sldChg>
      <pc:sldChg chg="modSp mod">
        <pc:chgData name="Soumita Sengupta" userId="4afa6ce1-cb01-46c2-8538-4650222f0c96" providerId="ADAL" clId="{8571DC48-0C12-45E0-9BF7-0A12C0FA93C2}" dt="2021-05-13T06:57:16.821" v="7" actId="1076"/>
        <pc:sldMkLst>
          <pc:docMk/>
          <pc:sldMk cId="2584036331" sldId="339"/>
        </pc:sldMkLst>
        <pc:spChg chg="mod">
          <ac:chgData name="Soumita Sengupta" userId="4afa6ce1-cb01-46c2-8538-4650222f0c96" providerId="ADAL" clId="{8571DC48-0C12-45E0-9BF7-0A12C0FA93C2}" dt="2021-05-13T06:57:07.554" v="6" actId="14100"/>
          <ac:spMkLst>
            <pc:docMk/>
            <pc:sldMk cId="2584036331" sldId="339"/>
            <ac:spMk id="5" creationId="{6D1A1596-A8D7-4C1A-8956-0FA40A84EFCA}"/>
          </ac:spMkLst>
        </pc:spChg>
        <pc:spChg chg="mod">
          <ac:chgData name="Soumita Sengupta" userId="4afa6ce1-cb01-46c2-8538-4650222f0c96" providerId="ADAL" clId="{8571DC48-0C12-45E0-9BF7-0A12C0FA93C2}" dt="2021-05-13T06:57:16.821" v="7" actId="1076"/>
          <ac:spMkLst>
            <pc:docMk/>
            <pc:sldMk cId="2584036331" sldId="339"/>
            <ac:spMk id="6" creationId="{C8FE3195-D3A1-4850-9090-DFEED874F1D9}"/>
          </ac:spMkLst>
        </pc:spChg>
      </pc:sldChg>
      <pc:sldChg chg="modSp mod">
        <pc:chgData name="Soumita Sengupta" userId="4afa6ce1-cb01-46c2-8538-4650222f0c96" providerId="ADAL" clId="{8571DC48-0C12-45E0-9BF7-0A12C0FA93C2}" dt="2021-05-13T07:12:53.020" v="23" actId="1076"/>
        <pc:sldMkLst>
          <pc:docMk/>
          <pc:sldMk cId="473323582" sldId="359"/>
        </pc:sldMkLst>
        <pc:spChg chg="mod">
          <ac:chgData name="Soumita Sengupta" userId="4afa6ce1-cb01-46c2-8538-4650222f0c96" providerId="ADAL" clId="{8571DC48-0C12-45E0-9BF7-0A12C0FA93C2}" dt="2021-05-13T07:12:53.020" v="23" actId="1076"/>
          <ac:spMkLst>
            <pc:docMk/>
            <pc:sldMk cId="473323582" sldId="359"/>
            <ac:spMk id="2" creationId="{57983F62-BBB9-431B-A37F-BDA0DC7153F6}"/>
          </ac:spMkLst>
        </pc:spChg>
      </pc:sldChg>
      <pc:sldChg chg="modSp add mod ord">
        <pc:chgData name="Soumita Sengupta" userId="4afa6ce1-cb01-46c2-8538-4650222f0c96" providerId="ADAL" clId="{8571DC48-0C12-45E0-9BF7-0A12C0FA93C2}" dt="2021-05-13T07:19:21.973" v="36"/>
        <pc:sldMkLst>
          <pc:docMk/>
          <pc:sldMk cId="247062728" sldId="492"/>
        </pc:sldMkLst>
        <pc:spChg chg="mod">
          <ac:chgData name="Soumita Sengupta" userId="4afa6ce1-cb01-46c2-8538-4650222f0c96" providerId="ADAL" clId="{8571DC48-0C12-45E0-9BF7-0A12C0FA93C2}" dt="2021-05-13T07:19:21.973" v="36"/>
          <ac:spMkLst>
            <pc:docMk/>
            <pc:sldMk cId="247062728" sldId="492"/>
            <ac:spMk id="2" creationId="{57983F62-BBB9-431B-A37F-BDA0DC7153F6}"/>
          </ac:spMkLst>
        </pc:spChg>
      </pc:sldChg>
      <pc:sldChg chg="modSp mod">
        <pc:chgData name="Soumita Sengupta" userId="4afa6ce1-cb01-46c2-8538-4650222f0c96" providerId="ADAL" clId="{8571DC48-0C12-45E0-9BF7-0A12C0FA93C2}" dt="2021-05-17T14:26:46.357" v="449" actId="207"/>
        <pc:sldMkLst>
          <pc:docMk/>
          <pc:sldMk cId="3513540522" sldId="493"/>
        </pc:sldMkLst>
        <pc:spChg chg="mod">
          <ac:chgData name="Soumita Sengupta" userId="4afa6ce1-cb01-46c2-8538-4650222f0c96" providerId="ADAL" clId="{8571DC48-0C12-45E0-9BF7-0A12C0FA93C2}" dt="2021-05-17T14:26:46.357" v="449" actId="207"/>
          <ac:spMkLst>
            <pc:docMk/>
            <pc:sldMk cId="3513540522" sldId="493"/>
            <ac:spMk id="3" creationId="{00000000-0000-0000-0000-000000000000}"/>
          </ac:spMkLst>
        </pc:spChg>
        <pc:spChg chg="mod">
          <ac:chgData name="Soumita Sengupta" userId="4afa6ce1-cb01-46c2-8538-4650222f0c96" providerId="ADAL" clId="{8571DC48-0C12-45E0-9BF7-0A12C0FA93C2}" dt="2021-05-17T14:26:46.357" v="449" actId="207"/>
          <ac:spMkLst>
            <pc:docMk/>
            <pc:sldMk cId="3513540522" sldId="493"/>
            <ac:spMk id="4" creationId="{00000000-0000-0000-0000-000000000000}"/>
          </ac:spMkLst>
        </pc:spChg>
      </pc:sldChg>
      <pc:sldChg chg="modSp mod">
        <pc:chgData name="Soumita Sengupta" userId="4afa6ce1-cb01-46c2-8538-4650222f0c96" providerId="ADAL" clId="{8571DC48-0C12-45E0-9BF7-0A12C0FA93C2}" dt="2021-05-17T14:28:10.267" v="459" actId="207"/>
        <pc:sldMkLst>
          <pc:docMk/>
          <pc:sldMk cId="3201109162" sldId="495"/>
        </pc:sldMkLst>
        <pc:spChg chg="mod">
          <ac:chgData name="Soumita Sengupta" userId="4afa6ce1-cb01-46c2-8538-4650222f0c96" providerId="ADAL" clId="{8571DC48-0C12-45E0-9BF7-0A12C0FA93C2}" dt="2021-05-17T14:28:10.267" v="459" actId="207"/>
          <ac:spMkLst>
            <pc:docMk/>
            <pc:sldMk cId="3201109162" sldId="495"/>
            <ac:spMk id="3" creationId="{00000000-0000-0000-0000-000000000000}"/>
          </ac:spMkLst>
        </pc:spChg>
        <pc:spChg chg="mod">
          <ac:chgData name="Soumita Sengupta" userId="4afa6ce1-cb01-46c2-8538-4650222f0c96" providerId="ADAL" clId="{8571DC48-0C12-45E0-9BF7-0A12C0FA93C2}" dt="2021-05-17T14:28:10.267" v="459" actId="207"/>
          <ac:spMkLst>
            <pc:docMk/>
            <pc:sldMk cId="3201109162" sldId="495"/>
            <ac:spMk id="4" creationId="{00000000-0000-0000-0000-000000000000}"/>
          </ac:spMkLst>
        </pc:spChg>
      </pc:sldChg>
      <pc:sldChg chg="modSp mod">
        <pc:chgData name="Soumita Sengupta" userId="4afa6ce1-cb01-46c2-8538-4650222f0c96" providerId="ADAL" clId="{8571DC48-0C12-45E0-9BF7-0A12C0FA93C2}" dt="2021-05-17T14:28:15.972" v="460" actId="207"/>
        <pc:sldMkLst>
          <pc:docMk/>
          <pc:sldMk cId="2730795599" sldId="496"/>
        </pc:sldMkLst>
        <pc:spChg chg="mod">
          <ac:chgData name="Soumita Sengupta" userId="4afa6ce1-cb01-46c2-8538-4650222f0c96" providerId="ADAL" clId="{8571DC48-0C12-45E0-9BF7-0A12C0FA93C2}" dt="2021-05-17T14:28:15.972" v="460" actId="207"/>
          <ac:spMkLst>
            <pc:docMk/>
            <pc:sldMk cId="2730795599" sldId="496"/>
            <ac:spMk id="3" creationId="{00000000-0000-0000-0000-000000000000}"/>
          </ac:spMkLst>
        </pc:spChg>
        <pc:spChg chg="mod">
          <ac:chgData name="Soumita Sengupta" userId="4afa6ce1-cb01-46c2-8538-4650222f0c96" providerId="ADAL" clId="{8571DC48-0C12-45E0-9BF7-0A12C0FA93C2}" dt="2021-05-17T14:28:15.972" v="460" actId="207"/>
          <ac:spMkLst>
            <pc:docMk/>
            <pc:sldMk cId="2730795599" sldId="496"/>
            <ac:spMk id="4" creationId="{00000000-0000-0000-0000-000000000000}"/>
          </ac:spMkLst>
        </pc:spChg>
      </pc:sldChg>
      <pc:sldChg chg="modSp mod">
        <pc:chgData name="Soumita Sengupta" userId="4afa6ce1-cb01-46c2-8538-4650222f0c96" providerId="ADAL" clId="{8571DC48-0C12-45E0-9BF7-0A12C0FA93C2}" dt="2021-05-17T14:28:33.142" v="462" actId="207"/>
        <pc:sldMkLst>
          <pc:docMk/>
          <pc:sldMk cId="3201341972" sldId="498"/>
        </pc:sldMkLst>
        <pc:spChg chg="mod">
          <ac:chgData name="Soumita Sengupta" userId="4afa6ce1-cb01-46c2-8538-4650222f0c96" providerId="ADAL" clId="{8571DC48-0C12-45E0-9BF7-0A12C0FA93C2}" dt="2021-05-17T14:28:33.142" v="462" actId="207"/>
          <ac:spMkLst>
            <pc:docMk/>
            <pc:sldMk cId="3201341972" sldId="498"/>
            <ac:spMk id="2" creationId="{D7229EAB-2797-4C92-B9F3-E1A52FD16017}"/>
          </ac:spMkLst>
        </pc:spChg>
        <pc:spChg chg="mod">
          <ac:chgData name="Soumita Sengupta" userId="4afa6ce1-cb01-46c2-8538-4650222f0c96" providerId="ADAL" clId="{8571DC48-0C12-45E0-9BF7-0A12C0FA93C2}" dt="2021-05-17T14:28:33.142" v="462" actId="207"/>
          <ac:spMkLst>
            <pc:docMk/>
            <pc:sldMk cId="3201341972" sldId="498"/>
            <ac:spMk id="4" creationId="{00000000-0000-0000-0000-000000000000}"/>
          </ac:spMkLst>
        </pc:spChg>
      </pc:sldChg>
      <pc:sldChg chg="modSp mod">
        <pc:chgData name="Soumita Sengupta" userId="4afa6ce1-cb01-46c2-8538-4650222f0c96" providerId="ADAL" clId="{8571DC48-0C12-45E0-9BF7-0A12C0FA93C2}" dt="2021-05-17T14:29:26.025" v="468" actId="207"/>
        <pc:sldMkLst>
          <pc:docMk/>
          <pc:sldMk cId="51554605" sldId="502"/>
        </pc:sldMkLst>
        <pc:spChg chg="mod">
          <ac:chgData name="Soumita Sengupta" userId="4afa6ce1-cb01-46c2-8538-4650222f0c96" providerId="ADAL" clId="{8571DC48-0C12-45E0-9BF7-0A12C0FA93C2}" dt="2021-05-17T14:29:26.025" v="468" actId="207"/>
          <ac:spMkLst>
            <pc:docMk/>
            <pc:sldMk cId="51554605" sldId="502"/>
            <ac:spMk id="3" creationId="{00000000-0000-0000-0000-000000000000}"/>
          </ac:spMkLst>
        </pc:spChg>
        <pc:spChg chg="mod">
          <ac:chgData name="Soumita Sengupta" userId="4afa6ce1-cb01-46c2-8538-4650222f0c96" providerId="ADAL" clId="{8571DC48-0C12-45E0-9BF7-0A12C0FA93C2}" dt="2021-05-17T14:29:26.025" v="468" actId="207"/>
          <ac:spMkLst>
            <pc:docMk/>
            <pc:sldMk cId="51554605" sldId="502"/>
            <ac:spMk id="4" creationId="{00000000-0000-0000-0000-000000000000}"/>
          </ac:spMkLst>
        </pc:spChg>
      </pc:sldChg>
      <pc:sldChg chg="modSp mod">
        <pc:chgData name="Soumita Sengupta" userId="4afa6ce1-cb01-46c2-8538-4650222f0c96" providerId="ADAL" clId="{8571DC48-0C12-45E0-9BF7-0A12C0FA93C2}" dt="2021-05-17T14:29:33.578" v="469" actId="207"/>
        <pc:sldMkLst>
          <pc:docMk/>
          <pc:sldMk cId="1902268106" sldId="504"/>
        </pc:sldMkLst>
        <pc:spChg chg="mod">
          <ac:chgData name="Soumita Sengupta" userId="4afa6ce1-cb01-46c2-8538-4650222f0c96" providerId="ADAL" clId="{8571DC48-0C12-45E0-9BF7-0A12C0FA93C2}" dt="2021-05-17T14:29:33.578" v="469" actId="207"/>
          <ac:spMkLst>
            <pc:docMk/>
            <pc:sldMk cId="1902268106" sldId="504"/>
            <ac:spMk id="3" creationId="{00000000-0000-0000-0000-000000000000}"/>
          </ac:spMkLst>
        </pc:spChg>
        <pc:spChg chg="mod">
          <ac:chgData name="Soumita Sengupta" userId="4afa6ce1-cb01-46c2-8538-4650222f0c96" providerId="ADAL" clId="{8571DC48-0C12-45E0-9BF7-0A12C0FA93C2}" dt="2021-05-17T14:29:33.578" v="469" actId="207"/>
          <ac:spMkLst>
            <pc:docMk/>
            <pc:sldMk cId="1902268106" sldId="504"/>
            <ac:spMk id="4" creationId="{00000000-0000-0000-0000-000000000000}"/>
          </ac:spMkLst>
        </pc:spChg>
      </pc:sldChg>
      <pc:sldChg chg="modSp mod">
        <pc:chgData name="Soumita Sengupta" userId="4afa6ce1-cb01-46c2-8538-4650222f0c96" providerId="ADAL" clId="{8571DC48-0C12-45E0-9BF7-0A12C0FA93C2}" dt="2021-05-17T14:29:56.748" v="471" actId="207"/>
        <pc:sldMkLst>
          <pc:docMk/>
          <pc:sldMk cId="4046367649" sldId="505"/>
        </pc:sldMkLst>
        <pc:spChg chg="mod">
          <ac:chgData name="Soumita Sengupta" userId="4afa6ce1-cb01-46c2-8538-4650222f0c96" providerId="ADAL" clId="{8571DC48-0C12-45E0-9BF7-0A12C0FA93C2}" dt="2021-05-17T14:29:56.748" v="471" actId="207"/>
          <ac:spMkLst>
            <pc:docMk/>
            <pc:sldMk cId="4046367649" sldId="505"/>
            <ac:spMk id="3" creationId="{00000000-0000-0000-0000-000000000000}"/>
          </ac:spMkLst>
        </pc:spChg>
        <pc:spChg chg="mod">
          <ac:chgData name="Soumita Sengupta" userId="4afa6ce1-cb01-46c2-8538-4650222f0c96" providerId="ADAL" clId="{8571DC48-0C12-45E0-9BF7-0A12C0FA93C2}" dt="2021-05-17T14:29:56.748" v="471" actId="207"/>
          <ac:spMkLst>
            <pc:docMk/>
            <pc:sldMk cId="4046367649" sldId="505"/>
            <ac:spMk id="4" creationId="{00000000-0000-0000-0000-000000000000}"/>
          </ac:spMkLst>
        </pc:spChg>
      </pc:sldChg>
      <pc:sldChg chg="modSp mod">
        <pc:chgData name="Soumita Sengupta" userId="4afa6ce1-cb01-46c2-8538-4650222f0c96" providerId="ADAL" clId="{8571DC48-0C12-45E0-9BF7-0A12C0FA93C2}" dt="2021-05-17T14:30:02.829" v="472" actId="207"/>
        <pc:sldMkLst>
          <pc:docMk/>
          <pc:sldMk cId="3681553546" sldId="506"/>
        </pc:sldMkLst>
        <pc:spChg chg="mod">
          <ac:chgData name="Soumita Sengupta" userId="4afa6ce1-cb01-46c2-8538-4650222f0c96" providerId="ADAL" clId="{8571DC48-0C12-45E0-9BF7-0A12C0FA93C2}" dt="2021-05-17T14:30:02.829" v="472" actId="207"/>
          <ac:spMkLst>
            <pc:docMk/>
            <pc:sldMk cId="3681553546" sldId="506"/>
            <ac:spMk id="3" creationId="{00000000-0000-0000-0000-000000000000}"/>
          </ac:spMkLst>
        </pc:spChg>
        <pc:spChg chg="mod">
          <ac:chgData name="Soumita Sengupta" userId="4afa6ce1-cb01-46c2-8538-4650222f0c96" providerId="ADAL" clId="{8571DC48-0C12-45E0-9BF7-0A12C0FA93C2}" dt="2021-05-17T14:30:02.829" v="472" actId="207"/>
          <ac:spMkLst>
            <pc:docMk/>
            <pc:sldMk cId="3681553546" sldId="506"/>
            <ac:spMk id="4" creationId="{00000000-0000-0000-0000-000000000000}"/>
          </ac:spMkLst>
        </pc:spChg>
      </pc:sldChg>
      <pc:sldChg chg="modSp mod">
        <pc:chgData name="Soumita Sengupta" userId="4afa6ce1-cb01-46c2-8538-4650222f0c96" providerId="ADAL" clId="{8571DC48-0C12-45E0-9BF7-0A12C0FA93C2}" dt="2021-05-17T14:30:20.628" v="474" actId="207"/>
        <pc:sldMkLst>
          <pc:docMk/>
          <pc:sldMk cId="3736971921" sldId="507"/>
        </pc:sldMkLst>
        <pc:spChg chg="mod">
          <ac:chgData name="Soumita Sengupta" userId="4afa6ce1-cb01-46c2-8538-4650222f0c96" providerId="ADAL" clId="{8571DC48-0C12-45E0-9BF7-0A12C0FA93C2}" dt="2021-05-17T14:30:20.628" v="474" actId="207"/>
          <ac:spMkLst>
            <pc:docMk/>
            <pc:sldMk cId="3736971921" sldId="507"/>
            <ac:spMk id="3" creationId="{00000000-0000-0000-0000-000000000000}"/>
          </ac:spMkLst>
        </pc:spChg>
        <pc:spChg chg="mod">
          <ac:chgData name="Soumita Sengupta" userId="4afa6ce1-cb01-46c2-8538-4650222f0c96" providerId="ADAL" clId="{8571DC48-0C12-45E0-9BF7-0A12C0FA93C2}" dt="2021-05-17T14:30:20.628" v="474" actId="207"/>
          <ac:spMkLst>
            <pc:docMk/>
            <pc:sldMk cId="3736971921" sldId="507"/>
            <ac:spMk id="4" creationId="{00000000-0000-0000-0000-000000000000}"/>
          </ac:spMkLst>
        </pc:spChg>
      </pc:sldChg>
      <pc:sldChg chg="modSp mod">
        <pc:chgData name="Soumita Sengupta" userId="4afa6ce1-cb01-46c2-8538-4650222f0c96" providerId="ADAL" clId="{8571DC48-0C12-45E0-9BF7-0A12C0FA93C2}" dt="2021-05-17T14:30:49.988" v="478" actId="207"/>
        <pc:sldMkLst>
          <pc:docMk/>
          <pc:sldMk cId="125891335" sldId="510"/>
        </pc:sldMkLst>
        <pc:spChg chg="mod">
          <ac:chgData name="Soumita Sengupta" userId="4afa6ce1-cb01-46c2-8538-4650222f0c96" providerId="ADAL" clId="{8571DC48-0C12-45E0-9BF7-0A12C0FA93C2}" dt="2021-05-17T14:30:49.988" v="478" actId="207"/>
          <ac:spMkLst>
            <pc:docMk/>
            <pc:sldMk cId="125891335" sldId="510"/>
            <ac:spMk id="3" creationId="{00000000-0000-0000-0000-000000000000}"/>
          </ac:spMkLst>
        </pc:spChg>
        <pc:spChg chg="mod">
          <ac:chgData name="Soumita Sengupta" userId="4afa6ce1-cb01-46c2-8538-4650222f0c96" providerId="ADAL" clId="{8571DC48-0C12-45E0-9BF7-0A12C0FA93C2}" dt="2021-05-17T14:30:49.988" v="478" actId="207"/>
          <ac:spMkLst>
            <pc:docMk/>
            <pc:sldMk cId="125891335" sldId="510"/>
            <ac:spMk id="4" creationId="{00000000-0000-0000-0000-000000000000}"/>
          </ac:spMkLst>
        </pc:spChg>
      </pc:sldChg>
      <pc:sldChg chg="modSp mod">
        <pc:chgData name="Soumita Sengupta" userId="4afa6ce1-cb01-46c2-8538-4650222f0c96" providerId="ADAL" clId="{8571DC48-0C12-45E0-9BF7-0A12C0FA93C2}" dt="2021-05-17T14:31:00.385" v="479" actId="207"/>
        <pc:sldMkLst>
          <pc:docMk/>
          <pc:sldMk cId="1263259725" sldId="512"/>
        </pc:sldMkLst>
        <pc:spChg chg="mod">
          <ac:chgData name="Soumita Sengupta" userId="4afa6ce1-cb01-46c2-8538-4650222f0c96" providerId="ADAL" clId="{8571DC48-0C12-45E0-9BF7-0A12C0FA93C2}" dt="2021-05-17T14:31:00.385" v="479" actId="207"/>
          <ac:spMkLst>
            <pc:docMk/>
            <pc:sldMk cId="1263259725" sldId="512"/>
            <ac:spMk id="3" creationId="{00000000-0000-0000-0000-000000000000}"/>
          </ac:spMkLst>
        </pc:spChg>
        <pc:spChg chg="mod">
          <ac:chgData name="Soumita Sengupta" userId="4afa6ce1-cb01-46c2-8538-4650222f0c96" providerId="ADAL" clId="{8571DC48-0C12-45E0-9BF7-0A12C0FA93C2}" dt="2021-05-17T14:31:00.385" v="479" actId="207"/>
          <ac:spMkLst>
            <pc:docMk/>
            <pc:sldMk cId="1263259725" sldId="512"/>
            <ac:spMk id="4" creationId="{00000000-0000-0000-0000-000000000000}"/>
          </ac:spMkLst>
        </pc:spChg>
      </pc:sldChg>
      <pc:sldChg chg="modSp mod">
        <pc:chgData name="Soumita Sengupta" userId="4afa6ce1-cb01-46c2-8538-4650222f0c96" providerId="ADAL" clId="{8571DC48-0C12-45E0-9BF7-0A12C0FA93C2}" dt="2021-05-17T14:31:06.566" v="480" actId="207"/>
        <pc:sldMkLst>
          <pc:docMk/>
          <pc:sldMk cId="1013096958" sldId="513"/>
        </pc:sldMkLst>
        <pc:spChg chg="mod">
          <ac:chgData name="Soumita Sengupta" userId="4afa6ce1-cb01-46c2-8538-4650222f0c96" providerId="ADAL" clId="{8571DC48-0C12-45E0-9BF7-0A12C0FA93C2}" dt="2021-05-17T14:31:06.566" v="480" actId="207"/>
          <ac:spMkLst>
            <pc:docMk/>
            <pc:sldMk cId="1013096958" sldId="513"/>
            <ac:spMk id="3" creationId="{00000000-0000-0000-0000-000000000000}"/>
          </ac:spMkLst>
        </pc:spChg>
        <pc:spChg chg="mod">
          <ac:chgData name="Soumita Sengupta" userId="4afa6ce1-cb01-46c2-8538-4650222f0c96" providerId="ADAL" clId="{8571DC48-0C12-45E0-9BF7-0A12C0FA93C2}" dt="2021-05-17T14:31:06.566" v="480" actId="207"/>
          <ac:spMkLst>
            <pc:docMk/>
            <pc:sldMk cId="1013096958" sldId="513"/>
            <ac:spMk id="4" creationId="{00000000-0000-0000-0000-000000000000}"/>
          </ac:spMkLst>
        </pc:spChg>
      </pc:sldChg>
      <pc:sldChg chg="modSp mod">
        <pc:chgData name="Soumita Sengupta" userId="4afa6ce1-cb01-46c2-8538-4650222f0c96" providerId="ADAL" clId="{8571DC48-0C12-45E0-9BF7-0A12C0FA93C2}" dt="2021-05-17T14:31:12.385" v="481" actId="207"/>
        <pc:sldMkLst>
          <pc:docMk/>
          <pc:sldMk cId="376726005" sldId="514"/>
        </pc:sldMkLst>
        <pc:spChg chg="mod">
          <ac:chgData name="Soumita Sengupta" userId="4afa6ce1-cb01-46c2-8538-4650222f0c96" providerId="ADAL" clId="{8571DC48-0C12-45E0-9BF7-0A12C0FA93C2}" dt="2021-05-17T14:31:12.385" v="481" actId="207"/>
          <ac:spMkLst>
            <pc:docMk/>
            <pc:sldMk cId="376726005" sldId="514"/>
            <ac:spMk id="3" creationId="{00000000-0000-0000-0000-000000000000}"/>
          </ac:spMkLst>
        </pc:spChg>
        <pc:spChg chg="mod">
          <ac:chgData name="Soumita Sengupta" userId="4afa6ce1-cb01-46c2-8538-4650222f0c96" providerId="ADAL" clId="{8571DC48-0C12-45E0-9BF7-0A12C0FA93C2}" dt="2021-05-17T14:31:12.385" v="481" actId="207"/>
          <ac:spMkLst>
            <pc:docMk/>
            <pc:sldMk cId="376726005" sldId="514"/>
            <ac:spMk id="4" creationId="{00000000-0000-0000-0000-000000000000}"/>
          </ac:spMkLst>
        </pc:spChg>
      </pc:sldChg>
      <pc:sldChg chg="modSp mod">
        <pc:chgData name="Soumita Sengupta" userId="4afa6ce1-cb01-46c2-8538-4650222f0c96" providerId="ADAL" clId="{8571DC48-0C12-45E0-9BF7-0A12C0FA93C2}" dt="2021-05-17T14:31:26.894" v="483" actId="207"/>
        <pc:sldMkLst>
          <pc:docMk/>
          <pc:sldMk cId="2413661491" sldId="515"/>
        </pc:sldMkLst>
        <pc:spChg chg="mod">
          <ac:chgData name="Soumita Sengupta" userId="4afa6ce1-cb01-46c2-8538-4650222f0c96" providerId="ADAL" clId="{8571DC48-0C12-45E0-9BF7-0A12C0FA93C2}" dt="2021-05-17T14:31:26.894" v="483" actId="207"/>
          <ac:spMkLst>
            <pc:docMk/>
            <pc:sldMk cId="2413661491" sldId="515"/>
            <ac:spMk id="3" creationId="{00000000-0000-0000-0000-000000000000}"/>
          </ac:spMkLst>
        </pc:spChg>
        <pc:spChg chg="mod">
          <ac:chgData name="Soumita Sengupta" userId="4afa6ce1-cb01-46c2-8538-4650222f0c96" providerId="ADAL" clId="{8571DC48-0C12-45E0-9BF7-0A12C0FA93C2}" dt="2021-05-17T14:31:26.894" v="483" actId="207"/>
          <ac:spMkLst>
            <pc:docMk/>
            <pc:sldMk cId="2413661491" sldId="515"/>
            <ac:spMk id="4" creationId="{00000000-0000-0000-0000-000000000000}"/>
          </ac:spMkLst>
        </pc:spChg>
      </pc:sldChg>
      <pc:sldChg chg="del">
        <pc:chgData name="Soumita Sengupta" userId="4afa6ce1-cb01-46c2-8538-4650222f0c96" providerId="ADAL" clId="{8571DC48-0C12-45E0-9BF7-0A12C0FA93C2}" dt="2021-05-17T14:31:31.141" v="484" actId="47"/>
        <pc:sldMkLst>
          <pc:docMk/>
          <pc:sldMk cId="2382808059" sldId="526"/>
        </pc:sldMkLst>
      </pc:sldChg>
      <pc:sldChg chg="modSp mod">
        <pc:chgData name="Soumita Sengupta" userId="4afa6ce1-cb01-46c2-8538-4650222f0c96" providerId="ADAL" clId="{8571DC48-0C12-45E0-9BF7-0A12C0FA93C2}" dt="2021-05-17T14:31:38.526" v="485" actId="207"/>
        <pc:sldMkLst>
          <pc:docMk/>
          <pc:sldMk cId="1605938043" sldId="527"/>
        </pc:sldMkLst>
        <pc:spChg chg="mod">
          <ac:chgData name="Soumita Sengupta" userId="4afa6ce1-cb01-46c2-8538-4650222f0c96" providerId="ADAL" clId="{8571DC48-0C12-45E0-9BF7-0A12C0FA93C2}" dt="2021-05-17T14:31:38.526" v="485" actId="207"/>
          <ac:spMkLst>
            <pc:docMk/>
            <pc:sldMk cId="1605938043" sldId="527"/>
            <ac:spMk id="3" creationId="{00000000-0000-0000-0000-000000000000}"/>
          </ac:spMkLst>
        </pc:spChg>
        <pc:spChg chg="mod">
          <ac:chgData name="Soumita Sengupta" userId="4afa6ce1-cb01-46c2-8538-4650222f0c96" providerId="ADAL" clId="{8571DC48-0C12-45E0-9BF7-0A12C0FA93C2}" dt="2021-05-17T14:31:38.526" v="485" actId="207"/>
          <ac:spMkLst>
            <pc:docMk/>
            <pc:sldMk cId="1605938043" sldId="527"/>
            <ac:spMk id="4" creationId="{00000000-0000-0000-0000-000000000000}"/>
          </ac:spMkLst>
        </pc:spChg>
      </pc:sldChg>
      <pc:sldChg chg="modSp mod">
        <pc:chgData name="Soumita Sengupta" userId="4afa6ce1-cb01-46c2-8538-4650222f0c96" providerId="ADAL" clId="{8571DC48-0C12-45E0-9BF7-0A12C0FA93C2}" dt="2021-05-17T14:31:46.262" v="486" actId="207"/>
        <pc:sldMkLst>
          <pc:docMk/>
          <pc:sldMk cId="4105988392" sldId="528"/>
        </pc:sldMkLst>
        <pc:spChg chg="mod">
          <ac:chgData name="Soumita Sengupta" userId="4afa6ce1-cb01-46c2-8538-4650222f0c96" providerId="ADAL" clId="{8571DC48-0C12-45E0-9BF7-0A12C0FA93C2}" dt="2021-05-17T14:31:46.262" v="486" actId="207"/>
          <ac:spMkLst>
            <pc:docMk/>
            <pc:sldMk cId="4105988392" sldId="528"/>
            <ac:spMk id="3" creationId="{00000000-0000-0000-0000-000000000000}"/>
          </ac:spMkLst>
        </pc:spChg>
        <pc:spChg chg="mod">
          <ac:chgData name="Soumita Sengupta" userId="4afa6ce1-cb01-46c2-8538-4650222f0c96" providerId="ADAL" clId="{8571DC48-0C12-45E0-9BF7-0A12C0FA93C2}" dt="2021-05-17T14:31:46.262" v="486" actId="207"/>
          <ac:spMkLst>
            <pc:docMk/>
            <pc:sldMk cId="4105988392" sldId="528"/>
            <ac:spMk id="4" creationId="{00000000-0000-0000-0000-000000000000}"/>
          </ac:spMkLst>
        </pc:spChg>
      </pc:sldChg>
      <pc:sldChg chg="modSp mod">
        <pc:chgData name="Soumita Sengupta" userId="4afa6ce1-cb01-46c2-8538-4650222f0c96" providerId="ADAL" clId="{8571DC48-0C12-45E0-9BF7-0A12C0FA93C2}" dt="2021-05-17T14:31:53.202" v="487" actId="207"/>
        <pc:sldMkLst>
          <pc:docMk/>
          <pc:sldMk cId="2600651979" sldId="529"/>
        </pc:sldMkLst>
        <pc:spChg chg="mod">
          <ac:chgData name="Soumita Sengupta" userId="4afa6ce1-cb01-46c2-8538-4650222f0c96" providerId="ADAL" clId="{8571DC48-0C12-45E0-9BF7-0A12C0FA93C2}" dt="2021-05-17T14:31:53.202" v="487" actId="207"/>
          <ac:spMkLst>
            <pc:docMk/>
            <pc:sldMk cId="2600651979" sldId="529"/>
            <ac:spMk id="2" creationId="{D2965F05-2471-447C-97CD-B93193FE76F8}"/>
          </ac:spMkLst>
        </pc:spChg>
        <pc:spChg chg="mod">
          <ac:chgData name="Soumita Sengupta" userId="4afa6ce1-cb01-46c2-8538-4650222f0c96" providerId="ADAL" clId="{8571DC48-0C12-45E0-9BF7-0A12C0FA93C2}" dt="2021-05-17T14:31:53.202" v="487" actId="207"/>
          <ac:spMkLst>
            <pc:docMk/>
            <pc:sldMk cId="2600651979" sldId="529"/>
            <ac:spMk id="4" creationId="{00000000-0000-0000-0000-000000000000}"/>
          </ac:spMkLst>
        </pc:spChg>
      </pc:sldChg>
      <pc:sldChg chg="modSp mod">
        <pc:chgData name="Soumita Sengupta" userId="4afa6ce1-cb01-46c2-8538-4650222f0c96" providerId="ADAL" clId="{8571DC48-0C12-45E0-9BF7-0A12C0FA93C2}" dt="2021-05-17T14:32:30.258" v="492" actId="207"/>
        <pc:sldMkLst>
          <pc:docMk/>
          <pc:sldMk cId="3709622581" sldId="538"/>
        </pc:sldMkLst>
        <pc:spChg chg="mod">
          <ac:chgData name="Soumita Sengupta" userId="4afa6ce1-cb01-46c2-8538-4650222f0c96" providerId="ADAL" clId="{8571DC48-0C12-45E0-9BF7-0A12C0FA93C2}" dt="2021-05-17T14:32:30.258" v="492" actId="207"/>
          <ac:spMkLst>
            <pc:docMk/>
            <pc:sldMk cId="3709622581" sldId="538"/>
            <ac:spMk id="3" creationId="{00000000-0000-0000-0000-000000000000}"/>
          </ac:spMkLst>
        </pc:spChg>
        <pc:spChg chg="mod">
          <ac:chgData name="Soumita Sengupta" userId="4afa6ce1-cb01-46c2-8538-4650222f0c96" providerId="ADAL" clId="{8571DC48-0C12-45E0-9BF7-0A12C0FA93C2}" dt="2021-05-17T14:32:30.258" v="492" actId="207"/>
          <ac:spMkLst>
            <pc:docMk/>
            <pc:sldMk cId="3709622581" sldId="538"/>
            <ac:spMk id="4" creationId="{00000000-0000-0000-0000-000000000000}"/>
          </ac:spMkLst>
        </pc:spChg>
      </pc:sldChg>
      <pc:sldChg chg="modSp add mod">
        <pc:chgData name="Soumita Sengupta" userId="4afa6ce1-cb01-46c2-8538-4650222f0c96" providerId="ADAL" clId="{8571DC48-0C12-45E0-9BF7-0A12C0FA93C2}" dt="2021-05-17T08:00:21.637" v="264" actId="255"/>
        <pc:sldMkLst>
          <pc:docMk/>
          <pc:sldMk cId="2752539856" sldId="596"/>
        </pc:sldMkLst>
        <pc:spChg chg="mod">
          <ac:chgData name="Soumita Sengupta" userId="4afa6ce1-cb01-46c2-8538-4650222f0c96" providerId="ADAL" clId="{8571DC48-0C12-45E0-9BF7-0A12C0FA93C2}" dt="2021-05-17T08:00:21.637" v="264" actId="255"/>
          <ac:spMkLst>
            <pc:docMk/>
            <pc:sldMk cId="2752539856" sldId="596"/>
            <ac:spMk id="7" creationId="{C16F2778-D538-4E7F-B0B7-B91E343D15FC}"/>
          </ac:spMkLst>
        </pc:spChg>
      </pc:sldChg>
      <pc:sldChg chg="modSp add mod">
        <pc:chgData name="Soumita Sengupta" userId="4afa6ce1-cb01-46c2-8538-4650222f0c96" providerId="ADAL" clId="{8571DC48-0C12-45E0-9BF7-0A12C0FA93C2}" dt="2021-05-17T08:00:43.820" v="269" actId="1076"/>
        <pc:sldMkLst>
          <pc:docMk/>
          <pc:sldMk cId="1366182979" sldId="597"/>
        </pc:sldMkLst>
        <pc:spChg chg="mod">
          <ac:chgData name="Soumita Sengupta" userId="4afa6ce1-cb01-46c2-8538-4650222f0c96" providerId="ADAL" clId="{8571DC48-0C12-45E0-9BF7-0A12C0FA93C2}" dt="2021-05-17T08:00:40.111" v="268" actId="1076"/>
          <ac:spMkLst>
            <pc:docMk/>
            <pc:sldMk cId="1366182979" sldId="597"/>
            <ac:spMk id="7" creationId="{C16F2778-D538-4E7F-B0B7-B91E343D15FC}"/>
          </ac:spMkLst>
        </pc:spChg>
        <pc:picChg chg="mod">
          <ac:chgData name="Soumita Sengupta" userId="4afa6ce1-cb01-46c2-8538-4650222f0c96" providerId="ADAL" clId="{8571DC48-0C12-45E0-9BF7-0A12C0FA93C2}" dt="2021-05-17T08:00:43.820" v="269" actId="1076"/>
          <ac:picMkLst>
            <pc:docMk/>
            <pc:sldMk cId="1366182979" sldId="597"/>
            <ac:picMk id="20" creationId="{105D52A6-EE52-438B-8F10-273DD7F3565D}"/>
          </ac:picMkLst>
        </pc:picChg>
      </pc:sldChg>
      <pc:sldChg chg="modSp add mod">
        <pc:chgData name="Soumita Sengupta" userId="4afa6ce1-cb01-46c2-8538-4650222f0c96" providerId="ADAL" clId="{8571DC48-0C12-45E0-9BF7-0A12C0FA93C2}" dt="2021-05-17T08:01:58.745" v="281" actId="255"/>
        <pc:sldMkLst>
          <pc:docMk/>
          <pc:sldMk cId="2739226745" sldId="599"/>
        </pc:sldMkLst>
        <pc:spChg chg="mod">
          <ac:chgData name="Soumita Sengupta" userId="4afa6ce1-cb01-46c2-8538-4650222f0c96" providerId="ADAL" clId="{8571DC48-0C12-45E0-9BF7-0A12C0FA93C2}" dt="2021-05-17T08:01:58.745" v="281" actId="255"/>
          <ac:spMkLst>
            <pc:docMk/>
            <pc:sldMk cId="2739226745" sldId="599"/>
            <ac:spMk id="4" creationId="{A3463CF8-8BCB-4377-AA0B-4621F7D8AE0C}"/>
          </ac:spMkLst>
        </pc:spChg>
      </pc:sldChg>
      <pc:sldChg chg="modSp add mod">
        <pc:chgData name="Soumita Sengupta" userId="4afa6ce1-cb01-46c2-8538-4650222f0c96" providerId="ADAL" clId="{8571DC48-0C12-45E0-9BF7-0A12C0FA93C2}" dt="2021-05-17T08:02:08.770" v="282" actId="255"/>
        <pc:sldMkLst>
          <pc:docMk/>
          <pc:sldMk cId="1306066386" sldId="600"/>
        </pc:sldMkLst>
        <pc:spChg chg="mod">
          <ac:chgData name="Soumita Sengupta" userId="4afa6ce1-cb01-46c2-8538-4650222f0c96" providerId="ADAL" clId="{8571DC48-0C12-45E0-9BF7-0A12C0FA93C2}" dt="2021-05-17T08:02:08.770" v="282" actId="255"/>
          <ac:spMkLst>
            <pc:docMk/>
            <pc:sldMk cId="1306066386" sldId="600"/>
            <ac:spMk id="4" creationId="{A3463CF8-8BCB-4377-AA0B-4621F7D8AE0C}"/>
          </ac:spMkLst>
        </pc:spChg>
      </pc:sldChg>
      <pc:sldChg chg="modSp add mod">
        <pc:chgData name="Soumita Sengupta" userId="4afa6ce1-cb01-46c2-8538-4650222f0c96" providerId="ADAL" clId="{8571DC48-0C12-45E0-9BF7-0A12C0FA93C2}" dt="2021-05-17T08:03:13.321" v="287" actId="255"/>
        <pc:sldMkLst>
          <pc:docMk/>
          <pc:sldMk cId="536837091" sldId="601"/>
        </pc:sldMkLst>
        <pc:spChg chg="mod">
          <ac:chgData name="Soumita Sengupta" userId="4afa6ce1-cb01-46c2-8538-4650222f0c96" providerId="ADAL" clId="{8571DC48-0C12-45E0-9BF7-0A12C0FA93C2}" dt="2021-05-17T08:03:13.321" v="287" actId="255"/>
          <ac:spMkLst>
            <pc:docMk/>
            <pc:sldMk cId="536837091" sldId="601"/>
            <ac:spMk id="4" creationId="{A3463CF8-8BCB-4377-AA0B-4621F7D8AE0C}"/>
          </ac:spMkLst>
        </pc:spChg>
      </pc:sldChg>
      <pc:sldChg chg="modSp add mod">
        <pc:chgData name="Soumita Sengupta" userId="4afa6ce1-cb01-46c2-8538-4650222f0c96" providerId="ADAL" clId="{8571DC48-0C12-45E0-9BF7-0A12C0FA93C2}" dt="2021-05-17T08:03:18.833" v="288" actId="255"/>
        <pc:sldMkLst>
          <pc:docMk/>
          <pc:sldMk cId="3069890481" sldId="602"/>
        </pc:sldMkLst>
        <pc:spChg chg="mod">
          <ac:chgData name="Soumita Sengupta" userId="4afa6ce1-cb01-46c2-8538-4650222f0c96" providerId="ADAL" clId="{8571DC48-0C12-45E0-9BF7-0A12C0FA93C2}" dt="2021-05-17T08:03:18.833" v="288" actId="255"/>
          <ac:spMkLst>
            <pc:docMk/>
            <pc:sldMk cId="3069890481" sldId="602"/>
            <ac:spMk id="4" creationId="{A3463CF8-8BCB-4377-AA0B-4621F7D8AE0C}"/>
          </ac:spMkLst>
        </pc:spChg>
      </pc:sldChg>
      <pc:sldChg chg="modSp add mod">
        <pc:chgData name="Soumita Sengupta" userId="4afa6ce1-cb01-46c2-8538-4650222f0c96" providerId="ADAL" clId="{8571DC48-0C12-45E0-9BF7-0A12C0FA93C2}" dt="2021-05-17T08:03:28.880" v="289" actId="255"/>
        <pc:sldMkLst>
          <pc:docMk/>
          <pc:sldMk cId="1654328000" sldId="603"/>
        </pc:sldMkLst>
        <pc:spChg chg="mod">
          <ac:chgData name="Soumita Sengupta" userId="4afa6ce1-cb01-46c2-8538-4650222f0c96" providerId="ADAL" clId="{8571DC48-0C12-45E0-9BF7-0A12C0FA93C2}" dt="2021-05-17T08:03:28.880" v="289" actId="255"/>
          <ac:spMkLst>
            <pc:docMk/>
            <pc:sldMk cId="1654328000" sldId="603"/>
            <ac:spMk id="3" creationId="{72ABD603-5A1F-4618-A9D6-FFA011CCE180}"/>
          </ac:spMkLst>
        </pc:spChg>
      </pc:sldChg>
      <pc:sldChg chg="modSp add mod">
        <pc:chgData name="Soumita Sengupta" userId="4afa6ce1-cb01-46c2-8538-4650222f0c96" providerId="ADAL" clId="{8571DC48-0C12-45E0-9BF7-0A12C0FA93C2}" dt="2021-05-17T08:03:46.533" v="291" actId="255"/>
        <pc:sldMkLst>
          <pc:docMk/>
          <pc:sldMk cId="390194341" sldId="604"/>
        </pc:sldMkLst>
        <pc:graphicFrameChg chg="modGraphic">
          <ac:chgData name="Soumita Sengupta" userId="4afa6ce1-cb01-46c2-8538-4650222f0c96" providerId="ADAL" clId="{8571DC48-0C12-45E0-9BF7-0A12C0FA93C2}" dt="2021-05-17T08:03:46.533" v="291" actId="255"/>
          <ac:graphicFrameMkLst>
            <pc:docMk/>
            <pc:sldMk cId="390194341" sldId="604"/>
            <ac:graphicFrameMk id="4" creationId="{B17A15B9-9B2B-4362-93C3-AADF104B534F}"/>
          </ac:graphicFrameMkLst>
        </pc:graphicFrameChg>
      </pc:sldChg>
      <pc:sldChg chg="modSp add mod">
        <pc:chgData name="Soumita Sengupta" userId="4afa6ce1-cb01-46c2-8538-4650222f0c96" providerId="ADAL" clId="{8571DC48-0C12-45E0-9BF7-0A12C0FA93C2}" dt="2021-05-17T08:03:52.732" v="292" actId="255"/>
        <pc:sldMkLst>
          <pc:docMk/>
          <pc:sldMk cId="1727804845" sldId="605"/>
        </pc:sldMkLst>
        <pc:spChg chg="mod">
          <ac:chgData name="Soumita Sengupta" userId="4afa6ce1-cb01-46c2-8538-4650222f0c96" providerId="ADAL" clId="{8571DC48-0C12-45E0-9BF7-0A12C0FA93C2}" dt="2021-05-17T08:03:52.732" v="292" actId="255"/>
          <ac:spMkLst>
            <pc:docMk/>
            <pc:sldMk cId="1727804845" sldId="605"/>
            <ac:spMk id="3" creationId="{4C64D9EE-6F8B-4B3E-ABB4-6F757C789B02}"/>
          </ac:spMkLst>
        </pc:spChg>
      </pc:sldChg>
      <pc:sldChg chg="modSp add mod">
        <pc:chgData name="Soumita Sengupta" userId="4afa6ce1-cb01-46c2-8538-4650222f0c96" providerId="ADAL" clId="{8571DC48-0C12-45E0-9BF7-0A12C0FA93C2}" dt="2021-05-17T08:04:04.479" v="294" actId="5793"/>
        <pc:sldMkLst>
          <pc:docMk/>
          <pc:sldMk cId="4150797766" sldId="606"/>
        </pc:sldMkLst>
        <pc:spChg chg="mod">
          <ac:chgData name="Soumita Sengupta" userId="4afa6ce1-cb01-46c2-8538-4650222f0c96" providerId="ADAL" clId="{8571DC48-0C12-45E0-9BF7-0A12C0FA93C2}" dt="2021-05-17T08:04:04.479" v="294" actId="5793"/>
          <ac:spMkLst>
            <pc:docMk/>
            <pc:sldMk cId="4150797766" sldId="606"/>
            <ac:spMk id="3" creationId="{4C64D9EE-6F8B-4B3E-ABB4-6F757C789B02}"/>
          </ac:spMkLst>
        </pc:spChg>
      </pc:sldChg>
      <pc:sldChg chg="modSp add mod">
        <pc:chgData name="Soumita Sengupta" userId="4afa6ce1-cb01-46c2-8538-4650222f0c96" providerId="ADAL" clId="{8571DC48-0C12-45E0-9BF7-0A12C0FA93C2}" dt="2021-05-17T08:04:13.947" v="295" actId="255"/>
        <pc:sldMkLst>
          <pc:docMk/>
          <pc:sldMk cId="2998912537" sldId="608"/>
        </pc:sldMkLst>
        <pc:spChg chg="mod">
          <ac:chgData name="Soumita Sengupta" userId="4afa6ce1-cb01-46c2-8538-4650222f0c96" providerId="ADAL" clId="{8571DC48-0C12-45E0-9BF7-0A12C0FA93C2}" dt="2021-05-17T08:04:13.947" v="295" actId="255"/>
          <ac:spMkLst>
            <pc:docMk/>
            <pc:sldMk cId="2998912537" sldId="608"/>
            <ac:spMk id="3" creationId="{4C64D9EE-6F8B-4B3E-ABB4-6F757C789B02}"/>
          </ac:spMkLst>
        </pc:spChg>
      </pc:sldChg>
      <pc:sldChg chg="delSp modSp add mod">
        <pc:chgData name="Soumita Sengupta" userId="4afa6ce1-cb01-46c2-8538-4650222f0c96" providerId="ADAL" clId="{8571DC48-0C12-45E0-9BF7-0A12C0FA93C2}" dt="2021-05-17T08:04:45.277" v="303" actId="20577"/>
        <pc:sldMkLst>
          <pc:docMk/>
          <pc:sldMk cId="2513612184" sldId="609"/>
        </pc:sldMkLst>
        <pc:spChg chg="mod">
          <ac:chgData name="Soumita Sengupta" userId="4afa6ce1-cb01-46c2-8538-4650222f0c96" providerId="ADAL" clId="{8571DC48-0C12-45E0-9BF7-0A12C0FA93C2}" dt="2021-05-17T08:04:45.277" v="303" actId="20577"/>
          <ac:spMkLst>
            <pc:docMk/>
            <pc:sldMk cId="2513612184" sldId="609"/>
            <ac:spMk id="3" creationId="{4C64D9EE-6F8B-4B3E-ABB4-6F757C789B02}"/>
          </ac:spMkLst>
        </pc:spChg>
        <pc:graphicFrameChg chg="modGraphic">
          <ac:chgData name="Soumita Sengupta" userId="4afa6ce1-cb01-46c2-8538-4650222f0c96" providerId="ADAL" clId="{8571DC48-0C12-45E0-9BF7-0A12C0FA93C2}" dt="2021-05-17T08:04:39.424" v="299" actId="255"/>
          <ac:graphicFrameMkLst>
            <pc:docMk/>
            <pc:sldMk cId="2513612184" sldId="609"/>
            <ac:graphicFrameMk id="12" creationId="{9D8EE5EC-ACA1-462E-891C-E9BA8F3ABA0D}"/>
          </ac:graphicFrameMkLst>
        </pc:graphicFrameChg>
        <pc:picChg chg="del">
          <ac:chgData name="Soumita Sengupta" userId="4afa6ce1-cb01-46c2-8538-4650222f0c96" providerId="ADAL" clId="{8571DC48-0C12-45E0-9BF7-0A12C0FA93C2}" dt="2021-05-17T08:04:30.429" v="298" actId="478"/>
          <ac:picMkLst>
            <pc:docMk/>
            <pc:sldMk cId="2513612184" sldId="609"/>
            <ac:picMk id="25" creationId="{968B9F0B-19F7-4D00-997E-9C4091534D0F}"/>
          </ac:picMkLst>
        </pc:picChg>
      </pc:sldChg>
      <pc:sldChg chg="modSp add mod">
        <pc:chgData name="Soumita Sengupta" userId="4afa6ce1-cb01-46c2-8538-4650222f0c96" providerId="ADAL" clId="{8571DC48-0C12-45E0-9BF7-0A12C0FA93C2}" dt="2021-05-17T08:04:21.825" v="296" actId="255"/>
        <pc:sldMkLst>
          <pc:docMk/>
          <pc:sldMk cId="2469314218" sldId="610"/>
        </pc:sldMkLst>
        <pc:spChg chg="mod">
          <ac:chgData name="Soumita Sengupta" userId="4afa6ce1-cb01-46c2-8538-4650222f0c96" providerId="ADAL" clId="{8571DC48-0C12-45E0-9BF7-0A12C0FA93C2}" dt="2021-05-17T08:04:21.825" v="296" actId="255"/>
          <ac:spMkLst>
            <pc:docMk/>
            <pc:sldMk cId="2469314218" sldId="610"/>
            <ac:spMk id="3" creationId="{4C64D9EE-6F8B-4B3E-ABB4-6F757C789B02}"/>
          </ac:spMkLst>
        </pc:spChg>
      </pc:sldChg>
      <pc:sldChg chg="modSp add mod">
        <pc:chgData name="Soumita Sengupta" userId="4afa6ce1-cb01-46c2-8538-4650222f0c96" providerId="ADAL" clId="{8571DC48-0C12-45E0-9BF7-0A12C0FA93C2}" dt="2021-05-17T08:04:53.484" v="305" actId="255"/>
        <pc:sldMkLst>
          <pc:docMk/>
          <pc:sldMk cId="1649629401" sldId="611"/>
        </pc:sldMkLst>
        <pc:spChg chg="mod">
          <ac:chgData name="Soumita Sengupta" userId="4afa6ce1-cb01-46c2-8538-4650222f0c96" providerId="ADAL" clId="{8571DC48-0C12-45E0-9BF7-0A12C0FA93C2}" dt="2021-05-17T08:04:53.484" v="305" actId="255"/>
          <ac:spMkLst>
            <pc:docMk/>
            <pc:sldMk cId="1649629401" sldId="611"/>
            <ac:spMk id="3" creationId="{4C64D9EE-6F8B-4B3E-ABB4-6F757C789B02}"/>
          </ac:spMkLst>
        </pc:spChg>
      </pc:sldChg>
      <pc:sldChg chg="delSp add mod">
        <pc:chgData name="Soumita Sengupta" userId="4afa6ce1-cb01-46c2-8538-4650222f0c96" providerId="ADAL" clId="{8571DC48-0C12-45E0-9BF7-0A12C0FA93C2}" dt="2021-05-17T08:04:57.624" v="306" actId="478"/>
        <pc:sldMkLst>
          <pc:docMk/>
          <pc:sldMk cId="3588579200" sldId="612"/>
        </pc:sldMkLst>
        <pc:spChg chg="del">
          <ac:chgData name="Soumita Sengupta" userId="4afa6ce1-cb01-46c2-8538-4650222f0c96" providerId="ADAL" clId="{8571DC48-0C12-45E0-9BF7-0A12C0FA93C2}" dt="2021-05-17T08:04:57.624" v="306" actId="478"/>
          <ac:spMkLst>
            <pc:docMk/>
            <pc:sldMk cId="3588579200" sldId="612"/>
            <ac:spMk id="10" creationId="{87E0046A-8C28-4F24-8F8C-23B9704D4872}"/>
          </ac:spMkLst>
        </pc:spChg>
      </pc:sldChg>
      <pc:sldChg chg="modSp add mod">
        <pc:chgData name="Soumita Sengupta" userId="4afa6ce1-cb01-46c2-8538-4650222f0c96" providerId="ADAL" clId="{8571DC48-0C12-45E0-9BF7-0A12C0FA93C2}" dt="2021-05-17T08:05:03.470" v="307" actId="255"/>
        <pc:sldMkLst>
          <pc:docMk/>
          <pc:sldMk cId="918964389" sldId="613"/>
        </pc:sldMkLst>
        <pc:spChg chg="mod">
          <ac:chgData name="Soumita Sengupta" userId="4afa6ce1-cb01-46c2-8538-4650222f0c96" providerId="ADAL" clId="{8571DC48-0C12-45E0-9BF7-0A12C0FA93C2}" dt="2021-05-17T08:05:03.470" v="307" actId="255"/>
          <ac:spMkLst>
            <pc:docMk/>
            <pc:sldMk cId="918964389" sldId="613"/>
            <ac:spMk id="3" creationId="{4C64D9EE-6F8B-4B3E-ABB4-6F757C789B02}"/>
          </ac:spMkLst>
        </pc:spChg>
      </pc:sldChg>
      <pc:sldChg chg="modSp add mod">
        <pc:chgData name="Soumita Sengupta" userId="4afa6ce1-cb01-46c2-8538-4650222f0c96" providerId="ADAL" clId="{8571DC48-0C12-45E0-9BF7-0A12C0FA93C2}" dt="2021-05-17T08:05:09.337" v="308" actId="255"/>
        <pc:sldMkLst>
          <pc:docMk/>
          <pc:sldMk cId="1152959613" sldId="614"/>
        </pc:sldMkLst>
        <pc:spChg chg="mod">
          <ac:chgData name="Soumita Sengupta" userId="4afa6ce1-cb01-46c2-8538-4650222f0c96" providerId="ADAL" clId="{8571DC48-0C12-45E0-9BF7-0A12C0FA93C2}" dt="2021-05-17T08:05:09.337" v="308" actId="255"/>
          <ac:spMkLst>
            <pc:docMk/>
            <pc:sldMk cId="1152959613" sldId="614"/>
            <ac:spMk id="3" creationId="{4C64D9EE-6F8B-4B3E-ABB4-6F757C789B02}"/>
          </ac:spMkLst>
        </pc:spChg>
      </pc:sldChg>
      <pc:sldChg chg="delSp modSp add mod">
        <pc:chgData name="Soumita Sengupta" userId="4afa6ce1-cb01-46c2-8538-4650222f0c96" providerId="ADAL" clId="{8571DC48-0C12-45E0-9BF7-0A12C0FA93C2}" dt="2021-05-17T08:05:28.208" v="311" actId="255"/>
        <pc:sldMkLst>
          <pc:docMk/>
          <pc:sldMk cId="4180479736" sldId="615"/>
        </pc:sldMkLst>
        <pc:spChg chg="mod">
          <ac:chgData name="Soumita Sengupta" userId="4afa6ce1-cb01-46c2-8538-4650222f0c96" providerId="ADAL" clId="{8571DC48-0C12-45E0-9BF7-0A12C0FA93C2}" dt="2021-05-17T08:05:28.208" v="311" actId="255"/>
          <ac:spMkLst>
            <pc:docMk/>
            <pc:sldMk cId="4180479736" sldId="615"/>
            <ac:spMk id="3" creationId="{4C64D9EE-6F8B-4B3E-ABB4-6F757C789B02}"/>
          </ac:spMkLst>
        </pc:spChg>
        <pc:picChg chg="del">
          <ac:chgData name="Soumita Sengupta" userId="4afa6ce1-cb01-46c2-8538-4650222f0c96" providerId="ADAL" clId="{8571DC48-0C12-45E0-9BF7-0A12C0FA93C2}" dt="2021-05-17T08:05:23.767" v="310" actId="478"/>
          <ac:picMkLst>
            <pc:docMk/>
            <pc:sldMk cId="4180479736" sldId="615"/>
            <ac:picMk id="25" creationId="{968B9F0B-19F7-4D00-997E-9C4091534D0F}"/>
          </ac:picMkLst>
        </pc:picChg>
      </pc:sldChg>
      <pc:sldChg chg="modSp add mod">
        <pc:chgData name="Soumita Sengupta" userId="4afa6ce1-cb01-46c2-8538-4650222f0c96" providerId="ADAL" clId="{8571DC48-0C12-45E0-9BF7-0A12C0FA93C2}" dt="2021-05-17T08:05:33.120" v="312" actId="255"/>
        <pc:sldMkLst>
          <pc:docMk/>
          <pc:sldMk cId="945563877" sldId="616"/>
        </pc:sldMkLst>
        <pc:spChg chg="mod">
          <ac:chgData name="Soumita Sengupta" userId="4afa6ce1-cb01-46c2-8538-4650222f0c96" providerId="ADAL" clId="{8571DC48-0C12-45E0-9BF7-0A12C0FA93C2}" dt="2021-05-17T08:05:33.120" v="312" actId="255"/>
          <ac:spMkLst>
            <pc:docMk/>
            <pc:sldMk cId="945563877" sldId="616"/>
            <ac:spMk id="3" creationId="{4C64D9EE-6F8B-4B3E-ABB4-6F757C789B02}"/>
          </ac:spMkLst>
        </pc:spChg>
      </pc:sldChg>
      <pc:sldChg chg="modSp add mod">
        <pc:chgData name="Soumita Sengupta" userId="4afa6ce1-cb01-46c2-8538-4650222f0c96" providerId="ADAL" clId="{8571DC48-0C12-45E0-9BF7-0A12C0FA93C2}" dt="2021-05-17T08:05:39.840" v="313" actId="255"/>
        <pc:sldMkLst>
          <pc:docMk/>
          <pc:sldMk cId="3378954170" sldId="618"/>
        </pc:sldMkLst>
        <pc:spChg chg="mod">
          <ac:chgData name="Soumita Sengupta" userId="4afa6ce1-cb01-46c2-8538-4650222f0c96" providerId="ADAL" clId="{8571DC48-0C12-45E0-9BF7-0A12C0FA93C2}" dt="2021-05-17T08:05:39.840" v="313" actId="255"/>
          <ac:spMkLst>
            <pc:docMk/>
            <pc:sldMk cId="3378954170" sldId="618"/>
            <ac:spMk id="3" creationId="{4C64D9EE-6F8B-4B3E-ABB4-6F757C789B02}"/>
          </ac:spMkLst>
        </pc:spChg>
      </pc:sldChg>
      <pc:sldChg chg="modSp add mod">
        <pc:chgData name="Soumita Sengupta" userId="4afa6ce1-cb01-46c2-8538-4650222f0c96" providerId="ADAL" clId="{8571DC48-0C12-45E0-9BF7-0A12C0FA93C2}" dt="2021-05-17T08:05:53.741" v="315" actId="255"/>
        <pc:sldMkLst>
          <pc:docMk/>
          <pc:sldMk cId="3175453255" sldId="619"/>
        </pc:sldMkLst>
        <pc:spChg chg="mod">
          <ac:chgData name="Soumita Sengupta" userId="4afa6ce1-cb01-46c2-8538-4650222f0c96" providerId="ADAL" clId="{8571DC48-0C12-45E0-9BF7-0A12C0FA93C2}" dt="2021-05-17T08:05:47.208" v="314" actId="255"/>
          <ac:spMkLst>
            <pc:docMk/>
            <pc:sldMk cId="3175453255" sldId="619"/>
            <ac:spMk id="3" creationId="{4C64D9EE-6F8B-4B3E-ABB4-6F757C789B02}"/>
          </ac:spMkLst>
        </pc:spChg>
        <pc:graphicFrameChg chg="modGraphic">
          <ac:chgData name="Soumita Sengupta" userId="4afa6ce1-cb01-46c2-8538-4650222f0c96" providerId="ADAL" clId="{8571DC48-0C12-45E0-9BF7-0A12C0FA93C2}" dt="2021-05-17T08:05:53.741" v="315" actId="255"/>
          <ac:graphicFrameMkLst>
            <pc:docMk/>
            <pc:sldMk cId="3175453255" sldId="619"/>
            <ac:graphicFrameMk id="13" creationId="{7FBA5FBA-0A9D-4348-8990-EB87C93F97DE}"/>
          </ac:graphicFrameMkLst>
        </pc:graphicFrameChg>
      </pc:sldChg>
      <pc:sldChg chg="modSp add mod">
        <pc:chgData name="Soumita Sengupta" userId="4afa6ce1-cb01-46c2-8538-4650222f0c96" providerId="ADAL" clId="{8571DC48-0C12-45E0-9BF7-0A12C0FA93C2}" dt="2021-05-17T08:06:25.045" v="320" actId="255"/>
        <pc:sldMkLst>
          <pc:docMk/>
          <pc:sldMk cId="1796439600" sldId="622"/>
        </pc:sldMkLst>
        <pc:spChg chg="mod">
          <ac:chgData name="Soumita Sengupta" userId="4afa6ce1-cb01-46c2-8538-4650222f0c96" providerId="ADAL" clId="{8571DC48-0C12-45E0-9BF7-0A12C0FA93C2}" dt="2021-05-17T08:06:25.045" v="320" actId="255"/>
          <ac:spMkLst>
            <pc:docMk/>
            <pc:sldMk cId="1796439600" sldId="622"/>
            <ac:spMk id="7" creationId="{51680A7F-0571-4761-AB45-8A5FB51A8763}"/>
          </ac:spMkLst>
        </pc:spChg>
      </pc:sldChg>
      <pc:sldChg chg="modSp add mod">
        <pc:chgData name="Soumita Sengupta" userId="4afa6ce1-cb01-46c2-8538-4650222f0c96" providerId="ADAL" clId="{8571DC48-0C12-45E0-9BF7-0A12C0FA93C2}" dt="2021-05-17T08:06:55.719" v="329" actId="1076"/>
        <pc:sldMkLst>
          <pc:docMk/>
          <pc:sldMk cId="3566022154" sldId="623"/>
        </pc:sldMkLst>
        <pc:spChg chg="mod">
          <ac:chgData name="Soumita Sengupta" userId="4afa6ce1-cb01-46c2-8538-4650222f0c96" providerId="ADAL" clId="{8571DC48-0C12-45E0-9BF7-0A12C0FA93C2}" dt="2021-05-17T08:06:49.742" v="328" actId="5793"/>
          <ac:spMkLst>
            <pc:docMk/>
            <pc:sldMk cId="3566022154" sldId="623"/>
            <ac:spMk id="7" creationId="{51680A7F-0571-4761-AB45-8A5FB51A8763}"/>
          </ac:spMkLst>
        </pc:spChg>
        <pc:graphicFrameChg chg="mod modGraphic">
          <ac:chgData name="Soumita Sengupta" userId="4afa6ce1-cb01-46c2-8538-4650222f0c96" providerId="ADAL" clId="{8571DC48-0C12-45E0-9BF7-0A12C0FA93C2}" dt="2021-05-17T08:06:55.719" v="329" actId="1076"/>
          <ac:graphicFrameMkLst>
            <pc:docMk/>
            <pc:sldMk cId="3566022154" sldId="623"/>
            <ac:graphicFrameMk id="8" creationId="{DE425DE9-4464-4734-9D83-7CF5C161F98A}"/>
          </ac:graphicFrameMkLst>
        </pc:graphicFrameChg>
      </pc:sldChg>
      <pc:sldChg chg="modSp add mod">
        <pc:chgData name="Soumita Sengupta" userId="4afa6ce1-cb01-46c2-8538-4650222f0c96" providerId="ADAL" clId="{8571DC48-0C12-45E0-9BF7-0A12C0FA93C2}" dt="2021-05-17T08:07:10.671" v="331" actId="255"/>
        <pc:sldMkLst>
          <pc:docMk/>
          <pc:sldMk cId="4149358472" sldId="625"/>
        </pc:sldMkLst>
        <pc:spChg chg="mod">
          <ac:chgData name="Soumita Sengupta" userId="4afa6ce1-cb01-46c2-8538-4650222f0c96" providerId="ADAL" clId="{8571DC48-0C12-45E0-9BF7-0A12C0FA93C2}" dt="2021-05-17T08:07:10.671" v="331" actId="255"/>
          <ac:spMkLst>
            <pc:docMk/>
            <pc:sldMk cId="4149358472" sldId="625"/>
            <ac:spMk id="7" creationId="{1555502E-3A36-4CF2-89F1-2960DE06FD31}"/>
          </ac:spMkLst>
        </pc:spChg>
      </pc:sldChg>
      <pc:sldChg chg="modSp add mod">
        <pc:chgData name="Soumita Sengupta" userId="4afa6ce1-cb01-46c2-8538-4650222f0c96" providerId="ADAL" clId="{8571DC48-0C12-45E0-9BF7-0A12C0FA93C2}" dt="2021-05-17T08:07:16.322" v="332" actId="255"/>
        <pc:sldMkLst>
          <pc:docMk/>
          <pc:sldMk cId="2979335379" sldId="626"/>
        </pc:sldMkLst>
        <pc:spChg chg="mod">
          <ac:chgData name="Soumita Sengupta" userId="4afa6ce1-cb01-46c2-8538-4650222f0c96" providerId="ADAL" clId="{8571DC48-0C12-45E0-9BF7-0A12C0FA93C2}" dt="2021-05-17T08:07:16.322" v="332" actId="255"/>
          <ac:spMkLst>
            <pc:docMk/>
            <pc:sldMk cId="2979335379" sldId="626"/>
            <ac:spMk id="7" creationId="{1555502E-3A36-4CF2-89F1-2960DE06FD31}"/>
          </ac:spMkLst>
        </pc:spChg>
      </pc:sldChg>
      <pc:sldChg chg="delSp modSp add mod ord">
        <pc:chgData name="Soumita Sengupta" userId="4afa6ce1-cb01-46c2-8538-4650222f0c96" providerId="ADAL" clId="{8571DC48-0C12-45E0-9BF7-0A12C0FA93C2}" dt="2021-05-17T08:07:29.206" v="337" actId="14100"/>
        <pc:sldMkLst>
          <pc:docMk/>
          <pc:sldMk cId="2143778835" sldId="627"/>
        </pc:sldMkLst>
        <pc:spChg chg="del">
          <ac:chgData name="Soumita Sengupta" userId="4afa6ce1-cb01-46c2-8538-4650222f0c96" providerId="ADAL" clId="{8571DC48-0C12-45E0-9BF7-0A12C0FA93C2}" dt="2021-05-17T08:07:24.878" v="336" actId="478"/>
          <ac:spMkLst>
            <pc:docMk/>
            <pc:sldMk cId="2143778835" sldId="627"/>
            <ac:spMk id="7" creationId="{1555502E-3A36-4CF2-89F1-2960DE06FD31}"/>
          </ac:spMkLst>
        </pc:spChg>
        <pc:picChg chg="mod">
          <ac:chgData name="Soumita Sengupta" userId="4afa6ce1-cb01-46c2-8538-4650222f0c96" providerId="ADAL" clId="{8571DC48-0C12-45E0-9BF7-0A12C0FA93C2}" dt="2021-05-17T08:07:29.206" v="337" actId="14100"/>
          <ac:picMkLst>
            <pc:docMk/>
            <pc:sldMk cId="2143778835" sldId="627"/>
            <ac:picMk id="3" creationId="{81994DA6-2F0A-4A42-AE30-3EC57F348133}"/>
          </ac:picMkLst>
        </pc:picChg>
      </pc:sldChg>
      <pc:sldChg chg="modSp add mod">
        <pc:chgData name="Soumita Sengupta" userId="4afa6ce1-cb01-46c2-8538-4650222f0c96" providerId="ADAL" clId="{8571DC48-0C12-45E0-9BF7-0A12C0FA93C2}" dt="2021-05-17T08:07:38.662" v="338" actId="255"/>
        <pc:sldMkLst>
          <pc:docMk/>
          <pc:sldMk cId="1840417079" sldId="628"/>
        </pc:sldMkLst>
        <pc:graphicFrameChg chg="modGraphic">
          <ac:chgData name="Soumita Sengupta" userId="4afa6ce1-cb01-46c2-8538-4650222f0c96" providerId="ADAL" clId="{8571DC48-0C12-45E0-9BF7-0A12C0FA93C2}" dt="2021-05-17T08:07:38.662" v="338" actId="255"/>
          <ac:graphicFrameMkLst>
            <pc:docMk/>
            <pc:sldMk cId="1840417079" sldId="628"/>
            <ac:graphicFrameMk id="11" creationId="{A3945B2E-C426-4C5D-8B03-6DE41A0A4D0A}"/>
          </ac:graphicFrameMkLst>
        </pc:graphicFrameChg>
      </pc:sldChg>
      <pc:sldChg chg="modSp add mod">
        <pc:chgData name="Soumita Sengupta" userId="4afa6ce1-cb01-46c2-8538-4650222f0c96" providerId="ADAL" clId="{8571DC48-0C12-45E0-9BF7-0A12C0FA93C2}" dt="2021-05-17T08:08:47.028" v="344" actId="255"/>
        <pc:sldMkLst>
          <pc:docMk/>
          <pc:sldMk cId="96484799" sldId="633"/>
        </pc:sldMkLst>
        <pc:spChg chg="mod">
          <ac:chgData name="Soumita Sengupta" userId="4afa6ce1-cb01-46c2-8538-4650222f0c96" providerId="ADAL" clId="{8571DC48-0C12-45E0-9BF7-0A12C0FA93C2}" dt="2021-05-17T08:08:47.028" v="344" actId="255"/>
          <ac:spMkLst>
            <pc:docMk/>
            <pc:sldMk cId="96484799" sldId="633"/>
            <ac:spMk id="7" creationId="{1954F96B-73D4-4F31-BD4C-4E3AE69DBAE2}"/>
          </ac:spMkLst>
        </pc:spChg>
      </pc:sldChg>
      <pc:sldChg chg="modSp add mod">
        <pc:chgData name="Soumita Sengupta" userId="4afa6ce1-cb01-46c2-8538-4650222f0c96" providerId="ADAL" clId="{8571DC48-0C12-45E0-9BF7-0A12C0FA93C2}" dt="2021-05-17T08:08:56.910" v="346" actId="255"/>
        <pc:sldMkLst>
          <pc:docMk/>
          <pc:sldMk cId="4018720682" sldId="634"/>
        </pc:sldMkLst>
        <pc:graphicFrameChg chg="modGraphic">
          <ac:chgData name="Soumita Sengupta" userId="4afa6ce1-cb01-46c2-8538-4650222f0c96" providerId="ADAL" clId="{8571DC48-0C12-45E0-9BF7-0A12C0FA93C2}" dt="2021-05-17T08:08:56.910" v="346" actId="255"/>
          <ac:graphicFrameMkLst>
            <pc:docMk/>
            <pc:sldMk cId="4018720682" sldId="634"/>
            <ac:graphicFrameMk id="4" creationId="{5770FC58-1138-4B6A-A5D3-B74D595C317F}"/>
          </ac:graphicFrameMkLst>
        </pc:graphicFrameChg>
      </pc:sldChg>
      <pc:sldChg chg="modSp add mod">
        <pc:chgData name="Soumita Sengupta" userId="4afa6ce1-cb01-46c2-8538-4650222f0c96" providerId="ADAL" clId="{8571DC48-0C12-45E0-9BF7-0A12C0FA93C2}" dt="2021-05-17T08:10:35.622" v="358" actId="255"/>
        <pc:sldMkLst>
          <pc:docMk/>
          <pc:sldMk cId="1101439345" sldId="636"/>
        </pc:sldMkLst>
        <pc:spChg chg="mod">
          <ac:chgData name="Soumita Sengupta" userId="4afa6ce1-cb01-46c2-8538-4650222f0c96" providerId="ADAL" clId="{8571DC48-0C12-45E0-9BF7-0A12C0FA93C2}" dt="2021-05-17T08:10:35.622" v="358" actId="255"/>
          <ac:spMkLst>
            <pc:docMk/>
            <pc:sldMk cId="1101439345" sldId="636"/>
            <ac:spMk id="7" creationId="{0B72E019-94C1-4A3A-A0D3-022823597E78}"/>
          </ac:spMkLst>
        </pc:spChg>
      </pc:sldChg>
      <pc:sldChg chg="modSp add mod">
        <pc:chgData name="Soumita Sengupta" userId="4afa6ce1-cb01-46c2-8538-4650222f0c96" providerId="ADAL" clId="{8571DC48-0C12-45E0-9BF7-0A12C0FA93C2}" dt="2021-05-17T08:10:52.099" v="360" actId="255"/>
        <pc:sldMkLst>
          <pc:docMk/>
          <pc:sldMk cId="583779290" sldId="637"/>
        </pc:sldMkLst>
        <pc:spChg chg="mod">
          <ac:chgData name="Soumita Sengupta" userId="4afa6ce1-cb01-46c2-8538-4650222f0c96" providerId="ADAL" clId="{8571DC48-0C12-45E0-9BF7-0A12C0FA93C2}" dt="2021-05-17T08:10:52.099" v="360" actId="255"/>
          <ac:spMkLst>
            <pc:docMk/>
            <pc:sldMk cId="583779290" sldId="637"/>
            <ac:spMk id="7" creationId="{0B72E019-94C1-4A3A-A0D3-022823597E78}"/>
          </ac:spMkLst>
        </pc:spChg>
      </pc:sldChg>
      <pc:sldChg chg="add">
        <pc:chgData name="Soumita Sengupta" userId="4afa6ce1-cb01-46c2-8538-4650222f0c96" providerId="ADAL" clId="{8571DC48-0C12-45E0-9BF7-0A12C0FA93C2}" dt="2021-05-17T07:50:44.638" v="172"/>
        <pc:sldMkLst>
          <pc:docMk/>
          <pc:sldMk cId="4285856727" sldId="638"/>
        </pc:sldMkLst>
      </pc:sldChg>
      <pc:sldChg chg="delSp modSp add mod">
        <pc:chgData name="Soumita Sengupta" userId="4afa6ce1-cb01-46c2-8538-4650222f0c96" providerId="ADAL" clId="{8571DC48-0C12-45E0-9BF7-0A12C0FA93C2}" dt="2021-05-17T08:11:51.481" v="367" actId="255"/>
        <pc:sldMkLst>
          <pc:docMk/>
          <pc:sldMk cId="994777911" sldId="642"/>
        </pc:sldMkLst>
        <pc:spChg chg="mod">
          <ac:chgData name="Soumita Sengupta" userId="4afa6ce1-cb01-46c2-8538-4650222f0c96" providerId="ADAL" clId="{8571DC48-0C12-45E0-9BF7-0A12C0FA93C2}" dt="2021-05-17T08:11:51.481" v="367" actId="255"/>
          <ac:spMkLst>
            <pc:docMk/>
            <pc:sldMk cId="994777911" sldId="642"/>
            <ac:spMk id="4" creationId="{F4E4F34F-F15D-4726-AF4D-1FA5CD8F58BF}"/>
          </ac:spMkLst>
        </pc:spChg>
        <pc:picChg chg="del">
          <ac:chgData name="Soumita Sengupta" userId="4afa6ce1-cb01-46c2-8538-4650222f0c96" providerId="ADAL" clId="{8571DC48-0C12-45E0-9BF7-0A12C0FA93C2}" dt="2021-05-17T08:11:46.348" v="366" actId="478"/>
          <ac:picMkLst>
            <pc:docMk/>
            <pc:sldMk cId="994777911" sldId="642"/>
            <ac:picMk id="3" creationId="{34B6A8B0-05DF-42A9-B0D6-6BB1BA2A8F6F}"/>
          </ac:picMkLst>
        </pc:picChg>
      </pc:sldChg>
      <pc:sldChg chg="delSp add mod">
        <pc:chgData name="Soumita Sengupta" userId="4afa6ce1-cb01-46c2-8538-4650222f0c96" providerId="ADAL" clId="{8571DC48-0C12-45E0-9BF7-0A12C0FA93C2}" dt="2021-05-17T08:11:56.007" v="368" actId="478"/>
        <pc:sldMkLst>
          <pc:docMk/>
          <pc:sldMk cId="2095642720" sldId="643"/>
        </pc:sldMkLst>
        <pc:spChg chg="del">
          <ac:chgData name="Soumita Sengupta" userId="4afa6ce1-cb01-46c2-8538-4650222f0c96" providerId="ADAL" clId="{8571DC48-0C12-45E0-9BF7-0A12C0FA93C2}" dt="2021-05-17T08:11:56.007" v="368" actId="478"/>
          <ac:spMkLst>
            <pc:docMk/>
            <pc:sldMk cId="2095642720" sldId="643"/>
            <ac:spMk id="11" creationId="{B1EE0E6E-C5E0-4000-B91A-F0513405AC6E}"/>
          </ac:spMkLst>
        </pc:spChg>
      </pc:sldChg>
      <pc:sldChg chg="modSp add mod">
        <pc:chgData name="Soumita Sengupta" userId="4afa6ce1-cb01-46c2-8538-4650222f0c96" providerId="ADAL" clId="{8571DC48-0C12-45E0-9BF7-0A12C0FA93C2}" dt="2021-05-17T08:12:18.208" v="373" actId="255"/>
        <pc:sldMkLst>
          <pc:docMk/>
          <pc:sldMk cId="1181531667" sldId="644"/>
        </pc:sldMkLst>
        <pc:spChg chg="mod">
          <ac:chgData name="Soumita Sengupta" userId="4afa6ce1-cb01-46c2-8538-4650222f0c96" providerId="ADAL" clId="{8571DC48-0C12-45E0-9BF7-0A12C0FA93C2}" dt="2021-05-17T08:12:18.208" v="373" actId="255"/>
          <ac:spMkLst>
            <pc:docMk/>
            <pc:sldMk cId="1181531667" sldId="644"/>
            <ac:spMk id="4" creationId="{F4E4F34F-F15D-4726-AF4D-1FA5CD8F58BF}"/>
          </ac:spMkLst>
        </pc:spChg>
      </pc:sldChg>
      <pc:sldChg chg="modSp add mod">
        <pc:chgData name="Soumita Sengupta" userId="4afa6ce1-cb01-46c2-8538-4650222f0c96" providerId="ADAL" clId="{8571DC48-0C12-45E0-9BF7-0A12C0FA93C2}" dt="2021-05-17T08:12:25.944" v="374" actId="255"/>
        <pc:sldMkLst>
          <pc:docMk/>
          <pc:sldMk cId="3152158587" sldId="645"/>
        </pc:sldMkLst>
        <pc:spChg chg="mod">
          <ac:chgData name="Soumita Sengupta" userId="4afa6ce1-cb01-46c2-8538-4650222f0c96" providerId="ADAL" clId="{8571DC48-0C12-45E0-9BF7-0A12C0FA93C2}" dt="2021-05-17T08:12:25.944" v="374" actId="255"/>
          <ac:spMkLst>
            <pc:docMk/>
            <pc:sldMk cId="3152158587" sldId="645"/>
            <ac:spMk id="4" creationId="{F4E4F34F-F15D-4726-AF4D-1FA5CD8F58BF}"/>
          </ac:spMkLst>
        </pc:spChg>
      </pc:sldChg>
      <pc:sldChg chg="modSp add mod">
        <pc:chgData name="Soumita Sengupta" userId="4afa6ce1-cb01-46c2-8538-4650222f0c96" providerId="ADAL" clId="{8571DC48-0C12-45E0-9BF7-0A12C0FA93C2}" dt="2021-05-17T08:12:32.563" v="375" actId="255"/>
        <pc:sldMkLst>
          <pc:docMk/>
          <pc:sldMk cId="3694302526" sldId="646"/>
        </pc:sldMkLst>
        <pc:spChg chg="mod">
          <ac:chgData name="Soumita Sengupta" userId="4afa6ce1-cb01-46c2-8538-4650222f0c96" providerId="ADAL" clId="{8571DC48-0C12-45E0-9BF7-0A12C0FA93C2}" dt="2021-05-17T08:12:32.563" v="375" actId="255"/>
          <ac:spMkLst>
            <pc:docMk/>
            <pc:sldMk cId="3694302526" sldId="646"/>
            <ac:spMk id="4" creationId="{F4E4F34F-F15D-4726-AF4D-1FA5CD8F58BF}"/>
          </ac:spMkLst>
        </pc:spChg>
      </pc:sldChg>
      <pc:sldChg chg="modSp add mod">
        <pc:chgData name="Soumita Sengupta" userId="4afa6ce1-cb01-46c2-8538-4650222f0c96" providerId="ADAL" clId="{8571DC48-0C12-45E0-9BF7-0A12C0FA93C2}" dt="2021-05-17T08:12:59.897" v="378" actId="255"/>
        <pc:sldMkLst>
          <pc:docMk/>
          <pc:sldMk cId="3358312975" sldId="647"/>
        </pc:sldMkLst>
        <pc:spChg chg="mod">
          <ac:chgData name="Soumita Sengupta" userId="4afa6ce1-cb01-46c2-8538-4650222f0c96" providerId="ADAL" clId="{8571DC48-0C12-45E0-9BF7-0A12C0FA93C2}" dt="2021-05-17T08:12:59.897" v="378" actId="255"/>
          <ac:spMkLst>
            <pc:docMk/>
            <pc:sldMk cId="3358312975" sldId="647"/>
            <ac:spMk id="4" creationId="{F4E4F34F-F15D-4726-AF4D-1FA5CD8F58BF}"/>
          </ac:spMkLst>
        </pc:spChg>
        <pc:graphicFrameChg chg="modGraphic">
          <ac:chgData name="Soumita Sengupta" userId="4afa6ce1-cb01-46c2-8538-4650222f0c96" providerId="ADAL" clId="{8571DC48-0C12-45E0-9BF7-0A12C0FA93C2}" dt="2021-05-17T08:12:39.942" v="376" actId="255"/>
          <ac:graphicFrameMkLst>
            <pc:docMk/>
            <pc:sldMk cId="3358312975" sldId="647"/>
            <ac:graphicFrameMk id="2" creationId="{7D5A731D-F205-4673-A456-9177A9D055C7}"/>
          </ac:graphicFrameMkLst>
        </pc:graphicFrameChg>
      </pc:sldChg>
      <pc:sldChg chg="modSp add mod">
        <pc:chgData name="Soumita Sengupta" userId="4afa6ce1-cb01-46c2-8538-4650222f0c96" providerId="ADAL" clId="{8571DC48-0C12-45E0-9BF7-0A12C0FA93C2}" dt="2021-05-17T08:13:05.842" v="379" actId="255"/>
        <pc:sldMkLst>
          <pc:docMk/>
          <pc:sldMk cId="2361541675" sldId="648"/>
        </pc:sldMkLst>
        <pc:spChg chg="mod">
          <ac:chgData name="Soumita Sengupta" userId="4afa6ce1-cb01-46c2-8538-4650222f0c96" providerId="ADAL" clId="{8571DC48-0C12-45E0-9BF7-0A12C0FA93C2}" dt="2021-05-17T08:13:05.842" v="379" actId="255"/>
          <ac:spMkLst>
            <pc:docMk/>
            <pc:sldMk cId="2361541675" sldId="648"/>
            <ac:spMk id="4" creationId="{F4E4F34F-F15D-4726-AF4D-1FA5CD8F58BF}"/>
          </ac:spMkLst>
        </pc:spChg>
      </pc:sldChg>
      <pc:sldChg chg="modSp add mod">
        <pc:chgData name="Soumita Sengupta" userId="4afa6ce1-cb01-46c2-8538-4650222f0c96" providerId="ADAL" clId="{8571DC48-0C12-45E0-9BF7-0A12C0FA93C2}" dt="2021-05-17T08:13:13.012" v="380" actId="255"/>
        <pc:sldMkLst>
          <pc:docMk/>
          <pc:sldMk cId="2222658692" sldId="649"/>
        </pc:sldMkLst>
        <pc:spChg chg="mod">
          <ac:chgData name="Soumita Sengupta" userId="4afa6ce1-cb01-46c2-8538-4650222f0c96" providerId="ADAL" clId="{8571DC48-0C12-45E0-9BF7-0A12C0FA93C2}" dt="2021-05-17T08:13:13.012" v="380" actId="255"/>
          <ac:spMkLst>
            <pc:docMk/>
            <pc:sldMk cId="2222658692" sldId="649"/>
            <ac:spMk id="4" creationId="{F4E4F34F-F15D-4726-AF4D-1FA5CD8F58BF}"/>
          </ac:spMkLst>
        </pc:spChg>
      </pc:sldChg>
      <pc:sldChg chg="modSp add mod">
        <pc:chgData name="Soumita Sengupta" userId="4afa6ce1-cb01-46c2-8538-4650222f0c96" providerId="ADAL" clId="{8571DC48-0C12-45E0-9BF7-0A12C0FA93C2}" dt="2021-05-17T08:13:22.381" v="381" actId="255"/>
        <pc:sldMkLst>
          <pc:docMk/>
          <pc:sldMk cId="510060166" sldId="650"/>
        </pc:sldMkLst>
        <pc:spChg chg="mod">
          <ac:chgData name="Soumita Sengupta" userId="4afa6ce1-cb01-46c2-8538-4650222f0c96" providerId="ADAL" clId="{8571DC48-0C12-45E0-9BF7-0A12C0FA93C2}" dt="2021-05-17T08:13:22.381" v="381" actId="255"/>
          <ac:spMkLst>
            <pc:docMk/>
            <pc:sldMk cId="510060166" sldId="650"/>
            <ac:spMk id="4" creationId="{F4E4F34F-F15D-4726-AF4D-1FA5CD8F58BF}"/>
          </ac:spMkLst>
        </pc:spChg>
      </pc:sldChg>
      <pc:sldChg chg="modSp add mod">
        <pc:chgData name="Soumita Sengupta" userId="4afa6ce1-cb01-46c2-8538-4650222f0c96" providerId="ADAL" clId="{8571DC48-0C12-45E0-9BF7-0A12C0FA93C2}" dt="2021-05-17T08:13:34.911" v="382" actId="255"/>
        <pc:sldMkLst>
          <pc:docMk/>
          <pc:sldMk cId="1129792128" sldId="666"/>
        </pc:sldMkLst>
        <pc:graphicFrameChg chg="modGraphic">
          <ac:chgData name="Soumita Sengupta" userId="4afa6ce1-cb01-46c2-8538-4650222f0c96" providerId="ADAL" clId="{8571DC48-0C12-45E0-9BF7-0A12C0FA93C2}" dt="2021-05-17T08:13:34.911" v="382" actId="255"/>
          <ac:graphicFrameMkLst>
            <pc:docMk/>
            <pc:sldMk cId="1129792128" sldId="666"/>
            <ac:graphicFrameMk id="9" creationId="{222BB22A-E973-4FDC-98D3-193C87729AB0}"/>
          </ac:graphicFrameMkLst>
        </pc:graphicFrameChg>
      </pc:sldChg>
      <pc:sldChg chg="modSp mod">
        <pc:chgData name="Soumita Sengupta" userId="4afa6ce1-cb01-46c2-8538-4650222f0c96" providerId="ADAL" clId="{8571DC48-0C12-45E0-9BF7-0A12C0FA93C2}" dt="2021-05-17T14:26:58.164" v="450" actId="207"/>
        <pc:sldMkLst>
          <pc:docMk/>
          <pc:sldMk cId="2849411837" sldId="668"/>
        </pc:sldMkLst>
        <pc:spChg chg="mod">
          <ac:chgData name="Soumita Sengupta" userId="4afa6ce1-cb01-46c2-8538-4650222f0c96" providerId="ADAL" clId="{8571DC48-0C12-45E0-9BF7-0A12C0FA93C2}" dt="2021-05-17T14:26:58.164" v="450" actId="207"/>
          <ac:spMkLst>
            <pc:docMk/>
            <pc:sldMk cId="2849411837" sldId="668"/>
            <ac:spMk id="3" creationId="{00000000-0000-0000-0000-000000000000}"/>
          </ac:spMkLst>
        </pc:spChg>
        <pc:spChg chg="mod">
          <ac:chgData name="Soumita Sengupta" userId="4afa6ce1-cb01-46c2-8538-4650222f0c96" providerId="ADAL" clId="{8571DC48-0C12-45E0-9BF7-0A12C0FA93C2}" dt="2021-05-17T14:26:58.164" v="450" actId="207"/>
          <ac:spMkLst>
            <pc:docMk/>
            <pc:sldMk cId="2849411837" sldId="668"/>
            <ac:spMk id="4" creationId="{00000000-0000-0000-0000-000000000000}"/>
          </ac:spMkLst>
        </pc:spChg>
      </pc:sldChg>
      <pc:sldChg chg="modSp mod">
        <pc:chgData name="Soumita Sengupta" userId="4afa6ce1-cb01-46c2-8538-4650222f0c96" providerId="ADAL" clId="{8571DC48-0C12-45E0-9BF7-0A12C0FA93C2}" dt="2021-05-17T14:27:04.682" v="451" actId="207"/>
        <pc:sldMkLst>
          <pc:docMk/>
          <pc:sldMk cId="1823865472" sldId="669"/>
        </pc:sldMkLst>
        <pc:spChg chg="mod">
          <ac:chgData name="Soumita Sengupta" userId="4afa6ce1-cb01-46c2-8538-4650222f0c96" providerId="ADAL" clId="{8571DC48-0C12-45E0-9BF7-0A12C0FA93C2}" dt="2021-05-17T14:27:04.682" v="451" actId="207"/>
          <ac:spMkLst>
            <pc:docMk/>
            <pc:sldMk cId="1823865472" sldId="669"/>
            <ac:spMk id="3" creationId="{00000000-0000-0000-0000-000000000000}"/>
          </ac:spMkLst>
        </pc:spChg>
        <pc:spChg chg="mod">
          <ac:chgData name="Soumita Sengupta" userId="4afa6ce1-cb01-46c2-8538-4650222f0c96" providerId="ADAL" clId="{8571DC48-0C12-45E0-9BF7-0A12C0FA93C2}" dt="2021-05-17T14:27:04.682" v="451" actId="207"/>
          <ac:spMkLst>
            <pc:docMk/>
            <pc:sldMk cId="1823865472" sldId="669"/>
            <ac:spMk id="4" creationId="{00000000-0000-0000-0000-000000000000}"/>
          </ac:spMkLst>
        </pc:spChg>
      </pc:sldChg>
      <pc:sldChg chg="modSp mod">
        <pc:chgData name="Soumita Sengupta" userId="4afa6ce1-cb01-46c2-8538-4650222f0c96" providerId="ADAL" clId="{8571DC48-0C12-45E0-9BF7-0A12C0FA93C2}" dt="2021-05-17T14:27:13.458" v="452" actId="207"/>
        <pc:sldMkLst>
          <pc:docMk/>
          <pc:sldMk cId="3322344175" sldId="670"/>
        </pc:sldMkLst>
        <pc:spChg chg="mod">
          <ac:chgData name="Soumita Sengupta" userId="4afa6ce1-cb01-46c2-8538-4650222f0c96" providerId="ADAL" clId="{8571DC48-0C12-45E0-9BF7-0A12C0FA93C2}" dt="2021-05-17T14:27:13.458" v="452" actId="207"/>
          <ac:spMkLst>
            <pc:docMk/>
            <pc:sldMk cId="3322344175" sldId="670"/>
            <ac:spMk id="3" creationId="{00000000-0000-0000-0000-000000000000}"/>
          </ac:spMkLst>
        </pc:spChg>
        <pc:spChg chg="mod">
          <ac:chgData name="Soumita Sengupta" userId="4afa6ce1-cb01-46c2-8538-4650222f0c96" providerId="ADAL" clId="{8571DC48-0C12-45E0-9BF7-0A12C0FA93C2}" dt="2021-05-17T14:27:13.458" v="452" actId="207"/>
          <ac:spMkLst>
            <pc:docMk/>
            <pc:sldMk cId="3322344175" sldId="670"/>
            <ac:spMk id="4" creationId="{00000000-0000-0000-0000-000000000000}"/>
          </ac:spMkLst>
        </pc:spChg>
      </pc:sldChg>
      <pc:sldChg chg="modSp mod">
        <pc:chgData name="Soumita Sengupta" userId="4afa6ce1-cb01-46c2-8538-4650222f0c96" providerId="ADAL" clId="{8571DC48-0C12-45E0-9BF7-0A12C0FA93C2}" dt="2021-05-17T14:27:23.081" v="453" actId="207"/>
        <pc:sldMkLst>
          <pc:docMk/>
          <pc:sldMk cId="1858348461" sldId="671"/>
        </pc:sldMkLst>
        <pc:spChg chg="mod">
          <ac:chgData name="Soumita Sengupta" userId="4afa6ce1-cb01-46c2-8538-4650222f0c96" providerId="ADAL" clId="{8571DC48-0C12-45E0-9BF7-0A12C0FA93C2}" dt="2021-05-17T14:27:23.081" v="453" actId="207"/>
          <ac:spMkLst>
            <pc:docMk/>
            <pc:sldMk cId="1858348461" sldId="671"/>
            <ac:spMk id="3" creationId="{00000000-0000-0000-0000-000000000000}"/>
          </ac:spMkLst>
        </pc:spChg>
        <pc:spChg chg="mod">
          <ac:chgData name="Soumita Sengupta" userId="4afa6ce1-cb01-46c2-8538-4650222f0c96" providerId="ADAL" clId="{8571DC48-0C12-45E0-9BF7-0A12C0FA93C2}" dt="2021-05-17T14:27:23.081" v="453" actId="207"/>
          <ac:spMkLst>
            <pc:docMk/>
            <pc:sldMk cId="1858348461" sldId="671"/>
            <ac:spMk id="4" creationId="{00000000-0000-0000-0000-000000000000}"/>
          </ac:spMkLst>
        </pc:spChg>
      </pc:sldChg>
      <pc:sldChg chg="modSp mod">
        <pc:chgData name="Soumita Sengupta" userId="4afa6ce1-cb01-46c2-8538-4650222f0c96" providerId="ADAL" clId="{8571DC48-0C12-45E0-9BF7-0A12C0FA93C2}" dt="2021-05-17T14:27:44.487" v="455" actId="207"/>
        <pc:sldMkLst>
          <pc:docMk/>
          <pc:sldMk cId="2643689726" sldId="673"/>
        </pc:sldMkLst>
        <pc:spChg chg="mod">
          <ac:chgData name="Soumita Sengupta" userId="4afa6ce1-cb01-46c2-8538-4650222f0c96" providerId="ADAL" clId="{8571DC48-0C12-45E0-9BF7-0A12C0FA93C2}" dt="2021-05-17T14:27:44.487" v="455" actId="207"/>
          <ac:spMkLst>
            <pc:docMk/>
            <pc:sldMk cId="2643689726" sldId="673"/>
            <ac:spMk id="4" creationId="{00000000-0000-0000-0000-000000000000}"/>
          </ac:spMkLst>
        </pc:spChg>
        <pc:spChg chg="mod">
          <ac:chgData name="Soumita Sengupta" userId="4afa6ce1-cb01-46c2-8538-4650222f0c96" providerId="ADAL" clId="{8571DC48-0C12-45E0-9BF7-0A12C0FA93C2}" dt="2021-05-17T14:27:44.487" v="455" actId="207"/>
          <ac:spMkLst>
            <pc:docMk/>
            <pc:sldMk cId="2643689726" sldId="673"/>
            <ac:spMk id="11" creationId="{00000000-0000-0000-0000-000000000000}"/>
          </ac:spMkLst>
        </pc:spChg>
      </pc:sldChg>
      <pc:sldChg chg="modSp mod">
        <pc:chgData name="Soumita Sengupta" userId="4afa6ce1-cb01-46c2-8538-4650222f0c96" providerId="ADAL" clId="{8571DC48-0C12-45E0-9BF7-0A12C0FA93C2}" dt="2021-05-17T14:27:52.417" v="456" actId="207"/>
        <pc:sldMkLst>
          <pc:docMk/>
          <pc:sldMk cId="1058378958" sldId="674"/>
        </pc:sldMkLst>
        <pc:spChg chg="mod">
          <ac:chgData name="Soumita Sengupta" userId="4afa6ce1-cb01-46c2-8538-4650222f0c96" providerId="ADAL" clId="{8571DC48-0C12-45E0-9BF7-0A12C0FA93C2}" dt="2021-05-17T14:27:52.417" v="456" actId="207"/>
          <ac:spMkLst>
            <pc:docMk/>
            <pc:sldMk cId="1058378958" sldId="674"/>
            <ac:spMk id="3" creationId="{00000000-0000-0000-0000-000000000000}"/>
          </ac:spMkLst>
        </pc:spChg>
        <pc:spChg chg="mod">
          <ac:chgData name="Soumita Sengupta" userId="4afa6ce1-cb01-46c2-8538-4650222f0c96" providerId="ADAL" clId="{8571DC48-0C12-45E0-9BF7-0A12C0FA93C2}" dt="2021-05-17T14:27:52.417" v="456" actId="207"/>
          <ac:spMkLst>
            <pc:docMk/>
            <pc:sldMk cId="1058378958" sldId="674"/>
            <ac:spMk id="4" creationId="{00000000-0000-0000-0000-000000000000}"/>
          </ac:spMkLst>
        </pc:spChg>
      </pc:sldChg>
      <pc:sldChg chg="modSp mod">
        <pc:chgData name="Soumita Sengupta" userId="4afa6ce1-cb01-46c2-8538-4650222f0c96" providerId="ADAL" clId="{8571DC48-0C12-45E0-9BF7-0A12C0FA93C2}" dt="2021-05-17T14:28:04.465" v="458" actId="207"/>
        <pc:sldMkLst>
          <pc:docMk/>
          <pc:sldMk cId="1466538347" sldId="675"/>
        </pc:sldMkLst>
        <pc:spChg chg="mod">
          <ac:chgData name="Soumita Sengupta" userId="4afa6ce1-cb01-46c2-8538-4650222f0c96" providerId="ADAL" clId="{8571DC48-0C12-45E0-9BF7-0A12C0FA93C2}" dt="2021-05-17T14:28:04.465" v="458" actId="207"/>
          <ac:spMkLst>
            <pc:docMk/>
            <pc:sldMk cId="1466538347" sldId="675"/>
            <ac:spMk id="3" creationId="{00000000-0000-0000-0000-000000000000}"/>
          </ac:spMkLst>
        </pc:spChg>
        <pc:spChg chg="mod">
          <ac:chgData name="Soumita Sengupta" userId="4afa6ce1-cb01-46c2-8538-4650222f0c96" providerId="ADAL" clId="{8571DC48-0C12-45E0-9BF7-0A12C0FA93C2}" dt="2021-05-17T14:28:04.465" v="458" actId="207"/>
          <ac:spMkLst>
            <pc:docMk/>
            <pc:sldMk cId="1466538347" sldId="675"/>
            <ac:spMk id="4" creationId="{00000000-0000-0000-0000-000000000000}"/>
          </ac:spMkLst>
        </pc:spChg>
      </pc:sldChg>
      <pc:sldChg chg="modSp add mod">
        <pc:chgData name="Soumita Sengupta" userId="4afa6ce1-cb01-46c2-8538-4650222f0c96" providerId="ADAL" clId="{8571DC48-0C12-45E0-9BF7-0A12C0FA93C2}" dt="2021-05-17T07:53:26.578" v="214" actId="255"/>
        <pc:sldMkLst>
          <pc:docMk/>
          <pc:sldMk cId="1877917348" sldId="682"/>
        </pc:sldMkLst>
        <pc:spChg chg="mod">
          <ac:chgData name="Soumita Sengupta" userId="4afa6ce1-cb01-46c2-8538-4650222f0c96" providerId="ADAL" clId="{8571DC48-0C12-45E0-9BF7-0A12C0FA93C2}" dt="2021-05-17T07:53:26.578" v="214" actId="255"/>
          <ac:spMkLst>
            <pc:docMk/>
            <pc:sldMk cId="1877917348" sldId="682"/>
            <ac:spMk id="12" creationId="{0F937505-1157-4EED-9D93-F565D545DFE4}"/>
          </ac:spMkLst>
        </pc:spChg>
      </pc:sldChg>
      <pc:sldChg chg="modSp mod">
        <pc:chgData name="Soumita Sengupta" userId="4afa6ce1-cb01-46c2-8538-4650222f0c96" providerId="ADAL" clId="{8571DC48-0C12-45E0-9BF7-0A12C0FA93C2}" dt="2021-05-17T14:10:55.020" v="430" actId="207"/>
        <pc:sldMkLst>
          <pc:docMk/>
          <pc:sldMk cId="1349535947" sldId="690"/>
        </pc:sldMkLst>
        <pc:spChg chg="mod">
          <ac:chgData name="Soumita Sengupta" userId="4afa6ce1-cb01-46c2-8538-4650222f0c96" providerId="ADAL" clId="{8571DC48-0C12-45E0-9BF7-0A12C0FA93C2}" dt="2021-05-17T14:10:55.020" v="430" actId="207"/>
          <ac:spMkLst>
            <pc:docMk/>
            <pc:sldMk cId="1349535947" sldId="690"/>
            <ac:spMk id="4" creationId="{00000000-0000-0000-0000-000000000000}"/>
          </ac:spMkLst>
        </pc:spChg>
        <pc:spChg chg="mod">
          <ac:chgData name="Soumita Sengupta" userId="4afa6ce1-cb01-46c2-8538-4650222f0c96" providerId="ADAL" clId="{8571DC48-0C12-45E0-9BF7-0A12C0FA93C2}" dt="2021-05-17T14:10:55.020" v="430" actId="207"/>
          <ac:spMkLst>
            <pc:docMk/>
            <pc:sldMk cId="1349535947" sldId="690"/>
            <ac:spMk id="6" creationId="{00000000-0000-0000-0000-000000000000}"/>
          </ac:spMkLst>
        </pc:spChg>
      </pc:sldChg>
      <pc:sldChg chg="modSp mod">
        <pc:chgData name="Soumita Sengupta" userId="4afa6ce1-cb01-46c2-8538-4650222f0c96" providerId="ADAL" clId="{8571DC48-0C12-45E0-9BF7-0A12C0FA93C2}" dt="2021-05-17T14:24:28.705" v="435" actId="207"/>
        <pc:sldMkLst>
          <pc:docMk/>
          <pc:sldMk cId="2783950847" sldId="691"/>
        </pc:sldMkLst>
        <pc:spChg chg="mod">
          <ac:chgData name="Soumita Sengupta" userId="4afa6ce1-cb01-46c2-8538-4650222f0c96" providerId="ADAL" clId="{8571DC48-0C12-45E0-9BF7-0A12C0FA93C2}" dt="2021-05-17T14:24:28.705" v="435" actId="207"/>
          <ac:spMkLst>
            <pc:docMk/>
            <pc:sldMk cId="2783950847" sldId="691"/>
            <ac:spMk id="4" creationId="{00000000-0000-0000-0000-000000000000}"/>
          </ac:spMkLst>
        </pc:spChg>
        <pc:spChg chg="mod">
          <ac:chgData name="Soumita Sengupta" userId="4afa6ce1-cb01-46c2-8538-4650222f0c96" providerId="ADAL" clId="{8571DC48-0C12-45E0-9BF7-0A12C0FA93C2}" dt="2021-05-17T14:24:28.705" v="435" actId="207"/>
          <ac:spMkLst>
            <pc:docMk/>
            <pc:sldMk cId="2783950847" sldId="691"/>
            <ac:spMk id="8" creationId="{00000000-0000-0000-0000-000000000000}"/>
          </ac:spMkLst>
        </pc:spChg>
      </pc:sldChg>
      <pc:sldChg chg="modSp mod">
        <pc:chgData name="Soumita Sengupta" userId="4afa6ce1-cb01-46c2-8538-4650222f0c96" providerId="ADAL" clId="{8571DC48-0C12-45E0-9BF7-0A12C0FA93C2}" dt="2021-05-17T14:24:39.308" v="436" actId="207"/>
        <pc:sldMkLst>
          <pc:docMk/>
          <pc:sldMk cId="3881707545" sldId="692"/>
        </pc:sldMkLst>
        <pc:spChg chg="mod">
          <ac:chgData name="Soumita Sengupta" userId="4afa6ce1-cb01-46c2-8538-4650222f0c96" providerId="ADAL" clId="{8571DC48-0C12-45E0-9BF7-0A12C0FA93C2}" dt="2021-05-17T14:24:39.308" v="436" actId="207"/>
          <ac:spMkLst>
            <pc:docMk/>
            <pc:sldMk cId="3881707545" sldId="692"/>
            <ac:spMk id="4" creationId="{00000000-0000-0000-0000-000000000000}"/>
          </ac:spMkLst>
        </pc:spChg>
        <pc:spChg chg="mod">
          <ac:chgData name="Soumita Sengupta" userId="4afa6ce1-cb01-46c2-8538-4650222f0c96" providerId="ADAL" clId="{8571DC48-0C12-45E0-9BF7-0A12C0FA93C2}" dt="2021-05-17T14:24:39.308" v="436" actId="207"/>
          <ac:spMkLst>
            <pc:docMk/>
            <pc:sldMk cId="3881707545" sldId="692"/>
            <ac:spMk id="6" creationId="{00000000-0000-0000-0000-000000000000}"/>
          </ac:spMkLst>
        </pc:spChg>
      </pc:sldChg>
      <pc:sldChg chg="modSp mod">
        <pc:chgData name="Soumita Sengupta" userId="4afa6ce1-cb01-46c2-8538-4650222f0c96" providerId="ADAL" clId="{8571DC48-0C12-45E0-9BF7-0A12C0FA93C2}" dt="2021-05-17T14:24:46.010" v="437" actId="207"/>
        <pc:sldMkLst>
          <pc:docMk/>
          <pc:sldMk cId="732789534" sldId="693"/>
        </pc:sldMkLst>
        <pc:spChg chg="mod">
          <ac:chgData name="Soumita Sengupta" userId="4afa6ce1-cb01-46c2-8538-4650222f0c96" providerId="ADAL" clId="{8571DC48-0C12-45E0-9BF7-0A12C0FA93C2}" dt="2021-05-17T14:24:46.010" v="437" actId="207"/>
          <ac:spMkLst>
            <pc:docMk/>
            <pc:sldMk cId="732789534" sldId="693"/>
            <ac:spMk id="4" creationId="{00000000-0000-0000-0000-000000000000}"/>
          </ac:spMkLst>
        </pc:spChg>
        <pc:spChg chg="mod">
          <ac:chgData name="Soumita Sengupta" userId="4afa6ce1-cb01-46c2-8538-4650222f0c96" providerId="ADAL" clId="{8571DC48-0C12-45E0-9BF7-0A12C0FA93C2}" dt="2021-05-17T14:24:46.010" v="437" actId="207"/>
          <ac:spMkLst>
            <pc:docMk/>
            <pc:sldMk cId="732789534" sldId="693"/>
            <ac:spMk id="7" creationId="{00000000-0000-0000-0000-000000000000}"/>
          </ac:spMkLst>
        </pc:spChg>
      </pc:sldChg>
      <pc:sldChg chg="modSp mod">
        <pc:chgData name="Soumita Sengupta" userId="4afa6ce1-cb01-46c2-8538-4650222f0c96" providerId="ADAL" clId="{8571DC48-0C12-45E0-9BF7-0A12C0FA93C2}" dt="2021-05-17T14:24:52.498" v="438" actId="207"/>
        <pc:sldMkLst>
          <pc:docMk/>
          <pc:sldMk cId="1650069667" sldId="694"/>
        </pc:sldMkLst>
        <pc:spChg chg="mod">
          <ac:chgData name="Soumita Sengupta" userId="4afa6ce1-cb01-46c2-8538-4650222f0c96" providerId="ADAL" clId="{8571DC48-0C12-45E0-9BF7-0A12C0FA93C2}" dt="2021-05-17T14:24:52.498" v="438" actId="207"/>
          <ac:spMkLst>
            <pc:docMk/>
            <pc:sldMk cId="1650069667" sldId="694"/>
            <ac:spMk id="4" creationId="{00000000-0000-0000-0000-000000000000}"/>
          </ac:spMkLst>
        </pc:spChg>
        <pc:spChg chg="mod">
          <ac:chgData name="Soumita Sengupta" userId="4afa6ce1-cb01-46c2-8538-4650222f0c96" providerId="ADAL" clId="{8571DC48-0C12-45E0-9BF7-0A12C0FA93C2}" dt="2021-05-17T14:24:52.498" v="438" actId="207"/>
          <ac:spMkLst>
            <pc:docMk/>
            <pc:sldMk cId="1650069667" sldId="694"/>
            <ac:spMk id="6" creationId="{00000000-0000-0000-0000-000000000000}"/>
          </ac:spMkLst>
        </pc:spChg>
      </pc:sldChg>
      <pc:sldChg chg="modSp mod">
        <pc:chgData name="Soumita Sengupta" userId="4afa6ce1-cb01-46c2-8538-4650222f0c96" providerId="ADAL" clId="{8571DC48-0C12-45E0-9BF7-0A12C0FA93C2}" dt="2021-05-17T14:25:13.504" v="440" actId="207"/>
        <pc:sldMkLst>
          <pc:docMk/>
          <pc:sldMk cId="2989975256" sldId="697"/>
        </pc:sldMkLst>
        <pc:spChg chg="mod">
          <ac:chgData name="Soumita Sengupta" userId="4afa6ce1-cb01-46c2-8538-4650222f0c96" providerId="ADAL" clId="{8571DC48-0C12-45E0-9BF7-0A12C0FA93C2}" dt="2021-05-17T14:25:13.504" v="440" actId="207"/>
          <ac:spMkLst>
            <pc:docMk/>
            <pc:sldMk cId="2989975256" sldId="697"/>
            <ac:spMk id="4" creationId="{00000000-0000-0000-0000-000000000000}"/>
          </ac:spMkLst>
        </pc:spChg>
        <pc:spChg chg="mod">
          <ac:chgData name="Soumita Sengupta" userId="4afa6ce1-cb01-46c2-8538-4650222f0c96" providerId="ADAL" clId="{8571DC48-0C12-45E0-9BF7-0A12C0FA93C2}" dt="2021-05-17T14:25:13.504" v="440" actId="207"/>
          <ac:spMkLst>
            <pc:docMk/>
            <pc:sldMk cId="2989975256" sldId="697"/>
            <ac:spMk id="7" creationId="{00000000-0000-0000-0000-000000000000}"/>
          </ac:spMkLst>
        </pc:spChg>
      </pc:sldChg>
      <pc:sldChg chg="modSp mod">
        <pc:chgData name="Soumita Sengupta" userId="4afa6ce1-cb01-46c2-8538-4650222f0c96" providerId="ADAL" clId="{8571DC48-0C12-45E0-9BF7-0A12C0FA93C2}" dt="2021-05-17T14:25:25.552" v="441" actId="207"/>
        <pc:sldMkLst>
          <pc:docMk/>
          <pc:sldMk cId="2833213052" sldId="700"/>
        </pc:sldMkLst>
        <pc:spChg chg="mod">
          <ac:chgData name="Soumita Sengupta" userId="4afa6ce1-cb01-46c2-8538-4650222f0c96" providerId="ADAL" clId="{8571DC48-0C12-45E0-9BF7-0A12C0FA93C2}" dt="2021-05-17T14:25:25.552" v="441" actId="207"/>
          <ac:spMkLst>
            <pc:docMk/>
            <pc:sldMk cId="2833213052" sldId="700"/>
            <ac:spMk id="4" creationId="{00000000-0000-0000-0000-000000000000}"/>
          </ac:spMkLst>
        </pc:spChg>
        <pc:spChg chg="mod">
          <ac:chgData name="Soumita Sengupta" userId="4afa6ce1-cb01-46c2-8538-4650222f0c96" providerId="ADAL" clId="{8571DC48-0C12-45E0-9BF7-0A12C0FA93C2}" dt="2021-05-17T14:25:25.552" v="441" actId="207"/>
          <ac:spMkLst>
            <pc:docMk/>
            <pc:sldMk cId="2833213052" sldId="700"/>
            <ac:spMk id="9" creationId="{00000000-0000-0000-0000-000000000000}"/>
          </ac:spMkLst>
        </pc:spChg>
      </pc:sldChg>
      <pc:sldChg chg="modSp mod">
        <pc:chgData name="Soumita Sengupta" userId="4afa6ce1-cb01-46c2-8538-4650222f0c96" providerId="ADAL" clId="{8571DC48-0C12-45E0-9BF7-0A12C0FA93C2}" dt="2021-05-17T14:25:36.017" v="442" actId="207"/>
        <pc:sldMkLst>
          <pc:docMk/>
          <pc:sldMk cId="67063222" sldId="701"/>
        </pc:sldMkLst>
        <pc:spChg chg="mod">
          <ac:chgData name="Soumita Sengupta" userId="4afa6ce1-cb01-46c2-8538-4650222f0c96" providerId="ADAL" clId="{8571DC48-0C12-45E0-9BF7-0A12C0FA93C2}" dt="2021-05-17T14:25:36.017" v="442" actId="207"/>
          <ac:spMkLst>
            <pc:docMk/>
            <pc:sldMk cId="67063222" sldId="701"/>
            <ac:spMk id="4" creationId="{00000000-0000-0000-0000-000000000000}"/>
          </ac:spMkLst>
        </pc:spChg>
        <pc:spChg chg="mod">
          <ac:chgData name="Soumita Sengupta" userId="4afa6ce1-cb01-46c2-8538-4650222f0c96" providerId="ADAL" clId="{8571DC48-0C12-45E0-9BF7-0A12C0FA93C2}" dt="2021-05-17T14:25:36.017" v="442" actId="207"/>
          <ac:spMkLst>
            <pc:docMk/>
            <pc:sldMk cId="67063222" sldId="701"/>
            <ac:spMk id="6" creationId="{00000000-0000-0000-0000-000000000000}"/>
          </ac:spMkLst>
        </pc:spChg>
      </pc:sldChg>
      <pc:sldChg chg="modSp mod">
        <pc:chgData name="Soumita Sengupta" userId="4afa6ce1-cb01-46c2-8538-4650222f0c96" providerId="ADAL" clId="{8571DC48-0C12-45E0-9BF7-0A12C0FA93C2}" dt="2021-05-17T14:25:44.974" v="443" actId="207"/>
        <pc:sldMkLst>
          <pc:docMk/>
          <pc:sldMk cId="394688444" sldId="703"/>
        </pc:sldMkLst>
        <pc:spChg chg="mod">
          <ac:chgData name="Soumita Sengupta" userId="4afa6ce1-cb01-46c2-8538-4650222f0c96" providerId="ADAL" clId="{8571DC48-0C12-45E0-9BF7-0A12C0FA93C2}" dt="2021-05-17T14:25:44.974" v="443" actId="207"/>
          <ac:spMkLst>
            <pc:docMk/>
            <pc:sldMk cId="394688444" sldId="703"/>
            <ac:spMk id="4" creationId="{00000000-0000-0000-0000-000000000000}"/>
          </ac:spMkLst>
        </pc:spChg>
        <pc:spChg chg="mod">
          <ac:chgData name="Soumita Sengupta" userId="4afa6ce1-cb01-46c2-8538-4650222f0c96" providerId="ADAL" clId="{8571DC48-0C12-45E0-9BF7-0A12C0FA93C2}" dt="2021-05-17T14:25:44.974" v="443" actId="207"/>
          <ac:spMkLst>
            <pc:docMk/>
            <pc:sldMk cId="394688444" sldId="703"/>
            <ac:spMk id="7" creationId="{00000000-0000-0000-0000-000000000000}"/>
          </ac:spMkLst>
        </pc:spChg>
      </pc:sldChg>
      <pc:sldChg chg="modSp mod">
        <pc:chgData name="Soumita Sengupta" userId="4afa6ce1-cb01-46c2-8538-4650222f0c96" providerId="ADAL" clId="{8571DC48-0C12-45E0-9BF7-0A12C0FA93C2}" dt="2021-05-17T14:25:56.273" v="444" actId="207"/>
        <pc:sldMkLst>
          <pc:docMk/>
          <pc:sldMk cId="2847207556" sldId="705"/>
        </pc:sldMkLst>
        <pc:spChg chg="mod">
          <ac:chgData name="Soumita Sengupta" userId="4afa6ce1-cb01-46c2-8538-4650222f0c96" providerId="ADAL" clId="{8571DC48-0C12-45E0-9BF7-0A12C0FA93C2}" dt="2021-05-17T14:25:56.273" v="444" actId="207"/>
          <ac:spMkLst>
            <pc:docMk/>
            <pc:sldMk cId="2847207556" sldId="705"/>
            <ac:spMk id="4" creationId="{00000000-0000-0000-0000-000000000000}"/>
          </ac:spMkLst>
        </pc:spChg>
        <pc:spChg chg="mod">
          <ac:chgData name="Soumita Sengupta" userId="4afa6ce1-cb01-46c2-8538-4650222f0c96" providerId="ADAL" clId="{8571DC48-0C12-45E0-9BF7-0A12C0FA93C2}" dt="2021-05-17T14:25:56.273" v="444" actId="207"/>
          <ac:spMkLst>
            <pc:docMk/>
            <pc:sldMk cId="2847207556" sldId="705"/>
            <ac:spMk id="7" creationId="{00000000-0000-0000-0000-000000000000}"/>
          </ac:spMkLst>
        </pc:spChg>
      </pc:sldChg>
      <pc:sldChg chg="modSp mod">
        <pc:chgData name="Soumita Sengupta" userId="4afa6ce1-cb01-46c2-8538-4650222f0c96" providerId="ADAL" clId="{8571DC48-0C12-45E0-9BF7-0A12C0FA93C2}" dt="2021-05-17T14:26:06.487" v="445" actId="207"/>
        <pc:sldMkLst>
          <pc:docMk/>
          <pc:sldMk cId="1118961763" sldId="707"/>
        </pc:sldMkLst>
        <pc:spChg chg="mod">
          <ac:chgData name="Soumita Sengupta" userId="4afa6ce1-cb01-46c2-8538-4650222f0c96" providerId="ADAL" clId="{8571DC48-0C12-45E0-9BF7-0A12C0FA93C2}" dt="2021-05-17T14:26:06.487" v="445" actId="207"/>
          <ac:spMkLst>
            <pc:docMk/>
            <pc:sldMk cId="1118961763" sldId="707"/>
            <ac:spMk id="3" creationId="{00000000-0000-0000-0000-000000000000}"/>
          </ac:spMkLst>
        </pc:spChg>
        <pc:spChg chg="mod">
          <ac:chgData name="Soumita Sengupta" userId="4afa6ce1-cb01-46c2-8538-4650222f0c96" providerId="ADAL" clId="{8571DC48-0C12-45E0-9BF7-0A12C0FA93C2}" dt="2021-05-17T14:26:06.487" v="445" actId="207"/>
          <ac:spMkLst>
            <pc:docMk/>
            <pc:sldMk cId="1118961763" sldId="707"/>
            <ac:spMk id="4" creationId="{00000000-0000-0000-0000-000000000000}"/>
          </ac:spMkLst>
        </pc:spChg>
      </pc:sldChg>
      <pc:sldChg chg="modSp add mod">
        <pc:chgData name="Soumita Sengupta" userId="4afa6ce1-cb01-46c2-8538-4650222f0c96" providerId="ADAL" clId="{8571DC48-0C12-45E0-9BF7-0A12C0FA93C2}" dt="2021-05-17T07:52:12.156" v="204" actId="255"/>
        <pc:sldMkLst>
          <pc:docMk/>
          <pc:sldMk cId="3842062754" sldId="708"/>
        </pc:sldMkLst>
        <pc:spChg chg="mod">
          <ac:chgData name="Soumita Sengupta" userId="4afa6ce1-cb01-46c2-8538-4650222f0c96" providerId="ADAL" clId="{8571DC48-0C12-45E0-9BF7-0A12C0FA93C2}" dt="2021-05-17T07:52:12.156" v="204" actId="255"/>
          <ac:spMkLst>
            <pc:docMk/>
            <pc:sldMk cId="3842062754" sldId="708"/>
            <ac:spMk id="9" creationId="{C829424C-EB90-4078-9780-334180C92A44}"/>
          </ac:spMkLst>
        </pc:spChg>
      </pc:sldChg>
      <pc:sldChg chg="modSp add mod">
        <pc:chgData name="Soumita Sengupta" userId="4afa6ce1-cb01-46c2-8538-4650222f0c96" providerId="ADAL" clId="{8571DC48-0C12-45E0-9BF7-0A12C0FA93C2}" dt="2021-05-17T07:52:52.626" v="211" actId="255"/>
        <pc:sldMkLst>
          <pc:docMk/>
          <pc:sldMk cId="1385205329" sldId="709"/>
        </pc:sldMkLst>
        <pc:spChg chg="mod">
          <ac:chgData name="Soumita Sengupta" userId="4afa6ce1-cb01-46c2-8538-4650222f0c96" providerId="ADAL" clId="{8571DC48-0C12-45E0-9BF7-0A12C0FA93C2}" dt="2021-05-17T07:52:38.266" v="208" actId="108"/>
          <ac:spMkLst>
            <pc:docMk/>
            <pc:sldMk cId="1385205329" sldId="709"/>
            <ac:spMk id="7" creationId="{00000000-0000-0000-0000-000000000000}"/>
          </ac:spMkLst>
        </pc:spChg>
        <pc:spChg chg="mod">
          <ac:chgData name="Soumita Sengupta" userId="4afa6ce1-cb01-46c2-8538-4650222f0c96" providerId="ADAL" clId="{8571DC48-0C12-45E0-9BF7-0A12C0FA93C2}" dt="2021-05-17T07:52:52.626" v="211" actId="255"/>
          <ac:spMkLst>
            <pc:docMk/>
            <pc:sldMk cId="1385205329" sldId="709"/>
            <ac:spMk id="8" creationId="{00000000-0000-0000-0000-000000000000}"/>
          </ac:spMkLst>
        </pc:spChg>
        <pc:spChg chg="mod">
          <ac:chgData name="Soumita Sengupta" userId="4afa6ce1-cb01-46c2-8538-4650222f0c96" providerId="ADAL" clId="{8571DC48-0C12-45E0-9BF7-0A12C0FA93C2}" dt="2021-05-17T07:52:34.518" v="207" actId="255"/>
          <ac:spMkLst>
            <pc:docMk/>
            <pc:sldMk cId="1385205329" sldId="709"/>
            <ac:spMk id="9" creationId="{00000000-0000-0000-0000-000000000000}"/>
          </ac:spMkLst>
        </pc:spChg>
        <pc:spChg chg="mod">
          <ac:chgData name="Soumita Sengupta" userId="4afa6ce1-cb01-46c2-8538-4650222f0c96" providerId="ADAL" clId="{8571DC48-0C12-45E0-9BF7-0A12C0FA93C2}" dt="2021-05-17T07:52:24.782" v="205" actId="255"/>
          <ac:spMkLst>
            <pc:docMk/>
            <pc:sldMk cId="1385205329" sldId="709"/>
            <ac:spMk id="24" creationId="{5A094092-DCD5-406E-8F9B-0F61BA059679}"/>
          </ac:spMkLst>
        </pc:spChg>
        <pc:grpChg chg="mod">
          <ac:chgData name="Soumita Sengupta" userId="4afa6ce1-cb01-46c2-8538-4650222f0c96" providerId="ADAL" clId="{8571DC48-0C12-45E0-9BF7-0A12C0FA93C2}" dt="2021-05-17T07:52:29.582" v="206" actId="1076"/>
          <ac:grpSpMkLst>
            <pc:docMk/>
            <pc:sldMk cId="1385205329" sldId="709"/>
            <ac:grpSpMk id="6" creationId="{00000000-0000-0000-0000-000000000000}"/>
          </ac:grpSpMkLst>
        </pc:grpChg>
        <pc:cxnChg chg="mod">
          <ac:chgData name="Soumita Sengupta" userId="4afa6ce1-cb01-46c2-8538-4650222f0c96" providerId="ADAL" clId="{8571DC48-0C12-45E0-9BF7-0A12C0FA93C2}" dt="2021-05-17T07:52:42.717" v="210" actId="1076"/>
          <ac:cxnSpMkLst>
            <pc:docMk/>
            <pc:sldMk cId="1385205329" sldId="709"/>
            <ac:cxnSpMk id="12" creationId="{00000000-0000-0000-0000-000000000000}"/>
          </ac:cxnSpMkLst>
        </pc:cxnChg>
      </pc:sldChg>
      <pc:sldChg chg="modSp add mod">
        <pc:chgData name="Soumita Sengupta" userId="4afa6ce1-cb01-46c2-8538-4650222f0c96" providerId="ADAL" clId="{8571DC48-0C12-45E0-9BF7-0A12C0FA93C2}" dt="2021-05-17T07:53:19.194" v="213" actId="1076"/>
        <pc:sldMkLst>
          <pc:docMk/>
          <pc:sldMk cId="3511327653" sldId="710"/>
        </pc:sldMkLst>
        <pc:spChg chg="mod">
          <ac:chgData name="Soumita Sengupta" userId="4afa6ce1-cb01-46c2-8538-4650222f0c96" providerId="ADAL" clId="{8571DC48-0C12-45E0-9BF7-0A12C0FA93C2}" dt="2021-05-17T07:53:15.161" v="212" actId="255"/>
          <ac:spMkLst>
            <pc:docMk/>
            <pc:sldMk cId="3511327653" sldId="710"/>
            <ac:spMk id="9" creationId="{CAC0A44E-D839-4216-9819-497A9C2405C9}"/>
          </ac:spMkLst>
        </pc:spChg>
        <pc:picChg chg="mod">
          <ac:chgData name="Soumita Sengupta" userId="4afa6ce1-cb01-46c2-8538-4650222f0c96" providerId="ADAL" clId="{8571DC48-0C12-45E0-9BF7-0A12C0FA93C2}" dt="2021-05-17T07:53:19.194" v="213" actId="1076"/>
          <ac:picMkLst>
            <pc:docMk/>
            <pc:sldMk cId="3511327653" sldId="710"/>
            <ac:picMk id="18" creationId="{25667177-F0E8-431A-A951-387734D1278B}"/>
          </ac:picMkLst>
        </pc:picChg>
      </pc:sldChg>
      <pc:sldChg chg="add">
        <pc:chgData name="Soumita Sengupta" userId="4afa6ce1-cb01-46c2-8538-4650222f0c96" providerId="ADAL" clId="{8571DC48-0C12-45E0-9BF7-0A12C0FA93C2}" dt="2021-05-17T07:40:54.334" v="77"/>
        <pc:sldMkLst>
          <pc:docMk/>
          <pc:sldMk cId="3137745536" sldId="712"/>
        </pc:sldMkLst>
      </pc:sldChg>
      <pc:sldChg chg="modSp add mod">
        <pc:chgData name="Soumita Sengupta" userId="4afa6ce1-cb01-46c2-8538-4650222f0c96" providerId="ADAL" clId="{8571DC48-0C12-45E0-9BF7-0A12C0FA93C2}" dt="2021-05-17T07:54:16.110" v="223" actId="255"/>
        <pc:sldMkLst>
          <pc:docMk/>
          <pc:sldMk cId="2872170972" sldId="713"/>
        </pc:sldMkLst>
        <pc:spChg chg="mod">
          <ac:chgData name="Soumita Sengupta" userId="4afa6ce1-cb01-46c2-8538-4650222f0c96" providerId="ADAL" clId="{8571DC48-0C12-45E0-9BF7-0A12C0FA93C2}" dt="2021-05-17T07:54:16.110" v="223" actId="255"/>
          <ac:spMkLst>
            <pc:docMk/>
            <pc:sldMk cId="2872170972" sldId="713"/>
            <ac:spMk id="10" creationId="{B7FD3CA6-DC05-4792-A74E-5F93C8650C55}"/>
          </ac:spMkLst>
        </pc:spChg>
      </pc:sldChg>
      <pc:sldChg chg="delSp modSp add mod">
        <pc:chgData name="Soumita Sengupta" userId="4afa6ce1-cb01-46c2-8538-4650222f0c96" providerId="ADAL" clId="{8571DC48-0C12-45E0-9BF7-0A12C0FA93C2}" dt="2021-05-17T07:54:37.039" v="228" actId="1076"/>
        <pc:sldMkLst>
          <pc:docMk/>
          <pc:sldMk cId="910368742" sldId="714"/>
        </pc:sldMkLst>
        <pc:spChg chg="mod">
          <ac:chgData name="Soumita Sengupta" userId="4afa6ce1-cb01-46c2-8538-4650222f0c96" providerId="ADAL" clId="{8571DC48-0C12-45E0-9BF7-0A12C0FA93C2}" dt="2021-05-17T07:54:37.039" v="228" actId="1076"/>
          <ac:spMkLst>
            <pc:docMk/>
            <pc:sldMk cId="910368742" sldId="714"/>
            <ac:spMk id="2" creationId="{00000000-0000-0000-0000-000000000000}"/>
          </ac:spMkLst>
        </pc:spChg>
        <pc:spChg chg="del">
          <ac:chgData name="Soumita Sengupta" userId="4afa6ce1-cb01-46c2-8538-4650222f0c96" providerId="ADAL" clId="{8571DC48-0C12-45E0-9BF7-0A12C0FA93C2}" dt="2021-05-17T07:54:23.189" v="225" actId="478"/>
          <ac:spMkLst>
            <pc:docMk/>
            <pc:sldMk cId="910368742" sldId="714"/>
            <ac:spMk id="7" creationId="{E06A3024-9699-41E9-A854-B2DD7C6FFFC9}"/>
          </ac:spMkLst>
        </pc:spChg>
        <pc:graphicFrameChg chg="mod modGraphic">
          <ac:chgData name="Soumita Sengupta" userId="4afa6ce1-cb01-46c2-8538-4650222f0c96" providerId="ADAL" clId="{8571DC48-0C12-45E0-9BF7-0A12C0FA93C2}" dt="2021-05-17T07:54:36.168" v="227" actId="1076"/>
          <ac:graphicFrameMkLst>
            <pc:docMk/>
            <pc:sldMk cId="910368742" sldId="714"/>
            <ac:graphicFrameMk id="8" creationId="{00000000-0000-0000-0000-000000000000}"/>
          </ac:graphicFrameMkLst>
        </pc:graphicFrameChg>
      </pc:sldChg>
      <pc:sldChg chg="modSp add mod">
        <pc:chgData name="Soumita Sengupta" userId="4afa6ce1-cb01-46c2-8538-4650222f0c96" providerId="ADAL" clId="{8571DC48-0C12-45E0-9BF7-0A12C0FA93C2}" dt="2021-05-17T07:55:05.731" v="232" actId="255"/>
        <pc:sldMkLst>
          <pc:docMk/>
          <pc:sldMk cId="2173025332" sldId="716"/>
        </pc:sldMkLst>
        <pc:spChg chg="mod">
          <ac:chgData name="Soumita Sengupta" userId="4afa6ce1-cb01-46c2-8538-4650222f0c96" providerId="ADAL" clId="{8571DC48-0C12-45E0-9BF7-0A12C0FA93C2}" dt="2021-05-17T07:55:05.731" v="232" actId="255"/>
          <ac:spMkLst>
            <pc:docMk/>
            <pc:sldMk cId="2173025332" sldId="716"/>
            <ac:spMk id="10" creationId="{7D0B2512-BAC7-46ED-ADB2-CE95C460C63E}"/>
          </ac:spMkLst>
        </pc:spChg>
      </pc:sldChg>
      <pc:sldChg chg="modSp add mod">
        <pc:chgData name="Soumita Sengupta" userId="4afa6ce1-cb01-46c2-8538-4650222f0c96" providerId="ADAL" clId="{8571DC48-0C12-45E0-9BF7-0A12C0FA93C2}" dt="2021-05-19T10:05:33.968" v="503" actId="20577"/>
        <pc:sldMkLst>
          <pc:docMk/>
          <pc:sldMk cId="4197784673" sldId="718"/>
        </pc:sldMkLst>
        <pc:spChg chg="mod">
          <ac:chgData name="Soumita Sengupta" userId="4afa6ce1-cb01-46c2-8538-4650222f0c96" providerId="ADAL" clId="{8571DC48-0C12-45E0-9BF7-0A12C0FA93C2}" dt="2021-05-17T08:14:41.711" v="395" actId="20577"/>
          <ac:spMkLst>
            <pc:docMk/>
            <pc:sldMk cId="4197784673" sldId="718"/>
            <ac:spMk id="3" creationId="{00000000-0000-0000-0000-000000000000}"/>
          </ac:spMkLst>
        </pc:spChg>
        <pc:spChg chg="mod">
          <ac:chgData name="Soumita Sengupta" userId="4afa6ce1-cb01-46c2-8538-4650222f0c96" providerId="ADAL" clId="{8571DC48-0C12-45E0-9BF7-0A12C0FA93C2}" dt="2021-05-17T08:14:37.039" v="391" actId="207"/>
          <ac:spMkLst>
            <pc:docMk/>
            <pc:sldMk cId="4197784673" sldId="718"/>
            <ac:spMk id="4" creationId="{00000000-0000-0000-0000-000000000000}"/>
          </ac:spMkLst>
        </pc:spChg>
        <pc:spChg chg="mod">
          <ac:chgData name="Soumita Sengupta" userId="4afa6ce1-cb01-46c2-8538-4650222f0c96" providerId="ADAL" clId="{8571DC48-0C12-45E0-9BF7-0A12C0FA93C2}" dt="2021-05-19T10:05:33.968" v="503" actId="20577"/>
          <ac:spMkLst>
            <pc:docMk/>
            <pc:sldMk cId="4197784673" sldId="718"/>
            <ac:spMk id="9" creationId="{D11A8CCA-639A-414F-B2FE-CAF887B0982C}"/>
          </ac:spMkLst>
        </pc:spChg>
      </pc:sldChg>
      <pc:sldChg chg="modSp mod">
        <pc:chgData name="Soumita Sengupta" userId="4afa6ce1-cb01-46c2-8538-4650222f0c96" providerId="ADAL" clId="{8571DC48-0C12-45E0-9BF7-0A12C0FA93C2}" dt="2021-05-17T08:15:21.583" v="403" actId="207"/>
        <pc:sldMkLst>
          <pc:docMk/>
          <pc:sldMk cId="1817621787" sldId="719"/>
        </pc:sldMkLst>
        <pc:spChg chg="mod">
          <ac:chgData name="Soumita Sengupta" userId="4afa6ce1-cb01-46c2-8538-4650222f0c96" providerId="ADAL" clId="{8571DC48-0C12-45E0-9BF7-0A12C0FA93C2}" dt="2021-05-17T08:15:08.930" v="402" actId="20577"/>
          <ac:spMkLst>
            <pc:docMk/>
            <pc:sldMk cId="1817621787" sldId="719"/>
            <ac:spMk id="3" creationId="{00000000-0000-0000-0000-000000000000}"/>
          </ac:spMkLst>
        </pc:spChg>
        <pc:spChg chg="mod">
          <ac:chgData name="Soumita Sengupta" userId="4afa6ce1-cb01-46c2-8538-4650222f0c96" providerId="ADAL" clId="{8571DC48-0C12-45E0-9BF7-0A12C0FA93C2}" dt="2021-05-17T08:15:21.583" v="403" actId="207"/>
          <ac:spMkLst>
            <pc:docMk/>
            <pc:sldMk cId="1817621787" sldId="719"/>
            <ac:spMk id="4" creationId="{00000000-0000-0000-0000-000000000000}"/>
          </ac:spMkLst>
        </pc:spChg>
      </pc:sldChg>
      <pc:sldChg chg="modSp mod">
        <pc:chgData name="Soumita Sengupta" userId="4afa6ce1-cb01-46c2-8538-4650222f0c96" providerId="ADAL" clId="{8571DC48-0C12-45E0-9BF7-0A12C0FA93C2}" dt="2021-05-17T08:15:36.305" v="407" actId="20577"/>
        <pc:sldMkLst>
          <pc:docMk/>
          <pc:sldMk cId="2472564179" sldId="720"/>
        </pc:sldMkLst>
        <pc:spChg chg="mod">
          <ac:chgData name="Soumita Sengupta" userId="4afa6ce1-cb01-46c2-8538-4650222f0c96" providerId="ADAL" clId="{8571DC48-0C12-45E0-9BF7-0A12C0FA93C2}" dt="2021-05-17T08:15:36.305" v="407" actId="20577"/>
          <ac:spMkLst>
            <pc:docMk/>
            <pc:sldMk cId="2472564179" sldId="720"/>
            <ac:spMk id="3" creationId="{00000000-0000-0000-0000-000000000000}"/>
          </ac:spMkLst>
        </pc:spChg>
        <pc:spChg chg="mod">
          <ac:chgData name="Soumita Sengupta" userId="4afa6ce1-cb01-46c2-8538-4650222f0c96" providerId="ADAL" clId="{8571DC48-0C12-45E0-9BF7-0A12C0FA93C2}" dt="2021-05-17T08:15:32.040" v="405" actId="207"/>
          <ac:spMkLst>
            <pc:docMk/>
            <pc:sldMk cId="2472564179" sldId="720"/>
            <ac:spMk id="4" creationId="{00000000-0000-0000-0000-000000000000}"/>
          </ac:spMkLst>
        </pc:spChg>
      </pc:sldChg>
      <pc:sldChg chg="modSp mod">
        <pc:chgData name="Soumita Sengupta" userId="4afa6ce1-cb01-46c2-8538-4650222f0c96" providerId="ADAL" clId="{8571DC48-0C12-45E0-9BF7-0A12C0FA93C2}" dt="2021-05-17T11:13:46.171" v="413" actId="20577"/>
        <pc:sldMkLst>
          <pc:docMk/>
          <pc:sldMk cId="2557363682" sldId="726"/>
        </pc:sldMkLst>
        <pc:spChg chg="mod">
          <ac:chgData name="Soumita Sengupta" userId="4afa6ce1-cb01-46c2-8538-4650222f0c96" providerId="ADAL" clId="{8571DC48-0C12-45E0-9BF7-0A12C0FA93C2}" dt="2021-05-17T11:13:46.171" v="413" actId="20577"/>
          <ac:spMkLst>
            <pc:docMk/>
            <pc:sldMk cId="2557363682" sldId="726"/>
            <ac:spMk id="3" creationId="{00000000-0000-0000-0000-000000000000}"/>
          </ac:spMkLst>
        </pc:spChg>
        <pc:spChg chg="mod">
          <ac:chgData name="Soumita Sengupta" userId="4afa6ce1-cb01-46c2-8538-4650222f0c96" providerId="ADAL" clId="{8571DC48-0C12-45E0-9BF7-0A12C0FA93C2}" dt="2021-05-17T11:13:41.828" v="411" actId="207"/>
          <ac:spMkLst>
            <pc:docMk/>
            <pc:sldMk cId="2557363682" sldId="726"/>
            <ac:spMk id="4" creationId="{00000000-0000-0000-0000-000000000000}"/>
          </ac:spMkLst>
        </pc:spChg>
      </pc:sldChg>
      <pc:sldChg chg="modSp mod">
        <pc:chgData name="Soumita Sengupta" userId="4afa6ce1-cb01-46c2-8538-4650222f0c96" providerId="ADAL" clId="{8571DC48-0C12-45E0-9BF7-0A12C0FA93C2}" dt="2021-05-17T11:44:07.253" v="417" actId="207"/>
        <pc:sldMkLst>
          <pc:docMk/>
          <pc:sldMk cId="2533192149" sldId="727"/>
        </pc:sldMkLst>
        <pc:spChg chg="mod">
          <ac:chgData name="Soumita Sengupta" userId="4afa6ce1-cb01-46c2-8538-4650222f0c96" providerId="ADAL" clId="{8571DC48-0C12-45E0-9BF7-0A12C0FA93C2}" dt="2021-05-17T11:44:03.117" v="416" actId="207"/>
          <ac:spMkLst>
            <pc:docMk/>
            <pc:sldMk cId="2533192149" sldId="727"/>
            <ac:spMk id="3" creationId="{00000000-0000-0000-0000-000000000000}"/>
          </ac:spMkLst>
        </pc:spChg>
        <pc:spChg chg="mod">
          <ac:chgData name="Soumita Sengupta" userId="4afa6ce1-cb01-46c2-8538-4650222f0c96" providerId="ADAL" clId="{8571DC48-0C12-45E0-9BF7-0A12C0FA93C2}" dt="2021-05-17T11:44:07.253" v="417" actId="207"/>
          <ac:spMkLst>
            <pc:docMk/>
            <pc:sldMk cId="2533192149" sldId="727"/>
            <ac:spMk id="4" creationId="{00000000-0000-0000-0000-000000000000}"/>
          </ac:spMkLst>
        </pc:spChg>
      </pc:sldChg>
      <pc:sldChg chg="modSp mod">
        <pc:chgData name="Soumita Sengupta" userId="4afa6ce1-cb01-46c2-8538-4650222f0c96" providerId="ADAL" clId="{8571DC48-0C12-45E0-9BF7-0A12C0FA93C2}" dt="2021-05-17T11:43:57.618" v="415" actId="207"/>
        <pc:sldMkLst>
          <pc:docMk/>
          <pc:sldMk cId="1657360727" sldId="729"/>
        </pc:sldMkLst>
        <pc:spChg chg="mod">
          <ac:chgData name="Soumita Sengupta" userId="4afa6ce1-cb01-46c2-8538-4650222f0c96" providerId="ADAL" clId="{8571DC48-0C12-45E0-9BF7-0A12C0FA93C2}" dt="2021-05-17T11:43:53.167" v="414" actId="207"/>
          <ac:spMkLst>
            <pc:docMk/>
            <pc:sldMk cId="1657360727" sldId="729"/>
            <ac:spMk id="3" creationId="{00000000-0000-0000-0000-000000000000}"/>
          </ac:spMkLst>
        </pc:spChg>
        <pc:spChg chg="mod">
          <ac:chgData name="Soumita Sengupta" userId="4afa6ce1-cb01-46c2-8538-4650222f0c96" providerId="ADAL" clId="{8571DC48-0C12-45E0-9BF7-0A12C0FA93C2}" dt="2021-05-17T11:43:57.618" v="415" actId="207"/>
          <ac:spMkLst>
            <pc:docMk/>
            <pc:sldMk cId="1657360727" sldId="729"/>
            <ac:spMk id="4" creationId="{00000000-0000-0000-0000-000000000000}"/>
          </ac:spMkLst>
        </pc:spChg>
      </pc:sldChg>
      <pc:sldChg chg="modSp mod">
        <pc:chgData name="Soumita Sengupta" userId="4afa6ce1-cb01-46c2-8538-4650222f0c96" providerId="ADAL" clId="{8571DC48-0C12-45E0-9BF7-0A12C0FA93C2}" dt="2021-05-17T08:14:56.412" v="399" actId="20577"/>
        <pc:sldMkLst>
          <pc:docMk/>
          <pc:sldMk cId="452156479" sldId="736"/>
        </pc:sldMkLst>
        <pc:spChg chg="mod">
          <ac:chgData name="Soumita Sengupta" userId="4afa6ce1-cb01-46c2-8538-4650222f0c96" providerId="ADAL" clId="{8571DC48-0C12-45E0-9BF7-0A12C0FA93C2}" dt="2021-05-17T08:14:56.412" v="399" actId="20577"/>
          <ac:spMkLst>
            <pc:docMk/>
            <pc:sldMk cId="452156479" sldId="736"/>
            <ac:spMk id="3" creationId="{00000000-0000-0000-0000-000000000000}"/>
          </ac:spMkLst>
        </pc:spChg>
        <pc:spChg chg="mod">
          <ac:chgData name="Soumita Sengupta" userId="4afa6ce1-cb01-46c2-8538-4650222f0c96" providerId="ADAL" clId="{8571DC48-0C12-45E0-9BF7-0A12C0FA93C2}" dt="2021-05-17T08:14:51.711" v="397" actId="207"/>
          <ac:spMkLst>
            <pc:docMk/>
            <pc:sldMk cId="452156479" sldId="736"/>
            <ac:spMk id="4" creationId="{00000000-0000-0000-0000-000000000000}"/>
          </ac:spMkLst>
        </pc:spChg>
      </pc:sldChg>
      <pc:sldChg chg="modSp mod">
        <pc:chgData name="Soumita Sengupta" userId="4afa6ce1-cb01-46c2-8538-4650222f0c96" providerId="ADAL" clId="{8571DC48-0C12-45E0-9BF7-0A12C0FA93C2}" dt="2021-05-17T14:27:58.333" v="457" actId="207"/>
        <pc:sldMkLst>
          <pc:docMk/>
          <pc:sldMk cId="506531162" sldId="786"/>
        </pc:sldMkLst>
        <pc:spChg chg="mod">
          <ac:chgData name="Soumita Sengupta" userId="4afa6ce1-cb01-46c2-8538-4650222f0c96" providerId="ADAL" clId="{8571DC48-0C12-45E0-9BF7-0A12C0FA93C2}" dt="2021-05-17T14:27:58.333" v="457" actId="207"/>
          <ac:spMkLst>
            <pc:docMk/>
            <pc:sldMk cId="506531162" sldId="786"/>
            <ac:spMk id="3" creationId="{00000000-0000-0000-0000-000000000000}"/>
          </ac:spMkLst>
        </pc:spChg>
        <pc:spChg chg="mod">
          <ac:chgData name="Soumita Sengupta" userId="4afa6ce1-cb01-46c2-8538-4650222f0c96" providerId="ADAL" clId="{8571DC48-0C12-45E0-9BF7-0A12C0FA93C2}" dt="2021-05-17T14:27:58.333" v="457" actId="207"/>
          <ac:spMkLst>
            <pc:docMk/>
            <pc:sldMk cId="506531162" sldId="786"/>
            <ac:spMk id="4" creationId="{00000000-0000-0000-0000-000000000000}"/>
          </ac:spMkLst>
        </pc:spChg>
      </pc:sldChg>
      <pc:sldChg chg="modSp mod">
        <pc:chgData name="Soumita Sengupta" userId="4afa6ce1-cb01-46c2-8538-4650222f0c96" providerId="ADAL" clId="{8571DC48-0C12-45E0-9BF7-0A12C0FA93C2}" dt="2021-05-17T14:29:43.107" v="470" actId="207"/>
        <pc:sldMkLst>
          <pc:docMk/>
          <pc:sldMk cId="1187423674" sldId="788"/>
        </pc:sldMkLst>
        <pc:spChg chg="mod">
          <ac:chgData name="Soumita Sengupta" userId="4afa6ce1-cb01-46c2-8538-4650222f0c96" providerId="ADAL" clId="{8571DC48-0C12-45E0-9BF7-0A12C0FA93C2}" dt="2021-05-17T14:29:43.107" v="470" actId="207"/>
          <ac:spMkLst>
            <pc:docMk/>
            <pc:sldMk cId="1187423674" sldId="788"/>
            <ac:spMk id="3" creationId="{00000000-0000-0000-0000-000000000000}"/>
          </ac:spMkLst>
        </pc:spChg>
        <pc:spChg chg="mod">
          <ac:chgData name="Soumita Sengupta" userId="4afa6ce1-cb01-46c2-8538-4650222f0c96" providerId="ADAL" clId="{8571DC48-0C12-45E0-9BF7-0A12C0FA93C2}" dt="2021-05-17T14:29:43.107" v="470" actId="207"/>
          <ac:spMkLst>
            <pc:docMk/>
            <pc:sldMk cId="1187423674" sldId="788"/>
            <ac:spMk id="4" creationId="{00000000-0000-0000-0000-000000000000}"/>
          </ac:spMkLst>
        </pc:spChg>
      </pc:sldChg>
      <pc:sldChg chg="modSp mod">
        <pc:chgData name="Soumita Sengupta" userId="4afa6ce1-cb01-46c2-8538-4650222f0c96" providerId="ADAL" clId="{8571DC48-0C12-45E0-9BF7-0A12C0FA93C2}" dt="2021-05-17T14:30:14.336" v="473" actId="207"/>
        <pc:sldMkLst>
          <pc:docMk/>
          <pc:sldMk cId="2446929124" sldId="789"/>
        </pc:sldMkLst>
        <pc:spChg chg="mod">
          <ac:chgData name="Soumita Sengupta" userId="4afa6ce1-cb01-46c2-8538-4650222f0c96" providerId="ADAL" clId="{8571DC48-0C12-45E0-9BF7-0A12C0FA93C2}" dt="2021-05-17T14:30:14.336" v="473" actId="207"/>
          <ac:spMkLst>
            <pc:docMk/>
            <pc:sldMk cId="2446929124" sldId="789"/>
            <ac:spMk id="3" creationId="{00000000-0000-0000-0000-000000000000}"/>
          </ac:spMkLst>
        </pc:spChg>
        <pc:spChg chg="mod">
          <ac:chgData name="Soumita Sengupta" userId="4afa6ce1-cb01-46c2-8538-4650222f0c96" providerId="ADAL" clId="{8571DC48-0C12-45E0-9BF7-0A12C0FA93C2}" dt="2021-05-17T14:30:14.336" v="473" actId="207"/>
          <ac:spMkLst>
            <pc:docMk/>
            <pc:sldMk cId="2446929124" sldId="789"/>
            <ac:spMk id="4" creationId="{00000000-0000-0000-0000-000000000000}"/>
          </ac:spMkLst>
        </pc:spChg>
      </pc:sldChg>
      <pc:sldChg chg="modSp mod">
        <pc:chgData name="Soumita Sengupta" userId="4afa6ce1-cb01-46c2-8538-4650222f0c96" providerId="ADAL" clId="{8571DC48-0C12-45E0-9BF7-0A12C0FA93C2}" dt="2021-05-17T14:30:28.004" v="475" actId="207"/>
        <pc:sldMkLst>
          <pc:docMk/>
          <pc:sldMk cId="3045271607" sldId="794"/>
        </pc:sldMkLst>
        <pc:spChg chg="mod">
          <ac:chgData name="Soumita Sengupta" userId="4afa6ce1-cb01-46c2-8538-4650222f0c96" providerId="ADAL" clId="{8571DC48-0C12-45E0-9BF7-0A12C0FA93C2}" dt="2021-05-17T14:30:28.004" v="475" actId="207"/>
          <ac:spMkLst>
            <pc:docMk/>
            <pc:sldMk cId="3045271607" sldId="794"/>
            <ac:spMk id="2" creationId="{B6B893F1-DEDB-4CFF-8DD4-069CEAC32E9F}"/>
          </ac:spMkLst>
        </pc:spChg>
        <pc:spChg chg="mod">
          <ac:chgData name="Soumita Sengupta" userId="4afa6ce1-cb01-46c2-8538-4650222f0c96" providerId="ADAL" clId="{8571DC48-0C12-45E0-9BF7-0A12C0FA93C2}" dt="2021-05-17T14:30:28.004" v="475" actId="207"/>
          <ac:spMkLst>
            <pc:docMk/>
            <pc:sldMk cId="3045271607" sldId="794"/>
            <ac:spMk id="4" creationId="{00000000-0000-0000-0000-000000000000}"/>
          </ac:spMkLst>
        </pc:spChg>
      </pc:sldChg>
      <pc:sldChg chg="modSp mod">
        <pc:chgData name="Soumita Sengupta" userId="4afa6ce1-cb01-46c2-8538-4650222f0c96" providerId="ADAL" clId="{8571DC48-0C12-45E0-9BF7-0A12C0FA93C2}" dt="2021-05-17T14:31:17.847" v="482" actId="207"/>
        <pc:sldMkLst>
          <pc:docMk/>
          <pc:sldMk cId="2268596285" sldId="796"/>
        </pc:sldMkLst>
        <pc:spChg chg="mod">
          <ac:chgData name="Soumita Sengupta" userId="4afa6ce1-cb01-46c2-8538-4650222f0c96" providerId="ADAL" clId="{8571DC48-0C12-45E0-9BF7-0A12C0FA93C2}" dt="2021-05-17T14:31:17.847" v="482" actId="207"/>
          <ac:spMkLst>
            <pc:docMk/>
            <pc:sldMk cId="2268596285" sldId="796"/>
            <ac:spMk id="3" creationId="{00000000-0000-0000-0000-000000000000}"/>
          </ac:spMkLst>
        </pc:spChg>
        <pc:spChg chg="mod">
          <ac:chgData name="Soumita Sengupta" userId="4afa6ce1-cb01-46c2-8538-4650222f0c96" providerId="ADAL" clId="{8571DC48-0C12-45E0-9BF7-0A12C0FA93C2}" dt="2021-05-17T14:31:17.847" v="482" actId="207"/>
          <ac:spMkLst>
            <pc:docMk/>
            <pc:sldMk cId="2268596285" sldId="796"/>
            <ac:spMk id="4" creationId="{00000000-0000-0000-0000-000000000000}"/>
          </ac:spMkLst>
        </pc:spChg>
      </pc:sldChg>
      <pc:sldChg chg="delSp modSp add mod">
        <pc:chgData name="Soumita Sengupta" userId="4afa6ce1-cb01-46c2-8538-4650222f0c96" providerId="ADAL" clId="{8571DC48-0C12-45E0-9BF7-0A12C0FA93C2}" dt="2021-05-17T08:02:59.805" v="285" actId="14100"/>
        <pc:sldMkLst>
          <pc:docMk/>
          <pc:sldMk cId="575536835" sldId="803"/>
        </pc:sldMkLst>
        <pc:spChg chg="del">
          <ac:chgData name="Soumita Sengupta" userId="4afa6ce1-cb01-46c2-8538-4650222f0c96" providerId="ADAL" clId="{8571DC48-0C12-45E0-9BF7-0A12C0FA93C2}" dt="2021-05-17T08:02:50.577" v="283" actId="478"/>
          <ac:spMkLst>
            <pc:docMk/>
            <pc:sldMk cId="575536835" sldId="803"/>
            <ac:spMk id="4" creationId="{A3463CF8-8BCB-4377-AA0B-4621F7D8AE0C}"/>
          </ac:spMkLst>
        </pc:spChg>
        <pc:picChg chg="mod">
          <ac:chgData name="Soumita Sengupta" userId="4afa6ce1-cb01-46c2-8538-4650222f0c96" providerId="ADAL" clId="{8571DC48-0C12-45E0-9BF7-0A12C0FA93C2}" dt="2021-05-17T08:02:59.805" v="285" actId="14100"/>
          <ac:picMkLst>
            <pc:docMk/>
            <pc:sldMk cId="575536835" sldId="803"/>
            <ac:picMk id="3" creationId="{5E024CFF-27F7-46E9-A925-A686773E0814}"/>
          </ac:picMkLst>
        </pc:picChg>
      </pc:sldChg>
      <pc:sldChg chg="modSp add mod">
        <pc:chgData name="Soumita Sengupta" userId="4afa6ce1-cb01-46c2-8538-4650222f0c96" providerId="ADAL" clId="{8571DC48-0C12-45E0-9BF7-0A12C0FA93C2}" dt="2021-05-17T08:10:42.124" v="359" actId="255"/>
        <pc:sldMkLst>
          <pc:docMk/>
          <pc:sldMk cId="3221674416" sldId="804"/>
        </pc:sldMkLst>
        <pc:spChg chg="mod">
          <ac:chgData name="Soumita Sengupta" userId="4afa6ce1-cb01-46c2-8538-4650222f0c96" providerId="ADAL" clId="{8571DC48-0C12-45E0-9BF7-0A12C0FA93C2}" dt="2021-05-17T08:10:42.124" v="359" actId="255"/>
          <ac:spMkLst>
            <pc:docMk/>
            <pc:sldMk cId="3221674416" sldId="804"/>
            <ac:spMk id="7" creationId="{0B72E019-94C1-4A3A-A0D3-022823597E78}"/>
          </ac:spMkLst>
        </pc:spChg>
      </pc:sldChg>
      <pc:sldChg chg="modSp add mod">
        <pc:chgData name="Soumita Sengupta" userId="4afa6ce1-cb01-46c2-8538-4650222f0c96" providerId="ADAL" clId="{8571DC48-0C12-45E0-9BF7-0A12C0FA93C2}" dt="2021-05-17T08:11:09.217" v="361" actId="255"/>
        <pc:sldMkLst>
          <pc:docMk/>
          <pc:sldMk cId="87442308" sldId="805"/>
        </pc:sldMkLst>
        <pc:graphicFrameChg chg="modGraphic">
          <ac:chgData name="Soumita Sengupta" userId="4afa6ce1-cb01-46c2-8538-4650222f0c96" providerId="ADAL" clId="{8571DC48-0C12-45E0-9BF7-0A12C0FA93C2}" dt="2021-05-17T08:11:09.217" v="361" actId="255"/>
          <ac:graphicFrameMkLst>
            <pc:docMk/>
            <pc:sldMk cId="87442308" sldId="805"/>
            <ac:graphicFrameMk id="2" creationId="{DC5C2772-D9D5-4388-B2F1-7EA90C6313BD}"/>
          </ac:graphicFrameMkLst>
        </pc:graphicFrameChg>
      </pc:sldChg>
      <pc:sldChg chg="modSp add mod">
        <pc:chgData name="Soumita Sengupta" userId="4afa6ce1-cb01-46c2-8538-4650222f0c96" providerId="ADAL" clId="{8571DC48-0C12-45E0-9BF7-0A12C0FA93C2}" dt="2021-05-17T07:55:12.746" v="233" actId="255"/>
        <pc:sldMkLst>
          <pc:docMk/>
          <pc:sldMk cId="2726919898" sldId="808"/>
        </pc:sldMkLst>
        <pc:spChg chg="mod">
          <ac:chgData name="Soumita Sengupta" userId="4afa6ce1-cb01-46c2-8538-4650222f0c96" providerId="ADAL" clId="{8571DC48-0C12-45E0-9BF7-0A12C0FA93C2}" dt="2021-05-17T07:55:12.746" v="233" actId="255"/>
          <ac:spMkLst>
            <pc:docMk/>
            <pc:sldMk cId="2726919898" sldId="808"/>
            <ac:spMk id="5" creationId="{B50CAA43-3A66-42AD-BD02-B4ED241630EB}"/>
          </ac:spMkLst>
        </pc:spChg>
      </pc:sldChg>
      <pc:sldChg chg="delSp modSp add mod">
        <pc:chgData name="Soumita Sengupta" userId="4afa6ce1-cb01-46c2-8538-4650222f0c96" providerId="ADAL" clId="{8571DC48-0C12-45E0-9BF7-0A12C0FA93C2}" dt="2021-05-17T07:55:21.144" v="235" actId="1076"/>
        <pc:sldMkLst>
          <pc:docMk/>
          <pc:sldMk cId="3656546334" sldId="809"/>
        </pc:sldMkLst>
        <pc:spChg chg="del">
          <ac:chgData name="Soumita Sengupta" userId="4afa6ce1-cb01-46c2-8538-4650222f0c96" providerId="ADAL" clId="{8571DC48-0C12-45E0-9BF7-0A12C0FA93C2}" dt="2021-05-17T07:55:17.231" v="234" actId="478"/>
          <ac:spMkLst>
            <pc:docMk/>
            <pc:sldMk cId="3656546334" sldId="809"/>
            <ac:spMk id="5" creationId="{494129F0-0C96-4798-8EA4-10A75556D1D1}"/>
          </ac:spMkLst>
        </pc:spChg>
        <pc:picChg chg="mod">
          <ac:chgData name="Soumita Sengupta" userId="4afa6ce1-cb01-46c2-8538-4650222f0c96" providerId="ADAL" clId="{8571DC48-0C12-45E0-9BF7-0A12C0FA93C2}" dt="2021-05-17T07:55:21.144" v="235" actId="1076"/>
          <ac:picMkLst>
            <pc:docMk/>
            <pc:sldMk cId="3656546334" sldId="809"/>
            <ac:picMk id="6" creationId="{B30D35B2-5BB4-408C-BBFD-25860A50F806}"/>
          </ac:picMkLst>
        </pc:picChg>
      </pc:sldChg>
      <pc:sldChg chg="modSp add mod">
        <pc:chgData name="Soumita Sengupta" userId="4afa6ce1-cb01-46c2-8538-4650222f0c96" providerId="ADAL" clId="{8571DC48-0C12-45E0-9BF7-0A12C0FA93C2}" dt="2021-05-17T07:55:28.470" v="236" actId="255"/>
        <pc:sldMkLst>
          <pc:docMk/>
          <pc:sldMk cId="3895102673" sldId="810"/>
        </pc:sldMkLst>
        <pc:graphicFrameChg chg="modGraphic">
          <ac:chgData name="Soumita Sengupta" userId="4afa6ce1-cb01-46c2-8538-4650222f0c96" providerId="ADAL" clId="{8571DC48-0C12-45E0-9BF7-0A12C0FA93C2}" dt="2021-05-17T07:55:28.470" v="236" actId="255"/>
          <ac:graphicFrameMkLst>
            <pc:docMk/>
            <pc:sldMk cId="3895102673" sldId="810"/>
            <ac:graphicFrameMk id="6" creationId="{481890CE-25FF-45FB-BB69-50F4B7602E72}"/>
          </ac:graphicFrameMkLst>
        </pc:graphicFrameChg>
      </pc:sldChg>
      <pc:sldChg chg="modSp add mod">
        <pc:chgData name="Soumita Sengupta" userId="4afa6ce1-cb01-46c2-8538-4650222f0c96" providerId="ADAL" clId="{8571DC48-0C12-45E0-9BF7-0A12C0FA93C2}" dt="2021-05-17T07:55:36.171" v="237" actId="255"/>
        <pc:sldMkLst>
          <pc:docMk/>
          <pc:sldMk cId="2442620785" sldId="811"/>
        </pc:sldMkLst>
        <pc:spChg chg="mod">
          <ac:chgData name="Soumita Sengupta" userId="4afa6ce1-cb01-46c2-8538-4650222f0c96" providerId="ADAL" clId="{8571DC48-0C12-45E0-9BF7-0A12C0FA93C2}" dt="2021-05-17T07:55:36.171" v="237" actId="255"/>
          <ac:spMkLst>
            <pc:docMk/>
            <pc:sldMk cId="2442620785" sldId="811"/>
            <ac:spMk id="3" creationId="{E3BCB881-357B-4526-BAE1-86EA729377AB}"/>
          </ac:spMkLst>
        </pc:spChg>
      </pc:sldChg>
      <pc:sldChg chg="modSp add mod">
        <pc:chgData name="Soumita Sengupta" userId="4afa6ce1-cb01-46c2-8538-4650222f0c96" providerId="ADAL" clId="{8571DC48-0C12-45E0-9BF7-0A12C0FA93C2}" dt="2021-05-17T08:07:03.438" v="330" actId="255"/>
        <pc:sldMkLst>
          <pc:docMk/>
          <pc:sldMk cId="1600615961" sldId="822"/>
        </pc:sldMkLst>
        <pc:spChg chg="mod">
          <ac:chgData name="Soumita Sengupta" userId="4afa6ce1-cb01-46c2-8538-4650222f0c96" providerId="ADAL" clId="{8571DC48-0C12-45E0-9BF7-0A12C0FA93C2}" dt="2021-05-17T08:07:03.438" v="330" actId="255"/>
          <ac:spMkLst>
            <pc:docMk/>
            <pc:sldMk cId="1600615961" sldId="822"/>
            <ac:spMk id="3" creationId="{B4500808-5F5E-49FF-A305-D29A6EAA1F84}"/>
          </ac:spMkLst>
        </pc:spChg>
      </pc:sldChg>
      <pc:sldChg chg="modSp add mod">
        <pc:chgData name="Soumita Sengupta" userId="4afa6ce1-cb01-46c2-8538-4650222f0c96" providerId="ADAL" clId="{8571DC48-0C12-45E0-9BF7-0A12C0FA93C2}" dt="2021-05-17T08:10:28.802" v="357" actId="255"/>
        <pc:sldMkLst>
          <pc:docMk/>
          <pc:sldMk cId="646275432" sldId="823"/>
        </pc:sldMkLst>
        <pc:spChg chg="mod">
          <ac:chgData name="Soumita Sengupta" userId="4afa6ce1-cb01-46c2-8538-4650222f0c96" providerId="ADAL" clId="{8571DC48-0C12-45E0-9BF7-0A12C0FA93C2}" dt="2021-05-17T08:10:28.802" v="357" actId="255"/>
          <ac:spMkLst>
            <pc:docMk/>
            <pc:sldMk cId="646275432" sldId="823"/>
            <ac:spMk id="3" creationId="{5B8D11AD-2B0A-4874-8EDF-0B0A4249EA19}"/>
          </ac:spMkLst>
        </pc:spChg>
      </pc:sldChg>
      <pc:sldChg chg="modSp add mod">
        <pc:chgData name="Soumita Sengupta" userId="4afa6ce1-cb01-46c2-8538-4650222f0c96" providerId="ADAL" clId="{8571DC48-0C12-45E0-9BF7-0A12C0FA93C2}" dt="2021-05-17T08:13:42.650" v="383" actId="255"/>
        <pc:sldMkLst>
          <pc:docMk/>
          <pc:sldMk cId="609144779" sldId="824"/>
        </pc:sldMkLst>
        <pc:spChg chg="mod">
          <ac:chgData name="Soumita Sengupta" userId="4afa6ce1-cb01-46c2-8538-4650222f0c96" providerId="ADAL" clId="{8571DC48-0C12-45E0-9BF7-0A12C0FA93C2}" dt="2021-05-17T08:13:42.650" v="383" actId="255"/>
          <ac:spMkLst>
            <pc:docMk/>
            <pc:sldMk cId="609144779" sldId="824"/>
            <ac:spMk id="3" creationId="{6F716428-61CB-48A6-8545-3E3A4352687C}"/>
          </ac:spMkLst>
        </pc:spChg>
      </pc:sldChg>
      <pc:sldChg chg="modSp add mod">
        <pc:chgData name="Soumita Sengupta" userId="4afa6ce1-cb01-46c2-8538-4650222f0c96" providerId="ADAL" clId="{8571DC48-0C12-45E0-9BF7-0A12C0FA93C2}" dt="2021-05-17T08:09:41.331" v="351" actId="255"/>
        <pc:sldMkLst>
          <pc:docMk/>
          <pc:sldMk cId="2061984971" sldId="826"/>
        </pc:sldMkLst>
        <pc:spChg chg="mod">
          <ac:chgData name="Soumita Sengupta" userId="4afa6ce1-cb01-46c2-8538-4650222f0c96" providerId="ADAL" clId="{8571DC48-0C12-45E0-9BF7-0A12C0FA93C2}" dt="2021-05-17T08:09:41.331" v="351" actId="255"/>
          <ac:spMkLst>
            <pc:docMk/>
            <pc:sldMk cId="2061984971" sldId="826"/>
            <ac:spMk id="8" creationId="{E96BC069-80C4-4E2C-879E-60DBA0F7F2ED}"/>
          </ac:spMkLst>
        </pc:spChg>
      </pc:sldChg>
      <pc:sldChg chg="modSp add mod">
        <pc:chgData name="Soumita Sengupta" userId="4afa6ce1-cb01-46c2-8538-4650222f0c96" providerId="ADAL" clId="{8571DC48-0C12-45E0-9BF7-0A12C0FA93C2}" dt="2021-05-17T08:09:54.821" v="353" actId="255"/>
        <pc:sldMkLst>
          <pc:docMk/>
          <pc:sldMk cId="2916609019" sldId="827"/>
        </pc:sldMkLst>
        <pc:graphicFrameChg chg="modGraphic">
          <ac:chgData name="Soumita Sengupta" userId="4afa6ce1-cb01-46c2-8538-4650222f0c96" providerId="ADAL" clId="{8571DC48-0C12-45E0-9BF7-0A12C0FA93C2}" dt="2021-05-17T08:09:54.821" v="353" actId="255"/>
          <ac:graphicFrameMkLst>
            <pc:docMk/>
            <pc:sldMk cId="2916609019" sldId="827"/>
            <ac:graphicFrameMk id="3" creationId="{11D88108-9287-4D8B-938B-AA71EA97AA22}"/>
          </ac:graphicFrameMkLst>
        </pc:graphicFrameChg>
      </pc:sldChg>
      <pc:sldChg chg="modSp add mod">
        <pc:chgData name="Soumita Sengupta" userId="4afa6ce1-cb01-46c2-8538-4650222f0c96" providerId="ADAL" clId="{8571DC48-0C12-45E0-9BF7-0A12C0FA93C2}" dt="2021-05-17T08:10:07.365" v="355" actId="1076"/>
        <pc:sldMkLst>
          <pc:docMk/>
          <pc:sldMk cId="3965900230" sldId="828"/>
        </pc:sldMkLst>
        <pc:spChg chg="mod">
          <ac:chgData name="Soumita Sengupta" userId="4afa6ce1-cb01-46c2-8538-4650222f0c96" providerId="ADAL" clId="{8571DC48-0C12-45E0-9BF7-0A12C0FA93C2}" dt="2021-05-17T08:10:01.938" v="354" actId="255"/>
          <ac:spMkLst>
            <pc:docMk/>
            <pc:sldMk cId="3965900230" sldId="828"/>
            <ac:spMk id="8" creationId="{5621D60E-E3B9-4AB3-AD1E-A94BF04F6A6F}"/>
          </ac:spMkLst>
        </pc:spChg>
        <pc:picChg chg="mod">
          <ac:chgData name="Soumita Sengupta" userId="4afa6ce1-cb01-46c2-8538-4650222f0c96" providerId="ADAL" clId="{8571DC48-0C12-45E0-9BF7-0A12C0FA93C2}" dt="2021-05-17T08:10:07.365" v="355" actId="1076"/>
          <ac:picMkLst>
            <pc:docMk/>
            <pc:sldMk cId="3965900230" sldId="828"/>
            <ac:picMk id="13" creationId="{78BD1AA3-6004-4A49-AFEC-C20618AE9F51}"/>
          </ac:picMkLst>
        </pc:picChg>
      </pc:sldChg>
      <pc:sldChg chg="delSp add mod">
        <pc:chgData name="Soumita Sengupta" userId="4afa6ce1-cb01-46c2-8538-4650222f0c96" providerId="ADAL" clId="{8571DC48-0C12-45E0-9BF7-0A12C0FA93C2}" dt="2021-05-17T08:10:10.889" v="356" actId="478"/>
        <pc:sldMkLst>
          <pc:docMk/>
          <pc:sldMk cId="860800460" sldId="829"/>
        </pc:sldMkLst>
        <pc:spChg chg="del">
          <ac:chgData name="Soumita Sengupta" userId="4afa6ce1-cb01-46c2-8538-4650222f0c96" providerId="ADAL" clId="{8571DC48-0C12-45E0-9BF7-0A12C0FA93C2}" dt="2021-05-17T08:10:10.889" v="356" actId="478"/>
          <ac:spMkLst>
            <pc:docMk/>
            <pc:sldMk cId="860800460" sldId="829"/>
            <ac:spMk id="7" creationId="{150923D7-94AA-4134-A111-B1335F1821E8}"/>
          </ac:spMkLst>
        </pc:spChg>
      </pc:sldChg>
      <pc:sldChg chg="modSp add mod">
        <pc:chgData name="Soumita Sengupta" userId="4afa6ce1-cb01-46c2-8538-4650222f0c96" providerId="ADAL" clId="{8571DC48-0C12-45E0-9BF7-0A12C0FA93C2}" dt="2021-05-17T07:55:45.508" v="238" actId="255"/>
        <pc:sldMkLst>
          <pc:docMk/>
          <pc:sldMk cId="1968607313" sldId="833"/>
        </pc:sldMkLst>
        <pc:spChg chg="mod">
          <ac:chgData name="Soumita Sengupta" userId="4afa6ce1-cb01-46c2-8538-4650222f0c96" providerId="ADAL" clId="{8571DC48-0C12-45E0-9BF7-0A12C0FA93C2}" dt="2021-05-17T07:55:45.508" v="238" actId="255"/>
          <ac:spMkLst>
            <pc:docMk/>
            <pc:sldMk cId="1968607313" sldId="833"/>
            <ac:spMk id="5" creationId="{445D67D0-4691-432C-88C9-3640C742AC85}"/>
          </ac:spMkLst>
        </pc:spChg>
      </pc:sldChg>
      <pc:sldChg chg="delSp add mod">
        <pc:chgData name="Soumita Sengupta" userId="4afa6ce1-cb01-46c2-8538-4650222f0c96" providerId="ADAL" clId="{8571DC48-0C12-45E0-9BF7-0A12C0FA93C2}" dt="2021-05-17T07:55:50.060" v="239" actId="478"/>
        <pc:sldMkLst>
          <pc:docMk/>
          <pc:sldMk cId="3495316257" sldId="834"/>
        </pc:sldMkLst>
        <pc:spChg chg="del">
          <ac:chgData name="Soumita Sengupta" userId="4afa6ce1-cb01-46c2-8538-4650222f0c96" providerId="ADAL" clId="{8571DC48-0C12-45E0-9BF7-0A12C0FA93C2}" dt="2021-05-17T07:55:50.060" v="239" actId="478"/>
          <ac:spMkLst>
            <pc:docMk/>
            <pc:sldMk cId="3495316257" sldId="834"/>
            <ac:spMk id="6" creationId="{B327EC43-BEA8-4487-B7B9-1934EA9CA847}"/>
          </ac:spMkLst>
        </pc:spChg>
      </pc:sldChg>
      <pc:sldChg chg="delSp modSp add mod">
        <pc:chgData name="Soumita Sengupta" userId="4afa6ce1-cb01-46c2-8538-4650222f0c96" providerId="ADAL" clId="{8571DC48-0C12-45E0-9BF7-0A12C0FA93C2}" dt="2021-05-17T07:56:11.999" v="244" actId="255"/>
        <pc:sldMkLst>
          <pc:docMk/>
          <pc:sldMk cId="3157366253" sldId="835"/>
        </pc:sldMkLst>
        <pc:spChg chg="del">
          <ac:chgData name="Soumita Sengupta" userId="4afa6ce1-cb01-46c2-8538-4650222f0c96" providerId="ADAL" clId="{8571DC48-0C12-45E0-9BF7-0A12C0FA93C2}" dt="2021-05-17T07:56:00.002" v="241" actId="478"/>
          <ac:spMkLst>
            <pc:docMk/>
            <pc:sldMk cId="3157366253" sldId="835"/>
            <ac:spMk id="19" creationId="{A5FC24B9-9878-4DB4-9EE4-B9FCC8AEFB3F}"/>
          </ac:spMkLst>
        </pc:spChg>
        <pc:graphicFrameChg chg="mod modGraphic">
          <ac:chgData name="Soumita Sengupta" userId="4afa6ce1-cb01-46c2-8538-4650222f0c96" providerId="ADAL" clId="{8571DC48-0C12-45E0-9BF7-0A12C0FA93C2}" dt="2021-05-17T07:56:11.999" v="244" actId="255"/>
          <ac:graphicFrameMkLst>
            <pc:docMk/>
            <pc:sldMk cId="3157366253" sldId="835"/>
            <ac:graphicFrameMk id="14" creationId="{3A4118D9-CAD0-4F66-A0D9-F487607F75D9}"/>
          </ac:graphicFrameMkLst>
        </pc:graphicFrameChg>
        <pc:picChg chg="del">
          <ac:chgData name="Soumita Sengupta" userId="4afa6ce1-cb01-46c2-8538-4650222f0c96" providerId="ADAL" clId="{8571DC48-0C12-45E0-9BF7-0A12C0FA93C2}" dt="2021-05-17T07:56:05.784" v="243" actId="478"/>
          <ac:picMkLst>
            <pc:docMk/>
            <pc:sldMk cId="3157366253" sldId="835"/>
            <ac:picMk id="13" creationId="{8F253502-2546-4976-9C61-334B3EC965E5}"/>
          </ac:picMkLst>
        </pc:picChg>
      </pc:sldChg>
      <pc:sldChg chg="modSp add mod">
        <pc:chgData name="Soumita Sengupta" userId="4afa6ce1-cb01-46c2-8538-4650222f0c96" providerId="ADAL" clId="{8571DC48-0C12-45E0-9BF7-0A12C0FA93C2}" dt="2021-05-17T07:57:04.020" v="253" actId="255"/>
        <pc:sldMkLst>
          <pc:docMk/>
          <pc:sldMk cId="116401671" sldId="837"/>
        </pc:sldMkLst>
        <pc:spChg chg="mod">
          <ac:chgData name="Soumita Sengupta" userId="4afa6ce1-cb01-46c2-8538-4650222f0c96" providerId="ADAL" clId="{8571DC48-0C12-45E0-9BF7-0A12C0FA93C2}" dt="2021-05-17T07:57:04.020" v="253" actId="255"/>
          <ac:spMkLst>
            <pc:docMk/>
            <pc:sldMk cId="116401671" sldId="837"/>
            <ac:spMk id="9" creationId="{A00E67FA-A4EE-40F7-85D8-50E3B0674054}"/>
          </ac:spMkLst>
        </pc:spChg>
      </pc:sldChg>
      <pc:sldChg chg="delSp add mod">
        <pc:chgData name="Soumita Sengupta" userId="4afa6ce1-cb01-46c2-8538-4650222f0c96" providerId="ADAL" clId="{8571DC48-0C12-45E0-9BF7-0A12C0FA93C2}" dt="2021-05-17T07:57:09.865" v="254" actId="478"/>
        <pc:sldMkLst>
          <pc:docMk/>
          <pc:sldMk cId="2218938682" sldId="838"/>
        </pc:sldMkLst>
        <pc:spChg chg="del">
          <ac:chgData name="Soumita Sengupta" userId="4afa6ce1-cb01-46c2-8538-4650222f0c96" providerId="ADAL" clId="{8571DC48-0C12-45E0-9BF7-0A12C0FA93C2}" dt="2021-05-17T07:57:09.865" v="254" actId="478"/>
          <ac:spMkLst>
            <pc:docMk/>
            <pc:sldMk cId="2218938682" sldId="838"/>
            <ac:spMk id="12" creationId="{F4490707-E03E-4CAA-80BA-BEEB5BE88E80}"/>
          </ac:spMkLst>
        </pc:spChg>
      </pc:sldChg>
      <pc:sldChg chg="modSp add mod">
        <pc:chgData name="Soumita Sengupta" userId="4afa6ce1-cb01-46c2-8538-4650222f0c96" providerId="ADAL" clId="{8571DC48-0C12-45E0-9BF7-0A12C0FA93C2}" dt="2021-05-17T07:57:20.771" v="255" actId="255"/>
        <pc:sldMkLst>
          <pc:docMk/>
          <pc:sldMk cId="3790829099" sldId="839"/>
        </pc:sldMkLst>
        <pc:spChg chg="mod">
          <ac:chgData name="Soumita Sengupta" userId="4afa6ce1-cb01-46c2-8538-4650222f0c96" providerId="ADAL" clId="{8571DC48-0C12-45E0-9BF7-0A12C0FA93C2}" dt="2021-05-17T07:57:20.771" v="255" actId="255"/>
          <ac:spMkLst>
            <pc:docMk/>
            <pc:sldMk cId="3790829099" sldId="839"/>
            <ac:spMk id="8" creationId="{DACCB307-5C02-4A9A-AF72-19C2486007BA}"/>
          </ac:spMkLst>
        </pc:spChg>
      </pc:sldChg>
      <pc:sldChg chg="delSp modSp add mod">
        <pc:chgData name="Soumita Sengupta" userId="4afa6ce1-cb01-46c2-8538-4650222f0c96" providerId="ADAL" clId="{8571DC48-0C12-45E0-9BF7-0A12C0FA93C2}" dt="2021-05-17T07:59:15.981" v="261" actId="14100"/>
        <pc:sldMkLst>
          <pc:docMk/>
          <pc:sldMk cId="137161310" sldId="840"/>
        </pc:sldMkLst>
        <pc:spChg chg="del">
          <ac:chgData name="Soumita Sengupta" userId="4afa6ce1-cb01-46c2-8538-4650222f0c96" providerId="ADAL" clId="{8571DC48-0C12-45E0-9BF7-0A12C0FA93C2}" dt="2021-05-17T07:57:28.543" v="257" actId="478"/>
          <ac:spMkLst>
            <pc:docMk/>
            <pc:sldMk cId="137161310" sldId="840"/>
            <ac:spMk id="8" creationId="{8C1AE506-EB37-47B9-A7F3-0F9792A9A809}"/>
          </ac:spMkLst>
        </pc:spChg>
        <pc:graphicFrameChg chg="mod modGraphic">
          <ac:chgData name="Soumita Sengupta" userId="4afa6ce1-cb01-46c2-8538-4650222f0c96" providerId="ADAL" clId="{8571DC48-0C12-45E0-9BF7-0A12C0FA93C2}" dt="2021-05-17T07:59:15.981" v="261" actId="14100"/>
          <ac:graphicFrameMkLst>
            <pc:docMk/>
            <pc:sldMk cId="137161310" sldId="840"/>
            <ac:graphicFrameMk id="11" creationId="{00000000-0000-0000-0000-000000000000}"/>
          </ac:graphicFrameMkLst>
        </pc:graphicFrameChg>
      </pc:sldChg>
      <pc:sldChg chg="add">
        <pc:chgData name="Soumita Sengupta" userId="4afa6ce1-cb01-46c2-8538-4650222f0c96" providerId="ADAL" clId="{8571DC48-0C12-45E0-9BF7-0A12C0FA93C2}" dt="2021-05-17T07:42:23.367" v="87"/>
        <pc:sldMkLst>
          <pc:docMk/>
          <pc:sldMk cId="2895645912" sldId="841"/>
        </pc:sldMkLst>
      </pc:sldChg>
      <pc:sldChg chg="modSp add mod">
        <pc:chgData name="Soumita Sengupta" userId="4afa6ce1-cb01-46c2-8538-4650222f0c96" providerId="ADAL" clId="{8571DC48-0C12-45E0-9BF7-0A12C0FA93C2}" dt="2021-05-17T08:00:02.133" v="262" actId="255"/>
        <pc:sldMkLst>
          <pc:docMk/>
          <pc:sldMk cId="3451605243" sldId="842"/>
        </pc:sldMkLst>
        <pc:spChg chg="mod">
          <ac:chgData name="Soumita Sengupta" userId="4afa6ce1-cb01-46c2-8538-4650222f0c96" providerId="ADAL" clId="{8571DC48-0C12-45E0-9BF7-0A12C0FA93C2}" dt="2021-05-17T08:00:02.133" v="262" actId="255"/>
          <ac:spMkLst>
            <pc:docMk/>
            <pc:sldMk cId="3451605243" sldId="842"/>
            <ac:spMk id="14" creationId="{60926F56-508D-4B66-A05B-9D9BB349F622}"/>
          </ac:spMkLst>
        </pc:spChg>
      </pc:sldChg>
      <pc:sldChg chg="modSp add mod">
        <pc:chgData name="Soumita Sengupta" userId="4afa6ce1-cb01-46c2-8538-4650222f0c96" providerId="ADAL" clId="{8571DC48-0C12-45E0-9BF7-0A12C0FA93C2}" dt="2021-05-17T08:00:12.858" v="263" actId="255"/>
        <pc:sldMkLst>
          <pc:docMk/>
          <pc:sldMk cId="3520553567" sldId="843"/>
        </pc:sldMkLst>
        <pc:spChg chg="mod">
          <ac:chgData name="Soumita Sengupta" userId="4afa6ce1-cb01-46c2-8538-4650222f0c96" providerId="ADAL" clId="{8571DC48-0C12-45E0-9BF7-0A12C0FA93C2}" dt="2021-05-17T08:00:12.858" v="263" actId="255"/>
          <ac:spMkLst>
            <pc:docMk/>
            <pc:sldMk cId="3520553567" sldId="843"/>
            <ac:spMk id="15" creationId="{7D26FD34-6322-4E27-B77A-82EB5974D5A2}"/>
          </ac:spMkLst>
        </pc:spChg>
      </pc:sldChg>
      <pc:sldChg chg="modSp add mod">
        <pc:chgData name="Soumita Sengupta" userId="4afa6ce1-cb01-46c2-8538-4650222f0c96" providerId="ADAL" clId="{8571DC48-0C12-45E0-9BF7-0A12C0FA93C2}" dt="2021-05-17T08:09:27.749" v="349" actId="255"/>
        <pc:sldMkLst>
          <pc:docMk/>
          <pc:sldMk cId="739307135" sldId="845"/>
        </pc:sldMkLst>
        <pc:spChg chg="mod">
          <ac:chgData name="Soumita Sengupta" userId="4afa6ce1-cb01-46c2-8538-4650222f0c96" providerId="ADAL" clId="{8571DC48-0C12-45E0-9BF7-0A12C0FA93C2}" dt="2021-05-17T08:09:27.749" v="349" actId="255"/>
          <ac:spMkLst>
            <pc:docMk/>
            <pc:sldMk cId="739307135" sldId="845"/>
            <ac:spMk id="7" creationId="{150923D7-94AA-4134-A111-B1335F1821E8}"/>
          </ac:spMkLst>
        </pc:spChg>
      </pc:sldChg>
      <pc:sldChg chg="modSp add mod">
        <pc:chgData name="Soumita Sengupta" userId="4afa6ce1-cb01-46c2-8538-4650222f0c96" providerId="ADAL" clId="{8571DC48-0C12-45E0-9BF7-0A12C0FA93C2}" dt="2021-05-17T08:09:06.619" v="347" actId="255"/>
        <pc:sldMkLst>
          <pc:docMk/>
          <pc:sldMk cId="2149126909" sldId="846"/>
        </pc:sldMkLst>
        <pc:spChg chg="mod">
          <ac:chgData name="Soumita Sengupta" userId="4afa6ce1-cb01-46c2-8538-4650222f0c96" providerId="ADAL" clId="{8571DC48-0C12-45E0-9BF7-0A12C0FA93C2}" dt="2021-05-17T08:09:06.619" v="347" actId="255"/>
          <ac:spMkLst>
            <pc:docMk/>
            <pc:sldMk cId="2149126909" sldId="846"/>
            <ac:spMk id="6" creationId="{A3F287DC-D56A-4E57-B0A7-8EAAD987EBAD}"/>
          </ac:spMkLst>
        </pc:spChg>
      </pc:sldChg>
      <pc:sldChg chg="modSp add mod">
        <pc:chgData name="Soumita Sengupta" userId="4afa6ce1-cb01-46c2-8538-4650222f0c96" providerId="ADAL" clId="{8571DC48-0C12-45E0-9BF7-0A12C0FA93C2}" dt="2021-05-17T08:09:34.156" v="350" actId="255"/>
        <pc:sldMkLst>
          <pc:docMk/>
          <pc:sldMk cId="3396759169" sldId="847"/>
        </pc:sldMkLst>
        <pc:graphicFrameChg chg="modGraphic">
          <ac:chgData name="Soumita Sengupta" userId="4afa6ce1-cb01-46c2-8538-4650222f0c96" providerId="ADAL" clId="{8571DC48-0C12-45E0-9BF7-0A12C0FA93C2}" dt="2021-05-17T08:09:34.156" v="350" actId="255"/>
          <ac:graphicFrameMkLst>
            <pc:docMk/>
            <pc:sldMk cId="3396759169" sldId="847"/>
            <ac:graphicFrameMk id="3" creationId="{2781A68D-375E-4BAE-8822-16AB46BEF5C1}"/>
          </ac:graphicFrameMkLst>
        </pc:graphicFrameChg>
      </pc:sldChg>
      <pc:sldChg chg="delSp add mod">
        <pc:chgData name="Soumita Sengupta" userId="4afa6ce1-cb01-46c2-8538-4650222f0c96" providerId="ADAL" clId="{8571DC48-0C12-45E0-9BF7-0A12C0FA93C2}" dt="2021-05-17T08:09:46.711" v="352" actId="478"/>
        <pc:sldMkLst>
          <pc:docMk/>
          <pc:sldMk cId="2403941356" sldId="848"/>
        </pc:sldMkLst>
        <pc:spChg chg="del">
          <ac:chgData name="Soumita Sengupta" userId="4afa6ce1-cb01-46c2-8538-4650222f0c96" providerId="ADAL" clId="{8571DC48-0C12-45E0-9BF7-0A12C0FA93C2}" dt="2021-05-17T08:09:46.711" v="352" actId="478"/>
          <ac:spMkLst>
            <pc:docMk/>
            <pc:sldMk cId="2403941356" sldId="848"/>
            <ac:spMk id="12" creationId="{4297C765-D0C1-4FBC-9B83-10C29ECCC0F9}"/>
          </ac:spMkLst>
        </pc:spChg>
      </pc:sldChg>
      <pc:sldChg chg="del">
        <pc:chgData name="Soumita Sengupta" userId="4afa6ce1-cb01-46c2-8538-4650222f0c96" providerId="ADAL" clId="{8571DC48-0C12-45E0-9BF7-0A12C0FA93C2}" dt="2021-05-17T14:32:44.972" v="495" actId="47"/>
        <pc:sldMkLst>
          <pc:docMk/>
          <pc:sldMk cId="3282653662" sldId="867"/>
        </pc:sldMkLst>
      </pc:sldChg>
      <pc:sldChg chg="modSp mod">
        <pc:chgData name="Soumita Sengupta" userId="4afa6ce1-cb01-46c2-8538-4650222f0c96" providerId="ADAL" clId="{8571DC48-0C12-45E0-9BF7-0A12C0FA93C2}" dt="2021-05-17T14:32:58.662" v="496" actId="207"/>
        <pc:sldMkLst>
          <pc:docMk/>
          <pc:sldMk cId="254607577" sldId="868"/>
        </pc:sldMkLst>
        <pc:spChg chg="mod">
          <ac:chgData name="Soumita Sengupta" userId="4afa6ce1-cb01-46c2-8538-4650222f0c96" providerId="ADAL" clId="{8571DC48-0C12-45E0-9BF7-0A12C0FA93C2}" dt="2021-05-17T14:32:58.662" v="496" actId="207"/>
          <ac:spMkLst>
            <pc:docMk/>
            <pc:sldMk cId="254607577" sldId="868"/>
            <ac:spMk id="3" creationId="{00000000-0000-0000-0000-000000000000}"/>
          </ac:spMkLst>
        </pc:spChg>
        <pc:spChg chg="mod">
          <ac:chgData name="Soumita Sengupta" userId="4afa6ce1-cb01-46c2-8538-4650222f0c96" providerId="ADAL" clId="{8571DC48-0C12-45E0-9BF7-0A12C0FA93C2}" dt="2021-05-17T14:32:58.662" v="496" actId="207"/>
          <ac:spMkLst>
            <pc:docMk/>
            <pc:sldMk cId="254607577" sldId="868"/>
            <ac:spMk id="4" creationId="{00000000-0000-0000-0000-000000000000}"/>
          </ac:spMkLst>
        </pc:spChg>
      </pc:sldChg>
      <pc:sldChg chg="modSp mod">
        <pc:chgData name="Soumita Sengupta" userId="4afa6ce1-cb01-46c2-8538-4650222f0c96" providerId="ADAL" clId="{8571DC48-0C12-45E0-9BF7-0A12C0FA93C2}" dt="2021-05-17T14:33:32.147" v="497" actId="207"/>
        <pc:sldMkLst>
          <pc:docMk/>
          <pc:sldMk cId="1693671457" sldId="869"/>
        </pc:sldMkLst>
        <pc:spChg chg="mod">
          <ac:chgData name="Soumita Sengupta" userId="4afa6ce1-cb01-46c2-8538-4650222f0c96" providerId="ADAL" clId="{8571DC48-0C12-45E0-9BF7-0A12C0FA93C2}" dt="2021-05-17T14:33:32.147" v="497" actId="207"/>
          <ac:spMkLst>
            <pc:docMk/>
            <pc:sldMk cId="1693671457" sldId="869"/>
            <ac:spMk id="4" creationId="{0F44E4FA-AE31-4042-8C71-0A7D8636397F}"/>
          </ac:spMkLst>
        </pc:spChg>
        <pc:spChg chg="mod">
          <ac:chgData name="Soumita Sengupta" userId="4afa6ce1-cb01-46c2-8538-4650222f0c96" providerId="ADAL" clId="{8571DC48-0C12-45E0-9BF7-0A12C0FA93C2}" dt="2021-05-17T14:33:32.147" v="497" actId="207"/>
          <ac:spMkLst>
            <pc:docMk/>
            <pc:sldMk cId="1693671457" sldId="869"/>
            <ac:spMk id="5" creationId="{D1C828E8-8E33-4814-A1B2-4FA0028A8013}"/>
          </ac:spMkLst>
        </pc:spChg>
      </pc:sldChg>
      <pc:sldChg chg="modSp mod">
        <pc:chgData name="Soumita Sengupta" userId="4afa6ce1-cb01-46c2-8538-4650222f0c96" providerId="ADAL" clId="{8571DC48-0C12-45E0-9BF7-0A12C0FA93C2}" dt="2021-05-17T14:33:39.807" v="498" actId="207"/>
        <pc:sldMkLst>
          <pc:docMk/>
          <pc:sldMk cId="2521651456" sldId="870"/>
        </pc:sldMkLst>
        <pc:spChg chg="mod">
          <ac:chgData name="Soumita Sengupta" userId="4afa6ce1-cb01-46c2-8538-4650222f0c96" providerId="ADAL" clId="{8571DC48-0C12-45E0-9BF7-0A12C0FA93C2}" dt="2021-05-17T14:33:39.807" v="498" actId="207"/>
          <ac:spMkLst>
            <pc:docMk/>
            <pc:sldMk cId="2521651456" sldId="870"/>
            <ac:spMk id="2" creationId="{D2965F05-2471-447C-97CD-B93193FE76F8}"/>
          </ac:spMkLst>
        </pc:spChg>
        <pc:spChg chg="mod">
          <ac:chgData name="Soumita Sengupta" userId="4afa6ce1-cb01-46c2-8538-4650222f0c96" providerId="ADAL" clId="{8571DC48-0C12-45E0-9BF7-0A12C0FA93C2}" dt="2021-05-17T14:33:39.807" v="498" actId="207"/>
          <ac:spMkLst>
            <pc:docMk/>
            <pc:sldMk cId="2521651456" sldId="870"/>
            <ac:spMk id="4" creationId="{00000000-0000-0000-0000-000000000000}"/>
          </ac:spMkLst>
        </pc:spChg>
      </pc:sldChg>
      <pc:sldChg chg="modSp add mod">
        <pc:chgData name="Soumita Sengupta" userId="4afa6ce1-cb01-46c2-8538-4650222f0c96" providerId="ADAL" clId="{8571DC48-0C12-45E0-9BF7-0A12C0FA93C2}" dt="2021-05-17T14:33:50.087" v="499" actId="207"/>
        <pc:sldMkLst>
          <pc:docMk/>
          <pc:sldMk cId="2056228496" sldId="872"/>
        </pc:sldMkLst>
        <pc:spChg chg="mod">
          <ac:chgData name="Soumita Sengupta" userId="4afa6ce1-cb01-46c2-8538-4650222f0c96" providerId="ADAL" clId="{8571DC48-0C12-45E0-9BF7-0A12C0FA93C2}" dt="2021-05-17T14:33:50.087" v="499" actId="207"/>
          <ac:spMkLst>
            <pc:docMk/>
            <pc:sldMk cId="2056228496" sldId="872"/>
            <ac:spMk id="2" creationId="{F8F412AC-0085-4638-B895-893A5B1D530B}"/>
          </ac:spMkLst>
        </pc:spChg>
        <pc:spChg chg="mod">
          <ac:chgData name="Soumita Sengupta" userId="4afa6ce1-cb01-46c2-8538-4650222f0c96" providerId="ADAL" clId="{8571DC48-0C12-45E0-9BF7-0A12C0FA93C2}" dt="2021-05-17T14:33:50.087" v="499" actId="207"/>
          <ac:spMkLst>
            <pc:docMk/>
            <pc:sldMk cId="2056228496" sldId="872"/>
            <ac:spMk id="3" creationId="{F67EAD20-C271-4DEE-B7C2-CCC79CE8AB23}"/>
          </ac:spMkLst>
        </pc:spChg>
        <pc:spChg chg="mod">
          <ac:chgData name="Soumita Sengupta" userId="4afa6ce1-cb01-46c2-8538-4650222f0c96" providerId="ADAL" clId="{8571DC48-0C12-45E0-9BF7-0A12C0FA93C2}" dt="2021-05-17T07:38:17.733" v="56" actId="255"/>
          <ac:spMkLst>
            <pc:docMk/>
            <pc:sldMk cId="2056228496" sldId="872"/>
            <ac:spMk id="5" creationId="{B50CAA43-3A66-42AD-BD02-B4ED241630EB}"/>
          </ac:spMkLst>
        </pc:spChg>
      </pc:sldChg>
      <pc:sldChg chg="delSp add mod">
        <pc:chgData name="Soumita Sengupta" userId="4afa6ce1-cb01-46c2-8538-4650222f0c96" providerId="ADAL" clId="{8571DC48-0C12-45E0-9BF7-0A12C0FA93C2}" dt="2021-05-17T07:38:32.932" v="57" actId="478"/>
        <pc:sldMkLst>
          <pc:docMk/>
          <pc:sldMk cId="2816898881" sldId="873"/>
        </pc:sldMkLst>
        <pc:spChg chg="del">
          <ac:chgData name="Soumita Sengupta" userId="4afa6ce1-cb01-46c2-8538-4650222f0c96" providerId="ADAL" clId="{8571DC48-0C12-45E0-9BF7-0A12C0FA93C2}" dt="2021-05-17T07:38:32.932" v="57" actId="478"/>
          <ac:spMkLst>
            <pc:docMk/>
            <pc:sldMk cId="2816898881" sldId="873"/>
            <ac:spMk id="10" creationId="{7132211E-35E2-42C8-B7EE-6C792F6E2A09}"/>
          </ac:spMkLst>
        </pc:spChg>
      </pc:sldChg>
      <pc:sldChg chg="modSp add mod">
        <pc:chgData name="Soumita Sengupta" userId="4afa6ce1-cb01-46c2-8538-4650222f0c96" providerId="ADAL" clId="{8571DC48-0C12-45E0-9BF7-0A12C0FA93C2}" dt="2021-05-17T07:38:49.668" v="59" actId="255"/>
        <pc:sldMkLst>
          <pc:docMk/>
          <pc:sldMk cId="53408869" sldId="874"/>
        </pc:sldMkLst>
        <pc:spChg chg="mod">
          <ac:chgData name="Soumita Sengupta" userId="4afa6ce1-cb01-46c2-8538-4650222f0c96" providerId="ADAL" clId="{8571DC48-0C12-45E0-9BF7-0A12C0FA93C2}" dt="2021-05-17T07:38:49.668" v="59" actId="255"/>
          <ac:spMkLst>
            <pc:docMk/>
            <pc:sldMk cId="53408869" sldId="874"/>
            <ac:spMk id="3" creationId="{10A61534-B4CA-4007-8750-502B9A30D959}"/>
          </ac:spMkLst>
        </pc:spChg>
      </pc:sldChg>
      <pc:sldChg chg="modSp add mod">
        <pc:chgData name="Soumita Sengupta" userId="4afa6ce1-cb01-46c2-8538-4650222f0c96" providerId="ADAL" clId="{8571DC48-0C12-45E0-9BF7-0A12C0FA93C2}" dt="2021-05-17T07:39:26.968" v="61" actId="2711"/>
        <pc:sldMkLst>
          <pc:docMk/>
          <pc:sldMk cId="1332674554" sldId="875"/>
        </pc:sldMkLst>
        <pc:spChg chg="mod">
          <ac:chgData name="Soumita Sengupta" userId="4afa6ce1-cb01-46c2-8538-4650222f0c96" providerId="ADAL" clId="{8571DC48-0C12-45E0-9BF7-0A12C0FA93C2}" dt="2021-05-17T07:39:06.195" v="60" actId="255"/>
          <ac:spMkLst>
            <pc:docMk/>
            <pc:sldMk cId="1332674554" sldId="875"/>
            <ac:spMk id="2" creationId="{087FF39E-82A2-4417-8732-85A562218D67}"/>
          </ac:spMkLst>
        </pc:spChg>
        <pc:spChg chg="mod">
          <ac:chgData name="Soumita Sengupta" userId="4afa6ce1-cb01-46c2-8538-4650222f0c96" providerId="ADAL" clId="{8571DC48-0C12-45E0-9BF7-0A12C0FA93C2}" dt="2021-05-17T07:39:26.968" v="61" actId="2711"/>
          <ac:spMkLst>
            <pc:docMk/>
            <pc:sldMk cId="1332674554" sldId="875"/>
            <ac:spMk id="7" creationId="{00000000-0000-0000-0000-000000000000}"/>
          </ac:spMkLst>
        </pc:spChg>
      </pc:sldChg>
      <pc:sldChg chg="modSp add mod">
        <pc:chgData name="Soumita Sengupta" userId="4afa6ce1-cb01-46c2-8538-4650222f0c96" providerId="ADAL" clId="{8571DC48-0C12-45E0-9BF7-0A12C0FA93C2}" dt="2021-05-17T07:51:52.484" v="203" actId="5793"/>
        <pc:sldMkLst>
          <pc:docMk/>
          <pc:sldMk cId="202006007" sldId="879"/>
        </pc:sldMkLst>
        <pc:spChg chg="mod">
          <ac:chgData name="Soumita Sengupta" userId="4afa6ce1-cb01-46c2-8538-4650222f0c96" providerId="ADAL" clId="{8571DC48-0C12-45E0-9BF7-0A12C0FA93C2}" dt="2021-05-17T07:51:52.484" v="203" actId="5793"/>
          <ac:spMkLst>
            <pc:docMk/>
            <pc:sldMk cId="202006007" sldId="879"/>
            <ac:spMk id="5" creationId="{70407E3C-70AF-4CC3-9567-50F4E8EB1618}"/>
          </ac:spMkLst>
        </pc:spChg>
      </pc:sldChg>
      <pc:sldChg chg="modSp mod">
        <pc:chgData name="Soumita Sengupta" userId="4afa6ce1-cb01-46c2-8538-4650222f0c96" providerId="ADAL" clId="{8571DC48-0C12-45E0-9BF7-0A12C0FA93C2}" dt="2021-05-17T14:27:33.891" v="454" actId="207"/>
        <pc:sldMkLst>
          <pc:docMk/>
          <pc:sldMk cId="1639061617" sldId="880"/>
        </pc:sldMkLst>
        <pc:spChg chg="mod">
          <ac:chgData name="Soumita Sengupta" userId="4afa6ce1-cb01-46c2-8538-4650222f0c96" providerId="ADAL" clId="{8571DC48-0C12-45E0-9BF7-0A12C0FA93C2}" dt="2021-05-17T14:27:33.891" v="454" actId="207"/>
          <ac:spMkLst>
            <pc:docMk/>
            <pc:sldMk cId="1639061617" sldId="880"/>
            <ac:spMk id="3" creationId="{00000000-0000-0000-0000-000000000000}"/>
          </ac:spMkLst>
        </pc:spChg>
        <pc:spChg chg="mod">
          <ac:chgData name="Soumita Sengupta" userId="4afa6ce1-cb01-46c2-8538-4650222f0c96" providerId="ADAL" clId="{8571DC48-0C12-45E0-9BF7-0A12C0FA93C2}" dt="2021-05-17T14:27:33.891" v="454" actId="207"/>
          <ac:spMkLst>
            <pc:docMk/>
            <pc:sldMk cId="1639061617" sldId="880"/>
            <ac:spMk id="4" creationId="{00000000-0000-0000-0000-000000000000}"/>
          </ac:spMkLst>
        </pc:spChg>
      </pc:sldChg>
      <pc:sldChg chg="modSp mod">
        <pc:chgData name="Soumita Sengupta" userId="4afa6ce1-cb01-46c2-8538-4650222f0c96" providerId="ADAL" clId="{8571DC48-0C12-45E0-9BF7-0A12C0FA93C2}" dt="2021-05-17T14:28:21.765" v="461" actId="207"/>
        <pc:sldMkLst>
          <pc:docMk/>
          <pc:sldMk cId="2139875260" sldId="881"/>
        </pc:sldMkLst>
        <pc:spChg chg="mod">
          <ac:chgData name="Soumita Sengupta" userId="4afa6ce1-cb01-46c2-8538-4650222f0c96" providerId="ADAL" clId="{8571DC48-0C12-45E0-9BF7-0A12C0FA93C2}" dt="2021-05-17T14:28:21.765" v="461" actId="207"/>
          <ac:spMkLst>
            <pc:docMk/>
            <pc:sldMk cId="2139875260" sldId="881"/>
            <ac:spMk id="3" creationId="{00000000-0000-0000-0000-000000000000}"/>
          </ac:spMkLst>
        </pc:spChg>
        <pc:spChg chg="mod">
          <ac:chgData name="Soumita Sengupta" userId="4afa6ce1-cb01-46c2-8538-4650222f0c96" providerId="ADAL" clId="{8571DC48-0C12-45E0-9BF7-0A12C0FA93C2}" dt="2021-05-17T14:28:21.765" v="461" actId="207"/>
          <ac:spMkLst>
            <pc:docMk/>
            <pc:sldMk cId="2139875260" sldId="881"/>
            <ac:spMk id="4" creationId="{00000000-0000-0000-0000-000000000000}"/>
          </ac:spMkLst>
        </pc:spChg>
      </pc:sldChg>
      <pc:sldChg chg="modSp mod">
        <pc:chgData name="Soumita Sengupta" userId="4afa6ce1-cb01-46c2-8538-4650222f0c96" providerId="ADAL" clId="{8571DC48-0C12-45E0-9BF7-0A12C0FA93C2}" dt="2021-05-17T14:28:40.884" v="463" actId="207"/>
        <pc:sldMkLst>
          <pc:docMk/>
          <pc:sldMk cId="2047864383" sldId="883"/>
        </pc:sldMkLst>
        <pc:spChg chg="mod">
          <ac:chgData name="Soumita Sengupta" userId="4afa6ce1-cb01-46c2-8538-4650222f0c96" providerId="ADAL" clId="{8571DC48-0C12-45E0-9BF7-0A12C0FA93C2}" dt="2021-05-17T14:28:40.884" v="463" actId="207"/>
          <ac:spMkLst>
            <pc:docMk/>
            <pc:sldMk cId="2047864383" sldId="883"/>
            <ac:spMk id="2" creationId="{D7229EAB-2797-4C92-B9F3-E1A52FD16017}"/>
          </ac:spMkLst>
        </pc:spChg>
        <pc:spChg chg="mod">
          <ac:chgData name="Soumita Sengupta" userId="4afa6ce1-cb01-46c2-8538-4650222f0c96" providerId="ADAL" clId="{8571DC48-0C12-45E0-9BF7-0A12C0FA93C2}" dt="2021-05-17T14:28:40.884" v="463" actId="207"/>
          <ac:spMkLst>
            <pc:docMk/>
            <pc:sldMk cId="2047864383" sldId="883"/>
            <ac:spMk id="4" creationId="{00000000-0000-0000-0000-000000000000}"/>
          </ac:spMkLst>
        </pc:spChg>
      </pc:sldChg>
      <pc:sldChg chg="modSp mod">
        <pc:chgData name="Soumita Sengupta" userId="4afa6ce1-cb01-46c2-8538-4650222f0c96" providerId="ADAL" clId="{8571DC48-0C12-45E0-9BF7-0A12C0FA93C2}" dt="2021-05-17T14:28:48.469" v="464" actId="207"/>
        <pc:sldMkLst>
          <pc:docMk/>
          <pc:sldMk cId="3568281701" sldId="884"/>
        </pc:sldMkLst>
        <pc:spChg chg="mod">
          <ac:chgData name="Soumita Sengupta" userId="4afa6ce1-cb01-46c2-8538-4650222f0c96" providerId="ADAL" clId="{8571DC48-0C12-45E0-9BF7-0A12C0FA93C2}" dt="2021-05-17T14:28:48.469" v="464" actId="207"/>
          <ac:spMkLst>
            <pc:docMk/>
            <pc:sldMk cId="3568281701" sldId="884"/>
            <ac:spMk id="2" creationId="{D7229EAB-2797-4C92-B9F3-E1A52FD16017}"/>
          </ac:spMkLst>
        </pc:spChg>
        <pc:spChg chg="mod">
          <ac:chgData name="Soumita Sengupta" userId="4afa6ce1-cb01-46c2-8538-4650222f0c96" providerId="ADAL" clId="{8571DC48-0C12-45E0-9BF7-0A12C0FA93C2}" dt="2021-05-17T14:28:48.469" v="464" actId="207"/>
          <ac:spMkLst>
            <pc:docMk/>
            <pc:sldMk cId="3568281701" sldId="884"/>
            <ac:spMk id="4" creationId="{00000000-0000-0000-0000-000000000000}"/>
          </ac:spMkLst>
        </pc:spChg>
      </pc:sldChg>
      <pc:sldChg chg="modSp mod">
        <pc:chgData name="Soumita Sengupta" userId="4afa6ce1-cb01-46c2-8538-4650222f0c96" providerId="ADAL" clId="{8571DC48-0C12-45E0-9BF7-0A12C0FA93C2}" dt="2021-05-17T14:28:54.669" v="465" actId="207"/>
        <pc:sldMkLst>
          <pc:docMk/>
          <pc:sldMk cId="3658751047" sldId="885"/>
        </pc:sldMkLst>
        <pc:spChg chg="mod">
          <ac:chgData name="Soumita Sengupta" userId="4afa6ce1-cb01-46c2-8538-4650222f0c96" providerId="ADAL" clId="{8571DC48-0C12-45E0-9BF7-0A12C0FA93C2}" dt="2021-05-17T14:28:54.669" v="465" actId="207"/>
          <ac:spMkLst>
            <pc:docMk/>
            <pc:sldMk cId="3658751047" sldId="885"/>
            <ac:spMk id="2" creationId="{D7229EAB-2797-4C92-B9F3-E1A52FD16017}"/>
          </ac:spMkLst>
        </pc:spChg>
        <pc:spChg chg="mod">
          <ac:chgData name="Soumita Sengupta" userId="4afa6ce1-cb01-46c2-8538-4650222f0c96" providerId="ADAL" clId="{8571DC48-0C12-45E0-9BF7-0A12C0FA93C2}" dt="2021-05-17T14:28:54.669" v="465" actId="207"/>
          <ac:spMkLst>
            <pc:docMk/>
            <pc:sldMk cId="3658751047" sldId="885"/>
            <ac:spMk id="4" creationId="{00000000-0000-0000-0000-000000000000}"/>
          </ac:spMkLst>
        </pc:spChg>
      </pc:sldChg>
      <pc:sldChg chg="modSp mod">
        <pc:chgData name="Soumita Sengupta" userId="4afa6ce1-cb01-46c2-8538-4650222f0c96" providerId="ADAL" clId="{8571DC48-0C12-45E0-9BF7-0A12C0FA93C2}" dt="2021-05-17T14:29:01.348" v="466" actId="207"/>
        <pc:sldMkLst>
          <pc:docMk/>
          <pc:sldMk cId="225487929" sldId="886"/>
        </pc:sldMkLst>
        <pc:spChg chg="mod">
          <ac:chgData name="Soumita Sengupta" userId="4afa6ce1-cb01-46c2-8538-4650222f0c96" providerId="ADAL" clId="{8571DC48-0C12-45E0-9BF7-0A12C0FA93C2}" dt="2021-05-17T14:29:01.348" v="466" actId="207"/>
          <ac:spMkLst>
            <pc:docMk/>
            <pc:sldMk cId="225487929" sldId="886"/>
            <ac:spMk id="2" creationId="{D7229EAB-2797-4C92-B9F3-E1A52FD16017}"/>
          </ac:spMkLst>
        </pc:spChg>
        <pc:spChg chg="mod">
          <ac:chgData name="Soumita Sengupta" userId="4afa6ce1-cb01-46c2-8538-4650222f0c96" providerId="ADAL" clId="{8571DC48-0C12-45E0-9BF7-0A12C0FA93C2}" dt="2021-05-17T14:29:01.348" v="466" actId="207"/>
          <ac:spMkLst>
            <pc:docMk/>
            <pc:sldMk cId="225487929" sldId="886"/>
            <ac:spMk id="4" creationId="{00000000-0000-0000-0000-000000000000}"/>
          </ac:spMkLst>
        </pc:spChg>
      </pc:sldChg>
      <pc:sldChg chg="modSp mod">
        <pc:chgData name="Soumita Sengupta" userId="4afa6ce1-cb01-46c2-8538-4650222f0c96" providerId="ADAL" clId="{8571DC48-0C12-45E0-9BF7-0A12C0FA93C2}" dt="2021-05-17T14:29:08.172" v="467" actId="207"/>
        <pc:sldMkLst>
          <pc:docMk/>
          <pc:sldMk cId="1268566176" sldId="887"/>
        </pc:sldMkLst>
        <pc:spChg chg="mod">
          <ac:chgData name="Soumita Sengupta" userId="4afa6ce1-cb01-46c2-8538-4650222f0c96" providerId="ADAL" clId="{8571DC48-0C12-45E0-9BF7-0A12C0FA93C2}" dt="2021-05-17T14:29:08.172" v="467" actId="207"/>
          <ac:spMkLst>
            <pc:docMk/>
            <pc:sldMk cId="1268566176" sldId="887"/>
            <ac:spMk id="2" creationId="{D7229EAB-2797-4C92-B9F3-E1A52FD16017}"/>
          </ac:spMkLst>
        </pc:spChg>
        <pc:spChg chg="mod">
          <ac:chgData name="Soumita Sengupta" userId="4afa6ce1-cb01-46c2-8538-4650222f0c96" providerId="ADAL" clId="{8571DC48-0C12-45E0-9BF7-0A12C0FA93C2}" dt="2021-05-17T14:29:08.172" v="467" actId="207"/>
          <ac:spMkLst>
            <pc:docMk/>
            <pc:sldMk cId="1268566176" sldId="887"/>
            <ac:spMk id="4" creationId="{00000000-0000-0000-0000-000000000000}"/>
          </ac:spMkLst>
        </pc:spChg>
      </pc:sldChg>
      <pc:sldChg chg="modSp mod">
        <pc:chgData name="Soumita Sengupta" userId="4afa6ce1-cb01-46c2-8538-4650222f0c96" providerId="ADAL" clId="{8571DC48-0C12-45E0-9BF7-0A12C0FA93C2}" dt="2021-05-17T14:30:34.004" v="476" actId="207"/>
        <pc:sldMkLst>
          <pc:docMk/>
          <pc:sldMk cId="2990392643" sldId="889"/>
        </pc:sldMkLst>
        <pc:spChg chg="mod">
          <ac:chgData name="Soumita Sengupta" userId="4afa6ce1-cb01-46c2-8538-4650222f0c96" providerId="ADAL" clId="{8571DC48-0C12-45E0-9BF7-0A12C0FA93C2}" dt="2021-05-17T14:30:34.004" v="476" actId="207"/>
          <ac:spMkLst>
            <pc:docMk/>
            <pc:sldMk cId="2990392643" sldId="889"/>
            <ac:spMk id="2" creationId="{B6B893F1-DEDB-4CFF-8DD4-069CEAC32E9F}"/>
          </ac:spMkLst>
        </pc:spChg>
        <pc:spChg chg="mod">
          <ac:chgData name="Soumita Sengupta" userId="4afa6ce1-cb01-46c2-8538-4650222f0c96" providerId="ADAL" clId="{8571DC48-0C12-45E0-9BF7-0A12C0FA93C2}" dt="2021-05-17T14:30:34.004" v="476" actId="207"/>
          <ac:spMkLst>
            <pc:docMk/>
            <pc:sldMk cId="2990392643" sldId="889"/>
            <ac:spMk id="4" creationId="{00000000-0000-0000-0000-000000000000}"/>
          </ac:spMkLst>
        </pc:spChg>
      </pc:sldChg>
      <pc:sldChg chg="modSp mod">
        <pc:chgData name="Soumita Sengupta" userId="4afa6ce1-cb01-46c2-8538-4650222f0c96" providerId="ADAL" clId="{8571DC48-0C12-45E0-9BF7-0A12C0FA93C2}" dt="2021-05-17T14:30:39.835" v="477" actId="207"/>
        <pc:sldMkLst>
          <pc:docMk/>
          <pc:sldMk cId="4152093735" sldId="890"/>
        </pc:sldMkLst>
        <pc:spChg chg="mod">
          <ac:chgData name="Soumita Sengupta" userId="4afa6ce1-cb01-46c2-8538-4650222f0c96" providerId="ADAL" clId="{8571DC48-0C12-45E0-9BF7-0A12C0FA93C2}" dt="2021-05-17T14:30:39.835" v="477" actId="207"/>
          <ac:spMkLst>
            <pc:docMk/>
            <pc:sldMk cId="4152093735" sldId="890"/>
            <ac:spMk id="2" creationId="{B6B893F1-DEDB-4CFF-8DD4-069CEAC32E9F}"/>
          </ac:spMkLst>
        </pc:spChg>
        <pc:spChg chg="mod">
          <ac:chgData name="Soumita Sengupta" userId="4afa6ce1-cb01-46c2-8538-4650222f0c96" providerId="ADAL" clId="{8571DC48-0C12-45E0-9BF7-0A12C0FA93C2}" dt="2021-05-17T14:30:39.835" v="477" actId="207"/>
          <ac:spMkLst>
            <pc:docMk/>
            <pc:sldMk cId="4152093735" sldId="890"/>
            <ac:spMk id="4" creationId="{00000000-0000-0000-0000-000000000000}"/>
          </ac:spMkLst>
        </pc:spChg>
      </pc:sldChg>
      <pc:sldChg chg="modSp mod">
        <pc:chgData name="Soumita Sengupta" userId="4afa6ce1-cb01-46c2-8538-4650222f0c96" providerId="ADAL" clId="{8571DC48-0C12-45E0-9BF7-0A12C0FA93C2}" dt="2021-05-17T14:32:00.213" v="488" actId="207"/>
        <pc:sldMkLst>
          <pc:docMk/>
          <pc:sldMk cId="3419036602" sldId="891"/>
        </pc:sldMkLst>
        <pc:spChg chg="mod">
          <ac:chgData name="Soumita Sengupta" userId="4afa6ce1-cb01-46c2-8538-4650222f0c96" providerId="ADAL" clId="{8571DC48-0C12-45E0-9BF7-0A12C0FA93C2}" dt="2021-05-17T14:32:00.213" v="488" actId="207"/>
          <ac:spMkLst>
            <pc:docMk/>
            <pc:sldMk cId="3419036602" sldId="891"/>
            <ac:spMk id="2" creationId="{D2965F05-2471-447C-97CD-B93193FE76F8}"/>
          </ac:spMkLst>
        </pc:spChg>
        <pc:spChg chg="mod">
          <ac:chgData name="Soumita Sengupta" userId="4afa6ce1-cb01-46c2-8538-4650222f0c96" providerId="ADAL" clId="{8571DC48-0C12-45E0-9BF7-0A12C0FA93C2}" dt="2021-05-17T14:32:00.213" v="488" actId="207"/>
          <ac:spMkLst>
            <pc:docMk/>
            <pc:sldMk cId="3419036602" sldId="891"/>
            <ac:spMk id="4" creationId="{00000000-0000-0000-0000-000000000000}"/>
          </ac:spMkLst>
        </pc:spChg>
      </pc:sldChg>
      <pc:sldChg chg="modSp mod">
        <pc:chgData name="Soumita Sengupta" userId="4afa6ce1-cb01-46c2-8538-4650222f0c96" providerId="ADAL" clId="{8571DC48-0C12-45E0-9BF7-0A12C0FA93C2}" dt="2021-05-17T14:32:06.656" v="489" actId="207"/>
        <pc:sldMkLst>
          <pc:docMk/>
          <pc:sldMk cId="2610132345" sldId="892"/>
        </pc:sldMkLst>
        <pc:spChg chg="mod">
          <ac:chgData name="Soumita Sengupta" userId="4afa6ce1-cb01-46c2-8538-4650222f0c96" providerId="ADAL" clId="{8571DC48-0C12-45E0-9BF7-0A12C0FA93C2}" dt="2021-05-17T14:32:06.656" v="489" actId="207"/>
          <ac:spMkLst>
            <pc:docMk/>
            <pc:sldMk cId="2610132345" sldId="892"/>
            <ac:spMk id="2" creationId="{D2965F05-2471-447C-97CD-B93193FE76F8}"/>
          </ac:spMkLst>
        </pc:spChg>
        <pc:spChg chg="mod">
          <ac:chgData name="Soumita Sengupta" userId="4afa6ce1-cb01-46c2-8538-4650222f0c96" providerId="ADAL" clId="{8571DC48-0C12-45E0-9BF7-0A12C0FA93C2}" dt="2021-05-17T14:32:06.656" v="489" actId="207"/>
          <ac:spMkLst>
            <pc:docMk/>
            <pc:sldMk cId="2610132345" sldId="892"/>
            <ac:spMk id="4" creationId="{00000000-0000-0000-0000-000000000000}"/>
          </ac:spMkLst>
        </pc:spChg>
      </pc:sldChg>
      <pc:sldChg chg="modSp mod">
        <pc:chgData name="Soumita Sengupta" userId="4afa6ce1-cb01-46c2-8538-4650222f0c96" providerId="ADAL" clId="{8571DC48-0C12-45E0-9BF7-0A12C0FA93C2}" dt="2021-05-17T14:32:13.142" v="490" actId="207"/>
        <pc:sldMkLst>
          <pc:docMk/>
          <pc:sldMk cId="44910485" sldId="893"/>
        </pc:sldMkLst>
        <pc:spChg chg="mod">
          <ac:chgData name="Soumita Sengupta" userId="4afa6ce1-cb01-46c2-8538-4650222f0c96" providerId="ADAL" clId="{8571DC48-0C12-45E0-9BF7-0A12C0FA93C2}" dt="2021-05-17T14:32:13.142" v="490" actId="207"/>
          <ac:spMkLst>
            <pc:docMk/>
            <pc:sldMk cId="44910485" sldId="893"/>
            <ac:spMk id="2" creationId="{D2965F05-2471-447C-97CD-B93193FE76F8}"/>
          </ac:spMkLst>
        </pc:spChg>
        <pc:spChg chg="mod">
          <ac:chgData name="Soumita Sengupta" userId="4afa6ce1-cb01-46c2-8538-4650222f0c96" providerId="ADAL" clId="{8571DC48-0C12-45E0-9BF7-0A12C0FA93C2}" dt="2021-05-17T14:32:13.142" v="490" actId="207"/>
          <ac:spMkLst>
            <pc:docMk/>
            <pc:sldMk cId="44910485" sldId="893"/>
            <ac:spMk id="4" creationId="{00000000-0000-0000-0000-000000000000}"/>
          </ac:spMkLst>
        </pc:spChg>
      </pc:sldChg>
      <pc:sldChg chg="modSp mod">
        <pc:chgData name="Soumita Sengupta" userId="4afa6ce1-cb01-46c2-8538-4650222f0c96" providerId="ADAL" clId="{8571DC48-0C12-45E0-9BF7-0A12C0FA93C2}" dt="2021-05-17T14:32:19.826" v="491" actId="207"/>
        <pc:sldMkLst>
          <pc:docMk/>
          <pc:sldMk cId="3136716027" sldId="894"/>
        </pc:sldMkLst>
        <pc:spChg chg="mod">
          <ac:chgData name="Soumita Sengupta" userId="4afa6ce1-cb01-46c2-8538-4650222f0c96" providerId="ADAL" clId="{8571DC48-0C12-45E0-9BF7-0A12C0FA93C2}" dt="2021-05-17T14:32:19.826" v="491" actId="207"/>
          <ac:spMkLst>
            <pc:docMk/>
            <pc:sldMk cId="3136716027" sldId="894"/>
            <ac:spMk id="2" creationId="{D2965F05-2471-447C-97CD-B93193FE76F8}"/>
          </ac:spMkLst>
        </pc:spChg>
        <pc:spChg chg="mod">
          <ac:chgData name="Soumita Sengupta" userId="4afa6ce1-cb01-46c2-8538-4650222f0c96" providerId="ADAL" clId="{8571DC48-0C12-45E0-9BF7-0A12C0FA93C2}" dt="2021-05-17T14:32:19.826" v="491" actId="207"/>
          <ac:spMkLst>
            <pc:docMk/>
            <pc:sldMk cId="3136716027" sldId="894"/>
            <ac:spMk id="4" creationId="{00000000-0000-0000-0000-000000000000}"/>
          </ac:spMkLst>
        </pc:spChg>
      </pc:sldChg>
      <pc:sldChg chg="delSp add mod">
        <pc:chgData name="Soumita Sengupta" userId="4afa6ce1-cb01-46c2-8538-4650222f0c96" providerId="ADAL" clId="{8571DC48-0C12-45E0-9BF7-0A12C0FA93C2}" dt="2021-05-17T07:38:41.608" v="58" actId="478"/>
        <pc:sldMkLst>
          <pc:docMk/>
          <pc:sldMk cId="1567628064" sldId="895"/>
        </pc:sldMkLst>
        <pc:spChg chg="del">
          <ac:chgData name="Soumita Sengupta" userId="4afa6ce1-cb01-46c2-8538-4650222f0c96" providerId="ADAL" clId="{8571DC48-0C12-45E0-9BF7-0A12C0FA93C2}" dt="2021-05-17T07:38:41.608" v="58" actId="478"/>
          <ac:spMkLst>
            <pc:docMk/>
            <pc:sldMk cId="1567628064" sldId="895"/>
            <ac:spMk id="10" creationId="{7132211E-35E2-42C8-B7EE-6C792F6E2A09}"/>
          </ac:spMkLst>
        </pc:spChg>
      </pc:sldChg>
      <pc:sldChg chg="delSp modSp add mod">
        <pc:chgData name="Soumita Sengupta" userId="4afa6ce1-cb01-46c2-8538-4650222f0c96" providerId="ADAL" clId="{8571DC48-0C12-45E0-9BF7-0A12C0FA93C2}" dt="2021-05-17T07:53:44.035" v="218" actId="255"/>
        <pc:sldMkLst>
          <pc:docMk/>
          <pc:sldMk cId="3581655586" sldId="897"/>
        </pc:sldMkLst>
        <pc:spChg chg="del">
          <ac:chgData name="Soumita Sengupta" userId="4afa6ce1-cb01-46c2-8538-4650222f0c96" providerId="ADAL" clId="{8571DC48-0C12-45E0-9BF7-0A12C0FA93C2}" dt="2021-05-17T07:53:32.514" v="216" actId="478"/>
          <ac:spMkLst>
            <pc:docMk/>
            <pc:sldMk cId="3581655586" sldId="897"/>
            <ac:spMk id="3" creationId="{0F173469-94E6-4FFB-804E-333660EDA01C}"/>
          </ac:spMkLst>
        </pc:spChg>
        <pc:graphicFrameChg chg="mod modGraphic">
          <ac:chgData name="Soumita Sengupta" userId="4afa6ce1-cb01-46c2-8538-4650222f0c96" providerId="ADAL" clId="{8571DC48-0C12-45E0-9BF7-0A12C0FA93C2}" dt="2021-05-17T07:53:44.035" v="218" actId="255"/>
          <ac:graphicFrameMkLst>
            <pc:docMk/>
            <pc:sldMk cId="3581655586" sldId="897"/>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06.595" v="222" actId="1076"/>
        <pc:sldMkLst>
          <pc:docMk/>
          <pc:sldMk cId="2881927986" sldId="898"/>
        </pc:sldMkLst>
        <pc:spChg chg="del">
          <ac:chgData name="Soumita Sengupta" userId="4afa6ce1-cb01-46c2-8538-4650222f0c96" providerId="ADAL" clId="{8571DC48-0C12-45E0-9BF7-0A12C0FA93C2}" dt="2021-05-17T07:53:54.020" v="220" actId="478"/>
          <ac:spMkLst>
            <pc:docMk/>
            <pc:sldMk cId="2881927986" sldId="898"/>
            <ac:spMk id="3" creationId="{0F173469-94E6-4FFB-804E-333660EDA01C}"/>
          </ac:spMkLst>
        </pc:spChg>
        <pc:graphicFrameChg chg="mod modGraphic">
          <ac:chgData name="Soumita Sengupta" userId="4afa6ce1-cb01-46c2-8538-4650222f0c96" providerId="ADAL" clId="{8571DC48-0C12-45E0-9BF7-0A12C0FA93C2}" dt="2021-05-17T07:54:06.595" v="222" actId="1076"/>
          <ac:graphicFrameMkLst>
            <pc:docMk/>
            <pc:sldMk cId="2881927986" sldId="898"/>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59.315" v="231" actId="255"/>
        <pc:sldMkLst>
          <pc:docMk/>
          <pc:sldMk cId="2274002417" sldId="900"/>
        </pc:sldMkLst>
        <pc:spChg chg="del">
          <ac:chgData name="Soumita Sengupta" userId="4afa6ce1-cb01-46c2-8538-4650222f0c96" providerId="ADAL" clId="{8571DC48-0C12-45E0-9BF7-0A12C0FA93C2}" dt="2021-05-17T07:54:46.535" v="230" actId="478"/>
          <ac:spMkLst>
            <pc:docMk/>
            <pc:sldMk cId="2274002417" sldId="900"/>
            <ac:spMk id="7" creationId="{E06A3024-9699-41E9-A854-B2DD7C6FFFC9}"/>
          </ac:spMkLst>
        </pc:spChg>
        <pc:graphicFrameChg chg="modGraphic">
          <ac:chgData name="Soumita Sengupta" userId="4afa6ce1-cb01-46c2-8538-4650222f0c96" providerId="ADAL" clId="{8571DC48-0C12-45E0-9BF7-0A12C0FA93C2}" dt="2021-05-17T07:54:59.315" v="231" actId="255"/>
          <ac:graphicFrameMkLst>
            <pc:docMk/>
            <pc:sldMk cId="2274002417" sldId="900"/>
            <ac:graphicFrameMk id="8" creationId="{00000000-0000-0000-0000-000000000000}"/>
          </ac:graphicFrameMkLst>
        </pc:graphicFrameChg>
      </pc:sldChg>
      <pc:sldChg chg="delSp modSp add mod">
        <pc:chgData name="Soumita Sengupta" userId="4afa6ce1-cb01-46c2-8538-4650222f0c96" providerId="ADAL" clId="{8571DC48-0C12-45E0-9BF7-0A12C0FA93C2}" dt="2021-05-17T07:56:54.798" v="252" actId="1076"/>
        <pc:sldMkLst>
          <pc:docMk/>
          <pc:sldMk cId="764318788" sldId="902"/>
        </pc:sldMkLst>
        <pc:spChg chg="del">
          <ac:chgData name="Soumita Sengupta" userId="4afa6ce1-cb01-46c2-8538-4650222f0c96" providerId="ADAL" clId="{8571DC48-0C12-45E0-9BF7-0A12C0FA93C2}" dt="2021-05-17T07:56:32.056" v="248" actId="478"/>
          <ac:spMkLst>
            <pc:docMk/>
            <pc:sldMk cId="764318788" sldId="902"/>
            <ac:spMk id="19" creationId="{A5FC24B9-9878-4DB4-9EE4-B9FCC8AEFB3F}"/>
          </ac:spMkLst>
        </pc:spChg>
        <pc:graphicFrameChg chg="mod modGraphic">
          <ac:chgData name="Soumita Sengupta" userId="4afa6ce1-cb01-46c2-8538-4650222f0c96" providerId="ADAL" clId="{8571DC48-0C12-45E0-9BF7-0A12C0FA93C2}" dt="2021-05-17T07:56:54.798" v="252" actId="1076"/>
          <ac:graphicFrameMkLst>
            <pc:docMk/>
            <pc:sldMk cId="764318788" sldId="902"/>
            <ac:graphicFrameMk id="14" creationId="{3A4118D9-CAD0-4F66-A0D9-F487607F75D9}"/>
          </ac:graphicFrameMkLst>
        </pc:graphicFrameChg>
        <pc:picChg chg="del">
          <ac:chgData name="Soumita Sengupta" userId="4afa6ce1-cb01-46c2-8538-4650222f0c96" providerId="ADAL" clId="{8571DC48-0C12-45E0-9BF7-0A12C0FA93C2}" dt="2021-05-17T07:56:18.097" v="245" actId="478"/>
          <ac:picMkLst>
            <pc:docMk/>
            <pc:sldMk cId="764318788" sldId="902"/>
            <ac:picMk id="13" creationId="{8F253502-2546-4976-9C61-334B3EC965E5}"/>
          </ac:picMkLst>
        </pc:picChg>
      </pc:sldChg>
      <pc:sldChg chg="delSp modSp add mod">
        <pc:chgData name="Soumita Sengupta" userId="4afa6ce1-cb01-46c2-8538-4650222f0c96" providerId="ADAL" clId="{8571DC48-0C12-45E0-9BF7-0A12C0FA93C2}" dt="2021-05-17T08:01:09.767" v="273" actId="1076"/>
        <pc:sldMkLst>
          <pc:docMk/>
          <pc:sldMk cId="1489738380" sldId="903"/>
        </pc:sldMkLst>
        <pc:spChg chg="del">
          <ac:chgData name="Soumita Sengupta" userId="4afa6ce1-cb01-46c2-8538-4650222f0c96" providerId="ADAL" clId="{8571DC48-0C12-45E0-9BF7-0A12C0FA93C2}" dt="2021-05-17T08:01:04.487" v="272" actId="478"/>
          <ac:spMkLst>
            <pc:docMk/>
            <pc:sldMk cId="1489738380" sldId="903"/>
            <ac:spMk id="3" creationId="{1E93E0B9-106D-4E01-947D-9B58393568E4}"/>
          </ac:spMkLst>
        </pc:spChg>
        <pc:graphicFrameChg chg="mod modGraphic">
          <ac:chgData name="Soumita Sengupta" userId="4afa6ce1-cb01-46c2-8538-4650222f0c96" providerId="ADAL" clId="{8571DC48-0C12-45E0-9BF7-0A12C0FA93C2}" dt="2021-05-17T08:01:09.767" v="273" actId="1076"/>
          <ac:graphicFrameMkLst>
            <pc:docMk/>
            <pc:sldMk cId="1489738380" sldId="903"/>
            <ac:graphicFrameMk id="6" creationId="{DC81A6CF-0F67-4199-91FC-10F3938EFF67}"/>
          </ac:graphicFrameMkLst>
        </pc:graphicFrameChg>
      </pc:sldChg>
      <pc:sldChg chg="delSp modSp add mod">
        <pc:chgData name="Soumita Sengupta" userId="4afa6ce1-cb01-46c2-8538-4650222f0c96" providerId="ADAL" clId="{8571DC48-0C12-45E0-9BF7-0A12C0FA93C2}" dt="2021-05-17T08:01:42.629" v="279" actId="14100"/>
        <pc:sldMkLst>
          <pc:docMk/>
          <pc:sldMk cId="3148603224" sldId="904"/>
        </pc:sldMkLst>
        <pc:spChg chg="del">
          <ac:chgData name="Soumita Sengupta" userId="4afa6ce1-cb01-46c2-8538-4650222f0c96" providerId="ADAL" clId="{8571DC48-0C12-45E0-9BF7-0A12C0FA93C2}" dt="2021-05-17T08:01:28.862" v="276" actId="478"/>
          <ac:spMkLst>
            <pc:docMk/>
            <pc:sldMk cId="3148603224" sldId="904"/>
            <ac:spMk id="3" creationId="{1E93E0B9-106D-4E01-947D-9B58393568E4}"/>
          </ac:spMkLst>
        </pc:spChg>
        <pc:graphicFrameChg chg="mod modGraphic">
          <ac:chgData name="Soumita Sengupta" userId="4afa6ce1-cb01-46c2-8538-4650222f0c96" providerId="ADAL" clId="{8571DC48-0C12-45E0-9BF7-0A12C0FA93C2}" dt="2021-05-17T08:01:42.629" v="279" actId="14100"/>
          <ac:graphicFrameMkLst>
            <pc:docMk/>
            <pc:sldMk cId="3148603224" sldId="904"/>
            <ac:graphicFrameMk id="6" creationId="{DC81A6CF-0F67-4199-91FC-10F3938EFF67}"/>
          </ac:graphicFrameMkLst>
        </pc:graphicFrameChg>
      </pc:sldChg>
      <pc:sldChg chg="delSp add mod">
        <pc:chgData name="Soumita Sengupta" userId="4afa6ce1-cb01-46c2-8538-4650222f0c96" providerId="ADAL" clId="{8571DC48-0C12-45E0-9BF7-0A12C0FA93C2}" dt="2021-05-17T08:03:35.518" v="290" actId="478"/>
        <pc:sldMkLst>
          <pc:docMk/>
          <pc:sldMk cId="1190720650" sldId="905"/>
        </pc:sldMkLst>
        <pc:spChg chg="del">
          <ac:chgData name="Soumita Sengupta" userId="4afa6ce1-cb01-46c2-8538-4650222f0c96" providerId="ADAL" clId="{8571DC48-0C12-45E0-9BF7-0A12C0FA93C2}" dt="2021-05-17T08:03:35.518" v="290" actId="478"/>
          <ac:spMkLst>
            <pc:docMk/>
            <pc:sldMk cId="1190720650" sldId="905"/>
            <ac:spMk id="3" creationId="{72ABD603-5A1F-4618-A9D6-FFA011CCE180}"/>
          </ac:spMkLst>
        </pc:spChg>
      </pc:sldChg>
      <pc:sldChg chg="delSp add mod">
        <pc:chgData name="Soumita Sengupta" userId="4afa6ce1-cb01-46c2-8538-4650222f0c96" providerId="ADAL" clId="{8571DC48-0C12-45E0-9BF7-0A12C0FA93C2}" dt="2021-05-17T08:08:49.922" v="345" actId="478"/>
        <pc:sldMkLst>
          <pc:docMk/>
          <pc:sldMk cId="2516332578" sldId="906"/>
        </pc:sldMkLst>
        <pc:spChg chg="del">
          <ac:chgData name="Soumita Sengupta" userId="4afa6ce1-cb01-46c2-8538-4650222f0c96" providerId="ADAL" clId="{8571DC48-0C12-45E0-9BF7-0A12C0FA93C2}" dt="2021-05-17T08:08:49.922" v="345" actId="478"/>
          <ac:spMkLst>
            <pc:docMk/>
            <pc:sldMk cId="2516332578" sldId="906"/>
            <ac:spMk id="7" creationId="{1954F96B-73D4-4F31-BD4C-4E3AE69DBAE2}"/>
          </ac:spMkLst>
        </pc:spChg>
      </pc:sldChg>
      <pc:sldChg chg="modSp add mod">
        <pc:chgData name="Soumita Sengupta" userId="4afa6ce1-cb01-46c2-8538-4650222f0c96" providerId="ADAL" clId="{8571DC48-0C12-45E0-9BF7-0A12C0FA93C2}" dt="2021-05-17T08:09:19.771" v="348" actId="255"/>
        <pc:sldMkLst>
          <pc:docMk/>
          <pc:sldMk cId="2973615240" sldId="907"/>
        </pc:sldMkLst>
        <pc:spChg chg="mod">
          <ac:chgData name="Soumita Sengupta" userId="4afa6ce1-cb01-46c2-8538-4650222f0c96" providerId="ADAL" clId="{8571DC48-0C12-45E0-9BF7-0A12C0FA93C2}" dt="2021-05-17T08:09:19.771" v="348" actId="255"/>
          <ac:spMkLst>
            <pc:docMk/>
            <pc:sldMk cId="2973615240" sldId="907"/>
            <ac:spMk id="6" creationId="{A3F287DC-D56A-4E57-B0A7-8EAAD987EBAD}"/>
          </ac:spMkLst>
        </pc:spChg>
      </pc:sldChg>
      <pc:sldChg chg="modSp add mod">
        <pc:chgData name="Soumita Sengupta" userId="4afa6ce1-cb01-46c2-8538-4650222f0c96" providerId="ADAL" clId="{8571DC48-0C12-45E0-9BF7-0A12C0FA93C2}" dt="2021-05-17T08:11:18.961" v="362" actId="255"/>
        <pc:sldMkLst>
          <pc:docMk/>
          <pc:sldMk cId="1602332024" sldId="908"/>
        </pc:sldMkLst>
        <pc:graphicFrameChg chg="modGraphic">
          <ac:chgData name="Soumita Sengupta" userId="4afa6ce1-cb01-46c2-8538-4650222f0c96" providerId="ADAL" clId="{8571DC48-0C12-45E0-9BF7-0A12C0FA93C2}" dt="2021-05-17T08:11:18.961" v="362" actId="255"/>
          <ac:graphicFrameMkLst>
            <pc:docMk/>
            <pc:sldMk cId="1602332024" sldId="908"/>
            <ac:graphicFrameMk id="2" creationId="{DC5C2772-D9D5-4388-B2F1-7EA90C6313BD}"/>
          </ac:graphicFrameMkLst>
        </pc:graphicFrameChg>
      </pc:sldChg>
      <pc:sldChg chg="modSp add mod">
        <pc:chgData name="Soumita Sengupta" userId="4afa6ce1-cb01-46c2-8538-4650222f0c96" providerId="ADAL" clId="{8571DC48-0C12-45E0-9BF7-0A12C0FA93C2}" dt="2021-05-17T08:11:26.757" v="363" actId="255"/>
        <pc:sldMkLst>
          <pc:docMk/>
          <pc:sldMk cId="2713866988" sldId="909"/>
        </pc:sldMkLst>
        <pc:graphicFrameChg chg="modGraphic">
          <ac:chgData name="Soumita Sengupta" userId="4afa6ce1-cb01-46c2-8538-4650222f0c96" providerId="ADAL" clId="{8571DC48-0C12-45E0-9BF7-0A12C0FA93C2}" dt="2021-05-17T08:11:26.757" v="363" actId="255"/>
          <ac:graphicFrameMkLst>
            <pc:docMk/>
            <pc:sldMk cId="2713866988" sldId="909"/>
            <ac:graphicFrameMk id="2" creationId="{DC5C2772-D9D5-4388-B2F1-7EA90C6313BD}"/>
          </ac:graphicFrameMkLst>
        </pc:graphicFrameChg>
      </pc:sldChg>
      <pc:sldChg chg="modSp add mod">
        <pc:chgData name="Soumita Sengupta" userId="4afa6ce1-cb01-46c2-8538-4650222f0c96" providerId="ADAL" clId="{8571DC48-0C12-45E0-9BF7-0A12C0FA93C2}" dt="2021-05-17T08:11:33.609" v="364" actId="255"/>
        <pc:sldMkLst>
          <pc:docMk/>
          <pc:sldMk cId="959984758" sldId="910"/>
        </pc:sldMkLst>
        <pc:graphicFrameChg chg="modGraphic">
          <ac:chgData name="Soumita Sengupta" userId="4afa6ce1-cb01-46c2-8538-4650222f0c96" providerId="ADAL" clId="{8571DC48-0C12-45E0-9BF7-0A12C0FA93C2}" dt="2021-05-17T08:11:33.609" v="364" actId="255"/>
          <ac:graphicFrameMkLst>
            <pc:docMk/>
            <pc:sldMk cId="959984758" sldId="910"/>
            <ac:graphicFrameMk id="2" creationId="{DC5C2772-D9D5-4388-B2F1-7EA90C6313BD}"/>
          </ac:graphicFrameMkLst>
        </pc:graphicFrameChg>
      </pc:sldChg>
      <pc:sldChg chg="modSp add mod">
        <pc:chgData name="Soumita Sengupta" userId="4afa6ce1-cb01-46c2-8538-4650222f0c96" providerId="ADAL" clId="{8571DC48-0C12-45E0-9BF7-0A12C0FA93C2}" dt="2021-05-17T08:11:41.166" v="365" actId="255"/>
        <pc:sldMkLst>
          <pc:docMk/>
          <pc:sldMk cId="2701152022" sldId="911"/>
        </pc:sldMkLst>
        <pc:graphicFrameChg chg="modGraphic">
          <ac:chgData name="Soumita Sengupta" userId="4afa6ce1-cb01-46c2-8538-4650222f0c96" providerId="ADAL" clId="{8571DC48-0C12-45E0-9BF7-0A12C0FA93C2}" dt="2021-05-17T08:11:41.166" v="365" actId="255"/>
          <ac:graphicFrameMkLst>
            <pc:docMk/>
            <pc:sldMk cId="2701152022" sldId="911"/>
            <ac:graphicFrameMk id="2" creationId="{DC5C2772-D9D5-4388-B2F1-7EA90C6313BD}"/>
          </ac:graphicFrameMkLst>
        </pc:graphicFrameChg>
      </pc:sldChg>
      <pc:sldChg chg="modSp add mod">
        <pc:chgData name="Soumita Sengupta" userId="4afa6ce1-cb01-46c2-8538-4650222f0c96" providerId="ADAL" clId="{8571DC48-0C12-45E0-9BF7-0A12C0FA93C2}" dt="2021-05-17T08:12:12.916" v="372" actId="255"/>
        <pc:sldMkLst>
          <pc:docMk/>
          <pc:sldMk cId="7820174" sldId="912"/>
        </pc:sldMkLst>
        <pc:spChg chg="mod">
          <ac:chgData name="Soumita Sengupta" userId="4afa6ce1-cb01-46c2-8538-4650222f0c96" providerId="ADAL" clId="{8571DC48-0C12-45E0-9BF7-0A12C0FA93C2}" dt="2021-05-17T08:12:06.683" v="371" actId="5793"/>
          <ac:spMkLst>
            <pc:docMk/>
            <pc:sldMk cId="7820174" sldId="912"/>
            <ac:spMk id="4" creationId="{F4E4F34F-F15D-4726-AF4D-1FA5CD8F58BF}"/>
          </ac:spMkLst>
        </pc:spChg>
        <pc:graphicFrameChg chg="modGraphic">
          <ac:chgData name="Soumita Sengupta" userId="4afa6ce1-cb01-46c2-8538-4650222f0c96" providerId="ADAL" clId="{8571DC48-0C12-45E0-9BF7-0A12C0FA93C2}" dt="2021-05-17T08:12:12.916" v="372" actId="255"/>
          <ac:graphicFrameMkLst>
            <pc:docMk/>
            <pc:sldMk cId="7820174" sldId="912"/>
            <ac:graphicFrameMk id="2" creationId="{2642B3FD-5C34-48FC-B8E5-690AA32692D5}"/>
          </ac:graphicFrameMkLst>
        </pc:graphicFrameChg>
      </pc:sldChg>
      <pc:sldChg chg="modSp add mod">
        <pc:chgData name="Soumita Sengupta" userId="4afa6ce1-cb01-46c2-8538-4650222f0c96" providerId="ADAL" clId="{8571DC48-0C12-45E0-9BF7-0A12C0FA93C2}" dt="2021-05-17T08:07:47.534" v="339" actId="255"/>
        <pc:sldMkLst>
          <pc:docMk/>
          <pc:sldMk cId="2358187163" sldId="913"/>
        </pc:sldMkLst>
        <pc:graphicFrameChg chg="modGraphic">
          <ac:chgData name="Soumita Sengupta" userId="4afa6ce1-cb01-46c2-8538-4650222f0c96" providerId="ADAL" clId="{8571DC48-0C12-45E0-9BF7-0A12C0FA93C2}" dt="2021-05-17T08:07:47.534" v="339" actId="255"/>
          <ac:graphicFrameMkLst>
            <pc:docMk/>
            <pc:sldMk cId="2358187163" sldId="913"/>
            <ac:graphicFrameMk id="11" creationId="{A3945B2E-C426-4C5D-8B03-6DE41A0A4D0A}"/>
          </ac:graphicFrameMkLst>
        </pc:graphicFrameChg>
      </pc:sldChg>
      <pc:sldChg chg="modSp add mod">
        <pc:chgData name="Soumita Sengupta" userId="4afa6ce1-cb01-46c2-8538-4650222f0c96" providerId="ADAL" clId="{8571DC48-0C12-45E0-9BF7-0A12C0FA93C2}" dt="2021-05-17T08:08:02.012" v="340" actId="255"/>
        <pc:sldMkLst>
          <pc:docMk/>
          <pc:sldMk cId="1544824064" sldId="914"/>
        </pc:sldMkLst>
        <pc:graphicFrameChg chg="modGraphic">
          <ac:chgData name="Soumita Sengupta" userId="4afa6ce1-cb01-46c2-8538-4650222f0c96" providerId="ADAL" clId="{8571DC48-0C12-45E0-9BF7-0A12C0FA93C2}" dt="2021-05-17T08:08:02.012" v="340" actId="255"/>
          <ac:graphicFrameMkLst>
            <pc:docMk/>
            <pc:sldMk cId="1544824064" sldId="914"/>
            <ac:graphicFrameMk id="11" creationId="{A3945B2E-C426-4C5D-8B03-6DE41A0A4D0A}"/>
          </ac:graphicFrameMkLst>
        </pc:graphicFrameChg>
      </pc:sldChg>
      <pc:sldChg chg="modSp add mod">
        <pc:chgData name="Soumita Sengupta" userId="4afa6ce1-cb01-46c2-8538-4650222f0c96" providerId="ADAL" clId="{8571DC48-0C12-45E0-9BF7-0A12C0FA93C2}" dt="2021-05-17T08:08:21.542" v="341" actId="255"/>
        <pc:sldMkLst>
          <pc:docMk/>
          <pc:sldMk cId="3465040682" sldId="915"/>
        </pc:sldMkLst>
        <pc:graphicFrameChg chg="modGraphic">
          <ac:chgData name="Soumita Sengupta" userId="4afa6ce1-cb01-46c2-8538-4650222f0c96" providerId="ADAL" clId="{8571DC48-0C12-45E0-9BF7-0A12C0FA93C2}" dt="2021-05-17T08:08:21.542" v="341" actId="255"/>
          <ac:graphicFrameMkLst>
            <pc:docMk/>
            <pc:sldMk cId="3465040682" sldId="915"/>
            <ac:graphicFrameMk id="11" creationId="{A3945B2E-C426-4C5D-8B03-6DE41A0A4D0A}"/>
          </ac:graphicFrameMkLst>
        </pc:graphicFrameChg>
      </pc:sldChg>
      <pc:sldChg chg="modSp add mod">
        <pc:chgData name="Soumita Sengupta" userId="4afa6ce1-cb01-46c2-8538-4650222f0c96" providerId="ADAL" clId="{8571DC48-0C12-45E0-9BF7-0A12C0FA93C2}" dt="2021-05-17T08:08:33.498" v="342" actId="255"/>
        <pc:sldMkLst>
          <pc:docMk/>
          <pc:sldMk cId="3794074273" sldId="916"/>
        </pc:sldMkLst>
        <pc:graphicFrameChg chg="modGraphic">
          <ac:chgData name="Soumita Sengupta" userId="4afa6ce1-cb01-46c2-8538-4650222f0c96" providerId="ADAL" clId="{8571DC48-0C12-45E0-9BF7-0A12C0FA93C2}" dt="2021-05-17T08:08:33.498" v="342" actId="255"/>
          <ac:graphicFrameMkLst>
            <pc:docMk/>
            <pc:sldMk cId="3794074273" sldId="916"/>
            <ac:graphicFrameMk id="11" creationId="{A3945B2E-C426-4C5D-8B03-6DE41A0A4D0A}"/>
          </ac:graphicFrameMkLst>
        </pc:graphicFrameChg>
      </pc:sldChg>
      <pc:sldChg chg="modSp add mod">
        <pc:chgData name="Soumita Sengupta" userId="4afa6ce1-cb01-46c2-8538-4650222f0c96" providerId="ADAL" clId="{8571DC48-0C12-45E0-9BF7-0A12C0FA93C2}" dt="2021-05-17T08:08:40.468" v="343" actId="255"/>
        <pc:sldMkLst>
          <pc:docMk/>
          <pc:sldMk cId="187595524" sldId="917"/>
        </pc:sldMkLst>
        <pc:graphicFrameChg chg="modGraphic">
          <ac:chgData name="Soumita Sengupta" userId="4afa6ce1-cb01-46c2-8538-4650222f0c96" providerId="ADAL" clId="{8571DC48-0C12-45E0-9BF7-0A12C0FA93C2}" dt="2021-05-17T08:08:40.468" v="343" actId="255"/>
          <ac:graphicFrameMkLst>
            <pc:docMk/>
            <pc:sldMk cId="187595524" sldId="917"/>
            <ac:graphicFrameMk id="11" creationId="{A3945B2E-C426-4C5D-8B03-6DE41A0A4D0A}"/>
          </ac:graphicFrameMkLst>
        </pc:graphicFrameChg>
      </pc:sldChg>
      <pc:sldChg chg="modSp add mod">
        <pc:chgData name="Soumita Sengupta" userId="4afa6ce1-cb01-46c2-8538-4650222f0c96" providerId="ADAL" clId="{8571DC48-0C12-45E0-9BF7-0A12C0FA93C2}" dt="2021-05-17T08:06:10.898" v="319" actId="255"/>
        <pc:sldMkLst>
          <pc:docMk/>
          <pc:sldMk cId="2852893372" sldId="918"/>
        </pc:sldMkLst>
        <pc:spChg chg="mod">
          <ac:chgData name="Soumita Sengupta" userId="4afa6ce1-cb01-46c2-8538-4650222f0c96" providerId="ADAL" clId="{8571DC48-0C12-45E0-9BF7-0A12C0FA93C2}" dt="2021-05-17T08:06:10.898" v="319" actId="255"/>
          <ac:spMkLst>
            <pc:docMk/>
            <pc:sldMk cId="2852893372" sldId="918"/>
            <ac:spMk id="3" creationId="{4C64D9EE-6F8B-4B3E-ABB4-6F757C789B02}"/>
          </ac:spMkLst>
        </pc:spChg>
        <pc:graphicFrameChg chg="modGraphic">
          <ac:chgData name="Soumita Sengupta" userId="4afa6ce1-cb01-46c2-8538-4650222f0c96" providerId="ADAL" clId="{8571DC48-0C12-45E0-9BF7-0A12C0FA93C2}" dt="2021-05-17T08:06:01.445" v="316" actId="255"/>
          <ac:graphicFrameMkLst>
            <pc:docMk/>
            <pc:sldMk cId="2852893372" sldId="918"/>
            <ac:graphicFrameMk id="13" creationId="{7FBA5FBA-0A9D-4348-8990-EB87C93F97DE}"/>
          </ac:graphicFrameMkLst>
        </pc:graphicFrameChg>
      </pc:sldChg>
      <pc:sldChg chg="delSp add mod">
        <pc:chgData name="Soumita Sengupta" userId="4afa6ce1-cb01-46c2-8538-4650222f0c96" providerId="ADAL" clId="{8571DC48-0C12-45E0-9BF7-0A12C0FA93C2}" dt="2021-05-17T08:05:18.370" v="309" actId="478"/>
        <pc:sldMkLst>
          <pc:docMk/>
          <pc:sldMk cId="2759954250" sldId="919"/>
        </pc:sldMkLst>
        <pc:spChg chg="del">
          <ac:chgData name="Soumita Sengupta" userId="4afa6ce1-cb01-46c2-8538-4650222f0c96" providerId="ADAL" clId="{8571DC48-0C12-45E0-9BF7-0A12C0FA93C2}" dt="2021-05-17T08:05:18.370" v="309" actId="478"/>
          <ac:spMkLst>
            <pc:docMk/>
            <pc:sldMk cId="2759954250" sldId="919"/>
            <ac:spMk id="3" creationId="{4C64D9EE-6F8B-4B3E-ABB4-6F757C789B02}"/>
          </ac:spMkLst>
        </pc:spChg>
      </pc:sldChg>
      <pc:sldChg chg="modSp mod">
        <pc:chgData name="Soumita Sengupta" userId="4afa6ce1-cb01-46c2-8538-4650222f0c96" providerId="ADAL" clId="{8571DC48-0C12-45E0-9BF7-0A12C0FA93C2}" dt="2021-05-17T14:17:26.007" v="433" actId="207"/>
        <pc:sldMkLst>
          <pc:docMk/>
          <pc:sldMk cId="3295062282" sldId="927"/>
        </pc:sldMkLst>
        <pc:spChg chg="mod">
          <ac:chgData name="Soumita Sengupta" userId="4afa6ce1-cb01-46c2-8538-4650222f0c96" providerId="ADAL" clId="{8571DC48-0C12-45E0-9BF7-0A12C0FA93C2}" dt="2021-05-17T14:17:26.007" v="433" actId="207"/>
          <ac:spMkLst>
            <pc:docMk/>
            <pc:sldMk cId="3295062282" sldId="927"/>
            <ac:spMk id="4" creationId="{00000000-0000-0000-0000-000000000000}"/>
          </ac:spMkLst>
        </pc:spChg>
        <pc:spChg chg="mod">
          <ac:chgData name="Soumita Sengupta" userId="4afa6ce1-cb01-46c2-8538-4650222f0c96" providerId="ADAL" clId="{8571DC48-0C12-45E0-9BF7-0A12C0FA93C2}" dt="2021-05-17T14:17:26.007" v="433" actId="207"/>
          <ac:spMkLst>
            <pc:docMk/>
            <pc:sldMk cId="3295062282" sldId="927"/>
            <ac:spMk id="8" creationId="{00000000-0000-0000-0000-000000000000}"/>
          </ac:spMkLst>
        </pc:spChg>
      </pc:sldChg>
      <pc:sldChg chg="modSp mod">
        <pc:chgData name="Soumita Sengupta" userId="4afa6ce1-cb01-46c2-8538-4650222f0c96" providerId="ADAL" clId="{8571DC48-0C12-45E0-9BF7-0A12C0FA93C2}" dt="2021-05-17T14:25:01.339" v="439" actId="207"/>
        <pc:sldMkLst>
          <pc:docMk/>
          <pc:sldMk cId="2217130885" sldId="928"/>
        </pc:sldMkLst>
        <pc:spChg chg="mod">
          <ac:chgData name="Soumita Sengupta" userId="4afa6ce1-cb01-46c2-8538-4650222f0c96" providerId="ADAL" clId="{8571DC48-0C12-45E0-9BF7-0A12C0FA93C2}" dt="2021-05-17T14:25:01.339" v="439" actId="207"/>
          <ac:spMkLst>
            <pc:docMk/>
            <pc:sldMk cId="2217130885" sldId="928"/>
            <ac:spMk id="3" creationId="{00000000-0000-0000-0000-000000000000}"/>
          </ac:spMkLst>
        </pc:spChg>
        <pc:spChg chg="mod">
          <ac:chgData name="Soumita Sengupta" userId="4afa6ce1-cb01-46c2-8538-4650222f0c96" providerId="ADAL" clId="{8571DC48-0C12-45E0-9BF7-0A12C0FA93C2}" dt="2021-05-17T14:25:01.339" v="439" actId="207"/>
          <ac:spMkLst>
            <pc:docMk/>
            <pc:sldMk cId="2217130885" sldId="928"/>
            <ac:spMk id="4" creationId="{00000000-0000-0000-0000-000000000000}"/>
          </ac:spMkLst>
        </pc:spChg>
      </pc:sldChg>
      <pc:sldChg chg="add del">
        <pc:chgData name="Soumita Sengupta" userId="4afa6ce1-cb01-46c2-8538-4650222f0c96" providerId="ADAL" clId="{8571DC48-0C12-45E0-9BF7-0A12C0FA93C2}" dt="2021-05-13T07:14:07.320" v="28" actId="47"/>
        <pc:sldMkLst>
          <pc:docMk/>
          <pc:sldMk cId="2293632716" sldId="928"/>
        </pc:sldMkLst>
      </pc:sldChg>
      <pc:sldChg chg="modSp mod">
        <pc:chgData name="Soumita Sengupta" userId="4afa6ce1-cb01-46c2-8538-4650222f0c96" providerId="ADAL" clId="{8571DC48-0C12-45E0-9BF7-0A12C0FA93C2}" dt="2021-05-17T14:26:30.900" v="447" actId="207"/>
        <pc:sldMkLst>
          <pc:docMk/>
          <pc:sldMk cId="1748012018" sldId="929"/>
        </pc:sldMkLst>
        <pc:spChg chg="mod">
          <ac:chgData name="Soumita Sengupta" userId="4afa6ce1-cb01-46c2-8538-4650222f0c96" providerId="ADAL" clId="{8571DC48-0C12-45E0-9BF7-0A12C0FA93C2}" dt="2021-05-17T14:26:30.900" v="447" actId="207"/>
          <ac:spMkLst>
            <pc:docMk/>
            <pc:sldMk cId="1748012018" sldId="929"/>
            <ac:spMk id="3" creationId="{00000000-0000-0000-0000-000000000000}"/>
          </ac:spMkLst>
        </pc:spChg>
        <pc:spChg chg="mod">
          <ac:chgData name="Soumita Sengupta" userId="4afa6ce1-cb01-46c2-8538-4650222f0c96" providerId="ADAL" clId="{8571DC48-0C12-45E0-9BF7-0A12C0FA93C2}" dt="2021-05-17T14:26:30.900" v="447" actId="207"/>
          <ac:spMkLst>
            <pc:docMk/>
            <pc:sldMk cId="1748012018" sldId="929"/>
            <ac:spMk id="4" creationId="{00000000-0000-0000-0000-000000000000}"/>
          </ac:spMkLst>
        </pc:spChg>
        <pc:picChg chg="mod">
          <ac:chgData name="Soumita Sengupta" userId="4afa6ce1-cb01-46c2-8538-4650222f0c96" providerId="ADAL" clId="{8571DC48-0C12-45E0-9BF7-0A12C0FA93C2}" dt="2021-05-17T14:26:20.813" v="446" actId="1076"/>
          <ac:picMkLst>
            <pc:docMk/>
            <pc:sldMk cId="1748012018" sldId="929"/>
            <ac:picMk id="7" creationId="{00000000-0000-0000-0000-000000000000}"/>
          </ac:picMkLst>
        </pc:picChg>
      </pc:sldChg>
      <pc:sldChg chg="modSp mod">
        <pc:chgData name="Soumita Sengupta" userId="4afa6ce1-cb01-46c2-8538-4650222f0c96" providerId="ADAL" clId="{8571DC48-0C12-45E0-9BF7-0A12C0FA93C2}" dt="2021-05-17T14:26:37.650" v="448" actId="207"/>
        <pc:sldMkLst>
          <pc:docMk/>
          <pc:sldMk cId="2923169041" sldId="930"/>
        </pc:sldMkLst>
        <pc:spChg chg="mod">
          <ac:chgData name="Soumita Sengupta" userId="4afa6ce1-cb01-46c2-8538-4650222f0c96" providerId="ADAL" clId="{8571DC48-0C12-45E0-9BF7-0A12C0FA93C2}" dt="2021-05-17T14:26:37.650" v="448" actId="207"/>
          <ac:spMkLst>
            <pc:docMk/>
            <pc:sldMk cId="2923169041" sldId="930"/>
            <ac:spMk id="3" creationId="{00000000-0000-0000-0000-000000000000}"/>
          </ac:spMkLst>
        </pc:spChg>
        <pc:spChg chg="mod">
          <ac:chgData name="Soumita Sengupta" userId="4afa6ce1-cb01-46c2-8538-4650222f0c96" providerId="ADAL" clId="{8571DC48-0C12-45E0-9BF7-0A12C0FA93C2}" dt="2021-05-17T14:26:37.650" v="448" actId="207"/>
          <ac:spMkLst>
            <pc:docMk/>
            <pc:sldMk cId="2923169041" sldId="930"/>
            <ac:spMk id="4" creationId="{00000000-0000-0000-0000-000000000000}"/>
          </ac:spMkLst>
        </pc:spChg>
      </pc:sldChg>
      <pc:sldChg chg="delSp modSp mod">
        <pc:chgData name="Soumita Sengupta" userId="4afa6ce1-cb01-46c2-8538-4650222f0c96" providerId="ADAL" clId="{8571DC48-0C12-45E0-9BF7-0A12C0FA93C2}" dt="2021-05-17T14:32:42.347" v="494" actId="478"/>
        <pc:sldMkLst>
          <pc:docMk/>
          <pc:sldMk cId="76057407" sldId="932"/>
        </pc:sldMkLst>
        <pc:spChg chg="del mod">
          <ac:chgData name="Soumita Sengupta" userId="4afa6ce1-cb01-46c2-8538-4650222f0c96" providerId="ADAL" clId="{8571DC48-0C12-45E0-9BF7-0A12C0FA93C2}" dt="2021-05-17T14:32:42.347" v="494" actId="478"/>
          <ac:spMkLst>
            <pc:docMk/>
            <pc:sldMk cId="76057407" sldId="932"/>
            <ac:spMk id="6" creationId="{ACF74E89-6063-4157-9510-8886E863938D}"/>
          </ac:spMkLst>
        </pc:spChg>
        <pc:spChg chg="del mod">
          <ac:chgData name="Soumita Sengupta" userId="4afa6ce1-cb01-46c2-8538-4650222f0c96" providerId="ADAL" clId="{8571DC48-0C12-45E0-9BF7-0A12C0FA93C2}" dt="2021-05-17T14:32:42.347" v="494" actId="478"/>
          <ac:spMkLst>
            <pc:docMk/>
            <pc:sldMk cId="76057407" sldId="932"/>
            <ac:spMk id="7" creationId="{59F76BAE-676B-4225-A7F6-B3B2E4A625C6}"/>
          </ac:spMkLst>
        </pc:spChg>
      </pc:sldChg>
      <pc:sldChg chg="modSp add mod">
        <pc:chgData name="Soumita Sengupta" userId="4afa6ce1-cb01-46c2-8538-4650222f0c96" providerId="ADAL" clId="{8571DC48-0C12-45E0-9BF7-0A12C0FA93C2}" dt="2021-05-17T07:37:40.111" v="54" actId="1076"/>
        <pc:sldMkLst>
          <pc:docMk/>
          <pc:sldMk cId="714188267" sldId="935"/>
        </pc:sldMkLst>
        <pc:spChg chg="mod">
          <ac:chgData name="Soumita Sengupta" userId="4afa6ce1-cb01-46c2-8538-4650222f0c96" providerId="ADAL" clId="{8571DC48-0C12-45E0-9BF7-0A12C0FA93C2}" dt="2021-05-17T07:37:40.111" v="54" actId="1076"/>
          <ac:spMkLst>
            <pc:docMk/>
            <pc:sldMk cId="714188267" sldId="935"/>
            <ac:spMk id="2" creationId="{57983F62-BBB9-431B-A37F-BDA0DC7153F6}"/>
          </ac:spMkLst>
        </pc:spChg>
      </pc:sldChg>
      <pc:sldChg chg="modSp add mod">
        <pc:chgData name="Soumita Sengupta" userId="4afa6ce1-cb01-46c2-8538-4650222f0c96" providerId="ADAL" clId="{8571DC48-0C12-45E0-9BF7-0A12C0FA93C2}" dt="2021-05-17T07:40:28.633" v="76" actId="1076"/>
        <pc:sldMkLst>
          <pc:docMk/>
          <pc:sldMk cId="3232398204" sldId="936"/>
        </pc:sldMkLst>
        <pc:spChg chg="mod">
          <ac:chgData name="Soumita Sengupta" userId="4afa6ce1-cb01-46c2-8538-4650222f0c96" providerId="ADAL" clId="{8571DC48-0C12-45E0-9BF7-0A12C0FA93C2}" dt="2021-05-17T07:40:28.633" v="76" actId="1076"/>
          <ac:spMkLst>
            <pc:docMk/>
            <pc:sldMk cId="3232398204" sldId="936"/>
            <ac:spMk id="2" creationId="{57983F62-BBB9-431B-A37F-BDA0DC7153F6}"/>
          </ac:spMkLst>
        </pc:spChg>
      </pc:sldChg>
      <pc:sldChg chg="modSp add mod">
        <pc:chgData name="Soumita Sengupta" userId="4afa6ce1-cb01-46c2-8538-4650222f0c96" providerId="ADAL" clId="{8571DC48-0C12-45E0-9BF7-0A12C0FA93C2}" dt="2021-05-17T07:41:22.603" v="81"/>
        <pc:sldMkLst>
          <pc:docMk/>
          <pc:sldMk cId="3642712085" sldId="937"/>
        </pc:sldMkLst>
        <pc:spChg chg="mod">
          <ac:chgData name="Soumita Sengupta" userId="4afa6ce1-cb01-46c2-8538-4650222f0c96" providerId="ADAL" clId="{8571DC48-0C12-45E0-9BF7-0A12C0FA93C2}" dt="2021-05-17T07:41:22.603" v="81"/>
          <ac:spMkLst>
            <pc:docMk/>
            <pc:sldMk cId="3642712085" sldId="937"/>
            <ac:spMk id="2" creationId="{57983F62-BBB9-431B-A37F-BDA0DC7153F6}"/>
          </ac:spMkLst>
        </pc:spChg>
      </pc:sldChg>
      <pc:sldChg chg="add del">
        <pc:chgData name="Soumita Sengupta" userId="4afa6ce1-cb01-46c2-8538-4650222f0c96" providerId="ADAL" clId="{8571DC48-0C12-45E0-9BF7-0A12C0FA93C2}" dt="2021-05-17T07:39:56.330" v="64"/>
        <pc:sldMkLst>
          <pc:docMk/>
          <pc:sldMk cId="3900075977" sldId="937"/>
        </pc:sldMkLst>
      </pc:sldChg>
      <pc:sldChg chg="modSp add mod">
        <pc:chgData name="Soumita Sengupta" userId="4afa6ce1-cb01-46c2-8538-4650222f0c96" providerId="ADAL" clId="{8571DC48-0C12-45E0-9BF7-0A12C0FA93C2}" dt="2021-05-17T07:42:00.350" v="86"/>
        <pc:sldMkLst>
          <pc:docMk/>
          <pc:sldMk cId="7191770" sldId="938"/>
        </pc:sldMkLst>
        <pc:spChg chg="mod">
          <ac:chgData name="Soumita Sengupta" userId="4afa6ce1-cb01-46c2-8538-4650222f0c96" providerId="ADAL" clId="{8571DC48-0C12-45E0-9BF7-0A12C0FA93C2}" dt="2021-05-17T07:42:00.350" v="86"/>
          <ac:spMkLst>
            <pc:docMk/>
            <pc:sldMk cId="7191770" sldId="938"/>
            <ac:spMk id="2" creationId="{57983F62-BBB9-431B-A37F-BDA0DC7153F6}"/>
          </ac:spMkLst>
        </pc:spChg>
      </pc:sldChg>
      <pc:sldChg chg="modSp add mod">
        <pc:chgData name="Soumita Sengupta" userId="4afa6ce1-cb01-46c2-8538-4650222f0c96" providerId="ADAL" clId="{8571DC48-0C12-45E0-9BF7-0A12C0FA93C2}" dt="2021-05-17T07:43:01.862" v="110"/>
        <pc:sldMkLst>
          <pc:docMk/>
          <pc:sldMk cId="1629828719" sldId="939"/>
        </pc:sldMkLst>
        <pc:spChg chg="mod">
          <ac:chgData name="Soumita Sengupta" userId="4afa6ce1-cb01-46c2-8538-4650222f0c96" providerId="ADAL" clId="{8571DC48-0C12-45E0-9BF7-0A12C0FA93C2}" dt="2021-05-17T07:43:01.862" v="110"/>
          <ac:spMkLst>
            <pc:docMk/>
            <pc:sldMk cId="1629828719" sldId="939"/>
            <ac:spMk id="2" creationId="{57983F62-BBB9-431B-A37F-BDA0DC7153F6}"/>
          </ac:spMkLst>
        </pc:spChg>
      </pc:sldChg>
      <pc:sldChg chg="modSp add mod">
        <pc:chgData name="Soumita Sengupta" userId="4afa6ce1-cb01-46c2-8538-4650222f0c96" providerId="ADAL" clId="{8571DC48-0C12-45E0-9BF7-0A12C0FA93C2}" dt="2021-05-17T07:43:58.816" v="115"/>
        <pc:sldMkLst>
          <pc:docMk/>
          <pc:sldMk cId="2290130803" sldId="940"/>
        </pc:sldMkLst>
        <pc:spChg chg="mod">
          <ac:chgData name="Soumita Sengupta" userId="4afa6ce1-cb01-46c2-8538-4650222f0c96" providerId="ADAL" clId="{8571DC48-0C12-45E0-9BF7-0A12C0FA93C2}" dt="2021-05-17T07:43:58.816" v="115"/>
          <ac:spMkLst>
            <pc:docMk/>
            <pc:sldMk cId="2290130803" sldId="940"/>
            <ac:spMk id="2" creationId="{57983F62-BBB9-431B-A37F-BDA0DC7153F6}"/>
          </ac:spMkLst>
        </pc:spChg>
      </pc:sldChg>
      <pc:sldChg chg="modSp add mod">
        <pc:chgData name="Soumita Sengupta" userId="4afa6ce1-cb01-46c2-8538-4650222f0c96" providerId="ADAL" clId="{8571DC48-0C12-45E0-9BF7-0A12C0FA93C2}" dt="2021-05-17T07:46:14.290" v="120"/>
        <pc:sldMkLst>
          <pc:docMk/>
          <pc:sldMk cId="2474761129" sldId="941"/>
        </pc:sldMkLst>
        <pc:spChg chg="mod">
          <ac:chgData name="Soumita Sengupta" userId="4afa6ce1-cb01-46c2-8538-4650222f0c96" providerId="ADAL" clId="{8571DC48-0C12-45E0-9BF7-0A12C0FA93C2}" dt="2021-05-17T07:46:14.290" v="120"/>
          <ac:spMkLst>
            <pc:docMk/>
            <pc:sldMk cId="2474761129" sldId="941"/>
            <ac:spMk id="2" creationId="{57983F62-BBB9-431B-A37F-BDA0DC7153F6}"/>
          </ac:spMkLst>
        </pc:spChg>
      </pc:sldChg>
      <pc:sldChg chg="modSp add mod">
        <pc:chgData name="Soumita Sengupta" userId="4afa6ce1-cb01-46c2-8538-4650222f0c96" providerId="ADAL" clId="{8571DC48-0C12-45E0-9BF7-0A12C0FA93C2}" dt="2021-05-17T07:46:40.316" v="143" actId="20577"/>
        <pc:sldMkLst>
          <pc:docMk/>
          <pc:sldMk cId="3331102589" sldId="942"/>
        </pc:sldMkLst>
        <pc:spChg chg="mod">
          <ac:chgData name="Soumita Sengupta" userId="4afa6ce1-cb01-46c2-8538-4650222f0c96" providerId="ADAL" clId="{8571DC48-0C12-45E0-9BF7-0A12C0FA93C2}" dt="2021-05-17T07:46:40.316" v="143" actId="20577"/>
          <ac:spMkLst>
            <pc:docMk/>
            <pc:sldMk cId="3331102589" sldId="942"/>
            <ac:spMk id="2" creationId="{57983F62-BBB9-431B-A37F-BDA0DC7153F6}"/>
          </ac:spMkLst>
        </pc:spChg>
      </pc:sldChg>
      <pc:sldChg chg="modSp add mod">
        <pc:chgData name="Soumita Sengupta" userId="4afa6ce1-cb01-46c2-8538-4650222f0c96" providerId="ADAL" clId="{8571DC48-0C12-45E0-9BF7-0A12C0FA93C2}" dt="2021-05-17T07:49:56.210" v="171" actId="20577"/>
        <pc:sldMkLst>
          <pc:docMk/>
          <pc:sldMk cId="1168179596" sldId="943"/>
        </pc:sldMkLst>
        <pc:spChg chg="mod">
          <ac:chgData name="Soumita Sengupta" userId="4afa6ce1-cb01-46c2-8538-4650222f0c96" providerId="ADAL" clId="{8571DC48-0C12-45E0-9BF7-0A12C0FA93C2}" dt="2021-05-17T07:49:56.210" v="171" actId="20577"/>
          <ac:spMkLst>
            <pc:docMk/>
            <pc:sldMk cId="1168179596" sldId="943"/>
            <ac:spMk id="2" creationId="{57983F62-BBB9-431B-A37F-BDA0DC7153F6}"/>
          </ac:spMkLst>
        </pc:spChg>
      </pc:sldChg>
      <pc:sldChg chg="modSp add mod">
        <pc:chgData name="Soumita Sengupta" userId="4afa6ce1-cb01-46c2-8538-4650222f0c96" providerId="ADAL" clId="{8571DC48-0C12-45E0-9BF7-0A12C0FA93C2}" dt="2021-05-17T07:51:10.480" v="195" actId="20577"/>
        <pc:sldMkLst>
          <pc:docMk/>
          <pc:sldMk cId="2402883476" sldId="944"/>
        </pc:sldMkLst>
        <pc:spChg chg="mod">
          <ac:chgData name="Soumita Sengupta" userId="4afa6ce1-cb01-46c2-8538-4650222f0c96" providerId="ADAL" clId="{8571DC48-0C12-45E0-9BF7-0A12C0FA93C2}" dt="2021-05-17T07:51:10.480" v="195" actId="20577"/>
          <ac:spMkLst>
            <pc:docMk/>
            <pc:sldMk cId="2402883476" sldId="944"/>
            <ac:spMk id="2" creationId="{57983F62-BBB9-431B-A37F-BDA0DC7153F6}"/>
          </ac:spMkLst>
        </pc:spChg>
      </pc:sldChg>
      <pc:sldMasterChg chg="modSp delSldLayout">
        <pc:chgData name="Soumita Sengupta" userId="4afa6ce1-cb01-46c2-8538-4650222f0c96" providerId="ADAL" clId="{8571DC48-0C12-45E0-9BF7-0A12C0FA93C2}" dt="2021-05-17T14:32:44.972" v="495" actId="47"/>
        <pc:sldMasterMkLst>
          <pc:docMk/>
          <pc:sldMasterMk cId="1029875623" sldId="2147483678"/>
        </pc:sldMasterMkLst>
        <pc:spChg chg="mod">
          <ac:chgData name="Soumita Sengupta" userId="4afa6ce1-cb01-46c2-8538-4650222f0c96" providerId="ADAL" clId="{8571DC48-0C12-45E0-9BF7-0A12C0FA93C2}" dt="2021-05-17T14:13:55.165" v="432" actId="207"/>
          <ac:spMkLst>
            <pc:docMk/>
            <pc:sldMasterMk cId="1029875623" sldId="2147483678"/>
            <ac:spMk id="10" creationId="{93E6BF79-D03F-4EC1-99A8-F7AB036C42D1}"/>
          </ac:spMkLst>
        </pc:spChg>
        <pc:spChg chg="mod">
          <ac:chgData name="Soumita Sengupta" userId="4afa6ce1-cb01-46c2-8538-4650222f0c96" providerId="ADAL" clId="{8571DC48-0C12-45E0-9BF7-0A12C0FA93C2}" dt="2021-05-17T14:13:52.744" v="431" actId="207"/>
          <ac:spMkLst>
            <pc:docMk/>
            <pc:sldMasterMk cId="1029875623" sldId="2147483678"/>
            <ac:spMk id="11" creationId="{E41563B2-506F-49E4-8762-C6EAB193E7BF}"/>
          </ac:spMkLst>
        </pc:spChg>
        <pc:sldLayoutChg chg="del">
          <pc:chgData name="Soumita Sengupta" userId="4afa6ce1-cb01-46c2-8538-4650222f0c96" providerId="ADAL" clId="{8571DC48-0C12-45E0-9BF7-0A12C0FA93C2}" dt="2021-05-13T07:14:07.320" v="28" actId="47"/>
          <pc:sldLayoutMkLst>
            <pc:docMk/>
            <pc:sldMasterMk cId="1029875623" sldId="2147483678"/>
            <pc:sldLayoutMk cId="934370269" sldId="2147483717"/>
          </pc:sldLayoutMkLst>
        </pc:sldLayoutChg>
        <pc:sldLayoutChg chg="del">
          <pc:chgData name="Soumita Sengupta" userId="4afa6ce1-cb01-46c2-8538-4650222f0c96" providerId="ADAL" clId="{8571DC48-0C12-45E0-9BF7-0A12C0FA93C2}" dt="2021-05-17T14:32:44.972" v="495" actId="47"/>
          <pc:sldLayoutMkLst>
            <pc:docMk/>
            <pc:sldMasterMk cId="1029875623" sldId="2147483678"/>
            <pc:sldLayoutMk cId="2069565354" sldId="2147483719"/>
          </pc:sldLayoutMkLst>
        </pc:sldLayoutChg>
      </pc:sldMasterChg>
      <pc:sldMasterChg chg="new mod addSldLayout">
        <pc:chgData name="Soumita Sengupta" userId="4afa6ce1-cb01-46c2-8538-4650222f0c96" providerId="ADAL" clId="{8571DC48-0C12-45E0-9BF7-0A12C0FA93C2}" dt="2021-05-17T14:23:26.206" v="434" actId="6938"/>
        <pc:sldMasterMkLst>
          <pc:docMk/>
          <pc:sldMasterMk cId="2471958374" sldId="2147483720"/>
        </pc:sldMasterMkLst>
        <pc:sldLayoutChg chg="new replId">
          <pc:chgData name="Soumita Sengupta" userId="4afa6ce1-cb01-46c2-8538-4650222f0c96" providerId="ADAL" clId="{8571DC48-0C12-45E0-9BF7-0A12C0FA93C2}" dt="2021-05-17T14:23:26.206" v="434" actId="6938"/>
          <pc:sldLayoutMkLst>
            <pc:docMk/>
            <pc:sldMasterMk cId="2471958374" sldId="2147483720"/>
            <pc:sldLayoutMk cId="3216596316" sldId="2147483721"/>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4182010491" sldId="2147483722"/>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691724575" sldId="2147483723"/>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69854787" sldId="2147483724"/>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11202819" sldId="2147483725"/>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309786358" sldId="2147483726"/>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04264909" sldId="2147483727"/>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608343070" sldId="2147483728"/>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50141794" sldId="2147483729"/>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519817" sldId="2147483730"/>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094758414" sldId="2147483731"/>
          </pc:sldLayoutMkLst>
        </pc:sldLayoutChg>
      </pc:sldMasterChg>
    </pc:docChg>
  </pc:docChgLst>
  <pc:docChgLst>
    <pc:chgData name="Soumita Sengupta" userId="4afa6ce1-cb01-46c2-8538-4650222f0c96" providerId="ADAL" clId="{25147B77-CF39-4219-B1BD-3AEFF3726260}"/>
    <pc:docChg chg="undo redo custSel addSld delSld modSld sldOrd">
      <pc:chgData name="Soumita Sengupta" userId="4afa6ce1-cb01-46c2-8538-4650222f0c96" providerId="ADAL" clId="{25147B77-CF39-4219-B1BD-3AEFF3726260}" dt="2021-09-08T11:45:47.893" v="1630"/>
      <pc:docMkLst>
        <pc:docMk/>
      </pc:docMkLst>
      <pc:sldChg chg="addSp modSp mod">
        <pc:chgData name="Soumita Sengupta" userId="4afa6ce1-cb01-46c2-8538-4650222f0c96" providerId="ADAL" clId="{25147B77-CF39-4219-B1BD-3AEFF3726260}" dt="2021-09-08T11:01:25.403" v="1583" actId="20577"/>
        <pc:sldMkLst>
          <pc:docMk/>
          <pc:sldMk cId="1912468287" sldId="260"/>
        </pc:sldMkLst>
        <pc:spChg chg="mod">
          <ac:chgData name="Soumita Sengupta" userId="4afa6ce1-cb01-46c2-8538-4650222f0c96" providerId="ADAL" clId="{25147B77-CF39-4219-B1BD-3AEFF3726260}" dt="2021-08-27T10:38:43.272" v="9" actId="6549"/>
          <ac:spMkLst>
            <pc:docMk/>
            <pc:sldMk cId="1912468287" sldId="260"/>
            <ac:spMk id="5" creationId="{00000000-0000-0000-0000-000000000000}"/>
          </ac:spMkLst>
        </pc:spChg>
        <pc:spChg chg="add mod">
          <ac:chgData name="Soumita Sengupta" userId="4afa6ce1-cb01-46c2-8538-4650222f0c96" providerId="ADAL" clId="{25147B77-CF39-4219-B1BD-3AEFF3726260}" dt="2021-09-08T11:01:25.403" v="1583" actId="20577"/>
          <ac:spMkLst>
            <pc:docMk/>
            <pc:sldMk cId="1912468287" sldId="260"/>
            <ac:spMk id="11" creationId="{1443376F-8F4D-459F-B9D0-836FA37EF0F9}"/>
          </ac:spMkLst>
        </pc:spChg>
      </pc:sldChg>
      <pc:sldChg chg="addSp delSp modSp mod">
        <pc:chgData name="Soumita Sengupta" userId="4afa6ce1-cb01-46c2-8538-4650222f0c96" providerId="ADAL" clId="{25147B77-CF39-4219-B1BD-3AEFF3726260}" dt="2021-09-08T11:45:47.893" v="1630"/>
        <pc:sldMkLst>
          <pc:docMk/>
          <pc:sldMk cId="2584036331" sldId="339"/>
        </pc:sldMkLst>
        <pc:spChg chg="del mod">
          <ac:chgData name="Soumita Sengupta" userId="4afa6ce1-cb01-46c2-8538-4650222f0c96" providerId="ADAL" clId="{25147B77-CF39-4219-B1BD-3AEFF3726260}" dt="2021-09-08T11:45:47.893" v="1630"/>
          <ac:spMkLst>
            <pc:docMk/>
            <pc:sldMk cId="2584036331" sldId="339"/>
            <ac:spMk id="4" creationId="{D8019484-B245-4689-86A6-9DA13F091F6C}"/>
          </ac:spMkLst>
        </pc:spChg>
        <pc:spChg chg="mod">
          <ac:chgData name="Soumita Sengupta" userId="4afa6ce1-cb01-46c2-8538-4650222f0c96" providerId="ADAL" clId="{25147B77-CF39-4219-B1BD-3AEFF3726260}" dt="2021-08-27T10:26:20.649" v="8" actId="20577"/>
          <ac:spMkLst>
            <pc:docMk/>
            <pc:sldMk cId="2584036331" sldId="339"/>
            <ac:spMk id="5" creationId="{6D1A1596-A8D7-4C1A-8956-0FA40A84EFCA}"/>
          </ac:spMkLst>
        </pc:spChg>
        <pc:spChg chg="mod">
          <ac:chgData name="Soumita Sengupta" userId="4afa6ce1-cb01-46c2-8538-4650222f0c96" providerId="ADAL" clId="{25147B77-CF39-4219-B1BD-3AEFF3726260}" dt="2021-09-08T11:45:36.197" v="1626"/>
          <ac:spMkLst>
            <pc:docMk/>
            <pc:sldMk cId="2584036331" sldId="339"/>
            <ac:spMk id="6" creationId="{C8FE3195-D3A1-4850-9090-DFEED874F1D9}"/>
          </ac:spMkLst>
        </pc:spChg>
        <pc:picChg chg="add mod">
          <ac:chgData name="Soumita Sengupta" userId="4afa6ce1-cb01-46c2-8538-4650222f0c96" providerId="ADAL" clId="{25147B77-CF39-4219-B1BD-3AEFF3726260}" dt="2021-09-08T11:45:46.928" v="1628"/>
          <ac:picMkLst>
            <pc:docMk/>
            <pc:sldMk cId="2584036331" sldId="339"/>
            <ac:picMk id="7" creationId="{0843FBCA-3323-4C69-AF14-E4E05D94C31B}"/>
          </ac:picMkLst>
        </pc:picChg>
      </pc:sldChg>
      <pc:sldChg chg="addSp delSp modSp add mod">
        <pc:chgData name="Soumita Sengupta" userId="4afa6ce1-cb01-46c2-8538-4650222f0c96" providerId="ADAL" clId="{25147B77-CF39-4219-B1BD-3AEFF3726260}" dt="2021-09-01T13:54:48.514" v="344" actId="1076"/>
        <pc:sldMkLst>
          <pc:docMk/>
          <pc:sldMk cId="3781635149" sldId="752"/>
        </pc:sldMkLst>
        <pc:spChg chg="mod">
          <ac:chgData name="Soumita Sengupta" userId="4afa6ce1-cb01-46c2-8538-4650222f0c96" providerId="ADAL" clId="{25147B77-CF39-4219-B1BD-3AEFF3726260}" dt="2021-09-01T13:54:48.514" v="344" actId="1076"/>
          <ac:spMkLst>
            <pc:docMk/>
            <pc:sldMk cId="3781635149" sldId="752"/>
            <ac:spMk id="5" creationId="{00000000-0000-0000-0000-000000000000}"/>
          </ac:spMkLst>
        </pc:spChg>
        <pc:spChg chg="add del">
          <ac:chgData name="Soumita Sengupta" userId="4afa6ce1-cb01-46c2-8538-4650222f0c96" providerId="ADAL" clId="{25147B77-CF39-4219-B1BD-3AEFF3726260}" dt="2021-09-01T13:17:23.907" v="191" actId="22"/>
          <ac:spMkLst>
            <pc:docMk/>
            <pc:sldMk cId="3781635149" sldId="752"/>
            <ac:spMk id="7" creationId="{B16DFAF4-1759-422B-8D43-EAF6B0712202}"/>
          </ac:spMkLst>
        </pc:spChg>
        <pc:spChg chg="mod">
          <ac:chgData name="Soumita Sengupta" userId="4afa6ce1-cb01-46c2-8538-4650222f0c96" providerId="ADAL" clId="{25147B77-CF39-4219-B1BD-3AEFF3726260}" dt="2021-09-01T13:17:37.107" v="209" actId="20577"/>
          <ac:spMkLst>
            <pc:docMk/>
            <pc:sldMk cId="3781635149" sldId="752"/>
            <ac:spMk id="11" creationId="{00000000-0000-0000-0000-000000000000}"/>
          </ac:spMkLst>
        </pc:spChg>
      </pc:sldChg>
      <pc:sldChg chg="modSp add mod">
        <pc:chgData name="Soumita Sengupta" userId="4afa6ce1-cb01-46c2-8538-4650222f0c96" providerId="ADAL" clId="{25147B77-CF39-4219-B1BD-3AEFF3726260}" dt="2021-09-02T14:19:10.471" v="991" actId="20577"/>
        <pc:sldMkLst>
          <pc:docMk/>
          <pc:sldMk cId="2744238594" sldId="1330"/>
        </pc:sldMkLst>
        <pc:spChg chg="mod">
          <ac:chgData name="Soumita Sengupta" userId="4afa6ce1-cb01-46c2-8538-4650222f0c96" providerId="ADAL" clId="{25147B77-CF39-4219-B1BD-3AEFF3726260}" dt="2021-09-02T14:19:10.471" v="991" actId="20577"/>
          <ac:spMkLst>
            <pc:docMk/>
            <pc:sldMk cId="2744238594" sldId="1330"/>
            <ac:spMk id="5" creationId="{00000000-0000-0000-0000-000000000000}"/>
          </ac:spMkLst>
        </pc:spChg>
        <pc:spChg chg="mod">
          <ac:chgData name="Soumita Sengupta" userId="4afa6ce1-cb01-46c2-8538-4650222f0c96" providerId="ADAL" clId="{25147B77-CF39-4219-B1BD-3AEFF3726260}" dt="2021-09-01T14:09:21.094" v="480" actId="20577"/>
          <ac:spMkLst>
            <pc:docMk/>
            <pc:sldMk cId="2744238594" sldId="1330"/>
            <ac:spMk id="11" creationId="{00000000-0000-0000-0000-000000000000}"/>
          </ac:spMkLst>
        </pc:spChg>
      </pc:sldChg>
      <pc:sldChg chg="modSp add mod ord">
        <pc:chgData name="Soumita Sengupta" userId="4afa6ce1-cb01-46c2-8538-4650222f0c96" providerId="ADAL" clId="{25147B77-CF39-4219-B1BD-3AEFF3726260}" dt="2021-09-08T11:02:49.994" v="1587" actId="20577"/>
        <pc:sldMkLst>
          <pc:docMk/>
          <pc:sldMk cId="1719179899" sldId="1331"/>
        </pc:sldMkLst>
        <pc:spChg chg="mod">
          <ac:chgData name="Soumita Sengupta" userId="4afa6ce1-cb01-46c2-8538-4650222f0c96" providerId="ADAL" clId="{25147B77-CF39-4219-B1BD-3AEFF3726260}" dt="2021-09-08T11:02:49.994" v="1587" actId="20577"/>
          <ac:spMkLst>
            <pc:docMk/>
            <pc:sldMk cId="1719179899" sldId="1331"/>
            <ac:spMk id="5" creationId="{00000000-0000-0000-0000-000000000000}"/>
          </ac:spMkLst>
        </pc:spChg>
        <pc:spChg chg="mod">
          <ac:chgData name="Soumita Sengupta" userId="4afa6ce1-cb01-46c2-8538-4650222f0c96" providerId="ADAL" clId="{25147B77-CF39-4219-B1BD-3AEFF3726260}" dt="2021-09-01T13:18:08.548" v="236" actId="20577"/>
          <ac:spMkLst>
            <pc:docMk/>
            <pc:sldMk cId="1719179899" sldId="1331"/>
            <ac:spMk id="11" creationId="{00000000-0000-0000-0000-000000000000}"/>
          </ac:spMkLst>
        </pc:spChg>
      </pc:sldChg>
      <pc:sldChg chg="modSp add del mod ord addCm">
        <pc:chgData name="Soumita Sengupta" userId="4afa6ce1-cb01-46c2-8538-4650222f0c96" providerId="ADAL" clId="{25147B77-CF39-4219-B1BD-3AEFF3726260}" dt="2021-09-06T14:09:08.667" v="1567" actId="47"/>
        <pc:sldMkLst>
          <pc:docMk/>
          <pc:sldMk cId="3330146914" sldId="1332"/>
        </pc:sldMkLst>
        <pc:spChg chg="mod">
          <ac:chgData name="Soumita Sengupta" userId="4afa6ce1-cb01-46c2-8538-4650222f0c96" providerId="ADAL" clId="{25147B77-CF39-4219-B1BD-3AEFF3726260}" dt="2021-09-03T08:23:26.444" v="1526" actId="255"/>
          <ac:spMkLst>
            <pc:docMk/>
            <pc:sldMk cId="3330146914" sldId="1332"/>
            <ac:spMk id="5" creationId="{00000000-0000-0000-0000-000000000000}"/>
          </ac:spMkLst>
        </pc:spChg>
        <pc:spChg chg="mod">
          <ac:chgData name="Soumita Sengupta" userId="4afa6ce1-cb01-46c2-8538-4650222f0c96" providerId="ADAL" clId="{25147B77-CF39-4219-B1BD-3AEFF3726260}" dt="2021-09-01T13:20:46.886" v="307"/>
          <ac:spMkLst>
            <pc:docMk/>
            <pc:sldMk cId="3330146914" sldId="1332"/>
            <ac:spMk id="11" creationId="{00000000-0000-0000-0000-000000000000}"/>
          </ac:spMkLst>
        </pc:spChg>
      </pc:sldChg>
      <pc:sldChg chg="addSp delSp modSp add mod">
        <pc:chgData name="Soumita Sengupta" userId="4afa6ce1-cb01-46c2-8538-4650222f0c96" providerId="ADAL" clId="{25147B77-CF39-4219-B1BD-3AEFF3726260}" dt="2021-09-03T08:23:57.024" v="1528" actId="2711"/>
        <pc:sldMkLst>
          <pc:docMk/>
          <pc:sldMk cId="2158128591" sldId="1333"/>
        </pc:sldMkLst>
        <pc:spChg chg="mod">
          <ac:chgData name="Soumita Sengupta" userId="4afa6ce1-cb01-46c2-8538-4650222f0c96" providerId="ADAL" clId="{25147B77-CF39-4219-B1BD-3AEFF3726260}" dt="2021-09-03T08:23:57.024" v="1528" actId="2711"/>
          <ac:spMkLst>
            <pc:docMk/>
            <pc:sldMk cId="2158128591" sldId="1333"/>
            <ac:spMk id="5" creationId="{00000000-0000-0000-0000-000000000000}"/>
          </ac:spMkLst>
        </pc:spChg>
        <pc:spChg chg="add del">
          <ac:chgData name="Soumita Sengupta" userId="4afa6ce1-cb01-46c2-8538-4650222f0c96" providerId="ADAL" clId="{25147B77-CF39-4219-B1BD-3AEFF3726260}" dt="2021-09-01T14:13:30.150" v="539" actId="22"/>
          <ac:spMkLst>
            <pc:docMk/>
            <pc:sldMk cId="2158128591" sldId="1333"/>
            <ac:spMk id="9" creationId="{065A41B1-A510-4766-BF6A-A18C2C720F70}"/>
          </ac:spMkLst>
        </pc:spChg>
        <pc:spChg chg="mod">
          <ac:chgData name="Soumita Sengupta" userId="4afa6ce1-cb01-46c2-8538-4650222f0c96" providerId="ADAL" clId="{25147B77-CF39-4219-B1BD-3AEFF3726260}" dt="2021-09-01T13:21:15.373" v="312"/>
          <ac:spMkLst>
            <pc:docMk/>
            <pc:sldMk cId="2158128591" sldId="1333"/>
            <ac:spMk id="11" creationId="{00000000-0000-0000-0000-000000000000}"/>
          </ac:spMkLst>
        </pc:spChg>
        <pc:graphicFrameChg chg="add del mod">
          <ac:chgData name="Soumita Sengupta" userId="4afa6ce1-cb01-46c2-8538-4650222f0c96" providerId="ADAL" clId="{25147B77-CF39-4219-B1BD-3AEFF3726260}" dt="2021-09-01T14:13:26.683" v="537" actId="478"/>
          <ac:graphicFrameMkLst>
            <pc:docMk/>
            <pc:sldMk cId="2158128591" sldId="1333"/>
            <ac:graphicFrameMk id="2" creationId="{DA4A858D-3FA8-416A-BCBA-567B26242FCA}"/>
          </ac:graphicFrameMkLst>
        </pc:graphicFrameChg>
        <pc:graphicFrameChg chg="add mod modGraphic">
          <ac:chgData name="Soumita Sengupta" userId="4afa6ce1-cb01-46c2-8538-4650222f0c96" providerId="ADAL" clId="{25147B77-CF39-4219-B1BD-3AEFF3726260}" dt="2021-09-02T14:19:03.248" v="990" actId="255"/>
          <ac:graphicFrameMkLst>
            <pc:docMk/>
            <pc:sldMk cId="2158128591" sldId="1333"/>
            <ac:graphicFrameMk id="6" creationId="{BE39B206-9708-4891-AC24-E52C4A7645DD}"/>
          </ac:graphicFrameMkLst>
        </pc:graphicFrameChg>
        <pc:picChg chg="add del">
          <ac:chgData name="Soumita Sengupta" userId="4afa6ce1-cb01-46c2-8538-4650222f0c96" providerId="ADAL" clId="{25147B77-CF39-4219-B1BD-3AEFF3726260}" dt="2021-09-01T14:13:40.078" v="541"/>
          <ac:picMkLst>
            <pc:docMk/>
            <pc:sldMk cId="2158128591" sldId="1333"/>
            <ac:picMk id="8" creationId="{48B6E107-7FC7-4D15-A6E4-A4E9E7F96A5D}"/>
          </ac:picMkLst>
        </pc:picChg>
      </pc:sldChg>
      <pc:sldChg chg="addSp modSp add mod ord">
        <pc:chgData name="Soumita Sengupta" userId="4afa6ce1-cb01-46c2-8538-4650222f0c96" providerId="ADAL" clId="{25147B77-CF39-4219-B1BD-3AEFF3726260}" dt="2021-09-03T08:15:28.423" v="1505" actId="20577"/>
        <pc:sldMkLst>
          <pc:docMk/>
          <pc:sldMk cId="1101490549" sldId="1334"/>
        </pc:sldMkLst>
        <pc:spChg chg="mod">
          <ac:chgData name="Soumita Sengupta" userId="4afa6ce1-cb01-46c2-8538-4650222f0c96" providerId="ADAL" clId="{25147B77-CF39-4219-B1BD-3AEFF3726260}" dt="2021-09-03T08:15:28.423" v="1505" actId="20577"/>
          <ac:spMkLst>
            <pc:docMk/>
            <pc:sldMk cId="1101490549" sldId="1334"/>
            <ac:spMk id="5" creationId="{00000000-0000-0000-0000-000000000000}"/>
          </ac:spMkLst>
        </pc:spChg>
        <pc:spChg chg="mod">
          <ac:chgData name="Soumita Sengupta" userId="4afa6ce1-cb01-46c2-8538-4650222f0c96" providerId="ADAL" clId="{25147B77-CF39-4219-B1BD-3AEFF3726260}" dt="2021-09-02T12:05:50.529" v="648" actId="21"/>
          <ac:spMkLst>
            <pc:docMk/>
            <pc:sldMk cId="1101490549" sldId="1334"/>
            <ac:spMk id="11" creationId="{00000000-0000-0000-0000-000000000000}"/>
          </ac:spMkLst>
        </pc:spChg>
        <pc:picChg chg="add mod">
          <ac:chgData name="Soumita Sengupta" userId="4afa6ce1-cb01-46c2-8538-4650222f0c96" providerId="ADAL" clId="{25147B77-CF39-4219-B1BD-3AEFF3726260}" dt="2021-09-03T08:15:26.900" v="1504" actId="1076"/>
          <ac:picMkLst>
            <pc:docMk/>
            <pc:sldMk cId="1101490549" sldId="1334"/>
            <ac:picMk id="6" creationId="{99AA684E-0C71-4981-A86C-D78568626E4F}"/>
          </ac:picMkLst>
        </pc:picChg>
      </pc:sldChg>
      <pc:sldChg chg="addSp modSp add mod">
        <pc:chgData name="Soumita Sengupta" userId="4afa6ce1-cb01-46c2-8538-4650222f0c96" providerId="ADAL" clId="{25147B77-CF39-4219-B1BD-3AEFF3726260}" dt="2021-09-03T08:24:26.732" v="1531" actId="255"/>
        <pc:sldMkLst>
          <pc:docMk/>
          <pc:sldMk cId="4208980299" sldId="1335"/>
        </pc:sldMkLst>
        <pc:spChg chg="mod">
          <ac:chgData name="Soumita Sengupta" userId="4afa6ce1-cb01-46c2-8538-4650222f0c96" providerId="ADAL" clId="{25147B77-CF39-4219-B1BD-3AEFF3726260}" dt="2021-09-03T08:24:26.732" v="1531" actId="255"/>
          <ac:spMkLst>
            <pc:docMk/>
            <pc:sldMk cId="4208980299" sldId="1335"/>
            <ac:spMk id="5" creationId="{00000000-0000-0000-0000-000000000000}"/>
          </ac:spMkLst>
        </pc:spChg>
        <pc:spChg chg="mod">
          <ac:chgData name="Soumita Sengupta" userId="4afa6ce1-cb01-46c2-8538-4650222f0c96" providerId="ADAL" clId="{25147B77-CF39-4219-B1BD-3AEFF3726260}" dt="2021-09-01T13:21:33.654" v="313"/>
          <ac:spMkLst>
            <pc:docMk/>
            <pc:sldMk cId="4208980299" sldId="1335"/>
            <ac:spMk id="11" creationId="{00000000-0000-0000-0000-000000000000}"/>
          </ac:spMkLst>
        </pc:spChg>
        <pc:graphicFrameChg chg="add mod modGraphic">
          <ac:chgData name="Soumita Sengupta" userId="4afa6ce1-cb01-46c2-8538-4650222f0c96" providerId="ADAL" clId="{25147B77-CF39-4219-B1BD-3AEFF3726260}" dt="2021-09-02T11:02:31.003" v="601" actId="14734"/>
          <ac:graphicFrameMkLst>
            <pc:docMk/>
            <pc:sldMk cId="4208980299" sldId="1335"/>
            <ac:graphicFrameMk id="2" creationId="{68540A1D-FDDF-4D0F-B5F3-C48B28C2514A}"/>
          </ac:graphicFrameMkLst>
        </pc:graphicFrameChg>
        <pc:graphicFrameChg chg="add mod">
          <ac:chgData name="Soumita Sengupta" userId="4afa6ce1-cb01-46c2-8538-4650222f0c96" providerId="ADAL" clId="{25147B77-CF39-4219-B1BD-3AEFF3726260}" dt="2021-09-02T12:04:22.494" v="630" actId="1076"/>
          <ac:graphicFrameMkLst>
            <pc:docMk/>
            <pc:sldMk cId="4208980299" sldId="1335"/>
            <ac:graphicFrameMk id="6" creationId="{5ABCC46E-A4A1-4417-9386-D0E7726630AB}"/>
          </ac:graphicFrameMkLst>
        </pc:graphicFrameChg>
      </pc:sldChg>
      <pc:sldChg chg="modSp add mod">
        <pc:chgData name="Soumita Sengupta" userId="4afa6ce1-cb01-46c2-8538-4650222f0c96" providerId="ADAL" clId="{25147B77-CF39-4219-B1BD-3AEFF3726260}" dt="2021-09-03T08:25:31.010" v="1540" actId="12"/>
        <pc:sldMkLst>
          <pc:docMk/>
          <pc:sldMk cId="1102290844" sldId="1336"/>
        </pc:sldMkLst>
        <pc:spChg chg="mod">
          <ac:chgData name="Soumita Sengupta" userId="4afa6ce1-cb01-46c2-8538-4650222f0c96" providerId="ADAL" clId="{25147B77-CF39-4219-B1BD-3AEFF3726260}" dt="2021-09-03T08:25:31.010" v="1540" actId="12"/>
          <ac:spMkLst>
            <pc:docMk/>
            <pc:sldMk cId="1102290844" sldId="1336"/>
            <ac:spMk id="5" creationId="{00000000-0000-0000-0000-000000000000}"/>
          </ac:spMkLst>
        </pc:spChg>
        <pc:spChg chg="mod">
          <ac:chgData name="Soumita Sengupta" userId="4afa6ce1-cb01-46c2-8538-4650222f0c96" providerId="ADAL" clId="{25147B77-CF39-4219-B1BD-3AEFF3726260}" dt="2021-09-01T13:22:19.302" v="321"/>
          <ac:spMkLst>
            <pc:docMk/>
            <pc:sldMk cId="1102290844" sldId="1336"/>
            <ac:spMk id="11" creationId="{00000000-0000-0000-0000-000000000000}"/>
          </ac:spMkLst>
        </pc:spChg>
      </pc:sldChg>
      <pc:sldChg chg="modSp add mod">
        <pc:chgData name="Soumita Sengupta" userId="4afa6ce1-cb01-46c2-8538-4650222f0c96" providerId="ADAL" clId="{25147B77-CF39-4219-B1BD-3AEFF3726260}" dt="2021-09-08T11:08:48.423" v="1624" actId="255"/>
        <pc:sldMkLst>
          <pc:docMk/>
          <pc:sldMk cId="1912638819" sldId="1337"/>
        </pc:sldMkLst>
        <pc:spChg chg="mod">
          <ac:chgData name="Soumita Sengupta" userId="4afa6ce1-cb01-46c2-8538-4650222f0c96" providerId="ADAL" clId="{25147B77-CF39-4219-B1BD-3AEFF3726260}" dt="2021-09-08T11:08:48.423" v="1624" actId="255"/>
          <ac:spMkLst>
            <pc:docMk/>
            <pc:sldMk cId="1912638819" sldId="1337"/>
            <ac:spMk id="5" creationId="{00000000-0000-0000-0000-000000000000}"/>
          </ac:spMkLst>
        </pc:spChg>
        <pc:spChg chg="mod">
          <ac:chgData name="Soumita Sengupta" userId="4afa6ce1-cb01-46c2-8538-4650222f0c96" providerId="ADAL" clId="{25147B77-CF39-4219-B1BD-3AEFF3726260}" dt="2021-09-03T08:07:28.186" v="1243"/>
          <ac:spMkLst>
            <pc:docMk/>
            <pc:sldMk cId="1912638819" sldId="1337"/>
            <ac:spMk id="11" creationId="{00000000-0000-0000-0000-000000000000}"/>
          </ac:spMkLst>
        </pc:spChg>
      </pc:sldChg>
      <pc:sldChg chg="addSp delSp modSp add mod modNotesTx">
        <pc:chgData name="Soumita Sengupta" userId="4afa6ce1-cb01-46c2-8538-4650222f0c96" providerId="ADAL" clId="{25147B77-CF39-4219-B1BD-3AEFF3726260}" dt="2021-09-06T14:08:32.336" v="1565" actId="115"/>
        <pc:sldMkLst>
          <pc:docMk/>
          <pc:sldMk cId="1607606378" sldId="1338"/>
        </pc:sldMkLst>
        <pc:spChg chg="del mod">
          <ac:chgData name="Soumita Sengupta" userId="4afa6ce1-cb01-46c2-8538-4650222f0c96" providerId="ADAL" clId="{25147B77-CF39-4219-B1BD-3AEFF3726260}" dt="2021-09-01T13:55:36.526" v="365"/>
          <ac:spMkLst>
            <pc:docMk/>
            <pc:sldMk cId="1607606378" sldId="1338"/>
            <ac:spMk id="5" creationId="{00000000-0000-0000-0000-000000000000}"/>
          </ac:spMkLst>
        </pc:spChg>
        <pc:spChg chg="mod">
          <ac:chgData name="Soumita Sengupta" userId="4afa6ce1-cb01-46c2-8538-4650222f0c96" providerId="ADAL" clId="{25147B77-CF39-4219-B1BD-3AEFF3726260}" dt="2021-09-01T13:55:18.559" v="363" actId="20577"/>
          <ac:spMkLst>
            <pc:docMk/>
            <pc:sldMk cId="1607606378" sldId="1338"/>
            <ac:spMk id="11" creationId="{00000000-0000-0000-0000-000000000000}"/>
          </ac:spMkLst>
        </pc:spChg>
        <pc:picChg chg="add mod">
          <ac:chgData name="Soumita Sengupta" userId="4afa6ce1-cb01-46c2-8538-4650222f0c96" providerId="ADAL" clId="{25147B77-CF39-4219-B1BD-3AEFF3726260}" dt="2021-09-03T08:15:02.526" v="1500" actId="1076"/>
          <ac:picMkLst>
            <pc:docMk/>
            <pc:sldMk cId="1607606378" sldId="1338"/>
            <ac:picMk id="1026" creationId="{9CFEFFD6-A74D-4C5C-980C-85B22EE56C89}"/>
          </ac:picMkLst>
        </pc:picChg>
      </pc:sldChg>
      <pc:sldChg chg="addSp delSp modSp add mod">
        <pc:chgData name="Soumita Sengupta" userId="4afa6ce1-cb01-46c2-8538-4650222f0c96" providerId="ADAL" clId="{25147B77-CF39-4219-B1BD-3AEFF3726260}" dt="2021-09-08T07:16:20.659" v="1568" actId="1076"/>
        <pc:sldMkLst>
          <pc:docMk/>
          <pc:sldMk cId="1011219788" sldId="1339"/>
        </pc:sldMkLst>
        <pc:spChg chg="mod">
          <ac:chgData name="Soumita Sengupta" userId="4afa6ce1-cb01-46c2-8538-4650222f0c96" providerId="ADAL" clId="{25147B77-CF39-4219-B1BD-3AEFF3726260}" dt="2021-09-03T08:24:08.297" v="1529" actId="2711"/>
          <ac:spMkLst>
            <pc:docMk/>
            <pc:sldMk cId="1011219788" sldId="1339"/>
            <ac:spMk id="5" creationId="{00000000-0000-0000-0000-000000000000}"/>
          </ac:spMkLst>
        </pc:spChg>
        <pc:spChg chg="add del mod">
          <ac:chgData name="Soumita Sengupta" userId="4afa6ce1-cb01-46c2-8538-4650222f0c96" providerId="ADAL" clId="{25147B77-CF39-4219-B1BD-3AEFF3726260}" dt="2021-09-01T14:14:47.304" v="554"/>
          <ac:spMkLst>
            <pc:docMk/>
            <pc:sldMk cId="1011219788" sldId="1339"/>
            <ac:spMk id="8" creationId="{652AC333-BF41-4058-B4C1-741BCF0AC520}"/>
          </ac:spMkLst>
        </pc:spChg>
        <pc:graphicFrameChg chg="del">
          <ac:chgData name="Soumita Sengupta" userId="4afa6ce1-cb01-46c2-8538-4650222f0c96" providerId="ADAL" clId="{25147B77-CF39-4219-B1BD-3AEFF3726260}" dt="2021-09-01T14:14:16.093" v="546" actId="478"/>
          <ac:graphicFrameMkLst>
            <pc:docMk/>
            <pc:sldMk cId="1011219788" sldId="1339"/>
            <ac:graphicFrameMk id="6" creationId="{BE39B206-9708-4891-AC24-E52C4A7645DD}"/>
          </ac:graphicFrameMkLst>
        </pc:graphicFrameChg>
        <pc:picChg chg="add mod">
          <ac:chgData name="Soumita Sengupta" userId="4afa6ce1-cb01-46c2-8538-4650222f0c96" providerId="ADAL" clId="{25147B77-CF39-4219-B1BD-3AEFF3726260}" dt="2021-09-08T07:16:20.659" v="1568" actId="1076"/>
          <ac:picMkLst>
            <pc:docMk/>
            <pc:sldMk cId="1011219788" sldId="1339"/>
            <ac:picMk id="7" creationId="{F2820031-22C5-47B7-8B9A-9F69B296778A}"/>
          </ac:picMkLst>
        </pc:picChg>
      </pc:sldChg>
      <pc:sldChg chg="addSp delSp modSp add mod">
        <pc:chgData name="Soumita Sengupta" userId="4afa6ce1-cb01-46c2-8538-4650222f0c96" providerId="ADAL" clId="{25147B77-CF39-4219-B1BD-3AEFF3726260}" dt="2021-09-02T11:00:48.010" v="588" actId="1582"/>
        <pc:sldMkLst>
          <pc:docMk/>
          <pc:sldMk cId="3762137670" sldId="1340"/>
        </pc:sldMkLst>
        <pc:spChg chg="mod">
          <ac:chgData name="Soumita Sengupta" userId="4afa6ce1-cb01-46c2-8538-4650222f0c96" providerId="ADAL" clId="{25147B77-CF39-4219-B1BD-3AEFF3726260}" dt="2021-09-01T14:15:11.234" v="559" actId="6549"/>
          <ac:spMkLst>
            <pc:docMk/>
            <pc:sldMk cId="3762137670" sldId="1340"/>
            <ac:spMk id="5" creationId="{00000000-0000-0000-0000-000000000000}"/>
          </ac:spMkLst>
        </pc:spChg>
        <pc:picChg chg="del">
          <ac:chgData name="Soumita Sengupta" userId="4afa6ce1-cb01-46c2-8538-4650222f0c96" providerId="ADAL" clId="{25147B77-CF39-4219-B1BD-3AEFF3726260}" dt="2021-09-01T14:15:04.498" v="557" actId="478"/>
          <ac:picMkLst>
            <pc:docMk/>
            <pc:sldMk cId="3762137670" sldId="1340"/>
            <ac:picMk id="7" creationId="{F2820031-22C5-47B7-8B9A-9F69B296778A}"/>
          </ac:picMkLst>
        </pc:picChg>
        <pc:picChg chg="add mod">
          <ac:chgData name="Soumita Sengupta" userId="4afa6ce1-cb01-46c2-8538-4650222f0c96" providerId="ADAL" clId="{25147B77-CF39-4219-B1BD-3AEFF3726260}" dt="2021-09-02T11:00:31.495" v="585" actId="14100"/>
          <ac:picMkLst>
            <pc:docMk/>
            <pc:sldMk cId="3762137670" sldId="1340"/>
            <ac:picMk id="8" creationId="{E28DF5B3-B1D2-4FF4-8EB7-F7E5ADF5EEAC}"/>
          </ac:picMkLst>
        </pc:picChg>
        <pc:picChg chg="add mod">
          <ac:chgData name="Soumita Sengupta" userId="4afa6ce1-cb01-46c2-8538-4650222f0c96" providerId="ADAL" clId="{25147B77-CF39-4219-B1BD-3AEFF3726260}" dt="2021-09-02T11:00:28.984" v="584" actId="14100"/>
          <ac:picMkLst>
            <pc:docMk/>
            <pc:sldMk cId="3762137670" sldId="1340"/>
            <ac:picMk id="9" creationId="{1EABF7F8-A1B2-4DFE-AEE1-1D7F4AC9E911}"/>
          </ac:picMkLst>
        </pc:picChg>
        <pc:cxnChg chg="add mod">
          <ac:chgData name="Soumita Sengupta" userId="4afa6ce1-cb01-46c2-8538-4650222f0c96" providerId="ADAL" clId="{25147B77-CF39-4219-B1BD-3AEFF3726260}" dt="2021-09-02T11:00:48.010" v="588" actId="1582"/>
          <ac:cxnSpMkLst>
            <pc:docMk/>
            <pc:sldMk cId="3762137670" sldId="1340"/>
            <ac:cxnSpMk id="6" creationId="{97796009-65BF-48C1-91C7-6C5273A7655A}"/>
          </ac:cxnSpMkLst>
        </pc:cxnChg>
      </pc:sldChg>
      <pc:sldChg chg="addSp delSp modSp add mod">
        <pc:chgData name="Soumita Sengupta" userId="4afa6ce1-cb01-46c2-8538-4650222f0c96" providerId="ADAL" clId="{25147B77-CF39-4219-B1BD-3AEFF3726260}" dt="2021-09-02T14:19:38.426" v="995" actId="14100"/>
        <pc:sldMkLst>
          <pc:docMk/>
          <pc:sldMk cId="843545616" sldId="1341"/>
        </pc:sldMkLst>
        <pc:spChg chg="mod">
          <ac:chgData name="Soumita Sengupta" userId="4afa6ce1-cb01-46c2-8538-4650222f0c96" providerId="ADAL" clId="{25147B77-CF39-4219-B1BD-3AEFF3726260}" dt="2021-09-01T14:15:52.462" v="571" actId="6549"/>
          <ac:spMkLst>
            <pc:docMk/>
            <pc:sldMk cId="843545616" sldId="1341"/>
            <ac:spMk id="5" creationId="{00000000-0000-0000-0000-000000000000}"/>
          </ac:spMkLst>
        </pc:spChg>
        <pc:picChg chg="del">
          <ac:chgData name="Soumita Sengupta" userId="4afa6ce1-cb01-46c2-8538-4650222f0c96" providerId="ADAL" clId="{25147B77-CF39-4219-B1BD-3AEFF3726260}" dt="2021-09-01T14:15:49.234" v="570" actId="478"/>
          <ac:picMkLst>
            <pc:docMk/>
            <pc:sldMk cId="843545616" sldId="1341"/>
            <ac:picMk id="7" creationId="{F2820031-22C5-47B7-8B9A-9F69B296778A}"/>
          </ac:picMkLst>
        </pc:picChg>
        <pc:picChg chg="add mod">
          <ac:chgData name="Soumita Sengupta" userId="4afa6ce1-cb01-46c2-8538-4650222f0c96" providerId="ADAL" clId="{25147B77-CF39-4219-B1BD-3AEFF3726260}" dt="2021-09-02T14:19:38.426" v="995" actId="14100"/>
          <ac:picMkLst>
            <pc:docMk/>
            <pc:sldMk cId="843545616" sldId="1341"/>
            <ac:picMk id="8" creationId="{E5FBA719-0E2E-44B8-B978-62AD389B2EA2}"/>
          </ac:picMkLst>
        </pc:picChg>
      </pc:sldChg>
      <pc:sldChg chg="addSp delSp modSp add mod">
        <pc:chgData name="Soumita Sengupta" userId="4afa6ce1-cb01-46c2-8538-4650222f0c96" providerId="ADAL" clId="{25147B77-CF39-4219-B1BD-3AEFF3726260}" dt="2021-09-02T14:20:18.524" v="1004" actId="1076"/>
        <pc:sldMkLst>
          <pc:docMk/>
          <pc:sldMk cId="3870927581" sldId="1342"/>
        </pc:sldMkLst>
        <pc:spChg chg="mod">
          <ac:chgData name="Soumita Sengupta" userId="4afa6ce1-cb01-46c2-8538-4650222f0c96" providerId="ADAL" clId="{25147B77-CF39-4219-B1BD-3AEFF3726260}" dt="2021-09-02T14:20:17" v="1003" actId="255"/>
          <ac:spMkLst>
            <pc:docMk/>
            <pc:sldMk cId="3870927581" sldId="1342"/>
            <ac:spMk id="5" creationId="{00000000-0000-0000-0000-000000000000}"/>
          </ac:spMkLst>
        </pc:spChg>
        <pc:spChg chg="mod">
          <ac:chgData name="Soumita Sengupta" userId="4afa6ce1-cb01-46c2-8538-4650222f0c96" providerId="ADAL" clId="{25147B77-CF39-4219-B1BD-3AEFF3726260}" dt="2021-09-02T12:05:53.506" v="649"/>
          <ac:spMkLst>
            <pc:docMk/>
            <pc:sldMk cId="3870927581" sldId="1342"/>
            <ac:spMk id="11" creationId="{00000000-0000-0000-0000-000000000000}"/>
          </ac:spMkLst>
        </pc:spChg>
        <pc:graphicFrameChg chg="del">
          <ac:chgData name="Soumita Sengupta" userId="4afa6ce1-cb01-46c2-8538-4650222f0c96" providerId="ADAL" clId="{25147B77-CF39-4219-B1BD-3AEFF3726260}" dt="2021-09-02T12:05:27.532" v="641" actId="478"/>
          <ac:graphicFrameMkLst>
            <pc:docMk/>
            <pc:sldMk cId="3870927581" sldId="1342"/>
            <ac:graphicFrameMk id="6" creationId="{5ABCC46E-A4A1-4417-9386-D0E7726630AB}"/>
          </ac:graphicFrameMkLst>
        </pc:graphicFrameChg>
        <pc:picChg chg="add mod">
          <ac:chgData name="Soumita Sengupta" userId="4afa6ce1-cb01-46c2-8538-4650222f0c96" providerId="ADAL" clId="{25147B77-CF39-4219-B1BD-3AEFF3726260}" dt="2021-09-02T14:20:18.524" v="1004" actId="1076"/>
          <ac:picMkLst>
            <pc:docMk/>
            <pc:sldMk cId="3870927581" sldId="1342"/>
            <ac:picMk id="8" creationId="{6B42DF2C-B320-46C0-9E3E-110E427BF596}"/>
          </ac:picMkLst>
        </pc:picChg>
      </pc:sldChg>
      <pc:sldChg chg="addSp delSp modSp add mod">
        <pc:chgData name="Soumita Sengupta" userId="4afa6ce1-cb01-46c2-8538-4650222f0c96" providerId="ADAL" clId="{25147B77-CF39-4219-B1BD-3AEFF3726260}" dt="2021-09-03T08:24:44.955" v="1533" actId="1076"/>
        <pc:sldMkLst>
          <pc:docMk/>
          <pc:sldMk cId="1009429890" sldId="1343"/>
        </pc:sldMkLst>
        <pc:spChg chg="del mod">
          <ac:chgData name="Soumita Sengupta" userId="4afa6ce1-cb01-46c2-8538-4650222f0c96" providerId="ADAL" clId="{25147B77-CF39-4219-B1BD-3AEFF3726260}" dt="2021-09-02T12:06:11.445" v="653"/>
          <ac:spMkLst>
            <pc:docMk/>
            <pc:sldMk cId="1009429890" sldId="1343"/>
            <ac:spMk id="5" creationId="{00000000-0000-0000-0000-000000000000}"/>
          </ac:spMkLst>
        </pc:spChg>
        <pc:picChg chg="del">
          <ac:chgData name="Soumita Sengupta" userId="4afa6ce1-cb01-46c2-8538-4650222f0c96" providerId="ADAL" clId="{25147B77-CF39-4219-B1BD-3AEFF3726260}" dt="2021-09-02T12:06:00.180" v="651" actId="478"/>
          <ac:picMkLst>
            <pc:docMk/>
            <pc:sldMk cId="1009429890" sldId="1343"/>
            <ac:picMk id="6" creationId="{99AA684E-0C71-4981-A86C-D78568626E4F}"/>
          </ac:picMkLst>
        </pc:picChg>
        <pc:picChg chg="add mod">
          <ac:chgData name="Soumita Sengupta" userId="4afa6ce1-cb01-46c2-8538-4650222f0c96" providerId="ADAL" clId="{25147B77-CF39-4219-B1BD-3AEFF3726260}" dt="2021-09-03T08:24:44.955" v="1533" actId="1076"/>
          <ac:picMkLst>
            <pc:docMk/>
            <pc:sldMk cId="1009429890" sldId="1343"/>
            <ac:picMk id="7" creationId="{635F1952-3556-45D8-AA83-849251848AF2}"/>
          </ac:picMkLst>
        </pc:picChg>
      </pc:sldChg>
      <pc:sldChg chg="addSp delSp modSp add mod">
        <pc:chgData name="Soumita Sengupta" userId="4afa6ce1-cb01-46c2-8538-4650222f0c96" providerId="ADAL" clId="{25147B77-CF39-4219-B1BD-3AEFF3726260}" dt="2021-09-03T08:24:52.219" v="1534" actId="2711"/>
        <pc:sldMkLst>
          <pc:docMk/>
          <pc:sldMk cId="2611037531" sldId="1344"/>
        </pc:sldMkLst>
        <pc:spChg chg="add mod">
          <ac:chgData name="Soumita Sengupta" userId="4afa6ce1-cb01-46c2-8538-4650222f0c96" providerId="ADAL" clId="{25147B77-CF39-4219-B1BD-3AEFF3726260}" dt="2021-09-03T08:24:52.219" v="1534" actId="2711"/>
          <ac:spMkLst>
            <pc:docMk/>
            <pc:sldMk cId="2611037531" sldId="1344"/>
            <ac:spMk id="5" creationId="{0C5BF322-04D9-4B90-BC67-51449FDD8B9C}"/>
          </ac:spMkLst>
        </pc:spChg>
        <pc:graphicFrameChg chg="add del mod">
          <ac:chgData name="Soumita Sengupta" userId="4afa6ce1-cb01-46c2-8538-4650222f0c96" providerId="ADAL" clId="{25147B77-CF39-4219-B1BD-3AEFF3726260}" dt="2021-09-02T14:20:09.405" v="1001" actId="1076"/>
          <ac:graphicFrameMkLst>
            <pc:docMk/>
            <pc:sldMk cId="2611037531" sldId="1344"/>
            <ac:graphicFrameMk id="6" creationId="{B1FF78AA-AA7D-4253-B2FC-9ACBE0720154}"/>
          </ac:graphicFrameMkLst>
        </pc:graphicFrameChg>
        <pc:graphicFrameChg chg="add del mod modGraphic">
          <ac:chgData name="Soumita Sengupta" userId="4afa6ce1-cb01-46c2-8538-4650222f0c96" providerId="ADAL" clId="{25147B77-CF39-4219-B1BD-3AEFF3726260}" dt="2021-09-02T12:08:09.635" v="671"/>
          <ac:graphicFrameMkLst>
            <pc:docMk/>
            <pc:sldMk cId="2611037531" sldId="1344"/>
            <ac:graphicFrameMk id="8" creationId="{F1C67FB4-3792-4F17-AC0E-217814F977A9}"/>
          </ac:graphicFrameMkLst>
        </pc:graphicFrameChg>
        <pc:picChg chg="del">
          <ac:chgData name="Soumita Sengupta" userId="4afa6ce1-cb01-46c2-8538-4650222f0c96" providerId="ADAL" clId="{25147B77-CF39-4219-B1BD-3AEFF3726260}" dt="2021-09-02T12:07:05.661" v="658" actId="478"/>
          <ac:picMkLst>
            <pc:docMk/>
            <pc:sldMk cId="2611037531" sldId="1344"/>
            <ac:picMk id="7" creationId="{635F1952-3556-45D8-AA83-849251848AF2}"/>
          </ac:picMkLst>
        </pc:picChg>
      </pc:sldChg>
      <pc:sldChg chg="addSp delSp modSp add mod">
        <pc:chgData name="Soumita Sengupta" userId="4afa6ce1-cb01-46c2-8538-4650222f0c96" providerId="ADAL" clId="{25147B77-CF39-4219-B1BD-3AEFF3726260}" dt="2021-09-02T12:22:36.261" v="711" actId="1076"/>
        <pc:sldMkLst>
          <pc:docMk/>
          <pc:sldMk cId="1219822992" sldId="1345"/>
        </pc:sldMkLst>
        <pc:spChg chg="mod">
          <ac:chgData name="Soumita Sengupta" userId="4afa6ce1-cb01-46c2-8538-4650222f0c96" providerId="ADAL" clId="{25147B77-CF39-4219-B1BD-3AEFF3726260}" dt="2021-09-02T12:12:51.634" v="683" actId="6549"/>
          <ac:spMkLst>
            <pc:docMk/>
            <pc:sldMk cId="1219822992" sldId="1345"/>
            <ac:spMk id="5" creationId="{00000000-0000-0000-0000-000000000000}"/>
          </ac:spMkLst>
        </pc:spChg>
        <pc:picChg chg="del">
          <ac:chgData name="Soumita Sengupta" userId="4afa6ce1-cb01-46c2-8538-4650222f0c96" providerId="ADAL" clId="{25147B77-CF39-4219-B1BD-3AEFF3726260}" dt="2021-09-02T12:12:45.905" v="682" actId="478"/>
          <ac:picMkLst>
            <pc:docMk/>
            <pc:sldMk cId="1219822992" sldId="1345"/>
            <ac:picMk id="8" creationId="{6B42DF2C-B320-46C0-9E3E-110E427BF596}"/>
          </ac:picMkLst>
        </pc:picChg>
        <pc:picChg chg="add mod">
          <ac:chgData name="Soumita Sengupta" userId="4afa6ce1-cb01-46c2-8538-4650222f0c96" providerId="ADAL" clId="{25147B77-CF39-4219-B1BD-3AEFF3726260}" dt="2021-09-02T12:22:36.261" v="711" actId="1076"/>
          <ac:picMkLst>
            <pc:docMk/>
            <pc:sldMk cId="1219822992" sldId="1345"/>
            <ac:picMk id="9" creationId="{87D14051-70DF-47E3-B0B9-13296F8871C1}"/>
          </ac:picMkLst>
        </pc:picChg>
      </pc:sldChg>
      <pc:sldChg chg="add del">
        <pc:chgData name="Soumita Sengupta" userId="4afa6ce1-cb01-46c2-8538-4650222f0c96" providerId="ADAL" clId="{25147B77-CF39-4219-B1BD-3AEFF3726260}" dt="2021-09-02T12:07:08.311" v="660"/>
        <pc:sldMkLst>
          <pc:docMk/>
          <pc:sldMk cId="4242170251" sldId="1345"/>
        </pc:sldMkLst>
      </pc:sldChg>
      <pc:sldChg chg="addSp delSp modSp add mod">
        <pc:chgData name="Soumita Sengupta" userId="4afa6ce1-cb01-46c2-8538-4650222f0c96" providerId="ADAL" clId="{25147B77-CF39-4219-B1BD-3AEFF3726260}" dt="2021-09-08T11:06:10.873" v="1593" actId="20577"/>
        <pc:sldMkLst>
          <pc:docMk/>
          <pc:sldMk cId="2749711724" sldId="1346"/>
        </pc:sldMkLst>
        <pc:spChg chg="mod">
          <ac:chgData name="Soumita Sengupta" userId="4afa6ce1-cb01-46c2-8538-4650222f0c96" providerId="ADAL" clId="{25147B77-CF39-4219-B1BD-3AEFF3726260}" dt="2021-09-03T08:25:08.851" v="1535" actId="2711"/>
          <ac:spMkLst>
            <pc:docMk/>
            <pc:sldMk cId="2749711724" sldId="1346"/>
            <ac:spMk id="5" creationId="{00000000-0000-0000-0000-000000000000}"/>
          </ac:spMkLst>
        </pc:spChg>
        <pc:spChg chg="mod">
          <ac:chgData name="Soumita Sengupta" userId="4afa6ce1-cb01-46c2-8538-4650222f0c96" providerId="ADAL" clId="{25147B77-CF39-4219-B1BD-3AEFF3726260}" dt="2021-09-02T12:17:41.538" v="704" actId="1076"/>
          <ac:spMkLst>
            <pc:docMk/>
            <pc:sldMk cId="2749711724" sldId="1346"/>
            <ac:spMk id="11" creationId="{00000000-0000-0000-0000-000000000000}"/>
          </ac:spMkLst>
        </pc:spChg>
        <pc:graphicFrameChg chg="add mod modGraphic">
          <ac:chgData name="Soumita Sengupta" userId="4afa6ce1-cb01-46c2-8538-4650222f0c96" providerId="ADAL" clId="{25147B77-CF39-4219-B1BD-3AEFF3726260}" dt="2021-09-08T11:06:10.873" v="1593" actId="20577"/>
          <ac:graphicFrameMkLst>
            <pc:docMk/>
            <pc:sldMk cId="2749711724" sldId="1346"/>
            <ac:graphicFrameMk id="6" creationId="{E96D100B-6A89-4CBF-B8D6-4D74BD2DCFC8}"/>
          </ac:graphicFrameMkLst>
        </pc:graphicFrameChg>
        <pc:picChg chg="del">
          <ac:chgData name="Soumita Sengupta" userId="4afa6ce1-cb01-46c2-8538-4650222f0c96" providerId="ADAL" clId="{25147B77-CF39-4219-B1BD-3AEFF3726260}" dt="2021-09-02T12:13:18.980" v="688" actId="478"/>
          <ac:picMkLst>
            <pc:docMk/>
            <pc:sldMk cId="2749711724" sldId="1346"/>
            <ac:picMk id="9" creationId="{87D14051-70DF-47E3-B0B9-13296F8871C1}"/>
          </ac:picMkLst>
        </pc:picChg>
      </pc:sldChg>
      <pc:sldChg chg="addSp delSp modSp add mod">
        <pc:chgData name="Soumita Sengupta" userId="4afa6ce1-cb01-46c2-8538-4650222f0c96" providerId="ADAL" clId="{25147B77-CF39-4219-B1BD-3AEFF3726260}" dt="2021-09-03T08:25:25.269" v="1539" actId="1076"/>
        <pc:sldMkLst>
          <pc:docMk/>
          <pc:sldMk cId="3656303364" sldId="1347"/>
        </pc:sldMkLst>
        <pc:spChg chg="mod">
          <ac:chgData name="Soumita Sengupta" userId="4afa6ce1-cb01-46c2-8538-4650222f0c96" providerId="ADAL" clId="{25147B77-CF39-4219-B1BD-3AEFF3726260}" dt="2021-09-02T12:23:58.069" v="720" actId="14100"/>
          <ac:spMkLst>
            <pc:docMk/>
            <pc:sldMk cId="3656303364" sldId="1347"/>
            <ac:spMk id="5" creationId="{00000000-0000-0000-0000-000000000000}"/>
          </ac:spMkLst>
        </pc:spChg>
        <pc:spChg chg="add del">
          <ac:chgData name="Soumita Sengupta" userId="4afa6ce1-cb01-46c2-8538-4650222f0c96" providerId="ADAL" clId="{25147B77-CF39-4219-B1BD-3AEFF3726260}" dt="2021-09-02T12:23:35.632" v="719" actId="22"/>
          <ac:spMkLst>
            <pc:docMk/>
            <pc:sldMk cId="3656303364" sldId="1347"/>
            <ac:spMk id="10" creationId="{C4FF94D4-5AD4-4760-BB86-1F69FC90A23E}"/>
          </ac:spMkLst>
        </pc:spChg>
        <pc:spChg chg="add del">
          <ac:chgData name="Soumita Sengupta" userId="4afa6ce1-cb01-46c2-8538-4650222f0c96" providerId="ADAL" clId="{25147B77-CF39-4219-B1BD-3AEFF3726260}" dt="2021-09-02T12:24:02.064" v="722" actId="22"/>
          <ac:spMkLst>
            <pc:docMk/>
            <pc:sldMk cId="3656303364" sldId="1347"/>
            <ac:spMk id="12" creationId="{961568D8-7043-462D-B9BF-A67AB768A6D6}"/>
          </ac:spMkLst>
        </pc:spChg>
        <pc:spChg chg="add mod">
          <ac:chgData name="Soumita Sengupta" userId="4afa6ce1-cb01-46c2-8538-4650222f0c96" providerId="ADAL" clId="{25147B77-CF39-4219-B1BD-3AEFF3726260}" dt="2021-09-03T08:25:17.296" v="1536" actId="2711"/>
          <ac:spMkLst>
            <pc:docMk/>
            <pc:sldMk cId="3656303364" sldId="1347"/>
            <ac:spMk id="13" creationId="{B9072310-0042-4784-8E8E-B43A07540581}"/>
          </ac:spMkLst>
        </pc:spChg>
        <pc:graphicFrameChg chg="add mod modGraphic">
          <ac:chgData name="Soumita Sengupta" userId="4afa6ce1-cb01-46c2-8538-4650222f0c96" providerId="ADAL" clId="{25147B77-CF39-4219-B1BD-3AEFF3726260}" dt="2021-09-03T08:25:20.201" v="1537" actId="14100"/>
          <ac:graphicFrameMkLst>
            <pc:docMk/>
            <pc:sldMk cId="3656303364" sldId="1347"/>
            <ac:graphicFrameMk id="14" creationId="{533AC75A-5F6D-429D-BFF5-DCFE0D75E68B}"/>
          </ac:graphicFrameMkLst>
        </pc:graphicFrameChg>
        <pc:picChg chg="add mod">
          <ac:chgData name="Soumita Sengupta" userId="4afa6ce1-cb01-46c2-8538-4650222f0c96" providerId="ADAL" clId="{25147B77-CF39-4219-B1BD-3AEFF3726260}" dt="2021-09-03T08:25:25.269" v="1539" actId="1076"/>
          <ac:picMkLst>
            <pc:docMk/>
            <pc:sldMk cId="3656303364" sldId="1347"/>
            <ac:picMk id="8" creationId="{830D5320-5F73-44EC-92C2-A973843C169B}"/>
          </ac:picMkLst>
        </pc:picChg>
        <pc:picChg chg="del">
          <ac:chgData name="Soumita Sengupta" userId="4afa6ce1-cb01-46c2-8538-4650222f0c96" providerId="ADAL" clId="{25147B77-CF39-4219-B1BD-3AEFF3726260}" dt="2021-09-02T12:13:25.241" v="690" actId="478"/>
          <ac:picMkLst>
            <pc:docMk/>
            <pc:sldMk cId="3656303364" sldId="1347"/>
            <ac:picMk id="9" creationId="{87D14051-70DF-47E3-B0B9-13296F8871C1}"/>
          </ac:picMkLst>
        </pc:picChg>
      </pc:sldChg>
      <pc:sldChg chg="addSp modSp add mod ord modNotesTx">
        <pc:chgData name="Soumita Sengupta" userId="4afa6ce1-cb01-46c2-8538-4650222f0c96" providerId="ADAL" clId="{25147B77-CF39-4219-B1BD-3AEFF3726260}" dt="2021-09-08T11:06:32.011" v="1595" actId="20577"/>
        <pc:sldMkLst>
          <pc:docMk/>
          <pc:sldMk cId="1699401179" sldId="1348"/>
        </pc:sldMkLst>
        <pc:spChg chg="mod">
          <ac:chgData name="Soumita Sengupta" userId="4afa6ce1-cb01-46c2-8538-4650222f0c96" providerId="ADAL" clId="{25147B77-CF39-4219-B1BD-3AEFF3726260}" dt="2021-09-03T07:35:06.128" v="1155" actId="20577"/>
          <ac:spMkLst>
            <pc:docMk/>
            <pc:sldMk cId="1699401179" sldId="1348"/>
            <ac:spMk id="5" creationId="{00000000-0000-0000-0000-000000000000}"/>
          </ac:spMkLst>
        </pc:spChg>
        <pc:spChg chg="mod">
          <ac:chgData name="Soumita Sengupta" userId="4afa6ce1-cb01-46c2-8538-4650222f0c96" providerId="ADAL" clId="{25147B77-CF39-4219-B1BD-3AEFF3726260}" dt="2021-09-08T11:06:32.011" v="1595" actId="20577"/>
          <ac:spMkLst>
            <pc:docMk/>
            <pc:sldMk cId="1699401179" sldId="1348"/>
            <ac:spMk id="11" creationId="{00000000-0000-0000-0000-000000000000}"/>
          </ac:spMkLst>
        </pc:spChg>
        <pc:picChg chg="add mod">
          <ac:chgData name="Soumita Sengupta" userId="4afa6ce1-cb01-46c2-8538-4650222f0c96" providerId="ADAL" clId="{25147B77-CF39-4219-B1BD-3AEFF3726260}" dt="2021-09-03T07:32:28.508" v="1077" actId="1076"/>
          <ac:picMkLst>
            <pc:docMk/>
            <pc:sldMk cId="1699401179" sldId="1348"/>
            <ac:picMk id="1026" creationId="{FB77543A-EA15-4E5A-A3F8-2B1C5FEED84E}"/>
          </ac:picMkLst>
        </pc:picChg>
      </pc:sldChg>
      <pc:sldChg chg="addSp delSp modSp add mod ord">
        <pc:chgData name="Soumita Sengupta" userId="4afa6ce1-cb01-46c2-8538-4650222f0c96" providerId="ADAL" clId="{25147B77-CF39-4219-B1BD-3AEFF3726260}" dt="2021-09-08T11:07:20.424" v="1604" actId="14100"/>
        <pc:sldMkLst>
          <pc:docMk/>
          <pc:sldMk cId="2516466378" sldId="1349"/>
        </pc:sldMkLst>
        <pc:spChg chg="mod">
          <ac:chgData name="Soumita Sengupta" userId="4afa6ce1-cb01-46c2-8538-4650222f0c96" providerId="ADAL" clId="{25147B77-CF39-4219-B1BD-3AEFF3726260}" dt="2021-09-08T11:07:00.332" v="1602" actId="20577"/>
          <ac:spMkLst>
            <pc:docMk/>
            <pc:sldMk cId="2516466378" sldId="1349"/>
            <ac:spMk id="5" creationId="{00000000-0000-0000-0000-000000000000}"/>
          </ac:spMkLst>
        </pc:spChg>
        <pc:spChg chg="mod">
          <ac:chgData name="Soumita Sengupta" userId="4afa6ce1-cb01-46c2-8538-4650222f0c96" providerId="ADAL" clId="{25147B77-CF39-4219-B1BD-3AEFF3726260}" dt="2021-09-08T11:06:51.310" v="1597" actId="20577"/>
          <ac:spMkLst>
            <pc:docMk/>
            <pc:sldMk cId="2516466378" sldId="1349"/>
            <ac:spMk id="11" creationId="{00000000-0000-0000-0000-000000000000}"/>
          </ac:spMkLst>
        </pc:spChg>
        <pc:graphicFrameChg chg="add mod modGraphic">
          <ac:chgData name="Soumita Sengupta" userId="4afa6ce1-cb01-46c2-8538-4650222f0c96" providerId="ADAL" clId="{25147B77-CF39-4219-B1BD-3AEFF3726260}" dt="2021-09-08T11:07:20.424" v="1604" actId="14100"/>
          <ac:graphicFrameMkLst>
            <pc:docMk/>
            <pc:sldMk cId="2516466378" sldId="1349"/>
            <ac:graphicFrameMk id="2" creationId="{EB89DA0B-C10F-4FDB-9AA5-9450C2A916C3}"/>
          </ac:graphicFrameMkLst>
        </pc:graphicFrameChg>
        <pc:graphicFrameChg chg="add del mod modGraphic">
          <ac:chgData name="Soumita Sengupta" userId="4afa6ce1-cb01-46c2-8538-4650222f0c96" providerId="ADAL" clId="{25147B77-CF39-4219-B1BD-3AEFF3726260}" dt="2021-09-02T14:03:37.559" v="920" actId="478"/>
          <ac:graphicFrameMkLst>
            <pc:docMk/>
            <pc:sldMk cId="2516466378" sldId="1349"/>
            <ac:graphicFrameMk id="6" creationId="{2F6196F8-90A8-4A20-89AA-432EB0EA3611}"/>
          </ac:graphicFrameMkLst>
        </pc:graphicFrameChg>
      </pc:sldChg>
      <pc:sldChg chg="addSp delSp modSp add mod">
        <pc:chgData name="Soumita Sengupta" userId="4afa6ce1-cb01-46c2-8538-4650222f0c96" providerId="ADAL" clId="{25147B77-CF39-4219-B1BD-3AEFF3726260}" dt="2021-09-03T08:27:22.626" v="1553" actId="1076"/>
        <pc:sldMkLst>
          <pc:docMk/>
          <pc:sldMk cId="1656362595" sldId="1350"/>
        </pc:sldMkLst>
        <pc:spChg chg="del">
          <ac:chgData name="Soumita Sengupta" userId="4afa6ce1-cb01-46c2-8538-4650222f0c96" providerId="ADAL" clId="{25147B77-CF39-4219-B1BD-3AEFF3726260}" dt="2021-09-02T14:17:27.440" v="974"/>
          <ac:spMkLst>
            <pc:docMk/>
            <pc:sldMk cId="1656362595" sldId="1350"/>
            <ac:spMk id="5" creationId="{00000000-0000-0000-0000-000000000000}"/>
          </ac:spMkLst>
        </pc:spChg>
        <pc:spChg chg="add mod">
          <ac:chgData name="Soumita Sengupta" userId="4afa6ce1-cb01-46c2-8538-4650222f0c96" providerId="ADAL" clId="{25147B77-CF39-4219-B1BD-3AEFF3726260}" dt="2021-09-03T08:27:22.626" v="1553" actId="1076"/>
          <ac:spMkLst>
            <pc:docMk/>
            <pc:sldMk cId="1656362595" sldId="1350"/>
            <ac:spMk id="8" creationId="{A6163C1C-5A6B-4AF0-A6D7-2F2761CF72C1}"/>
          </ac:spMkLst>
        </pc:spChg>
        <pc:graphicFrameChg chg="add mod modGraphic">
          <ac:chgData name="Soumita Sengupta" userId="4afa6ce1-cb01-46c2-8538-4650222f0c96" providerId="ADAL" clId="{25147B77-CF39-4219-B1BD-3AEFF3726260}" dt="2021-09-03T08:27:19.337" v="1552" actId="1076"/>
          <ac:graphicFrameMkLst>
            <pc:docMk/>
            <pc:sldMk cId="1656362595" sldId="1350"/>
            <ac:graphicFrameMk id="2" creationId="{F0EB9FB7-3E0D-4F9E-BE3E-BF0B1D895D8F}"/>
          </ac:graphicFrameMkLst>
        </pc:graphicFrameChg>
      </pc:sldChg>
      <pc:sldChg chg="addSp delSp modSp add mod">
        <pc:chgData name="Soumita Sengupta" userId="4afa6ce1-cb01-46c2-8538-4650222f0c96" providerId="ADAL" clId="{25147B77-CF39-4219-B1BD-3AEFF3726260}" dt="2021-09-08T11:07:25.853" v="1605" actId="255"/>
        <pc:sldMkLst>
          <pc:docMk/>
          <pc:sldMk cId="1509452472" sldId="1351"/>
        </pc:sldMkLst>
        <pc:spChg chg="mod">
          <ac:chgData name="Soumita Sengupta" userId="4afa6ce1-cb01-46c2-8538-4650222f0c96" providerId="ADAL" clId="{25147B77-CF39-4219-B1BD-3AEFF3726260}" dt="2021-09-02T14:04:26.550" v="931" actId="5793"/>
          <ac:spMkLst>
            <pc:docMk/>
            <pc:sldMk cId="1509452472" sldId="1351"/>
            <ac:spMk id="5" creationId="{00000000-0000-0000-0000-000000000000}"/>
          </ac:spMkLst>
        </pc:spChg>
        <pc:spChg chg="add del">
          <ac:chgData name="Soumita Sengupta" userId="4afa6ce1-cb01-46c2-8538-4650222f0c96" providerId="ADAL" clId="{25147B77-CF39-4219-B1BD-3AEFF3726260}" dt="2021-09-02T14:06:11.048" v="938" actId="22"/>
          <ac:spMkLst>
            <pc:docMk/>
            <pc:sldMk cId="1509452472" sldId="1351"/>
            <ac:spMk id="10" creationId="{93E07B9B-1987-45F2-8068-059915B28E0C}"/>
          </ac:spMkLst>
        </pc:spChg>
        <pc:spChg chg="add mod">
          <ac:chgData name="Soumita Sengupta" userId="4afa6ce1-cb01-46c2-8538-4650222f0c96" providerId="ADAL" clId="{25147B77-CF39-4219-B1BD-3AEFF3726260}" dt="2021-09-03T07:52:32.852" v="1170" actId="1076"/>
          <ac:spMkLst>
            <pc:docMk/>
            <pc:sldMk cId="1509452472" sldId="1351"/>
            <ac:spMk id="12" creationId="{C3AABFF5-0BAA-47FE-AC6E-03353A9B2519}"/>
          </ac:spMkLst>
        </pc:spChg>
        <pc:spChg chg="add del mod">
          <ac:chgData name="Soumita Sengupta" userId="4afa6ce1-cb01-46c2-8538-4650222f0c96" providerId="ADAL" clId="{25147B77-CF39-4219-B1BD-3AEFF3726260}" dt="2021-09-02T14:09:42.066" v="958"/>
          <ac:spMkLst>
            <pc:docMk/>
            <pc:sldMk cId="1509452472" sldId="1351"/>
            <ac:spMk id="14" creationId="{60613ECA-959D-43AA-A4CD-EA74CBAC61A1}"/>
          </ac:spMkLst>
        </pc:spChg>
        <pc:graphicFrameChg chg="del mod modGraphic">
          <ac:chgData name="Soumita Sengupta" userId="4afa6ce1-cb01-46c2-8538-4650222f0c96" providerId="ADAL" clId="{25147B77-CF39-4219-B1BD-3AEFF3726260}" dt="2021-09-02T14:03:28.547" v="918" actId="478"/>
          <ac:graphicFrameMkLst>
            <pc:docMk/>
            <pc:sldMk cId="1509452472" sldId="1351"/>
            <ac:graphicFrameMk id="2" creationId="{EB89DA0B-C10F-4FDB-9AA5-9450C2A916C3}"/>
          </ac:graphicFrameMkLst>
        </pc:graphicFrameChg>
        <pc:graphicFrameChg chg="del mod modGraphic">
          <ac:chgData name="Soumita Sengupta" userId="4afa6ce1-cb01-46c2-8538-4650222f0c96" providerId="ADAL" clId="{25147B77-CF39-4219-B1BD-3AEFF3726260}" dt="2021-09-02T14:04:08.888" v="928" actId="478"/>
          <ac:graphicFrameMkLst>
            <pc:docMk/>
            <pc:sldMk cId="1509452472" sldId="1351"/>
            <ac:graphicFrameMk id="6" creationId="{2F6196F8-90A8-4A20-89AA-432EB0EA3611}"/>
          </ac:graphicFrameMkLst>
        </pc:graphicFrameChg>
        <pc:graphicFrameChg chg="add mod modGraphic">
          <ac:chgData name="Soumita Sengupta" userId="4afa6ce1-cb01-46c2-8538-4650222f0c96" providerId="ADAL" clId="{25147B77-CF39-4219-B1BD-3AEFF3726260}" dt="2021-09-08T11:07:25.853" v="1605" actId="255"/>
          <ac:graphicFrameMkLst>
            <pc:docMk/>
            <pc:sldMk cId="1509452472" sldId="1351"/>
            <ac:graphicFrameMk id="7" creationId="{EF3D0513-DF20-41D2-BB2F-3DA596151706}"/>
          </ac:graphicFrameMkLst>
        </pc:graphicFrameChg>
      </pc:sldChg>
      <pc:sldChg chg="addSp delSp modSp add mod">
        <pc:chgData name="Soumita Sengupta" userId="4afa6ce1-cb01-46c2-8538-4650222f0c96" providerId="ADAL" clId="{25147B77-CF39-4219-B1BD-3AEFF3726260}" dt="2021-09-03T08:26:50.306" v="1548" actId="255"/>
        <pc:sldMkLst>
          <pc:docMk/>
          <pc:sldMk cId="504037567" sldId="1352"/>
        </pc:sldMkLst>
        <pc:spChg chg="add mod">
          <ac:chgData name="Soumita Sengupta" userId="4afa6ce1-cb01-46c2-8538-4650222f0c96" providerId="ADAL" clId="{25147B77-CF39-4219-B1BD-3AEFF3726260}" dt="2021-09-03T08:26:50.306" v="1548" actId="255"/>
          <ac:spMkLst>
            <pc:docMk/>
            <pc:sldMk cId="504037567" sldId="1352"/>
            <ac:spMk id="10" creationId="{E4FF04DE-04A1-49B4-BAAA-D21738A7CDBF}"/>
          </ac:spMkLst>
        </pc:spChg>
        <pc:spChg chg="del mod">
          <ac:chgData name="Soumita Sengupta" userId="4afa6ce1-cb01-46c2-8538-4650222f0c96" providerId="ADAL" clId="{25147B77-CF39-4219-B1BD-3AEFF3726260}" dt="2021-09-02T14:09:25.212" v="953" actId="478"/>
          <ac:spMkLst>
            <pc:docMk/>
            <pc:sldMk cId="504037567" sldId="1352"/>
            <ac:spMk id="12" creationId="{C3AABFF5-0BAA-47FE-AC6E-03353A9B2519}"/>
          </ac:spMkLst>
        </pc:spChg>
        <pc:spChg chg="add mod">
          <ac:chgData name="Soumita Sengupta" userId="4afa6ce1-cb01-46c2-8538-4650222f0c96" providerId="ADAL" clId="{25147B77-CF39-4219-B1BD-3AEFF3726260}" dt="2021-09-03T08:26:38.024" v="1546" actId="2711"/>
          <ac:spMkLst>
            <pc:docMk/>
            <pc:sldMk cId="504037567" sldId="1352"/>
            <ac:spMk id="13" creationId="{301B852E-913A-4A92-BB10-99CF0B59C3DA}"/>
          </ac:spMkLst>
        </pc:spChg>
        <pc:spChg chg="del mod">
          <ac:chgData name="Soumita Sengupta" userId="4afa6ce1-cb01-46c2-8538-4650222f0c96" providerId="ADAL" clId="{25147B77-CF39-4219-B1BD-3AEFF3726260}" dt="2021-09-02T14:09:20.635" v="951" actId="478"/>
          <ac:spMkLst>
            <pc:docMk/>
            <pc:sldMk cId="504037567" sldId="1352"/>
            <ac:spMk id="14" creationId="{60613ECA-959D-43AA-A4CD-EA74CBAC61A1}"/>
          </ac:spMkLst>
        </pc:spChg>
        <pc:graphicFrameChg chg="add mod modGraphic">
          <ac:chgData name="Soumita Sengupta" userId="4afa6ce1-cb01-46c2-8538-4650222f0c96" providerId="ADAL" clId="{25147B77-CF39-4219-B1BD-3AEFF3726260}" dt="2021-09-03T08:05:16.629" v="1224" actId="1076"/>
          <ac:graphicFrameMkLst>
            <pc:docMk/>
            <pc:sldMk cId="504037567" sldId="1352"/>
            <ac:graphicFrameMk id="6" creationId="{AB04BF44-8E5D-4F76-A45D-2525930A75EB}"/>
          </ac:graphicFrameMkLst>
        </pc:graphicFrameChg>
        <pc:graphicFrameChg chg="del modGraphic">
          <ac:chgData name="Soumita Sengupta" userId="4afa6ce1-cb01-46c2-8538-4650222f0c96" providerId="ADAL" clId="{25147B77-CF39-4219-B1BD-3AEFF3726260}" dt="2021-09-02T14:09:29.520" v="955" actId="478"/>
          <ac:graphicFrameMkLst>
            <pc:docMk/>
            <pc:sldMk cId="504037567" sldId="1352"/>
            <ac:graphicFrameMk id="7" creationId="{EF3D0513-DF20-41D2-BB2F-3DA596151706}"/>
          </ac:graphicFrameMkLst>
        </pc:graphicFrameChg>
      </pc:sldChg>
      <pc:sldChg chg="modSp add mod">
        <pc:chgData name="Soumita Sengupta" userId="4afa6ce1-cb01-46c2-8538-4650222f0c96" providerId="ADAL" clId="{25147B77-CF39-4219-B1BD-3AEFF3726260}" dt="2021-09-08T11:08:26.504" v="1611" actId="20577"/>
        <pc:sldMkLst>
          <pc:docMk/>
          <pc:sldMk cId="380316425" sldId="1353"/>
        </pc:sldMkLst>
        <pc:spChg chg="mod">
          <ac:chgData name="Soumita Sengupta" userId="4afa6ce1-cb01-46c2-8538-4650222f0c96" providerId="ADAL" clId="{25147B77-CF39-4219-B1BD-3AEFF3726260}" dt="2021-09-03T08:27:06.043" v="1550" actId="1076"/>
          <ac:spMkLst>
            <pc:docMk/>
            <pc:sldMk cId="380316425" sldId="1353"/>
            <ac:spMk id="10" creationId="{E4FF04DE-04A1-49B4-BAAA-D21738A7CDBF}"/>
          </ac:spMkLst>
        </pc:spChg>
        <pc:spChg chg="mod">
          <ac:chgData name="Soumita Sengupta" userId="4afa6ce1-cb01-46c2-8538-4650222f0c96" providerId="ADAL" clId="{25147B77-CF39-4219-B1BD-3AEFF3726260}" dt="2021-09-08T11:08:26.504" v="1611" actId="20577"/>
          <ac:spMkLst>
            <pc:docMk/>
            <pc:sldMk cId="380316425" sldId="1353"/>
            <ac:spMk id="11" creationId="{00000000-0000-0000-0000-000000000000}"/>
          </ac:spMkLst>
        </pc:spChg>
        <pc:spChg chg="mod">
          <ac:chgData name="Soumita Sengupta" userId="4afa6ce1-cb01-46c2-8538-4650222f0c96" providerId="ADAL" clId="{25147B77-CF39-4219-B1BD-3AEFF3726260}" dt="2021-09-02T14:22:07.312" v="1028" actId="1076"/>
          <ac:spMkLst>
            <pc:docMk/>
            <pc:sldMk cId="380316425" sldId="1353"/>
            <ac:spMk id="13" creationId="{301B852E-913A-4A92-BB10-99CF0B59C3DA}"/>
          </ac:spMkLst>
        </pc:spChg>
        <pc:graphicFrameChg chg="mod modGraphic">
          <ac:chgData name="Soumita Sengupta" userId="4afa6ce1-cb01-46c2-8538-4650222f0c96" providerId="ADAL" clId="{25147B77-CF39-4219-B1BD-3AEFF3726260}" dt="2021-09-03T08:27:10.435" v="1551" actId="1076"/>
          <ac:graphicFrameMkLst>
            <pc:docMk/>
            <pc:sldMk cId="380316425" sldId="1353"/>
            <ac:graphicFrameMk id="6" creationId="{AB04BF44-8E5D-4F76-A45D-2525930A75EB}"/>
          </ac:graphicFrameMkLst>
        </pc:graphicFrameChg>
      </pc:sldChg>
      <pc:sldChg chg="modSp add mod">
        <pc:chgData name="Soumita Sengupta" userId="4afa6ce1-cb01-46c2-8538-4650222f0c96" providerId="ADAL" clId="{25147B77-CF39-4219-B1BD-3AEFF3726260}" dt="2021-09-03T08:15:46.996" v="1506" actId="255"/>
        <pc:sldMkLst>
          <pc:docMk/>
          <pc:sldMk cId="2893556536" sldId="1354"/>
        </pc:sldMkLst>
        <pc:spChg chg="mod">
          <ac:chgData name="Soumita Sengupta" userId="4afa6ce1-cb01-46c2-8538-4650222f0c96" providerId="ADAL" clId="{25147B77-CF39-4219-B1BD-3AEFF3726260}" dt="2021-09-03T08:15:46.996" v="1506" actId="255"/>
          <ac:spMkLst>
            <pc:docMk/>
            <pc:sldMk cId="2893556536" sldId="1354"/>
            <ac:spMk id="5" creationId="{00000000-0000-0000-0000-000000000000}"/>
          </ac:spMkLst>
        </pc:spChg>
      </pc:sldChg>
      <pc:sldChg chg="modSp add mod ord">
        <pc:chgData name="Soumita Sengupta" userId="4afa6ce1-cb01-46c2-8538-4650222f0c96" providerId="ADAL" clId="{25147B77-CF39-4219-B1BD-3AEFF3726260}" dt="2021-09-03T08:16:23.659" v="1512"/>
        <pc:sldMkLst>
          <pc:docMk/>
          <pc:sldMk cId="3845024119" sldId="1355"/>
        </pc:sldMkLst>
        <pc:spChg chg="mod">
          <ac:chgData name="Soumita Sengupta" userId="4afa6ce1-cb01-46c2-8538-4650222f0c96" providerId="ADAL" clId="{25147B77-CF39-4219-B1BD-3AEFF3726260}" dt="2021-09-03T08:16:23.659" v="1512"/>
          <ac:spMkLst>
            <pc:docMk/>
            <pc:sldMk cId="3845024119" sldId="1355"/>
            <ac:spMk id="2" creationId="{57983F62-BBB9-431B-A37F-BDA0DC7153F6}"/>
          </ac:spMkLst>
        </pc:spChg>
      </pc:sldChg>
      <pc:sldChg chg="modSp add mod ord">
        <pc:chgData name="Soumita Sengupta" userId="4afa6ce1-cb01-46c2-8538-4650222f0c96" providerId="ADAL" clId="{25147B77-CF39-4219-B1BD-3AEFF3726260}" dt="2021-09-03T08:17:18.557" v="1522"/>
        <pc:sldMkLst>
          <pc:docMk/>
          <pc:sldMk cId="3143176408" sldId="1356"/>
        </pc:sldMkLst>
        <pc:spChg chg="mod">
          <ac:chgData name="Soumita Sengupta" userId="4afa6ce1-cb01-46c2-8538-4650222f0c96" providerId="ADAL" clId="{25147B77-CF39-4219-B1BD-3AEFF3726260}" dt="2021-09-03T08:17:18.557" v="1522"/>
          <ac:spMkLst>
            <pc:docMk/>
            <pc:sldMk cId="3143176408" sldId="1356"/>
            <ac:spMk id="2" creationId="{57983F62-BBB9-431B-A37F-BDA0DC7153F6}"/>
          </ac:spMkLst>
        </pc:spChg>
      </pc:sldChg>
      <pc:sldChg chg="add del">
        <pc:chgData name="Soumita Sengupta" userId="4afa6ce1-cb01-46c2-8538-4650222f0c96" providerId="ADAL" clId="{25147B77-CF39-4219-B1BD-3AEFF3726260}" dt="2021-09-08T11:09:02.718" v="1625" actId="47"/>
        <pc:sldMkLst>
          <pc:docMk/>
          <pc:sldMk cId="1050833544" sldId="1612"/>
        </pc:sldMkLst>
      </pc:sldChg>
      <pc:sldChg chg="modSp add mod">
        <pc:chgData name="Soumita Sengupta" userId="4afa6ce1-cb01-46c2-8538-4650222f0c96" providerId="ADAL" clId="{25147B77-CF39-4219-B1BD-3AEFF3726260}" dt="2021-09-08T07:20:03.441" v="1577" actId="255"/>
        <pc:sldMkLst>
          <pc:docMk/>
          <pc:sldMk cId="3669618802" sldId="1613"/>
        </pc:sldMkLst>
        <pc:spChg chg="mod">
          <ac:chgData name="Soumita Sengupta" userId="4afa6ce1-cb01-46c2-8538-4650222f0c96" providerId="ADAL" clId="{25147B77-CF39-4219-B1BD-3AEFF3726260}" dt="2021-09-08T07:20:03.441" v="1577" actId="255"/>
          <ac:spMkLst>
            <pc:docMk/>
            <pc:sldMk cId="3669618802" sldId="1613"/>
            <ac:spMk id="5" creationId="{00000000-0000-0000-0000-000000000000}"/>
          </ac:spMkLst>
        </pc:spChg>
      </pc:sldChg>
      <pc:sldChg chg="modSp add mod">
        <pc:chgData name="Soumita Sengupta" userId="4afa6ce1-cb01-46c2-8538-4650222f0c96" providerId="ADAL" clId="{25147B77-CF39-4219-B1BD-3AEFF3726260}" dt="2021-09-08T11:08:34.519" v="1623" actId="20577"/>
        <pc:sldMkLst>
          <pc:docMk/>
          <pc:sldMk cId="3338010882" sldId="1614"/>
        </pc:sldMkLst>
        <pc:spChg chg="mod">
          <ac:chgData name="Soumita Sengupta" userId="4afa6ce1-cb01-46c2-8538-4650222f0c96" providerId="ADAL" clId="{25147B77-CF39-4219-B1BD-3AEFF3726260}" dt="2021-09-08T11:08:34.519" v="1623" actId="20577"/>
          <ac:spMkLst>
            <pc:docMk/>
            <pc:sldMk cId="3338010882" sldId="1614"/>
            <ac:spMk id="5" creationId="{00000000-0000-0000-0000-000000000000}"/>
          </ac:spMkLst>
        </pc:spChg>
      </pc:sldChg>
    </pc:docChg>
  </pc:docChgLst>
  <pc:docChgLst>
    <pc:chgData name="Soumita Sengupta" userId="4afa6ce1-cb01-46c2-8538-4650222f0c96" providerId="ADAL" clId="{E312D671-FF45-4138-89B8-BF1BA535CB03}"/>
    <pc:docChg chg="undo custSel addSld delSld modSld sldOrd">
      <pc:chgData name="Soumita Sengupta" userId="4afa6ce1-cb01-46c2-8538-4650222f0c96" providerId="ADAL" clId="{E312D671-FF45-4138-89B8-BF1BA535CB03}" dt="2021-06-08T10:21:09.048" v="1430" actId="20577"/>
      <pc:docMkLst>
        <pc:docMk/>
      </pc:docMkLst>
      <pc:sldChg chg="modSp add mod">
        <pc:chgData name="Soumita Sengupta" userId="4afa6ce1-cb01-46c2-8538-4650222f0c96" providerId="ADAL" clId="{E312D671-FF45-4138-89B8-BF1BA535CB03}" dt="2021-06-04T11:29:19.598" v="146" actId="1076"/>
        <pc:sldMkLst>
          <pc:docMk/>
          <pc:sldMk cId="1912468287" sldId="260"/>
        </pc:sldMkLst>
        <pc:spChg chg="mod">
          <ac:chgData name="Soumita Sengupta" userId="4afa6ce1-cb01-46c2-8538-4650222f0c96" providerId="ADAL" clId="{E312D671-FF45-4138-89B8-BF1BA535CB03}" dt="2021-06-04T11:29:14.266" v="145" actId="688"/>
          <ac:spMkLst>
            <pc:docMk/>
            <pc:sldMk cId="1912468287" sldId="260"/>
            <ac:spMk id="4" creationId="{00000000-0000-0000-0000-000000000000}"/>
          </ac:spMkLst>
        </pc:spChg>
        <pc:spChg chg="mod">
          <ac:chgData name="Soumita Sengupta" userId="4afa6ce1-cb01-46c2-8538-4650222f0c96" providerId="ADAL" clId="{E312D671-FF45-4138-89B8-BF1BA535CB03}" dt="2021-06-04T11:28:39.185" v="136" actId="1076"/>
          <ac:spMkLst>
            <pc:docMk/>
            <pc:sldMk cId="1912468287" sldId="260"/>
            <ac:spMk id="5" creationId="{00000000-0000-0000-0000-000000000000}"/>
          </ac:spMkLst>
        </pc:spChg>
        <pc:spChg chg="mod">
          <ac:chgData name="Soumita Sengupta" userId="4afa6ce1-cb01-46c2-8538-4650222f0c96" providerId="ADAL" clId="{E312D671-FF45-4138-89B8-BF1BA535CB03}" dt="2021-06-04T11:29:19.598" v="146" actId="1076"/>
          <ac:spMkLst>
            <pc:docMk/>
            <pc:sldMk cId="1912468287" sldId="260"/>
            <ac:spMk id="6" creationId="{00000000-0000-0000-0000-000000000000}"/>
          </ac:spMkLst>
        </pc:spChg>
      </pc:sldChg>
      <pc:sldChg chg="modSp add mod">
        <pc:chgData name="Soumita Sengupta" userId="4afa6ce1-cb01-46c2-8538-4650222f0c96" providerId="ADAL" clId="{E312D671-FF45-4138-89B8-BF1BA535CB03}" dt="2021-06-04T11:29:47.678" v="186" actId="207"/>
        <pc:sldMkLst>
          <pc:docMk/>
          <pc:sldMk cId="1212641514" sldId="881"/>
        </pc:sldMkLst>
        <pc:spChg chg="mod">
          <ac:chgData name="Soumita Sengupta" userId="4afa6ce1-cb01-46c2-8538-4650222f0c96" providerId="ADAL" clId="{E312D671-FF45-4138-89B8-BF1BA535CB03}" dt="2021-06-04T11:23:45.466" v="95" actId="255"/>
          <ac:spMkLst>
            <pc:docMk/>
            <pc:sldMk cId="1212641514" sldId="881"/>
            <ac:spMk id="3" creationId="{8EBF43EF-2B07-47F5-8581-BE0EFCEC3059}"/>
          </ac:spMkLst>
        </pc:spChg>
        <pc:spChg chg="mod">
          <ac:chgData name="Soumita Sengupta" userId="4afa6ce1-cb01-46c2-8538-4650222f0c96" providerId="ADAL" clId="{E312D671-FF45-4138-89B8-BF1BA535CB03}" dt="2021-06-04T11:29:47.678" v="186" actId="207"/>
          <ac:spMkLst>
            <pc:docMk/>
            <pc:sldMk cId="1212641514" sldId="881"/>
            <ac:spMk id="4" creationId="{6D8E2E62-CCA0-4E0C-A248-DF30B281F4BE}"/>
          </ac:spMkLst>
        </pc:spChg>
        <pc:spChg chg="mod">
          <ac:chgData name="Soumita Sengupta" userId="4afa6ce1-cb01-46c2-8538-4650222f0c96" providerId="ADAL" clId="{E312D671-FF45-4138-89B8-BF1BA535CB03}" dt="2021-06-04T11:29:47.678" v="186" actId="207"/>
          <ac:spMkLst>
            <pc:docMk/>
            <pc:sldMk cId="1212641514" sldId="881"/>
            <ac:spMk id="5" creationId="{BA7C92A5-213E-4745-87BD-2CBA254A5FD1}"/>
          </ac:spMkLst>
        </pc:spChg>
      </pc:sldChg>
      <pc:sldChg chg="modSp add mod">
        <pc:chgData name="Soumita Sengupta" userId="4afa6ce1-cb01-46c2-8538-4650222f0c96" providerId="ADAL" clId="{E312D671-FF45-4138-89B8-BF1BA535CB03}" dt="2021-06-04T11:29:36.708" v="168" actId="207"/>
        <pc:sldMkLst>
          <pc:docMk/>
          <pc:sldMk cId="1491434200" sldId="882"/>
        </pc:sldMkLst>
        <pc:spChg chg="mod">
          <ac:chgData name="Soumita Sengupta" userId="4afa6ce1-cb01-46c2-8538-4650222f0c96" providerId="ADAL" clId="{E312D671-FF45-4138-89B8-BF1BA535CB03}" dt="2021-06-04T11:29:25.787" v="147" actId="14100"/>
          <ac:spMkLst>
            <pc:docMk/>
            <pc:sldMk cId="1491434200" sldId="882"/>
            <ac:spMk id="3" creationId="{8EBF43EF-2B07-47F5-8581-BE0EFCEC3059}"/>
          </ac:spMkLst>
        </pc:spChg>
        <pc:spChg chg="mod">
          <ac:chgData name="Soumita Sengupta" userId="4afa6ce1-cb01-46c2-8538-4650222f0c96" providerId="ADAL" clId="{E312D671-FF45-4138-89B8-BF1BA535CB03}" dt="2021-06-04T11:29:36.708" v="168" actId="207"/>
          <ac:spMkLst>
            <pc:docMk/>
            <pc:sldMk cId="1491434200" sldId="882"/>
            <ac:spMk id="4" creationId="{6D8E2E62-CCA0-4E0C-A248-DF30B281F4BE}"/>
          </ac:spMkLst>
        </pc:spChg>
        <pc:spChg chg="mod">
          <ac:chgData name="Soumita Sengupta" userId="4afa6ce1-cb01-46c2-8538-4650222f0c96" providerId="ADAL" clId="{E312D671-FF45-4138-89B8-BF1BA535CB03}" dt="2021-06-04T11:29:36.708" v="168" actId="207"/>
          <ac:spMkLst>
            <pc:docMk/>
            <pc:sldMk cId="1491434200" sldId="882"/>
            <ac:spMk id="5" creationId="{BA7C92A5-213E-4745-87BD-2CBA254A5FD1}"/>
          </ac:spMkLst>
        </pc:spChg>
      </pc:sldChg>
      <pc:sldChg chg="addSp delSp modSp add mod">
        <pc:chgData name="Soumita Sengupta" userId="4afa6ce1-cb01-46c2-8538-4650222f0c96" providerId="ADAL" clId="{E312D671-FF45-4138-89B8-BF1BA535CB03}" dt="2021-06-07T09:04:08.865" v="1098" actId="14100"/>
        <pc:sldMkLst>
          <pc:docMk/>
          <pc:sldMk cId="3274614110" sldId="883"/>
        </pc:sldMkLst>
        <pc:spChg chg="del">
          <ac:chgData name="Soumita Sengupta" userId="4afa6ce1-cb01-46c2-8538-4650222f0c96" providerId="ADAL" clId="{E312D671-FF45-4138-89B8-BF1BA535CB03}" dt="2021-06-04T11:05:55.996" v="21" actId="478"/>
          <ac:spMkLst>
            <pc:docMk/>
            <pc:sldMk cId="3274614110" sldId="883"/>
            <ac:spMk id="3" creationId="{8EBF43EF-2B07-47F5-8581-BE0EFCEC3059}"/>
          </ac:spMkLst>
        </pc:spChg>
        <pc:spChg chg="mod">
          <ac:chgData name="Soumita Sengupta" userId="4afa6ce1-cb01-46c2-8538-4650222f0c96" providerId="ADAL" clId="{E312D671-FF45-4138-89B8-BF1BA535CB03}" dt="2021-06-04T11:30:01.901" v="216" actId="207"/>
          <ac:spMkLst>
            <pc:docMk/>
            <pc:sldMk cId="3274614110" sldId="883"/>
            <ac:spMk id="4" creationId="{6D8E2E62-CCA0-4E0C-A248-DF30B281F4BE}"/>
          </ac:spMkLst>
        </pc:spChg>
        <pc:spChg chg="mod">
          <ac:chgData name="Soumita Sengupta" userId="4afa6ce1-cb01-46c2-8538-4650222f0c96" providerId="ADAL" clId="{E312D671-FF45-4138-89B8-BF1BA535CB03}" dt="2021-06-04T11:30:01.901" v="216" actId="207"/>
          <ac:spMkLst>
            <pc:docMk/>
            <pc:sldMk cId="3274614110" sldId="883"/>
            <ac:spMk id="5" creationId="{BA7C92A5-213E-4745-87BD-2CBA254A5FD1}"/>
          </ac:spMkLst>
        </pc:spChg>
        <pc:picChg chg="del">
          <ac:chgData name="Soumita Sengupta" userId="4afa6ce1-cb01-46c2-8538-4650222f0c96" providerId="ADAL" clId="{E312D671-FF45-4138-89B8-BF1BA535CB03}" dt="2021-06-07T09:02:04.189" v="1090" actId="478"/>
          <ac:picMkLst>
            <pc:docMk/>
            <pc:sldMk cId="3274614110" sldId="883"/>
            <ac:picMk id="6" creationId="{C1626556-FF5A-4454-B82F-3D4C54B0C27F}"/>
          </ac:picMkLst>
        </pc:picChg>
        <pc:picChg chg="add mod">
          <ac:chgData name="Soumita Sengupta" userId="4afa6ce1-cb01-46c2-8538-4650222f0c96" providerId="ADAL" clId="{E312D671-FF45-4138-89B8-BF1BA535CB03}" dt="2021-06-07T09:04:08.865" v="1098" actId="14100"/>
          <ac:picMkLst>
            <pc:docMk/>
            <pc:sldMk cId="3274614110" sldId="883"/>
            <ac:picMk id="7" creationId="{2387C099-5F2E-421C-9965-D2F6476B8A8D}"/>
          </ac:picMkLst>
        </pc:picChg>
      </pc:sldChg>
      <pc:sldChg chg="modSp add mod">
        <pc:chgData name="Soumita Sengupta" userId="4afa6ce1-cb01-46c2-8538-4650222f0c96" providerId="ADAL" clId="{E312D671-FF45-4138-89B8-BF1BA535CB03}" dt="2021-06-08T10:21:09.048" v="1430" actId="20577"/>
        <pc:sldMkLst>
          <pc:docMk/>
          <pc:sldMk cId="2860083836" sldId="884"/>
        </pc:sldMkLst>
        <pc:spChg chg="mod">
          <ac:chgData name="Soumita Sengupta" userId="4afa6ce1-cb01-46c2-8538-4650222f0c96" providerId="ADAL" clId="{E312D671-FF45-4138-89B8-BF1BA535CB03}" dt="2021-06-08T10:21:09.048" v="1430" actId="20577"/>
          <ac:spMkLst>
            <pc:docMk/>
            <pc:sldMk cId="2860083836" sldId="884"/>
            <ac:spMk id="3" creationId="{8EBF43EF-2B07-47F5-8581-BE0EFCEC3059}"/>
          </ac:spMkLst>
        </pc:spChg>
        <pc:spChg chg="mod">
          <ac:chgData name="Soumita Sengupta" userId="4afa6ce1-cb01-46c2-8538-4650222f0c96" providerId="ADAL" clId="{E312D671-FF45-4138-89B8-BF1BA535CB03}" dt="2021-06-04T11:30:41.256" v="240" actId="207"/>
          <ac:spMkLst>
            <pc:docMk/>
            <pc:sldMk cId="2860083836" sldId="884"/>
            <ac:spMk id="4" creationId="{6D8E2E62-CCA0-4E0C-A248-DF30B281F4BE}"/>
          </ac:spMkLst>
        </pc:spChg>
        <pc:spChg chg="mod">
          <ac:chgData name="Soumita Sengupta" userId="4afa6ce1-cb01-46c2-8538-4650222f0c96" providerId="ADAL" clId="{E312D671-FF45-4138-89B8-BF1BA535CB03}" dt="2021-06-04T11:30:41.256" v="240" actId="207"/>
          <ac:spMkLst>
            <pc:docMk/>
            <pc:sldMk cId="2860083836" sldId="884"/>
            <ac:spMk id="5" creationId="{BA7C92A5-213E-4745-87BD-2CBA254A5FD1}"/>
          </ac:spMkLst>
        </pc:spChg>
      </pc:sldChg>
      <pc:sldChg chg="modSp add mod">
        <pc:chgData name="Soumita Sengupta" userId="4afa6ce1-cb01-46c2-8538-4650222f0c96" providerId="ADAL" clId="{E312D671-FF45-4138-89B8-BF1BA535CB03}" dt="2021-06-04T11:31:18.646" v="259" actId="207"/>
        <pc:sldMkLst>
          <pc:docMk/>
          <pc:sldMk cId="1217453013" sldId="885"/>
        </pc:sldMkLst>
        <pc:spChg chg="mod">
          <ac:chgData name="Soumita Sengupta" userId="4afa6ce1-cb01-46c2-8538-4650222f0c96" providerId="ADAL" clId="{E312D671-FF45-4138-89B8-BF1BA535CB03}" dt="2021-06-04T11:24:06.278" v="98" actId="255"/>
          <ac:spMkLst>
            <pc:docMk/>
            <pc:sldMk cId="1217453013" sldId="885"/>
            <ac:spMk id="3" creationId="{8EBF43EF-2B07-47F5-8581-BE0EFCEC3059}"/>
          </ac:spMkLst>
        </pc:spChg>
        <pc:spChg chg="mod">
          <ac:chgData name="Soumita Sengupta" userId="4afa6ce1-cb01-46c2-8538-4650222f0c96" providerId="ADAL" clId="{E312D671-FF45-4138-89B8-BF1BA535CB03}" dt="2021-06-04T11:31:18.646" v="259" actId="207"/>
          <ac:spMkLst>
            <pc:docMk/>
            <pc:sldMk cId="1217453013" sldId="885"/>
            <ac:spMk id="4" creationId="{6D8E2E62-CCA0-4E0C-A248-DF30B281F4BE}"/>
          </ac:spMkLst>
        </pc:spChg>
        <pc:spChg chg="mod">
          <ac:chgData name="Soumita Sengupta" userId="4afa6ce1-cb01-46c2-8538-4650222f0c96" providerId="ADAL" clId="{E312D671-FF45-4138-89B8-BF1BA535CB03}" dt="2021-06-04T11:31:18.646" v="259" actId="207"/>
          <ac:spMkLst>
            <pc:docMk/>
            <pc:sldMk cId="1217453013" sldId="885"/>
            <ac:spMk id="5" creationId="{BA7C92A5-213E-4745-87BD-2CBA254A5FD1}"/>
          </ac:spMkLst>
        </pc:spChg>
      </pc:sldChg>
      <pc:sldChg chg="modSp add mod">
        <pc:chgData name="Soumita Sengupta" userId="4afa6ce1-cb01-46c2-8538-4650222f0c96" providerId="ADAL" clId="{E312D671-FF45-4138-89B8-BF1BA535CB03}" dt="2021-06-04T11:31:29.643" v="289" actId="207"/>
        <pc:sldMkLst>
          <pc:docMk/>
          <pc:sldMk cId="864205736" sldId="886"/>
        </pc:sldMkLst>
        <pc:spChg chg="mod">
          <ac:chgData name="Soumita Sengupta" userId="4afa6ce1-cb01-46c2-8538-4650222f0c96" providerId="ADAL" clId="{E312D671-FF45-4138-89B8-BF1BA535CB03}" dt="2021-06-04T11:24:13.498" v="100" actId="27636"/>
          <ac:spMkLst>
            <pc:docMk/>
            <pc:sldMk cId="864205736" sldId="886"/>
            <ac:spMk id="3" creationId="{8EBF43EF-2B07-47F5-8581-BE0EFCEC3059}"/>
          </ac:spMkLst>
        </pc:spChg>
        <pc:spChg chg="mod">
          <ac:chgData name="Soumita Sengupta" userId="4afa6ce1-cb01-46c2-8538-4650222f0c96" providerId="ADAL" clId="{E312D671-FF45-4138-89B8-BF1BA535CB03}" dt="2021-06-04T11:31:29.643" v="289" actId="207"/>
          <ac:spMkLst>
            <pc:docMk/>
            <pc:sldMk cId="864205736" sldId="886"/>
            <ac:spMk id="4" creationId="{6D8E2E62-CCA0-4E0C-A248-DF30B281F4BE}"/>
          </ac:spMkLst>
        </pc:spChg>
        <pc:spChg chg="mod">
          <ac:chgData name="Soumita Sengupta" userId="4afa6ce1-cb01-46c2-8538-4650222f0c96" providerId="ADAL" clId="{E312D671-FF45-4138-89B8-BF1BA535CB03}" dt="2021-06-04T11:31:29.643" v="289" actId="207"/>
          <ac:spMkLst>
            <pc:docMk/>
            <pc:sldMk cId="864205736" sldId="886"/>
            <ac:spMk id="5" creationId="{BA7C92A5-213E-4745-87BD-2CBA254A5FD1}"/>
          </ac:spMkLst>
        </pc:spChg>
      </pc:sldChg>
      <pc:sldChg chg="modSp add mod">
        <pc:chgData name="Soumita Sengupta" userId="4afa6ce1-cb01-46c2-8538-4650222f0c96" providerId="ADAL" clId="{E312D671-FF45-4138-89B8-BF1BA535CB03}" dt="2021-06-04T11:31:38.928" v="311" actId="207"/>
        <pc:sldMkLst>
          <pc:docMk/>
          <pc:sldMk cId="3930354458" sldId="887"/>
        </pc:sldMkLst>
        <pc:spChg chg="mod">
          <ac:chgData name="Soumita Sengupta" userId="4afa6ce1-cb01-46c2-8538-4650222f0c96" providerId="ADAL" clId="{E312D671-FF45-4138-89B8-BF1BA535CB03}" dt="2021-06-04T11:24:19.398" v="101" actId="255"/>
          <ac:spMkLst>
            <pc:docMk/>
            <pc:sldMk cId="3930354458" sldId="887"/>
            <ac:spMk id="3" creationId="{8EBF43EF-2B07-47F5-8581-BE0EFCEC3059}"/>
          </ac:spMkLst>
        </pc:spChg>
        <pc:spChg chg="mod">
          <ac:chgData name="Soumita Sengupta" userId="4afa6ce1-cb01-46c2-8538-4650222f0c96" providerId="ADAL" clId="{E312D671-FF45-4138-89B8-BF1BA535CB03}" dt="2021-06-04T11:31:38.928" v="311" actId="207"/>
          <ac:spMkLst>
            <pc:docMk/>
            <pc:sldMk cId="3930354458" sldId="887"/>
            <ac:spMk id="4" creationId="{6D8E2E62-CCA0-4E0C-A248-DF30B281F4BE}"/>
          </ac:spMkLst>
        </pc:spChg>
        <pc:spChg chg="mod">
          <ac:chgData name="Soumita Sengupta" userId="4afa6ce1-cb01-46c2-8538-4650222f0c96" providerId="ADAL" clId="{E312D671-FF45-4138-89B8-BF1BA535CB03}" dt="2021-06-04T11:31:38.928" v="311" actId="207"/>
          <ac:spMkLst>
            <pc:docMk/>
            <pc:sldMk cId="3930354458" sldId="887"/>
            <ac:spMk id="5" creationId="{BA7C92A5-213E-4745-87BD-2CBA254A5FD1}"/>
          </ac:spMkLst>
        </pc:spChg>
      </pc:sldChg>
      <pc:sldChg chg="modSp add mod">
        <pc:chgData name="Soumita Sengupta" userId="4afa6ce1-cb01-46c2-8538-4650222f0c96" providerId="ADAL" clId="{E312D671-FF45-4138-89B8-BF1BA535CB03}" dt="2021-06-04T11:32:01.092" v="359" actId="207"/>
        <pc:sldMkLst>
          <pc:docMk/>
          <pc:sldMk cId="3369415015" sldId="888"/>
        </pc:sldMkLst>
        <pc:spChg chg="mod">
          <ac:chgData name="Soumita Sengupta" userId="4afa6ce1-cb01-46c2-8538-4650222f0c96" providerId="ADAL" clId="{E312D671-FF45-4138-89B8-BF1BA535CB03}" dt="2021-06-04T11:24:34.489" v="103" actId="255"/>
          <ac:spMkLst>
            <pc:docMk/>
            <pc:sldMk cId="3369415015" sldId="888"/>
            <ac:spMk id="3" creationId="{8EBF43EF-2B07-47F5-8581-BE0EFCEC3059}"/>
          </ac:spMkLst>
        </pc:spChg>
        <pc:spChg chg="mod">
          <ac:chgData name="Soumita Sengupta" userId="4afa6ce1-cb01-46c2-8538-4650222f0c96" providerId="ADAL" clId="{E312D671-FF45-4138-89B8-BF1BA535CB03}" dt="2021-06-04T11:32:01.092" v="359" actId="207"/>
          <ac:spMkLst>
            <pc:docMk/>
            <pc:sldMk cId="3369415015" sldId="888"/>
            <ac:spMk id="4" creationId="{6D8E2E62-CCA0-4E0C-A248-DF30B281F4BE}"/>
          </ac:spMkLst>
        </pc:spChg>
        <pc:spChg chg="mod">
          <ac:chgData name="Soumita Sengupta" userId="4afa6ce1-cb01-46c2-8538-4650222f0c96" providerId="ADAL" clId="{E312D671-FF45-4138-89B8-BF1BA535CB03}" dt="2021-06-04T11:32:01.092" v="359" actId="207"/>
          <ac:spMkLst>
            <pc:docMk/>
            <pc:sldMk cId="3369415015" sldId="888"/>
            <ac:spMk id="5" creationId="{BA7C92A5-213E-4745-87BD-2CBA254A5FD1}"/>
          </ac:spMkLst>
        </pc:spChg>
        <pc:picChg chg="mod">
          <ac:chgData name="Soumita Sengupta" userId="4afa6ce1-cb01-46c2-8538-4650222f0c96" providerId="ADAL" clId="{E312D671-FF45-4138-89B8-BF1BA535CB03}" dt="2021-06-04T11:31:52.315" v="336" actId="1076"/>
          <ac:picMkLst>
            <pc:docMk/>
            <pc:sldMk cId="3369415015" sldId="888"/>
            <ac:picMk id="6" creationId="{C8729B84-5E4D-4D4B-A018-8EE2052C1CF7}"/>
          </ac:picMkLst>
        </pc:picChg>
      </pc:sldChg>
      <pc:sldChg chg="modSp add mod">
        <pc:chgData name="Soumita Sengupta" userId="4afa6ce1-cb01-46c2-8538-4650222f0c96" providerId="ADAL" clId="{E312D671-FF45-4138-89B8-BF1BA535CB03}" dt="2021-06-04T11:31:47.909" v="335" actId="207"/>
        <pc:sldMkLst>
          <pc:docMk/>
          <pc:sldMk cId="1235970176" sldId="889"/>
        </pc:sldMkLst>
        <pc:spChg chg="mod">
          <ac:chgData name="Soumita Sengupta" userId="4afa6ce1-cb01-46c2-8538-4650222f0c96" providerId="ADAL" clId="{E312D671-FF45-4138-89B8-BF1BA535CB03}" dt="2021-06-04T11:24:27.122" v="102" actId="255"/>
          <ac:spMkLst>
            <pc:docMk/>
            <pc:sldMk cId="1235970176" sldId="889"/>
            <ac:spMk id="3" creationId="{8EBF43EF-2B07-47F5-8581-BE0EFCEC3059}"/>
          </ac:spMkLst>
        </pc:spChg>
        <pc:spChg chg="mod">
          <ac:chgData name="Soumita Sengupta" userId="4afa6ce1-cb01-46c2-8538-4650222f0c96" providerId="ADAL" clId="{E312D671-FF45-4138-89B8-BF1BA535CB03}" dt="2021-06-04T11:31:47.909" v="335" actId="207"/>
          <ac:spMkLst>
            <pc:docMk/>
            <pc:sldMk cId="1235970176" sldId="889"/>
            <ac:spMk id="4" creationId="{6D8E2E62-CCA0-4E0C-A248-DF30B281F4BE}"/>
          </ac:spMkLst>
        </pc:spChg>
        <pc:spChg chg="mod">
          <ac:chgData name="Soumita Sengupta" userId="4afa6ce1-cb01-46c2-8538-4650222f0c96" providerId="ADAL" clId="{E312D671-FF45-4138-89B8-BF1BA535CB03}" dt="2021-06-04T11:31:47.909" v="335" actId="207"/>
          <ac:spMkLst>
            <pc:docMk/>
            <pc:sldMk cId="1235970176" sldId="889"/>
            <ac:spMk id="5" creationId="{BA7C92A5-213E-4745-87BD-2CBA254A5FD1}"/>
          </ac:spMkLst>
        </pc:spChg>
      </pc:sldChg>
      <pc:sldChg chg="addSp delSp modSp add mod">
        <pc:chgData name="Soumita Sengupta" userId="4afa6ce1-cb01-46c2-8538-4650222f0c96" providerId="ADAL" clId="{E312D671-FF45-4138-89B8-BF1BA535CB03}" dt="2021-06-07T09:03:21.357" v="1097" actId="1076"/>
        <pc:sldMkLst>
          <pc:docMk/>
          <pc:sldMk cId="2775940916" sldId="890"/>
        </pc:sldMkLst>
        <pc:spChg chg="mod">
          <ac:chgData name="Soumita Sengupta" userId="4afa6ce1-cb01-46c2-8538-4650222f0c96" providerId="ADAL" clId="{E312D671-FF45-4138-89B8-BF1BA535CB03}" dt="2021-06-07T08:38:51.186" v="1089" actId="1076"/>
          <ac:spMkLst>
            <pc:docMk/>
            <pc:sldMk cId="2775940916" sldId="890"/>
            <ac:spMk id="3" creationId="{8EBF43EF-2B07-47F5-8581-BE0EFCEC3059}"/>
          </ac:spMkLst>
        </pc:spChg>
        <pc:spChg chg="mod">
          <ac:chgData name="Soumita Sengupta" userId="4afa6ce1-cb01-46c2-8538-4650222f0c96" providerId="ADAL" clId="{E312D671-FF45-4138-89B8-BF1BA535CB03}" dt="2021-06-04T11:32:12.128" v="378" actId="207"/>
          <ac:spMkLst>
            <pc:docMk/>
            <pc:sldMk cId="2775940916" sldId="890"/>
            <ac:spMk id="4" creationId="{6D8E2E62-CCA0-4E0C-A248-DF30B281F4BE}"/>
          </ac:spMkLst>
        </pc:spChg>
        <pc:spChg chg="mod">
          <ac:chgData name="Soumita Sengupta" userId="4afa6ce1-cb01-46c2-8538-4650222f0c96" providerId="ADAL" clId="{E312D671-FF45-4138-89B8-BF1BA535CB03}" dt="2021-06-04T11:32:12.128" v="378" actId="207"/>
          <ac:spMkLst>
            <pc:docMk/>
            <pc:sldMk cId="2775940916" sldId="890"/>
            <ac:spMk id="5" creationId="{BA7C92A5-213E-4745-87BD-2CBA254A5FD1}"/>
          </ac:spMkLst>
        </pc:spChg>
        <pc:picChg chg="del">
          <ac:chgData name="Soumita Sengupta" userId="4afa6ce1-cb01-46c2-8538-4650222f0c96" providerId="ADAL" clId="{E312D671-FF45-4138-89B8-BF1BA535CB03}" dt="2021-06-07T08:36:10.128" v="956" actId="478"/>
          <ac:picMkLst>
            <pc:docMk/>
            <pc:sldMk cId="2775940916" sldId="890"/>
            <ac:picMk id="7" creationId="{9A8C2B5C-C698-4E39-A7B6-C29ED4E9E232}"/>
          </ac:picMkLst>
        </pc:picChg>
        <pc:picChg chg="add mod">
          <ac:chgData name="Soumita Sengupta" userId="4afa6ce1-cb01-46c2-8538-4650222f0c96" providerId="ADAL" clId="{E312D671-FF45-4138-89B8-BF1BA535CB03}" dt="2021-06-07T09:03:21.357" v="1097" actId="1076"/>
          <ac:picMkLst>
            <pc:docMk/>
            <pc:sldMk cId="2775940916" sldId="890"/>
            <ac:picMk id="8" creationId="{1EF1512B-D995-48FB-AF9A-023A88D69640}"/>
          </ac:picMkLst>
        </pc:picChg>
      </pc:sldChg>
      <pc:sldChg chg="modSp add mod">
        <pc:chgData name="Soumita Sengupta" userId="4afa6ce1-cb01-46c2-8538-4650222f0c96" providerId="ADAL" clId="{E312D671-FF45-4138-89B8-BF1BA535CB03}" dt="2021-06-04T11:32:22.669" v="395" actId="207"/>
        <pc:sldMkLst>
          <pc:docMk/>
          <pc:sldMk cId="1653010389" sldId="891"/>
        </pc:sldMkLst>
        <pc:spChg chg="mod">
          <ac:chgData name="Soumita Sengupta" userId="4afa6ce1-cb01-46c2-8538-4650222f0c96" providerId="ADAL" clId="{E312D671-FF45-4138-89B8-BF1BA535CB03}" dt="2021-06-04T11:24:48.450" v="105" actId="255"/>
          <ac:spMkLst>
            <pc:docMk/>
            <pc:sldMk cId="1653010389" sldId="891"/>
            <ac:spMk id="3" creationId="{8EBF43EF-2B07-47F5-8581-BE0EFCEC3059}"/>
          </ac:spMkLst>
        </pc:spChg>
        <pc:spChg chg="mod">
          <ac:chgData name="Soumita Sengupta" userId="4afa6ce1-cb01-46c2-8538-4650222f0c96" providerId="ADAL" clId="{E312D671-FF45-4138-89B8-BF1BA535CB03}" dt="2021-06-04T11:32:22.669" v="395" actId="207"/>
          <ac:spMkLst>
            <pc:docMk/>
            <pc:sldMk cId="1653010389" sldId="891"/>
            <ac:spMk id="4" creationId="{6D8E2E62-CCA0-4E0C-A248-DF30B281F4BE}"/>
          </ac:spMkLst>
        </pc:spChg>
        <pc:spChg chg="mod">
          <ac:chgData name="Soumita Sengupta" userId="4afa6ce1-cb01-46c2-8538-4650222f0c96" providerId="ADAL" clId="{E312D671-FF45-4138-89B8-BF1BA535CB03}" dt="2021-06-04T11:32:22.669" v="395" actId="207"/>
          <ac:spMkLst>
            <pc:docMk/>
            <pc:sldMk cId="1653010389" sldId="891"/>
            <ac:spMk id="5" creationId="{BA7C92A5-213E-4745-87BD-2CBA254A5FD1}"/>
          </ac:spMkLst>
        </pc:spChg>
      </pc:sldChg>
      <pc:sldChg chg="modSp add mod">
        <pc:chgData name="Soumita Sengupta" userId="4afa6ce1-cb01-46c2-8538-4650222f0c96" providerId="ADAL" clId="{E312D671-FF45-4138-89B8-BF1BA535CB03}" dt="2021-06-07T08:38:35.223" v="1087" actId="1076"/>
        <pc:sldMkLst>
          <pc:docMk/>
          <pc:sldMk cId="1390551958" sldId="892"/>
        </pc:sldMkLst>
        <pc:spChg chg="mod">
          <ac:chgData name="Soumita Sengupta" userId="4afa6ce1-cb01-46c2-8538-4650222f0c96" providerId="ADAL" clId="{E312D671-FF45-4138-89B8-BF1BA535CB03}" dt="2021-06-04T11:32:47.164" v="421" actId="14100"/>
          <ac:spMkLst>
            <pc:docMk/>
            <pc:sldMk cId="1390551958" sldId="892"/>
            <ac:spMk id="3" creationId="{8EBF43EF-2B07-47F5-8581-BE0EFCEC3059}"/>
          </ac:spMkLst>
        </pc:spChg>
        <pc:spChg chg="mod">
          <ac:chgData name="Soumita Sengupta" userId="4afa6ce1-cb01-46c2-8538-4650222f0c96" providerId="ADAL" clId="{E312D671-FF45-4138-89B8-BF1BA535CB03}" dt="2021-06-04T11:32:55.571" v="443" actId="1035"/>
          <ac:spMkLst>
            <pc:docMk/>
            <pc:sldMk cId="1390551958" sldId="892"/>
            <ac:spMk id="4" creationId="{6D8E2E62-CCA0-4E0C-A248-DF30B281F4BE}"/>
          </ac:spMkLst>
        </pc:spChg>
        <pc:spChg chg="mod">
          <ac:chgData name="Soumita Sengupta" userId="4afa6ce1-cb01-46c2-8538-4650222f0c96" providerId="ADAL" clId="{E312D671-FF45-4138-89B8-BF1BA535CB03}" dt="2021-06-04T11:32:55.571" v="443" actId="1035"/>
          <ac:spMkLst>
            <pc:docMk/>
            <pc:sldMk cId="1390551958" sldId="892"/>
            <ac:spMk id="5" creationId="{BA7C92A5-213E-4745-87BD-2CBA254A5FD1}"/>
          </ac:spMkLst>
        </pc:spChg>
        <pc:graphicFrameChg chg="mod modGraphic">
          <ac:chgData name="Soumita Sengupta" userId="4afa6ce1-cb01-46c2-8538-4650222f0c96" providerId="ADAL" clId="{E312D671-FF45-4138-89B8-BF1BA535CB03}" dt="2021-06-07T08:38:35.223" v="1087" actId="1076"/>
          <ac:graphicFrameMkLst>
            <pc:docMk/>
            <pc:sldMk cId="1390551958" sldId="892"/>
            <ac:graphicFrameMk id="6" creationId="{193B423A-5E51-4431-A771-C1BF2FE92127}"/>
          </ac:graphicFrameMkLst>
        </pc:graphicFrameChg>
      </pc:sldChg>
      <pc:sldChg chg="modSp add mod">
        <pc:chgData name="Soumita Sengupta" userId="4afa6ce1-cb01-46c2-8538-4650222f0c96" providerId="ADAL" clId="{E312D671-FF45-4138-89B8-BF1BA535CB03}" dt="2021-06-04T11:32:36" v="420" actId="207"/>
        <pc:sldMkLst>
          <pc:docMk/>
          <pc:sldMk cId="744508730" sldId="893"/>
        </pc:sldMkLst>
        <pc:spChg chg="mod">
          <ac:chgData name="Soumita Sengupta" userId="4afa6ce1-cb01-46c2-8538-4650222f0c96" providerId="ADAL" clId="{E312D671-FF45-4138-89B8-BF1BA535CB03}" dt="2021-06-04T11:24:56.355" v="106" actId="255"/>
          <ac:spMkLst>
            <pc:docMk/>
            <pc:sldMk cId="744508730" sldId="893"/>
            <ac:spMk id="3" creationId="{8EBF43EF-2B07-47F5-8581-BE0EFCEC3059}"/>
          </ac:spMkLst>
        </pc:spChg>
        <pc:spChg chg="mod">
          <ac:chgData name="Soumita Sengupta" userId="4afa6ce1-cb01-46c2-8538-4650222f0c96" providerId="ADAL" clId="{E312D671-FF45-4138-89B8-BF1BA535CB03}" dt="2021-06-04T11:32:36" v="420" actId="207"/>
          <ac:spMkLst>
            <pc:docMk/>
            <pc:sldMk cId="744508730" sldId="893"/>
            <ac:spMk id="4" creationId="{6D8E2E62-CCA0-4E0C-A248-DF30B281F4BE}"/>
          </ac:spMkLst>
        </pc:spChg>
        <pc:spChg chg="mod">
          <ac:chgData name="Soumita Sengupta" userId="4afa6ce1-cb01-46c2-8538-4650222f0c96" providerId="ADAL" clId="{E312D671-FF45-4138-89B8-BF1BA535CB03}" dt="2021-06-04T11:32:36" v="420" actId="207"/>
          <ac:spMkLst>
            <pc:docMk/>
            <pc:sldMk cId="744508730" sldId="893"/>
            <ac:spMk id="5" creationId="{BA7C92A5-213E-4745-87BD-2CBA254A5FD1}"/>
          </ac:spMkLst>
        </pc:spChg>
        <pc:picChg chg="mod">
          <ac:chgData name="Soumita Sengupta" userId="4afa6ce1-cb01-46c2-8538-4650222f0c96" providerId="ADAL" clId="{E312D671-FF45-4138-89B8-BF1BA535CB03}" dt="2021-06-04T11:32:26.584" v="396" actId="1076"/>
          <ac:picMkLst>
            <pc:docMk/>
            <pc:sldMk cId="744508730" sldId="893"/>
            <ac:picMk id="6" creationId="{3D96E806-0ADC-4420-931A-2FAEC8E799C6}"/>
          </ac:picMkLst>
        </pc:picChg>
      </pc:sldChg>
      <pc:sldChg chg="addSp delSp modSp add mod">
        <pc:chgData name="Soumita Sengupta" userId="4afa6ce1-cb01-46c2-8538-4650222f0c96" providerId="ADAL" clId="{E312D671-FF45-4138-89B8-BF1BA535CB03}" dt="2021-06-07T08:32:06.405" v="955" actId="20577"/>
        <pc:sldMkLst>
          <pc:docMk/>
          <pc:sldMk cId="3073096925" sldId="894"/>
        </pc:sldMkLst>
        <pc:spChg chg="mod">
          <ac:chgData name="Soumita Sengupta" userId="4afa6ce1-cb01-46c2-8538-4650222f0c96" providerId="ADAL" clId="{E312D671-FF45-4138-89B8-BF1BA535CB03}" dt="2021-06-07T08:32:06.405" v="955" actId="20577"/>
          <ac:spMkLst>
            <pc:docMk/>
            <pc:sldMk cId="3073096925" sldId="894"/>
            <ac:spMk id="2" creationId="{CC29CD5A-DA29-4205-87DF-11C938A1CD53}"/>
          </ac:spMkLst>
        </pc:spChg>
        <pc:spChg chg="mod">
          <ac:chgData name="Soumita Sengupta" userId="4afa6ce1-cb01-46c2-8538-4650222f0c96" providerId="ADAL" clId="{E312D671-FF45-4138-89B8-BF1BA535CB03}" dt="2021-06-04T11:25:22.724" v="110" actId="255"/>
          <ac:spMkLst>
            <pc:docMk/>
            <pc:sldMk cId="3073096925" sldId="894"/>
            <ac:spMk id="3" creationId="{8EBF43EF-2B07-47F5-8581-BE0EFCEC3059}"/>
          </ac:spMkLst>
        </pc:spChg>
        <pc:spChg chg="mod">
          <ac:chgData name="Soumita Sengupta" userId="4afa6ce1-cb01-46c2-8538-4650222f0c96" providerId="ADAL" clId="{E312D671-FF45-4138-89B8-BF1BA535CB03}" dt="2021-06-04T11:34:36.261" v="463" actId="207"/>
          <ac:spMkLst>
            <pc:docMk/>
            <pc:sldMk cId="3073096925" sldId="894"/>
            <ac:spMk id="4" creationId="{6D8E2E62-CCA0-4E0C-A248-DF30B281F4BE}"/>
          </ac:spMkLst>
        </pc:spChg>
        <pc:spChg chg="mod">
          <ac:chgData name="Soumita Sengupta" userId="4afa6ce1-cb01-46c2-8538-4650222f0c96" providerId="ADAL" clId="{E312D671-FF45-4138-89B8-BF1BA535CB03}" dt="2021-06-04T11:34:36.261" v="463" actId="207"/>
          <ac:spMkLst>
            <pc:docMk/>
            <pc:sldMk cId="3073096925" sldId="894"/>
            <ac:spMk id="5" creationId="{BA7C92A5-213E-4745-87BD-2CBA254A5FD1}"/>
          </ac:spMkLst>
        </pc:spChg>
        <pc:picChg chg="add mod">
          <ac:chgData name="Soumita Sengupta" userId="4afa6ce1-cb01-46c2-8538-4650222f0c96" providerId="ADAL" clId="{E312D671-FF45-4138-89B8-BF1BA535CB03}" dt="2021-06-07T08:31:56.986" v="951" actId="208"/>
          <ac:picMkLst>
            <pc:docMk/>
            <pc:sldMk cId="3073096925" sldId="894"/>
            <ac:picMk id="7" creationId="{6E56EEC7-6B92-47D3-ADC6-78D5E56BB2B9}"/>
          </ac:picMkLst>
        </pc:picChg>
        <pc:picChg chg="del mod">
          <ac:chgData name="Soumita Sengupta" userId="4afa6ce1-cb01-46c2-8538-4650222f0c96" providerId="ADAL" clId="{E312D671-FF45-4138-89B8-BF1BA535CB03}" dt="2021-06-07T08:31:41.665" v="946" actId="478"/>
          <ac:picMkLst>
            <pc:docMk/>
            <pc:sldMk cId="3073096925" sldId="894"/>
            <ac:picMk id="8" creationId="{A18BC642-C4ED-423B-A428-05B4F5AE4FBA}"/>
          </ac:picMkLst>
        </pc:picChg>
      </pc:sldChg>
      <pc:sldChg chg="modSp add mod">
        <pc:chgData name="Soumita Sengupta" userId="4afa6ce1-cb01-46c2-8538-4650222f0c96" providerId="ADAL" clId="{E312D671-FF45-4138-89B8-BF1BA535CB03}" dt="2021-06-07T08:21:12.196" v="917" actId="20577"/>
        <pc:sldMkLst>
          <pc:docMk/>
          <pc:sldMk cId="1291504349" sldId="895"/>
        </pc:sldMkLst>
        <pc:spChg chg="mod">
          <ac:chgData name="Soumita Sengupta" userId="4afa6ce1-cb01-46c2-8538-4650222f0c96" providerId="ADAL" clId="{E312D671-FF45-4138-89B8-BF1BA535CB03}" dt="2021-06-07T08:21:12.196" v="917" actId="20577"/>
          <ac:spMkLst>
            <pc:docMk/>
            <pc:sldMk cId="1291504349" sldId="895"/>
            <ac:spMk id="2" creationId="{CC29CD5A-DA29-4205-87DF-11C938A1CD53}"/>
          </ac:spMkLst>
        </pc:spChg>
        <pc:spChg chg="mod">
          <ac:chgData name="Soumita Sengupta" userId="4afa6ce1-cb01-46c2-8538-4650222f0c96" providerId="ADAL" clId="{E312D671-FF45-4138-89B8-BF1BA535CB03}" dt="2021-06-04T11:25:30.632" v="111" actId="255"/>
          <ac:spMkLst>
            <pc:docMk/>
            <pc:sldMk cId="1291504349" sldId="895"/>
            <ac:spMk id="3" creationId="{8EBF43EF-2B07-47F5-8581-BE0EFCEC3059}"/>
          </ac:spMkLst>
        </pc:spChg>
        <pc:spChg chg="mod">
          <ac:chgData name="Soumita Sengupta" userId="4afa6ce1-cb01-46c2-8538-4650222f0c96" providerId="ADAL" clId="{E312D671-FF45-4138-89B8-BF1BA535CB03}" dt="2021-06-04T11:34:51.483" v="510" actId="207"/>
          <ac:spMkLst>
            <pc:docMk/>
            <pc:sldMk cId="1291504349" sldId="895"/>
            <ac:spMk id="4" creationId="{6D8E2E62-CCA0-4E0C-A248-DF30B281F4BE}"/>
          </ac:spMkLst>
        </pc:spChg>
        <pc:spChg chg="mod">
          <ac:chgData name="Soumita Sengupta" userId="4afa6ce1-cb01-46c2-8538-4650222f0c96" providerId="ADAL" clId="{E312D671-FF45-4138-89B8-BF1BA535CB03}" dt="2021-06-04T11:34:51.483" v="510" actId="207"/>
          <ac:spMkLst>
            <pc:docMk/>
            <pc:sldMk cId="1291504349" sldId="895"/>
            <ac:spMk id="5" creationId="{BA7C92A5-213E-4745-87BD-2CBA254A5FD1}"/>
          </ac:spMkLst>
        </pc:spChg>
        <pc:picChg chg="mod">
          <ac:chgData name="Soumita Sengupta" userId="4afa6ce1-cb01-46c2-8538-4650222f0c96" providerId="ADAL" clId="{E312D671-FF45-4138-89B8-BF1BA535CB03}" dt="2021-06-07T08:21:09.637" v="916" actId="1076"/>
          <ac:picMkLst>
            <pc:docMk/>
            <pc:sldMk cId="1291504349" sldId="895"/>
            <ac:picMk id="7" creationId="{FE9834AA-7431-4674-9944-4E799A4F07D2}"/>
          </ac:picMkLst>
        </pc:picChg>
      </pc:sldChg>
      <pc:sldChg chg="modSp add mod">
        <pc:chgData name="Soumita Sengupta" userId="4afa6ce1-cb01-46c2-8538-4650222f0c96" providerId="ADAL" clId="{E312D671-FF45-4138-89B8-BF1BA535CB03}" dt="2021-06-04T11:35:14.368" v="566" actId="207"/>
        <pc:sldMkLst>
          <pc:docMk/>
          <pc:sldMk cId="3548325935" sldId="896"/>
        </pc:sldMkLst>
        <pc:spChg chg="mod">
          <ac:chgData name="Soumita Sengupta" userId="4afa6ce1-cb01-46c2-8538-4650222f0c96" providerId="ADAL" clId="{E312D671-FF45-4138-89B8-BF1BA535CB03}" dt="2021-06-04T11:35:14.368" v="566" actId="207"/>
          <ac:spMkLst>
            <pc:docMk/>
            <pc:sldMk cId="3548325935" sldId="896"/>
            <ac:spMk id="4" creationId="{6D8E2E62-CCA0-4E0C-A248-DF30B281F4BE}"/>
          </ac:spMkLst>
        </pc:spChg>
        <pc:spChg chg="mod">
          <ac:chgData name="Soumita Sengupta" userId="4afa6ce1-cb01-46c2-8538-4650222f0c96" providerId="ADAL" clId="{E312D671-FF45-4138-89B8-BF1BA535CB03}" dt="2021-06-04T11:35:14.368" v="566" actId="207"/>
          <ac:spMkLst>
            <pc:docMk/>
            <pc:sldMk cId="3548325935" sldId="896"/>
            <ac:spMk id="5" creationId="{BA7C92A5-213E-4745-87BD-2CBA254A5FD1}"/>
          </ac:spMkLst>
        </pc:spChg>
        <pc:graphicFrameChg chg="modGraphic">
          <ac:chgData name="Soumita Sengupta" userId="4afa6ce1-cb01-46c2-8538-4650222f0c96" providerId="ADAL" clId="{E312D671-FF45-4138-89B8-BF1BA535CB03}" dt="2021-06-04T11:25:40.922" v="113" actId="255"/>
          <ac:graphicFrameMkLst>
            <pc:docMk/>
            <pc:sldMk cId="3548325935" sldId="896"/>
            <ac:graphicFrameMk id="6" creationId="{28170C70-7AFB-4DA4-B2A0-A5393E9AF7D6}"/>
          </ac:graphicFrameMkLst>
        </pc:graphicFrameChg>
      </pc:sldChg>
      <pc:sldChg chg="modSp add mod">
        <pc:chgData name="Soumita Sengupta" userId="4afa6ce1-cb01-46c2-8538-4650222f0c96" providerId="ADAL" clId="{E312D671-FF45-4138-89B8-BF1BA535CB03}" dt="2021-06-04T11:35:05.959" v="540" actId="207"/>
        <pc:sldMkLst>
          <pc:docMk/>
          <pc:sldMk cId="2692143165" sldId="897"/>
        </pc:sldMkLst>
        <pc:spChg chg="mod">
          <ac:chgData name="Soumita Sengupta" userId="4afa6ce1-cb01-46c2-8538-4650222f0c96" providerId="ADAL" clId="{E312D671-FF45-4138-89B8-BF1BA535CB03}" dt="2021-06-04T11:35:05.959" v="540" actId="207"/>
          <ac:spMkLst>
            <pc:docMk/>
            <pc:sldMk cId="2692143165" sldId="897"/>
            <ac:spMk id="4" creationId="{6D8E2E62-CCA0-4E0C-A248-DF30B281F4BE}"/>
          </ac:spMkLst>
        </pc:spChg>
        <pc:spChg chg="mod">
          <ac:chgData name="Soumita Sengupta" userId="4afa6ce1-cb01-46c2-8538-4650222f0c96" providerId="ADAL" clId="{E312D671-FF45-4138-89B8-BF1BA535CB03}" dt="2021-06-04T11:35:05.959" v="540" actId="207"/>
          <ac:spMkLst>
            <pc:docMk/>
            <pc:sldMk cId="2692143165" sldId="897"/>
            <ac:spMk id="5" creationId="{BA7C92A5-213E-4745-87BD-2CBA254A5FD1}"/>
          </ac:spMkLst>
        </pc:spChg>
        <pc:graphicFrameChg chg="modGraphic">
          <ac:chgData name="Soumita Sengupta" userId="4afa6ce1-cb01-46c2-8538-4650222f0c96" providerId="ADAL" clId="{E312D671-FF45-4138-89B8-BF1BA535CB03}" dt="2021-06-04T11:25:36.294" v="112" actId="255"/>
          <ac:graphicFrameMkLst>
            <pc:docMk/>
            <pc:sldMk cId="2692143165" sldId="897"/>
            <ac:graphicFrameMk id="6" creationId="{28170C70-7AFB-4DA4-B2A0-A5393E9AF7D6}"/>
          </ac:graphicFrameMkLst>
        </pc:graphicFrameChg>
      </pc:sldChg>
      <pc:sldChg chg="modSp add mod">
        <pc:chgData name="Soumita Sengupta" userId="4afa6ce1-cb01-46c2-8538-4650222f0c96" providerId="ADAL" clId="{E312D671-FF45-4138-89B8-BF1BA535CB03}" dt="2021-06-04T11:35:22.194" v="589" actId="207"/>
        <pc:sldMkLst>
          <pc:docMk/>
          <pc:sldMk cId="554284285" sldId="898"/>
        </pc:sldMkLst>
        <pc:spChg chg="mod">
          <ac:chgData name="Soumita Sengupta" userId="4afa6ce1-cb01-46c2-8538-4650222f0c96" providerId="ADAL" clId="{E312D671-FF45-4138-89B8-BF1BA535CB03}" dt="2021-06-04T11:35:22.194" v="589" actId="207"/>
          <ac:spMkLst>
            <pc:docMk/>
            <pc:sldMk cId="554284285" sldId="898"/>
            <ac:spMk id="4" creationId="{6D8E2E62-CCA0-4E0C-A248-DF30B281F4BE}"/>
          </ac:spMkLst>
        </pc:spChg>
        <pc:spChg chg="mod">
          <ac:chgData name="Soumita Sengupta" userId="4afa6ce1-cb01-46c2-8538-4650222f0c96" providerId="ADAL" clId="{E312D671-FF45-4138-89B8-BF1BA535CB03}" dt="2021-06-04T11:35:22.194" v="589" actId="207"/>
          <ac:spMkLst>
            <pc:docMk/>
            <pc:sldMk cId="554284285" sldId="898"/>
            <ac:spMk id="5" creationId="{BA7C92A5-213E-4745-87BD-2CBA254A5FD1}"/>
          </ac:spMkLst>
        </pc:spChg>
        <pc:spChg chg="mod">
          <ac:chgData name="Soumita Sengupta" userId="4afa6ce1-cb01-46c2-8538-4650222f0c96" providerId="ADAL" clId="{E312D671-FF45-4138-89B8-BF1BA535CB03}" dt="2021-06-04T11:25:53.341" v="116" actId="255"/>
          <ac:spMkLst>
            <pc:docMk/>
            <pc:sldMk cId="554284285" sldId="898"/>
            <ac:spMk id="7" creationId="{CDFB9A60-0BE4-42AF-8C71-6561C2578D7E}"/>
          </ac:spMkLst>
        </pc:spChg>
        <pc:graphicFrameChg chg="modGraphic">
          <ac:chgData name="Soumita Sengupta" userId="4afa6ce1-cb01-46c2-8538-4650222f0c96" providerId="ADAL" clId="{E312D671-FF45-4138-89B8-BF1BA535CB03}" dt="2021-06-04T11:25:48.518" v="115" actId="2711"/>
          <ac:graphicFrameMkLst>
            <pc:docMk/>
            <pc:sldMk cId="554284285" sldId="898"/>
            <ac:graphicFrameMk id="8" creationId="{ADCB802A-FAE6-42F0-9E8D-5B5CC8015DFC}"/>
          </ac:graphicFrameMkLst>
        </pc:graphicFrameChg>
      </pc:sldChg>
      <pc:sldChg chg="modSp add mod">
        <pc:chgData name="Soumita Sengupta" userId="4afa6ce1-cb01-46c2-8538-4650222f0c96" providerId="ADAL" clId="{E312D671-FF45-4138-89B8-BF1BA535CB03}" dt="2021-06-04T11:35:30.414" v="608" actId="207"/>
        <pc:sldMkLst>
          <pc:docMk/>
          <pc:sldMk cId="2350677783" sldId="899"/>
        </pc:sldMkLst>
        <pc:spChg chg="mod">
          <ac:chgData name="Soumita Sengupta" userId="4afa6ce1-cb01-46c2-8538-4650222f0c96" providerId="ADAL" clId="{E312D671-FF45-4138-89B8-BF1BA535CB03}" dt="2021-06-04T11:35:30.414" v="608" actId="207"/>
          <ac:spMkLst>
            <pc:docMk/>
            <pc:sldMk cId="2350677783" sldId="899"/>
            <ac:spMk id="4" creationId="{6D8E2E62-CCA0-4E0C-A248-DF30B281F4BE}"/>
          </ac:spMkLst>
        </pc:spChg>
        <pc:spChg chg="mod">
          <ac:chgData name="Soumita Sengupta" userId="4afa6ce1-cb01-46c2-8538-4650222f0c96" providerId="ADAL" clId="{E312D671-FF45-4138-89B8-BF1BA535CB03}" dt="2021-06-04T11:35:30.414" v="608" actId="207"/>
          <ac:spMkLst>
            <pc:docMk/>
            <pc:sldMk cId="2350677783" sldId="899"/>
            <ac:spMk id="5" creationId="{BA7C92A5-213E-4745-87BD-2CBA254A5FD1}"/>
          </ac:spMkLst>
        </pc:spChg>
        <pc:spChg chg="mod">
          <ac:chgData name="Soumita Sengupta" userId="4afa6ce1-cb01-46c2-8538-4650222f0c96" providerId="ADAL" clId="{E312D671-FF45-4138-89B8-BF1BA535CB03}" dt="2021-06-04T11:26:03.470" v="118" actId="255"/>
          <ac:spMkLst>
            <pc:docMk/>
            <pc:sldMk cId="2350677783" sldId="899"/>
            <ac:spMk id="7" creationId="{CDFB9A60-0BE4-42AF-8C71-6561C2578D7E}"/>
          </ac:spMkLst>
        </pc:spChg>
        <pc:graphicFrameChg chg="modGraphic">
          <ac:chgData name="Soumita Sengupta" userId="4afa6ce1-cb01-46c2-8538-4650222f0c96" providerId="ADAL" clId="{E312D671-FF45-4138-89B8-BF1BA535CB03}" dt="2021-06-04T11:25:58.638" v="117" actId="255"/>
          <ac:graphicFrameMkLst>
            <pc:docMk/>
            <pc:sldMk cId="2350677783" sldId="899"/>
            <ac:graphicFrameMk id="3" creationId="{4DCE052C-8039-479B-88E8-6EFA96936012}"/>
          </ac:graphicFrameMkLst>
        </pc:graphicFrameChg>
      </pc:sldChg>
      <pc:sldChg chg="modSp add mod">
        <pc:chgData name="Soumita Sengupta" userId="4afa6ce1-cb01-46c2-8538-4650222f0c96" providerId="ADAL" clId="{E312D671-FF45-4138-89B8-BF1BA535CB03}" dt="2021-06-04T11:35:49.357" v="634" actId="207"/>
        <pc:sldMkLst>
          <pc:docMk/>
          <pc:sldMk cId="3785164751" sldId="900"/>
        </pc:sldMkLst>
        <pc:spChg chg="mod">
          <ac:chgData name="Soumita Sengupta" userId="4afa6ce1-cb01-46c2-8538-4650222f0c96" providerId="ADAL" clId="{E312D671-FF45-4138-89B8-BF1BA535CB03}" dt="2021-06-04T11:35:49.357" v="634" actId="207"/>
          <ac:spMkLst>
            <pc:docMk/>
            <pc:sldMk cId="3785164751" sldId="900"/>
            <ac:spMk id="4" creationId="{6D8E2E62-CCA0-4E0C-A248-DF30B281F4BE}"/>
          </ac:spMkLst>
        </pc:spChg>
        <pc:spChg chg="mod">
          <ac:chgData name="Soumita Sengupta" userId="4afa6ce1-cb01-46c2-8538-4650222f0c96" providerId="ADAL" clId="{E312D671-FF45-4138-89B8-BF1BA535CB03}" dt="2021-06-04T11:35:49.357" v="634" actId="207"/>
          <ac:spMkLst>
            <pc:docMk/>
            <pc:sldMk cId="3785164751" sldId="900"/>
            <ac:spMk id="5" creationId="{BA7C92A5-213E-4745-87BD-2CBA254A5FD1}"/>
          </ac:spMkLst>
        </pc:spChg>
        <pc:spChg chg="mod">
          <ac:chgData name="Soumita Sengupta" userId="4afa6ce1-cb01-46c2-8538-4650222f0c96" providerId="ADAL" clId="{E312D671-FF45-4138-89B8-BF1BA535CB03}" dt="2021-06-04T11:26:14.636" v="119" actId="255"/>
          <ac:spMkLst>
            <pc:docMk/>
            <pc:sldMk cId="3785164751" sldId="900"/>
            <ac:spMk id="7" creationId="{CDFB9A60-0BE4-42AF-8C71-6561C2578D7E}"/>
          </ac:spMkLst>
        </pc:spChg>
        <pc:picChg chg="mod">
          <ac:chgData name="Soumita Sengupta" userId="4afa6ce1-cb01-46c2-8538-4650222f0c96" providerId="ADAL" clId="{E312D671-FF45-4138-89B8-BF1BA535CB03}" dt="2021-06-04T11:35:36.118" v="609" actId="1076"/>
          <ac:picMkLst>
            <pc:docMk/>
            <pc:sldMk cId="3785164751" sldId="900"/>
            <ac:picMk id="8" creationId="{D51D1734-DF0C-467F-9648-E211462ECEAB}"/>
          </ac:picMkLst>
        </pc:picChg>
      </pc:sldChg>
      <pc:sldChg chg="modSp add mod">
        <pc:chgData name="Soumita Sengupta" userId="4afa6ce1-cb01-46c2-8538-4650222f0c96" providerId="ADAL" clId="{E312D671-FF45-4138-89B8-BF1BA535CB03}" dt="2021-06-04T11:37:42.973" v="680" actId="1036"/>
        <pc:sldMkLst>
          <pc:docMk/>
          <pc:sldMk cId="4293752383" sldId="901"/>
        </pc:sldMkLst>
        <pc:spChg chg="mod">
          <ac:chgData name="Soumita Sengupta" userId="4afa6ce1-cb01-46c2-8538-4650222f0c96" providerId="ADAL" clId="{E312D671-FF45-4138-89B8-BF1BA535CB03}" dt="2021-06-04T11:37:42.973" v="680" actId="1036"/>
          <ac:spMkLst>
            <pc:docMk/>
            <pc:sldMk cId="4293752383" sldId="901"/>
            <ac:spMk id="4" creationId="{6D8E2E62-CCA0-4E0C-A248-DF30B281F4BE}"/>
          </ac:spMkLst>
        </pc:spChg>
        <pc:spChg chg="mod">
          <ac:chgData name="Soumita Sengupta" userId="4afa6ce1-cb01-46c2-8538-4650222f0c96" providerId="ADAL" clId="{E312D671-FF45-4138-89B8-BF1BA535CB03}" dt="2021-06-04T11:37:42.973" v="680" actId="1036"/>
          <ac:spMkLst>
            <pc:docMk/>
            <pc:sldMk cId="4293752383" sldId="901"/>
            <ac:spMk id="5" creationId="{BA7C92A5-213E-4745-87BD-2CBA254A5FD1}"/>
          </ac:spMkLst>
        </pc:spChg>
        <pc:spChg chg="mod">
          <ac:chgData name="Soumita Sengupta" userId="4afa6ce1-cb01-46c2-8538-4650222f0c96" providerId="ADAL" clId="{E312D671-FF45-4138-89B8-BF1BA535CB03}" dt="2021-06-04T11:26:20.942" v="120" actId="255"/>
          <ac:spMkLst>
            <pc:docMk/>
            <pc:sldMk cId="4293752383" sldId="901"/>
            <ac:spMk id="7" creationId="{CDFB9A60-0BE4-42AF-8C71-6561C2578D7E}"/>
          </ac:spMkLst>
        </pc:spChg>
      </pc:sldChg>
      <pc:sldChg chg="modSp add mod">
        <pc:chgData name="Soumita Sengupta" userId="4afa6ce1-cb01-46c2-8538-4650222f0c96" providerId="ADAL" clId="{E312D671-FF45-4138-89B8-BF1BA535CB03}" dt="2021-06-04T11:37:56.715" v="702" actId="207"/>
        <pc:sldMkLst>
          <pc:docMk/>
          <pc:sldMk cId="3357936513" sldId="902"/>
        </pc:sldMkLst>
        <pc:spChg chg="mod">
          <ac:chgData name="Soumita Sengupta" userId="4afa6ce1-cb01-46c2-8538-4650222f0c96" providerId="ADAL" clId="{E312D671-FF45-4138-89B8-BF1BA535CB03}" dt="2021-06-04T11:37:56.715" v="702" actId="207"/>
          <ac:spMkLst>
            <pc:docMk/>
            <pc:sldMk cId="3357936513" sldId="902"/>
            <ac:spMk id="4" creationId="{6D8E2E62-CCA0-4E0C-A248-DF30B281F4BE}"/>
          </ac:spMkLst>
        </pc:spChg>
        <pc:spChg chg="mod">
          <ac:chgData name="Soumita Sengupta" userId="4afa6ce1-cb01-46c2-8538-4650222f0c96" providerId="ADAL" clId="{E312D671-FF45-4138-89B8-BF1BA535CB03}" dt="2021-06-04T11:37:56.715" v="702" actId="207"/>
          <ac:spMkLst>
            <pc:docMk/>
            <pc:sldMk cId="3357936513" sldId="902"/>
            <ac:spMk id="5" creationId="{BA7C92A5-213E-4745-87BD-2CBA254A5FD1}"/>
          </ac:spMkLst>
        </pc:spChg>
        <pc:spChg chg="mod">
          <ac:chgData name="Soumita Sengupta" userId="4afa6ce1-cb01-46c2-8538-4650222f0c96" providerId="ADAL" clId="{E312D671-FF45-4138-89B8-BF1BA535CB03}" dt="2021-06-04T11:26:29.480" v="122" actId="255"/>
          <ac:spMkLst>
            <pc:docMk/>
            <pc:sldMk cId="3357936513" sldId="902"/>
            <ac:spMk id="7" creationId="{CDFB9A60-0BE4-42AF-8C71-6561C2578D7E}"/>
          </ac:spMkLst>
        </pc:spChg>
      </pc:sldChg>
      <pc:sldChg chg="modSp add mod">
        <pc:chgData name="Soumita Sengupta" userId="4afa6ce1-cb01-46c2-8538-4650222f0c96" providerId="ADAL" clId="{E312D671-FF45-4138-89B8-BF1BA535CB03}" dt="2021-06-04T11:38:08.177" v="722" actId="207"/>
        <pc:sldMkLst>
          <pc:docMk/>
          <pc:sldMk cId="1027484415" sldId="903"/>
        </pc:sldMkLst>
        <pc:spChg chg="mod">
          <ac:chgData name="Soumita Sengupta" userId="4afa6ce1-cb01-46c2-8538-4650222f0c96" providerId="ADAL" clId="{E312D671-FF45-4138-89B8-BF1BA535CB03}" dt="2021-06-04T11:38:08.177" v="722" actId="207"/>
          <ac:spMkLst>
            <pc:docMk/>
            <pc:sldMk cId="1027484415" sldId="903"/>
            <ac:spMk id="4" creationId="{6D8E2E62-CCA0-4E0C-A248-DF30B281F4BE}"/>
          </ac:spMkLst>
        </pc:spChg>
        <pc:spChg chg="mod">
          <ac:chgData name="Soumita Sengupta" userId="4afa6ce1-cb01-46c2-8538-4650222f0c96" providerId="ADAL" clId="{E312D671-FF45-4138-89B8-BF1BA535CB03}" dt="2021-06-04T11:38:08.177" v="722" actId="207"/>
          <ac:spMkLst>
            <pc:docMk/>
            <pc:sldMk cId="1027484415" sldId="903"/>
            <ac:spMk id="5" creationId="{BA7C92A5-213E-4745-87BD-2CBA254A5FD1}"/>
          </ac:spMkLst>
        </pc:spChg>
        <pc:spChg chg="mod">
          <ac:chgData name="Soumita Sengupta" userId="4afa6ce1-cb01-46c2-8538-4650222f0c96" providerId="ADAL" clId="{E312D671-FF45-4138-89B8-BF1BA535CB03}" dt="2021-06-04T11:38:01.132" v="703" actId="14100"/>
          <ac:spMkLst>
            <pc:docMk/>
            <pc:sldMk cId="1027484415" sldId="903"/>
            <ac:spMk id="7" creationId="{CDFB9A60-0BE4-42AF-8C71-6561C2578D7E}"/>
          </ac:spMkLst>
        </pc:spChg>
      </pc:sldChg>
      <pc:sldChg chg="delSp modSp add mod">
        <pc:chgData name="Soumita Sengupta" userId="4afa6ce1-cb01-46c2-8538-4650222f0c96" providerId="ADAL" clId="{E312D671-FF45-4138-89B8-BF1BA535CB03}" dt="2021-06-04T11:38:16.568" v="740" actId="207"/>
        <pc:sldMkLst>
          <pc:docMk/>
          <pc:sldMk cId="414747998" sldId="904"/>
        </pc:sldMkLst>
        <pc:spChg chg="mod">
          <ac:chgData name="Soumita Sengupta" userId="4afa6ce1-cb01-46c2-8538-4650222f0c96" providerId="ADAL" clId="{E312D671-FF45-4138-89B8-BF1BA535CB03}" dt="2021-06-04T11:38:16.568" v="740" actId="207"/>
          <ac:spMkLst>
            <pc:docMk/>
            <pc:sldMk cId="414747998" sldId="904"/>
            <ac:spMk id="4" creationId="{6D8E2E62-CCA0-4E0C-A248-DF30B281F4BE}"/>
          </ac:spMkLst>
        </pc:spChg>
        <pc:spChg chg="mod">
          <ac:chgData name="Soumita Sengupta" userId="4afa6ce1-cb01-46c2-8538-4650222f0c96" providerId="ADAL" clId="{E312D671-FF45-4138-89B8-BF1BA535CB03}" dt="2021-06-04T11:38:16.568" v="740" actId="207"/>
          <ac:spMkLst>
            <pc:docMk/>
            <pc:sldMk cId="414747998" sldId="904"/>
            <ac:spMk id="5" creationId="{BA7C92A5-213E-4745-87BD-2CBA254A5FD1}"/>
          </ac:spMkLst>
        </pc:spChg>
        <pc:spChg chg="del">
          <ac:chgData name="Soumita Sengupta" userId="4afa6ce1-cb01-46c2-8538-4650222f0c96" providerId="ADAL" clId="{E312D671-FF45-4138-89B8-BF1BA535CB03}" dt="2021-06-04T11:26:40.430" v="124" actId="478"/>
          <ac:spMkLst>
            <pc:docMk/>
            <pc:sldMk cId="414747998" sldId="904"/>
            <ac:spMk id="7" creationId="{CDFB9A60-0BE4-42AF-8C71-6561C2578D7E}"/>
          </ac:spMkLst>
        </pc:spChg>
      </pc:sldChg>
      <pc:sldChg chg="modSp add mod">
        <pc:chgData name="Soumita Sengupta" userId="4afa6ce1-cb01-46c2-8538-4650222f0c96" providerId="ADAL" clId="{E312D671-FF45-4138-89B8-BF1BA535CB03}" dt="2021-06-04T11:38:25.267" v="763" actId="207"/>
        <pc:sldMkLst>
          <pc:docMk/>
          <pc:sldMk cId="953297308" sldId="905"/>
        </pc:sldMkLst>
        <pc:spChg chg="mod">
          <ac:chgData name="Soumita Sengupta" userId="4afa6ce1-cb01-46c2-8538-4650222f0c96" providerId="ADAL" clId="{E312D671-FF45-4138-89B8-BF1BA535CB03}" dt="2021-06-04T11:38:25.267" v="763" actId="207"/>
          <ac:spMkLst>
            <pc:docMk/>
            <pc:sldMk cId="953297308" sldId="905"/>
            <ac:spMk id="4" creationId="{6D8E2E62-CCA0-4E0C-A248-DF30B281F4BE}"/>
          </ac:spMkLst>
        </pc:spChg>
        <pc:spChg chg="mod">
          <ac:chgData name="Soumita Sengupta" userId="4afa6ce1-cb01-46c2-8538-4650222f0c96" providerId="ADAL" clId="{E312D671-FF45-4138-89B8-BF1BA535CB03}" dt="2021-06-04T11:38:25.267" v="763" actId="207"/>
          <ac:spMkLst>
            <pc:docMk/>
            <pc:sldMk cId="953297308" sldId="905"/>
            <ac:spMk id="5" creationId="{BA7C92A5-213E-4745-87BD-2CBA254A5FD1}"/>
          </ac:spMkLst>
        </pc:spChg>
        <pc:spChg chg="mod">
          <ac:chgData name="Soumita Sengupta" userId="4afa6ce1-cb01-46c2-8538-4650222f0c96" providerId="ADAL" clId="{E312D671-FF45-4138-89B8-BF1BA535CB03}" dt="2021-06-04T11:27:04.464" v="125" actId="255"/>
          <ac:spMkLst>
            <pc:docMk/>
            <pc:sldMk cId="953297308" sldId="905"/>
            <ac:spMk id="7" creationId="{CDFB9A60-0BE4-42AF-8C71-6561C2578D7E}"/>
          </ac:spMkLst>
        </pc:spChg>
      </pc:sldChg>
      <pc:sldChg chg="modSp add mod">
        <pc:chgData name="Soumita Sengupta" userId="4afa6ce1-cb01-46c2-8538-4650222f0c96" providerId="ADAL" clId="{E312D671-FF45-4138-89B8-BF1BA535CB03}" dt="2021-06-04T11:38:38.962" v="780" actId="207"/>
        <pc:sldMkLst>
          <pc:docMk/>
          <pc:sldMk cId="3855319927" sldId="906"/>
        </pc:sldMkLst>
        <pc:spChg chg="mod">
          <ac:chgData name="Soumita Sengupta" userId="4afa6ce1-cb01-46c2-8538-4650222f0c96" providerId="ADAL" clId="{E312D671-FF45-4138-89B8-BF1BA535CB03}" dt="2021-06-04T11:38:38.962" v="780" actId="207"/>
          <ac:spMkLst>
            <pc:docMk/>
            <pc:sldMk cId="3855319927" sldId="906"/>
            <ac:spMk id="4" creationId="{6D8E2E62-CCA0-4E0C-A248-DF30B281F4BE}"/>
          </ac:spMkLst>
        </pc:spChg>
        <pc:spChg chg="mod">
          <ac:chgData name="Soumita Sengupta" userId="4afa6ce1-cb01-46c2-8538-4650222f0c96" providerId="ADAL" clId="{E312D671-FF45-4138-89B8-BF1BA535CB03}" dt="2021-06-04T11:38:38.962" v="780" actId="207"/>
          <ac:spMkLst>
            <pc:docMk/>
            <pc:sldMk cId="3855319927" sldId="906"/>
            <ac:spMk id="5" creationId="{BA7C92A5-213E-4745-87BD-2CBA254A5FD1}"/>
          </ac:spMkLst>
        </pc:spChg>
        <pc:spChg chg="mod">
          <ac:chgData name="Soumita Sengupta" userId="4afa6ce1-cb01-46c2-8538-4650222f0c96" providerId="ADAL" clId="{E312D671-FF45-4138-89B8-BF1BA535CB03}" dt="2021-06-04T11:27:12.404" v="126" actId="255"/>
          <ac:spMkLst>
            <pc:docMk/>
            <pc:sldMk cId="3855319927" sldId="906"/>
            <ac:spMk id="7" creationId="{CDFB9A60-0BE4-42AF-8C71-6561C2578D7E}"/>
          </ac:spMkLst>
        </pc:spChg>
      </pc:sldChg>
      <pc:sldChg chg="delSp modSp add mod">
        <pc:chgData name="Soumita Sengupta" userId="4afa6ce1-cb01-46c2-8538-4650222f0c96" providerId="ADAL" clId="{E312D671-FF45-4138-89B8-BF1BA535CB03}" dt="2021-06-04T11:38:46.585" v="801" actId="207"/>
        <pc:sldMkLst>
          <pc:docMk/>
          <pc:sldMk cId="455529772" sldId="907"/>
        </pc:sldMkLst>
        <pc:spChg chg="mod">
          <ac:chgData name="Soumita Sengupta" userId="4afa6ce1-cb01-46c2-8538-4650222f0c96" providerId="ADAL" clId="{E312D671-FF45-4138-89B8-BF1BA535CB03}" dt="2021-06-04T11:38:46.585" v="801" actId="207"/>
          <ac:spMkLst>
            <pc:docMk/>
            <pc:sldMk cId="455529772" sldId="907"/>
            <ac:spMk id="4" creationId="{6D8E2E62-CCA0-4E0C-A248-DF30B281F4BE}"/>
          </ac:spMkLst>
        </pc:spChg>
        <pc:spChg chg="mod">
          <ac:chgData name="Soumita Sengupta" userId="4afa6ce1-cb01-46c2-8538-4650222f0c96" providerId="ADAL" clId="{E312D671-FF45-4138-89B8-BF1BA535CB03}" dt="2021-06-04T11:38:46.585" v="801" actId="207"/>
          <ac:spMkLst>
            <pc:docMk/>
            <pc:sldMk cId="455529772" sldId="907"/>
            <ac:spMk id="5" creationId="{BA7C92A5-213E-4745-87BD-2CBA254A5FD1}"/>
          </ac:spMkLst>
        </pc:spChg>
        <pc:spChg chg="del">
          <ac:chgData name="Soumita Sengupta" userId="4afa6ce1-cb01-46c2-8538-4650222f0c96" providerId="ADAL" clId="{E312D671-FF45-4138-89B8-BF1BA535CB03}" dt="2021-06-04T11:19:42.964" v="73" actId="478"/>
          <ac:spMkLst>
            <pc:docMk/>
            <pc:sldMk cId="455529772" sldId="907"/>
            <ac:spMk id="7" creationId="{CDFB9A60-0BE4-42AF-8C71-6561C2578D7E}"/>
          </ac:spMkLst>
        </pc:spChg>
        <pc:picChg chg="mod">
          <ac:chgData name="Soumita Sengupta" userId="4afa6ce1-cb01-46c2-8538-4650222f0c96" providerId="ADAL" clId="{E312D671-FF45-4138-89B8-BF1BA535CB03}" dt="2021-06-04T11:19:45.473" v="74" actId="1076"/>
          <ac:picMkLst>
            <pc:docMk/>
            <pc:sldMk cId="455529772" sldId="907"/>
            <ac:picMk id="6" creationId="{699EAD37-557C-4B2B-8424-831DBAA88FC0}"/>
          </ac:picMkLst>
        </pc:picChg>
      </pc:sldChg>
      <pc:sldChg chg="modSp add mod">
        <pc:chgData name="Soumita Sengupta" userId="4afa6ce1-cb01-46c2-8538-4650222f0c96" providerId="ADAL" clId="{E312D671-FF45-4138-89B8-BF1BA535CB03}" dt="2021-06-04T11:38:57.749" v="829" actId="207"/>
        <pc:sldMkLst>
          <pc:docMk/>
          <pc:sldMk cId="1317934090" sldId="908"/>
        </pc:sldMkLst>
        <pc:spChg chg="mod">
          <ac:chgData name="Soumita Sengupta" userId="4afa6ce1-cb01-46c2-8538-4650222f0c96" providerId="ADAL" clId="{E312D671-FF45-4138-89B8-BF1BA535CB03}" dt="2021-06-04T11:38:57.749" v="829" actId="207"/>
          <ac:spMkLst>
            <pc:docMk/>
            <pc:sldMk cId="1317934090" sldId="908"/>
            <ac:spMk id="4" creationId="{6D8E2E62-CCA0-4E0C-A248-DF30B281F4BE}"/>
          </ac:spMkLst>
        </pc:spChg>
        <pc:spChg chg="mod">
          <ac:chgData name="Soumita Sengupta" userId="4afa6ce1-cb01-46c2-8538-4650222f0c96" providerId="ADAL" clId="{E312D671-FF45-4138-89B8-BF1BA535CB03}" dt="2021-06-04T11:38:57.749" v="829" actId="207"/>
          <ac:spMkLst>
            <pc:docMk/>
            <pc:sldMk cId="1317934090" sldId="908"/>
            <ac:spMk id="5" creationId="{BA7C92A5-213E-4745-87BD-2CBA254A5FD1}"/>
          </ac:spMkLst>
        </pc:spChg>
        <pc:spChg chg="mod">
          <ac:chgData name="Soumita Sengupta" userId="4afa6ce1-cb01-46c2-8538-4650222f0c96" providerId="ADAL" clId="{E312D671-FF45-4138-89B8-BF1BA535CB03}" dt="2021-06-04T11:27:28.019" v="127" actId="255"/>
          <ac:spMkLst>
            <pc:docMk/>
            <pc:sldMk cId="1317934090" sldId="908"/>
            <ac:spMk id="7" creationId="{CDFB9A60-0BE4-42AF-8C71-6561C2578D7E}"/>
          </ac:spMkLst>
        </pc:spChg>
        <pc:picChg chg="mod">
          <ac:chgData name="Soumita Sengupta" userId="4afa6ce1-cb01-46c2-8538-4650222f0c96" providerId="ADAL" clId="{E312D671-FF45-4138-89B8-BF1BA535CB03}" dt="2021-06-04T11:27:31.538" v="128" actId="1076"/>
          <ac:picMkLst>
            <pc:docMk/>
            <pc:sldMk cId="1317934090" sldId="908"/>
            <ac:picMk id="8" creationId="{F69095C3-11DA-436E-B8B8-7CA6B5D33063}"/>
          </ac:picMkLst>
        </pc:picChg>
      </pc:sldChg>
      <pc:sldChg chg="modSp add mod">
        <pc:chgData name="Soumita Sengupta" userId="4afa6ce1-cb01-46c2-8538-4650222f0c96" providerId="ADAL" clId="{E312D671-FF45-4138-89B8-BF1BA535CB03}" dt="2021-06-04T11:39:04.383" v="845" actId="207"/>
        <pc:sldMkLst>
          <pc:docMk/>
          <pc:sldMk cId="3362010297" sldId="909"/>
        </pc:sldMkLst>
        <pc:spChg chg="mod">
          <ac:chgData name="Soumita Sengupta" userId="4afa6ce1-cb01-46c2-8538-4650222f0c96" providerId="ADAL" clId="{E312D671-FF45-4138-89B8-BF1BA535CB03}" dt="2021-06-04T11:39:04.383" v="845" actId="207"/>
          <ac:spMkLst>
            <pc:docMk/>
            <pc:sldMk cId="3362010297" sldId="909"/>
            <ac:spMk id="4" creationId="{6D8E2E62-CCA0-4E0C-A248-DF30B281F4BE}"/>
          </ac:spMkLst>
        </pc:spChg>
        <pc:spChg chg="mod">
          <ac:chgData name="Soumita Sengupta" userId="4afa6ce1-cb01-46c2-8538-4650222f0c96" providerId="ADAL" clId="{E312D671-FF45-4138-89B8-BF1BA535CB03}" dt="2021-06-04T11:39:04.383" v="845" actId="207"/>
          <ac:spMkLst>
            <pc:docMk/>
            <pc:sldMk cId="3362010297" sldId="909"/>
            <ac:spMk id="5" creationId="{BA7C92A5-213E-4745-87BD-2CBA254A5FD1}"/>
          </ac:spMkLst>
        </pc:spChg>
        <pc:spChg chg="mod">
          <ac:chgData name="Soumita Sengupta" userId="4afa6ce1-cb01-46c2-8538-4650222f0c96" providerId="ADAL" clId="{E312D671-FF45-4138-89B8-BF1BA535CB03}" dt="2021-06-04T11:27:38.133" v="129" actId="255"/>
          <ac:spMkLst>
            <pc:docMk/>
            <pc:sldMk cId="3362010297" sldId="909"/>
            <ac:spMk id="7" creationId="{CDFB9A60-0BE4-42AF-8C71-6561C2578D7E}"/>
          </ac:spMkLst>
        </pc:spChg>
        <pc:picChg chg="mod">
          <ac:chgData name="Soumita Sengupta" userId="4afa6ce1-cb01-46c2-8538-4650222f0c96" providerId="ADAL" clId="{E312D671-FF45-4138-89B8-BF1BA535CB03}" dt="2021-06-04T11:27:40.237" v="130" actId="1076"/>
          <ac:picMkLst>
            <pc:docMk/>
            <pc:sldMk cId="3362010297" sldId="909"/>
            <ac:picMk id="9" creationId="{73DEF105-9FC0-4BF1-A27F-CE86890F9970}"/>
          </ac:picMkLst>
        </pc:picChg>
      </pc:sldChg>
      <pc:sldChg chg="modSp add mod">
        <pc:chgData name="Soumita Sengupta" userId="4afa6ce1-cb01-46c2-8538-4650222f0c96" providerId="ADAL" clId="{E312D671-FF45-4138-89B8-BF1BA535CB03}" dt="2021-06-04T11:39:15.905" v="881" actId="207"/>
        <pc:sldMkLst>
          <pc:docMk/>
          <pc:sldMk cId="2860101323" sldId="910"/>
        </pc:sldMkLst>
        <pc:spChg chg="mod">
          <ac:chgData name="Soumita Sengupta" userId="4afa6ce1-cb01-46c2-8538-4650222f0c96" providerId="ADAL" clId="{E312D671-FF45-4138-89B8-BF1BA535CB03}" dt="2021-06-04T11:39:15.905" v="881" actId="207"/>
          <ac:spMkLst>
            <pc:docMk/>
            <pc:sldMk cId="2860101323" sldId="910"/>
            <ac:spMk id="4" creationId="{6D8E2E62-CCA0-4E0C-A248-DF30B281F4BE}"/>
          </ac:spMkLst>
        </pc:spChg>
        <pc:spChg chg="mod">
          <ac:chgData name="Soumita Sengupta" userId="4afa6ce1-cb01-46c2-8538-4650222f0c96" providerId="ADAL" clId="{E312D671-FF45-4138-89B8-BF1BA535CB03}" dt="2021-06-04T11:39:15.905" v="881" actId="207"/>
          <ac:spMkLst>
            <pc:docMk/>
            <pc:sldMk cId="2860101323" sldId="910"/>
            <ac:spMk id="5" creationId="{BA7C92A5-213E-4745-87BD-2CBA254A5FD1}"/>
          </ac:spMkLst>
        </pc:spChg>
        <pc:spChg chg="mod">
          <ac:chgData name="Soumita Sengupta" userId="4afa6ce1-cb01-46c2-8538-4650222f0c96" providerId="ADAL" clId="{E312D671-FF45-4138-89B8-BF1BA535CB03}" dt="2021-06-04T11:27:45.350" v="131" actId="255"/>
          <ac:spMkLst>
            <pc:docMk/>
            <pc:sldMk cId="2860101323" sldId="910"/>
            <ac:spMk id="7" creationId="{CDFB9A60-0BE4-42AF-8C71-6561C2578D7E}"/>
          </ac:spMkLst>
        </pc:spChg>
        <pc:picChg chg="mod">
          <ac:chgData name="Soumita Sengupta" userId="4afa6ce1-cb01-46c2-8538-4650222f0c96" providerId="ADAL" clId="{E312D671-FF45-4138-89B8-BF1BA535CB03}" dt="2021-06-04T11:27:46.870" v="132" actId="1076"/>
          <ac:picMkLst>
            <pc:docMk/>
            <pc:sldMk cId="2860101323" sldId="910"/>
            <ac:picMk id="8" creationId="{9BC3701A-4299-4363-A91E-94158EC825E4}"/>
          </ac:picMkLst>
        </pc:picChg>
      </pc:sldChg>
      <pc:sldChg chg="modSp add mod">
        <pc:chgData name="Soumita Sengupta" userId="4afa6ce1-cb01-46c2-8538-4650222f0c96" providerId="ADAL" clId="{E312D671-FF45-4138-89B8-BF1BA535CB03}" dt="2021-06-04T11:39:23.527" v="900" actId="207"/>
        <pc:sldMkLst>
          <pc:docMk/>
          <pc:sldMk cId="1849334363" sldId="911"/>
        </pc:sldMkLst>
        <pc:spChg chg="mod">
          <ac:chgData name="Soumita Sengupta" userId="4afa6ce1-cb01-46c2-8538-4650222f0c96" providerId="ADAL" clId="{E312D671-FF45-4138-89B8-BF1BA535CB03}" dt="2021-06-04T11:39:23.527" v="900" actId="207"/>
          <ac:spMkLst>
            <pc:docMk/>
            <pc:sldMk cId="1849334363" sldId="911"/>
            <ac:spMk id="4" creationId="{6D8E2E62-CCA0-4E0C-A248-DF30B281F4BE}"/>
          </ac:spMkLst>
        </pc:spChg>
        <pc:spChg chg="mod">
          <ac:chgData name="Soumita Sengupta" userId="4afa6ce1-cb01-46c2-8538-4650222f0c96" providerId="ADAL" clId="{E312D671-FF45-4138-89B8-BF1BA535CB03}" dt="2021-06-04T11:39:23.527" v="900" actId="207"/>
          <ac:spMkLst>
            <pc:docMk/>
            <pc:sldMk cId="1849334363" sldId="911"/>
            <ac:spMk id="5" creationId="{BA7C92A5-213E-4745-87BD-2CBA254A5FD1}"/>
          </ac:spMkLst>
        </pc:spChg>
        <pc:spChg chg="mod">
          <ac:chgData name="Soumita Sengupta" userId="4afa6ce1-cb01-46c2-8538-4650222f0c96" providerId="ADAL" clId="{E312D671-FF45-4138-89B8-BF1BA535CB03}" dt="2021-06-04T11:27:58.127" v="133" actId="255"/>
          <ac:spMkLst>
            <pc:docMk/>
            <pc:sldMk cId="1849334363" sldId="911"/>
            <ac:spMk id="7" creationId="{CDFB9A60-0BE4-42AF-8C71-6561C2578D7E}"/>
          </ac:spMkLst>
        </pc:spChg>
      </pc:sldChg>
      <pc:sldChg chg="addSp delSp modSp add mod">
        <pc:chgData name="Soumita Sengupta" userId="4afa6ce1-cb01-46c2-8538-4650222f0c96" providerId="ADAL" clId="{E312D671-FF45-4138-89B8-BF1BA535CB03}" dt="2021-06-07T08:29:09.718" v="945" actId="20577"/>
        <pc:sldMkLst>
          <pc:docMk/>
          <pc:sldMk cId="3559517792" sldId="912"/>
        </pc:sldMkLst>
        <pc:spChg chg="mod">
          <ac:chgData name="Soumita Sengupta" userId="4afa6ce1-cb01-46c2-8538-4650222f0c96" providerId="ADAL" clId="{E312D671-FF45-4138-89B8-BF1BA535CB03}" dt="2021-06-07T08:29:09.718" v="945" actId="20577"/>
          <ac:spMkLst>
            <pc:docMk/>
            <pc:sldMk cId="3559517792" sldId="912"/>
            <ac:spMk id="2" creationId="{CC29CD5A-DA29-4205-87DF-11C938A1CD53}"/>
          </ac:spMkLst>
        </pc:spChg>
        <pc:spChg chg="mod">
          <ac:chgData name="Soumita Sengupta" userId="4afa6ce1-cb01-46c2-8538-4650222f0c96" providerId="ADAL" clId="{E312D671-FF45-4138-89B8-BF1BA535CB03}" dt="2021-06-04T11:39:36.203" v="903" actId="207"/>
          <ac:spMkLst>
            <pc:docMk/>
            <pc:sldMk cId="3559517792" sldId="912"/>
            <ac:spMk id="4" creationId="{6D8E2E62-CCA0-4E0C-A248-DF30B281F4BE}"/>
          </ac:spMkLst>
        </pc:spChg>
        <pc:spChg chg="mod">
          <ac:chgData name="Soumita Sengupta" userId="4afa6ce1-cb01-46c2-8538-4650222f0c96" providerId="ADAL" clId="{E312D671-FF45-4138-89B8-BF1BA535CB03}" dt="2021-06-04T11:39:36.203" v="903" actId="207"/>
          <ac:spMkLst>
            <pc:docMk/>
            <pc:sldMk cId="3559517792" sldId="912"/>
            <ac:spMk id="5" creationId="{BA7C92A5-213E-4745-87BD-2CBA254A5FD1}"/>
          </ac:spMkLst>
        </pc:spChg>
        <pc:spChg chg="mod">
          <ac:chgData name="Soumita Sengupta" userId="4afa6ce1-cb01-46c2-8538-4650222f0c96" providerId="ADAL" clId="{E312D671-FF45-4138-89B8-BF1BA535CB03}" dt="2021-06-04T11:39:31.719" v="902" actId="255"/>
          <ac:spMkLst>
            <pc:docMk/>
            <pc:sldMk cId="3559517792" sldId="912"/>
            <ac:spMk id="7" creationId="{CDFB9A60-0BE4-42AF-8C71-6561C2578D7E}"/>
          </ac:spMkLst>
        </pc:spChg>
        <pc:picChg chg="add del mod">
          <ac:chgData name="Soumita Sengupta" userId="4afa6ce1-cb01-46c2-8538-4650222f0c96" providerId="ADAL" clId="{E312D671-FF45-4138-89B8-BF1BA535CB03}" dt="2021-06-07T08:27:44.154" v="924" actId="478"/>
          <ac:picMkLst>
            <pc:docMk/>
            <pc:sldMk cId="3559517792" sldId="912"/>
            <ac:picMk id="6" creationId="{2C97A338-A0C2-42EE-9175-D3A50528F6F3}"/>
          </ac:picMkLst>
        </pc:picChg>
        <pc:picChg chg="del mod">
          <ac:chgData name="Soumita Sengupta" userId="4afa6ce1-cb01-46c2-8538-4650222f0c96" providerId="ADAL" clId="{E312D671-FF45-4138-89B8-BF1BA535CB03}" dt="2021-06-07T08:27:30.084" v="918" actId="478"/>
          <ac:picMkLst>
            <pc:docMk/>
            <pc:sldMk cId="3559517792" sldId="912"/>
            <ac:picMk id="8" creationId="{ACB9F473-1D53-4C0A-BCD9-820EF773E585}"/>
          </ac:picMkLst>
        </pc:picChg>
        <pc:picChg chg="add mod">
          <ac:chgData name="Soumita Sengupta" userId="4afa6ce1-cb01-46c2-8538-4650222f0c96" providerId="ADAL" clId="{E312D671-FF45-4138-89B8-BF1BA535CB03}" dt="2021-06-07T08:29:01.435" v="930" actId="208"/>
          <ac:picMkLst>
            <pc:docMk/>
            <pc:sldMk cId="3559517792" sldId="912"/>
            <ac:picMk id="10" creationId="{1E74916A-60FF-4661-952E-716BEC2A2EC4}"/>
          </ac:picMkLst>
        </pc:picChg>
      </pc:sldChg>
      <pc:sldChg chg="modSp add mod">
        <pc:chgData name="Soumita Sengupta" userId="4afa6ce1-cb01-46c2-8538-4650222f0c96" providerId="ADAL" clId="{E312D671-FF45-4138-89B8-BF1BA535CB03}" dt="2021-06-04T11:39:41.201" v="904" actId="207"/>
        <pc:sldMkLst>
          <pc:docMk/>
          <pc:sldMk cId="1995712021" sldId="913"/>
        </pc:sldMkLst>
        <pc:spChg chg="mod">
          <ac:chgData name="Soumita Sengupta" userId="4afa6ce1-cb01-46c2-8538-4650222f0c96" providerId="ADAL" clId="{E312D671-FF45-4138-89B8-BF1BA535CB03}" dt="2021-06-04T11:39:41.201" v="904" actId="207"/>
          <ac:spMkLst>
            <pc:docMk/>
            <pc:sldMk cId="1995712021" sldId="913"/>
            <ac:spMk id="4" creationId="{6D8E2E62-CCA0-4E0C-A248-DF30B281F4BE}"/>
          </ac:spMkLst>
        </pc:spChg>
        <pc:spChg chg="mod">
          <ac:chgData name="Soumita Sengupta" userId="4afa6ce1-cb01-46c2-8538-4650222f0c96" providerId="ADAL" clId="{E312D671-FF45-4138-89B8-BF1BA535CB03}" dt="2021-06-04T11:39:41.201" v="904" actId="207"/>
          <ac:spMkLst>
            <pc:docMk/>
            <pc:sldMk cId="1995712021" sldId="913"/>
            <ac:spMk id="5" creationId="{BA7C92A5-213E-4745-87BD-2CBA254A5FD1}"/>
          </ac:spMkLst>
        </pc:spChg>
        <pc:spChg chg="mod">
          <ac:chgData name="Soumita Sengupta" userId="4afa6ce1-cb01-46c2-8538-4650222f0c96" providerId="ADAL" clId="{E312D671-FF45-4138-89B8-BF1BA535CB03}" dt="2021-06-04T11:28:09.081" v="134" actId="255"/>
          <ac:spMkLst>
            <pc:docMk/>
            <pc:sldMk cId="1995712021" sldId="913"/>
            <ac:spMk id="7" creationId="{CDFB9A60-0BE4-42AF-8C71-6561C2578D7E}"/>
          </ac:spMkLst>
        </pc:spChg>
      </pc:sldChg>
      <pc:sldChg chg="modSp add mod">
        <pc:chgData name="Soumita Sengupta" userId="4afa6ce1-cb01-46c2-8538-4650222f0c96" providerId="ADAL" clId="{E312D671-FF45-4138-89B8-BF1BA535CB03}" dt="2021-06-04T11:39:44.844" v="905" actId="207"/>
        <pc:sldMkLst>
          <pc:docMk/>
          <pc:sldMk cId="3460310019" sldId="914"/>
        </pc:sldMkLst>
        <pc:spChg chg="mod">
          <ac:chgData name="Soumita Sengupta" userId="4afa6ce1-cb01-46c2-8538-4650222f0c96" providerId="ADAL" clId="{E312D671-FF45-4138-89B8-BF1BA535CB03}" dt="2021-06-04T11:39:44.844" v="905" actId="207"/>
          <ac:spMkLst>
            <pc:docMk/>
            <pc:sldMk cId="3460310019" sldId="914"/>
            <ac:spMk id="4" creationId="{6D8E2E62-CCA0-4E0C-A248-DF30B281F4BE}"/>
          </ac:spMkLst>
        </pc:spChg>
        <pc:spChg chg="mod">
          <ac:chgData name="Soumita Sengupta" userId="4afa6ce1-cb01-46c2-8538-4650222f0c96" providerId="ADAL" clId="{E312D671-FF45-4138-89B8-BF1BA535CB03}" dt="2021-06-04T11:39:44.844" v="905" actId="207"/>
          <ac:spMkLst>
            <pc:docMk/>
            <pc:sldMk cId="3460310019" sldId="914"/>
            <ac:spMk id="5" creationId="{BA7C92A5-213E-4745-87BD-2CBA254A5FD1}"/>
          </ac:spMkLst>
        </pc:spChg>
        <pc:spChg chg="mod">
          <ac:chgData name="Soumita Sengupta" userId="4afa6ce1-cb01-46c2-8538-4650222f0c96" providerId="ADAL" clId="{E312D671-FF45-4138-89B8-BF1BA535CB03}" dt="2021-06-04T11:28:16.287" v="135" actId="255"/>
          <ac:spMkLst>
            <pc:docMk/>
            <pc:sldMk cId="3460310019" sldId="914"/>
            <ac:spMk id="7" creationId="{CDFB9A60-0BE4-42AF-8C71-6561C2578D7E}"/>
          </ac:spMkLst>
        </pc:spChg>
      </pc:sldChg>
      <pc:sldChg chg="del">
        <pc:chgData name="Soumita Sengupta" userId="4afa6ce1-cb01-46c2-8538-4650222f0c96" providerId="ADAL" clId="{E312D671-FF45-4138-89B8-BF1BA535CB03}" dt="2021-06-04T11:00:11.316" v="8" actId="47"/>
        <pc:sldMkLst>
          <pc:docMk/>
          <pc:sldMk cId="795492833" sldId="1321"/>
        </pc:sldMkLst>
      </pc:sldChg>
      <pc:sldChg chg="modSp mod ord">
        <pc:chgData name="Soumita Sengupta" userId="4afa6ce1-cb01-46c2-8538-4650222f0c96" providerId="ADAL" clId="{E312D671-FF45-4138-89B8-BF1BA535CB03}" dt="2021-06-04T11:00:09.916" v="7"/>
        <pc:sldMkLst>
          <pc:docMk/>
          <pc:sldMk cId="3693191466" sldId="1327"/>
        </pc:sldMkLst>
        <pc:spChg chg="mod">
          <ac:chgData name="Soumita Sengupta" userId="4afa6ce1-cb01-46c2-8538-4650222f0c96" providerId="ADAL" clId="{E312D671-FF45-4138-89B8-BF1BA535CB03}" dt="2021-06-04T11:00:07.071" v="5" actId="20577"/>
          <ac:spMkLst>
            <pc:docMk/>
            <pc:sldMk cId="3693191466" sldId="1327"/>
            <ac:spMk id="2" creationId="{57983F62-BBB9-431B-A37F-BDA0DC7153F6}"/>
          </ac:spMkLst>
        </pc:spChg>
      </pc:sldChg>
    </pc:docChg>
  </pc:docChgLst>
  <pc:docChgLst>
    <pc:chgData name="Soumita Sengupta" userId="4afa6ce1-cb01-46c2-8538-4650222f0c96" providerId="ADAL" clId="{223AD6F7-43E6-4D12-9E97-BB09D3B3238B}"/>
    <pc:docChg chg="delSld">
      <pc:chgData name="Soumita Sengupta" userId="4afa6ce1-cb01-46c2-8538-4650222f0c96" providerId="ADAL" clId="{223AD6F7-43E6-4D12-9E97-BB09D3B3238B}" dt="2021-08-19T10:56:01.414" v="1" actId="47"/>
      <pc:docMkLst>
        <pc:docMk/>
      </pc:docMkLst>
      <pc:sldChg chg="del">
        <pc:chgData name="Soumita Sengupta" userId="4afa6ce1-cb01-46c2-8538-4650222f0c96" providerId="ADAL" clId="{223AD6F7-43E6-4D12-9E97-BB09D3B3238B}" dt="2021-08-19T10:55:56.566" v="0" actId="47"/>
        <pc:sldMkLst>
          <pc:docMk/>
          <pc:sldMk cId="3209581276" sldId="754"/>
        </pc:sldMkLst>
      </pc:sldChg>
      <pc:sldChg chg="del">
        <pc:chgData name="Soumita Sengupta" userId="4afa6ce1-cb01-46c2-8538-4650222f0c96" providerId="ADAL" clId="{223AD6F7-43E6-4D12-9E97-BB09D3B3238B}" dt="2021-08-19T10:56:01.414" v="1" actId="47"/>
        <pc:sldMkLst>
          <pc:docMk/>
          <pc:sldMk cId="3780801346" sldId="897"/>
        </pc:sldMkLst>
      </pc:sldChg>
    </pc:docChg>
  </pc:docChgLst>
  <pc:docChgLst>
    <pc:chgData name="Kishore Lenka" userId="S::kishore.lenka@alepo.com::c3e27de9-f190-442f-8ca1-8c067d1baf31" providerId="AD" clId="Web-{EA2DF426-30A9-4D6E-ECC0-0F4C1CA6AA8E}"/>
    <pc:docChg chg="modSld">
      <pc:chgData name="Kishore Lenka" userId="S::kishore.lenka@alepo.com::c3e27de9-f190-442f-8ca1-8c067d1baf31" providerId="AD" clId="Web-{EA2DF426-30A9-4D6E-ECC0-0F4C1CA6AA8E}" dt="2021-09-13T14:46:48.598" v="3"/>
      <pc:docMkLst>
        <pc:docMk/>
      </pc:docMkLst>
      <pc:sldChg chg="modSp">
        <pc:chgData name="Kishore Lenka" userId="S::kishore.lenka@alepo.com::c3e27de9-f190-442f-8ca1-8c067d1baf31" providerId="AD" clId="Web-{EA2DF426-30A9-4D6E-ECC0-0F4C1CA6AA8E}" dt="2021-09-13T14:46:48.598" v="3"/>
        <pc:sldMkLst>
          <pc:docMk/>
          <pc:sldMk cId="1656362595" sldId="1350"/>
        </pc:sldMkLst>
        <pc:graphicFrameChg chg="modGraphic">
          <ac:chgData name="Kishore Lenka" userId="S::kishore.lenka@alepo.com::c3e27de9-f190-442f-8ca1-8c067d1baf31" providerId="AD" clId="Web-{EA2DF426-30A9-4D6E-ECC0-0F4C1CA6AA8E}" dt="2021-09-13T14:46:48.598" v="3"/>
          <ac:graphicFrameMkLst>
            <pc:docMk/>
            <pc:sldMk cId="1656362595" sldId="1350"/>
            <ac:graphicFrameMk id="2" creationId="{F0EB9FB7-3E0D-4F9E-BE3E-BF0B1D895D8F}"/>
          </ac:graphicFrameMkLst>
        </pc:graphicFrameChg>
      </pc:sldChg>
    </pc:docChg>
  </pc:docChgLst>
  <pc:docChgLst>
    <pc:chgData name="Soumita Sengupta" userId="4afa6ce1-cb01-46c2-8538-4650222f0c96" providerId="ADAL" clId="{6D014E28-5AC5-424B-B335-F0A00E851760}"/>
    <pc:docChg chg="undo custSel addSld delSld modSld sldOrd">
      <pc:chgData name="Soumita Sengupta" userId="4afa6ce1-cb01-46c2-8538-4650222f0c96" providerId="ADAL" clId="{6D014E28-5AC5-424B-B335-F0A00E851760}" dt="2021-04-09T06:25:34.661" v="414" actId="47"/>
      <pc:docMkLst>
        <pc:docMk/>
      </pc:docMkLst>
      <pc:sldChg chg="del">
        <pc:chgData name="Soumita Sengupta" userId="4afa6ce1-cb01-46c2-8538-4650222f0c96" providerId="ADAL" clId="{6D014E28-5AC5-424B-B335-F0A00E851760}" dt="2021-04-06T10:33:03.639" v="83" actId="47"/>
        <pc:sldMkLst>
          <pc:docMk/>
          <pc:sldMk cId="897743312" sldId="260"/>
        </pc:sldMkLst>
      </pc:sldChg>
      <pc:sldChg chg="del">
        <pc:chgData name="Soumita Sengupta" userId="4afa6ce1-cb01-46c2-8538-4650222f0c96" providerId="ADAL" clId="{6D014E28-5AC5-424B-B335-F0A00E851760}" dt="2021-04-06T11:12:32.703" v="220" actId="47"/>
        <pc:sldMkLst>
          <pc:docMk/>
          <pc:sldMk cId="633416662" sldId="262"/>
        </pc:sldMkLst>
      </pc:sldChg>
      <pc:sldChg chg="del">
        <pc:chgData name="Soumita Sengupta" userId="4afa6ce1-cb01-46c2-8538-4650222f0c96" providerId="ADAL" clId="{6D014E28-5AC5-424B-B335-F0A00E851760}" dt="2021-04-06T11:14:35.014" v="246" actId="47"/>
        <pc:sldMkLst>
          <pc:docMk/>
          <pc:sldMk cId="446307671" sldId="263"/>
        </pc:sldMkLst>
      </pc:sldChg>
      <pc:sldChg chg="addSp delSp modSp add mod">
        <pc:chgData name="Soumita Sengupta" userId="4afa6ce1-cb01-46c2-8538-4650222f0c96" providerId="ADAL" clId="{6D014E28-5AC5-424B-B335-F0A00E851760}" dt="2021-04-06T11:33:00.895" v="366"/>
        <pc:sldMkLst>
          <pc:docMk/>
          <pc:sldMk cId="4196682678" sldId="286"/>
        </pc:sldMkLst>
        <pc:spChg chg="del">
          <ac:chgData name="Soumita Sengupta" userId="4afa6ce1-cb01-46c2-8538-4650222f0c96" providerId="ADAL" clId="{6D014E28-5AC5-424B-B335-F0A00E851760}" dt="2021-04-06T11:32:57.255" v="364" actId="478"/>
          <ac:spMkLst>
            <pc:docMk/>
            <pc:sldMk cId="4196682678" sldId="286"/>
            <ac:spMk id="2" creationId="{601C711B-9295-4652-9ABE-066D256A2133}"/>
          </ac:spMkLst>
        </pc:spChg>
        <pc:spChg chg="del">
          <ac:chgData name="Soumita Sengupta" userId="4afa6ce1-cb01-46c2-8538-4650222f0c96" providerId="ADAL" clId="{6D014E28-5AC5-424B-B335-F0A00E851760}" dt="2021-04-06T11:32:59.336" v="365" actId="478"/>
          <ac:spMkLst>
            <pc:docMk/>
            <pc:sldMk cId="4196682678" sldId="286"/>
            <ac:spMk id="3" creationId="{69926989-36A1-4026-8037-8E95E7C4CAA4}"/>
          </ac:spMkLst>
        </pc:spChg>
        <pc:spChg chg="add mod">
          <ac:chgData name="Soumita Sengupta" userId="4afa6ce1-cb01-46c2-8538-4650222f0c96" providerId="ADAL" clId="{6D014E28-5AC5-424B-B335-F0A00E851760}" dt="2021-04-06T11:33:00.895" v="366"/>
          <ac:spMkLst>
            <pc:docMk/>
            <pc:sldMk cId="4196682678" sldId="286"/>
            <ac:spMk id="7" creationId="{CC8A216C-C5D2-4688-B2C4-7816EC783D76}"/>
          </ac:spMkLst>
        </pc:spChg>
        <pc:spChg chg="mod">
          <ac:chgData name="Soumita Sengupta" userId="4afa6ce1-cb01-46c2-8538-4650222f0c96" providerId="ADAL" clId="{6D014E28-5AC5-424B-B335-F0A00E851760}" dt="2021-04-06T10:48:54.159" v="192" actId="255"/>
          <ac:spMkLst>
            <pc:docMk/>
            <pc:sldMk cId="4196682678" sldId="286"/>
            <ac:spMk id="10" creationId="{1CEF220F-4F97-4E58-8F35-3888D7A16DD5}"/>
          </ac:spMkLst>
        </pc:spChg>
        <pc:picChg chg="add mod">
          <ac:chgData name="Soumita Sengupta" userId="4afa6ce1-cb01-46c2-8538-4650222f0c96" providerId="ADAL" clId="{6D014E28-5AC5-424B-B335-F0A00E851760}" dt="2021-04-06T11:33:00.895" v="366"/>
          <ac:picMkLst>
            <pc:docMk/>
            <pc:sldMk cId="4196682678" sldId="286"/>
            <ac:picMk id="6" creationId="{2F38D59A-3EDA-4ACD-8BE2-FAD988C40D97}"/>
          </ac:picMkLst>
        </pc:picChg>
      </pc:sldChg>
      <pc:sldChg chg="addSp delSp modSp add del mod">
        <pc:chgData name="Soumita Sengupta" userId="4afa6ce1-cb01-46c2-8538-4650222f0c96" providerId="ADAL" clId="{6D014E28-5AC5-424B-B335-F0A00E851760}" dt="2021-04-09T06:25:33.738" v="413" actId="47"/>
        <pc:sldMkLst>
          <pc:docMk/>
          <pc:sldMk cId="3445965952" sldId="287"/>
        </pc:sldMkLst>
        <pc:spChg chg="del">
          <ac:chgData name="Soumita Sengupta" userId="4afa6ce1-cb01-46c2-8538-4650222f0c96" providerId="ADAL" clId="{6D014E28-5AC5-424B-B335-F0A00E851760}" dt="2021-04-06T11:32:00.503" v="349" actId="478"/>
          <ac:spMkLst>
            <pc:docMk/>
            <pc:sldMk cId="3445965952" sldId="287"/>
            <ac:spMk id="3" creationId="{00000000-0000-0000-0000-000000000000}"/>
          </ac:spMkLst>
        </pc:spChg>
        <pc:spChg chg="del">
          <ac:chgData name="Soumita Sengupta" userId="4afa6ce1-cb01-46c2-8538-4650222f0c96" providerId="ADAL" clId="{6D014E28-5AC5-424B-B335-F0A00E851760}" dt="2021-04-06T11:32:02.609" v="350" actId="478"/>
          <ac:spMkLst>
            <pc:docMk/>
            <pc:sldMk cId="3445965952" sldId="287"/>
            <ac:spMk id="4" creationId="{00000000-0000-0000-0000-000000000000}"/>
          </ac:spMkLst>
        </pc:spChg>
        <pc:spChg chg="add mod">
          <ac:chgData name="Soumita Sengupta" userId="4afa6ce1-cb01-46c2-8538-4650222f0c96" providerId="ADAL" clId="{6D014E28-5AC5-424B-B335-F0A00E851760}" dt="2021-04-06T11:32:04.467" v="351"/>
          <ac:spMkLst>
            <pc:docMk/>
            <pc:sldMk cId="3445965952" sldId="287"/>
            <ac:spMk id="8" creationId="{F946BBD2-C62F-45F5-B703-216EEC30A172}"/>
          </ac:spMkLst>
        </pc:spChg>
        <pc:graphicFrameChg chg="mod">
          <ac:chgData name="Soumita Sengupta" userId="4afa6ce1-cb01-46c2-8538-4650222f0c96" providerId="ADAL" clId="{6D014E28-5AC5-424B-B335-F0A00E851760}" dt="2021-04-06T10:42:18.804" v="159" actId="108"/>
          <ac:graphicFrameMkLst>
            <pc:docMk/>
            <pc:sldMk cId="3445965952" sldId="287"/>
            <ac:graphicFrameMk id="6" creationId="{00000000-0000-0000-0000-000000000000}"/>
          </ac:graphicFrameMkLst>
        </pc:graphicFrameChg>
        <pc:picChg chg="add mod">
          <ac:chgData name="Soumita Sengupta" userId="4afa6ce1-cb01-46c2-8538-4650222f0c96" providerId="ADAL" clId="{6D014E28-5AC5-424B-B335-F0A00E851760}" dt="2021-04-06T11:32:04.467" v="351"/>
          <ac:picMkLst>
            <pc:docMk/>
            <pc:sldMk cId="3445965952" sldId="287"/>
            <ac:picMk id="7" creationId="{2756D2A9-510A-4961-8348-84F9D8FEC4F8}"/>
          </ac:picMkLst>
        </pc:picChg>
      </pc:sldChg>
      <pc:sldChg chg="addSp delSp modSp add del mod">
        <pc:chgData name="Soumita Sengupta" userId="4afa6ce1-cb01-46c2-8538-4650222f0c96" providerId="ADAL" clId="{6D014E28-5AC5-424B-B335-F0A00E851760}" dt="2021-04-09T06:25:34.661" v="414" actId="47"/>
        <pc:sldMkLst>
          <pc:docMk/>
          <pc:sldMk cId="3251029133" sldId="288"/>
        </pc:sldMkLst>
        <pc:spChg chg="del">
          <ac:chgData name="Soumita Sengupta" userId="4afa6ce1-cb01-46c2-8538-4650222f0c96" providerId="ADAL" clId="{6D014E28-5AC5-424B-B335-F0A00E851760}" dt="2021-04-06T11:32:11.846" v="352" actId="478"/>
          <ac:spMkLst>
            <pc:docMk/>
            <pc:sldMk cId="3251029133" sldId="288"/>
            <ac:spMk id="3" creationId="{00000000-0000-0000-0000-000000000000}"/>
          </ac:spMkLst>
        </pc:spChg>
        <pc:spChg chg="del">
          <ac:chgData name="Soumita Sengupta" userId="4afa6ce1-cb01-46c2-8538-4650222f0c96" providerId="ADAL" clId="{6D014E28-5AC5-424B-B335-F0A00E851760}" dt="2021-04-06T11:32:14.376" v="353" actId="478"/>
          <ac:spMkLst>
            <pc:docMk/>
            <pc:sldMk cId="3251029133" sldId="288"/>
            <ac:spMk id="4" creationId="{00000000-0000-0000-0000-000000000000}"/>
          </ac:spMkLst>
        </pc:spChg>
        <pc:spChg chg="add mod">
          <ac:chgData name="Soumita Sengupta" userId="4afa6ce1-cb01-46c2-8538-4650222f0c96" providerId="ADAL" clId="{6D014E28-5AC5-424B-B335-F0A00E851760}" dt="2021-04-06T11:32:16.059" v="354"/>
          <ac:spMkLst>
            <pc:docMk/>
            <pc:sldMk cId="3251029133" sldId="288"/>
            <ac:spMk id="8" creationId="{79399695-8344-4CD9-89EC-1DE36A0A5609}"/>
          </ac:spMkLst>
        </pc:spChg>
        <pc:graphicFrameChg chg="mod modGraphic">
          <ac:chgData name="Soumita Sengupta" userId="4afa6ce1-cb01-46c2-8538-4650222f0c96" providerId="ADAL" clId="{6D014E28-5AC5-424B-B335-F0A00E851760}" dt="2021-04-06T10:42:39.502" v="162" actId="255"/>
          <ac:graphicFrameMkLst>
            <pc:docMk/>
            <pc:sldMk cId="3251029133" sldId="288"/>
            <ac:graphicFrameMk id="6" creationId="{00000000-0000-0000-0000-000000000000}"/>
          </ac:graphicFrameMkLst>
        </pc:graphicFrameChg>
        <pc:picChg chg="add mod">
          <ac:chgData name="Soumita Sengupta" userId="4afa6ce1-cb01-46c2-8538-4650222f0c96" providerId="ADAL" clId="{6D014E28-5AC5-424B-B335-F0A00E851760}" dt="2021-04-06T11:32:16.059" v="354"/>
          <ac:picMkLst>
            <pc:docMk/>
            <pc:sldMk cId="3251029133" sldId="288"/>
            <ac:picMk id="7" creationId="{6C13166F-E210-4A02-9BD9-885CE8179C2A}"/>
          </ac:picMkLst>
        </pc:picChg>
      </pc:sldChg>
      <pc:sldChg chg="addSp delSp modSp add mod">
        <pc:chgData name="Soumita Sengupta" userId="4afa6ce1-cb01-46c2-8538-4650222f0c96" providerId="ADAL" clId="{6D014E28-5AC5-424B-B335-F0A00E851760}" dt="2021-04-06T11:29:52.198" v="318" actId="1076"/>
        <pc:sldMkLst>
          <pc:docMk/>
          <pc:sldMk cId="3879588154" sldId="290"/>
        </pc:sldMkLst>
        <pc:spChg chg="del">
          <ac:chgData name="Soumita Sengupta" userId="4afa6ce1-cb01-46c2-8538-4650222f0c96" providerId="ADAL" clId="{6D014E28-5AC5-424B-B335-F0A00E851760}" dt="2021-04-06T11:29:19.041" v="311" actId="478"/>
          <ac:spMkLst>
            <pc:docMk/>
            <pc:sldMk cId="3879588154" sldId="290"/>
            <ac:spMk id="2" creationId="{D91EEE62-42F2-4F1D-B8A3-FBAD6C650C8E}"/>
          </ac:spMkLst>
        </pc:spChg>
        <pc:spChg chg="del">
          <ac:chgData name="Soumita Sengupta" userId="4afa6ce1-cb01-46c2-8538-4650222f0c96" providerId="ADAL" clId="{6D014E28-5AC5-424B-B335-F0A00E851760}" dt="2021-04-06T11:29:22.653" v="312" actId="478"/>
          <ac:spMkLst>
            <pc:docMk/>
            <pc:sldMk cId="3879588154" sldId="290"/>
            <ac:spMk id="4" creationId="{3444EB40-04FA-4299-92D2-DF45857EA738}"/>
          </ac:spMkLst>
        </pc:spChg>
        <pc:spChg chg="add del mod">
          <ac:chgData name="Soumita Sengupta" userId="4afa6ce1-cb01-46c2-8538-4650222f0c96" providerId="ADAL" clId="{6D014E28-5AC5-424B-B335-F0A00E851760}" dt="2021-04-06T11:29:26.521" v="314"/>
          <ac:spMkLst>
            <pc:docMk/>
            <pc:sldMk cId="3879588154" sldId="290"/>
            <ac:spMk id="6" creationId="{4A68B003-77A7-437B-A30B-46606BC3B75E}"/>
          </ac:spMkLst>
        </pc:spChg>
        <pc:spChg chg="add mod">
          <ac:chgData name="Soumita Sengupta" userId="4afa6ce1-cb01-46c2-8538-4650222f0c96" providerId="ADAL" clId="{6D014E28-5AC5-424B-B335-F0A00E851760}" dt="2021-04-06T11:29:52.198" v="318" actId="1076"/>
          <ac:spMkLst>
            <pc:docMk/>
            <pc:sldMk cId="3879588154" sldId="290"/>
            <ac:spMk id="8" creationId="{8B8D271A-70E6-42E8-9673-1CD0392E2CE6}"/>
          </ac:spMkLst>
        </pc:spChg>
        <pc:spChg chg="del">
          <ac:chgData name="Soumita Sengupta" userId="4afa6ce1-cb01-46c2-8538-4650222f0c96" providerId="ADAL" clId="{6D014E28-5AC5-424B-B335-F0A00E851760}" dt="2021-04-06T10:27:48.707" v="26" actId="478"/>
          <ac:spMkLst>
            <pc:docMk/>
            <pc:sldMk cId="3879588154" sldId="290"/>
            <ac:spMk id="10" creationId="{31F121B9-728B-46F1-B056-A4E564A3B017}"/>
          </ac:spMkLst>
        </pc:spChg>
        <pc:picChg chg="add mod">
          <ac:chgData name="Soumita Sengupta" userId="4afa6ce1-cb01-46c2-8538-4650222f0c96" providerId="ADAL" clId="{6D014E28-5AC5-424B-B335-F0A00E851760}" dt="2021-04-06T11:29:30.627" v="316" actId="1076"/>
          <ac:picMkLst>
            <pc:docMk/>
            <pc:sldMk cId="3879588154" sldId="290"/>
            <ac:picMk id="3" creationId="{07E0BDF4-BE3D-48E3-B3B8-73695475CDBD}"/>
          </ac:picMkLst>
        </pc:picChg>
        <pc:picChg chg="mod">
          <ac:chgData name="Soumita Sengupta" userId="4afa6ce1-cb01-46c2-8538-4650222f0c96" providerId="ADAL" clId="{6D014E28-5AC5-424B-B335-F0A00E851760}" dt="2021-04-06T10:27:53.390" v="27" actId="1076"/>
          <ac:picMkLst>
            <pc:docMk/>
            <pc:sldMk cId="3879588154" sldId="290"/>
            <ac:picMk id="7" creationId="{7F152307-C1F8-47C6-A5BE-D147F2DA68FF}"/>
          </ac:picMkLst>
        </pc:picChg>
      </pc:sldChg>
      <pc:sldChg chg="addSp delSp modSp add mod">
        <pc:chgData name="Soumita Sengupta" userId="4afa6ce1-cb01-46c2-8538-4650222f0c96" providerId="ADAL" clId="{6D014E28-5AC5-424B-B335-F0A00E851760}" dt="2021-04-06T11:30:12.786" v="321"/>
        <pc:sldMkLst>
          <pc:docMk/>
          <pc:sldMk cId="1179459248" sldId="291"/>
        </pc:sldMkLst>
        <pc:spChg chg="del">
          <ac:chgData name="Soumita Sengupta" userId="4afa6ce1-cb01-46c2-8538-4650222f0c96" providerId="ADAL" clId="{6D014E28-5AC5-424B-B335-F0A00E851760}" dt="2021-04-06T11:30:07.448" v="319" actId="478"/>
          <ac:spMkLst>
            <pc:docMk/>
            <pc:sldMk cId="1179459248" sldId="291"/>
            <ac:spMk id="2" creationId="{A5545079-D53D-4204-BC3D-24CFC6CCA960}"/>
          </ac:spMkLst>
        </pc:spChg>
        <pc:spChg chg="del">
          <ac:chgData name="Soumita Sengupta" userId="4afa6ce1-cb01-46c2-8538-4650222f0c96" providerId="ADAL" clId="{6D014E28-5AC5-424B-B335-F0A00E851760}" dt="2021-04-06T11:30:10.766" v="320" actId="478"/>
          <ac:spMkLst>
            <pc:docMk/>
            <pc:sldMk cId="1179459248" sldId="291"/>
            <ac:spMk id="3" creationId="{CF66264A-2F27-4E94-9395-FD5D576B0B85}"/>
          </ac:spMkLst>
        </pc:spChg>
        <pc:spChg chg="add mod">
          <ac:chgData name="Soumita Sengupta" userId="4afa6ce1-cb01-46c2-8538-4650222f0c96" providerId="ADAL" clId="{6D014E28-5AC5-424B-B335-F0A00E851760}" dt="2021-04-06T11:30:12.786" v="321"/>
          <ac:spMkLst>
            <pc:docMk/>
            <pc:sldMk cId="1179459248" sldId="291"/>
            <ac:spMk id="8" creationId="{E5338E6C-3031-4B14-B954-C1758B845F2F}"/>
          </ac:spMkLst>
        </pc:spChg>
        <pc:graphicFrameChg chg="mod">
          <ac:chgData name="Soumita Sengupta" userId="4afa6ce1-cb01-46c2-8538-4650222f0c96" providerId="ADAL" clId="{6D014E28-5AC5-424B-B335-F0A00E851760}" dt="2021-04-06T10:29:10.749" v="42" actId="1076"/>
          <ac:graphicFrameMkLst>
            <pc:docMk/>
            <pc:sldMk cId="1179459248" sldId="291"/>
            <ac:graphicFrameMk id="6" creationId="{00000000-0000-0000-0000-000000000000}"/>
          </ac:graphicFrameMkLst>
        </pc:graphicFrameChg>
        <pc:picChg chg="add mod">
          <ac:chgData name="Soumita Sengupta" userId="4afa6ce1-cb01-46c2-8538-4650222f0c96" providerId="ADAL" clId="{6D014E28-5AC5-424B-B335-F0A00E851760}" dt="2021-04-06T11:30:12.786" v="321"/>
          <ac:picMkLst>
            <pc:docMk/>
            <pc:sldMk cId="1179459248" sldId="291"/>
            <ac:picMk id="7" creationId="{D0CDCA76-7101-49FB-9F61-9458A01E9EB3}"/>
          </ac:picMkLst>
        </pc:picChg>
      </pc:sldChg>
      <pc:sldChg chg="addSp delSp modSp add mod">
        <pc:chgData name="Soumita Sengupta" userId="4afa6ce1-cb01-46c2-8538-4650222f0c96" providerId="ADAL" clId="{6D014E28-5AC5-424B-B335-F0A00E851760}" dt="2021-04-06T11:30:20.285" v="324"/>
        <pc:sldMkLst>
          <pc:docMk/>
          <pc:sldMk cId="4035925901" sldId="292"/>
        </pc:sldMkLst>
        <pc:spChg chg="del">
          <ac:chgData name="Soumita Sengupta" userId="4afa6ce1-cb01-46c2-8538-4650222f0c96" providerId="ADAL" clId="{6D014E28-5AC5-424B-B335-F0A00E851760}" dt="2021-04-06T11:30:16.513" v="322" actId="478"/>
          <ac:spMkLst>
            <pc:docMk/>
            <pc:sldMk cId="4035925901" sldId="292"/>
            <ac:spMk id="3" creationId="{00000000-0000-0000-0000-000000000000}"/>
          </ac:spMkLst>
        </pc:spChg>
        <pc:spChg chg="del">
          <ac:chgData name="Soumita Sengupta" userId="4afa6ce1-cb01-46c2-8538-4650222f0c96" providerId="ADAL" clId="{6D014E28-5AC5-424B-B335-F0A00E851760}" dt="2021-04-06T11:30:18.577" v="323" actId="478"/>
          <ac:spMkLst>
            <pc:docMk/>
            <pc:sldMk cId="4035925901" sldId="292"/>
            <ac:spMk id="4" creationId="{00000000-0000-0000-0000-000000000000}"/>
          </ac:spMkLst>
        </pc:spChg>
        <pc:spChg chg="mod">
          <ac:chgData name="Soumita Sengupta" userId="4afa6ce1-cb01-46c2-8538-4650222f0c96" providerId="ADAL" clId="{6D014E28-5AC5-424B-B335-F0A00E851760}" dt="2021-04-06T10:30:20.641" v="72" actId="5793"/>
          <ac:spMkLst>
            <pc:docMk/>
            <pc:sldMk cId="4035925901" sldId="292"/>
            <ac:spMk id="5" creationId="{00000000-0000-0000-0000-000000000000}"/>
          </ac:spMkLst>
        </pc:spChg>
        <pc:spChg chg="add mod">
          <ac:chgData name="Soumita Sengupta" userId="4afa6ce1-cb01-46c2-8538-4650222f0c96" providerId="ADAL" clId="{6D014E28-5AC5-424B-B335-F0A00E851760}" dt="2021-04-06T11:30:20.285" v="324"/>
          <ac:spMkLst>
            <pc:docMk/>
            <pc:sldMk cId="4035925901" sldId="292"/>
            <ac:spMk id="8" creationId="{CD558720-D4DD-4EFF-9F83-5B3E3F40688A}"/>
          </ac:spMkLst>
        </pc:spChg>
        <pc:graphicFrameChg chg="mod">
          <ac:chgData name="Soumita Sengupta" userId="4afa6ce1-cb01-46c2-8538-4650222f0c96" providerId="ADAL" clId="{6D014E28-5AC5-424B-B335-F0A00E851760}" dt="2021-04-06T10:30:03.025" v="59" actId="108"/>
          <ac:graphicFrameMkLst>
            <pc:docMk/>
            <pc:sldMk cId="4035925901" sldId="292"/>
            <ac:graphicFrameMk id="6" creationId="{00000000-0000-0000-0000-000000000000}"/>
          </ac:graphicFrameMkLst>
        </pc:graphicFrameChg>
        <pc:picChg chg="add mod">
          <ac:chgData name="Soumita Sengupta" userId="4afa6ce1-cb01-46c2-8538-4650222f0c96" providerId="ADAL" clId="{6D014E28-5AC5-424B-B335-F0A00E851760}" dt="2021-04-06T11:30:20.285" v="324"/>
          <ac:picMkLst>
            <pc:docMk/>
            <pc:sldMk cId="4035925901" sldId="292"/>
            <ac:picMk id="7" creationId="{CA1F9789-7C7C-4395-9DC5-7B02EAEC5DD4}"/>
          </ac:picMkLst>
        </pc:picChg>
      </pc:sldChg>
      <pc:sldChg chg="addSp delSp modSp add mod">
        <pc:chgData name="Soumita Sengupta" userId="4afa6ce1-cb01-46c2-8538-4650222f0c96" providerId="ADAL" clId="{6D014E28-5AC5-424B-B335-F0A00E851760}" dt="2021-04-06T11:31:13.617" v="336"/>
        <pc:sldMkLst>
          <pc:docMk/>
          <pc:sldMk cId="1447183784" sldId="293"/>
        </pc:sldMkLst>
        <pc:spChg chg="del">
          <ac:chgData name="Soumita Sengupta" userId="4afa6ce1-cb01-46c2-8538-4650222f0c96" providerId="ADAL" clId="{6D014E28-5AC5-424B-B335-F0A00E851760}" dt="2021-04-06T11:31:09.283" v="334" actId="478"/>
          <ac:spMkLst>
            <pc:docMk/>
            <pc:sldMk cId="1447183784" sldId="293"/>
            <ac:spMk id="3" creationId="{00000000-0000-0000-0000-000000000000}"/>
          </ac:spMkLst>
        </pc:spChg>
        <pc:spChg chg="del">
          <ac:chgData name="Soumita Sengupta" userId="4afa6ce1-cb01-46c2-8538-4650222f0c96" providerId="ADAL" clId="{6D014E28-5AC5-424B-B335-F0A00E851760}" dt="2021-04-06T11:31:11.987" v="335" actId="478"/>
          <ac:spMkLst>
            <pc:docMk/>
            <pc:sldMk cId="1447183784" sldId="293"/>
            <ac:spMk id="4" creationId="{00000000-0000-0000-0000-000000000000}"/>
          </ac:spMkLst>
        </pc:spChg>
        <pc:spChg chg="mod">
          <ac:chgData name="Soumita Sengupta" userId="4afa6ce1-cb01-46c2-8538-4650222f0c96" providerId="ADAL" clId="{6D014E28-5AC5-424B-B335-F0A00E851760}" dt="2021-04-06T10:33:44.983" v="87" actId="27636"/>
          <ac:spMkLst>
            <pc:docMk/>
            <pc:sldMk cId="1447183784" sldId="293"/>
            <ac:spMk id="5" creationId="{00000000-0000-0000-0000-000000000000}"/>
          </ac:spMkLst>
        </pc:spChg>
        <pc:spChg chg="add mod">
          <ac:chgData name="Soumita Sengupta" userId="4afa6ce1-cb01-46c2-8538-4650222f0c96" providerId="ADAL" clId="{6D014E28-5AC5-424B-B335-F0A00E851760}" dt="2021-04-06T11:31:13.617" v="336"/>
          <ac:spMkLst>
            <pc:docMk/>
            <pc:sldMk cId="1447183784" sldId="293"/>
            <ac:spMk id="8" creationId="{DA5ECAA8-14F4-4E16-B435-807A3D718475}"/>
          </ac:spMkLst>
        </pc:spChg>
        <pc:graphicFrameChg chg="mod">
          <ac:chgData name="Soumita Sengupta" userId="4afa6ce1-cb01-46c2-8538-4650222f0c96" providerId="ADAL" clId="{6D014E28-5AC5-424B-B335-F0A00E851760}" dt="2021-04-06T10:35:41.844" v="110" actId="108"/>
          <ac:graphicFrameMkLst>
            <pc:docMk/>
            <pc:sldMk cId="1447183784" sldId="293"/>
            <ac:graphicFrameMk id="6" creationId="{00000000-0000-0000-0000-000000000000}"/>
          </ac:graphicFrameMkLst>
        </pc:graphicFrameChg>
        <pc:picChg chg="add mod">
          <ac:chgData name="Soumita Sengupta" userId="4afa6ce1-cb01-46c2-8538-4650222f0c96" providerId="ADAL" clId="{6D014E28-5AC5-424B-B335-F0A00E851760}" dt="2021-04-06T11:31:13.617" v="336"/>
          <ac:picMkLst>
            <pc:docMk/>
            <pc:sldMk cId="1447183784" sldId="293"/>
            <ac:picMk id="7" creationId="{310ECB26-5718-49CF-8AFF-89EF79FC7A6D}"/>
          </ac:picMkLst>
        </pc:picChg>
      </pc:sldChg>
      <pc:sldChg chg="modSp mod">
        <pc:chgData name="Soumita Sengupta" userId="4afa6ce1-cb01-46c2-8538-4650222f0c96" providerId="ADAL" clId="{6D014E28-5AC5-424B-B335-F0A00E851760}" dt="2021-04-06T10:26:10.949" v="24" actId="20577"/>
        <pc:sldMkLst>
          <pc:docMk/>
          <pc:sldMk cId="2584036331" sldId="339"/>
        </pc:sldMkLst>
        <pc:spChg chg="mod">
          <ac:chgData name="Soumita Sengupta" userId="4afa6ce1-cb01-46c2-8538-4650222f0c96" providerId="ADAL" clId="{6D014E28-5AC5-424B-B335-F0A00E851760}" dt="2021-04-06T10:26:10.949" v="24" actId="20577"/>
          <ac:spMkLst>
            <pc:docMk/>
            <pc:sldMk cId="2584036331" sldId="339"/>
            <ac:spMk id="5" creationId="{6D1A1596-A8D7-4C1A-8956-0FA40A84EFCA}"/>
          </ac:spMkLst>
        </pc:spChg>
      </pc:sldChg>
      <pc:sldChg chg="modSp mod ord">
        <pc:chgData name="Soumita Sengupta" userId="4afa6ce1-cb01-46c2-8538-4650222f0c96" providerId="ADAL" clId="{6D014E28-5AC5-424B-B335-F0A00E851760}" dt="2021-04-06T10:31:23.957" v="79"/>
        <pc:sldMkLst>
          <pc:docMk/>
          <pc:sldMk cId="473323582" sldId="359"/>
        </pc:sldMkLst>
        <pc:spChg chg="mod">
          <ac:chgData name="Soumita Sengupta" userId="4afa6ce1-cb01-46c2-8538-4650222f0c96" providerId="ADAL" clId="{6D014E28-5AC5-424B-B335-F0A00E851760}" dt="2021-04-06T10:31:23.957" v="79"/>
          <ac:spMkLst>
            <pc:docMk/>
            <pc:sldMk cId="473323582" sldId="359"/>
            <ac:spMk id="2" creationId="{57983F62-BBB9-431B-A37F-BDA0DC7153F6}"/>
          </ac:spMkLst>
        </pc:spChg>
      </pc:sldChg>
      <pc:sldChg chg="addSp delSp modSp add mod">
        <pc:chgData name="Soumita Sengupta" userId="4afa6ce1-cb01-46c2-8538-4650222f0c96" providerId="ADAL" clId="{6D014E28-5AC5-424B-B335-F0A00E851760}" dt="2021-04-08T09:04:39.270" v="411" actId="20577"/>
        <pc:sldMkLst>
          <pc:docMk/>
          <pc:sldMk cId="3877073650" sldId="430"/>
        </pc:sldMkLst>
        <pc:spChg chg="del">
          <ac:chgData name="Soumita Sengupta" userId="4afa6ce1-cb01-46c2-8538-4650222f0c96" providerId="ADAL" clId="{6D014E28-5AC5-424B-B335-F0A00E851760}" dt="2021-04-06T11:31:20.616" v="337" actId="478"/>
          <ac:spMkLst>
            <pc:docMk/>
            <pc:sldMk cId="3877073650" sldId="430"/>
            <ac:spMk id="3" creationId="{00000000-0000-0000-0000-000000000000}"/>
          </ac:spMkLst>
        </pc:spChg>
        <pc:spChg chg="del">
          <ac:chgData name="Soumita Sengupta" userId="4afa6ce1-cb01-46c2-8538-4650222f0c96" providerId="ADAL" clId="{6D014E28-5AC5-424B-B335-F0A00E851760}" dt="2021-04-06T11:31:25.503" v="338" actId="478"/>
          <ac:spMkLst>
            <pc:docMk/>
            <pc:sldMk cId="3877073650" sldId="430"/>
            <ac:spMk id="4" creationId="{00000000-0000-0000-0000-000000000000}"/>
          </ac:spMkLst>
        </pc:spChg>
        <pc:spChg chg="mod">
          <ac:chgData name="Soumita Sengupta" userId="4afa6ce1-cb01-46c2-8538-4650222f0c96" providerId="ADAL" clId="{6D014E28-5AC5-424B-B335-F0A00E851760}" dt="2021-04-06T10:40:13.449" v="129" actId="108"/>
          <ac:spMkLst>
            <pc:docMk/>
            <pc:sldMk cId="3877073650" sldId="430"/>
            <ac:spMk id="12" creationId="{1C263E02-A142-4874-9FC3-BD95A9151AC6}"/>
          </ac:spMkLst>
        </pc:spChg>
        <pc:spChg chg="mod">
          <ac:chgData name="Soumita Sengupta" userId="4afa6ce1-cb01-46c2-8538-4650222f0c96" providerId="ADAL" clId="{6D014E28-5AC5-424B-B335-F0A00E851760}" dt="2021-04-06T10:40:08.919" v="128" actId="108"/>
          <ac:spMkLst>
            <pc:docMk/>
            <pc:sldMk cId="3877073650" sldId="430"/>
            <ac:spMk id="14" creationId="{43512C94-6DDC-471B-BD2C-171EC74F8CB2}"/>
          </ac:spMkLst>
        </pc:spChg>
        <pc:spChg chg="mod">
          <ac:chgData name="Soumita Sengupta" userId="4afa6ce1-cb01-46c2-8538-4650222f0c96" providerId="ADAL" clId="{6D014E28-5AC5-424B-B335-F0A00E851760}" dt="2021-04-06T10:40:04.365" v="127" actId="108"/>
          <ac:spMkLst>
            <pc:docMk/>
            <pc:sldMk cId="3877073650" sldId="430"/>
            <ac:spMk id="16" creationId="{6A7CE17C-D6FB-46CF-8557-0A4908E55458}"/>
          </ac:spMkLst>
        </pc:spChg>
        <pc:spChg chg="add mod">
          <ac:chgData name="Soumita Sengupta" userId="4afa6ce1-cb01-46c2-8538-4650222f0c96" providerId="ADAL" clId="{6D014E28-5AC5-424B-B335-F0A00E851760}" dt="2021-04-06T11:31:27.414" v="339"/>
          <ac:spMkLst>
            <pc:docMk/>
            <pc:sldMk cId="3877073650" sldId="430"/>
            <ac:spMk id="20" creationId="{9CB889B1-CF3A-4A1C-8CCD-69D36C5EB271}"/>
          </ac:spMkLst>
        </pc:spChg>
        <pc:graphicFrameChg chg="mod">
          <ac:chgData name="Soumita Sengupta" userId="4afa6ce1-cb01-46c2-8538-4650222f0c96" providerId="ADAL" clId="{6D014E28-5AC5-424B-B335-F0A00E851760}" dt="2021-04-08T09:04:39.270" v="411" actId="20577"/>
          <ac:graphicFrameMkLst>
            <pc:docMk/>
            <pc:sldMk cId="3877073650" sldId="430"/>
            <ac:graphicFrameMk id="6" creationId="{00000000-0000-0000-0000-000000000000}"/>
          </ac:graphicFrameMkLst>
        </pc:graphicFrameChg>
        <pc:picChg chg="add mod">
          <ac:chgData name="Soumita Sengupta" userId="4afa6ce1-cb01-46c2-8538-4650222f0c96" providerId="ADAL" clId="{6D014E28-5AC5-424B-B335-F0A00E851760}" dt="2021-04-06T11:31:27.414" v="339"/>
          <ac:picMkLst>
            <pc:docMk/>
            <pc:sldMk cId="3877073650" sldId="430"/>
            <ac:picMk id="19" creationId="{A3EC2265-0BB0-49EE-9033-C09AF9E6E187}"/>
          </ac:picMkLst>
        </pc:picChg>
      </pc:sldChg>
      <pc:sldChg chg="addSp delSp modSp add mod">
        <pc:chgData name="Soumita Sengupta" userId="4afa6ce1-cb01-46c2-8538-4650222f0c96" providerId="ADAL" clId="{6D014E28-5AC5-424B-B335-F0A00E851760}" dt="2021-04-06T11:31:39.006" v="342"/>
        <pc:sldMkLst>
          <pc:docMk/>
          <pc:sldMk cId="282342653" sldId="431"/>
        </pc:sldMkLst>
        <pc:spChg chg="del">
          <ac:chgData name="Soumita Sengupta" userId="4afa6ce1-cb01-46c2-8538-4650222f0c96" providerId="ADAL" clId="{6D014E28-5AC5-424B-B335-F0A00E851760}" dt="2021-04-06T11:31:34.236" v="340" actId="478"/>
          <ac:spMkLst>
            <pc:docMk/>
            <pc:sldMk cId="282342653" sldId="431"/>
            <ac:spMk id="3" creationId="{00000000-0000-0000-0000-000000000000}"/>
          </ac:spMkLst>
        </pc:spChg>
        <pc:spChg chg="del">
          <ac:chgData name="Soumita Sengupta" userId="4afa6ce1-cb01-46c2-8538-4650222f0c96" providerId="ADAL" clId="{6D014E28-5AC5-424B-B335-F0A00E851760}" dt="2021-04-06T11:31:37.245" v="341" actId="478"/>
          <ac:spMkLst>
            <pc:docMk/>
            <pc:sldMk cId="282342653" sldId="431"/>
            <ac:spMk id="4" creationId="{00000000-0000-0000-0000-000000000000}"/>
          </ac:spMkLst>
        </pc:spChg>
        <pc:spChg chg="mod">
          <ac:chgData name="Soumita Sengupta" userId="4afa6ce1-cb01-46c2-8538-4650222f0c96" providerId="ADAL" clId="{6D014E28-5AC5-424B-B335-F0A00E851760}" dt="2021-04-06T10:40:44.281" v="136" actId="108"/>
          <ac:spMkLst>
            <pc:docMk/>
            <pc:sldMk cId="282342653" sldId="431"/>
            <ac:spMk id="14" creationId="{43512C94-6DDC-471B-BD2C-171EC74F8CB2}"/>
          </ac:spMkLst>
        </pc:spChg>
        <pc:spChg chg="mod">
          <ac:chgData name="Soumita Sengupta" userId="4afa6ce1-cb01-46c2-8538-4650222f0c96" providerId="ADAL" clId="{6D014E28-5AC5-424B-B335-F0A00E851760}" dt="2021-04-06T10:40:31.916" v="135" actId="108"/>
          <ac:spMkLst>
            <pc:docMk/>
            <pc:sldMk cId="282342653" sldId="431"/>
            <ac:spMk id="16" creationId="{6A7CE17C-D6FB-46CF-8557-0A4908E55458}"/>
          </ac:spMkLst>
        </pc:spChg>
        <pc:spChg chg="add mod">
          <ac:chgData name="Soumita Sengupta" userId="4afa6ce1-cb01-46c2-8538-4650222f0c96" providerId="ADAL" clId="{6D014E28-5AC5-424B-B335-F0A00E851760}" dt="2021-04-06T11:31:39.006" v="342"/>
          <ac:spMkLst>
            <pc:docMk/>
            <pc:sldMk cId="282342653" sldId="431"/>
            <ac:spMk id="20" creationId="{E4E4FFAD-140F-40A2-BDA3-E20AC944E184}"/>
          </ac:spMkLst>
        </pc:spChg>
        <pc:graphicFrameChg chg="mod">
          <ac:chgData name="Soumita Sengupta" userId="4afa6ce1-cb01-46c2-8538-4650222f0c96" providerId="ADAL" clId="{6D014E28-5AC5-424B-B335-F0A00E851760}" dt="2021-04-06T10:40:30.271" v="134"/>
          <ac:graphicFrameMkLst>
            <pc:docMk/>
            <pc:sldMk cId="282342653" sldId="431"/>
            <ac:graphicFrameMk id="6" creationId="{00000000-0000-0000-0000-000000000000}"/>
          </ac:graphicFrameMkLst>
        </pc:graphicFrameChg>
        <pc:picChg chg="add mod">
          <ac:chgData name="Soumita Sengupta" userId="4afa6ce1-cb01-46c2-8538-4650222f0c96" providerId="ADAL" clId="{6D014E28-5AC5-424B-B335-F0A00E851760}" dt="2021-04-06T11:31:39.006" v="342"/>
          <ac:picMkLst>
            <pc:docMk/>
            <pc:sldMk cId="282342653" sldId="431"/>
            <ac:picMk id="19" creationId="{288E5FC9-E128-4042-AA5F-4DE03DBA8340}"/>
          </ac:picMkLst>
        </pc:picChg>
      </pc:sldChg>
      <pc:sldChg chg="addSp delSp modSp add mod">
        <pc:chgData name="Soumita Sengupta" userId="4afa6ce1-cb01-46c2-8538-4650222f0c96" providerId="ADAL" clId="{6D014E28-5AC5-424B-B335-F0A00E851760}" dt="2021-04-08T09:03:54.440" v="408" actId="255"/>
        <pc:sldMkLst>
          <pc:docMk/>
          <pc:sldMk cId="892776276" sldId="432"/>
        </pc:sldMkLst>
        <pc:spChg chg="del">
          <ac:chgData name="Soumita Sengupta" userId="4afa6ce1-cb01-46c2-8538-4650222f0c96" providerId="ADAL" clId="{6D014E28-5AC5-424B-B335-F0A00E851760}" dt="2021-04-06T11:31:43.261" v="343" actId="478"/>
          <ac:spMkLst>
            <pc:docMk/>
            <pc:sldMk cId="892776276" sldId="432"/>
            <ac:spMk id="3" creationId="{00000000-0000-0000-0000-000000000000}"/>
          </ac:spMkLst>
        </pc:spChg>
        <pc:spChg chg="del">
          <ac:chgData name="Soumita Sengupta" userId="4afa6ce1-cb01-46c2-8538-4650222f0c96" providerId="ADAL" clId="{6D014E28-5AC5-424B-B335-F0A00E851760}" dt="2021-04-06T11:31:46.216" v="344" actId="478"/>
          <ac:spMkLst>
            <pc:docMk/>
            <pc:sldMk cId="892776276" sldId="432"/>
            <ac:spMk id="4" creationId="{00000000-0000-0000-0000-000000000000}"/>
          </ac:spMkLst>
        </pc:spChg>
        <pc:spChg chg="mod">
          <ac:chgData name="Soumita Sengupta" userId="4afa6ce1-cb01-46c2-8538-4650222f0c96" providerId="ADAL" clId="{6D014E28-5AC5-424B-B335-F0A00E851760}" dt="2021-04-08T09:03:54.440" v="408" actId="255"/>
          <ac:spMkLst>
            <pc:docMk/>
            <pc:sldMk cId="892776276" sldId="432"/>
            <ac:spMk id="27" creationId="{A976FBE3-570A-4551-B721-7E1D4F374A33}"/>
          </ac:spMkLst>
        </pc:spChg>
        <pc:spChg chg="mod">
          <ac:chgData name="Soumita Sengupta" userId="4afa6ce1-cb01-46c2-8538-4650222f0c96" providerId="ADAL" clId="{6D014E28-5AC5-424B-B335-F0A00E851760}" dt="2021-04-06T10:41:18.979" v="146" actId="108"/>
          <ac:spMkLst>
            <pc:docMk/>
            <pc:sldMk cId="892776276" sldId="432"/>
            <ac:spMk id="29" creationId="{1B6F2D4B-3312-4222-A72E-A2918F49E8A5}"/>
          </ac:spMkLst>
        </pc:spChg>
        <pc:spChg chg="mod">
          <ac:chgData name="Soumita Sengupta" userId="4afa6ce1-cb01-46c2-8538-4650222f0c96" providerId="ADAL" clId="{6D014E28-5AC5-424B-B335-F0A00E851760}" dt="2021-04-06T10:41:15.648" v="145" actId="108"/>
          <ac:spMkLst>
            <pc:docMk/>
            <pc:sldMk cId="892776276" sldId="432"/>
            <ac:spMk id="31" creationId="{1F3FC68A-FD16-438A-A393-637E05B7EE5E}"/>
          </ac:spMkLst>
        </pc:spChg>
        <pc:spChg chg="mod">
          <ac:chgData name="Soumita Sengupta" userId="4afa6ce1-cb01-46c2-8538-4650222f0c96" providerId="ADAL" clId="{6D014E28-5AC5-424B-B335-F0A00E851760}" dt="2021-04-06T10:41:12.454" v="144" actId="108"/>
          <ac:spMkLst>
            <pc:docMk/>
            <pc:sldMk cId="892776276" sldId="432"/>
            <ac:spMk id="33" creationId="{1D8CCF16-7D40-4F74-814F-AD21AC8E0F90}"/>
          </ac:spMkLst>
        </pc:spChg>
        <pc:spChg chg="mod">
          <ac:chgData name="Soumita Sengupta" userId="4afa6ce1-cb01-46c2-8538-4650222f0c96" providerId="ADAL" clId="{6D014E28-5AC5-424B-B335-F0A00E851760}" dt="2021-04-06T10:41:08.958" v="143" actId="108"/>
          <ac:spMkLst>
            <pc:docMk/>
            <pc:sldMk cId="892776276" sldId="432"/>
            <ac:spMk id="35" creationId="{90282522-2FCC-488C-8F6B-E7DC3AC867D4}"/>
          </ac:spMkLst>
        </pc:spChg>
        <pc:spChg chg="mod">
          <ac:chgData name="Soumita Sengupta" userId="4afa6ce1-cb01-46c2-8538-4650222f0c96" providerId="ADAL" clId="{6D014E28-5AC5-424B-B335-F0A00E851760}" dt="2021-04-06T10:41:05.173" v="142" actId="108"/>
          <ac:spMkLst>
            <pc:docMk/>
            <pc:sldMk cId="892776276" sldId="432"/>
            <ac:spMk id="37" creationId="{11E8A3D4-9254-4ABE-9A0F-5EF44B7F89D5}"/>
          </ac:spMkLst>
        </pc:spChg>
        <pc:spChg chg="mod">
          <ac:chgData name="Soumita Sengupta" userId="4afa6ce1-cb01-46c2-8538-4650222f0c96" providerId="ADAL" clId="{6D014E28-5AC5-424B-B335-F0A00E851760}" dt="2021-04-06T10:41:01.198" v="141" actId="255"/>
          <ac:spMkLst>
            <pc:docMk/>
            <pc:sldMk cId="892776276" sldId="432"/>
            <ac:spMk id="39" creationId="{8CF89A70-AAC8-4E83-ABC9-192683867934}"/>
          </ac:spMkLst>
        </pc:spChg>
        <pc:spChg chg="add mod">
          <ac:chgData name="Soumita Sengupta" userId="4afa6ce1-cb01-46c2-8538-4650222f0c96" providerId="ADAL" clId="{6D014E28-5AC5-424B-B335-F0A00E851760}" dt="2021-04-06T11:31:48.088" v="345"/>
          <ac:spMkLst>
            <pc:docMk/>
            <pc:sldMk cId="892776276" sldId="432"/>
            <ac:spMk id="44" creationId="{549F388A-B3A7-439C-A66C-B389B06BE3F8}"/>
          </ac:spMkLst>
        </pc:spChg>
        <pc:grpChg chg="mod">
          <ac:chgData name="Soumita Sengupta" userId="4afa6ce1-cb01-46c2-8538-4650222f0c96" providerId="ADAL" clId="{6D014E28-5AC5-424B-B335-F0A00E851760}" dt="2021-04-06T10:41:24.504" v="147" actId="1076"/>
          <ac:grpSpMkLst>
            <pc:docMk/>
            <pc:sldMk cId="892776276" sldId="432"/>
            <ac:grpSpMk id="25" creationId="{EA8FE4E8-5003-4BDC-86EE-BF7795A6EB04}"/>
          </ac:grpSpMkLst>
        </pc:grpChg>
        <pc:graphicFrameChg chg="mod">
          <ac:chgData name="Soumita Sengupta" userId="4afa6ce1-cb01-46c2-8538-4650222f0c96" providerId="ADAL" clId="{6D014E28-5AC5-424B-B335-F0A00E851760}" dt="2021-04-06T10:40:56.494" v="139"/>
          <ac:graphicFrameMkLst>
            <pc:docMk/>
            <pc:sldMk cId="892776276" sldId="432"/>
            <ac:graphicFrameMk id="6" creationId="{00000000-0000-0000-0000-000000000000}"/>
          </ac:graphicFrameMkLst>
        </pc:graphicFrameChg>
        <pc:picChg chg="add mod">
          <ac:chgData name="Soumita Sengupta" userId="4afa6ce1-cb01-46c2-8538-4650222f0c96" providerId="ADAL" clId="{6D014E28-5AC5-424B-B335-F0A00E851760}" dt="2021-04-06T11:31:48.088" v="345"/>
          <ac:picMkLst>
            <pc:docMk/>
            <pc:sldMk cId="892776276" sldId="432"/>
            <ac:picMk id="43" creationId="{12721721-C8B4-4EA7-943E-C06EFAE228C3}"/>
          </ac:picMkLst>
        </pc:picChg>
      </pc:sldChg>
      <pc:sldChg chg="del">
        <pc:chgData name="Soumita Sengupta" userId="4afa6ce1-cb01-46c2-8538-4650222f0c96" providerId="ADAL" clId="{6D014E28-5AC5-424B-B335-F0A00E851760}" dt="2021-04-06T11:12:31.653" v="219" actId="47"/>
        <pc:sldMkLst>
          <pc:docMk/>
          <pc:sldMk cId="536020238" sldId="459"/>
        </pc:sldMkLst>
      </pc:sldChg>
      <pc:sldChg chg="del">
        <pc:chgData name="Soumita Sengupta" userId="4afa6ce1-cb01-46c2-8538-4650222f0c96" providerId="ADAL" clId="{6D014E28-5AC5-424B-B335-F0A00E851760}" dt="2021-04-06T11:14:35.634" v="247" actId="47"/>
        <pc:sldMkLst>
          <pc:docMk/>
          <pc:sldMk cId="2675690424" sldId="460"/>
        </pc:sldMkLst>
      </pc:sldChg>
      <pc:sldChg chg="modSp mod ord">
        <pc:chgData name="Soumita Sengupta" userId="4afa6ce1-cb01-46c2-8538-4650222f0c96" providerId="ADAL" clId="{6D014E28-5AC5-424B-B335-F0A00E851760}" dt="2021-04-06T10:32:54.865" v="82"/>
        <pc:sldMkLst>
          <pc:docMk/>
          <pc:sldMk cId="4158948976" sldId="461"/>
        </pc:sldMkLst>
        <pc:spChg chg="mod">
          <ac:chgData name="Soumita Sengupta" userId="4afa6ce1-cb01-46c2-8538-4650222f0c96" providerId="ADAL" clId="{6D014E28-5AC5-424B-B335-F0A00E851760}" dt="2021-04-06T10:32:54.865" v="82"/>
          <ac:spMkLst>
            <pc:docMk/>
            <pc:sldMk cId="4158948976" sldId="461"/>
            <ac:spMk id="2" creationId="{57983F62-BBB9-431B-A37F-BDA0DC7153F6}"/>
          </ac:spMkLst>
        </pc:spChg>
      </pc:sldChg>
      <pc:sldChg chg="modSp mod ord">
        <pc:chgData name="Soumita Sengupta" userId="4afa6ce1-cb01-46c2-8538-4650222f0c96" providerId="ADAL" clId="{6D014E28-5AC5-424B-B335-F0A00E851760}" dt="2021-04-06T10:44:19.376" v="169"/>
        <pc:sldMkLst>
          <pc:docMk/>
          <pc:sldMk cId="2200198616" sldId="462"/>
        </pc:sldMkLst>
        <pc:spChg chg="mod">
          <ac:chgData name="Soumita Sengupta" userId="4afa6ce1-cb01-46c2-8538-4650222f0c96" providerId="ADAL" clId="{6D014E28-5AC5-424B-B335-F0A00E851760}" dt="2021-04-06T10:44:19.376" v="169"/>
          <ac:spMkLst>
            <pc:docMk/>
            <pc:sldMk cId="2200198616" sldId="462"/>
            <ac:spMk id="2" creationId="{57983F62-BBB9-431B-A37F-BDA0DC7153F6}"/>
          </ac:spMkLst>
        </pc:spChg>
      </pc:sldChg>
      <pc:sldChg chg="del">
        <pc:chgData name="Soumita Sengupta" userId="4afa6ce1-cb01-46c2-8538-4650222f0c96" providerId="ADAL" clId="{6D014E28-5AC5-424B-B335-F0A00E851760}" dt="2021-04-06T11:14:36.415" v="248" actId="47"/>
        <pc:sldMkLst>
          <pc:docMk/>
          <pc:sldMk cId="3508468486" sldId="463"/>
        </pc:sldMkLst>
      </pc:sldChg>
      <pc:sldChg chg="del">
        <pc:chgData name="Soumita Sengupta" userId="4afa6ce1-cb01-46c2-8538-4650222f0c96" providerId="ADAL" clId="{6D014E28-5AC5-424B-B335-F0A00E851760}" dt="2021-04-06T11:14:37.526" v="249" actId="47"/>
        <pc:sldMkLst>
          <pc:docMk/>
          <pc:sldMk cId="1610934708" sldId="464"/>
        </pc:sldMkLst>
      </pc:sldChg>
      <pc:sldChg chg="addSp delSp modSp add mod">
        <pc:chgData name="Soumita Sengupta" userId="4afa6ce1-cb01-46c2-8538-4650222f0c96" providerId="ADAL" clId="{6D014E28-5AC5-424B-B335-F0A00E851760}" dt="2021-04-06T11:30:39.390" v="327"/>
        <pc:sldMkLst>
          <pc:docMk/>
          <pc:sldMk cId="1128901314" sldId="465"/>
        </pc:sldMkLst>
        <pc:spChg chg="del">
          <ac:chgData name="Soumita Sengupta" userId="4afa6ce1-cb01-46c2-8538-4650222f0c96" providerId="ADAL" clId="{6D014E28-5AC5-424B-B335-F0A00E851760}" dt="2021-04-06T11:30:34.715" v="325" actId="478"/>
          <ac:spMkLst>
            <pc:docMk/>
            <pc:sldMk cId="1128901314" sldId="465"/>
            <ac:spMk id="3" creationId="{00000000-0000-0000-0000-000000000000}"/>
          </ac:spMkLst>
        </pc:spChg>
        <pc:spChg chg="del">
          <ac:chgData name="Soumita Sengupta" userId="4afa6ce1-cb01-46c2-8538-4650222f0c96" providerId="ADAL" clId="{6D014E28-5AC5-424B-B335-F0A00E851760}" dt="2021-04-06T11:30:37.216" v="326" actId="478"/>
          <ac:spMkLst>
            <pc:docMk/>
            <pc:sldMk cId="1128901314" sldId="465"/>
            <ac:spMk id="4" creationId="{00000000-0000-0000-0000-000000000000}"/>
          </ac:spMkLst>
        </pc:spChg>
        <pc:spChg chg="add mod">
          <ac:chgData name="Soumita Sengupta" userId="4afa6ce1-cb01-46c2-8538-4650222f0c96" providerId="ADAL" clId="{6D014E28-5AC5-424B-B335-F0A00E851760}" dt="2021-04-06T11:30:39.390" v="327"/>
          <ac:spMkLst>
            <pc:docMk/>
            <pc:sldMk cId="1128901314" sldId="465"/>
            <ac:spMk id="7" creationId="{60ECC8F5-6566-4039-AA5D-67A7DD3A2C61}"/>
          </ac:spMkLst>
        </pc:spChg>
        <pc:graphicFrameChg chg="mod">
          <ac:chgData name="Soumita Sengupta" userId="4afa6ce1-cb01-46c2-8538-4650222f0c96" providerId="ADAL" clId="{6D014E28-5AC5-424B-B335-F0A00E851760}" dt="2021-04-06T10:34:49.371" v="97" actId="108"/>
          <ac:graphicFrameMkLst>
            <pc:docMk/>
            <pc:sldMk cId="1128901314" sldId="465"/>
            <ac:graphicFrameMk id="10" creationId="{00000000-0000-0000-0000-000000000000}"/>
          </ac:graphicFrameMkLst>
        </pc:graphicFrameChg>
        <pc:picChg chg="add mod">
          <ac:chgData name="Soumita Sengupta" userId="4afa6ce1-cb01-46c2-8538-4650222f0c96" providerId="ADAL" clId="{6D014E28-5AC5-424B-B335-F0A00E851760}" dt="2021-04-06T11:30:39.390" v="327"/>
          <ac:picMkLst>
            <pc:docMk/>
            <pc:sldMk cId="1128901314" sldId="465"/>
            <ac:picMk id="6" creationId="{A1E25FBE-AB48-45BB-AFB8-C2A95500FA69}"/>
          </ac:picMkLst>
        </pc:picChg>
      </pc:sldChg>
      <pc:sldChg chg="addSp delSp modSp add mod">
        <pc:chgData name="Soumita Sengupta" userId="4afa6ce1-cb01-46c2-8538-4650222f0c96" providerId="ADAL" clId="{6D014E28-5AC5-424B-B335-F0A00E851760}" dt="2021-04-06T11:30:53.740" v="330"/>
        <pc:sldMkLst>
          <pc:docMk/>
          <pc:sldMk cId="814614294" sldId="466"/>
        </pc:sldMkLst>
        <pc:spChg chg="del">
          <ac:chgData name="Soumita Sengupta" userId="4afa6ce1-cb01-46c2-8538-4650222f0c96" providerId="ADAL" clId="{6D014E28-5AC5-424B-B335-F0A00E851760}" dt="2021-04-06T11:30:47.843" v="328" actId="478"/>
          <ac:spMkLst>
            <pc:docMk/>
            <pc:sldMk cId="814614294" sldId="466"/>
            <ac:spMk id="3" creationId="{00000000-0000-0000-0000-000000000000}"/>
          </ac:spMkLst>
        </pc:spChg>
        <pc:spChg chg="del">
          <ac:chgData name="Soumita Sengupta" userId="4afa6ce1-cb01-46c2-8538-4650222f0c96" providerId="ADAL" clId="{6D014E28-5AC5-424B-B335-F0A00E851760}" dt="2021-04-06T11:30:51.784" v="329" actId="478"/>
          <ac:spMkLst>
            <pc:docMk/>
            <pc:sldMk cId="814614294" sldId="466"/>
            <ac:spMk id="4" creationId="{00000000-0000-0000-0000-000000000000}"/>
          </ac:spMkLst>
        </pc:spChg>
        <pc:spChg chg="mod">
          <ac:chgData name="Soumita Sengupta" userId="4afa6ce1-cb01-46c2-8538-4650222f0c96" providerId="ADAL" clId="{6D014E28-5AC5-424B-B335-F0A00E851760}" dt="2021-04-06T10:33:44.973" v="85" actId="27636"/>
          <ac:spMkLst>
            <pc:docMk/>
            <pc:sldMk cId="814614294" sldId="466"/>
            <ac:spMk id="5" creationId="{00000000-0000-0000-0000-000000000000}"/>
          </ac:spMkLst>
        </pc:spChg>
        <pc:spChg chg="add mod">
          <ac:chgData name="Soumita Sengupta" userId="4afa6ce1-cb01-46c2-8538-4650222f0c96" providerId="ADAL" clId="{6D014E28-5AC5-424B-B335-F0A00E851760}" dt="2021-04-06T11:30:53.740" v="330"/>
          <ac:spMkLst>
            <pc:docMk/>
            <pc:sldMk cId="814614294" sldId="466"/>
            <ac:spMk id="8" creationId="{BDDF7B8A-05AD-453C-A93F-AC67EDDD722B}"/>
          </ac:spMkLst>
        </pc:spChg>
        <pc:graphicFrameChg chg="mod">
          <ac:chgData name="Soumita Sengupta" userId="4afa6ce1-cb01-46c2-8538-4650222f0c96" providerId="ADAL" clId="{6D014E28-5AC5-424B-B335-F0A00E851760}" dt="2021-04-06T10:35:10.673" v="102" actId="108"/>
          <ac:graphicFrameMkLst>
            <pc:docMk/>
            <pc:sldMk cId="814614294" sldId="466"/>
            <ac:graphicFrameMk id="6" creationId="{00000000-0000-0000-0000-000000000000}"/>
          </ac:graphicFrameMkLst>
        </pc:graphicFrameChg>
        <pc:picChg chg="add mod">
          <ac:chgData name="Soumita Sengupta" userId="4afa6ce1-cb01-46c2-8538-4650222f0c96" providerId="ADAL" clId="{6D014E28-5AC5-424B-B335-F0A00E851760}" dt="2021-04-06T11:30:53.740" v="330"/>
          <ac:picMkLst>
            <pc:docMk/>
            <pc:sldMk cId="814614294" sldId="466"/>
            <ac:picMk id="7" creationId="{A7F9965C-674F-4777-813E-EDA2DFE98154}"/>
          </ac:picMkLst>
        </pc:picChg>
      </pc:sldChg>
      <pc:sldChg chg="addSp delSp modSp add mod">
        <pc:chgData name="Soumita Sengupta" userId="4afa6ce1-cb01-46c2-8538-4650222f0c96" providerId="ADAL" clId="{6D014E28-5AC5-424B-B335-F0A00E851760}" dt="2021-04-06T11:31:05.035" v="333"/>
        <pc:sldMkLst>
          <pc:docMk/>
          <pc:sldMk cId="2918944075" sldId="467"/>
        </pc:sldMkLst>
        <pc:spChg chg="del">
          <ac:chgData name="Soumita Sengupta" userId="4afa6ce1-cb01-46c2-8538-4650222f0c96" providerId="ADAL" clId="{6D014E28-5AC5-424B-B335-F0A00E851760}" dt="2021-04-06T11:30:59.936" v="331" actId="478"/>
          <ac:spMkLst>
            <pc:docMk/>
            <pc:sldMk cId="2918944075" sldId="467"/>
            <ac:spMk id="3" creationId="{00000000-0000-0000-0000-000000000000}"/>
          </ac:spMkLst>
        </pc:spChg>
        <pc:spChg chg="del">
          <ac:chgData name="Soumita Sengupta" userId="4afa6ce1-cb01-46c2-8538-4650222f0c96" providerId="ADAL" clId="{6D014E28-5AC5-424B-B335-F0A00E851760}" dt="2021-04-06T11:31:03.206" v="332" actId="478"/>
          <ac:spMkLst>
            <pc:docMk/>
            <pc:sldMk cId="2918944075" sldId="467"/>
            <ac:spMk id="4" creationId="{00000000-0000-0000-0000-000000000000}"/>
          </ac:spMkLst>
        </pc:spChg>
        <pc:spChg chg="mod">
          <ac:chgData name="Soumita Sengupta" userId="4afa6ce1-cb01-46c2-8538-4650222f0c96" providerId="ADAL" clId="{6D014E28-5AC5-424B-B335-F0A00E851760}" dt="2021-04-06T10:33:44.976" v="86" actId="27636"/>
          <ac:spMkLst>
            <pc:docMk/>
            <pc:sldMk cId="2918944075" sldId="467"/>
            <ac:spMk id="5" creationId="{00000000-0000-0000-0000-000000000000}"/>
          </ac:spMkLst>
        </pc:spChg>
        <pc:spChg chg="add mod">
          <ac:chgData name="Soumita Sengupta" userId="4afa6ce1-cb01-46c2-8538-4650222f0c96" providerId="ADAL" clId="{6D014E28-5AC5-424B-B335-F0A00E851760}" dt="2021-04-06T11:31:05.035" v="333"/>
          <ac:spMkLst>
            <pc:docMk/>
            <pc:sldMk cId="2918944075" sldId="467"/>
            <ac:spMk id="8" creationId="{0E90E9AE-D712-43DD-BEEF-E074F1C0741C}"/>
          </ac:spMkLst>
        </pc:spChg>
        <pc:graphicFrameChg chg="mod">
          <ac:chgData name="Soumita Sengupta" userId="4afa6ce1-cb01-46c2-8538-4650222f0c96" providerId="ADAL" clId="{6D014E28-5AC5-424B-B335-F0A00E851760}" dt="2021-04-06T10:35:28.584" v="107" actId="108"/>
          <ac:graphicFrameMkLst>
            <pc:docMk/>
            <pc:sldMk cId="2918944075" sldId="467"/>
            <ac:graphicFrameMk id="6" creationId="{00000000-0000-0000-0000-000000000000}"/>
          </ac:graphicFrameMkLst>
        </pc:graphicFrameChg>
        <pc:picChg chg="add mod">
          <ac:chgData name="Soumita Sengupta" userId="4afa6ce1-cb01-46c2-8538-4650222f0c96" providerId="ADAL" clId="{6D014E28-5AC5-424B-B335-F0A00E851760}" dt="2021-04-06T11:31:05.035" v="333"/>
          <ac:picMkLst>
            <pc:docMk/>
            <pc:sldMk cId="2918944075" sldId="467"/>
            <ac:picMk id="7" creationId="{87A8A8EC-97A0-4F39-B969-8004BBABE137}"/>
          </ac:picMkLst>
        </pc:picChg>
      </pc:sldChg>
      <pc:sldChg chg="modSp add mod ord">
        <pc:chgData name="Soumita Sengupta" userId="4afa6ce1-cb01-46c2-8538-4650222f0c96" providerId="ADAL" clId="{6D014E28-5AC5-424B-B335-F0A00E851760}" dt="2021-04-06T10:38:32.301" v="122" actId="20577"/>
        <pc:sldMkLst>
          <pc:docMk/>
          <pc:sldMk cId="3129535754" sldId="468"/>
        </pc:sldMkLst>
        <pc:spChg chg="mod">
          <ac:chgData name="Soumita Sengupta" userId="4afa6ce1-cb01-46c2-8538-4650222f0c96" providerId="ADAL" clId="{6D014E28-5AC5-424B-B335-F0A00E851760}" dt="2021-04-06T10:38:32.301" v="122" actId="20577"/>
          <ac:spMkLst>
            <pc:docMk/>
            <pc:sldMk cId="3129535754" sldId="468"/>
            <ac:spMk id="2" creationId="{57983F62-BBB9-431B-A37F-BDA0DC7153F6}"/>
          </ac:spMkLst>
        </pc:spChg>
      </pc:sldChg>
      <pc:sldChg chg="add del">
        <pc:chgData name="Soumita Sengupta" userId="4afa6ce1-cb01-46c2-8538-4650222f0c96" providerId="ADAL" clId="{6D014E28-5AC5-424B-B335-F0A00E851760}" dt="2021-04-06T10:38:07.834" v="115" actId="47"/>
        <pc:sldMkLst>
          <pc:docMk/>
          <pc:sldMk cId="1609502928" sldId="469"/>
        </pc:sldMkLst>
      </pc:sldChg>
      <pc:sldChg chg="addSp delSp modSp add mod">
        <pc:chgData name="Soumita Sengupta" userId="4afa6ce1-cb01-46c2-8538-4650222f0c96" providerId="ADAL" clId="{6D014E28-5AC5-424B-B335-F0A00E851760}" dt="2021-04-08T09:05:48.339" v="412" actId="20577"/>
        <pc:sldMkLst>
          <pc:docMk/>
          <pc:sldMk cId="2572882987" sldId="469"/>
        </pc:sldMkLst>
        <pc:spChg chg="del">
          <ac:chgData name="Soumita Sengupta" userId="4afa6ce1-cb01-46c2-8538-4650222f0c96" providerId="ADAL" clId="{6D014E28-5AC5-424B-B335-F0A00E851760}" dt="2021-04-06T11:31:51.748" v="346" actId="478"/>
          <ac:spMkLst>
            <pc:docMk/>
            <pc:sldMk cId="2572882987" sldId="469"/>
            <ac:spMk id="3" creationId="{00000000-0000-0000-0000-000000000000}"/>
          </ac:spMkLst>
        </pc:spChg>
        <pc:spChg chg="del">
          <ac:chgData name="Soumita Sengupta" userId="4afa6ce1-cb01-46c2-8538-4650222f0c96" providerId="ADAL" clId="{6D014E28-5AC5-424B-B335-F0A00E851760}" dt="2021-04-06T11:31:53.963" v="347" actId="478"/>
          <ac:spMkLst>
            <pc:docMk/>
            <pc:sldMk cId="2572882987" sldId="469"/>
            <ac:spMk id="4" creationId="{00000000-0000-0000-0000-000000000000}"/>
          </ac:spMkLst>
        </pc:spChg>
        <pc:spChg chg="add mod">
          <ac:chgData name="Soumita Sengupta" userId="4afa6ce1-cb01-46c2-8538-4650222f0c96" providerId="ADAL" clId="{6D014E28-5AC5-424B-B335-F0A00E851760}" dt="2021-04-06T11:31:56.088" v="348"/>
          <ac:spMkLst>
            <pc:docMk/>
            <pc:sldMk cId="2572882987" sldId="469"/>
            <ac:spMk id="8" creationId="{80F516F6-BFCC-4B30-98C6-CA8DC7BB7A79}"/>
          </ac:spMkLst>
        </pc:spChg>
        <pc:graphicFrameChg chg="mod">
          <ac:chgData name="Soumita Sengupta" userId="4afa6ce1-cb01-46c2-8538-4650222f0c96" providerId="ADAL" clId="{6D014E28-5AC5-424B-B335-F0A00E851760}" dt="2021-04-08T09:05:48.339" v="412" actId="20577"/>
          <ac:graphicFrameMkLst>
            <pc:docMk/>
            <pc:sldMk cId="2572882987" sldId="469"/>
            <ac:graphicFrameMk id="6" creationId="{00000000-0000-0000-0000-000000000000}"/>
          </ac:graphicFrameMkLst>
        </pc:graphicFrameChg>
        <pc:picChg chg="add mod">
          <ac:chgData name="Soumita Sengupta" userId="4afa6ce1-cb01-46c2-8538-4650222f0c96" providerId="ADAL" clId="{6D014E28-5AC5-424B-B335-F0A00E851760}" dt="2021-04-06T11:31:56.088" v="348"/>
          <ac:picMkLst>
            <pc:docMk/>
            <pc:sldMk cId="2572882987" sldId="469"/>
            <ac:picMk id="7" creationId="{441F5ACF-E5F5-44A5-815C-C819F22A6AEC}"/>
          </ac:picMkLst>
        </pc:picChg>
      </pc:sldChg>
      <pc:sldChg chg="addSp delSp modSp add mod">
        <pc:chgData name="Soumita Sengupta" userId="4afa6ce1-cb01-46c2-8538-4650222f0c96" providerId="ADAL" clId="{6D014E28-5AC5-424B-B335-F0A00E851760}" dt="2021-04-06T11:32:29.899" v="357"/>
        <pc:sldMkLst>
          <pc:docMk/>
          <pc:sldMk cId="4174806997" sldId="470"/>
        </pc:sldMkLst>
        <pc:spChg chg="del">
          <ac:chgData name="Soumita Sengupta" userId="4afa6ce1-cb01-46c2-8538-4650222f0c96" providerId="ADAL" clId="{6D014E28-5AC5-424B-B335-F0A00E851760}" dt="2021-04-06T11:32:23.960" v="355" actId="478"/>
          <ac:spMkLst>
            <pc:docMk/>
            <pc:sldMk cId="4174806997" sldId="470"/>
            <ac:spMk id="2" creationId="{4886E191-B9DF-4548-ACFB-30F58B242C75}"/>
          </ac:spMkLst>
        </pc:spChg>
        <pc:spChg chg="del">
          <ac:chgData name="Soumita Sengupta" userId="4afa6ce1-cb01-46c2-8538-4650222f0c96" providerId="ADAL" clId="{6D014E28-5AC5-424B-B335-F0A00E851760}" dt="2021-04-06T10:45:20.271" v="171" actId="478"/>
          <ac:spMkLst>
            <pc:docMk/>
            <pc:sldMk cId="4174806997" sldId="470"/>
            <ac:spMk id="3" creationId="{2403F964-5DD4-4C7C-86C3-BA43436E81BB}"/>
          </ac:spMkLst>
        </pc:spChg>
        <pc:spChg chg="del">
          <ac:chgData name="Soumita Sengupta" userId="4afa6ce1-cb01-46c2-8538-4650222f0c96" providerId="ADAL" clId="{6D014E28-5AC5-424B-B335-F0A00E851760}" dt="2021-04-06T11:32:26.371" v="356" actId="478"/>
          <ac:spMkLst>
            <pc:docMk/>
            <pc:sldMk cId="4174806997" sldId="470"/>
            <ac:spMk id="4" creationId="{9C749F69-CF3B-460F-B6A3-FEA80E5BB57F}"/>
          </ac:spMkLst>
        </pc:spChg>
        <pc:spChg chg="add mod">
          <ac:chgData name="Soumita Sengupta" userId="4afa6ce1-cb01-46c2-8538-4650222f0c96" providerId="ADAL" clId="{6D014E28-5AC5-424B-B335-F0A00E851760}" dt="2021-04-06T11:32:29.899" v="357"/>
          <ac:spMkLst>
            <pc:docMk/>
            <pc:sldMk cId="4174806997" sldId="470"/>
            <ac:spMk id="72" creationId="{D4A13E9E-B546-472E-85B3-EF69B9675427}"/>
          </ac:spMkLst>
        </pc:spChg>
        <pc:picChg chg="add mod">
          <ac:chgData name="Soumita Sengupta" userId="4afa6ce1-cb01-46c2-8538-4650222f0c96" providerId="ADAL" clId="{6D014E28-5AC5-424B-B335-F0A00E851760}" dt="2021-04-06T11:32:29.899" v="357"/>
          <ac:picMkLst>
            <pc:docMk/>
            <pc:sldMk cId="4174806997" sldId="470"/>
            <ac:picMk id="71" creationId="{F533FDEF-B514-4C40-B9CF-1F88F4E588A5}"/>
          </ac:picMkLst>
        </pc:picChg>
      </pc:sldChg>
      <pc:sldChg chg="addSp delSp modSp add mod">
        <pc:chgData name="Soumita Sengupta" userId="4afa6ce1-cb01-46c2-8538-4650222f0c96" providerId="ADAL" clId="{6D014E28-5AC5-424B-B335-F0A00E851760}" dt="2021-04-06T11:32:38.583" v="360"/>
        <pc:sldMkLst>
          <pc:docMk/>
          <pc:sldMk cId="3622205205" sldId="471"/>
        </pc:sldMkLst>
        <pc:spChg chg="del">
          <ac:chgData name="Soumita Sengupta" userId="4afa6ce1-cb01-46c2-8538-4650222f0c96" providerId="ADAL" clId="{6D014E28-5AC5-424B-B335-F0A00E851760}" dt="2021-04-06T11:32:34.564" v="358" actId="478"/>
          <ac:spMkLst>
            <pc:docMk/>
            <pc:sldMk cId="3622205205" sldId="471"/>
            <ac:spMk id="3" creationId="{00000000-0000-0000-0000-000000000000}"/>
          </ac:spMkLst>
        </pc:spChg>
        <pc:spChg chg="del">
          <ac:chgData name="Soumita Sengupta" userId="4afa6ce1-cb01-46c2-8538-4650222f0c96" providerId="ADAL" clId="{6D014E28-5AC5-424B-B335-F0A00E851760}" dt="2021-04-06T11:32:37.346" v="359" actId="478"/>
          <ac:spMkLst>
            <pc:docMk/>
            <pc:sldMk cId="3622205205" sldId="471"/>
            <ac:spMk id="4" creationId="{00000000-0000-0000-0000-000000000000}"/>
          </ac:spMkLst>
        </pc:spChg>
        <pc:spChg chg="del">
          <ac:chgData name="Soumita Sengupta" userId="4afa6ce1-cb01-46c2-8538-4650222f0c96" providerId="ADAL" clId="{6D014E28-5AC5-424B-B335-F0A00E851760}" dt="2021-04-06T10:45:23.860" v="172" actId="478"/>
          <ac:spMkLst>
            <pc:docMk/>
            <pc:sldMk cId="3622205205" sldId="471"/>
            <ac:spMk id="8" creationId="{9A1ADF70-1F4D-4090-9054-400064660638}"/>
          </ac:spMkLst>
        </pc:spChg>
        <pc:spChg chg="add mod">
          <ac:chgData name="Soumita Sengupta" userId="4afa6ce1-cb01-46c2-8538-4650222f0c96" providerId="ADAL" clId="{6D014E28-5AC5-424B-B335-F0A00E851760}" dt="2021-04-06T11:32:38.583" v="360"/>
          <ac:spMkLst>
            <pc:docMk/>
            <pc:sldMk cId="3622205205" sldId="471"/>
            <ac:spMk id="10" creationId="{F0025AC6-18C6-4F12-852A-8E0E8ECD555B}"/>
          </ac:spMkLst>
        </pc:spChg>
        <pc:picChg chg="add mod">
          <ac:chgData name="Soumita Sengupta" userId="4afa6ce1-cb01-46c2-8538-4650222f0c96" providerId="ADAL" clId="{6D014E28-5AC5-424B-B335-F0A00E851760}" dt="2021-04-06T11:32:38.583" v="360"/>
          <ac:picMkLst>
            <pc:docMk/>
            <pc:sldMk cId="3622205205" sldId="471"/>
            <ac:picMk id="9" creationId="{F1B32505-09BB-444D-B029-74B6448CDE46}"/>
          </ac:picMkLst>
        </pc:picChg>
      </pc:sldChg>
      <pc:sldChg chg="addSp delSp modSp add mod">
        <pc:chgData name="Soumita Sengupta" userId="4afa6ce1-cb01-46c2-8538-4650222f0c96" providerId="ADAL" clId="{6D014E28-5AC5-424B-B335-F0A00E851760}" dt="2021-04-06T11:32:49.981" v="363"/>
        <pc:sldMkLst>
          <pc:docMk/>
          <pc:sldMk cId="2123051012" sldId="472"/>
        </pc:sldMkLst>
        <pc:spChg chg="del">
          <ac:chgData name="Soumita Sengupta" userId="4afa6ce1-cb01-46c2-8538-4650222f0c96" providerId="ADAL" clId="{6D014E28-5AC5-424B-B335-F0A00E851760}" dt="2021-04-06T11:32:45.754" v="361" actId="478"/>
          <ac:spMkLst>
            <pc:docMk/>
            <pc:sldMk cId="2123051012" sldId="472"/>
            <ac:spMk id="3" creationId="{00000000-0000-0000-0000-000000000000}"/>
          </ac:spMkLst>
        </pc:spChg>
        <pc:spChg chg="del">
          <ac:chgData name="Soumita Sengupta" userId="4afa6ce1-cb01-46c2-8538-4650222f0c96" providerId="ADAL" clId="{6D014E28-5AC5-424B-B335-F0A00E851760}" dt="2021-04-06T11:32:48.256" v="362" actId="478"/>
          <ac:spMkLst>
            <pc:docMk/>
            <pc:sldMk cId="2123051012" sldId="472"/>
            <ac:spMk id="4" creationId="{00000000-0000-0000-0000-000000000000}"/>
          </ac:spMkLst>
        </pc:spChg>
        <pc:spChg chg="add mod">
          <ac:chgData name="Soumita Sengupta" userId="4afa6ce1-cb01-46c2-8538-4650222f0c96" providerId="ADAL" clId="{6D014E28-5AC5-424B-B335-F0A00E851760}" dt="2021-04-06T11:32:49.981" v="363"/>
          <ac:spMkLst>
            <pc:docMk/>
            <pc:sldMk cId="2123051012" sldId="472"/>
            <ac:spMk id="8" creationId="{5F3E35C0-8567-419F-89B3-0473435A916F}"/>
          </ac:spMkLst>
        </pc:spChg>
        <pc:graphicFrameChg chg="mod">
          <ac:chgData name="Soumita Sengupta" userId="4afa6ce1-cb01-46c2-8538-4650222f0c96" providerId="ADAL" clId="{6D014E28-5AC5-424B-B335-F0A00E851760}" dt="2021-04-06T10:45:59.443" v="178" actId="108"/>
          <ac:graphicFrameMkLst>
            <pc:docMk/>
            <pc:sldMk cId="2123051012" sldId="472"/>
            <ac:graphicFrameMk id="6" creationId="{00000000-0000-0000-0000-000000000000}"/>
          </ac:graphicFrameMkLst>
        </pc:graphicFrameChg>
        <pc:picChg chg="add mod">
          <ac:chgData name="Soumita Sengupta" userId="4afa6ce1-cb01-46c2-8538-4650222f0c96" providerId="ADAL" clId="{6D014E28-5AC5-424B-B335-F0A00E851760}" dt="2021-04-06T11:32:49.981" v="363"/>
          <ac:picMkLst>
            <pc:docMk/>
            <pc:sldMk cId="2123051012" sldId="472"/>
            <ac:picMk id="7" creationId="{5CEF9EEA-AC1D-409D-9251-6AE25E4E8A01}"/>
          </ac:picMkLst>
        </pc:picChg>
      </pc:sldChg>
      <pc:sldChg chg="modSp add mod ord">
        <pc:chgData name="Soumita Sengupta" userId="4afa6ce1-cb01-46c2-8538-4650222f0c96" providerId="ADAL" clId="{6D014E28-5AC5-424B-B335-F0A00E851760}" dt="2021-04-06T10:48:20.574" v="190" actId="20577"/>
        <pc:sldMkLst>
          <pc:docMk/>
          <pc:sldMk cId="1746907881" sldId="473"/>
        </pc:sldMkLst>
        <pc:spChg chg="mod">
          <ac:chgData name="Soumita Sengupta" userId="4afa6ce1-cb01-46c2-8538-4650222f0c96" providerId="ADAL" clId="{6D014E28-5AC5-424B-B335-F0A00E851760}" dt="2021-04-06T10:48:20.574" v="190" actId="20577"/>
          <ac:spMkLst>
            <pc:docMk/>
            <pc:sldMk cId="1746907881" sldId="473"/>
            <ac:spMk id="2" creationId="{57983F62-BBB9-431B-A37F-BDA0DC7153F6}"/>
          </ac:spMkLst>
        </pc:spChg>
      </pc:sldChg>
      <pc:sldChg chg="addSp delSp modSp add mod">
        <pc:chgData name="Soumita Sengupta" userId="4afa6ce1-cb01-46c2-8538-4650222f0c96" providerId="ADAL" clId="{6D014E28-5AC5-424B-B335-F0A00E851760}" dt="2021-04-06T11:33:07.430" v="369"/>
        <pc:sldMkLst>
          <pc:docMk/>
          <pc:sldMk cId="1835273428" sldId="474"/>
        </pc:sldMkLst>
        <pc:spChg chg="del">
          <ac:chgData name="Soumita Sengupta" userId="4afa6ce1-cb01-46c2-8538-4650222f0c96" providerId="ADAL" clId="{6D014E28-5AC5-424B-B335-F0A00E851760}" dt="2021-04-06T11:33:03.926" v="367" actId="478"/>
          <ac:spMkLst>
            <pc:docMk/>
            <pc:sldMk cId="1835273428" sldId="474"/>
            <ac:spMk id="3" creationId="{00000000-0000-0000-0000-000000000000}"/>
          </ac:spMkLst>
        </pc:spChg>
        <pc:spChg chg="del">
          <ac:chgData name="Soumita Sengupta" userId="4afa6ce1-cb01-46c2-8538-4650222f0c96" providerId="ADAL" clId="{6D014E28-5AC5-424B-B335-F0A00E851760}" dt="2021-04-06T11:33:05.866" v="368" actId="478"/>
          <ac:spMkLst>
            <pc:docMk/>
            <pc:sldMk cId="1835273428" sldId="474"/>
            <ac:spMk id="4" creationId="{00000000-0000-0000-0000-000000000000}"/>
          </ac:spMkLst>
        </pc:spChg>
        <pc:spChg chg="add mod">
          <ac:chgData name="Soumita Sengupta" userId="4afa6ce1-cb01-46c2-8538-4650222f0c96" providerId="ADAL" clId="{6D014E28-5AC5-424B-B335-F0A00E851760}" dt="2021-04-06T11:33:07.430" v="369"/>
          <ac:spMkLst>
            <pc:docMk/>
            <pc:sldMk cId="1835273428" sldId="474"/>
            <ac:spMk id="8" creationId="{B44B5F5A-D6D8-49E3-ACF9-93C6BDD36529}"/>
          </ac:spMkLst>
        </pc:spChg>
        <pc:graphicFrameChg chg="mod">
          <ac:chgData name="Soumita Sengupta" userId="4afa6ce1-cb01-46c2-8538-4650222f0c96" providerId="ADAL" clId="{6D014E28-5AC5-424B-B335-F0A00E851760}" dt="2021-04-06T10:49:10.080" v="194" actId="255"/>
          <ac:graphicFrameMkLst>
            <pc:docMk/>
            <pc:sldMk cId="1835273428" sldId="474"/>
            <ac:graphicFrameMk id="6" creationId="{00000000-0000-0000-0000-000000000000}"/>
          </ac:graphicFrameMkLst>
        </pc:graphicFrameChg>
        <pc:picChg chg="add mod">
          <ac:chgData name="Soumita Sengupta" userId="4afa6ce1-cb01-46c2-8538-4650222f0c96" providerId="ADAL" clId="{6D014E28-5AC5-424B-B335-F0A00E851760}" dt="2021-04-06T11:33:07.430" v="369"/>
          <ac:picMkLst>
            <pc:docMk/>
            <pc:sldMk cId="1835273428" sldId="474"/>
            <ac:picMk id="7" creationId="{4F8AA042-E576-47FB-959D-0B2972CDFD2A}"/>
          </ac:picMkLst>
        </pc:picChg>
      </pc:sldChg>
      <pc:sldChg chg="add del">
        <pc:chgData name="Soumita Sengupta" userId="4afa6ce1-cb01-46c2-8538-4650222f0c96" providerId="ADAL" clId="{6D014E28-5AC5-424B-B335-F0A00E851760}" dt="2021-04-06T10:47:19.599" v="183" actId="47"/>
        <pc:sldMkLst>
          <pc:docMk/>
          <pc:sldMk cId="2491786750" sldId="474"/>
        </pc:sldMkLst>
      </pc:sldChg>
      <pc:sldChg chg="addSp delSp modSp add mod">
        <pc:chgData name="Soumita Sengupta" userId="4afa6ce1-cb01-46c2-8538-4650222f0c96" providerId="ADAL" clId="{6D014E28-5AC5-424B-B335-F0A00E851760}" dt="2021-04-06T11:33:14.124" v="372"/>
        <pc:sldMkLst>
          <pc:docMk/>
          <pc:sldMk cId="2933197989" sldId="475"/>
        </pc:sldMkLst>
        <pc:spChg chg="del">
          <ac:chgData name="Soumita Sengupta" userId="4afa6ce1-cb01-46c2-8538-4650222f0c96" providerId="ADAL" clId="{6D014E28-5AC5-424B-B335-F0A00E851760}" dt="2021-04-06T11:33:10.592" v="370" actId="478"/>
          <ac:spMkLst>
            <pc:docMk/>
            <pc:sldMk cId="2933197989" sldId="475"/>
            <ac:spMk id="3" creationId="{00000000-0000-0000-0000-000000000000}"/>
          </ac:spMkLst>
        </pc:spChg>
        <pc:spChg chg="del">
          <ac:chgData name="Soumita Sengupta" userId="4afa6ce1-cb01-46c2-8538-4650222f0c96" providerId="ADAL" clId="{6D014E28-5AC5-424B-B335-F0A00E851760}" dt="2021-04-06T11:33:12.323" v="371" actId="478"/>
          <ac:spMkLst>
            <pc:docMk/>
            <pc:sldMk cId="2933197989" sldId="475"/>
            <ac:spMk id="4" creationId="{00000000-0000-0000-0000-000000000000}"/>
          </ac:spMkLst>
        </pc:spChg>
        <pc:spChg chg="add mod">
          <ac:chgData name="Soumita Sengupta" userId="4afa6ce1-cb01-46c2-8538-4650222f0c96" providerId="ADAL" clId="{6D014E28-5AC5-424B-B335-F0A00E851760}" dt="2021-04-06T11:33:14.124" v="372"/>
          <ac:spMkLst>
            <pc:docMk/>
            <pc:sldMk cId="2933197989" sldId="475"/>
            <ac:spMk id="8" creationId="{0CBB50C2-57C6-404C-82F3-51C751D41AEE}"/>
          </ac:spMkLst>
        </pc:spChg>
        <pc:graphicFrameChg chg="mod">
          <ac:chgData name="Soumita Sengupta" userId="4afa6ce1-cb01-46c2-8538-4650222f0c96" providerId="ADAL" clId="{6D014E28-5AC5-424B-B335-F0A00E851760}" dt="2021-04-06T10:49:52.748" v="199" actId="20577"/>
          <ac:graphicFrameMkLst>
            <pc:docMk/>
            <pc:sldMk cId="2933197989" sldId="475"/>
            <ac:graphicFrameMk id="6" creationId="{00000000-0000-0000-0000-000000000000}"/>
          </ac:graphicFrameMkLst>
        </pc:graphicFrameChg>
        <pc:picChg chg="add mod">
          <ac:chgData name="Soumita Sengupta" userId="4afa6ce1-cb01-46c2-8538-4650222f0c96" providerId="ADAL" clId="{6D014E28-5AC5-424B-B335-F0A00E851760}" dt="2021-04-06T11:33:14.124" v="372"/>
          <ac:picMkLst>
            <pc:docMk/>
            <pc:sldMk cId="2933197989" sldId="475"/>
            <ac:picMk id="7" creationId="{3A01FA65-EB37-470D-A3B4-E351AEA8BAE3}"/>
          </ac:picMkLst>
        </pc:picChg>
      </pc:sldChg>
      <pc:sldChg chg="modSp add mod ord">
        <pc:chgData name="Soumita Sengupta" userId="4afa6ce1-cb01-46c2-8538-4650222f0c96" providerId="ADAL" clId="{6D014E28-5AC5-424B-B335-F0A00E851760}" dt="2021-04-06T11:10:51.771" v="208"/>
        <pc:sldMkLst>
          <pc:docMk/>
          <pc:sldMk cId="98495870" sldId="476"/>
        </pc:sldMkLst>
        <pc:spChg chg="mod">
          <ac:chgData name="Soumita Sengupta" userId="4afa6ce1-cb01-46c2-8538-4650222f0c96" providerId="ADAL" clId="{6D014E28-5AC5-424B-B335-F0A00E851760}" dt="2021-04-06T11:10:51.771" v="208"/>
          <ac:spMkLst>
            <pc:docMk/>
            <pc:sldMk cId="98495870" sldId="476"/>
            <ac:spMk id="2" creationId="{57983F62-BBB9-431B-A37F-BDA0DC7153F6}"/>
          </ac:spMkLst>
        </pc:spChg>
      </pc:sldChg>
      <pc:sldChg chg="addSp delSp modSp add mod">
        <pc:chgData name="Soumita Sengupta" userId="4afa6ce1-cb01-46c2-8538-4650222f0c96" providerId="ADAL" clId="{6D014E28-5AC5-424B-B335-F0A00E851760}" dt="2021-04-06T11:33:26.224" v="375"/>
        <pc:sldMkLst>
          <pc:docMk/>
          <pc:sldMk cId="1241194053" sldId="477"/>
        </pc:sldMkLst>
        <pc:spChg chg="del">
          <ac:chgData name="Soumita Sengupta" userId="4afa6ce1-cb01-46c2-8538-4650222f0c96" providerId="ADAL" clId="{6D014E28-5AC5-424B-B335-F0A00E851760}" dt="2021-04-06T11:33:19.846" v="373" actId="478"/>
          <ac:spMkLst>
            <pc:docMk/>
            <pc:sldMk cId="1241194053" sldId="477"/>
            <ac:spMk id="2" creationId="{5066AD9C-BE1B-4B2E-8657-1705C22F502E}"/>
          </ac:spMkLst>
        </pc:spChg>
        <pc:spChg chg="del">
          <ac:chgData name="Soumita Sengupta" userId="4afa6ce1-cb01-46c2-8538-4650222f0c96" providerId="ADAL" clId="{6D014E28-5AC5-424B-B335-F0A00E851760}" dt="2021-04-06T11:33:22.282" v="374" actId="478"/>
          <ac:spMkLst>
            <pc:docMk/>
            <pc:sldMk cId="1241194053" sldId="477"/>
            <ac:spMk id="3" creationId="{27DFB158-0FF6-4E1B-9032-1C3D1A8681AD}"/>
          </ac:spMkLst>
        </pc:spChg>
        <pc:spChg chg="add mod">
          <ac:chgData name="Soumita Sengupta" userId="4afa6ce1-cb01-46c2-8538-4650222f0c96" providerId="ADAL" clId="{6D014E28-5AC5-424B-B335-F0A00E851760}" dt="2021-04-06T11:33:26.224" v="375"/>
          <ac:spMkLst>
            <pc:docMk/>
            <pc:sldMk cId="1241194053" sldId="477"/>
            <ac:spMk id="7" creationId="{259398D0-A461-435D-BF05-4E2F01123CE3}"/>
          </ac:spMkLst>
        </pc:spChg>
        <pc:spChg chg="mod">
          <ac:chgData name="Soumita Sengupta" userId="4afa6ce1-cb01-46c2-8538-4650222f0c96" providerId="ADAL" clId="{6D014E28-5AC5-424B-B335-F0A00E851760}" dt="2021-04-06T11:11:26.476" v="212" actId="5793"/>
          <ac:spMkLst>
            <pc:docMk/>
            <pc:sldMk cId="1241194053" sldId="477"/>
            <ac:spMk id="11" creationId="{162E94A1-5558-4A1A-88C9-167FC734AE54}"/>
          </ac:spMkLst>
        </pc:spChg>
        <pc:picChg chg="add mod">
          <ac:chgData name="Soumita Sengupta" userId="4afa6ce1-cb01-46c2-8538-4650222f0c96" providerId="ADAL" clId="{6D014E28-5AC5-424B-B335-F0A00E851760}" dt="2021-04-06T11:33:26.224" v="375"/>
          <ac:picMkLst>
            <pc:docMk/>
            <pc:sldMk cId="1241194053" sldId="477"/>
            <ac:picMk id="6" creationId="{DE1594C8-0177-4E35-A831-C1520F25F46C}"/>
          </ac:picMkLst>
        </pc:picChg>
      </pc:sldChg>
      <pc:sldChg chg="add del">
        <pc:chgData name="Soumita Sengupta" userId="4afa6ce1-cb01-46c2-8538-4650222f0c96" providerId="ADAL" clId="{6D014E28-5AC5-424B-B335-F0A00E851760}" dt="2021-04-06T11:10:36.998" v="205" actId="47"/>
        <pc:sldMkLst>
          <pc:docMk/>
          <pc:sldMk cId="2928427033" sldId="477"/>
        </pc:sldMkLst>
      </pc:sldChg>
      <pc:sldChg chg="addSp delSp modSp add mod">
        <pc:chgData name="Soumita Sengupta" userId="4afa6ce1-cb01-46c2-8538-4650222f0c96" providerId="ADAL" clId="{6D014E28-5AC5-424B-B335-F0A00E851760}" dt="2021-04-06T11:33:33.955" v="378"/>
        <pc:sldMkLst>
          <pc:docMk/>
          <pc:sldMk cId="3774298818" sldId="478"/>
        </pc:sldMkLst>
        <pc:spChg chg="del">
          <ac:chgData name="Soumita Sengupta" userId="4afa6ce1-cb01-46c2-8538-4650222f0c96" providerId="ADAL" clId="{6D014E28-5AC5-424B-B335-F0A00E851760}" dt="2021-04-06T11:33:29.969" v="376" actId="478"/>
          <ac:spMkLst>
            <pc:docMk/>
            <pc:sldMk cId="3774298818" sldId="478"/>
            <ac:spMk id="3" creationId="{00000000-0000-0000-0000-000000000000}"/>
          </ac:spMkLst>
        </pc:spChg>
        <pc:spChg chg="del">
          <ac:chgData name="Soumita Sengupta" userId="4afa6ce1-cb01-46c2-8538-4650222f0c96" providerId="ADAL" clId="{6D014E28-5AC5-424B-B335-F0A00E851760}" dt="2021-04-06T11:33:32.181" v="377" actId="478"/>
          <ac:spMkLst>
            <pc:docMk/>
            <pc:sldMk cId="3774298818" sldId="478"/>
            <ac:spMk id="4" creationId="{00000000-0000-0000-0000-000000000000}"/>
          </ac:spMkLst>
        </pc:spChg>
        <pc:spChg chg="add mod">
          <ac:chgData name="Soumita Sengupta" userId="4afa6ce1-cb01-46c2-8538-4650222f0c96" providerId="ADAL" clId="{6D014E28-5AC5-424B-B335-F0A00E851760}" dt="2021-04-06T11:33:33.955" v="378"/>
          <ac:spMkLst>
            <pc:docMk/>
            <pc:sldMk cId="3774298818" sldId="478"/>
            <ac:spMk id="8" creationId="{C128250E-9B4E-43D7-A4F3-3D5F8F213D0E}"/>
          </ac:spMkLst>
        </pc:spChg>
        <pc:graphicFrameChg chg="mod">
          <ac:chgData name="Soumita Sengupta" userId="4afa6ce1-cb01-46c2-8538-4650222f0c96" providerId="ADAL" clId="{6D014E28-5AC5-424B-B335-F0A00E851760}" dt="2021-04-06T11:11:43.136" v="215" actId="20577"/>
          <ac:graphicFrameMkLst>
            <pc:docMk/>
            <pc:sldMk cId="3774298818" sldId="478"/>
            <ac:graphicFrameMk id="6" creationId="{00000000-0000-0000-0000-000000000000}"/>
          </ac:graphicFrameMkLst>
        </pc:graphicFrameChg>
        <pc:picChg chg="add mod">
          <ac:chgData name="Soumita Sengupta" userId="4afa6ce1-cb01-46c2-8538-4650222f0c96" providerId="ADAL" clId="{6D014E28-5AC5-424B-B335-F0A00E851760}" dt="2021-04-06T11:33:33.955" v="378"/>
          <ac:picMkLst>
            <pc:docMk/>
            <pc:sldMk cId="3774298818" sldId="478"/>
            <ac:picMk id="7" creationId="{5E58AFAD-99E0-4795-B897-AF8351AABE30}"/>
          </ac:picMkLst>
        </pc:picChg>
      </pc:sldChg>
      <pc:sldChg chg="modSp add mod ord">
        <pc:chgData name="Soumita Sengupta" userId="4afa6ce1-cb01-46c2-8538-4650222f0c96" providerId="ADAL" clId="{6D014E28-5AC5-424B-B335-F0A00E851760}" dt="2021-04-06T11:12:49.213" v="223"/>
        <pc:sldMkLst>
          <pc:docMk/>
          <pc:sldMk cId="1973532725" sldId="479"/>
        </pc:sldMkLst>
        <pc:spChg chg="mod">
          <ac:chgData name="Soumita Sengupta" userId="4afa6ce1-cb01-46c2-8538-4650222f0c96" providerId="ADAL" clId="{6D014E28-5AC5-424B-B335-F0A00E851760}" dt="2021-04-06T11:12:49.213" v="223"/>
          <ac:spMkLst>
            <pc:docMk/>
            <pc:sldMk cId="1973532725" sldId="479"/>
            <ac:spMk id="2" creationId="{57983F62-BBB9-431B-A37F-BDA0DC7153F6}"/>
          </ac:spMkLst>
        </pc:spChg>
      </pc:sldChg>
      <pc:sldChg chg="addSp delSp modSp add mod">
        <pc:chgData name="Soumita Sengupta" userId="4afa6ce1-cb01-46c2-8538-4650222f0c96" providerId="ADAL" clId="{6D014E28-5AC5-424B-B335-F0A00E851760}" dt="2021-04-06T11:33:43.731" v="381"/>
        <pc:sldMkLst>
          <pc:docMk/>
          <pc:sldMk cId="994147715" sldId="480"/>
        </pc:sldMkLst>
        <pc:spChg chg="del">
          <ac:chgData name="Soumita Sengupta" userId="4afa6ce1-cb01-46c2-8538-4650222f0c96" providerId="ADAL" clId="{6D014E28-5AC5-424B-B335-F0A00E851760}" dt="2021-04-06T11:33:39.254" v="379" actId="478"/>
          <ac:spMkLst>
            <pc:docMk/>
            <pc:sldMk cId="994147715" sldId="480"/>
            <ac:spMk id="3" creationId="{00000000-0000-0000-0000-000000000000}"/>
          </ac:spMkLst>
        </pc:spChg>
        <pc:spChg chg="del">
          <ac:chgData name="Soumita Sengupta" userId="4afa6ce1-cb01-46c2-8538-4650222f0c96" providerId="ADAL" clId="{6D014E28-5AC5-424B-B335-F0A00E851760}" dt="2021-04-06T11:33:42.019" v="380" actId="478"/>
          <ac:spMkLst>
            <pc:docMk/>
            <pc:sldMk cId="994147715" sldId="480"/>
            <ac:spMk id="4" creationId="{00000000-0000-0000-0000-000000000000}"/>
          </ac:spMkLst>
        </pc:spChg>
        <pc:spChg chg="add mod">
          <ac:chgData name="Soumita Sengupta" userId="4afa6ce1-cb01-46c2-8538-4650222f0c96" providerId="ADAL" clId="{6D014E28-5AC5-424B-B335-F0A00E851760}" dt="2021-04-06T11:33:43.731" v="381"/>
          <ac:spMkLst>
            <pc:docMk/>
            <pc:sldMk cId="994147715" sldId="480"/>
            <ac:spMk id="8" creationId="{0F0E0C1C-9526-4817-B14F-AF997FCE8E6E}"/>
          </ac:spMkLst>
        </pc:spChg>
        <pc:graphicFrameChg chg="mod">
          <ac:chgData name="Soumita Sengupta" userId="4afa6ce1-cb01-46c2-8538-4650222f0c96" providerId="ADAL" clId="{6D014E28-5AC5-424B-B335-F0A00E851760}" dt="2021-04-06T11:14:04.852" v="238" actId="108"/>
          <ac:graphicFrameMkLst>
            <pc:docMk/>
            <pc:sldMk cId="994147715" sldId="480"/>
            <ac:graphicFrameMk id="6" creationId="{00000000-0000-0000-0000-000000000000}"/>
          </ac:graphicFrameMkLst>
        </pc:graphicFrameChg>
        <pc:picChg chg="add mod">
          <ac:chgData name="Soumita Sengupta" userId="4afa6ce1-cb01-46c2-8538-4650222f0c96" providerId="ADAL" clId="{6D014E28-5AC5-424B-B335-F0A00E851760}" dt="2021-04-06T11:33:43.731" v="381"/>
          <ac:picMkLst>
            <pc:docMk/>
            <pc:sldMk cId="994147715" sldId="480"/>
            <ac:picMk id="7" creationId="{DCFAA87D-0A1A-4340-AA80-EB95CFF904CA}"/>
          </ac:picMkLst>
        </pc:picChg>
      </pc:sldChg>
      <pc:sldChg chg="addSp delSp modSp add mod">
        <pc:chgData name="Soumita Sengupta" userId="4afa6ce1-cb01-46c2-8538-4650222f0c96" providerId="ADAL" clId="{6D014E28-5AC5-424B-B335-F0A00E851760}" dt="2021-04-06T11:33:51.395" v="384"/>
        <pc:sldMkLst>
          <pc:docMk/>
          <pc:sldMk cId="1207871582" sldId="481"/>
        </pc:sldMkLst>
        <pc:spChg chg="del">
          <ac:chgData name="Soumita Sengupta" userId="4afa6ce1-cb01-46c2-8538-4650222f0c96" providerId="ADAL" clId="{6D014E28-5AC5-424B-B335-F0A00E851760}" dt="2021-04-06T11:33:46.981" v="382" actId="478"/>
          <ac:spMkLst>
            <pc:docMk/>
            <pc:sldMk cId="1207871582" sldId="481"/>
            <ac:spMk id="3" creationId="{00000000-0000-0000-0000-000000000000}"/>
          </ac:spMkLst>
        </pc:spChg>
        <pc:spChg chg="del">
          <ac:chgData name="Soumita Sengupta" userId="4afa6ce1-cb01-46c2-8538-4650222f0c96" providerId="ADAL" clId="{6D014E28-5AC5-424B-B335-F0A00E851760}" dt="2021-04-06T11:33:49.360" v="383" actId="478"/>
          <ac:spMkLst>
            <pc:docMk/>
            <pc:sldMk cId="1207871582" sldId="481"/>
            <ac:spMk id="4" creationId="{00000000-0000-0000-0000-000000000000}"/>
          </ac:spMkLst>
        </pc:spChg>
        <pc:spChg chg="add mod">
          <ac:chgData name="Soumita Sengupta" userId="4afa6ce1-cb01-46c2-8538-4650222f0c96" providerId="ADAL" clId="{6D014E28-5AC5-424B-B335-F0A00E851760}" dt="2021-04-06T11:33:51.395" v="384"/>
          <ac:spMkLst>
            <pc:docMk/>
            <pc:sldMk cId="1207871582" sldId="481"/>
            <ac:spMk id="8" creationId="{484A41C7-1327-4B48-8B68-099849ED7C3F}"/>
          </ac:spMkLst>
        </pc:spChg>
        <pc:graphicFrameChg chg="mod">
          <ac:chgData name="Soumita Sengupta" userId="4afa6ce1-cb01-46c2-8538-4650222f0c96" providerId="ADAL" clId="{6D014E28-5AC5-424B-B335-F0A00E851760}" dt="2021-04-06T11:14:24.769" v="242" actId="108"/>
          <ac:graphicFrameMkLst>
            <pc:docMk/>
            <pc:sldMk cId="1207871582" sldId="481"/>
            <ac:graphicFrameMk id="6" creationId="{00000000-0000-0000-0000-000000000000}"/>
          </ac:graphicFrameMkLst>
        </pc:graphicFrameChg>
        <pc:picChg chg="add mod">
          <ac:chgData name="Soumita Sengupta" userId="4afa6ce1-cb01-46c2-8538-4650222f0c96" providerId="ADAL" clId="{6D014E28-5AC5-424B-B335-F0A00E851760}" dt="2021-04-06T11:33:51.395" v="384"/>
          <ac:picMkLst>
            <pc:docMk/>
            <pc:sldMk cId="1207871582" sldId="481"/>
            <ac:picMk id="7" creationId="{69BB296C-E55E-46D1-94CD-C2D6A43E2B29}"/>
          </ac:picMkLst>
        </pc:picChg>
      </pc:sldChg>
      <pc:sldChg chg="modSp add mod ord">
        <pc:chgData name="Soumita Sengupta" userId="4afa6ce1-cb01-46c2-8538-4650222f0c96" providerId="ADAL" clId="{6D014E28-5AC5-424B-B335-F0A00E851760}" dt="2021-04-06T11:16:13.054" v="255" actId="113"/>
        <pc:sldMkLst>
          <pc:docMk/>
          <pc:sldMk cId="4081721116" sldId="482"/>
        </pc:sldMkLst>
        <pc:spChg chg="mod">
          <ac:chgData name="Soumita Sengupta" userId="4afa6ce1-cb01-46c2-8538-4650222f0c96" providerId="ADAL" clId="{6D014E28-5AC5-424B-B335-F0A00E851760}" dt="2021-04-06T11:16:13.054" v="255" actId="113"/>
          <ac:spMkLst>
            <pc:docMk/>
            <pc:sldMk cId="4081721116" sldId="482"/>
            <ac:spMk id="2" creationId="{57983F62-BBB9-431B-A37F-BDA0DC7153F6}"/>
          </ac:spMkLst>
        </pc:spChg>
      </pc:sldChg>
      <pc:sldChg chg="addSp delSp modSp add mod">
        <pc:chgData name="Soumita Sengupta" userId="4afa6ce1-cb01-46c2-8538-4650222f0c96" providerId="ADAL" clId="{6D014E28-5AC5-424B-B335-F0A00E851760}" dt="2021-04-06T11:34:03.642" v="387"/>
        <pc:sldMkLst>
          <pc:docMk/>
          <pc:sldMk cId="1725077821" sldId="483"/>
        </pc:sldMkLst>
        <pc:spChg chg="del">
          <ac:chgData name="Soumita Sengupta" userId="4afa6ce1-cb01-46c2-8538-4650222f0c96" providerId="ADAL" clId="{6D014E28-5AC5-424B-B335-F0A00E851760}" dt="2021-04-06T11:33:57.501" v="385" actId="478"/>
          <ac:spMkLst>
            <pc:docMk/>
            <pc:sldMk cId="1725077821" sldId="483"/>
            <ac:spMk id="3" creationId="{00000000-0000-0000-0000-000000000000}"/>
          </ac:spMkLst>
        </pc:spChg>
        <pc:spChg chg="del">
          <ac:chgData name="Soumita Sengupta" userId="4afa6ce1-cb01-46c2-8538-4650222f0c96" providerId="ADAL" clId="{6D014E28-5AC5-424B-B335-F0A00E851760}" dt="2021-04-06T11:33:59.696" v="386" actId="478"/>
          <ac:spMkLst>
            <pc:docMk/>
            <pc:sldMk cId="1725077821" sldId="483"/>
            <ac:spMk id="4" creationId="{00000000-0000-0000-0000-000000000000}"/>
          </ac:spMkLst>
        </pc:spChg>
        <pc:spChg chg="add mod">
          <ac:chgData name="Soumita Sengupta" userId="4afa6ce1-cb01-46c2-8538-4650222f0c96" providerId="ADAL" clId="{6D014E28-5AC5-424B-B335-F0A00E851760}" dt="2021-04-06T11:34:03.642" v="387"/>
          <ac:spMkLst>
            <pc:docMk/>
            <pc:sldMk cId="1725077821" sldId="483"/>
            <ac:spMk id="8" creationId="{8F7B7D83-792B-4DE2-BFEF-3B65CB0DE452}"/>
          </ac:spMkLst>
        </pc:spChg>
        <pc:graphicFrameChg chg="mod">
          <ac:chgData name="Soumita Sengupta" userId="4afa6ce1-cb01-46c2-8538-4650222f0c96" providerId="ADAL" clId="{6D014E28-5AC5-424B-B335-F0A00E851760}" dt="2021-04-06T11:16:55.892" v="264" actId="108"/>
          <ac:graphicFrameMkLst>
            <pc:docMk/>
            <pc:sldMk cId="1725077821" sldId="483"/>
            <ac:graphicFrameMk id="6" creationId="{00000000-0000-0000-0000-000000000000}"/>
          </ac:graphicFrameMkLst>
        </pc:graphicFrameChg>
        <pc:picChg chg="add mod">
          <ac:chgData name="Soumita Sengupta" userId="4afa6ce1-cb01-46c2-8538-4650222f0c96" providerId="ADAL" clId="{6D014E28-5AC5-424B-B335-F0A00E851760}" dt="2021-04-06T11:34:03.642" v="387"/>
          <ac:picMkLst>
            <pc:docMk/>
            <pc:sldMk cId="1725077821" sldId="483"/>
            <ac:picMk id="7" creationId="{033D1B5E-8501-40C3-9B5C-534A21B8FC2A}"/>
          </ac:picMkLst>
        </pc:picChg>
      </pc:sldChg>
      <pc:sldChg chg="addSp delSp modSp add mod">
        <pc:chgData name="Soumita Sengupta" userId="4afa6ce1-cb01-46c2-8538-4650222f0c96" providerId="ADAL" clId="{6D014E28-5AC5-424B-B335-F0A00E851760}" dt="2021-04-06T11:34:11.065" v="390"/>
        <pc:sldMkLst>
          <pc:docMk/>
          <pc:sldMk cId="401624613" sldId="484"/>
        </pc:sldMkLst>
        <pc:spChg chg="del">
          <ac:chgData name="Soumita Sengupta" userId="4afa6ce1-cb01-46c2-8538-4650222f0c96" providerId="ADAL" clId="{6D014E28-5AC5-424B-B335-F0A00E851760}" dt="2021-04-06T11:34:07.368" v="388" actId="478"/>
          <ac:spMkLst>
            <pc:docMk/>
            <pc:sldMk cId="401624613" sldId="484"/>
            <ac:spMk id="3" creationId="{00000000-0000-0000-0000-000000000000}"/>
          </ac:spMkLst>
        </pc:spChg>
        <pc:spChg chg="del">
          <ac:chgData name="Soumita Sengupta" userId="4afa6ce1-cb01-46c2-8538-4650222f0c96" providerId="ADAL" clId="{6D014E28-5AC5-424B-B335-F0A00E851760}" dt="2021-04-06T11:34:09.387" v="389" actId="478"/>
          <ac:spMkLst>
            <pc:docMk/>
            <pc:sldMk cId="401624613" sldId="484"/>
            <ac:spMk id="4" creationId="{00000000-0000-0000-0000-000000000000}"/>
          </ac:spMkLst>
        </pc:spChg>
        <pc:spChg chg="add mod">
          <ac:chgData name="Soumita Sengupta" userId="4afa6ce1-cb01-46c2-8538-4650222f0c96" providerId="ADAL" clId="{6D014E28-5AC5-424B-B335-F0A00E851760}" dt="2021-04-06T11:34:11.065" v="390"/>
          <ac:spMkLst>
            <pc:docMk/>
            <pc:sldMk cId="401624613" sldId="484"/>
            <ac:spMk id="8" creationId="{D574F81B-227B-4F8F-8BBA-8437CFC2187D}"/>
          </ac:spMkLst>
        </pc:spChg>
        <pc:graphicFrameChg chg="mod">
          <ac:chgData name="Soumita Sengupta" userId="4afa6ce1-cb01-46c2-8538-4650222f0c96" providerId="ADAL" clId="{6D014E28-5AC5-424B-B335-F0A00E851760}" dt="2021-04-06T11:17:21.464" v="272" actId="108"/>
          <ac:graphicFrameMkLst>
            <pc:docMk/>
            <pc:sldMk cId="401624613" sldId="484"/>
            <ac:graphicFrameMk id="6" creationId="{00000000-0000-0000-0000-000000000000}"/>
          </ac:graphicFrameMkLst>
        </pc:graphicFrameChg>
        <pc:picChg chg="add mod">
          <ac:chgData name="Soumita Sengupta" userId="4afa6ce1-cb01-46c2-8538-4650222f0c96" providerId="ADAL" clId="{6D014E28-5AC5-424B-B335-F0A00E851760}" dt="2021-04-06T11:34:11.065" v="390"/>
          <ac:picMkLst>
            <pc:docMk/>
            <pc:sldMk cId="401624613" sldId="484"/>
            <ac:picMk id="7" creationId="{2F6F01EC-A790-4076-A618-FC637A30FF51}"/>
          </ac:picMkLst>
        </pc:picChg>
      </pc:sldChg>
      <pc:sldChg chg="modSp add del mod ord">
        <pc:chgData name="Soumita Sengupta" userId="4afa6ce1-cb01-46c2-8538-4650222f0c96" providerId="ADAL" clId="{6D014E28-5AC5-424B-B335-F0A00E851760}" dt="2021-04-06T11:18:10.340" v="278" actId="47"/>
        <pc:sldMkLst>
          <pc:docMk/>
          <pc:sldMk cId="3084910297" sldId="485"/>
        </pc:sldMkLst>
        <pc:spChg chg="mod">
          <ac:chgData name="Soumita Sengupta" userId="4afa6ce1-cb01-46c2-8538-4650222f0c96" providerId="ADAL" clId="{6D014E28-5AC5-424B-B335-F0A00E851760}" dt="2021-04-06T11:18:03.209" v="276" actId="6549"/>
          <ac:spMkLst>
            <pc:docMk/>
            <pc:sldMk cId="3084910297" sldId="485"/>
            <ac:spMk id="2" creationId="{57983F62-BBB9-431B-A37F-BDA0DC7153F6}"/>
          </ac:spMkLst>
        </pc:spChg>
      </pc:sldChg>
      <pc:sldChg chg="modSp add del mod">
        <pc:chgData name="Soumita Sengupta" userId="4afa6ce1-cb01-46c2-8538-4650222f0c96" providerId="ADAL" clId="{6D014E28-5AC5-424B-B335-F0A00E851760}" dt="2021-04-08T08:59:39.219" v="403" actId="47"/>
        <pc:sldMkLst>
          <pc:docMk/>
          <pc:sldMk cId="1051422832" sldId="486"/>
        </pc:sldMkLst>
        <pc:spChg chg="mod">
          <ac:chgData name="Soumita Sengupta" userId="4afa6ce1-cb01-46c2-8538-4650222f0c96" providerId="ADAL" clId="{6D014E28-5AC5-424B-B335-F0A00E851760}" dt="2021-04-06T11:18:28.261" v="282"/>
          <ac:spMkLst>
            <pc:docMk/>
            <pc:sldMk cId="1051422832" sldId="486"/>
            <ac:spMk id="2" creationId="{57983F62-BBB9-431B-A37F-BDA0DC7153F6}"/>
          </ac:spMkLst>
        </pc:spChg>
      </pc:sldChg>
      <pc:sldChg chg="addSp delSp modSp add del mod">
        <pc:chgData name="Soumita Sengupta" userId="4afa6ce1-cb01-46c2-8538-4650222f0c96" providerId="ADAL" clId="{6D014E28-5AC5-424B-B335-F0A00E851760}" dt="2021-04-08T08:59:41.082" v="404" actId="47"/>
        <pc:sldMkLst>
          <pc:docMk/>
          <pc:sldMk cId="3301539231" sldId="487"/>
        </pc:sldMkLst>
        <pc:spChg chg="del">
          <ac:chgData name="Soumita Sengupta" userId="4afa6ce1-cb01-46c2-8538-4650222f0c96" providerId="ADAL" clId="{6D014E28-5AC5-424B-B335-F0A00E851760}" dt="2021-04-06T11:34:22.966" v="391" actId="478"/>
          <ac:spMkLst>
            <pc:docMk/>
            <pc:sldMk cId="3301539231" sldId="487"/>
            <ac:spMk id="3" creationId="{00000000-0000-0000-0000-000000000000}"/>
          </ac:spMkLst>
        </pc:spChg>
        <pc:spChg chg="del">
          <ac:chgData name="Soumita Sengupta" userId="4afa6ce1-cb01-46c2-8538-4650222f0c96" providerId="ADAL" clId="{6D014E28-5AC5-424B-B335-F0A00E851760}" dt="2021-04-06T11:34:25.495" v="392" actId="478"/>
          <ac:spMkLst>
            <pc:docMk/>
            <pc:sldMk cId="3301539231" sldId="487"/>
            <ac:spMk id="4" creationId="{00000000-0000-0000-0000-000000000000}"/>
          </ac:spMkLst>
        </pc:spChg>
        <pc:spChg chg="add mod">
          <ac:chgData name="Soumita Sengupta" userId="4afa6ce1-cb01-46c2-8538-4650222f0c96" providerId="ADAL" clId="{6D014E28-5AC5-424B-B335-F0A00E851760}" dt="2021-04-06T11:34:27.026" v="393"/>
          <ac:spMkLst>
            <pc:docMk/>
            <pc:sldMk cId="3301539231" sldId="487"/>
            <ac:spMk id="8" creationId="{01B57924-6E5C-4A16-A9B4-78819B5D0E23}"/>
          </ac:spMkLst>
        </pc:spChg>
        <pc:graphicFrameChg chg="mod">
          <ac:chgData name="Soumita Sengupta" userId="4afa6ce1-cb01-46c2-8538-4650222f0c96" providerId="ADAL" clId="{6D014E28-5AC5-424B-B335-F0A00E851760}" dt="2021-04-06T11:19:17.704" v="293" actId="255"/>
          <ac:graphicFrameMkLst>
            <pc:docMk/>
            <pc:sldMk cId="3301539231" sldId="487"/>
            <ac:graphicFrameMk id="6" creationId="{00000000-0000-0000-0000-000000000000}"/>
          </ac:graphicFrameMkLst>
        </pc:graphicFrameChg>
        <pc:picChg chg="add mod">
          <ac:chgData name="Soumita Sengupta" userId="4afa6ce1-cb01-46c2-8538-4650222f0c96" providerId="ADAL" clId="{6D014E28-5AC5-424B-B335-F0A00E851760}" dt="2021-04-06T11:34:27.026" v="393"/>
          <ac:picMkLst>
            <pc:docMk/>
            <pc:sldMk cId="3301539231" sldId="487"/>
            <ac:picMk id="7" creationId="{441A97DD-C594-4635-877F-61F105504BC4}"/>
          </ac:picMkLst>
        </pc:picChg>
      </pc:sldChg>
      <pc:sldChg chg="addSp delSp modSp add del mod">
        <pc:chgData name="Soumita Sengupta" userId="4afa6ce1-cb01-46c2-8538-4650222f0c96" providerId="ADAL" clId="{6D014E28-5AC5-424B-B335-F0A00E851760}" dt="2021-04-08T08:59:42.101" v="405" actId="47"/>
        <pc:sldMkLst>
          <pc:docMk/>
          <pc:sldMk cId="3075750034" sldId="488"/>
        </pc:sldMkLst>
        <pc:spChg chg="del">
          <ac:chgData name="Soumita Sengupta" userId="4afa6ce1-cb01-46c2-8538-4650222f0c96" providerId="ADAL" clId="{6D014E28-5AC5-424B-B335-F0A00E851760}" dt="2021-04-06T11:34:30.922" v="394" actId="478"/>
          <ac:spMkLst>
            <pc:docMk/>
            <pc:sldMk cId="3075750034" sldId="488"/>
            <ac:spMk id="3" creationId="{00000000-0000-0000-0000-000000000000}"/>
          </ac:spMkLst>
        </pc:spChg>
        <pc:spChg chg="del">
          <ac:chgData name="Soumita Sengupta" userId="4afa6ce1-cb01-46c2-8538-4650222f0c96" providerId="ADAL" clId="{6D014E28-5AC5-424B-B335-F0A00E851760}" dt="2021-04-06T11:34:32.799" v="395" actId="478"/>
          <ac:spMkLst>
            <pc:docMk/>
            <pc:sldMk cId="3075750034" sldId="488"/>
            <ac:spMk id="4" creationId="{00000000-0000-0000-0000-000000000000}"/>
          </ac:spMkLst>
        </pc:spChg>
        <pc:spChg chg="add mod">
          <ac:chgData name="Soumita Sengupta" userId="4afa6ce1-cb01-46c2-8538-4650222f0c96" providerId="ADAL" clId="{6D014E28-5AC5-424B-B335-F0A00E851760}" dt="2021-04-06T11:34:34.441" v="396"/>
          <ac:spMkLst>
            <pc:docMk/>
            <pc:sldMk cId="3075750034" sldId="488"/>
            <ac:spMk id="8" creationId="{39B4C5F5-A2BF-46B4-BD86-C43103F6847E}"/>
          </ac:spMkLst>
        </pc:spChg>
        <pc:graphicFrameChg chg="mod">
          <ac:chgData name="Soumita Sengupta" userId="4afa6ce1-cb01-46c2-8538-4650222f0c96" providerId="ADAL" clId="{6D014E28-5AC5-424B-B335-F0A00E851760}" dt="2021-04-06T11:19:29.147" v="295" actId="255"/>
          <ac:graphicFrameMkLst>
            <pc:docMk/>
            <pc:sldMk cId="3075750034" sldId="488"/>
            <ac:graphicFrameMk id="6" creationId="{00000000-0000-0000-0000-000000000000}"/>
          </ac:graphicFrameMkLst>
        </pc:graphicFrameChg>
        <pc:picChg chg="add mod">
          <ac:chgData name="Soumita Sengupta" userId="4afa6ce1-cb01-46c2-8538-4650222f0c96" providerId="ADAL" clId="{6D014E28-5AC5-424B-B335-F0A00E851760}" dt="2021-04-06T11:34:34.441" v="396"/>
          <ac:picMkLst>
            <pc:docMk/>
            <pc:sldMk cId="3075750034" sldId="488"/>
            <ac:picMk id="7" creationId="{B5662F97-45B6-4308-A44A-03DC56923B94}"/>
          </ac:picMkLst>
        </pc:picChg>
      </pc:sldChg>
      <pc:sldChg chg="modSp add mod ord">
        <pc:chgData name="Soumita Sengupta" userId="4afa6ce1-cb01-46c2-8538-4650222f0c96" providerId="ADAL" clId="{6D014E28-5AC5-424B-B335-F0A00E851760}" dt="2021-04-06T11:20:07.227" v="302"/>
        <pc:sldMkLst>
          <pc:docMk/>
          <pc:sldMk cId="2562816360" sldId="489"/>
        </pc:sldMkLst>
        <pc:spChg chg="mod">
          <ac:chgData name="Soumita Sengupta" userId="4afa6ce1-cb01-46c2-8538-4650222f0c96" providerId="ADAL" clId="{6D014E28-5AC5-424B-B335-F0A00E851760}" dt="2021-04-06T11:20:07.227" v="302"/>
          <ac:spMkLst>
            <pc:docMk/>
            <pc:sldMk cId="2562816360" sldId="489"/>
            <ac:spMk id="2" creationId="{57983F62-BBB9-431B-A37F-BDA0DC7153F6}"/>
          </ac:spMkLst>
        </pc:spChg>
      </pc:sldChg>
      <pc:sldChg chg="addSp delSp modSp add mod">
        <pc:chgData name="Soumita Sengupta" userId="4afa6ce1-cb01-46c2-8538-4650222f0c96" providerId="ADAL" clId="{6D014E28-5AC5-424B-B335-F0A00E851760}" dt="2021-04-06T11:34:44.827" v="399"/>
        <pc:sldMkLst>
          <pc:docMk/>
          <pc:sldMk cId="587301050" sldId="490"/>
        </pc:sldMkLst>
        <pc:spChg chg="del">
          <ac:chgData name="Soumita Sengupta" userId="4afa6ce1-cb01-46c2-8538-4650222f0c96" providerId="ADAL" clId="{6D014E28-5AC5-424B-B335-F0A00E851760}" dt="2021-04-06T11:34:40.622" v="397" actId="478"/>
          <ac:spMkLst>
            <pc:docMk/>
            <pc:sldMk cId="587301050" sldId="490"/>
            <ac:spMk id="3" creationId="{00000000-0000-0000-0000-000000000000}"/>
          </ac:spMkLst>
        </pc:spChg>
        <pc:spChg chg="del">
          <ac:chgData name="Soumita Sengupta" userId="4afa6ce1-cb01-46c2-8538-4650222f0c96" providerId="ADAL" clId="{6D014E28-5AC5-424B-B335-F0A00E851760}" dt="2021-04-06T11:34:42.621" v="398" actId="478"/>
          <ac:spMkLst>
            <pc:docMk/>
            <pc:sldMk cId="587301050" sldId="490"/>
            <ac:spMk id="4" creationId="{00000000-0000-0000-0000-000000000000}"/>
          </ac:spMkLst>
        </pc:spChg>
        <pc:spChg chg="add mod">
          <ac:chgData name="Soumita Sengupta" userId="4afa6ce1-cb01-46c2-8538-4650222f0c96" providerId="ADAL" clId="{6D014E28-5AC5-424B-B335-F0A00E851760}" dt="2021-04-06T11:34:44.827" v="399"/>
          <ac:spMkLst>
            <pc:docMk/>
            <pc:sldMk cId="587301050" sldId="490"/>
            <ac:spMk id="8" creationId="{B5620C1A-C585-44A2-AB24-C74892DCA3EE}"/>
          </ac:spMkLst>
        </pc:spChg>
        <pc:graphicFrameChg chg="mod">
          <ac:chgData name="Soumita Sengupta" userId="4afa6ce1-cb01-46c2-8538-4650222f0c96" providerId="ADAL" clId="{6D014E28-5AC5-424B-B335-F0A00E851760}" dt="2021-04-06T11:20:53.289" v="307" actId="255"/>
          <ac:graphicFrameMkLst>
            <pc:docMk/>
            <pc:sldMk cId="587301050" sldId="490"/>
            <ac:graphicFrameMk id="6" creationId="{00000000-0000-0000-0000-000000000000}"/>
          </ac:graphicFrameMkLst>
        </pc:graphicFrameChg>
        <pc:picChg chg="add mod">
          <ac:chgData name="Soumita Sengupta" userId="4afa6ce1-cb01-46c2-8538-4650222f0c96" providerId="ADAL" clId="{6D014E28-5AC5-424B-B335-F0A00E851760}" dt="2021-04-06T11:34:44.827" v="399"/>
          <ac:picMkLst>
            <pc:docMk/>
            <pc:sldMk cId="587301050" sldId="490"/>
            <ac:picMk id="7" creationId="{BA0AE333-A933-4878-9F5A-472B3B806519}"/>
          </ac:picMkLst>
        </pc:picChg>
      </pc:sldChg>
      <pc:sldChg chg="addSp delSp modSp add mod">
        <pc:chgData name="Soumita Sengupta" userId="4afa6ce1-cb01-46c2-8538-4650222f0c96" providerId="ADAL" clId="{6D014E28-5AC5-424B-B335-F0A00E851760}" dt="2021-04-06T11:34:51.403" v="402"/>
        <pc:sldMkLst>
          <pc:docMk/>
          <pc:sldMk cId="1654427468" sldId="491"/>
        </pc:sldMkLst>
        <pc:spChg chg="del">
          <ac:chgData name="Soumita Sengupta" userId="4afa6ce1-cb01-46c2-8538-4650222f0c96" providerId="ADAL" clId="{6D014E28-5AC5-424B-B335-F0A00E851760}" dt="2021-04-06T11:34:47.739" v="400" actId="478"/>
          <ac:spMkLst>
            <pc:docMk/>
            <pc:sldMk cId="1654427468" sldId="491"/>
            <ac:spMk id="3" creationId="{00000000-0000-0000-0000-000000000000}"/>
          </ac:spMkLst>
        </pc:spChg>
        <pc:spChg chg="del">
          <ac:chgData name="Soumita Sengupta" userId="4afa6ce1-cb01-46c2-8538-4650222f0c96" providerId="ADAL" clId="{6D014E28-5AC5-424B-B335-F0A00E851760}" dt="2021-04-06T11:34:49.571" v="401" actId="478"/>
          <ac:spMkLst>
            <pc:docMk/>
            <pc:sldMk cId="1654427468" sldId="491"/>
            <ac:spMk id="4" creationId="{00000000-0000-0000-0000-000000000000}"/>
          </ac:spMkLst>
        </pc:spChg>
        <pc:spChg chg="add mod">
          <ac:chgData name="Soumita Sengupta" userId="4afa6ce1-cb01-46c2-8538-4650222f0c96" providerId="ADAL" clId="{6D014E28-5AC5-424B-B335-F0A00E851760}" dt="2021-04-06T11:34:51.403" v="402"/>
          <ac:spMkLst>
            <pc:docMk/>
            <pc:sldMk cId="1654427468" sldId="491"/>
            <ac:spMk id="8" creationId="{EFCC832C-E209-4A95-A02D-4FF671F60C42}"/>
          </ac:spMkLst>
        </pc:spChg>
        <pc:graphicFrameChg chg="mod">
          <ac:chgData name="Soumita Sengupta" userId="4afa6ce1-cb01-46c2-8538-4650222f0c96" providerId="ADAL" clId="{6D014E28-5AC5-424B-B335-F0A00E851760}" dt="2021-04-06T11:22:04.255" v="310" actId="255"/>
          <ac:graphicFrameMkLst>
            <pc:docMk/>
            <pc:sldMk cId="1654427468" sldId="491"/>
            <ac:graphicFrameMk id="6" creationId="{00000000-0000-0000-0000-000000000000}"/>
          </ac:graphicFrameMkLst>
        </pc:graphicFrameChg>
        <pc:picChg chg="add mod">
          <ac:chgData name="Soumita Sengupta" userId="4afa6ce1-cb01-46c2-8538-4650222f0c96" providerId="ADAL" clId="{6D014E28-5AC5-424B-B335-F0A00E851760}" dt="2021-04-06T11:34:51.403" v="402"/>
          <ac:picMkLst>
            <pc:docMk/>
            <pc:sldMk cId="1654427468" sldId="491"/>
            <ac:picMk id="7" creationId="{035D253D-EEEA-48CF-8AEC-825C5A976C88}"/>
          </ac:picMkLst>
        </pc:picChg>
      </pc:sldChg>
    </pc:docChg>
  </pc:docChgLst>
  <pc:docChgLst>
    <pc:chgData name="Keshav Pareek" userId="S::keshav.pareek@alepo.com::3037c2a5-5507-480b-9484-e2bc49cfc6dc" providerId="AD" clId="Web-{6211D3D1-641C-3B3B-E049-8B0C402E76B7}"/>
    <pc:docChg chg="">
      <pc:chgData name="Keshav Pareek" userId="S::keshav.pareek@alepo.com::3037c2a5-5507-480b-9484-e2bc49cfc6dc" providerId="AD" clId="Web-{6211D3D1-641C-3B3B-E049-8B0C402E76B7}" dt="2021-09-06T04:43:45.323" v="1"/>
      <pc:docMkLst>
        <pc:docMk/>
      </pc:docMkLst>
      <pc:sldChg chg="addCm">
        <pc:chgData name="Keshav Pareek" userId="S::keshav.pareek@alepo.com::3037c2a5-5507-480b-9484-e2bc49cfc6dc" providerId="AD" clId="Web-{6211D3D1-641C-3B3B-E049-8B0C402E76B7}" dt="2021-09-06T04:41:57.288" v="0"/>
        <pc:sldMkLst>
          <pc:docMk/>
          <pc:sldMk cId="3330146914" sldId="1332"/>
        </pc:sldMkLst>
      </pc:sldChg>
      <pc:sldChg chg="addCm">
        <pc:chgData name="Keshav Pareek" userId="S::keshav.pareek@alepo.com::3037c2a5-5507-480b-9484-e2bc49cfc6dc" providerId="AD" clId="Web-{6211D3D1-641C-3B3B-E049-8B0C402E76B7}" dt="2021-09-06T04:43:45.323" v="1"/>
        <pc:sldMkLst>
          <pc:docMk/>
          <pc:sldMk cId="1011219788" sldId="1339"/>
        </pc:sldMkLst>
      </pc:sldChg>
    </pc:docChg>
  </pc:docChgLst>
  <pc:docChgLst>
    <pc:chgData name="Soumita Sengupta" userId="4afa6ce1-cb01-46c2-8538-4650222f0c96" providerId="ADAL" clId="{0225210D-CC00-4104-A046-1BEDB6A2CC22}"/>
    <pc:docChg chg="undo custSel delSld modSld">
      <pc:chgData name="Soumita Sengupta" userId="4afa6ce1-cb01-46c2-8538-4650222f0c96" providerId="ADAL" clId="{0225210D-CC00-4104-A046-1BEDB6A2CC22}" dt="2021-08-26T12:43:45.907" v="180" actId="47"/>
      <pc:docMkLst>
        <pc:docMk/>
      </pc:docMkLst>
      <pc:sldChg chg="modSp mod">
        <pc:chgData name="Soumita Sengupta" userId="4afa6ce1-cb01-46c2-8538-4650222f0c96" providerId="ADAL" clId="{0225210D-CC00-4104-A046-1BEDB6A2CC22}" dt="2021-08-26T12:43:25.063" v="179"/>
        <pc:sldMkLst>
          <pc:docMk/>
          <pc:sldMk cId="1912468287" sldId="260"/>
        </pc:sldMkLst>
        <pc:spChg chg="mod">
          <ac:chgData name="Soumita Sengupta" userId="4afa6ce1-cb01-46c2-8538-4650222f0c96" providerId="ADAL" clId="{0225210D-CC00-4104-A046-1BEDB6A2CC22}" dt="2021-08-26T12:43:25.063" v="179"/>
          <ac:spMkLst>
            <pc:docMk/>
            <pc:sldMk cId="1912468287" sldId="260"/>
            <ac:spMk id="5" creationId="{00000000-0000-0000-0000-000000000000}"/>
          </ac:spMkLst>
        </pc:spChg>
      </pc:sldChg>
      <pc:sldChg chg="modSp mod">
        <pc:chgData name="Soumita Sengupta" userId="4afa6ce1-cb01-46c2-8538-4650222f0c96" providerId="ADAL" clId="{0225210D-CC00-4104-A046-1BEDB6A2CC22}" dt="2021-08-26T12:30:49.685" v="40" actId="20577"/>
        <pc:sldMkLst>
          <pc:docMk/>
          <pc:sldMk cId="2584036331" sldId="339"/>
        </pc:sldMkLst>
        <pc:spChg chg="mod">
          <ac:chgData name="Soumita Sengupta" userId="4afa6ce1-cb01-46c2-8538-4650222f0c96" providerId="ADAL" clId="{0225210D-CC00-4104-A046-1BEDB6A2CC22}" dt="2021-08-26T12:30:49.685" v="40" actId="20577"/>
          <ac:spMkLst>
            <pc:docMk/>
            <pc:sldMk cId="2584036331" sldId="339"/>
            <ac:spMk id="5" creationId="{6D1A1596-A8D7-4C1A-8956-0FA40A84EFCA}"/>
          </ac:spMkLst>
        </pc:spChg>
      </pc:sldChg>
      <pc:sldChg chg="del">
        <pc:chgData name="Soumita Sengupta" userId="4afa6ce1-cb01-46c2-8538-4650222f0c96" providerId="ADAL" clId="{0225210D-CC00-4104-A046-1BEDB6A2CC22}" dt="2021-08-26T12:31:04.171" v="44" actId="47"/>
        <pc:sldMkLst>
          <pc:docMk/>
          <pc:sldMk cId="1676893809" sldId="520"/>
        </pc:sldMkLst>
      </pc:sldChg>
      <pc:sldChg chg="del">
        <pc:chgData name="Soumita Sengupta" userId="4afa6ce1-cb01-46c2-8538-4650222f0c96" providerId="ADAL" clId="{0225210D-CC00-4104-A046-1BEDB6A2CC22}" dt="2021-08-26T12:31:03.549" v="43" actId="47"/>
        <pc:sldMkLst>
          <pc:docMk/>
          <pc:sldMk cId="2863234239" sldId="525"/>
        </pc:sldMkLst>
      </pc:sldChg>
      <pc:sldChg chg="del">
        <pc:chgData name="Soumita Sengupta" userId="4afa6ce1-cb01-46c2-8538-4650222f0c96" providerId="ADAL" clId="{0225210D-CC00-4104-A046-1BEDB6A2CC22}" dt="2021-08-26T12:31:03.120" v="42" actId="47"/>
        <pc:sldMkLst>
          <pc:docMk/>
          <pc:sldMk cId="3781635149" sldId="752"/>
        </pc:sldMkLst>
      </pc:sldChg>
      <pc:sldChg chg="del">
        <pc:chgData name="Soumita Sengupta" userId="4afa6ce1-cb01-46c2-8538-4650222f0c96" providerId="ADAL" clId="{0225210D-CC00-4104-A046-1BEDB6A2CC22}" dt="2021-08-26T12:31:04.606" v="45" actId="47"/>
        <pc:sldMkLst>
          <pc:docMk/>
          <pc:sldMk cId="3609704129" sldId="753"/>
        </pc:sldMkLst>
      </pc:sldChg>
      <pc:sldChg chg="del">
        <pc:chgData name="Soumita Sengupta" userId="4afa6ce1-cb01-46c2-8538-4650222f0c96" providerId="ADAL" clId="{0225210D-CC00-4104-A046-1BEDB6A2CC22}" dt="2021-08-26T12:31:05.107" v="46" actId="47"/>
        <pc:sldMkLst>
          <pc:docMk/>
          <pc:sldMk cId="3563480216" sldId="756"/>
        </pc:sldMkLst>
      </pc:sldChg>
      <pc:sldChg chg="del">
        <pc:chgData name="Soumita Sengupta" userId="4afa6ce1-cb01-46c2-8538-4650222f0c96" providerId="ADAL" clId="{0225210D-CC00-4104-A046-1BEDB6A2CC22}" dt="2021-08-26T12:31:05.424" v="47" actId="47"/>
        <pc:sldMkLst>
          <pc:docMk/>
          <pc:sldMk cId="1011519630" sldId="757"/>
        </pc:sldMkLst>
      </pc:sldChg>
      <pc:sldChg chg="del">
        <pc:chgData name="Soumita Sengupta" userId="4afa6ce1-cb01-46c2-8538-4650222f0c96" providerId="ADAL" clId="{0225210D-CC00-4104-A046-1BEDB6A2CC22}" dt="2021-08-26T12:31:06.218" v="48" actId="47"/>
        <pc:sldMkLst>
          <pc:docMk/>
          <pc:sldMk cId="3902355907" sldId="758"/>
        </pc:sldMkLst>
      </pc:sldChg>
      <pc:sldChg chg="del">
        <pc:chgData name="Soumita Sengupta" userId="4afa6ce1-cb01-46c2-8538-4650222f0c96" providerId="ADAL" clId="{0225210D-CC00-4104-A046-1BEDB6A2CC22}" dt="2021-08-26T12:43:45.907" v="180" actId="47"/>
        <pc:sldMkLst>
          <pc:docMk/>
          <pc:sldMk cId="2304859679" sldId="759"/>
        </pc:sldMkLst>
      </pc:sldChg>
      <pc:sldChg chg="del">
        <pc:chgData name="Soumita Sengupta" userId="4afa6ce1-cb01-46c2-8538-4650222f0c96" providerId="ADAL" clId="{0225210D-CC00-4104-A046-1BEDB6A2CC22}" dt="2021-08-26T12:31:01.299" v="41" actId="47"/>
        <pc:sldMkLst>
          <pc:docMk/>
          <pc:sldMk cId="53564333" sldId="1330"/>
        </pc:sldMkLst>
      </pc:sldChg>
      <pc:sldChg chg="del">
        <pc:chgData name="Soumita Sengupta" userId="4afa6ce1-cb01-46c2-8538-4650222f0c96" providerId="ADAL" clId="{0225210D-CC00-4104-A046-1BEDB6A2CC22}" dt="2021-08-26T12:31:07.375" v="52" actId="47"/>
        <pc:sldMkLst>
          <pc:docMk/>
          <pc:sldMk cId="3054948585" sldId="1413"/>
        </pc:sldMkLst>
      </pc:sldChg>
      <pc:sldChg chg="del">
        <pc:chgData name="Soumita Sengupta" userId="4afa6ce1-cb01-46c2-8538-4650222f0c96" providerId="ADAL" clId="{0225210D-CC00-4104-A046-1BEDB6A2CC22}" dt="2021-08-26T12:31:07.708" v="53" actId="47"/>
        <pc:sldMkLst>
          <pc:docMk/>
          <pc:sldMk cId="122248758" sldId="1414"/>
        </pc:sldMkLst>
      </pc:sldChg>
      <pc:sldChg chg="del">
        <pc:chgData name="Soumita Sengupta" userId="4afa6ce1-cb01-46c2-8538-4650222f0c96" providerId="ADAL" clId="{0225210D-CC00-4104-A046-1BEDB6A2CC22}" dt="2021-08-26T12:31:07.979" v="54" actId="47"/>
        <pc:sldMkLst>
          <pc:docMk/>
          <pc:sldMk cId="3465650862" sldId="1415"/>
        </pc:sldMkLst>
      </pc:sldChg>
      <pc:sldChg chg="del">
        <pc:chgData name="Soumita Sengupta" userId="4afa6ce1-cb01-46c2-8538-4650222f0c96" providerId="ADAL" clId="{0225210D-CC00-4104-A046-1BEDB6A2CC22}" dt="2021-08-26T12:31:06.569" v="49" actId="47"/>
        <pc:sldMkLst>
          <pc:docMk/>
          <pc:sldMk cId="1798438021" sldId="1416"/>
        </pc:sldMkLst>
      </pc:sldChg>
      <pc:sldChg chg="del">
        <pc:chgData name="Soumita Sengupta" userId="4afa6ce1-cb01-46c2-8538-4650222f0c96" providerId="ADAL" clId="{0225210D-CC00-4104-A046-1BEDB6A2CC22}" dt="2021-08-26T12:31:06.832" v="50" actId="47"/>
        <pc:sldMkLst>
          <pc:docMk/>
          <pc:sldMk cId="2922319439" sldId="1417"/>
        </pc:sldMkLst>
      </pc:sldChg>
      <pc:sldChg chg="del">
        <pc:chgData name="Soumita Sengupta" userId="4afa6ce1-cb01-46c2-8538-4650222f0c96" providerId="ADAL" clId="{0225210D-CC00-4104-A046-1BEDB6A2CC22}" dt="2021-08-26T12:31:07.097" v="51" actId="47"/>
        <pc:sldMkLst>
          <pc:docMk/>
          <pc:sldMk cId="1424513111" sldId="1418"/>
        </pc:sldMkLst>
      </pc:sldChg>
      <pc:sldChg chg="del">
        <pc:chgData name="Soumita Sengupta" userId="4afa6ce1-cb01-46c2-8538-4650222f0c96" providerId="ADAL" clId="{0225210D-CC00-4104-A046-1BEDB6A2CC22}" dt="2021-08-26T12:31:08.535" v="55" actId="47"/>
        <pc:sldMkLst>
          <pc:docMk/>
          <pc:sldMk cId="647596170" sldId="1420"/>
        </pc:sldMkLst>
      </pc:sldChg>
      <pc:sldChg chg="del">
        <pc:chgData name="Soumita Sengupta" userId="4afa6ce1-cb01-46c2-8538-4650222f0c96" providerId="ADAL" clId="{0225210D-CC00-4104-A046-1BEDB6A2CC22}" dt="2021-08-26T12:31:08.739" v="56" actId="47"/>
        <pc:sldMkLst>
          <pc:docMk/>
          <pc:sldMk cId="3641482099" sldId="1421"/>
        </pc:sldMkLst>
      </pc:sldChg>
      <pc:sldChg chg="del">
        <pc:chgData name="Soumita Sengupta" userId="4afa6ce1-cb01-46c2-8538-4650222f0c96" providerId="ADAL" clId="{0225210D-CC00-4104-A046-1BEDB6A2CC22}" dt="2021-08-26T12:31:08.960" v="57" actId="47"/>
        <pc:sldMkLst>
          <pc:docMk/>
          <pc:sldMk cId="3474625581" sldId="1422"/>
        </pc:sldMkLst>
      </pc:sldChg>
      <pc:sldChg chg="del">
        <pc:chgData name="Soumita Sengupta" userId="4afa6ce1-cb01-46c2-8538-4650222f0c96" providerId="ADAL" clId="{0225210D-CC00-4104-A046-1BEDB6A2CC22}" dt="2021-08-26T12:31:09.222" v="58" actId="47"/>
        <pc:sldMkLst>
          <pc:docMk/>
          <pc:sldMk cId="1290964860" sldId="1423"/>
        </pc:sldMkLst>
      </pc:sldChg>
      <pc:sldChg chg="del">
        <pc:chgData name="Soumita Sengupta" userId="4afa6ce1-cb01-46c2-8538-4650222f0c96" providerId="ADAL" clId="{0225210D-CC00-4104-A046-1BEDB6A2CC22}" dt="2021-08-26T12:31:09.664" v="59" actId="47"/>
        <pc:sldMkLst>
          <pc:docMk/>
          <pc:sldMk cId="160926858" sldId="1424"/>
        </pc:sldMkLst>
      </pc:sldChg>
      <pc:sldChg chg="del">
        <pc:chgData name="Soumita Sengupta" userId="4afa6ce1-cb01-46c2-8538-4650222f0c96" providerId="ADAL" clId="{0225210D-CC00-4104-A046-1BEDB6A2CC22}" dt="2021-08-26T12:31:09.895" v="60" actId="47"/>
        <pc:sldMkLst>
          <pc:docMk/>
          <pc:sldMk cId="3344684391" sldId="1425"/>
        </pc:sldMkLst>
      </pc:sldChg>
      <pc:sldChg chg="del">
        <pc:chgData name="Soumita Sengupta" userId="4afa6ce1-cb01-46c2-8538-4650222f0c96" providerId="ADAL" clId="{0225210D-CC00-4104-A046-1BEDB6A2CC22}" dt="2021-08-26T12:31:10.088" v="61" actId="47"/>
        <pc:sldMkLst>
          <pc:docMk/>
          <pc:sldMk cId="2759214351" sldId="1426"/>
        </pc:sldMkLst>
      </pc:sldChg>
      <pc:sldChg chg="del">
        <pc:chgData name="Soumita Sengupta" userId="4afa6ce1-cb01-46c2-8538-4650222f0c96" providerId="ADAL" clId="{0225210D-CC00-4104-A046-1BEDB6A2CC22}" dt="2021-08-26T12:31:10.255" v="62" actId="47"/>
        <pc:sldMkLst>
          <pc:docMk/>
          <pc:sldMk cId="2419167630" sldId="1427"/>
        </pc:sldMkLst>
      </pc:sldChg>
      <pc:sldChg chg="del">
        <pc:chgData name="Soumita Sengupta" userId="4afa6ce1-cb01-46c2-8538-4650222f0c96" providerId="ADAL" clId="{0225210D-CC00-4104-A046-1BEDB6A2CC22}" dt="2021-08-26T12:31:10.441" v="63" actId="47"/>
        <pc:sldMkLst>
          <pc:docMk/>
          <pc:sldMk cId="2239575331" sldId="1428"/>
        </pc:sldMkLst>
      </pc:sldChg>
      <pc:sldChg chg="del">
        <pc:chgData name="Soumita Sengupta" userId="4afa6ce1-cb01-46c2-8538-4650222f0c96" providerId="ADAL" clId="{0225210D-CC00-4104-A046-1BEDB6A2CC22}" dt="2021-08-26T12:31:10.634" v="64" actId="47"/>
        <pc:sldMkLst>
          <pc:docMk/>
          <pc:sldMk cId="304666948" sldId="1429"/>
        </pc:sldMkLst>
      </pc:sldChg>
      <pc:sldChg chg="del">
        <pc:chgData name="Soumita Sengupta" userId="4afa6ce1-cb01-46c2-8538-4650222f0c96" providerId="ADAL" clId="{0225210D-CC00-4104-A046-1BEDB6A2CC22}" dt="2021-08-26T12:31:10.821" v="65" actId="47"/>
        <pc:sldMkLst>
          <pc:docMk/>
          <pc:sldMk cId="1574462772" sldId="1430"/>
        </pc:sldMkLst>
      </pc:sldChg>
      <pc:sldChg chg="del">
        <pc:chgData name="Soumita Sengupta" userId="4afa6ce1-cb01-46c2-8538-4650222f0c96" providerId="ADAL" clId="{0225210D-CC00-4104-A046-1BEDB6A2CC22}" dt="2021-08-26T12:31:11.004" v="66" actId="47"/>
        <pc:sldMkLst>
          <pc:docMk/>
          <pc:sldMk cId="1672728295" sldId="1431"/>
        </pc:sldMkLst>
      </pc:sldChg>
      <pc:sldChg chg="del">
        <pc:chgData name="Soumita Sengupta" userId="4afa6ce1-cb01-46c2-8538-4650222f0c96" providerId="ADAL" clId="{0225210D-CC00-4104-A046-1BEDB6A2CC22}" dt="2021-08-26T12:31:11.308" v="67" actId="47"/>
        <pc:sldMkLst>
          <pc:docMk/>
          <pc:sldMk cId="2163140918" sldId="1432"/>
        </pc:sldMkLst>
      </pc:sldChg>
      <pc:sldChg chg="del">
        <pc:chgData name="Soumita Sengupta" userId="4afa6ce1-cb01-46c2-8538-4650222f0c96" providerId="ADAL" clId="{0225210D-CC00-4104-A046-1BEDB6A2CC22}" dt="2021-08-26T12:31:11.574" v="68" actId="47"/>
        <pc:sldMkLst>
          <pc:docMk/>
          <pc:sldMk cId="2231482636" sldId="1433"/>
        </pc:sldMkLst>
      </pc:sldChg>
      <pc:sldChg chg="del">
        <pc:chgData name="Soumita Sengupta" userId="4afa6ce1-cb01-46c2-8538-4650222f0c96" providerId="ADAL" clId="{0225210D-CC00-4104-A046-1BEDB6A2CC22}" dt="2021-08-26T12:31:11.770" v="69" actId="47"/>
        <pc:sldMkLst>
          <pc:docMk/>
          <pc:sldMk cId="3775871403" sldId="1434"/>
        </pc:sldMkLst>
      </pc:sldChg>
      <pc:sldChg chg="del">
        <pc:chgData name="Soumita Sengupta" userId="4afa6ce1-cb01-46c2-8538-4650222f0c96" providerId="ADAL" clId="{0225210D-CC00-4104-A046-1BEDB6A2CC22}" dt="2021-08-26T12:31:12.016" v="70" actId="47"/>
        <pc:sldMkLst>
          <pc:docMk/>
          <pc:sldMk cId="707183902" sldId="1435"/>
        </pc:sldMkLst>
      </pc:sldChg>
      <pc:sldChg chg="del">
        <pc:chgData name="Soumita Sengupta" userId="4afa6ce1-cb01-46c2-8538-4650222f0c96" providerId="ADAL" clId="{0225210D-CC00-4104-A046-1BEDB6A2CC22}" dt="2021-08-26T12:31:12.248" v="71" actId="47"/>
        <pc:sldMkLst>
          <pc:docMk/>
          <pc:sldMk cId="2259711440" sldId="1436"/>
        </pc:sldMkLst>
      </pc:sldChg>
      <pc:sldChg chg="del">
        <pc:chgData name="Soumita Sengupta" userId="4afa6ce1-cb01-46c2-8538-4650222f0c96" providerId="ADAL" clId="{0225210D-CC00-4104-A046-1BEDB6A2CC22}" dt="2021-08-26T12:31:12.499" v="72" actId="47"/>
        <pc:sldMkLst>
          <pc:docMk/>
          <pc:sldMk cId="446448066" sldId="1437"/>
        </pc:sldMkLst>
      </pc:sldChg>
      <pc:sldChg chg="del">
        <pc:chgData name="Soumita Sengupta" userId="4afa6ce1-cb01-46c2-8538-4650222f0c96" providerId="ADAL" clId="{0225210D-CC00-4104-A046-1BEDB6A2CC22}" dt="2021-08-26T12:31:13.067" v="74" actId="47"/>
        <pc:sldMkLst>
          <pc:docMk/>
          <pc:sldMk cId="3714464262" sldId="1438"/>
        </pc:sldMkLst>
      </pc:sldChg>
      <pc:sldChg chg="del">
        <pc:chgData name="Soumita Sengupta" userId="4afa6ce1-cb01-46c2-8538-4650222f0c96" providerId="ADAL" clId="{0225210D-CC00-4104-A046-1BEDB6A2CC22}" dt="2021-08-26T12:31:12.827" v="73" actId="47"/>
        <pc:sldMkLst>
          <pc:docMk/>
          <pc:sldMk cId="3172902306" sldId="1439"/>
        </pc:sldMkLst>
      </pc:sldChg>
      <pc:sldChg chg="del">
        <pc:chgData name="Soumita Sengupta" userId="4afa6ce1-cb01-46c2-8538-4650222f0c96" providerId="ADAL" clId="{0225210D-CC00-4104-A046-1BEDB6A2CC22}" dt="2021-08-26T12:31:13.327" v="75" actId="47"/>
        <pc:sldMkLst>
          <pc:docMk/>
          <pc:sldMk cId="3568035736" sldId="1440"/>
        </pc:sldMkLst>
      </pc:sldChg>
      <pc:sldChg chg="del">
        <pc:chgData name="Soumita Sengupta" userId="4afa6ce1-cb01-46c2-8538-4650222f0c96" providerId="ADAL" clId="{0225210D-CC00-4104-A046-1BEDB6A2CC22}" dt="2021-08-26T12:31:13.573" v="76" actId="47"/>
        <pc:sldMkLst>
          <pc:docMk/>
          <pc:sldMk cId="68183755" sldId="1441"/>
        </pc:sldMkLst>
      </pc:sldChg>
      <pc:sldChg chg="del">
        <pc:chgData name="Soumita Sengupta" userId="4afa6ce1-cb01-46c2-8538-4650222f0c96" providerId="ADAL" clId="{0225210D-CC00-4104-A046-1BEDB6A2CC22}" dt="2021-08-26T12:31:13.785" v="77" actId="47"/>
        <pc:sldMkLst>
          <pc:docMk/>
          <pc:sldMk cId="2346687962" sldId="1442"/>
        </pc:sldMkLst>
      </pc:sldChg>
      <pc:sldChg chg="del">
        <pc:chgData name="Soumita Sengupta" userId="4afa6ce1-cb01-46c2-8538-4650222f0c96" providerId="ADAL" clId="{0225210D-CC00-4104-A046-1BEDB6A2CC22}" dt="2021-08-26T12:31:13.994" v="78" actId="47"/>
        <pc:sldMkLst>
          <pc:docMk/>
          <pc:sldMk cId="2260615317" sldId="1443"/>
        </pc:sldMkLst>
      </pc:sldChg>
      <pc:sldChg chg="del">
        <pc:chgData name="Soumita Sengupta" userId="4afa6ce1-cb01-46c2-8538-4650222f0c96" providerId="ADAL" clId="{0225210D-CC00-4104-A046-1BEDB6A2CC22}" dt="2021-08-26T12:31:14.443" v="79" actId="47"/>
        <pc:sldMkLst>
          <pc:docMk/>
          <pc:sldMk cId="1700556363" sldId="1444"/>
        </pc:sldMkLst>
      </pc:sldChg>
      <pc:sldChg chg="del">
        <pc:chgData name="Soumita Sengupta" userId="4afa6ce1-cb01-46c2-8538-4650222f0c96" providerId="ADAL" clId="{0225210D-CC00-4104-A046-1BEDB6A2CC22}" dt="2021-08-26T12:31:15.137" v="80" actId="47"/>
        <pc:sldMkLst>
          <pc:docMk/>
          <pc:sldMk cId="964145454" sldId="1445"/>
        </pc:sldMkLst>
      </pc:sldChg>
      <pc:sldMasterChg chg="delSldLayout">
        <pc:chgData name="Soumita Sengupta" userId="4afa6ce1-cb01-46c2-8538-4650222f0c96" providerId="ADAL" clId="{0225210D-CC00-4104-A046-1BEDB6A2CC22}" dt="2021-08-26T12:31:07.097" v="51" actId="47"/>
        <pc:sldMasterMkLst>
          <pc:docMk/>
          <pc:sldMasterMk cId="1029875623" sldId="2147483678"/>
        </pc:sldMasterMkLst>
        <pc:sldLayoutChg chg="del">
          <pc:chgData name="Soumita Sengupta" userId="4afa6ce1-cb01-46c2-8538-4650222f0c96" providerId="ADAL" clId="{0225210D-CC00-4104-A046-1BEDB6A2CC22}" dt="2021-08-26T12:31:07.097" v="51" actId="47"/>
          <pc:sldLayoutMkLst>
            <pc:docMk/>
            <pc:sldMasterMk cId="1029875623" sldId="2147483678"/>
            <pc:sldLayoutMk cId="448269181" sldId="2147483732"/>
          </pc:sldLayoutMkLst>
        </pc:sldLayoutChg>
      </pc:sldMasterChg>
    </pc:docChg>
  </pc:docChgLst>
  <pc:docChgLst>
    <pc:chgData name="Smita Jain" userId="d38d6004-c34d-46b5-9dac-bd2165f4bacc" providerId="ADAL" clId="{2F9FDF68-78B7-442C-AE03-2AB700A88335}"/>
    <pc:docChg chg="modSld">
      <pc:chgData name="Smita Jain" userId="d38d6004-c34d-46b5-9dac-bd2165f4bacc" providerId="ADAL" clId="{2F9FDF68-78B7-442C-AE03-2AB700A88335}" dt="2021-09-06T06:06:43.124" v="0"/>
      <pc:docMkLst>
        <pc:docMk/>
      </pc:docMkLst>
      <pc:sldChg chg="modCm">
        <pc:chgData name="Smita Jain" userId="d38d6004-c34d-46b5-9dac-bd2165f4bacc" providerId="ADAL" clId="{2F9FDF68-78B7-442C-AE03-2AB700A88335}" dt="2021-09-06T06:06:43.124" v="0"/>
        <pc:sldMkLst>
          <pc:docMk/>
          <pc:sldMk cId="3330146914" sldId="1332"/>
        </pc:sldMkLst>
      </pc:sldChg>
    </pc:docChg>
  </pc:docChgLst>
  <pc:docChgLst>
    <pc:chgData name="Soumita Sengupta" userId="4afa6ce1-cb01-46c2-8538-4650222f0c96" providerId="ADAL" clId="{36A5475D-3ADB-4C86-A0F2-D5010D2E9340}"/>
    <pc:docChg chg="undo custSel addSld delSld modSld">
      <pc:chgData name="Soumita Sengupta" userId="4afa6ce1-cb01-46c2-8538-4650222f0c96" providerId="ADAL" clId="{36A5475D-3ADB-4C86-A0F2-D5010D2E9340}" dt="2021-06-23T13:16:03.695" v="2375" actId="1076"/>
      <pc:docMkLst>
        <pc:docMk/>
      </pc:docMkLst>
      <pc:sldChg chg="modSp mod">
        <pc:chgData name="Soumita Sengupta" userId="4afa6ce1-cb01-46c2-8538-4650222f0c96" providerId="ADAL" clId="{36A5475D-3ADB-4C86-A0F2-D5010D2E9340}" dt="2021-06-23T11:27:34.481" v="809" actId="20577"/>
        <pc:sldMkLst>
          <pc:docMk/>
          <pc:sldMk cId="1912468287" sldId="260"/>
        </pc:sldMkLst>
        <pc:spChg chg="mod">
          <ac:chgData name="Soumita Sengupta" userId="4afa6ce1-cb01-46c2-8538-4650222f0c96" providerId="ADAL" clId="{36A5475D-3ADB-4C86-A0F2-D5010D2E9340}" dt="2021-06-23T11:27:34.481" v="809" actId="20577"/>
          <ac:spMkLst>
            <pc:docMk/>
            <pc:sldMk cId="1912468287" sldId="260"/>
            <ac:spMk id="5" creationId="{00000000-0000-0000-0000-000000000000}"/>
          </ac:spMkLst>
        </pc:spChg>
      </pc:sldChg>
      <pc:sldChg chg="addSp delSp modSp add del mod">
        <pc:chgData name="Soumita Sengupta" userId="4afa6ce1-cb01-46c2-8538-4650222f0c96" providerId="ADAL" clId="{36A5475D-3ADB-4C86-A0F2-D5010D2E9340}" dt="2021-06-18T14:13:20.608" v="137" actId="1076"/>
        <pc:sldMkLst>
          <pc:docMk/>
          <pc:sldMk cId="3916458465" sldId="274"/>
        </pc:sldMkLst>
        <pc:spChg chg="mod">
          <ac:chgData name="Soumita Sengupta" userId="4afa6ce1-cb01-46c2-8538-4650222f0c96" providerId="ADAL" clId="{36A5475D-3ADB-4C86-A0F2-D5010D2E9340}" dt="2021-06-18T14:13:14.943" v="136" actId="255"/>
          <ac:spMkLst>
            <pc:docMk/>
            <pc:sldMk cId="3916458465" sldId="274"/>
            <ac:spMk id="10" creationId="{00000000-0000-0000-0000-000000000000}"/>
          </ac:spMkLst>
        </pc:spChg>
        <pc:picChg chg="del">
          <ac:chgData name="Soumita Sengupta" userId="4afa6ce1-cb01-46c2-8538-4650222f0c96" providerId="ADAL" clId="{36A5475D-3ADB-4C86-A0F2-D5010D2E9340}" dt="2021-06-17T13:07:39.917" v="43" actId="478"/>
          <ac:picMkLst>
            <pc:docMk/>
            <pc:sldMk cId="3916458465" sldId="274"/>
            <ac:picMk id="3" creationId="{00000000-0000-0000-0000-000000000000}"/>
          </ac:picMkLst>
        </pc:picChg>
        <pc:picChg chg="add mod">
          <ac:chgData name="Soumita Sengupta" userId="4afa6ce1-cb01-46c2-8538-4650222f0c96" providerId="ADAL" clId="{36A5475D-3ADB-4C86-A0F2-D5010D2E9340}" dt="2021-06-18T14:13:20.608" v="137" actId="1076"/>
          <ac:picMkLst>
            <pc:docMk/>
            <pc:sldMk cId="3916458465" sldId="274"/>
            <ac:picMk id="6" creationId="{9A531B62-B554-496E-88F1-A1FCA4057395}"/>
          </ac:picMkLst>
        </pc:picChg>
      </pc:sldChg>
      <pc:sldChg chg="modSp add del mod">
        <pc:chgData name="Soumita Sengupta" userId="4afa6ce1-cb01-46c2-8538-4650222f0c96" providerId="ADAL" clId="{36A5475D-3ADB-4C86-A0F2-D5010D2E9340}" dt="2021-06-23T11:33:53.255" v="810" actId="13926"/>
        <pc:sldMkLst>
          <pc:docMk/>
          <pc:sldMk cId="1769911636" sldId="275"/>
        </pc:sldMkLst>
        <pc:spChg chg="mod">
          <ac:chgData name="Soumita Sengupta" userId="4afa6ce1-cb01-46c2-8538-4650222f0c96" providerId="ADAL" clId="{36A5475D-3ADB-4C86-A0F2-D5010D2E9340}" dt="2021-06-23T11:33:53.255" v="810" actId="13926"/>
          <ac:spMkLst>
            <pc:docMk/>
            <pc:sldMk cId="1769911636" sldId="275"/>
            <ac:spMk id="9" creationId="{00000000-0000-0000-0000-000000000000}"/>
          </ac:spMkLst>
        </pc:spChg>
      </pc:sldChg>
      <pc:sldChg chg="modSp add mod">
        <pc:chgData name="Soumita Sengupta" userId="4afa6ce1-cb01-46c2-8538-4650222f0c96" providerId="ADAL" clId="{36A5475D-3ADB-4C86-A0F2-D5010D2E9340}" dt="2021-06-18T11:36:07.746" v="108" actId="13926"/>
        <pc:sldMkLst>
          <pc:docMk/>
          <pc:sldMk cId="3249280852" sldId="276"/>
        </pc:sldMkLst>
        <pc:spChg chg="mod">
          <ac:chgData name="Soumita Sengupta" userId="4afa6ce1-cb01-46c2-8538-4650222f0c96" providerId="ADAL" clId="{36A5475D-3ADB-4C86-A0F2-D5010D2E9340}" dt="2021-06-18T11:36:07.746" v="108" actId="13926"/>
          <ac:spMkLst>
            <pc:docMk/>
            <pc:sldMk cId="3249280852" sldId="276"/>
            <ac:spMk id="2" creationId="{00000000-0000-0000-0000-000000000000}"/>
          </ac:spMkLst>
        </pc:spChg>
      </pc:sldChg>
      <pc:sldChg chg="modSp add del mod">
        <pc:chgData name="Soumita Sengupta" userId="4afa6ce1-cb01-46c2-8538-4650222f0c96" providerId="ADAL" clId="{36A5475D-3ADB-4C86-A0F2-D5010D2E9340}" dt="2021-06-23T11:43:27.878" v="1178" actId="47"/>
        <pc:sldMkLst>
          <pc:docMk/>
          <pc:sldMk cId="273729914" sldId="278"/>
        </pc:sldMkLst>
        <pc:spChg chg="mod">
          <ac:chgData name="Soumita Sengupta" userId="4afa6ce1-cb01-46c2-8538-4650222f0c96" providerId="ADAL" clId="{36A5475D-3ADB-4C86-A0F2-D5010D2E9340}" dt="2021-06-18T14:18:39.307" v="373" actId="13926"/>
          <ac:spMkLst>
            <pc:docMk/>
            <pc:sldMk cId="273729914" sldId="278"/>
            <ac:spMk id="2" creationId="{00000000-0000-0000-0000-000000000000}"/>
          </ac:spMkLst>
        </pc:spChg>
        <pc:spChg chg="mod">
          <ac:chgData name="Soumita Sengupta" userId="4afa6ce1-cb01-46c2-8538-4650222f0c96" providerId="ADAL" clId="{36A5475D-3ADB-4C86-A0F2-D5010D2E9340}" dt="2021-06-23T11:35:39.055" v="880" actId="20577"/>
          <ac:spMkLst>
            <pc:docMk/>
            <pc:sldMk cId="273729914" sldId="278"/>
            <ac:spMk id="9" creationId="{00000000-0000-0000-0000-000000000000}"/>
          </ac:spMkLst>
        </pc:spChg>
      </pc:sldChg>
      <pc:sldChg chg="modSp add del mod">
        <pc:chgData name="Soumita Sengupta" userId="4afa6ce1-cb01-46c2-8538-4650222f0c96" providerId="ADAL" clId="{36A5475D-3ADB-4C86-A0F2-D5010D2E9340}" dt="2021-06-23T12:22:32.055" v="1906" actId="20577"/>
        <pc:sldMkLst>
          <pc:docMk/>
          <pc:sldMk cId="269360884" sldId="279"/>
        </pc:sldMkLst>
        <pc:spChg chg="mod">
          <ac:chgData name="Soumita Sengupta" userId="4afa6ce1-cb01-46c2-8538-4650222f0c96" providerId="ADAL" clId="{36A5475D-3ADB-4C86-A0F2-D5010D2E9340}" dt="2021-06-23T11:50:00.372" v="1264" actId="13926"/>
          <ac:spMkLst>
            <pc:docMk/>
            <pc:sldMk cId="269360884" sldId="279"/>
            <ac:spMk id="2" creationId="{00000000-0000-0000-0000-000000000000}"/>
          </ac:spMkLst>
        </pc:spChg>
        <pc:spChg chg="mod">
          <ac:chgData name="Soumita Sengupta" userId="4afa6ce1-cb01-46c2-8538-4650222f0c96" providerId="ADAL" clId="{36A5475D-3ADB-4C86-A0F2-D5010D2E9340}" dt="2021-06-23T12:22:32.055" v="1906" actId="20577"/>
          <ac:spMkLst>
            <pc:docMk/>
            <pc:sldMk cId="269360884" sldId="279"/>
            <ac:spMk id="10" creationId="{00000000-0000-0000-0000-000000000000}"/>
          </ac:spMkLst>
        </pc:spChg>
      </pc:sldChg>
      <pc:sldChg chg="addSp delSp modSp add mod">
        <pc:chgData name="Soumita Sengupta" userId="4afa6ce1-cb01-46c2-8538-4650222f0c96" providerId="ADAL" clId="{36A5475D-3ADB-4C86-A0F2-D5010D2E9340}" dt="2021-06-23T12:24:15.811" v="2002" actId="1076"/>
        <pc:sldMkLst>
          <pc:docMk/>
          <pc:sldMk cId="3621967906" sldId="280"/>
        </pc:sldMkLst>
        <pc:spChg chg="add del mod">
          <ac:chgData name="Soumita Sengupta" userId="4afa6ce1-cb01-46c2-8538-4650222f0c96" providerId="ADAL" clId="{36A5475D-3ADB-4C86-A0F2-D5010D2E9340}" dt="2021-06-23T11:41:23.591" v="1084"/>
          <ac:spMkLst>
            <pc:docMk/>
            <pc:sldMk cId="3621967906" sldId="280"/>
            <ac:spMk id="8" creationId="{C6683A8D-8FB9-42EE-84AA-5B5B8FA4F597}"/>
          </ac:spMkLst>
        </pc:spChg>
        <pc:spChg chg="mod">
          <ac:chgData name="Soumita Sengupta" userId="4afa6ce1-cb01-46c2-8538-4650222f0c96" providerId="ADAL" clId="{36A5475D-3ADB-4C86-A0F2-D5010D2E9340}" dt="2021-06-23T12:24:15.811" v="2002" actId="1076"/>
          <ac:spMkLst>
            <pc:docMk/>
            <pc:sldMk cId="3621967906" sldId="280"/>
            <ac:spMk id="9" creationId="{00000000-0000-0000-0000-000000000000}"/>
          </ac:spMkLst>
        </pc:spChg>
      </pc:sldChg>
      <pc:sldChg chg="add del">
        <pc:chgData name="Soumita Sengupta" userId="4afa6ce1-cb01-46c2-8538-4650222f0c96" providerId="ADAL" clId="{36A5475D-3ADB-4C86-A0F2-D5010D2E9340}" dt="2021-06-23T12:24:25.628" v="2003" actId="47"/>
        <pc:sldMkLst>
          <pc:docMk/>
          <pc:sldMk cId="3384384337" sldId="281"/>
        </pc:sldMkLst>
      </pc:sldChg>
      <pc:sldChg chg="modSp add del mod">
        <pc:chgData name="Soumita Sengupta" userId="4afa6ce1-cb01-46c2-8538-4650222f0c96" providerId="ADAL" clId="{36A5475D-3ADB-4C86-A0F2-D5010D2E9340}" dt="2021-06-23T12:26:06.717" v="2005" actId="47"/>
        <pc:sldMkLst>
          <pc:docMk/>
          <pc:sldMk cId="1365856972" sldId="282"/>
        </pc:sldMkLst>
        <pc:spChg chg="mod">
          <ac:chgData name="Soumita Sengupta" userId="4afa6ce1-cb01-46c2-8538-4650222f0c96" providerId="ADAL" clId="{36A5475D-3ADB-4C86-A0F2-D5010D2E9340}" dt="2021-06-23T12:25:57.021" v="2004" actId="6549"/>
          <ac:spMkLst>
            <pc:docMk/>
            <pc:sldMk cId="1365856972" sldId="282"/>
            <ac:spMk id="9" creationId="{00000000-0000-0000-0000-000000000000}"/>
          </ac:spMkLst>
        </pc:spChg>
      </pc:sldChg>
      <pc:sldChg chg="add del">
        <pc:chgData name="Soumita Sengupta" userId="4afa6ce1-cb01-46c2-8538-4650222f0c96" providerId="ADAL" clId="{36A5475D-3ADB-4C86-A0F2-D5010D2E9340}" dt="2021-06-23T12:26:10.084" v="2006" actId="47"/>
        <pc:sldMkLst>
          <pc:docMk/>
          <pc:sldMk cId="2959855628" sldId="283"/>
        </pc:sldMkLst>
      </pc:sldChg>
      <pc:sldChg chg="add del">
        <pc:chgData name="Soumita Sengupta" userId="4afa6ce1-cb01-46c2-8538-4650222f0c96" providerId="ADAL" clId="{36A5475D-3ADB-4C86-A0F2-D5010D2E9340}" dt="2021-06-23T12:30:58.109" v="2080" actId="2696"/>
        <pc:sldMkLst>
          <pc:docMk/>
          <pc:sldMk cId="2822785928" sldId="285"/>
        </pc:sldMkLst>
      </pc:sldChg>
      <pc:sldChg chg="addSp delSp modSp add mod">
        <pc:chgData name="Soumita Sengupta" userId="4afa6ce1-cb01-46c2-8538-4650222f0c96" providerId="ADAL" clId="{36A5475D-3ADB-4C86-A0F2-D5010D2E9340}" dt="2021-06-23T12:34:33.338" v="2179" actId="208"/>
        <pc:sldMkLst>
          <pc:docMk/>
          <pc:sldMk cId="2998439583" sldId="286"/>
        </pc:sldMkLst>
        <pc:spChg chg="mod">
          <ac:chgData name="Soumita Sengupta" userId="4afa6ce1-cb01-46c2-8538-4650222f0c96" providerId="ADAL" clId="{36A5475D-3ADB-4C86-A0F2-D5010D2E9340}" dt="2021-06-23T12:33:58.390" v="2170" actId="20577"/>
          <ac:spMkLst>
            <pc:docMk/>
            <pc:sldMk cId="2998439583" sldId="286"/>
            <ac:spMk id="2" creationId="{00000000-0000-0000-0000-000000000000}"/>
          </ac:spMkLst>
        </pc:spChg>
        <pc:spChg chg="add del">
          <ac:chgData name="Soumita Sengupta" userId="4afa6ce1-cb01-46c2-8538-4650222f0c96" providerId="ADAL" clId="{36A5475D-3ADB-4C86-A0F2-D5010D2E9340}" dt="2021-06-23T12:34:24.958" v="2173"/>
          <ac:spMkLst>
            <pc:docMk/>
            <pc:sldMk cId="2998439583" sldId="286"/>
            <ac:spMk id="5" creationId="{DAF38F27-62AE-4A72-AE69-C80C27FD3581}"/>
          </ac:spMkLst>
        </pc:spChg>
        <pc:picChg chg="add mod">
          <ac:chgData name="Soumita Sengupta" userId="4afa6ce1-cb01-46c2-8538-4650222f0c96" providerId="ADAL" clId="{36A5475D-3ADB-4C86-A0F2-D5010D2E9340}" dt="2021-06-23T12:34:33.338" v="2179" actId="208"/>
          <ac:picMkLst>
            <pc:docMk/>
            <pc:sldMk cId="2998439583" sldId="286"/>
            <ac:picMk id="6" creationId="{6E2A7E2F-FFAB-461D-BF9E-D3F8ABAEC706}"/>
          </ac:picMkLst>
        </pc:picChg>
        <pc:picChg chg="del">
          <ac:chgData name="Soumita Sengupta" userId="4afa6ce1-cb01-46c2-8538-4650222f0c96" providerId="ADAL" clId="{36A5475D-3ADB-4C86-A0F2-D5010D2E9340}" dt="2021-06-23T12:34:01.188" v="2171" actId="478"/>
          <ac:picMkLst>
            <pc:docMk/>
            <pc:sldMk cId="2998439583" sldId="286"/>
            <ac:picMk id="15" creationId="{36C82030-3C6A-4F09-ACFD-5CE2627DF551}"/>
          </ac:picMkLst>
        </pc:picChg>
      </pc:sldChg>
      <pc:sldChg chg="addSp delSp modSp add mod">
        <pc:chgData name="Soumita Sengupta" userId="4afa6ce1-cb01-46c2-8538-4650222f0c96" providerId="ADAL" clId="{36A5475D-3ADB-4C86-A0F2-D5010D2E9340}" dt="2021-06-23T12:41:09.488" v="2249" actId="1076"/>
        <pc:sldMkLst>
          <pc:docMk/>
          <pc:sldMk cId="2747257436" sldId="287"/>
        </pc:sldMkLst>
        <pc:spChg chg="mod">
          <ac:chgData name="Soumita Sengupta" userId="4afa6ce1-cb01-46c2-8538-4650222f0c96" providerId="ADAL" clId="{36A5475D-3ADB-4C86-A0F2-D5010D2E9340}" dt="2021-06-23T12:40:34.073" v="2240" actId="20577"/>
          <ac:spMkLst>
            <pc:docMk/>
            <pc:sldMk cId="2747257436" sldId="287"/>
            <ac:spMk id="2" creationId="{00000000-0000-0000-0000-000000000000}"/>
          </ac:spMkLst>
        </pc:spChg>
        <pc:spChg chg="add del">
          <ac:chgData name="Soumita Sengupta" userId="4afa6ce1-cb01-46c2-8538-4650222f0c96" providerId="ADAL" clId="{36A5475D-3ADB-4C86-A0F2-D5010D2E9340}" dt="2021-06-23T12:39:40.807" v="2226"/>
          <ac:spMkLst>
            <pc:docMk/>
            <pc:sldMk cId="2747257436" sldId="287"/>
            <ac:spMk id="5" creationId="{41867F17-8006-4C0D-BC8D-FB5060AB98EF}"/>
          </ac:spMkLst>
        </pc:spChg>
        <pc:spChg chg="add del">
          <ac:chgData name="Soumita Sengupta" userId="4afa6ce1-cb01-46c2-8538-4650222f0c96" providerId="ADAL" clId="{36A5475D-3ADB-4C86-A0F2-D5010D2E9340}" dt="2021-06-23T12:41:01.322" v="2243"/>
          <ac:spMkLst>
            <pc:docMk/>
            <pc:sldMk cId="2747257436" sldId="287"/>
            <ac:spMk id="8" creationId="{E40D4C6E-C740-46DD-B603-3683DDB170C2}"/>
          </ac:spMkLst>
        </pc:spChg>
        <pc:picChg chg="del">
          <ac:chgData name="Soumita Sengupta" userId="4afa6ce1-cb01-46c2-8538-4650222f0c96" providerId="ADAL" clId="{36A5475D-3ADB-4C86-A0F2-D5010D2E9340}" dt="2021-06-23T12:38:15.931" v="2219" actId="478"/>
          <ac:picMkLst>
            <pc:docMk/>
            <pc:sldMk cId="2747257436" sldId="287"/>
            <ac:picMk id="6" creationId="{3525355F-7AA3-453B-A921-FFF4727F8363}"/>
          </ac:picMkLst>
        </pc:picChg>
        <pc:picChg chg="add del mod">
          <ac:chgData name="Soumita Sengupta" userId="4afa6ce1-cb01-46c2-8538-4650222f0c96" providerId="ADAL" clId="{36A5475D-3ADB-4C86-A0F2-D5010D2E9340}" dt="2021-06-23T12:40:35.734" v="2241" actId="478"/>
          <ac:picMkLst>
            <pc:docMk/>
            <pc:sldMk cId="2747257436" sldId="287"/>
            <ac:picMk id="7" creationId="{34CE5381-B826-4240-AFC6-C4F2E7432677}"/>
          </ac:picMkLst>
        </pc:picChg>
        <pc:picChg chg="add mod">
          <ac:chgData name="Soumita Sengupta" userId="4afa6ce1-cb01-46c2-8538-4650222f0c96" providerId="ADAL" clId="{36A5475D-3ADB-4C86-A0F2-D5010D2E9340}" dt="2021-06-23T12:41:09.488" v="2249" actId="1076"/>
          <ac:picMkLst>
            <pc:docMk/>
            <pc:sldMk cId="2747257436" sldId="287"/>
            <ac:picMk id="9" creationId="{A7762DBD-9FB0-46E1-88FB-8EC324A6B3FC}"/>
          </ac:picMkLst>
        </pc:picChg>
      </pc:sldChg>
      <pc:sldChg chg="addSp delSp modSp add mod">
        <pc:chgData name="Soumita Sengupta" userId="4afa6ce1-cb01-46c2-8538-4650222f0c96" providerId="ADAL" clId="{36A5475D-3ADB-4C86-A0F2-D5010D2E9340}" dt="2021-06-23T12:44:21.183" v="2325" actId="208"/>
        <pc:sldMkLst>
          <pc:docMk/>
          <pc:sldMk cId="497692830" sldId="288"/>
        </pc:sldMkLst>
        <pc:spChg chg="mod">
          <ac:chgData name="Soumita Sengupta" userId="4afa6ce1-cb01-46c2-8538-4650222f0c96" providerId="ADAL" clId="{36A5475D-3ADB-4C86-A0F2-D5010D2E9340}" dt="2021-06-23T12:43:19.485" v="2321" actId="20577"/>
          <ac:spMkLst>
            <pc:docMk/>
            <pc:sldMk cId="497692830" sldId="288"/>
            <ac:spMk id="2" creationId="{00000000-0000-0000-0000-000000000000}"/>
          </ac:spMkLst>
        </pc:spChg>
        <pc:picChg chg="del">
          <ac:chgData name="Soumita Sengupta" userId="4afa6ce1-cb01-46c2-8538-4650222f0c96" providerId="ADAL" clId="{36A5475D-3ADB-4C86-A0F2-D5010D2E9340}" dt="2021-06-23T12:43:06.818" v="2272" actId="478"/>
          <ac:picMkLst>
            <pc:docMk/>
            <pc:sldMk cId="497692830" sldId="288"/>
            <ac:picMk id="6" creationId="{DBB9FEF3-CF3F-4ECB-9F53-E316FAB0227E}"/>
          </ac:picMkLst>
        </pc:picChg>
        <pc:picChg chg="add mod">
          <ac:chgData name="Soumita Sengupta" userId="4afa6ce1-cb01-46c2-8538-4650222f0c96" providerId="ADAL" clId="{36A5475D-3ADB-4C86-A0F2-D5010D2E9340}" dt="2021-06-23T12:44:21.183" v="2325" actId="208"/>
          <ac:picMkLst>
            <pc:docMk/>
            <pc:sldMk cId="497692830" sldId="288"/>
            <ac:picMk id="7" creationId="{912463E7-14CC-4AEE-8BA2-1E4635BA35A2}"/>
          </ac:picMkLst>
        </pc:picChg>
      </pc:sldChg>
      <pc:sldChg chg="addSp delSp modSp add mod">
        <pc:chgData name="Soumita Sengupta" userId="4afa6ce1-cb01-46c2-8538-4650222f0c96" providerId="ADAL" clId="{36A5475D-3ADB-4C86-A0F2-D5010D2E9340}" dt="2021-06-23T13:16:03.695" v="2375" actId="1076"/>
        <pc:sldMkLst>
          <pc:docMk/>
          <pc:sldMk cId="1690934009" sldId="289"/>
        </pc:sldMkLst>
        <pc:spChg chg="mod">
          <ac:chgData name="Soumita Sengupta" userId="4afa6ce1-cb01-46c2-8538-4650222f0c96" providerId="ADAL" clId="{36A5475D-3ADB-4C86-A0F2-D5010D2E9340}" dt="2021-06-23T12:44:56.071" v="2332" actId="20577"/>
          <ac:spMkLst>
            <pc:docMk/>
            <pc:sldMk cId="1690934009" sldId="289"/>
            <ac:spMk id="2" creationId="{00000000-0000-0000-0000-000000000000}"/>
          </ac:spMkLst>
        </pc:spChg>
        <pc:spChg chg="add del">
          <ac:chgData name="Soumita Sengupta" userId="4afa6ce1-cb01-46c2-8538-4650222f0c96" providerId="ADAL" clId="{36A5475D-3ADB-4C86-A0F2-D5010D2E9340}" dt="2021-06-23T12:44:59.857" v="2335"/>
          <ac:spMkLst>
            <pc:docMk/>
            <pc:sldMk cId="1690934009" sldId="289"/>
            <ac:spMk id="5" creationId="{D5B99B6F-6255-435D-B94B-730BF9B0F14A}"/>
          </ac:spMkLst>
        </pc:spChg>
        <pc:spChg chg="add mod">
          <ac:chgData name="Soumita Sengupta" userId="4afa6ce1-cb01-46c2-8538-4650222f0c96" providerId="ADAL" clId="{36A5475D-3ADB-4C86-A0F2-D5010D2E9340}" dt="2021-06-23T13:16:01.224" v="2374" actId="1076"/>
          <ac:spMkLst>
            <pc:docMk/>
            <pc:sldMk cId="1690934009" sldId="289"/>
            <ac:spMk id="11" creationId="{7122915E-D11E-46AF-A363-B6E15F52BEFF}"/>
          </ac:spMkLst>
        </pc:spChg>
        <pc:picChg chg="add mod">
          <ac:chgData name="Soumita Sengupta" userId="4afa6ce1-cb01-46c2-8538-4650222f0c96" providerId="ADAL" clId="{36A5475D-3ADB-4C86-A0F2-D5010D2E9340}" dt="2021-06-23T13:16:03.695" v="2375" actId="1076"/>
          <ac:picMkLst>
            <pc:docMk/>
            <pc:sldMk cId="1690934009" sldId="289"/>
            <ac:picMk id="6" creationId="{A7719E5C-64AB-4F91-AC94-647AB66CC114}"/>
          </ac:picMkLst>
        </pc:picChg>
        <pc:picChg chg="add mod">
          <ac:chgData name="Soumita Sengupta" userId="4afa6ce1-cb01-46c2-8538-4650222f0c96" providerId="ADAL" clId="{36A5475D-3ADB-4C86-A0F2-D5010D2E9340}" dt="2021-06-23T12:46:38.516" v="2370" actId="1076"/>
          <ac:picMkLst>
            <pc:docMk/>
            <pc:sldMk cId="1690934009" sldId="289"/>
            <ac:picMk id="8" creationId="{55FBBF07-C4A9-426A-A748-7D603913DFE7}"/>
          </ac:picMkLst>
        </pc:picChg>
        <pc:picChg chg="del mod">
          <ac:chgData name="Soumita Sengupta" userId="4afa6ce1-cb01-46c2-8538-4650222f0c96" providerId="ADAL" clId="{36A5475D-3ADB-4C86-A0F2-D5010D2E9340}" dt="2021-06-23T12:44:57.646" v="2333" actId="478"/>
          <ac:picMkLst>
            <pc:docMk/>
            <pc:sldMk cId="1690934009" sldId="289"/>
            <ac:picMk id="10" creationId="{00000000-0000-0000-0000-000000000000}"/>
          </ac:picMkLst>
        </pc:picChg>
      </pc:sldChg>
      <pc:sldChg chg="add del">
        <pc:chgData name="Soumita Sengupta" userId="4afa6ce1-cb01-46c2-8538-4650222f0c96" providerId="ADAL" clId="{36A5475D-3ADB-4C86-A0F2-D5010D2E9340}" dt="2021-06-17T13:04:15.939" v="41"/>
        <pc:sldMkLst>
          <pc:docMk/>
          <pc:sldMk cId="3987752600" sldId="290"/>
        </pc:sldMkLst>
      </pc:sldChg>
      <pc:sldChg chg="del">
        <pc:chgData name="Soumita Sengupta" userId="4afa6ce1-cb01-46c2-8538-4650222f0c96" providerId="ADAL" clId="{36A5475D-3ADB-4C86-A0F2-D5010D2E9340}" dt="2021-06-17T11:27:08.600" v="14" actId="47"/>
        <pc:sldMkLst>
          <pc:docMk/>
          <pc:sldMk cId="1095455151" sldId="303"/>
        </pc:sldMkLst>
      </pc:sldChg>
      <pc:sldChg chg="modSp mod">
        <pc:chgData name="Soumita Sengupta" userId="4afa6ce1-cb01-46c2-8538-4650222f0c96" providerId="ADAL" clId="{36A5475D-3ADB-4C86-A0F2-D5010D2E9340}" dt="2021-06-17T11:27:03.932" v="8" actId="20577"/>
        <pc:sldMkLst>
          <pc:docMk/>
          <pc:sldMk cId="2584036331" sldId="339"/>
        </pc:sldMkLst>
        <pc:spChg chg="mod">
          <ac:chgData name="Soumita Sengupta" userId="4afa6ce1-cb01-46c2-8538-4650222f0c96" providerId="ADAL" clId="{36A5475D-3ADB-4C86-A0F2-D5010D2E9340}" dt="2021-06-17T11:27:03.932" v="8" actId="20577"/>
          <ac:spMkLst>
            <pc:docMk/>
            <pc:sldMk cId="2584036331" sldId="339"/>
            <ac:spMk id="5" creationId="{6D1A1596-A8D7-4C1A-8956-0FA40A84EFCA}"/>
          </ac:spMkLst>
        </pc:spChg>
      </pc:sldChg>
      <pc:sldChg chg="addSp delSp modSp add mod">
        <pc:chgData name="Soumita Sengupta" userId="4afa6ce1-cb01-46c2-8538-4650222f0c96" providerId="ADAL" clId="{36A5475D-3ADB-4C86-A0F2-D5010D2E9340}" dt="2021-06-23T12:28:47.046" v="2030" actId="208"/>
        <pc:sldMkLst>
          <pc:docMk/>
          <pc:sldMk cId="2306519255" sldId="912"/>
        </pc:sldMkLst>
        <pc:spChg chg="mod">
          <ac:chgData name="Soumita Sengupta" userId="4afa6ce1-cb01-46c2-8538-4650222f0c96" providerId="ADAL" clId="{36A5475D-3ADB-4C86-A0F2-D5010D2E9340}" dt="2021-06-23T12:28:06.461" v="2023" actId="5793"/>
          <ac:spMkLst>
            <pc:docMk/>
            <pc:sldMk cId="2306519255" sldId="912"/>
            <ac:spMk id="2" creationId="{00000000-0000-0000-0000-000000000000}"/>
          </ac:spMkLst>
        </pc:spChg>
        <pc:spChg chg="add del">
          <ac:chgData name="Soumita Sengupta" userId="4afa6ce1-cb01-46c2-8538-4650222f0c96" providerId="ADAL" clId="{36A5475D-3ADB-4C86-A0F2-D5010D2E9340}" dt="2021-06-23T12:28:38.828" v="2026"/>
          <ac:spMkLst>
            <pc:docMk/>
            <pc:sldMk cId="2306519255" sldId="912"/>
            <ac:spMk id="5" creationId="{0EE74282-AE66-4DA2-9CD2-8EDFA75FDD6F}"/>
          </ac:spMkLst>
        </pc:spChg>
        <pc:picChg chg="add mod">
          <ac:chgData name="Soumita Sengupta" userId="4afa6ce1-cb01-46c2-8538-4650222f0c96" providerId="ADAL" clId="{36A5475D-3ADB-4C86-A0F2-D5010D2E9340}" dt="2021-06-23T12:28:47.046" v="2030" actId="208"/>
          <ac:picMkLst>
            <pc:docMk/>
            <pc:sldMk cId="2306519255" sldId="912"/>
            <ac:picMk id="6" creationId="{B08067EB-D6CB-4440-B2F9-65D1D1721410}"/>
          </ac:picMkLst>
        </pc:picChg>
        <pc:picChg chg="del mod">
          <ac:chgData name="Soumita Sengupta" userId="4afa6ce1-cb01-46c2-8538-4650222f0c96" providerId="ADAL" clId="{36A5475D-3ADB-4C86-A0F2-D5010D2E9340}" dt="2021-06-23T12:28:08.886" v="2024" actId="478"/>
          <ac:picMkLst>
            <pc:docMk/>
            <pc:sldMk cId="2306519255" sldId="912"/>
            <ac:picMk id="8" creationId="{00000000-0000-0000-0000-000000000000}"/>
          </ac:picMkLst>
        </pc:picChg>
      </pc:sldChg>
      <pc:sldChg chg="modSp mod">
        <pc:chgData name="Soumita Sengupta" userId="4afa6ce1-cb01-46c2-8538-4650222f0c96" providerId="ADAL" clId="{36A5475D-3ADB-4C86-A0F2-D5010D2E9340}" dt="2021-06-17T11:29:55.644" v="40" actId="1076"/>
        <pc:sldMkLst>
          <pc:docMk/>
          <pc:sldMk cId="3693191466" sldId="1327"/>
        </pc:sldMkLst>
        <pc:spChg chg="mod">
          <ac:chgData name="Soumita Sengupta" userId="4afa6ce1-cb01-46c2-8538-4650222f0c96" providerId="ADAL" clId="{36A5475D-3ADB-4C86-A0F2-D5010D2E9340}" dt="2021-06-17T11:29:55.644" v="40" actId="1076"/>
          <ac:spMkLst>
            <pc:docMk/>
            <pc:sldMk cId="3693191466" sldId="1327"/>
            <ac:spMk id="2" creationId="{57983F62-BBB9-431B-A37F-BDA0DC7153F6}"/>
          </ac:spMkLst>
        </pc:spChg>
      </pc:sldChg>
      <pc:sldChg chg="modSp add mod">
        <pc:chgData name="Soumita Sengupta" userId="4afa6ce1-cb01-46c2-8538-4650222f0c96" providerId="ADAL" clId="{36A5475D-3ADB-4C86-A0F2-D5010D2E9340}" dt="2021-06-23T12:22:48.133" v="1907" actId="12"/>
        <pc:sldMkLst>
          <pc:docMk/>
          <pc:sldMk cId="3560475705" sldId="1328"/>
        </pc:sldMkLst>
        <pc:spChg chg="mod">
          <ac:chgData name="Soumita Sengupta" userId="4afa6ce1-cb01-46c2-8538-4650222f0c96" providerId="ADAL" clId="{36A5475D-3ADB-4C86-A0F2-D5010D2E9340}" dt="2021-06-23T12:12:02.491" v="1610" actId="13926"/>
          <ac:spMkLst>
            <pc:docMk/>
            <pc:sldMk cId="3560475705" sldId="1328"/>
            <ac:spMk id="2" creationId="{00000000-0000-0000-0000-000000000000}"/>
          </ac:spMkLst>
        </pc:spChg>
        <pc:spChg chg="mod">
          <ac:chgData name="Soumita Sengupta" userId="4afa6ce1-cb01-46c2-8538-4650222f0c96" providerId="ADAL" clId="{36A5475D-3ADB-4C86-A0F2-D5010D2E9340}" dt="2021-06-23T12:22:48.133" v="1907" actId="12"/>
          <ac:spMkLst>
            <pc:docMk/>
            <pc:sldMk cId="3560475705" sldId="1328"/>
            <ac:spMk id="10" creationId="{00000000-0000-0000-0000-000000000000}"/>
          </ac:spMkLst>
        </pc:spChg>
      </pc:sldChg>
      <pc:sldChg chg="del">
        <pc:chgData name="Soumita Sengupta" userId="4afa6ce1-cb01-46c2-8538-4650222f0c96" providerId="ADAL" clId="{36A5475D-3ADB-4C86-A0F2-D5010D2E9340}" dt="2021-06-17T11:27:10.790" v="19" actId="47"/>
        <pc:sldMkLst>
          <pc:docMk/>
          <pc:sldMk cId="4051698625" sldId="1328"/>
        </pc:sldMkLst>
      </pc:sldChg>
      <pc:sldChg chg="addSp delSp modSp add mod">
        <pc:chgData name="Soumita Sengupta" userId="4afa6ce1-cb01-46c2-8538-4650222f0c96" providerId="ADAL" clId="{36A5475D-3ADB-4C86-A0F2-D5010D2E9340}" dt="2021-06-23T12:29:29.741" v="2057" actId="1076"/>
        <pc:sldMkLst>
          <pc:docMk/>
          <pc:sldMk cId="42831603" sldId="1329"/>
        </pc:sldMkLst>
        <pc:spChg chg="mod">
          <ac:chgData name="Soumita Sengupta" userId="4afa6ce1-cb01-46c2-8538-4650222f0c96" providerId="ADAL" clId="{36A5475D-3ADB-4C86-A0F2-D5010D2E9340}" dt="2021-06-23T12:29:00.243" v="2047" actId="5793"/>
          <ac:spMkLst>
            <pc:docMk/>
            <pc:sldMk cId="42831603" sldId="1329"/>
            <ac:spMk id="2" creationId="{00000000-0000-0000-0000-000000000000}"/>
          </ac:spMkLst>
        </pc:spChg>
        <pc:spChg chg="add del">
          <ac:chgData name="Soumita Sengupta" userId="4afa6ce1-cb01-46c2-8538-4650222f0c96" providerId="ADAL" clId="{36A5475D-3ADB-4C86-A0F2-D5010D2E9340}" dt="2021-06-23T12:29:14.560" v="2050"/>
          <ac:spMkLst>
            <pc:docMk/>
            <pc:sldMk cId="42831603" sldId="1329"/>
            <ac:spMk id="5" creationId="{61AB3965-B13A-4252-98F5-349D20D576DC}"/>
          </ac:spMkLst>
        </pc:spChg>
        <pc:picChg chg="del">
          <ac:chgData name="Soumita Sengupta" userId="4afa6ce1-cb01-46c2-8538-4650222f0c96" providerId="ADAL" clId="{36A5475D-3ADB-4C86-A0F2-D5010D2E9340}" dt="2021-06-23T12:29:11.911" v="2048" actId="478"/>
          <ac:picMkLst>
            <pc:docMk/>
            <pc:sldMk cId="42831603" sldId="1329"/>
            <ac:picMk id="6" creationId="{B08067EB-D6CB-4440-B2F9-65D1D1721410}"/>
          </ac:picMkLst>
        </pc:picChg>
        <pc:picChg chg="add mod">
          <ac:chgData name="Soumita Sengupta" userId="4afa6ce1-cb01-46c2-8538-4650222f0c96" providerId="ADAL" clId="{36A5475D-3ADB-4C86-A0F2-D5010D2E9340}" dt="2021-06-23T12:29:29.741" v="2057" actId="1076"/>
          <ac:picMkLst>
            <pc:docMk/>
            <pc:sldMk cId="42831603" sldId="1329"/>
            <ac:picMk id="7" creationId="{82EEFCFA-916F-4EFE-BB3E-73A80EC1A1C5}"/>
          </ac:picMkLst>
        </pc:picChg>
      </pc:sldChg>
      <pc:sldChg chg="del">
        <pc:chgData name="Soumita Sengupta" userId="4afa6ce1-cb01-46c2-8538-4650222f0c96" providerId="ADAL" clId="{36A5475D-3ADB-4C86-A0F2-D5010D2E9340}" dt="2021-06-17T11:27:07.396" v="9" actId="47"/>
        <pc:sldMkLst>
          <pc:docMk/>
          <pc:sldMk cId="4227866224" sldId="1329"/>
        </pc:sldMkLst>
      </pc:sldChg>
      <pc:sldChg chg="addSp modSp add del mod">
        <pc:chgData name="Soumita Sengupta" userId="4afa6ce1-cb01-46c2-8538-4650222f0c96" providerId="ADAL" clId="{36A5475D-3ADB-4C86-A0F2-D5010D2E9340}" dt="2021-06-23T12:30:56.272" v="2079" actId="2696"/>
        <pc:sldMkLst>
          <pc:docMk/>
          <pc:sldMk cId="602120299" sldId="1330"/>
        </pc:sldMkLst>
        <pc:spChg chg="mod">
          <ac:chgData name="Soumita Sengupta" userId="4afa6ce1-cb01-46c2-8538-4650222f0c96" providerId="ADAL" clId="{36A5475D-3ADB-4C86-A0F2-D5010D2E9340}" dt="2021-06-23T12:30:42.333" v="2076" actId="21"/>
          <ac:spMkLst>
            <pc:docMk/>
            <pc:sldMk cId="602120299" sldId="1330"/>
            <ac:spMk id="2" creationId="{00000000-0000-0000-0000-000000000000}"/>
          </ac:spMkLst>
        </pc:spChg>
        <pc:spChg chg="add mod">
          <ac:chgData name="Soumita Sengupta" userId="4afa6ce1-cb01-46c2-8538-4650222f0c96" providerId="ADAL" clId="{36A5475D-3ADB-4C86-A0F2-D5010D2E9340}" dt="2021-06-23T12:30:47.214" v="2078" actId="1076"/>
          <ac:spMkLst>
            <pc:docMk/>
            <pc:sldMk cId="602120299" sldId="1330"/>
            <ac:spMk id="8" creationId="{20E7A16B-F7DA-48B7-B45A-84B44240D0C7}"/>
          </ac:spMkLst>
        </pc:spChg>
        <pc:picChg chg="mod">
          <ac:chgData name="Soumita Sengupta" userId="4afa6ce1-cb01-46c2-8538-4650222f0c96" providerId="ADAL" clId="{36A5475D-3ADB-4C86-A0F2-D5010D2E9340}" dt="2021-06-23T12:30:45.244" v="2077" actId="1076"/>
          <ac:picMkLst>
            <pc:docMk/>
            <pc:sldMk cId="602120299" sldId="1330"/>
            <ac:picMk id="7" creationId="{82EEFCFA-916F-4EFE-BB3E-73A80EC1A1C5}"/>
          </ac:picMkLst>
        </pc:picChg>
      </pc:sldChg>
      <pc:sldChg chg="del">
        <pc:chgData name="Soumita Sengupta" userId="4afa6ce1-cb01-46c2-8538-4650222f0c96" providerId="ADAL" clId="{36A5475D-3ADB-4C86-A0F2-D5010D2E9340}" dt="2021-06-17T11:27:08.083" v="12" actId="47"/>
        <pc:sldMkLst>
          <pc:docMk/>
          <pc:sldMk cId="2689733765" sldId="1330"/>
        </pc:sldMkLst>
      </pc:sldChg>
      <pc:sldChg chg="addSp delSp modSp add mod">
        <pc:chgData name="Soumita Sengupta" userId="4afa6ce1-cb01-46c2-8538-4650222f0c96" providerId="ADAL" clId="{36A5475D-3ADB-4C86-A0F2-D5010D2E9340}" dt="2021-06-23T12:32:43.233" v="2136" actId="1076"/>
        <pc:sldMkLst>
          <pc:docMk/>
          <pc:sldMk cId="4042070132" sldId="1330"/>
        </pc:sldMkLst>
        <pc:spChg chg="add del">
          <ac:chgData name="Soumita Sengupta" userId="4afa6ce1-cb01-46c2-8538-4650222f0c96" providerId="ADAL" clId="{36A5475D-3ADB-4C86-A0F2-D5010D2E9340}" dt="2021-06-23T12:32:01.984" v="2105"/>
          <ac:spMkLst>
            <pc:docMk/>
            <pc:sldMk cId="4042070132" sldId="1330"/>
            <ac:spMk id="5" creationId="{901E5E06-2270-474F-9D8B-FAA5B742249D}"/>
          </ac:spMkLst>
        </pc:spChg>
        <pc:spChg chg="add mod">
          <ac:chgData name="Soumita Sengupta" userId="4afa6ce1-cb01-46c2-8538-4650222f0c96" providerId="ADAL" clId="{36A5475D-3ADB-4C86-A0F2-D5010D2E9340}" dt="2021-06-23T12:32:37.741" v="2135" actId="2711"/>
          <ac:spMkLst>
            <pc:docMk/>
            <pc:sldMk cId="4042070132" sldId="1330"/>
            <ac:spMk id="8" creationId="{2AA84AE1-921B-4893-B6C8-9BA72B24D2FB}"/>
          </ac:spMkLst>
        </pc:spChg>
        <pc:picChg chg="add mod">
          <ac:chgData name="Soumita Sengupta" userId="4afa6ce1-cb01-46c2-8538-4650222f0c96" providerId="ADAL" clId="{36A5475D-3ADB-4C86-A0F2-D5010D2E9340}" dt="2021-06-23T12:32:43.233" v="2136" actId="1076"/>
          <ac:picMkLst>
            <pc:docMk/>
            <pc:sldMk cId="4042070132" sldId="1330"/>
            <ac:picMk id="6" creationId="{D46540CB-95AC-4F87-879D-6452D53FA385}"/>
          </ac:picMkLst>
        </pc:picChg>
        <pc:picChg chg="del">
          <ac:chgData name="Soumita Sengupta" userId="4afa6ce1-cb01-46c2-8538-4650222f0c96" providerId="ADAL" clId="{36A5475D-3ADB-4C86-A0F2-D5010D2E9340}" dt="2021-06-23T12:31:09.315" v="2082" actId="478"/>
          <ac:picMkLst>
            <pc:docMk/>
            <pc:sldMk cId="4042070132" sldId="1330"/>
            <ac:picMk id="7" creationId="{82EEFCFA-916F-4EFE-BB3E-73A80EC1A1C5}"/>
          </ac:picMkLst>
        </pc:picChg>
      </pc:sldChg>
      <pc:sldChg chg="addSp delSp modSp add mod">
        <pc:chgData name="Soumita Sengupta" userId="4afa6ce1-cb01-46c2-8538-4650222f0c96" providerId="ADAL" clId="{36A5475D-3ADB-4C86-A0F2-D5010D2E9340}" dt="2021-06-23T12:35:05.521" v="2188" actId="208"/>
        <pc:sldMkLst>
          <pc:docMk/>
          <pc:sldMk cId="3744767317" sldId="1331"/>
        </pc:sldMkLst>
        <pc:spChg chg="add del">
          <ac:chgData name="Soumita Sengupta" userId="4afa6ce1-cb01-46c2-8538-4650222f0c96" providerId="ADAL" clId="{36A5475D-3ADB-4C86-A0F2-D5010D2E9340}" dt="2021-06-23T12:34:58.761" v="2183"/>
          <ac:spMkLst>
            <pc:docMk/>
            <pc:sldMk cId="3744767317" sldId="1331"/>
            <ac:spMk id="5" creationId="{6CDC2C1C-F19B-4522-A931-4694F5F3E785}"/>
          </ac:spMkLst>
        </pc:spChg>
        <pc:picChg chg="del">
          <ac:chgData name="Soumita Sengupta" userId="4afa6ce1-cb01-46c2-8538-4650222f0c96" providerId="ADAL" clId="{36A5475D-3ADB-4C86-A0F2-D5010D2E9340}" dt="2021-06-23T12:34:56.011" v="2181" actId="478"/>
          <ac:picMkLst>
            <pc:docMk/>
            <pc:sldMk cId="3744767317" sldId="1331"/>
            <ac:picMk id="6" creationId="{6E2A7E2F-FFAB-461D-BF9E-D3F8ABAEC706}"/>
          </ac:picMkLst>
        </pc:picChg>
        <pc:picChg chg="add mod">
          <ac:chgData name="Soumita Sengupta" userId="4afa6ce1-cb01-46c2-8538-4650222f0c96" providerId="ADAL" clId="{36A5475D-3ADB-4C86-A0F2-D5010D2E9340}" dt="2021-06-23T12:35:05.521" v="2188" actId="208"/>
          <ac:picMkLst>
            <pc:docMk/>
            <pc:sldMk cId="3744767317" sldId="1331"/>
            <ac:picMk id="7" creationId="{4F0F5168-8C85-4992-97B8-024A416A267C}"/>
          </ac:picMkLst>
        </pc:picChg>
      </pc:sldChg>
      <pc:sldChg chg="del">
        <pc:chgData name="Soumita Sengupta" userId="4afa6ce1-cb01-46c2-8538-4650222f0c96" providerId="ADAL" clId="{36A5475D-3ADB-4C86-A0F2-D5010D2E9340}" dt="2021-06-17T11:27:10.151" v="17" actId="47"/>
        <pc:sldMkLst>
          <pc:docMk/>
          <pc:sldMk cId="3825885641" sldId="1331"/>
        </pc:sldMkLst>
      </pc:sldChg>
      <pc:sldChg chg="del">
        <pc:chgData name="Soumita Sengupta" userId="4afa6ce1-cb01-46c2-8538-4650222f0c96" providerId="ADAL" clId="{36A5475D-3ADB-4C86-A0F2-D5010D2E9340}" dt="2021-06-17T11:27:10.991" v="20" actId="47"/>
        <pc:sldMkLst>
          <pc:docMk/>
          <pc:sldMk cId="3080214361" sldId="1332"/>
        </pc:sldMkLst>
      </pc:sldChg>
      <pc:sldChg chg="addSp delSp modSp add mod">
        <pc:chgData name="Soumita Sengupta" userId="4afa6ce1-cb01-46c2-8538-4650222f0c96" providerId="ADAL" clId="{36A5475D-3ADB-4C86-A0F2-D5010D2E9340}" dt="2021-06-23T12:35:41.127" v="2197" actId="208"/>
        <pc:sldMkLst>
          <pc:docMk/>
          <pc:sldMk cId="3523257164" sldId="1332"/>
        </pc:sldMkLst>
        <pc:spChg chg="add del">
          <ac:chgData name="Soumita Sengupta" userId="4afa6ce1-cb01-46c2-8538-4650222f0c96" providerId="ADAL" clId="{36A5475D-3ADB-4C86-A0F2-D5010D2E9340}" dt="2021-06-23T12:35:34.772" v="2192"/>
          <ac:spMkLst>
            <pc:docMk/>
            <pc:sldMk cId="3523257164" sldId="1332"/>
            <ac:spMk id="5" creationId="{D285A1D1-1773-4AB9-B225-D9848DE10097}"/>
          </ac:spMkLst>
        </pc:spChg>
        <pc:picChg chg="add mod">
          <ac:chgData name="Soumita Sengupta" userId="4afa6ce1-cb01-46c2-8538-4650222f0c96" providerId="ADAL" clId="{36A5475D-3ADB-4C86-A0F2-D5010D2E9340}" dt="2021-06-23T12:35:41.127" v="2197" actId="208"/>
          <ac:picMkLst>
            <pc:docMk/>
            <pc:sldMk cId="3523257164" sldId="1332"/>
            <ac:picMk id="6" creationId="{CD1A3F25-98FC-4AA5-B1EE-D82AE4A13688}"/>
          </ac:picMkLst>
        </pc:picChg>
        <pc:picChg chg="del">
          <ac:chgData name="Soumita Sengupta" userId="4afa6ce1-cb01-46c2-8538-4650222f0c96" providerId="ADAL" clId="{36A5475D-3ADB-4C86-A0F2-D5010D2E9340}" dt="2021-06-23T12:35:31.895" v="2190" actId="478"/>
          <ac:picMkLst>
            <pc:docMk/>
            <pc:sldMk cId="3523257164" sldId="1332"/>
            <ac:picMk id="7" creationId="{4F0F5168-8C85-4992-97B8-024A416A267C}"/>
          </ac:picMkLst>
        </pc:picChg>
      </pc:sldChg>
      <pc:sldChg chg="addSp delSp modSp add mod">
        <pc:chgData name="Soumita Sengupta" userId="4afa6ce1-cb01-46c2-8538-4650222f0c96" providerId="ADAL" clId="{36A5475D-3ADB-4C86-A0F2-D5010D2E9340}" dt="2021-06-23T12:36:02.713" v="2205" actId="208"/>
        <pc:sldMkLst>
          <pc:docMk/>
          <pc:sldMk cId="2835351086" sldId="1333"/>
        </pc:sldMkLst>
        <pc:spChg chg="add del">
          <ac:chgData name="Soumita Sengupta" userId="4afa6ce1-cb01-46c2-8538-4650222f0c96" providerId="ADAL" clId="{36A5475D-3ADB-4C86-A0F2-D5010D2E9340}" dt="2021-06-23T12:35:57.607" v="2201"/>
          <ac:spMkLst>
            <pc:docMk/>
            <pc:sldMk cId="2835351086" sldId="1333"/>
            <ac:spMk id="5" creationId="{2EE94A37-BDF6-4151-8044-928716A7FC26}"/>
          </ac:spMkLst>
        </pc:spChg>
        <pc:picChg chg="del">
          <ac:chgData name="Soumita Sengupta" userId="4afa6ce1-cb01-46c2-8538-4650222f0c96" providerId="ADAL" clId="{36A5475D-3ADB-4C86-A0F2-D5010D2E9340}" dt="2021-06-23T12:35:54.987" v="2199" actId="478"/>
          <ac:picMkLst>
            <pc:docMk/>
            <pc:sldMk cId="2835351086" sldId="1333"/>
            <ac:picMk id="6" creationId="{CD1A3F25-98FC-4AA5-B1EE-D82AE4A13688}"/>
          </ac:picMkLst>
        </pc:picChg>
        <pc:picChg chg="add mod">
          <ac:chgData name="Soumita Sengupta" userId="4afa6ce1-cb01-46c2-8538-4650222f0c96" providerId="ADAL" clId="{36A5475D-3ADB-4C86-A0F2-D5010D2E9340}" dt="2021-06-23T12:36:02.713" v="2205" actId="208"/>
          <ac:picMkLst>
            <pc:docMk/>
            <pc:sldMk cId="2835351086" sldId="1333"/>
            <ac:picMk id="7" creationId="{3FE4B06F-076E-49D6-AA85-9BB12BB99D23}"/>
          </ac:picMkLst>
        </pc:picChg>
      </pc:sldChg>
      <pc:sldChg chg="del">
        <pc:chgData name="Soumita Sengupta" userId="4afa6ce1-cb01-46c2-8538-4650222f0c96" providerId="ADAL" clId="{36A5475D-3ADB-4C86-A0F2-D5010D2E9340}" dt="2021-06-17T11:27:11.856" v="25" actId="47"/>
        <pc:sldMkLst>
          <pc:docMk/>
          <pc:sldMk cId="3051288005" sldId="1333"/>
        </pc:sldMkLst>
      </pc:sldChg>
      <pc:sldChg chg="addSp delSp modSp add mod">
        <pc:chgData name="Soumita Sengupta" userId="4afa6ce1-cb01-46c2-8538-4650222f0c96" providerId="ADAL" clId="{36A5475D-3ADB-4C86-A0F2-D5010D2E9340}" dt="2021-06-23T12:37:03.495" v="2215" actId="1076"/>
        <pc:sldMkLst>
          <pc:docMk/>
          <pc:sldMk cId="826410433" sldId="1334"/>
        </pc:sldMkLst>
        <pc:spChg chg="add del">
          <ac:chgData name="Soumita Sengupta" userId="4afa6ce1-cb01-46c2-8538-4650222f0c96" providerId="ADAL" clId="{36A5475D-3ADB-4C86-A0F2-D5010D2E9340}" dt="2021-06-23T12:36:54.719" v="2209"/>
          <ac:spMkLst>
            <pc:docMk/>
            <pc:sldMk cId="826410433" sldId="1334"/>
            <ac:spMk id="5" creationId="{E4FFD85F-A35E-46F5-9746-CF02985C0E8A}"/>
          </ac:spMkLst>
        </pc:spChg>
        <pc:spChg chg="mod">
          <ac:chgData name="Soumita Sengupta" userId="4afa6ce1-cb01-46c2-8538-4650222f0c96" providerId="ADAL" clId="{36A5475D-3ADB-4C86-A0F2-D5010D2E9340}" dt="2021-06-23T12:37:01.945" v="2214" actId="20577"/>
          <ac:spMkLst>
            <pc:docMk/>
            <pc:sldMk cId="826410433" sldId="1334"/>
            <ac:spMk id="8" creationId="{00000000-0000-0000-0000-000000000000}"/>
          </ac:spMkLst>
        </pc:spChg>
        <pc:picChg chg="add mod">
          <ac:chgData name="Soumita Sengupta" userId="4afa6ce1-cb01-46c2-8538-4650222f0c96" providerId="ADAL" clId="{36A5475D-3ADB-4C86-A0F2-D5010D2E9340}" dt="2021-06-23T12:37:03.495" v="2215" actId="1076"/>
          <ac:picMkLst>
            <pc:docMk/>
            <pc:sldMk cId="826410433" sldId="1334"/>
            <ac:picMk id="6" creationId="{C1CC93A0-198E-4479-818C-D639E028C917}"/>
          </ac:picMkLst>
        </pc:picChg>
        <pc:picChg chg="del">
          <ac:chgData name="Soumita Sengupta" userId="4afa6ce1-cb01-46c2-8538-4650222f0c96" providerId="ADAL" clId="{36A5475D-3ADB-4C86-A0F2-D5010D2E9340}" dt="2021-06-23T12:36:51.614" v="2207" actId="478"/>
          <ac:picMkLst>
            <pc:docMk/>
            <pc:sldMk cId="826410433" sldId="1334"/>
            <ac:picMk id="7" creationId="{3FE4B06F-076E-49D6-AA85-9BB12BB99D23}"/>
          </ac:picMkLst>
        </pc:picChg>
      </pc:sldChg>
      <pc:sldChg chg="del">
        <pc:chgData name="Soumita Sengupta" userId="4afa6ce1-cb01-46c2-8538-4650222f0c96" providerId="ADAL" clId="{36A5475D-3ADB-4C86-A0F2-D5010D2E9340}" dt="2021-06-17T11:27:12.025" v="26" actId="47"/>
        <pc:sldMkLst>
          <pc:docMk/>
          <pc:sldMk cId="3612439745" sldId="1334"/>
        </pc:sldMkLst>
      </pc:sldChg>
      <pc:sldChg chg="del">
        <pc:chgData name="Soumita Sengupta" userId="4afa6ce1-cb01-46c2-8538-4650222f0c96" providerId="ADAL" clId="{36A5475D-3ADB-4C86-A0F2-D5010D2E9340}" dt="2021-06-17T11:27:12.226" v="27" actId="47"/>
        <pc:sldMkLst>
          <pc:docMk/>
          <pc:sldMk cId="4631750" sldId="1335"/>
        </pc:sldMkLst>
      </pc:sldChg>
      <pc:sldChg chg="add">
        <pc:chgData name="Soumita Sengupta" userId="4afa6ce1-cb01-46c2-8538-4650222f0c96" providerId="ADAL" clId="{36A5475D-3ADB-4C86-A0F2-D5010D2E9340}" dt="2021-06-23T12:40:27.181" v="2233" actId="2890"/>
        <pc:sldMkLst>
          <pc:docMk/>
          <pc:sldMk cId="1172614157" sldId="1335"/>
        </pc:sldMkLst>
      </pc:sldChg>
      <pc:sldChg chg="del">
        <pc:chgData name="Soumita Sengupta" userId="4afa6ce1-cb01-46c2-8538-4650222f0c96" providerId="ADAL" clId="{36A5475D-3ADB-4C86-A0F2-D5010D2E9340}" dt="2021-06-17T11:27:12.394" v="28" actId="47"/>
        <pc:sldMkLst>
          <pc:docMk/>
          <pc:sldMk cId="736621240" sldId="1336"/>
        </pc:sldMkLst>
      </pc:sldChg>
      <pc:sldChg chg="addSp delSp modSp add mod">
        <pc:chgData name="Soumita Sengupta" userId="4afa6ce1-cb01-46c2-8538-4650222f0c96" providerId="ADAL" clId="{36A5475D-3ADB-4C86-A0F2-D5010D2E9340}" dt="2021-06-23T12:41:54.508" v="2271" actId="5793"/>
        <pc:sldMkLst>
          <pc:docMk/>
          <pc:sldMk cId="1838583949" sldId="1336"/>
        </pc:sldMkLst>
        <pc:spChg chg="mod">
          <ac:chgData name="Soumita Sengupta" userId="4afa6ce1-cb01-46c2-8538-4650222f0c96" providerId="ADAL" clId="{36A5475D-3ADB-4C86-A0F2-D5010D2E9340}" dt="2021-06-23T12:41:54.508" v="2271" actId="5793"/>
          <ac:spMkLst>
            <pc:docMk/>
            <pc:sldMk cId="1838583949" sldId="1336"/>
            <ac:spMk id="2" creationId="{00000000-0000-0000-0000-000000000000}"/>
          </ac:spMkLst>
        </pc:spChg>
        <pc:spChg chg="add del">
          <ac:chgData name="Soumita Sengupta" userId="4afa6ce1-cb01-46c2-8538-4650222f0c96" providerId="ADAL" clId="{36A5475D-3ADB-4C86-A0F2-D5010D2E9340}" dt="2021-06-23T12:41:41.834" v="2253"/>
          <ac:spMkLst>
            <pc:docMk/>
            <pc:sldMk cId="1838583949" sldId="1336"/>
            <ac:spMk id="5" creationId="{ACE29150-FB53-4AD1-B0BD-8E59EB3D8521}"/>
          </ac:spMkLst>
        </pc:spChg>
        <pc:picChg chg="add mod">
          <ac:chgData name="Soumita Sengupta" userId="4afa6ce1-cb01-46c2-8538-4650222f0c96" providerId="ADAL" clId="{36A5475D-3ADB-4C86-A0F2-D5010D2E9340}" dt="2021-06-23T12:41:48.550" v="2257" actId="208"/>
          <ac:picMkLst>
            <pc:docMk/>
            <pc:sldMk cId="1838583949" sldId="1336"/>
            <ac:picMk id="6" creationId="{B7CF53F7-F774-4FD1-9A1E-E51D39F11791}"/>
          </ac:picMkLst>
        </pc:picChg>
        <pc:picChg chg="del">
          <ac:chgData name="Soumita Sengupta" userId="4afa6ce1-cb01-46c2-8538-4650222f0c96" providerId="ADAL" clId="{36A5475D-3ADB-4C86-A0F2-D5010D2E9340}" dt="2021-06-23T12:41:38.616" v="2251" actId="478"/>
          <ac:picMkLst>
            <pc:docMk/>
            <pc:sldMk cId="1838583949" sldId="1336"/>
            <ac:picMk id="9" creationId="{A7762DBD-9FB0-46E1-88FB-8EC324A6B3FC}"/>
          </ac:picMkLst>
        </pc:picChg>
      </pc:sldChg>
      <pc:sldChg chg="del">
        <pc:chgData name="Soumita Sengupta" userId="4afa6ce1-cb01-46c2-8538-4650222f0c96" providerId="ADAL" clId="{36A5475D-3ADB-4C86-A0F2-D5010D2E9340}" dt="2021-06-17T11:27:13.082" v="29" actId="47"/>
        <pc:sldMkLst>
          <pc:docMk/>
          <pc:sldMk cId="2486887644" sldId="1337"/>
        </pc:sldMkLst>
      </pc:sldChg>
      <pc:sldChg chg="del">
        <pc:chgData name="Soumita Sengupta" userId="4afa6ce1-cb01-46c2-8538-4650222f0c96" providerId="ADAL" clId="{36A5475D-3ADB-4C86-A0F2-D5010D2E9340}" dt="2021-06-17T11:27:14.288" v="30" actId="47"/>
        <pc:sldMkLst>
          <pc:docMk/>
          <pc:sldMk cId="2283558231" sldId="1338"/>
        </pc:sldMkLst>
      </pc:sldChg>
      <pc:sldChg chg="del">
        <pc:chgData name="Soumita Sengupta" userId="4afa6ce1-cb01-46c2-8538-4650222f0c96" providerId="ADAL" clId="{36A5475D-3ADB-4C86-A0F2-D5010D2E9340}" dt="2021-06-17T11:27:09.132" v="15" actId="47"/>
        <pc:sldMkLst>
          <pc:docMk/>
          <pc:sldMk cId="2506302366" sldId="1339"/>
        </pc:sldMkLst>
      </pc:sldChg>
      <pc:sldChg chg="del">
        <pc:chgData name="Soumita Sengupta" userId="4afa6ce1-cb01-46c2-8538-4650222f0c96" providerId="ADAL" clId="{36A5475D-3ADB-4C86-A0F2-D5010D2E9340}" dt="2021-06-17T11:27:08.284" v="13" actId="47"/>
        <pc:sldMkLst>
          <pc:docMk/>
          <pc:sldMk cId="3821216101" sldId="1340"/>
        </pc:sldMkLst>
      </pc:sldChg>
      <pc:sldChg chg="del">
        <pc:chgData name="Soumita Sengupta" userId="4afa6ce1-cb01-46c2-8538-4650222f0c96" providerId="ADAL" clId="{36A5475D-3ADB-4C86-A0F2-D5010D2E9340}" dt="2021-06-17T11:27:11.138" v="21" actId="47"/>
        <pc:sldMkLst>
          <pc:docMk/>
          <pc:sldMk cId="2288279991" sldId="1341"/>
        </pc:sldMkLst>
      </pc:sldChg>
      <pc:sldChg chg="del">
        <pc:chgData name="Soumita Sengupta" userId="4afa6ce1-cb01-46c2-8538-4650222f0c96" providerId="ADAL" clId="{36A5475D-3ADB-4C86-A0F2-D5010D2E9340}" dt="2021-06-17T11:27:11.524" v="23" actId="47"/>
        <pc:sldMkLst>
          <pc:docMk/>
          <pc:sldMk cId="4156669174" sldId="1342"/>
        </pc:sldMkLst>
      </pc:sldChg>
      <pc:sldChg chg="del">
        <pc:chgData name="Soumita Sengupta" userId="4afa6ce1-cb01-46c2-8538-4650222f0c96" providerId="ADAL" clId="{36A5475D-3ADB-4C86-A0F2-D5010D2E9340}" dt="2021-06-17T11:27:11.708" v="24" actId="47"/>
        <pc:sldMkLst>
          <pc:docMk/>
          <pc:sldMk cId="3268168444" sldId="1343"/>
        </pc:sldMkLst>
      </pc:sldChg>
      <pc:sldChg chg="del">
        <pc:chgData name="Soumita Sengupta" userId="4afa6ce1-cb01-46c2-8538-4650222f0c96" providerId="ADAL" clId="{36A5475D-3ADB-4C86-A0F2-D5010D2E9340}" dt="2021-06-17T11:27:11.354" v="22" actId="47"/>
        <pc:sldMkLst>
          <pc:docMk/>
          <pc:sldMk cId="580919392" sldId="1344"/>
        </pc:sldMkLst>
      </pc:sldChg>
      <pc:sldMasterChg chg="delSldLayout">
        <pc:chgData name="Soumita Sengupta" userId="4afa6ce1-cb01-46c2-8538-4650222f0c96" providerId="ADAL" clId="{36A5475D-3ADB-4C86-A0F2-D5010D2E9340}" dt="2021-06-17T11:27:08.284" v="13" actId="47"/>
        <pc:sldMasterMkLst>
          <pc:docMk/>
          <pc:sldMasterMk cId="1029875623" sldId="2147483678"/>
        </pc:sldMasterMkLst>
        <pc:sldLayoutChg chg="del">
          <pc:chgData name="Soumita Sengupta" userId="4afa6ce1-cb01-46c2-8538-4650222f0c96" providerId="ADAL" clId="{36A5475D-3ADB-4C86-A0F2-D5010D2E9340}" dt="2021-06-17T11:27:08.284" v="13" actId="47"/>
          <pc:sldLayoutMkLst>
            <pc:docMk/>
            <pc:sldMasterMk cId="1029875623" sldId="2147483678"/>
            <pc:sldLayoutMk cId="2205136909" sldId="2147483732"/>
          </pc:sldLayoutMkLst>
        </pc:sldLayoutChg>
      </pc:sldMasterChg>
    </pc:docChg>
  </pc:docChgLst>
  <pc:docChgLst>
    <pc:chgData name="Soumita Sengupta" userId="4afa6ce1-cb01-46c2-8538-4650222f0c96" providerId="ADAL" clId="{0A78EE60-BBCD-4A76-81BC-E7FB80E1D58E}"/>
    <pc:docChg chg="undo redo custSel addSld delSld modSld sldOrd">
      <pc:chgData name="Soumita Sengupta" userId="4afa6ce1-cb01-46c2-8538-4650222f0c96" providerId="ADAL" clId="{0A78EE60-BBCD-4A76-81BC-E7FB80E1D58E}" dt="2021-08-24T03:07:51.702" v="1159" actId="1076"/>
      <pc:docMkLst>
        <pc:docMk/>
      </pc:docMkLst>
      <pc:sldChg chg="modSp mod">
        <pc:chgData name="Soumita Sengupta" userId="4afa6ce1-cb01-46c2-8538-4650222f0c96" providerId="ADAL" clId="{0A78EE60-BBCD-4A76-81BC-E7FB80E1D58E}" dt="2021-08-23T12:26:48.667" v="1146" actId="12"/>
        <pc:sldMkLst>
          <pc:docMk/>
          <pc:sldMk cId="1912468287" sldId="260"/>
        </pc:sldMkLst>
        <pc:spChg chg="mod">
          <ac:chgData name="Soumita Sengupta" userId="4afa6ce1-cb01-46c2-8538-4650222f0c96" providerId="ADAL" clId="{0A78EE60-BBCD-4A76-81BC-E7FB80E1D58E}" dt="2021-08-23T12:26:48.667" v="1146" actId="12"/>
          <ac:spMkLst>
            <pc:docMk/>
            <pc:sldMk cId="1912468287" sldId="260"/>
            <ac:spMk id="5" creationId="{00000000-0000-0000-0000-000000000000}"/>
          </ac:spMkLst>
        </pc:spChg>
      </pc:sldChg>
      <pc:sldChg chg="modSp mod">
        <pc:chgData name="Soumita Sengupta" userId="4afa6ce1-cb01-46c2-8538-4650222f0c96" providerId="ADAL" clId="{0A78EE60-BBCD-4A76-81BC-E7FB80E1D58E}" dt="2021-08-23T12:29:17.416" v="1155" actId="20577"/>
        <pc:sldMkLst>
          <pc:docMk/>
          <pc:sldMk cId="2584036331" sldId="339"/>
        </pc:sldMkLst>
        <pc:spChg chg="mod">
          <ac:chgData name="Soumita Sengupta" userId="4afa6ce1-cb01-46c2-8538-4650222f0c96" providerId="ADAL" clId="{0A78EE60-BBCD-4A76-81BC-E7FB80E1D58E}" dt="2021-08-23T12:29:17.416" v="1155" actId="20577"/>
          <ac:spMkLst>
            <pc:docMk/>
            <pc:sldMk cId="2584036331" sldId="339"/>
            <ac:spMk id="5" creationId="{6D1A1596-A8D7-4C1A-8956-0FA40A84EFCA}"/>
          </ac:spMkLst>
        </pc:spChg>
      </pc:sldChg>
      <pc:sldChg chg="modSp mod">
        <pc:chgData name="Soumita Sengupta" userId="4afa6ce1-cb01-46c2-8538-4650222f0c96" providerId="ADAL" clId="{0A78EE60-BBCD-4A76-81BC-E7FB80E1D58E}" dt="2021-08-20T08:32:52.160" v="19" actId="13926"/>
        <pc:sldMkLst>
          <pc:docMk/>
          <pc:sldMk cId="2863234239" sldId="525"/>
        </pc:sldMkLst>
        <pc:spChg chg="mod">
          <ac:chgData name="Soumita Sengupta" userId="4afa6ce1-cb01-46c2-8538-4650222f0c96" providerId="ADAL" clId="{0A78EE60-BBCD-4A76-81BC-E7FB80E1D58E}" dt="2021-08-20T08:32:52.160" v="19" actId="13926"/>
          <ac:spMkLst>
            <pc:docMk/>
            <pc:sldMk cId="2863234239" sldId="525"/>
            <ac:spMk id="13" creationId="{00000000-0000-0000-0000-000000000000}"/>
          </ac:spMkLst>
        </pc:spChg>
        <pc:spChg chg="mod">
          <ac:chgData name="Soumita Sengupta" userId="4afa6ce1-cb01-46c2-8538-4650222f0c96" providerId="ADAL" clId="{0A78EE60-BBCD-4A76-81BC-E7FB80E1D58E}" dt="2021-08-20T08:32:46.254" v="18" actId="13926"/>
          <ac:spMkLst>
            <pc:docMk/>
            <pc:sldMk cId="2863234239" sldId="525"/>
            <ac:spMk id="24" creationId="{00000000-0000-0000-0000-000000000000}"/>
          </ac:spMkLst>
        </pc:spChg>
      </pc:sldChg>
      <pc:sldChg chg="modSp mod">
        <pc:chgData name="Soumita Sengupta" userId="4afa6ce1-cb01-46c2-8538-4650222f0c96" providerId="ADAL" clId="{0A78EE60-BBCD-4A76-81BC-E7FB80E1D58E}" dt="2021-08-20T08:32:13.491" v="17" actId="33524"/>
        <pc:sldMkLst>
          <pc:docMk/>
          <pc:sldMk cId="3781635149" sldId="752"/>
        </pc:sldMkLst>
        <pc:spChg chg="mod">
          <ac:chgData name="Soumita Sengupta" userId="4afa6ce1-cb01-46c2-8538-4650222f0c96" providerId="ADAL" clId="{0A78EE60-BBCD-4A76-81BC-E7FB80E1D58E}" dt="2021-08-20T08:32:13.491" v="17" actId="33524"/>
          <ac:spMkLst>
            <pc:docMk/>
            <pc:sldMk cId="3781635149" sldId="752"/>
            <ac:spMk id="5" creationId="{00000000-0000-0000-0000-000000000000}"/>
          </ac:spMkLst>
        </pc:spChg>
      </pc:sldChg>
      <pc:sldChg chg="modSp mod modClrScheme chgLayout">
        <pc:chgData name="Soumita Sengupta" userId="4afa6ce1-cb01-46c2-8538-4650222f0c96" providerId="ADAL" clId="{0A78EE60-BBCD-4A76-81BC-E7FB80E1D58E}" dt="2021-08-23T11:40:30.837" v="977" actId="700"/>
        <pc:sldMkLst>
          <pc:docMk/>
          <pc:sldMk cId="3563480216" sldId="756"/>
        </pc:sldMkLst>
        <pc:spChg chg="mod ord">
          <ac:chgData name="Soumita Sengupta" userId="4afa6ce1-cb01-46c2-8538-4650222f0c96" providerId="ADAL" clId="{0A78EE60-BBCD-4A76-81BC-E7FB80E1D58E}" dt="2021-08-23T11:40:30.837" v="977" actId="700"/>
          <ac:spMkLst>
            <pc:docMk/>
            <pc:sldMk cId="3563480216" sldId="756"/>
            <ac:spMk id="3"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4"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5"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11" creationId="{00000000-0000-0000-0000-000000000000}"/>
          </ac:spMkLst>
        </pc:spChg>
      </pc:sldChg>
      <pc:sldChg chg="modSp mod">
        <pc:chgData name="Soumita Sengupta" userId="4afa6ce1-cb01-46c2-8538-4650222f0c96" providerId="ADAL" clId="{0A78EE60-BBCD-4A76-81BC-E7FB80E1D58E}" dt="2021-08-23T11:39:25.753" v="974" actId="1076"/>
        <pc:sldMkLst>
          <pc:docMk/>
          <pc:sldMk cId="2304859679" sldId="759"/>
        </pc:sldMkLst>
        <pc:spChg chg="mod">
          <ac:chgData name="Soumita Sengupta" userId="4afa6ce1-cb01-46c2-8538-4650222f0c96" providerId="ADAL" clId="{0A78EE60-BBCD-4A76-81BC-E7FB80E1D58E}" dt="2021-08-23T11:39:25.753" v="974" actId="1076"/>
          <ac:spMkLst>
            <pc:docMk/>
            <pc:sldMk cId="2304859679" sldId="759"/>
            <ac:spMk id="9" creationId="{00000000-0000-0000-0000-000000000000}"/>
          </ac:spMkLst>
        </pc:spChg>
      </pc:sldChg>
      <pc:sldChg chg="del">
        <pc:chgData name="Soumita Sengupta" userId="4afa6ce1-cb01-46c2-8538-4650222f0c96" providerId="ADAL" clId="{0A78EE60-BBCD-4A76-81BC-E7FB80E1D58E}" dt="2021-08-23T08:39:56.653" v="258" actId="47"/>
        <pc:sldMkLst>
          <pc:docMk/>
          <pc:sldMk cId="1292349193" sldId="898"/>
        </pc:sldMkLst>
      </pc:sldChg>
      <pc:sldChg chg="modSp add del mod">
        <pc:chgData name="Soumita Sengupta" userId="4afa6ce1-cb01-46c2-8538-4650222f0c96" providerId="ADAL" clId="{0A78EE60-BBCD-4A76-81BC-E7FB80E1D58E}" dt="2021-08-20T11:33:21.154" v="224" actId="47"/>
        <pc:sldMkLst>
          <pc:docMk/>
          <pc:sldMk cId="1019518089" sldId="1304"/>
        </pc:sldMkLst>
        <pc:spChg chg="mod">
          <ac:chgData name="Soumita Sengupta" userId="4afa6ce1-cb01-46c2-8538-4650222f0c96" providerId="ADAL" clId="{0A78EE60-BBCD-4A76-81BC-E7FB80E1D58E}" dt="2021-08-20T10:59:49.498" v="215" actId="6549"/>
          <ac:spMkLst>
            <pc:docMk/>
            <pc:sldMk cId="1019518089" sldId="1304"/>
            <ac:spMk id="7" creationId="{00000000-0000-0000-0000-000000000000}"/>
          </ac:spMkLst>
        </pc:spChg>
        <pc:spChg chg="mod">
          <ac:chgData name="Soumita Sengupta" userId="4afa6ce1-cb01-46c2-8538-4650222f0c96" providerId="ADAL" clId="{0A78EE60-BBCD-4A76-81BC-E7FB80E1D58E}" dt="2021-08-20T10:59:29.224" v="213" actId="1076"/>
          <ac:spMkLst>
            <pc:docMk/>
            <pc:sldMk cId="1019518089" sldId="1304"/>
            <ac:spMk id="8" creationId="{00000000-0000-0000-0000-000000000000}"/>
          </ac:spMkLst>
        </pc:spChg>
        <pc:picChg chg="mod">
          <ac:chgData name="Soumita Sengupta" userId="4afa6ce1-cb01-46c2-8538-4650222f0c96" providerId="ADAL" clId="{0A78EE60-BBCD-4A76-81BC-E7FB80E1D58E}" dt="2021-08-20T08:48:58.134" v="55" actId="208"/>
          <ac:picMkLst>
            <pc:docMk/>
            <pc:sldMk cId="1019518089" sldId="1304"/>
            <ac:picMk id="3" creationId="{00000000-0000-0000-0000-000000000000}"/>
          </ac:picMkLst>
        </pc:picChg>
      </pc:sldChg>
      <pc:sldChg chg="modSp add mod">
        <pc:chgData name="Soumita Sengupta" userId="4afa6ce1-cb01-46c2-8538-4650222f0c96" providerId="ADAL" clId="{0A78EE60-BBCD-4A76-81BC-E7FB80E1D58E}" dt="2021-08-20T08:25:50.808" v="6"/>
        <pc:sldMkLst>
          <pc:docMk/>
          <pc:sldMk cId="53564333" sldId="1330"/>
        </pc:sldMkLst>
        <pc:spChg chg="mod">
          <ac:chgData name="Soumita Sengupta" userId="4afa6ce1-cb01-46c2-8538-4650222f0c96" providerId="ADAL" clId="{0A78EE60-BBCD-4A76-81BC-E7FB80E1D58E}" dt="2021-08-20T08:25:50.808" v="6"/>
          <ac:spMkLst>
            <pc:docMk/>
            <pc:sldMk cId="53564333" sldId="1330"/>
            <ac:spMk id="2" creationId="{57983F62-BBB9-431B-A37F-BDA0DC7153F6}"/>
          </ac:spMkLst>
        </pc:spChg>
      </pc:sldChg>
      <pc:sldChg chg="addSp delSp modSp add del mod">
        <pc:chgData name="Soumita Sengupta" userId="4afa6ce1-cb01-46c2-8538-4650222f0c96" providerId="ADAL" clId="{0A78EE60-BBCD-4A76-81BC-E7FB80E1D58E}" dt="2021-08-20T12:56:18.606" v="236" actId="47"/>
        <pc:sldMkLst>
          <pc:docMk/>
          <pc:sldMk cId="2409457827" sldId="1411"/>
        </pc:sldMkLst>
        <pc:spChg chg="mod">
          <ac:chgData name="Soumita Sengupta" userId="4afa6ce1-cb01-46c2-8538-4650222f0c96" providerId="ADAL" clId="{0A78EE60-BBCD-4A76-81BC-E7FB80E1D58E}" dt="2021-08-20T12:55:41.125" v="233" actId="164"/>
          <ac:spMkLst>
            <pc:docMk/>
            <pc:sldMk cId="2409457827" sldId="1411"/>
            <ac:spMk id="2" creationId="{00000000-0000-0000-0000-000000000000}"/>
          </ac:spMkLst>
        </pc:spChg>
        <pc:spChg chg="mod">
          <ac:chgData name="Soumita Sengupta" userId="4afa6ce1-cb01-46c2-8538-4650222f0c96" providerId="ADAL" clId="{0A78EE60-BBCD-4A76-81BC-E7FB80E1D58E}" dt="2021-08-20T12:53:51.649" v="226" actId="1076"/>
          <ac:spMkLst>
            <pc:docMk/>
            <pc:sldMk cId="2409457827" sldId="1411"/>
            <ac:spMk id="4" creationId="{00000000-0000-0000-0000-000000000000}"/>
          </ac:spMkLst>
        </pc:spChg>
        <pc:spChg chg="mod">
          <ac:chgData name="Soumita Sengupta" userId="4afa6ce1-cb01-46c2-8538-4650222f0c96" providerId="ADAL" clId="{0A78EE60-BBCD-4A76-81BC-E7FB80E1D58E}" dt="2021-08-20T10:43:49.535" v="172" actId="255"/>
          <ac:spMkLst>
            <pc:docMk/>
            <pc:sldMk cId="2409457827" sldId="1411"/>
            <ac:spMk id="7" creationId="{00000000-0000-0000-0000-000000000000}"/>
          </ac:spMkLst>
        </pc:spChg>
        <pc:spChg chg="mod">
          <ac:chgData name="Soumita Sengupta" userId="4afa6ce1-cb01-46c2-8538-4650222f0c96" providerId="ADAL" clId="{0A78EE60-BBCD-4A76-81BC-E7FB80E1D58E}" dt="2021-08-20T12:55:07.602" v="229" actId="21"/>
          <ac:spMkLst>
            <pc:docMk/>
            <pc:sldMk cId="2409457827" sldId="1411"/>
            <ac:spMk id="8"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0"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6" creationId="{00000000-0000-0000-0000-000000000000}"/>
          </ac:spMkLst>
        </pc:spChg>
        <pc:spChg chg="add del mod">
          <ac:chgData name="Soumita Sengupta" userId="4afa6ce1-cb01-46c2-8538-4650222f0c96" providerId="ADAL" clId="{0A78EE60-BBCD-4A76-81BC-E7FB80E1D58E}" dt="2021-08-20T08:52:30.256" v="74" actId="478"/>
          <ac:spMkLst>
            <pc:docMk/>
            <pc:sldMk cId="2409457827" sldId="1411"/>
            <ac:spMk id="22"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24" creationId="{00000000-0000-0000-0000-000000000000}"/>
          </ac:spMkLst>
        </pc:spChg>
        <pc:spChg chg="add mod">
          <ac:chgData name="Soumita Sengupta" userId="4afa6ce1-cb01-46c2-8538-4650222f0c96" providerId="ADAL" clId="{0A78EE60-BBCD-4A76-81BC-E7FB80E1D58E}" dt="2021-08-20T12:55:41.125" v="233" actId="164"/>
          <ac:spMkLst>
            <pc:docMk/>
            <pc:sldMk cId="2409457827" sldId="1411"/>
            <ac:spMk id="26" creationId="{049D4EA3-BBF3-42BD-830A-D9D6C6DF29AB}"/>
          </ac:spMkLst>
        </pc:spChg>
        <pc:spChg chg="mod">
          <ac:chgData name="Soumita Sengupta" userId="4afa6ce1-cb01-46c2-8538-4650222f0c96" providerId="ADAL" clId="{0A78EE60-BBCD-4A76-81BC-E7FB80E1D58E}" dt="2021-08-20T12:55:41.125" v="233" actId="164"/>
          <ac:spMkLst>
            <pc:docMk/>
            <pc:sldMk cId="2409457827" sldId="1411"/>
            <ac:spMk id="28" creationId="{00000000-0000-0000-0000-000000000000}"/>
          </ac:spMkLst>
        </pc:spChg>
        <pc:spChg chg="add del">
          <ac:chgData name="Soumita Sengupta" userId="4afa6ce1-cb01-46c2-8538-4650222f0c96" providerId="ADAL" clId="{0A78EE60-BBCD-4A76-81BC-E7FB80E1D58E}" dt="2021-08-20T08:59:19.788" v="126" actId="22"/>
          <ac:spMkLst>
            <pc:docMk/>
            <pc:sldMk cId="2409457827" sldId="1411"/>
            <ac:spMk id="29" creationId="{F2465777-2446-40F7-B512-9AE463A7AD18}"/>
          </ac:spMkLst>
        </pc:spChg>
        <pc:spChg chg="add mod">
          <ac:chgData name="Soumita Sengupta" userId="4afa6ce1-cb01-46c2-8538-4650222f0c96" providerId="ADAL" clId="{0A78EE60-BBCD-4A76-81BC-E7FB80E1D58E}" dt="2021-08-20T12:55:41.125" v="233" actId="164"/>
          <ac:spMkLst>
            <pc:docMk/>
            <pc:sldMk cId="2409457827" sldId="1411"/>
            <ac:spMk id="30" creationId="{58F02FE8-42E9-44C3-B760-FD2F36523733}"/>
          </ac:spMkLst>
        </pc:spChg>
        <pc:spChg chg="del mod">
          <ac:chgData name="Soumita Sengupta" userId="4afa6ce1-cb01-46c2-8538-4650222f0c96" providerId="ADAL" clId="{0A78EE60-BBCD-4A76-81BC-E7FB80E1D58E}" dt="2021-08-20T08:52:47.433" v="79" actId="478"/>
          <ac:spMkLst>
            <pc:docMk/>
            <pc:sldMk cId="2409457827" sldId="1411"/>
            <ac:spMk id="3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3"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4"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5" creationId="{00000000-0000-0000-0000-000000000000}"/>
          </ac:spMkLst>
        </pc:spChg>
        <pc:grpChg chg="add mod">
          <ac:chgData name="Soumita Sengupta" userId="4afa6ce1-cb01-46c2-8538-4650222f0c96" providerId="ADAL" clId="{0A78EE60-BBCD-4A76-81BC-E7FB80E1D58E}" dt="2021-08-20T12:55:41.125" v="233" actId="164"/>
          <ac:grpSpMkLst>
            <pc:docMk/>
            <pc:sldMk cId="2409457827" sldId="1411"/>
            <ac:grpSpMk id="3" creationId="{31D2C36E-F6C5-4FCB-BFF5-6E2F855ED19D}"/>
          </ac:grpSpMkLst>
        </pc:grpChg>
        <pc:cxnChg chg="mod">
          <ac:chgData name="Soumita Sengupta" userId="4afa6ce1-cb01-46c2-8538-4650222f0c96" providerId="ADAL" clId="{0A78EE60-BBCD-4A76-81BC-E7FB80E1D58E}" dt="2021-08-20T12:55:41.125" v="233" actId="164"/>
          <ac:cxnSpMkLst>
            <pc:docMk/>
            <pc:sldMk cId="2409457827" sldId="1411"/>
            <ac:cxnSpMk id="6"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2"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7"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7" creationId="{00000000-0000-0000-0000-000000000000}"/>
          </ac:cxnSpMkLst>
        </pc:cxnChg>
      </pc:sldChg>
      <pc:sldChg chg="addSp modSp add del mod">
        <pc:chgData name="Soumita Sengupta" userId="4afa6ce1-cb01-46c2-8538-4650222f0c96" providerId="ADAL" clId="{0A78EE60-BBCD-4A76-81BC-E7FB80E1D58E}" dt="2021-08-20T12:59:49.809" v="245" actId="47"/>
        <pc:sldMkLst>
          <pc:docMk/>
          <pc:sldMk cId="1722423472" sldId="1412"/>
        </pc:sldMkLst>
        <pc:spChg chg="mod">
          <ac:chgData name="Soumita Sengupta" userId="4afa6ce1-cb01-46c2-8538-4650222f0c96" providerId="ADAL" clId="{0A78EE60-BBCD-4A76-81BC-E7FB80E1D58E}" dt="2021-08-20T12:58:47.735" v="240" actId="164"/>
          <ac:spMkLst>
            <pc:docMk/>
            <pc:sldMk cId="1722423472" sldId="1412"/>
            <ac:spMk id="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 creationId="{00000000-0000-0000-0000-000000000000}"/>
          </ac:spMkLst>
        </pc:spChg>
        <pc:spChg chg="mod">
          <ac:chgData name="Soumita Sengupta" userId="4afa6ce1-cb01-46c2-8538-4650222f0c96" providerId="ADAL" clId="{0A78EE60-BBCD-4A76-81BC-E7FB80E1D58E}" dt="2021-08-20T10:52:40.975" v="194" actId="1076"/>
          <ac:spMkLst>
            <pc:docMk/>
            <pc:sldMk cId="1722423472" sldId="1412"/>
            <ac:spMk id="4" creationId="{00000000-0000-0000-0000-000000000000}"/>
          </ac:spMkLst>
        </pc:spChg>
        <pc:spChg chg="mod">
          <ac:chgData name="Soumita Sengupta" userId="4afa6ce1-cb01-46c2-8538-4650222f0c96" providerId="ADAL" clId="{0A78EE60-BBCD-4A76-81BC-E7FB80E1D58E}" dt="2021-08-20T10:51:14.211" v="180" actId="1076"/>
          <ac:spMkLst>
            <pc:docMk/>
            <pc:sldMk cId="1722423472" sldId="1412"/>
            <ac:spMk id="7" creationId="{00000000-0000-0000-0000-000000000000}"/>
          </ac:spMkLst>
        </pc:spChg>
        <pc:spChg chg="mod">
          <ac:chgData name="Soumita Sengupta" userId="4afa6ce1-cb01-46c2-8538-4650222f0c96" providerId="ADAL" clId="{0A78EE60-BBCD-4A76-81BC-E7FB80E1D58E}" dt="2021-08-20T10:44:10.127" v="175" actId="1076"/>
          <ac:spMkLst>
            <pc:docMk/>
            <pc:sldMk cId="1722423472" sldId="1412"/>
            <ac:spMk id="8"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0"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1"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4"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6"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9"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5" creationId="{00000000-0000-0000-0000-000000000000}"/>
          </ac:spMkLst>
        </pc:spChg>
        <pc:grpChg chg="add mod">
          <ac:chgData name="Soumita Sengupta" userId="4afa6ce1-cb01-46c2-8538-4650222f0c96" providerId="ADAL" clId="{0A78EE60-BBCD-4A76-81BC-E7FB80E1D58E}" dt="2021-08-20T12:58:47.735" v="240" actId="164"/>
          <ac:grpSpMkLst>
            <pc:docMk/>
            <pc:sldMk cId="1722423472" sldId="1412"/>
            <ac:grpSpMk id="5" creationId="{3A94D4A9-F6A9-4709-BA98-13E70FFFDE6C}"/>
          </ac:grpSpMkLst>
        </pc:grpChg>
        <pc:cxnChg chg="mod">
          <ac:chgData name="Soumita Sengupta" userId="4afa6ce1-cb01-46c2-8538-4650222f0c96" providerId="ADAL" clId="{0A78EE60-BBCD-4A76-81BC-E7FB80E1D58E}" dt="2021-08-20T12:58:47.735" v="240" actId="164"/>
          <ac:cxnSpMkLst>
            <pc:docMk/>
            <pc:sldMk cId="1722423472" sldId="1412"/>
            <ac:cxnSpMk id="6"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2"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3"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7"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23" creationId="{00000000-0000-0000-0000-000000000000}"/>
          </ac:cxnSpMkLst>
        </pc:cxnChg>
      </pc:sldChg>
      <pc:sldChg chg="addSp delSp modSp add mod modClrScheme chgLayout">
        <pc:chgData name="Soumita Sengupta" userId="4afa6ce1-cb01-46c2-8538-4650222f0c96" providerId="ADAL" clId="{0A78EE60-BBCD-4A76-81BC-E7FB80E1D58E}" dt="2021-08-23T11:42:34.916" v="999" actId="11"/>
        <pc:sldMkLst>
          <pc:docMk/>
          <pc:sldMk cId="3054948585" sldId="1413"/>
        </pc:sldMkLst>
        <pc:spChg chg="add del mod ord">
          <ac:chgData name="Soumita Sengupta" userId="4afa6ce1-cb01-46c2-8538-4650222f0c96" providerId="ADAL" clId="{0A78EE60-BBCD-4A76-81BC-E7FB80E1D58E}" dt="2021-08-23T11:41:58.310" v="993" actId="478"/>
          <ac:spMkLst>
            <pc:docMk/>
            <pc:sldMk cId="3054948585" sldId="1413"/>
            <ac:spMk id="2" creationId="{4BFB504E-062C-441A-BC81-4D101061FCD7}"/>
          </ac:spMkLst>
        </pc:spChg>
        <pc:spChg chg="add del mod ord">
          <ac:chgData name="Soumita Sengupta" userId="4afa6ce1-cb01-46c2-8538-4650222f0c96" providerId="ADAL" clId="{0A78EE60-BBCD-4A76-81BC-E7FB80E1D58E}" dt="2021-08-23T11:40:54.192" v="980" actId="478"/>
          <ac:spMkLst>
            <pc:docMk/>
            <pc:sldMk cId="3054948585" sldId="1413"/>
            <ac:spMk id="3" creationId="{6196E8DF-7AFC-446E-B1E8-D9C5A4422411}"/>
          </ac:spMkLst>
        </pc:spChg>
        <pc:spChg chg="mod ord">
          <ac:chgData name="Soumita Sengupta" userId="4afa6ce1-cb01-46c2-8538-4650222f0c96" providerId="ADAL" clId="{0A78EE60-BBCD-4A76-81BC-E7FB80E1D58E}" dt="2021-08-23T11:40:40.306" v="978" actId="700"/>
          <ac:spMkLst>
            <pc:docMk/>
            <pc:sldMk cId="3054948585" sldId="1413"/>
            <ac:spMk id="4" creationId="{00000000-0000-0000-0000-000000000000}"/>
          </ac:spMkLst>
        </pc:spChg>
        <pc:spChg chg="add del mod">
          <ac:chgData name="Soumita Sengupta" userId="4afa6ce1-cb01-46c2-8538-4650222f0c96" providerId="ADAL" clId="{0A78EE60-BBCD-4A76-81BC-E7FB80E1D58E}" dt="2021-08-23T11:42:00.289" v="994" actId="478"/>
          <ac:spMkLst>
            <pc:docMk/>
            <pc:sldMk cId="3054948585" sldId="1413"/>
            <ac:spMk id="6" creationId="{A96024C4-96BC-4F29-8E73-C9410C7DCF43}"/>
          </ac:spMkLst>
        </pc:spChg>
        <pc:spChg chg="mod">
          <ac:chgData name="Soumita Sengupta" userId="4afa6ce1-cb01-46c2-8538-4650222f0c96" providerId="ADAL" clId="{0A78EE60-BBCD-4A76-81BC-E7FB80E1D58E}" dt="2021-08-23T11:42:34.916" v="999" actId="11"/>
          <ac:spMkLst>
            <pc:docMk/>
            <pc:sldMk cId="3054948585" sldId="1413"/>
            <ac:spMk id="7" creationId="{00000000-0000-0000-0000-000000000000}"/>
          </ac:spMkLst>
        </pc:spChg>
        <pc:spChg chg="mod">
          <ac:chgData name="Soumita Sengupta" userId="4afa6ce1-cb01-46c2-8538-4650222f0c96" providerId="ADAL" clId="{0A78EE60-BBCD-4A76-81BC-E7FB80E1D58E}" dt="2021-08-23T11:42:04.146" v="995" actId="1076"/>
          <ac:spMkLst>
            <pc:docMk/>
            <pc:sldMk cId="3054948585" sldId="1413"/>
            <ac:spMk id="8" creationId="{00000000-0000-0000-0000-000000000000}"/>
          </ac:spMkLst>
        </pc:spChg>
        <pc:spChg chg="mod ord">
          <ac:chgData name="Soumita Sengupta" userId="4afa6ce1-cb01-46c2-8538-4650222f0c96" providerId="ADAL" clId="{0A78EE60-BBCD-4A76-81BC-E7FB80E1D58E}" dt="2021-08-23T11:40:40.306" v="978" actId="700"/>
          <ac:spMkLst>
            <pc:docMk/>
            <pc:sldMk cId="3054948585" sldId="1413"/>
            <ac:spMk id="9" creationId="{00000000-0000-0000-0000-000000000000}"/>
          </ac:spMkLst>
        </pc:spChg>
      </pc:sldChg>
      <pc:sldChg chg="addSp delSp modSp add mod modClrScheme chgLayout">
        <pc:chgData name="Soumita Sengupta" userId="4afa6ce1-cb01-46c2-8538-4650222f0c96" providerId="ADAL" clId="{0A78EE60-BBCD-4A76-81BC-E7FB80E1D58E}" dt="2021-08-23T11:43:38.205" v="1004" actId="478"/>
        <pc:sldMkLst>
          <pc:docMk/>
          <pc:sldMk cId="122248758" sldId="1414"/>
        </pc:sldMkLst>
        <pc:spChg chg="mod ord">
          <ac:chgData name="Soumita Sengupta" userId="4afa6ce1-cb01-46c2-8538-4650222f0c96" providerId="ADAL" clId="{0A78EE60-BBCD-4A76-81BC-E7FB80E1D58E}" dt="2021-08-23T11:43:25.377" v="1000" actId="700"/>
          <ac:spMkLst>
            <pc:docMk/>
            <pc:sldMk cId="122248758" sldId="1414"/>
            <ac:spMk id="4" creationId="{00000000-0000-0000-0000-000000000000}"/>
          </ac:spMkLst>
        </pc:spChg>
        <pc:spChg chg="mod">
          <ac:chgData name="Soumita Sengupta" userId="4afa6ce1-cb01-46c2-8538-4650222f0c96" providerId="ADAL" clId="{0A78EE60-BBCD-4A76-81BC-E7FB80E1D58E}" dt="2021-08-23T09:02:02.005" v="319" actId="11"/>
          <ac:spMkLst>
            <pc:docMk/>
            <pc:sldMk cId="122248758" sldId="1414"/>
            <ac:spMk id="7" creationId="{00000000-0000-0000-0000-000000000000}"/>
          </ac:spMkLst>
        </pc:spChg>
        <pc:spChg chg="del">
          <ac:chgData name="Soumita Sengupta" userId="4afa6ce1-cb01-46c2-8538-4650222f0c96" providerId="ADAL" clId="{0A78EE60-BBCD-4A76-81BC-E7FB80E1D58E}" dt="2021-08-23T08:55:21.673" v="282" actId="478"/>
          <ac:spMkLst>
            <pc:docMk/>
            <pc:sldMk cId="122248758" sldId="1414"/>
            <ac:spMk id="8" creationId="{00000000-0000-0000-0000-000000000000}"/>
          </ac:spMkLst>
        </pc:spChg>
        <pc:spChg chg="mod ord">
          <ac:chgData name="Soumita Sengupta" userId="4afa6ce1-cb01-46c2-8538-4650222f0c96" providerId="ADAL" clId="{0A78EE60-BBCD-4A76-81BC-E7FB80E1D58E}" dt="2021-08-23T11:43:25.377" v="1000" actId="700"/>
          <ac:spMkLst>
            <pc:docMk/>
            <pc:sldMk cId="122248758" sldId="1414"/>
            <ac:spMk id="9" creationId="{00000000-0000-0000-0000-000000000000}"/>
          </ac:spMkLst>
        </pc:spChg>
        <pc:spChg chg="add del">
          <ac:chgData name="Soumita Sengupta" userId="4afa6ce1-cb01-46c2-8538-4650222f0c96" providerId="ADAL" clId="{0A78EE60-BBCD-4A76-81BC-E7FB80E1D58E}" dt="2021-08-23T08:55:25.067" v="284" actId="22"/>
          <ac:spMkLst>
            <pc:docMk/>
            <pc:sldMk cId="122248758" sldId="1414"/>
            <ac:spMk id="10" creationId="{069A8DF2-A83E-45FF-B3BD-0E04EEEC0E00}"/>
          </ac:spMkLst>
        </pc:spChg>
        <pc:spChg chg="add del mod">
          <ac:chgData name="Soumita Sengupta" userId="4afa6ce1-cb01-46c2-8538-4650222f0c96" providerId="ADAL" clId="{0A78EE60-BBCD-4A76-81BC-E7FB80E1D58E}" dt="2021-08-23T08:55:36.606" v="287" actId="478"/>
          <ac:spMkLst>
            <pc:docMk/>
            <pc:sldMk cId="122248758" sldId="1414"/>
            <ac:spMk id="11" creationId="{6C61ABAD-9132-42A7-9EB0-24B776BAB1B8}"/>
          </ac:spMkLst>
        </pc:spChg>
        <pc:spChg chg="add del">
          <ac:chgData name="Soumita Sengupta" userId="4afa6ce1-cb01-46c2-8538-4650222f0c96" providerId="ADAL" clId="{0A78EE60-BBCD-4A76-81BC-E7FB80E1D58E}" dt="2021-08-23T08:55:41.758" v="289" actId="22"/>
          <ac:spMkLst>
            <pc:docMk/>
            <pc:sldMk cId="122248758" sldId="1414"/>
            <ac:spMk id="12" creationId="{94B16EFA-3083-4C8F-A263-EA93C8E7DBC5}"/>
          </ac:spMkLst>
        </pc:spChg>
        <pc:spChg chg="add del">
          <ac:chgData name="Soumita Sengupta" userId="4afa6ce1-cb01-46c2-8538-4650222f0c96" providerId="ADAL" clId="{0A78EE60-BBCD-4A76-81BC-E7FB80E1D58E}" dt="2021-08-23T08:55:43.714" v="291" actId="22"/>
          <ac:spMkLst>
            <pc:docMk/>
            <pc:sldMk cId="122248758" sldId="1414"/>
            <ac:spMk id="13" creationId="{24519C8D-489F-4632-9028-F4347C51DC1A}"/>
          </ac:spMkLst>
        </pc:spChg>
        <pc:spChg chg="add del">
          <ac:chgData name="Soumita Sengupta" userId="4afa6ce1-cb01-46c2-8538-4650222f0c96" providerId="ADAL" clId="{0A78EE60-BBCD-4A76-81BC-E7FB80E1D58E}" dt="2021-08-23T08:55:44.865" v="293" actId="22"/>
          <ac:spMkLst>
            <pc:docMk/>
            <pc:sldMk cId="122248758" sldId="1414"/>
            <ac:spMk id="15" creationId="{393AADFF-4FF0-4182-8910-912AA21B634B}"/>
          </ac:spMkLst>
        </pc:spChg>
        <pc:spChg chg="add mod">
          <ac:chgData name="Soumita Sengupta" userId="4afa6ce1-cb01-46c2-8538-4650222f0c96" providerId="ADAL" clId="{0A78EE60-BBCD-4A76-81BC-E7FB80E1D58E}" dt="2021-08-23T11:43:36.067" v="1003" actId="1076"/>
          <ac:spMkLst>
            <pc:docMk/>
            <pc:sldMk cId="122248758" sldId="1414"/>
            <ac:spMk id="17" creationId="{01A46B45-C92B-48C2-95E0-8DE80C508751}"/>
          </ac:spMkLst>
        </pc:spChg>
        <pc:spChg chg="add del mod ord">
          <ac:chgData name="Soumita Sengupta" userId="4afa6ce1-cb01-46c2-8538-4650222f0c96" providerId="ADAL" clId="{0A78EE60-BBCD-4A76-81BC-E7FB80E1D58E}" dt="2021-08-23T11:43:32.424" v="1002" actId="478"/>
          <ac:spMkLst>
            <pc:docMk/>
            <pc:sldMk cId="122248758" sldId="1414"/>
            <ac:spMk id="18" creationId="{8C42DE99-93B4-4275-99FB-01FE0E03BD1A}"/>
          </ac:spMkLst>
        </pc:spChg>
        <pc:spChg chg="add del mod ord">
          <ac:chgData name="Soumita Sengupta" userId="4afa6ce1-cb01-46c2-8538-4650222f0c96" providerId="ADAL" clId="{0A78EE60-BBCD-4A76-81BC-E7FB80E1D58E}" dt="2021-08-23T11:43:38.205" v="1004" actId="478"/>
          <ac:spMkLst>
            <pc:docMk/>
            <pc:sldMk cId="122248758" sldId="1414"/>
            <ac:spMk id="19" creationId="{73C97289-236C-48A1-A75C-7DA994315E48}"/>
          </ac:spMkLst>
        </pc:spChg>
      </pc:sldChg>
      <pc:sldChg chg="addSp delSp modSp add mod modClrScheme chgLayout">
        <pc:chgData name="Soumita Sengupta" userId="4afa6ce1-cb01-46c2-8538-4650222f0c96" providerId="ADAL" clId="{0A78EE60-BBCD-4A76-81BC-E7FB80E1D58E}" dt="2021-08-23T11:46:08.676" v="1008" actId="1076"/>
        <pc:sldMkLst>
          <pc:docMk/>
          <pc:sldMk cId="3465650862" sldId="1415"/>
        </pc:sldMkLst>
        <pc:spChg chg="mod ord">
          <ac:chgData name="Soumita Sengupta" userId="4afa6ce1-cb01-46c2-8538-4650222f0c96" providerId="ADAL" clId="{0A78EE60-BBCD-4A76-81BC-E7FB80E1D58E}" dt="2021-08-23T11:45:55.268" v="1005" actId="700"/>
          <ac:spMkLst>
            <pc:docMk/>
            <pc:sldMk cId="3465650862" sldId="1415"/>
            <ac:spMk id="4" creationId="{00000000-0000-0000-0000-000000000000}"/>
          </ac:spMkLst>
        </pc:spChg>
        <pc:spChg chg="add del mod ord">
          <ac:chgData name="Soumita Sengupta" userId="4afa6ce1-cb01-46c2-8538-4650222f0c96" providerId="ADAL" clId="{0A78EE60-BBCD-4A76-81BC-E7FB80E1D58E}" dt="2021-08-23T11:46:05.103" v="1007" actId="478"/>
          <ac:spMkLst>
            <pc:docMk/>
            <pc:sldMk cId="3465650862" sldId="1415"/>
            <ac:spMk id="6" creationId="{A5E2927A-BBB2-4ABD-AADA-9D23EB4D1EBD}"/>
          </ac:spMkLst>
        </pc:spChg>
        <pc:spChg chg="mod">
          <ac:chgData name="Soumita Sengupta" userId="4afa6ce1-cb01-46c2-8538-4650222f0c96" providerId="ADAL" clId="{0A78EE60-BBCD-4A76-81BC-E7FB80E1D58E}" dt="2021-08-23T11:46:08.676" v="1008" actId="1076"/>
          <ac:spMkLst>
            <pc:docMk/>
            <pc:sldMk cId="3465650862" sldId="1415"/>
            <ac:spMk id="7" creationId="{00000000-0000-0000-0000-000000000000}"/>
          </ac:spMkLst>
        </pc:spChg>
        <pc:spChg chg="mod">
          <ac:chgData name="Soumita Sengupta" userId="4afa6ce1-cb01-46c2-8538-4650222f0c96" providerId="ADAL" clId="{0A78EE60-BBCD-4A76-81BC-E7FB80E1D58E}" dt="2021-08-23T09:02:13.853" v="324"/>
          <ac:spMkLst>
            <pc:docMk/>
            <pc:sldMk cId="3465650862" sldId="1415"/>
            <ac:spMk id="8" creationId="{00000000-0000-0000-0000-000000000000}"/>
          </ac:spMkLst>
        </pc:spChg>
        <pc:spChg chg="mod ord">
          <ac:chgData name="Soumita Sengupta" userId="4afa6ce1-cb01-46c2-8538-4650222f0c96" providerId="ADAL" clId="{0A78EE60-BBCD-4A76-81BC-E7FB80E1D58E}" dt="2021-08-23T11:45:55.268" v="1005" actId="700"/>
          <ac:spMkLst>
            <pc:docMk/>
            <pc:sldMk cId="3465650862" sldId="1415"/>
            <ac:spMk id="9" creationId="{00000000-0000-0000-0000-000000000000}"/>
          </ac:spMkLst>
        </pc:spChg>
        <pc:spChg chg="add del">
          <ac:chgData name="Soumita Sengupta" userId="4afa6ce1-cb01-46c2-8538-4650222f0c96" providerId="ADAL" clId="{0A78EE60-BBCD-4A76-81BC-E7FB80E1D58E}" dt="2021-08-23T09:02:47.746" v="326" actId="22"/>
          <ac:spMkLst>
            <pc:docMk/>
            <pc:sldMk cId="3465650862" sldId="1415"/>
            <ac:spMk id="10" creationId="{BF5884D7-6779-4C36-BD97-A96EDB5D8615}"/>
          </ac:spMkLst>
        </pc:spChg>
        <pc:spChg chg="add del">
          <ac:chgData name="Soumita Sengupta" userId="4afa6ce1-cb01-46c2-8538-4650222f0c96" providerId="ADAL" clId="{0A78EE60-BBCD-4A76-81BC-E7FB80E1D58E}" dt="2021-08-23T09:02:49.095" v="328" actId="22"/>
          <ac:spMkLst>
            <pc:docMk/>
            <pc:sldMk cId="3465650862" sldId="1415"/>
            <ac:spMk id="11" creationId="{2EECAB8A-141D-422A-B3AE-45805516E8E6}"/>
          </ac:spMkLst>
        </pc:spChg>
        <pc:spChg chg="add mod">
          <ac:chgData name="Soumita Sengupta" userId="4afa6ce1-cb01-46c2-8538-4650222f0c96" providerId="ADAL" clId="{0A78EE60-BBCD-4A76-81BC-E7FB80E1D58E}" dt="2021-08-23T09:03:22.994" v="333" actId="1076"/>
          <ac:spMkLst>
            <pc:docMk/>
            <pc:sldMk cId="3465650862" sldId="1415"/>
            <ac:spMk id="12" creationId="{22D153AA-7C04-4067-8571-D3BD8013E971}"/>
          </ac:spMkLst>
        </pc:spChg>
        <pc:spChg chg="add del mod ord">
          <ac:chgData name="Soumita Sengupta" userId="4afa6ce1-cb01-46c2-8538-4650222f0c96" providerId="ADAL" clId="{0A78EE60-BBCD-4A76-81BC-E7FB80E1D58E}" dt="2021-08-23T11:46:02.145" v="1006" actId="478"/>
          <ac:spMkLst>
            <pc:docMk/>
            <pc:sldMk cId="3465650862" sldId="1415"/>
            <ac:spMk id="13" creationId="{6F1449DC-3848-4922-9099-9D165C625889}"/>
          </ac:spMkLst>
        </pc:spChg>
      </pc:sldChg>
      <pc:sldChg chg="addSp delSp modSp add mod">
        <pc:chgData name="Soumita Sengupta" userId="4afa6ce1-cb01-46c2-8538-4650222f0c96" providerId="ADAL" clId="{0A78EE60-BBCD-4A76-81BC-E7FB80E1D58E}" dt="2021-08-20T11:33:17.613" v="223" actId="1076"/>
        <pc:sldMkLst>
          <pc:docMk/>
          <pc:sldMk cId="1798438021" sldId="1416"/>
        </pc:sldMkLst>
        <pc:spChg chg="mod">
          <ac:chgData name="Soumita Sengupta" userId="4afa6ce1-cb01-46c2-8538-4650222f0c96" providerId="ADAL" clId="{0A78EE60-BBCD-4A76-81BC-E7FB80E1D58E}" dt="2021-08-20T10:59:37.684" v="214"/>
          <ac:spMkLst>
            <pc:docMk/>
            <pc:sldMk cId="1798438021" sldId="1416"/>
            <ac:spMk id="2" creationId="{00000000-0000-0000-0000-000000000000}"/>
          </ac:spMkLst>
        </pc:spChg>
        <pc:spChg chg="mod">
          <ac:chgData name="Soumita Sengupta" userId="4afa6ce1-cb01-46c2-8538-4650222f0c96" providerId="ADAL" clId="{0A78EE60-BBCD-4A76-81BC-E7FB80E1D58E}" dt="2021-08-20T11:00:12.860" v="219" actId="14100"/>
          <ac:spMkLst>
            <pc:docMk/>
            <pc:sldMk cId="1798438021" sldId="1416"/>
            <ac:spMk id="5" creationId="{00000000-0000-0000-0000-000000000000}"/>
          </ac:spMkLst>
        </pc:spChg>
        <pc:spChg chg="del mod">
          <ac:chgData name="Soumita Sengupta" userId="4afa6ce1-cb01-46c2-8538-4650222f0c96" providerId="ADAL" clId="{0A78EE60-BBCD-4A76-81BC-E7FB80E1D58E}" dt="2021-08-20T11:33:14.229" v="221" actId="478"/>
          <ac:spMkLst>
            <pc:docMk/>
            <pc:sldMk cId="1798438021" sldId="1416"/>
            <ac:spMk id="6" creationId="{05E7F7E3-9E8C-4121-88D2-4C4B236DAF24}"/>
          </ac:spMkLst>
        </pc:spChg>
        <pc:picChg chg="add mod">
          <ac:chgData name="Soumita Sengupta" userId="4afa6ce1-cb01-46c2-8538-4650222f0c96" providerId="ADAL" clId="{0A78EE60-BBCD-4A76-81BC-E7FB80E1D58E}" dt="2021-08-20T11:33:17.613" v="223" actId="1076"/>
          <ac:picMkLst>
            <pc:docMk/>
            <pc:sldMk cId="1798438021" sldId="1416"/>
            <ac:picMk id="7" creationId="{7C3407F8-93EB-4C75-9B6C-38DCC4322245}"/>
          </ac:picMkLst>
        </pc:picChg>
      </pc:sldChg>
      <pc:sldChg chg="addSp delSp modSp add mod modNotesTx">
        <pc:chgData name="Soumita Sengupta" userId="4afa6ce1-cb01-46c2-8538-4650222f0c96" providerId="ADAL" clId="{0A78EE60-BBCD-4A76-81BC-E7FB80E1D58E}" dt="2021-08-23T08:48:07.819" v="262" actId="255"/>
        <pc:sldMkLst>
          <pc:docMk/>
          <pc:sldMk cId="2922319439" sldId="1417"/>
        </pc:sldMkLst>
        <pc:spChg chg="mod">
          <ac:chgData name="Soumita Sengupta" userId="4afa6ce1-cb01-46c2-8538-4650222f0c96" providerId="ADAL" clId="{0A78EE60-BBCD-4A76-81BC-E7FB80E1D58E}" dt="2021-08-20T12:55:11.653" v="230"/>
          <ac:spMkLst>
            <pc:docMk/>
            <pc:sldMk cId="2922319439" sldId="1417"/>
            <ac:spMk id="2" creationId="{00000000-0000-0000-0000-000000000000}"/>
          </ac:spMkLst>
        </pc:spChg>
        <pc:spChg chg="mod">
          <ac:chgData name="Soumita Sengupta" userId="4afa6ce1-cb01-46c2-8538-4650222f0c96" providerId="ADAL" clId="{0A78EE60-BBCD-4A76-81BC-E7FB80E1D58E}" dt="2021-08-20T12:56:33.425" v="237" actId="1076"/>
          <ac:spMkLst>
            <pc:docMk/>
            <pc:sldMk cId="2922319439" sldId="1417"/>
            <ac:spMk id="5" creationId="{00000000-0000-0000-0000-000000000000}"/>
          </ac:spMkLst>
        </pc:spChg>
        <pc:spChg chg="mod">
          <ac:chgData name="Soumita Sengupta" userId="4afa6ce1-cb01-46c2-8538-4650222f0c96" providerId="ADAL" clId="{0A78EE60-BBCD-4A76-81BC-E7FB80E1D58E}" dt="2021-08-20T12:55:52.495" v="235"/>
          <ac:spMkLst>
            <pc:docMk/>
            <pc:sldMk cId="2922319439" sldId="1417"/>
            <ac:spMk id="9" creationId="{92BBAD37-FEC4-42B3-B139-5A4AA146843A}"/>
          </ac:spMkLst>
        </pc:spChg>
        <pc:spChg chg="mod">
          <ac:chgData name="Soumita Sengupta" userId="4afa6ce1-cb01-46c2-8538-4650222f0c96" providerId="ADAL" clId="{0A78EE60-BBCD-4A76-81BC-E7FB80E1D58E}" dt="2021-08-20T12:55:52.495" v="235"/>
          <ac:spMkLst>
            <pc:docMk/>
            <pc:sldMk cId="2922319439" sldId="1417"/>
            <ac:spMk id="10" creationId="{5F18C57D-223A-4973-9B9F-61DBD7B7D2E7}"/>
          </ac:spMkLst>
        </pc:spChg>
        <pc:spChg chg="mod">
          <ac:chgData name="Soumita Sengupta" userId="4afa6ce1-cb01-46c2-8538-4650222f0c96" providerId="ADAL" clId="{0A78EE60-BBCD-4A76-81BC-E7FB80E1D58E}" dt="2021-08-20T12:55:52.495" v="235"/>
          <ac:spMkLst>
            <pc:docMk/>
            <pc:sldMk cId="2922319439" sldId="1417"/>
            <ac:spMk id="11" creationId="{7C45C755-0ED5-44E1-9E4A-D880AE2FC87E}"/>
          </ac:spMkLst>
        </pc:spChg>
        <pc:spChg chg="mod">
          <ac:chgData name="Soumita Sengupta" userId="4afa6ce1-cb01-46c2-8538-4650222f0c96" providerId="ADAL" clId="{0A78EE60-BBCD-4A76-81BC-E7FB80E1D58E}" dt="2021-08-20T12:55:52.495" v="235"/>
          <ac:spMkLst>
            <pc:docMk/>
            <pc:sldMk cId="2922319439" sldId="1417"/>
            <ac:spMk id="16" creationId="{8EA91E18-B4B1-4C85-9763-153927FB26E3}"/>
          </ac:spMkLst>
        </pc:spChg>
        <pc:spChg chg="mod">
          <ac:chgData name="Soumita Sengupta" userId="4afa6ce1-cb01-46c2-8538-4650222f0c96" providerId="ADAL" clId="{0A78EE60-BBCD-4A76-81BC-E7FB80E1D58E}" dt="2021-08-23T08:45:14.555" v="260" actId="20577"/>
          <ac:spMkLst>
            <pc:docMk/>
            <pc:sldMk cId="2922319439" sldId="1417"/>
            <ac:spMk id="19" creationId="{A23D790B-8461-490F-83F9-6BEA8B4516B2}"/>
          </ac:spMkLst>
        </pc:spChg>
        <pc:spChg chg="mod">
          <ac:chgData name="Soumita Sengupta" userId="4afa6ce1-cb01-46c2-8538-4650222f0c96" providerId="ADAL" clId="{0A78EE60-BBCD-4A76-81BC-E7FB80E1D58E}" dt="2021-08-23T08:48:07.819" v="262" actId="255"/>
          <ac:spMkLst>
            <pc:docMk/>
            <pc:sldMk cId="2922319439" sldId="1417"/>
            <ac:spMk id="22" creationId="{07E2B30F-F86E-4917-9771-560553E5FA0C}"/>
          </ac:spMkLst>
        </pc:spChg>
        <pc:spChg chg="mod">
          <ac:chgData name="Soumita Sengupta" userId="4afa6ce1-cb01-46c2-8538-4650222f0c96" providerId="ADAL" clId="{0A78EE60-BBCD-4A76-81BC-E7FB80E1D58E}" dt="2021-08-20T12:55:52.495" v="235"/>
          <ac:spMkLst>
            <pc:docMk/>
            <pc:sldMk cId="2922319439" sldId="1417"/>
            <ac:spMk id="23" creationId="{517AB679-C0A4-4AF4-B213-DB36C2E7E7D3}"/>
          </ac:spMkLst>
        </pc:spChg>
        <pc:spChg chg="mod">
          <ac:chgData name="Soumita Sengupta" userId="4afa6ce1-cb01-46c2-8538-4650222f0c96" providerId="ADAL" clId="{0A78EE60-BBCD-4A76-81BC-E7FB80E1D58E}" dt="2021-08-20T12:55:52.495" v="235"/>
          <ac:spMkLst>
            <pc:docMk/>
            <pc:sldMk cId="2922319439" sldId="1417"/>
            <ac:spMk id="24" creationId="{D2DABE28-CAE1-4970-A955-0EB0FD0C0794}"/>
          </ac:spMkLst>
        </pc:spChg>
        <pc:spChg chg="mod">
          <ac:chgData name="Soumita Sengupta" userId="4afa6ce1-cb01-46c2-8538-4650222f0c96" providerId="ADAL" clId="{0A78EE60-BBCD-4A76-81BC-E7FB80E1D58E}" dt="2021-08-20T12:55:52.495" v="235"/>
          <ac:spMkLst>
            <pc:docMk/>
            <pc:sldMk cId="2922319439" sldId="1417"/>
            <ac:spMk id="25" creationId="{E12DD977-BCAE-41C5-9DCE-9B07BF50C9EA}"/>
          </ac:spMkLst>
        </pc:spChg>
        <pc:spChg chg="mod">
          <ac:chgData name="Soumita Sengupta" userId="4afa6ce1-cb01-46c2-8538-4650222f0c96" providerId="ADAL" clId="{0A78EE60-BBCD-4A76-81BC-E7FB80E1D58E}" dt="2021-08-23T08:45:16.400" v="261" actId="20577"/>
          <ac:spMkLst>
            <pc:docMk/>
            <pc:sldMk cId="2922319439" sldId="1417"/>
            <ac:spMk id="26" creationId="{5C469254-7DFF-42AF-A743-94813D5D24ED}"/>
          </ac:spMkLst>
        </pc:spChg>
        <pc:spChg chg="mod">
          <ac:chgData name="Soumita Sengupta" userId="4afa6ce1-cb01-46c2-8538-4650222f0c96" providerId="ADAL" clId="{0A78EE60-BBCD-4A76-81BC-E7FB80E1D58E}" dt="2021-08-20T12:55:52.495" v="235"/>
          <ac:spMkLst>
            <pc:docMk/>
            <pc:sldMk cId="2922319439" sldId="1417"/>
            <ac:spMk id="27" creationId="{FA85C00B-2BB2-44D5-AB49-6515E48E63C9}"/>
          </ac:spMkLst>
        </pc:spChg>
        <pc:grpChg chg="add mod">
          <ac:chgData name="Soumita Sengupta" userId="4afa6ce1-cb01-46c2-8538-4650222f0c96" providerId="ADAL" clId="{0A78EE60-BBCD-4A76-81BC-E7FB80E1D58E}" dt="2021-08-20T12:55:52.495" v="235"/>
          <ac:grpSpMkLst>
            <pc:docMk/>
            <pc:sldMk cId="2922319439" sldId="1417"/>
            <ac:grpSpMk id="8" creationId="{DF5FC6ED-8892-474B-AEB1-A18539D7CE42}"/>
          </ac:grpSpMkLst>
        </pc:grpChg>
        <pc:picChg chg="del">
          <ac:chgData name="Soumita Sengupta" userId="4afa6ce1-cb01-46c2-8538-4650222f0c96" providerId="ADAL" clId="{0A78EE60-BBCD-4A76-81BC-E7FB80E1D58E}" dt="2021-08-20T12:55:51.287" v="234" actId="478"/>
          <ac:picMkLst>
            <pc:docMk/>
            <pc:sldMk cId="2922319439" sldId="1417"/>
            <ac:picMk id="7" creationId="{7C3407F8-93EB-4C75-9B6C-38DCC4322245}"/>
          </ac:picMkLst>
        </pc:picChg>
        <pc:cxnChg chg="mod">
          <ac:chgData name="Soumita Sengupta" userId="4afa6ce1-cb01-46c2-8538-4650222f0c96" providerId="ADAL" clId="{0A78EE60-BBCD-4A76-81BC-E7FB80E1D58E}" dt="2021-08-20T12:55:52.495" v="235"/>
          <ac:cxnSpMkLst>
            <pc:docMk/>
            <pc:sldMk cId="2922319439" sldId="1417"/>
            <ac:cxnSpMk id="12" creationId="{4022A6BB-DB0B-4E2B-BF12-25F9DAE18B9F}"/>
          </ac:cxnSpMkLst>
        </pc:cxnChg>
        <pc:cxnChg chg="mod">
          <ac:chgData name="Soumita Sengupta" userId="4afa6ce1-cb01-46c2-8538-4650222f0c96" providerId="ADAL" clId="{0A78EE60-BBCD-4A76-81BC-E7FB80E1D58E}" dt="2021-08-20T12:55:52.495" v="235"/>
          <ac:cxnSpMkLst>
            <pc:docMk/>
            <pc:sldMk cId="2922319439" sldId="1417"/>
            <ac:cxnSpMk id="13" creationId="{97A4F8A6-8F22-48DF-8048-461733626B55}"/>
          </ac:cxnSpMkLst>
        </pc:cxnChg>
        <pc:cxnChg chg="mod">
          <ac:chgData name="Soumita Sengupta" userId="4afa6ce1-cb01-46c2-8538-4650222f0c96" providerId="ADAL" clId="{0A78EE60-BBCD-4A76-81BC-E7FB80E1D58E}" dt="2021-08-20T12:55:52.495" v="235"/>
          <ac:cxnSpMkLst>
            <pc:docMk/>
            <pc:sldMk cId="2922319439" sldId="1417"/>
            <ac:cxnSpMk id="14" creationId="{6FFA3DB7-064E-47CA-80FB-F724077C898A}"/>
          </ac:cxnSpMkLst>
        </pc:cxnChg>
        <pc:cxnChg chg="mod">
          <ac:chgData name="Soumita Sengupta" userId="4afa6ce1-cb01-46c2-8538-4650222f0c96" providerId="ADAL" clId="{0A78EE60-BBCD-4A76-81BC-E7FB80E1D58E}" dt="2021-08-20T12:55:52.495" v="235"/>
          <ac:cxnSpMkLst>
            <pc:docMk/>
            <pc:sldMk cId="2922319439" sldId="1417"/>
            <ac:cxnSpMk id="15" creationId="{360E224E-FF35-4481-A319-6E396FD645A3}"/>
          </ac:cxnSpMkLst>
        </pc:cxnChg>
        <pc:cxnChg chg="mod">
          <ac:chgData name="Soumita Sengupta" userId="4afa6ce1-cb01-46c2-8538-4650222f0c96" providerId="ADAL" clId="{0A78EE60-BBCD-4A76-81BC-E7FB80E1D58E}" dt="2021-08-20T12:55:52.495" v="235"/>
          <ac:cxnSpMkLst>
            <pc:docMk/>
            <pc:sldMk cId="2922319439" sldId="1417"/>
            <ac:cxnSpMk id="17" creationId="{E5E9C9FC-3874-43B5-A05F-91B45110B00C}"/>
          </ac:cxnSpMkLst>
        </pc:cxnChg>
        <pc:cxnChg chg="mod">
          <ac:chgData name="Soumita Sengupta" userId="4afa6ce1-cb01-46c2-8538-4650222f0c96" providerId="ADAL" clId="{0A78EE60-BBCD-4A76-81BC-E7FB80E1D58E}" dt="2021-08-20T12:55:52.495" v="235"/>
          <ac:cxnSpMkLst>
            <pc:docMk/>
            <pc:sldMk cId="2922319439" sldId="1417"/>
            <ac:cxnSpMk id="18" creationId="{7D8EECF7-E039-4C9E-8BE9-4F208883B728}"/>
          </ac:cxnSpMkLst>
        </pc:cxnChg>
        <pc:cxnChg chg="mod">
          <ac:chgData name="Soumita Sengupta" userId="4afa6ce1-cb01-46c2-8538-4650222f0c96" providerId="ADAL" clId="{0A78EE60-BBCD-4A76-81BC-E7FB80E1D58E}" dt="2021-08-20T12:55:52.495" v="235"/>
          <ac:cxnSpMkLst>
            <pc:docMk/>
            <pc:sldMk cId="2922319439" sldId="1417"/>
            <ac:cxnSpMk id="20" creationId="{79E6BDE1-FDD5-493D-A511-02A9279B43D0}"/>
          </ac:cxnSpMkLst>
        </pc:cxnChg>
        <pc:cxnChg chg="mod">
          <ac:chgData name="Soumita Sengupta" userId="4afa6ce1-cb01-46c2-8538-4650222f0c96" providerId="ADAL" clId="{0A78EE60-BBCD-4A76-81BC-E7FB80E1D58E}" dt="2021-08-20T12:55:52.495" v="235"/>
          <ac:cxnSpMkLst>
            <pc:docMk/>
            <pc:sldMk cId="2922319439" sldId="1417"/>
            <ac:cxnSpMk id="21" creationId="{B1C28120-A82A-456C-B3F2-A20D7081ABF9}"/>
          </ac:cxnSpMkLst>
        </pc:cxnChg>
      </pc:sldChg>
      <pc:sldChg chg="addSp delSp modSp add mod modNotesTx">
        <pc:chgData name="Soumita Sengupta" userId="4afa6ce1-cb01-46c2-8538-4650222f0c96" providerId="ADAL" clId="{0A78EE60-BBCD-4A76-81BC-E7FB80E1D58E}" dt="2021-08-23T08:51:18.164" v="267" actId="255"/>
        <pc:sldMkLst>
          <pc:docMk/>
          <pc:sldMk cId="1424513111" sldId="1418"/>
        </pc:sldMkLst>
        <pc:spChg chg="mod">
          <ac:chgData name="Soumita Sengupta" userId="4afa6ce1-cb01-46c2-8538-4650222f0c96" providerId="ADAL" clId="{0A78EE60-BBCD-4A76-81BC-E7FB80E1D58E}" dt="2021-08-20T12:58:39.514" v="239"/>
          <ac:spMkLst>
            <pc:docMk/>
            <pc:sldMk cId="1424513111" sldId="1418"/>
            <ac:spMk id="5" creationId="{00000000-0000-0000-0000-000000000000}"/>
          </ac:spMkLst>
        </pc:spChg>
        <pc:spChg chg="mod">
          <ac:chgData name="Soumita Sengupta" userId="4afa6ce1-cb01-46c2-8538-4650222f0c96" providerId="ADAL" clId="{0A78EE60-BBCD-4A76-81BC-E7FB80E1D58E}" dt="2021-08-20T12:58:54.867" v="242"/>
          <ac:spMkLst>
            <pc:docMk/>
            <pc:sldMk cId="1424513111" sldId="1418"/>
            <ac:spMk id="29" creationId="{468E4488-E1A3-4EBA-AA5D-B5898AA1DDEF}"/>
          </ac:spMkLst>
        </pc:spChg>
        <pc:spChg chg="mod">
          <ac:chgData name="Soumita Sengupta" userId="4afa6ce1-cb01-46c2-8538-4650222f0c96" providerId="ADAL" clId="{0A78EE60-BBCD-4A76-81BC-E7FB80E1D58E}" dt="2021-08-20T12:58:54.867" v="242"/>
          <ac:spMkLst>
            <pc:docMk/>
            <pc:sldMk cId="1424513111" sldId="1418"/>
            <ac:spMk id="30" creationId="{E1727E8D-A2E8-4BB7-88AB-B83797FBEA07}"/>
          </ac:spMkLst>
        </pc:spChg>
        <pc:spChg chg="mod">
          <ac:chgData name="Soumita Sengupta" userId="4afa6ce1-cb01-46c2-8538-4650222f0c96" providerId="ADAL" clId="{0A78EE60-BBCD-4A76-81BC-E7FB80E1D58E}" dt="2021-08-20T12:58:54.867" v="242"/>
          <ac:spMkLst>
            <pc:docMk/>
            <pc:sldMk cId="1424513111" sldId="1418"/>
            <ac:spMk id="31" creationId="{F5EAE197-5AA3-486C-9D1F-352DE096A7AA}"/>
          </ac:spMkLst>
        </pc:spChg>
        <pc:spChg chg="mod">
          <ac:chgData name="Soumita Sengupta" userId="4afa6ce1-cb01-46c2-8538-4650222f0c96" providerId="ADAL" clId="{0A78EE60-BBCD-4A76-81BC-E7FB80E1D58E}" dt="2021-08-23T08:49:50.557" v="263" actId="20577"/>
          <ac:spMkLst>
            <pc:docMk/>
            <pc:sldMk cId="1424513111" sldId="1418"/>
            <ac:spMk id="36" creationId="{76262FAC-EC94-4F82-AD38-DBE2654024DB}"/>
          </ac:spMkLst>
        </pc:spChg>
        <pc:spChg chg="mod">
          <ac:chgData name="Soumita Sengupta" userId="4afa6ce1-cb01-46c2-8538-4650222f0c96" providerId="ADAL" clId="{0A78EE60-BBCD-4A76-81BC-E7FB80E1D58E}" dt="2021-08-23T08:49:57.145" v="265" actId="20577"/>
          <ac:spMkLst>
            <pc:docMk/>
            <pc:sldMk cId="1424513111" sldId="1418"/>
            <ac:spMk id="38" creationId="{2A2F1C4D-905F-47B5-8779-CEB0273A78CC}"/>
          </ac:spMkLst>
        </pc:spChg>
        <pc:spChg chg="mod">
          <ac:chgData name="Soumita Sengupta" userId="4afa6ce1-cb01-46c2-8538-4650222f0c96" providerId="ADAL" clId="{0A78EE60-BBCD-4A76-81BC-E7FB80E1D58E}" dt="2021-08-20T12:58:54.867" v="242"/>
          <ac:spMkLst>
            <pc:docMk/>
            <pc:sldMk cId="1424513111" sldId="1418"/>
            <ac:spMk id="39" creationId="{F070A4CA-836B-475C-B9ED-F9683A8F142B}"/>
          </ac:spMkLst>
        </pc:spChg>
        <pc:spChg chg="mod">
          <ac:chgData name="Soumita Sengupta" userId="4afa6ce1-cb01-46c2-8538-4650222f0c96" providerId="ADAL" clId="{0A78EE60-BBCD-4A76-81BC-E7FB80E1D58E}" dt="2021-08-23T08:51:13.143" v="266" actId="255"/>
          <ac:spMkLst>
            <pc:docMk/>
            <pc:sldMk cId="1424513111" sldId="1418"/>
            <ac:spMk id="40" creationId="{33C22979-B46F-419E-B162-2BFB056DADC3}"/>
          </ac:spMkLst>
        </pc:spChg>
        <pc:spChg chg="mod">
          <ac:chgData name="Soumita Sengupta" userId="4afa6ce1-cb01-46c2-8538-4650222f0c96" providerId="ADAL" clId="{0A78EE60-BBCD-4A76-81BC-E7FB80E1D58E}" dt="2021-08-20T12:58:54.867" v="242"/>
          <ac:spMkLst>
            <pc:docMk/>
            <pc:sldMk cId="1424513111" sldId="1418"/>
            <ac:spMk id="41" creationId="{29BD56F6-9EBC-4271-B67C-B9571A7E79E7}"/>
          </ac:spMkLst>
        </pc:spChg>
        <pc:spChg chg="mod">
          <ac:chgData name="Soumita Sengupta" userId="4afa6ce1-cb01-46c2-8538-4650222f0c96" providerId="ADAL" clId="{0A78EE60-BBCD-4A76-81BC-E7FB80E1D58E}" dt="2021-08-23T08:51:18.164" v="267" actId="255"/>
          <ac:spMkLst>
            <pc:docMk/>
            <pc:sldMk cId="1424513111" sldId="1418"/>
            <ac:spMk id="42" creationId="{DCEB88B9-3019-414C-A544-E7C72ED00314}"/>
          </ac:spMkLst>
        </pc:spChg>
        <pc:grpChg chg="del">
          <ac:chgData name="Soumita Sengupta" userId="4afa6ce1-cb01-46c2-8538-4650222f0c96" providerId="ADAL" clId="{0A78EE60-BBCD-4A76-81BC-E7FB80E1D58E}" dt="2021-08-20T12:58:53.688" v="241" actId="478"/>
          <ac:grpSpMkLst>
            <pc:docMk/>
            <pc:sldMk cId="1424513111" sldId="1418"/>
            <ac:grpSpMk id="8" creationId="{DF5FC6ED-8892-474B-AEB1-A18539D7CE42}"/>
          </ac:grpSpMkLst>
        </pc:grpChg>
        <pc:grpChg chg="add mod">
          <ac:chgData name="Soumita Sengupta" userId="4afa6ce1-cb01-46c2-8538-4650222f0c96" providerId="ADAL" clId="{0A78EE60-BBCD-4A76-81BC-E7FB80E1D58E}" dt="2021-08-20T12:58:56.790" v="243" actId="1076"/>
          <ac:grpSpMkLst>
            <pc:docMk/>
            <pc:sldMk cId="1424513111" sldId="1418"/>
            <ac:grpSpMk id="28" creationId="{3C4B48F6-C4C0-40E8-8B72-679FDFA5A468}"/>
          </ac:grpSpMkLst>
        </pc:grpChg>
        <pc:cxnChg chg="mod">
          <ac:chgData name="Soumita Sengupta" userId="4afa6ce1-cb01-46c2-8538-4650222f0c96" providerId="ADAL" clId="{0A78EE60-BBCD-4A76-81BC-E7FB80E1D58E}" dt="2021-08-20T12:58:53.688" v="241" actId="478"/>
          <ac:cxnSpMkLst>
            <pc:docMk/>
            <pc:sldMk cId="1424513111" sldId="1418"/>
            <ac:cxnSpMk id="12" creationId="{4022A6BB-DB0B-4E2B-BF12-25F9DAE18B9F}"/>
          </ac:cxnSpMkLst>
        </pc:cxnChg>
        <pc:cxnChg chg="mod">
          <ac:chgData name="Soumita Sengupta" userId="4afa6ce1-cb01-46c2-8538-4650222f0c96" providerId="ADAL" clId="{0A78EE60-BBCD-4A76-81BC-E7FB80E1D58E}" dt="2021-08-20T12:58:54.867" v="242"/>
          <ac:cxnSpMkLst>
            <pc:docMk/>
            <pc:sldMk cId="1424513111" sldId="1418"/>
            <ac:cxnSpMk id="32" creationId="{E261C2A5-5674-40BE-A0AE-A803FADA9E5E}"/>
          </ac:cxnSpMkLst>
        </pc:cxnChg>
        <pc:cxnChg chg="mod">
          <ac:chgData name="Soumita Sengupta" userId="4afa6ce1-cb01-46c2-8538-4650222f0c96" providerId="ADAL" clId="{0A78EE60-BBCD-4A76-81BC-E7FB80E1D58E}" dt="2021-08-20T12:58:54.867" v="242"/>
          <ac:cxnSpMkLst>
            <pc:docMk/>
            <pc:sldMk cId="1424513111" sldId="1418"/>
            <ac:cxnSpMk id="33" creationId="{A0299A7E-F3F5-45EE-B70A-6C3339DBFD80}"/>
          </ac:cxnSpMkLst>
        </pc:cxnChg>
        <pc:cxnChg chg="mod">
          <ac:chgData name="Soumita Sengupta" userId="4afa6ce1-cb01-46c2-8538-4650222f0c96" providerId="ADAL" clId="{0A78EE60-BBCD-4A76-81BC-E7FB80E1D58E}" dt="2021-08-20T12:58:54.867" v="242"/>
          <ac:cxnSpMkLst>
            <pc:docMk/>
            <pc:sldMk cId="1424513111" sldId="1418"/>
            <ac:cxnSpMk id="34" creationId="{63526915-DABD-490B-B192-406DAB55F64F}"/>
          </ac:cxnSpMkLst>
        </pc:cxnChg>
        <pc:cxnChg chg="mod">
          <ac:chgData name="Soumita Sengupta" userId="4afa6ce1-cb01-46c2-8538-4650222f0c96" providerId="ADAL" clId="{0A78EE60-BBCD-4A76-81BC-E7FB80E1D58E}" dt="2021-08-20T12:58:54.867" v="242"/>
          <ac:cxnSpMkLst>
            <pc:docMk/>
            <pc:sldMk cId="1424513111" sldId="1418"/>
            <ac:cxnSpMk id="35" creationId="{956D0CA8-E206-4308-BBC0-995BB0EE3986}"/>
          </ac:cxnSpMkLst>
        </pc:cxnChg>
        <pc:cxnChg chg="mod">
          <ac:chgData name="Soumita Sengupta" userId="4afa6ce1-cb01-46c2-8538-4650222f0c96" providerId="ADAL" clId="{0A78EE60-BBCD-4A76-81BC-E7FB80E1D58E}" dt="2021-08-20T12:58:54.867" v="242"/>
          <ac:cxnSpMkLst>
            <pc:docMk/>
            <pc:sldMk cId="1424513111" sldId="1418"/>
            <ac:cxnSpMk id="37" creationId="{2965C013-4659-4AA3-8BCD-AB851E0A9414}"/>
          </ac:cxnSpMkLst>
        </pc:cxnChg>
      </pc:sldChg>
      <pc:sldChg chg="delSp modSp add del mod">
        <pc:chgData name="Soumita Sengupta" userId="4afa6ce1-cb01-46c2-8538-4650222f0c96" providerId="ADAL" clId="{0A78EE60-BBCD-4A76-81BC-E7FB80E1D58E}" dt="2021-08-23T09:08:45.907" v="380" actId="47"/>
        <pc:sldMkLst>
          <pc:docMk/>
          <pc:sldMk cId="3887220288" sldId="1419"/>
        </pc:sldMkLst>
        <pc:spChg chg="del mod">
          <ac:chgData name="Soumita Sengupta" userId="4afa6ce1-cb01-46c2-8538-4650222f0c96" providerId="ADAL" clId="{0A78EE60-BBCD-4A76-81BC-E7FB80E1D58E}" dt="2021-08-23T09:08:21.502" v="375"/>
          <ac:spMkLst>
            <pc:docMk/>
            <pc:sldMk cId="3887220288" sldId="1419"/>
            <ac:spMk id="7" creationId="{00000000-0000-0000-0000-000000000000}"/>
          </ac:spMkLst>
        </pc:spChg>
        <pc:spChg chg="mod">
          <ac:chgData name="Soumita Sengupta" userId="4afa6ce1-cb01-46c2-8538-4650222f0c96" providerId="ADAL" clId="{0A78EE60-BBCD-4A76-81BC-E7FB80E1D58E}" dt="2021-08-23T09:06:18.886" v="372" actId="20577"/>
          <ac:spMkLst>
            <pc:docMk/>
            <pc:sldMk cId="3887220288" sldId="1419"/>
            <ac:spMk id="12" creationId="{22D153AA-7C04-4067-8571-D3BD8013E971}"/>
          </ac:spMkLst>
        </pc:spChg>
      </pc:sldChg>
      <pc:sldChg chg="modSp add mod">
        <pc:chgData name="Soumita Sengupta" userId="4afa6ce1-cb01-46c2-8538-4650222f0c96" providerId="ADAL" clId="{0A78EE60-BBCD-4A76-81BC-E7FB80E1D58E}" dt="2021-08-23T09:08:42.619" v="379"/>
        <pc:sldMkLst>
          <pc:docMk/>
          <pc:sldMk cId="647596170" sldId="1420"/>
        </pc:sldMkLst>
        <pc:spChg chg="mod">
          <ac:chgData name="Soumita Sengupta" userId="4afa6ce1-cb01-46c2-8538-4650222f0c96" providerId="ADAL" clId="{0A78EE60-BBCD-4A76-81BC-E7FB80E1D58E}" dt="2021-08-23T09:08:42.619" v="379"/>
          <ac:spMkLst>
            <pc:docMk/>
            <pc:sldMk cId="647596170" sldId="1420"/>
            <ac:spMk id="2" creationId="{57983F62-BBB9-431B-A37F-BDA0DC7153F6}"/>
          </ac:spMkLst>
        </pc:spChg>
      </pc:sldChg>
      <pc:sldChg chg="addSp delSp modSp add mod modClrScheme chgLayout">
        <pc:chgData name="Soumita Sengupta" userId="4afa6ce1-cb01-46c2-8538-4650222f0c96" providerId="ADAL" clId="{0A78EE60-BBCD-4A76-81BC-E7FB80E1D58E}" dt="2021-08-23T11:52:58.964" v="1016" actId="1076"/>
        <pc:sldMkLst>
          <pc:docMk/>
          <pc:sldMk cId="3641482099" sldId="1421"/>
        </pc:sldMkLst>
        <pc:spChg chg="mod ord">
          <ac:chgData name="Soumita Sengupta" userId="4afa6ce1-cb01-46c2-8538-4650222f0c96" providerId="ADAL" clId="{0A78EE60-BBCD-4A76-81BC-E7FB80E1D58E}" dt="2021-08-23T11:52:31.189" v="1009" actId="700"/>
          <ac:spMkLst>
            <pc:docMk/>
            <pc:sldMk cId="3641482099" sldId="1421"/>
            <ac:spMk id="4" creationId="{00000000-0000-0000-0000-000000000000}"/>
          </ac:spMkLst>
        </pc:spChg>
        <pc:spChg chg="add del mod ord">
          <ac:chgData name="Soumita Sengupta" userId="4afa6ce1-cb01-46c2-8538-4650222f0c96" providerId="ADAL" clId="{0A78EE60-BBCD-4A76-81BC-E7FB80E1D58E}" dt="2021-08-23T11:52:49.608" v="1013" actId="478"/>
          <ac:spMkLst>
            <pc:docMk/>
            <pc:sldMk cId="3641482099" sldId="1421"/>
            <ac:spMk id="5" creationId="{FDEB54AE-F75C-4B67-8B03-D68ACB000849}"/>
          </ac:spMkLst>
        </pc:spChg>
        <pc:spChg chg="add del mod ord">
          <ac:chgData name="Soumita Sengupta" userId="4afa6ce1-cb01-46c2-8538-4650222f0c96" providerId="ADAL" clId="{0A78EE60-BBCD-4A76-81BC-E7FB80E1D58E}" dt="2021-08-23T11:52:35.450" v="1010" actId="478"/>
          <ac:spMkLst>
            <pc:docMk/>
            <pc:sldMk cId="3641482099" sldId="1421"/>
            <ac:spMk id="6" creationId="{C399AC79-3D51-4771-AE12-D165ECD32967}"/>
          </ac:spMkLst>
        </pc:spChg>
        <pc:spChg chg="del mod">
          <ac:chgData name="Soumita Sengupta" userId="4afa6ce1-cb01-46c2-8538-4650222f0c96" providerId="ADAL" clId="{0A78EE60-BBCD-4A76-81BC-E7FB80E1D58E}" dt="2021-08-23T09:09:29.538" v="387"/>
          <ac:spMkLst>
            <pc:docMk/>
            <pc:sldMk cId="3641482099" sldId="1421"/>
            <ac:spMk id="7" creationId="{00000000-0000-0000-0000-000000000000}"/>
          </ac:spMkLst>
        </pc:spChg>
        <pc:spChg chg="del">
          <ac:chgData name="Soumita Sengupta" userId="4afa6ce1-cb01-46c2-8538-4650222f0c96" providerId="ADAL" clId="{0A78EE60-BBCD-4A76-81BC-E7FB80E1D58E}" dt="2021-08-23T11:52:46.233" v="1012" actId="478"/>
          <ac:spMkLst>
            <pc:docMk/>
            <pc:sldMk cId="3641482099" sldId="1421"/>
            <ac:spMk id="8" creationId="{00000000-0000-0000-0000-000000000000}"/>
          </ac:spMkLst>
        </pc:spChg>
        <pc:spChg chg="mod ord">
          <ac:chgData name="Soumita Sengupta" userId="4afa6ce1-cb01-46c2-8538-4650222f0c96" providerId="ADAL" clId="{0A78EE60-BBCD-4A76-81BC-E7FB80E1D58E}" dt="2021-08-23T11:52:31.189" v="1009" actId="700"/>
          <ac:spMkLst>
            <pc:docMk/>
            <pc:sldMk cId="3641482099" sldId="1421"/>
            <ac:spMk id="9" creationId="{00000000-0000-0000-0000-000000000000}"/>
          </ac:spMkLst>
        </pc:spChg>
        <pc:spChg chg="add del">
          <ac:chgData name="Soumita Sengupta" userId="4afa6ce1-cb01-46c2-8538-4650222f0c96" providerId="ADAL" clId="{0A78EE60-BBCD-4A76-81BC-E7FB80E1D58E}" dt="2021-08-23T09:09:39.484" v="389" actId="22"/>
          <ac:spMkLst>
            <pc:docMk/>
            <pc:sldMk cId="3641482099" sldId="1421"/>
            <ac:spMk id="10" creationId="{FE397D5A-3935-4E48-BB78-90A802EF96A6}"/>
          </ac:spMkLst>
        </pc:spChg>
        <pc:spChg chg="add mod">
          <ac:chgData name="Soumita Sengupta" userId="4afa6ce1-cb01-46c2-8538-4650222f0c96" providerId="ADAL" clId="{0A78EE60-BBCD-4A76-81BC-E7FB80E1D58E}" dt="2021-08-23T11:52:58.964" v="1016" actId="1076"/>
          <ac:spMkLst>
            <pc:docMk/>
            <pc:sldMk cId="3641482099" sldId="1421"/>
            <ac:spMk id="11" creationId="{72DFE88F-9300-4DED-B7C5-6DC75B8FEE13}"/>
          </ac:spMkLst>
        </pc:spChg>
        <pc:spChg chg="mod">
          <ac:chgData name="Soumita Sengupta" userId="4afa6ce1-cb01-46c2-8538-4650222f0c96" providerId="ADAL" clId="{0A78EE60-BBCD-4A76-81BC-E7FB80E1D58E}" dt="2021-08-23T11:52:56.027" v="1015" actId="1076"/>
          <ac:spMkLst>
            <pc:docMk/>
            <pc:sldMk cId="3641482099" sldId="1421"/>
            <ac:spMk id="12" creationId="{22D153AA-7C04-4067-8571-D3BD8013E971}"/>
          </ac:spMkLst>
        </pc:spChg>
      </pc:sldChg>
      <pc:sldChg chg="addSp delSp modSp add mod modClrScheme chgLayout">
        <pc:chgData name="Soumita Sengupta" userId="4afa6ce1-cb01-46c2-8538-4650222f0c96" providerId="ADAL" clId="{0A78EE60-BBCD-4A76-81BC-E7FB80E1D58E}" dt="2021-08-23T11:53:17.898" v="1020" actId="478"/>
        <pc:sldMkLst>
          <pc:docMk/>
          <pc:sldMk cId="3474625581" sldId="1422"/>
        </pc:sldMkLst>
        <pc:spChg chg="mod ord">
          <ac:chgData name="Soumita Sengupta" userId="4afa6ce1-cb01-46c2-8538-4650222f0c96" providerId="ADAL" clId="{0A78EE60-BBCD-4A76-81BC-E7FB80E1D58E}" dt="2021-08-23T11:53:09.733" v="1017" actId="700"/>
          <ac:spMkLst>
            <pc:docMk/>
            <pc:sldMk cId="3474625581" sldId="1422"/>
            <ac:spMk id="4" creationId="{00000000-0000-0000-0000-000000000000}"/>
          </ac:spMkLst>
        </pc:spChg>
        <pc:spChg chg="add del mod ord">
          <ac:chgData name="Soumita Sengupta" userId="4afa6ce1-cb01-46c2-8538-4650222f0c96" providerId="ADAL" clId="{0A78EE60-BBCD-4A76-81BC-E7FB80E1D58E}" dt="2021-08-23T11:53:17.898" v="1020" actId="478"/>
          <ac:spMkLst>
            <pc:docMk/>
            <pc:sldMk cId="3474625581" sldId="1422"/>
            <ac:spMk id="5" creationId="{F04A1AB5-FD95-4EEF-BF3C-B7473878E02F}"/>
          </ac:spMkLst>
        </pc:spChg>
        <pc:spChg chg="add del mod ord">
          <ac:chgData name="Soumita Sengupta" userId="4afa6ce1-cb01-46c2-8538-4650222f0c96" providerId="ADAL" clId="{0A78EE60-BBCD-4A76-81BC-E7FB80E1D58E}" dt="2021-08-23T11:53:13.614" v="1018" actId="478"/>
          <ac:spMkLst>
            <pc:docMk/>
            <pc:sldMk cId="3474625581" sldId="1422"/>
            <ac:spMk id="6" creationId="{2EE7E668-D09D-4AE9-9F7E-C9A2C8365D2F}"/>
          </ac:spMkLst>
        </pc:spChg>
        <pc:spChg chg="mod ord">
          <ac:chgData name="Soumita Sengupta" userId="4afa6ce1-cb01-46c2-8538-4650222f0c96" providerId="ADAL" clId="{0A78EE60-BBCD-4A76-81BC-E7FB80E1D58E}" dt="2021-08-23T11:53:09.733" v="1017" actId="700"/>
          <ac:spMkLst>
            <pc:docMk/>
            <pc:sldMk cId="3474625581" sldId="1422"/>
            <ac:spMk id="9" creationId="{00000000-0000-0000-0000-000000000000}"/>
          </ac:spMkLst>
        </pc:spChg>
        <pc:spChg chg="add del">
          <ac:chgData name="Soumita Sengupta" userId="4afa6ce1-cb01-46c2-8538-4650222f0c96" providerId="ADAL" clId="{0A78EE60-BBCD-4A76-81BC-E7FB80E1D58E}" dt="2021-08-23T09:55:41.036" v="423" actId="22"/>
          <ac:spMkLst>
            <pc:docMk/>
            <pc:sldMk cId="3474625581" sldId="1422"/>
            <ac:spMk id="10" creationId="{D988C8D0-71F3-4E89-ABEC-B842388EA216}"/>
          </ac:spMkLst>
        </pc:spChg>
        <pc:spChg chg="del mod">
          <ac:chgData name="Soumita Sengupta" userId="4afa6ce1-cb01-46c2-8538-4650222f0c96" providerId="ADAL" clId="{0A78EE60-BBCD-4A76-81BC-E7FB80E1D58E}" dt="2021-08-23T09:55:19.162" v="419"/>
          <ac:spMkLst>
            <pc:docMk/>
            <pc:sldMk cId="3474625581" sldId="1422"/>
            <ac:spMk id="11" creationId="{72DFE88F-9300-4DED-B7C5-6DC75B8FEE13}"/>
          </ac:spMkLst>
        </pc:spChg>
        <pc:spChg chg="add mod">
          <ac:chgData name="Soumita Sengupta" userId="4afa6ce1-cb01-46c2-8538-4650222f0c96" providerId="ADAL" clId="{0A78EE60-BBCD-4A76-81BC-E7FB80E1D58E}" dt="2021-08-23T09:55:51.625" v="428" actId="1076"/>
          <ac:spMkLst>
            <pc:docMk/>
            <pc:sldMk cId="3474625581" sldId="1422"/>
            <ac:spMk id="13" creationId="{8AACE167-0640-4E6C-933F-E5095A52BDDA}"/>
          </ac:spMkLst>
        </pc:spChg>
        <pc:picChg chg="add mod">
          <ac:chgData name="Soumita Sengupta" userId="4afa6ce1-cb01-46c2-8538-4650222f0c96" providerId="ADAL" clId="{0A78EE60-BBCD-4A76-81BC-E7FB80E1D58E}" dt="2021-08-23T09:56:07.287" v="431" actId="1076"/>
          <ac:picMkLst>
            <pc:docMk/>
            <pc:sldMk cId="3474625581" sldId="1422"/>
            <ac:picMk id="7" creationId="{10E488C1-6605-4F10-9035-A2DEDBFE3F45}"/>
          </ac:picMkLst>
        </pc:picChg>
      </pc:sldChg>
      <pc:sldChg chg="modSp add mod">
        <pc:chgData name="Soumita Sengupta" userId="4afa6ce1-cb01-46c2-8538-4650222f0c96" providerId="ADAL" clId="{0A78EE60-BBCD-4A76-81BC-E7FB80E1D58E}" dt="2021-08-23T09:57:06.020" v="439" actId="1076"/>
        <pc:sldMkLst>
          <pc:docMk/>
          <pc:sldMk cId="1290964860" sldId="1423"/>
        </pc:sldMkLst>
        <pc:spChg chg="mod">
          <ac:chgData name="Soumita Sengupta" userId="4afa6ce1-cb01-46c2-8538-4650222f0c96" providerId="ADAL" clId="{0A78EE60-BBCD-4A76-81BC-E7FB80E1D58E}" dt="2021-08-23T09:57:06.020" v="439" actId="1076"/>
          <ac:spMkLst>
            <pc:docMk/>
            <pc:sldMk cId="1290964860" sldId="1423"/>
            <ac:spMk id="2" creationId="{57983F62-BBB9-431B-A37F-BDA0DC7153F6}"/>
          </ac:spMkLst>
        </pc:spChg>
      </pc:sldChg>
      <pc:sldChg chg="addSp delSp modSp add mod modClrScheme chgLayout">
        <pc:chgData name="Soumita Sengupta" userId="4afa6ce1-cb01-46c2-8538-4650222f0c96" providerId="ADAL" clId="{0A78EE60-BBCD-4A76-81BC-E7FB80E1D58E}" dt="2021-08-23T11:53:52.736" v="1031" actId="1076"/>
        <pc:sldMkLst>
          <pc:docMk/>
          <pc:sldMk cId="160926858" sldId="1424"/>
        </pc:sldMkLst>
        <pc:spChg chg="add del mod ord">
          <ac:chgData name="Soumita Sengupta" userId="4afa6ce1-cb01-46c2-8538-4650222f0c96" providerId="ADAL" clId="{0A78EE60-BBCD-4A76-81BC-E7FB80E1D58E}" dt="2021-08-23T11:53:33.726" v="1024" actId="478"/>
          <ac:spMkLst>
            <pc:docMk/>
            <pc:sldMk cId="160926858" sldId="1424"/>
            <ac:spMk id="2" creationId="{B8DC2D32-DEBA-4D1B-8243-2B5DB1FEBFBB}"/>
          </ac:spMkLst>
        </pc:spChg>
        <pc:spChg chg="add del mod ord">
          <ac:chgData name="Soumita Sengupta" userId="4afa6ce1-cb01-46c2-8538-4650222f0c96" providerId="ADAL" clId="{0A78EE60-BBCD-4A76-81BC-E7FB80E1D58E}" dt="2021-08-23T11:53:39.377" v="1025" actId="478"/>
          <ac:spMkLst>
            <pc:docMk/>
            <pc:sldMk cId="160926858" sldId="1424"/>
            <ac:spMk id="3" creationId="{BDE0462B-4718-4622-BCB5-3E165D4934DF}"/>
          </ac:spMkLst>
        </pc:spChg>
        <pc:spChg chg="mod ord">
          <ac:chgData name="Soumita Sengupta" userId="4afa6ce1-cb01-46c2-8538-4650222f0c96" providerId="ADAL" clId="{0A78EE60-BBCD-4A76-81BC-E7FB80E1D58E}" dt="2021-08-23T11:53:26.034" v="1021" actId="700"/>
          <ac:spMkLst>
            <pc:docMk/>
            <pc:sldMk cId="160926858" sldId="1424"/>
            <ac:spMk id="4" creationId="{00000000-0000-0000-0000-000000000000}"/>
          </ac:spMkLst>
        </pc:spChg>
        <pc:spChg chg="mod ord">
          <ac:chgData name="Soumita Sengupta" userId="4afa6ce1-cb01-46c2-8538-4650222f0c96" providerId="ADAL" clId="{0A78EE60-BBCD-4A76-81BC-E7FB80E1D58E}" dt="2021-08-23T11:53:26.034" v="1021" actId="700"/>
          <ac:spMkLst>
            <pc:docMk/>
            <pc:sldMk cId="160926858" sldId="1424"/>
            <ac:spMk id="9" creationId="{00000000-0000-0000-0000-000000000000}"/>
          </ac:spMkLst>
        </pc:spChg>
        <pc:spChg chg="mod">
          <ac:chgData name="Soumita Sengupta" userId="4afa6ce1-cb01-46c2-8538-4650222f0c96" providerId="ADAL" clId="{0A78EE60-BBCD-4A76-81BC-E7FB80E1D58E}" dt="2021-08-23T11:53:43.141" v="1026" actId="1076"/>
          <ac:spMkLst>
            <pc:docMk/>
            <pc:sldMk cId="160926858" sldId="1424"/>
            <ac:spMk id="11" creationId="{72DFE88F-9300-4DED-B7C5-6DC75B8FEE13}"/>
          </ac:spMkLst>
        </pc:spChg>
        <pc:spChg chg="add del mod">
          <ac:chgData name="Soumita Sengupta" userId="4afa6ce1-cb01-46c2-8538-4650222f0c96" providerId="ADAL" clId="{0A78EE60-BBCD-4A76-81BC-E7FB80E1D58E}" dt="2021-08-23T11:53:30.514" v="1023" actId="478"/>
          <ac:spMkLst>
            <pc:docMk/>
            <pc:sldMk cId="160926858" sldId="1424"/>
            <ac:spMk id="12" creationId="{22D153AA-7C04-4067-8571-D3BD8013E971}"/>
          </ac:spMkLst>
        </pc:spChg>
        <pc:picChg chg="add mod">
          <ac:chgData name="Soumita Sengupta" userId="4afa6ce1-cb01-46c2-8538-4650222f0c96" providerId="ADAL" clId="{0A78EE60-BBCD-4A76-81BC-E7FB80E1D58E}" dt="2021-08-23T11:53:52.736" v="1031" actId="1076"/>
          <ac:picMkLst>
            <pc:docMk/>
            <pc:sldMk cId="160926858" sldId="1424"/>
            <ac:picMk id="7" creationId="{A23C111A-4101-439A-ABE1-5A83264C65D6}"/>
          </ac:picMkLst>
        </pc:picChg>
      </pc:sldChg>
      <pc:sldChg chg="add del">
        <pc:chgData name="Soumita Sengupta" userId="4afa6ce1-cb01-46c2-8538-4650222f0c96" providerId="ADAL" clId="{0A78EE60-BBCD-4A76-81BC-E7FB80E1D58E}" dt="2021-08-23T09:56:34.388" v="434" actId="47"/>
        <pc:sldMkLst>
          <pc:docMk/>
          <pc:sldMk cId="282403262" sldId="1424"/>
        </pc:sldMkLst>
      </pc:sldChg>
      <pc:sldChg chg="addSp delSp modSp add mod modClrScheme chgLayout">
        <pc:chgData name="Soumita Sengupta" userId="4afa6ce1-cb01-46c2-8538-4650222f0c96" providerId="ADAL" clId="{0A78EE60-BBCD-4A76-81BC-E7FB80E1D58E}" dt="2021-08-23T11:54:44.707" v="1046" actId="1076"/>
        <pc:sldMkLst>
          <pc:docMk/>
          <pc:sldMk cId="3344684391" sldId="1425"/>
        </pc:sldMkLst>
        <pc:spChg chg="add del mod ord">
          <ac:chgData name="Soumita Sengupta" userId="4afa6ce1-cb01-46c2-8538-4650222f0c96" providerId="ADAL" clId="{0A78EE60-BBCD-4A76-81BC-E7FB80E1D58E}" dt="2021-08-23T11:54:13.271" v="1033" actId="478"/>
          <ac:spMkLst>
            <pc:docMk/>
            <pc:sldMk cId="3344684391" sldId="1425"/>
            <ac:spMk id="2" creationId="{FC5A867E-66F2-4147-8D0A-43783156A757}"/>
          </ac:spMkLst>
        </pc:spChg>
        <pc:spChg chg="add del mod ord">
          <ac:chgData name="Soumita Sengupta" userId="4afa6ce1-cb01-46c2-8538-4650222f0c96" providerId="ADAL" clId="{0A78EE60-BBCD-4A76-81BC-E7FB80E1D58E}" dt="2021-08-23T11:54:02.513" v="1032" actId="478"/>
          <ac:spMkLst>
            <pc:docMk/>
            <pc:sldMk cId="3344684391" sldId="1425"/>
            <ac:spMk id="3" creationId="{899B94CD-77D0-4DE0-A4E5-33D05D5CEAAD}"/>
          </ac:spMkLst>
        </pc:spChg>
        <pc:spChg chg="mod ord">
          <ac:chgData name="Soumita Sengupta" userId="4afa6ce1-cb01-46c2-8538-4650222f0c96" providerId="ADAL" clId="{0A78EE60-BBCD-4A76-81BC-E7FB80E1D58E}" dt="2021-08-23T11:53:26.034" v="1021" actId="700"/>
          <ac:spMkLst>
            <pc:docMk/>
            <pc:sldMk cId="3344684391" sldId="1425"/>
            <ac:spMk id="4" creationId="{00000000-0000-0000-0000-000000000000}"/>
          </ac:spMkLst>
        </pc:spChg>
        <pc:spChg chg="mod ord">
          <ac:chgData name="Soumita Sengupta" userId="4afa6ce1-cb01-46c2-8538-4650222f0c96" providerId="ADAL" clId="{0A78EE60-BBCD-4A76-81BC-E7FB80E1D58E}" dt="2021-08-23T11:53:26.034" v="1021" actId="700"/>
          <ac:spMkLst>
            <pc:docMk/>
            <pc:sldMk cId="3344684391" sldId="1425"/>
            <ac:spMk id="9" creationId="{00000000-0000-0000-0000-000000000000}"/>
          </ac:spMkLst>
        </pc:spChg>
        <pc:spChg chg="mod">
          <ac:chgData name="Soumita Sengupta" userId="4afa6ce1-cb01-46c2-8538-4650222f0c96" providerId="ADAL" clId="{0A78EE60-BBCD-4A76-81BC-E7FB80E1D58E}" dt="2021-08-23T11:54:17.503" v="1034" actId="1076"/>
          <ac:spMkLst>
            <pc:docMk/>
            <pc:sldMk cId="3344684391" sldId="1425"/>
            <ac:spMk id="11" creationId="{72DFE88F-9300-4DED-B7C5-6DC75B8FEE13}"/>
          </ac:spMkLst>
        </pc:spChg>
        <pc:spChg chg="mod">
          <ac:chgData name="Soumita Sengupta" userId="4afa6ce1-cb01-46c2-8538-4650222f0c96" providerId="ADAL" clId="{0A78EE60-BBCD-4A76-81BC-E7FB80E1D58E}" dt="2021-08-23T10:08:16.061" v="465"/>
          <ac:spMkLst>
            <pc:docMk/>
            <pc:sldMk cId="3344684391" sldId="1425"/>
            <ac:spMk id="12" creationId="{22D153AA-7C04-4067-8571-D3BD8013E971}"/>
          </ac:spMkLst>
        </pc:spChg>
        <pc:picChg chg="del">
          <ac:chgData name="Soumita Sengupta" userId="4afa6ce1-cb01-46c2-8538-4650222f0c96" providerId="ADAL" clId="{0A78EE60-BBCD-4A76-81BC-E7FB80E1D58E}" dt="2021-08-23T10:08:21.213" v="466" actId="478"/>
          <ac:picMkLst>
            <pc:docMk/>
            <pc:sldMk cId="3344684391" sldId="1425"/>
            <ac:picMk id="7" creationId="{A23C111A-4101-439A-ABE1-5A83264C65D6}"/>
          </ac:picMkLst>
        </pc:picChg>
        <pc:picChg chg="add mod">
          <ac:chgData name="Soumita Sengupta" userId="4afa6ce1-cb01-46c2-8538-4650222f0c96" providerId="ADAL" clId="{0A78EE60-BBCD-4A76-81BC-E7FB80E1D58E}" dt="2021-08-23T11:54:42.680" v="1045" actId="1076"/>
          <ac:picMkLst>
            <pc:docMk/>
            <pc:sldMk cId="3344684391" sldId="1425"/>
            <ac:picMk id="10" creationId="{9AFC5167-B4A1-420A-B33C-A8EFA45875E8}"/>
          </ac:picMkLst>
        </pc:picChg>
        <pc:picChg chg="add mod">
          <ac:chgData name="Soumita Sengupta" userId="4afa6ce1-cb01-46c2-8538-4650222f0c96" providerId="ADAL" clId="{0A78EE60-BBCD-4A76-81BC-E7FB80E1D58E}" dt="2021-08-23T11:54:44.707" v="1046" actId="1076"/>
          <ac:picMkLst>
            <pc:docMk/>
            <pc:sldMk cId="3344684391" sldId="1425"/>
            <ac:picMk id="13" creationId="{64E05E30-9487-4497-8FFD-99DF5C12457B}"/>
          </ac:picMkLst>
        </pc:picChg>
        <pc:picChg chg="add mod">
          <ac:chgData name="Soumita Sengupta" userId="4afa6ce1-cb01-46c2-8538-4650222f0c96" providerId="ADAL" clId="{0A78EE60-BBCD-4A76-81BC-E7FB80E1D58E}" dt="2021-08-23T11:54:40.408" v="1044" actId="1076"/>
          <ac:picMkLst>
            <pc:docMk/>
            <pc:sldMk cId="3344684391" sldId="1425"/>
            <ac:picMk id="14" creationId="{BBACCA3A-51A9-4082-958A-7DA7AA429684}"/>
          </ac:picMkLst>
        </pc:picChg>
      </pc:sldChg>
      <pc:sldChg chg="modSp add mod">
        <pc:chgData name="Soumita Sengupta" userId="4afa6ce1-cb01-46c2-8538-4650222f0c96" providerId="ADAL" clId="{0A78EE60-BBCD-4A76-81BC-E7FB80E1D58E}" dt="2021-08-23T10:10:19.744" v="514" actId="20577"/>
        <pc:sldMkLst>
          <pc:docMk/>
          <pc:sldMk cId="2759214351" sldId="1426"/>
        </pc:sldMkLst>
        <pc:spChg chg="mod">
          <ac:chgData name="Soumita Sengupta" userId="4afa6ce1-cb01-46c2-8538-4650222f0c96" providerId="ADAL" clId="{0A78EE60-BBCD-4A76-81BC-E7FB80E1D58E}" dt="2021-08-23T10:10:19.744" v="514" actId="20577"/>
          <ac:spMkLst>
            <pc:docMk/>
            <pc:sldMk cId="2759214351" sldId="1426"/>
            <ac:spMk id="2" creationId="{57983F62-BBB9-431B-A37F-BDA0DC7153F6}"/>
          </ac:spMkLst>
        </pc:spChg>
      </pc:sldChg>
      <pc:sldChg chg="addSp delSp modSp add mod modClrScheme chgLayout">
        <pc:chgData name="Soumita Sengupta" userId="4afa6ce1-cb01-46c2-8538-4650222f0c96" providerId="ADAL" clId="{0A78EE60-BBCD-4A76-81BC-E7FB80E1D58E}" dt="2021-08-23T11:55:06.140" v="1049" actId="478"/>
        <pc:sldMkLst>
          <pc:docMk/>
          <pc:sldMk cId="2419167630" sldId="1427"/>
        </pc:sldMkLst>
        <pc:spChg chg="add del mod ord">
          <ac:chgData name="Soumita Sengupta" userId="4afa6ce1-cb01-46c2-8538-4650222f0c96" providerId="ADAL" clId="{0A78EE60-BBCD-4A76-81BC-E7FB80E1D58E}" dt="2021-08-23T11:55:06.140" v="1049" actId="478"/>
          <ac:spMkLst>
            <pc:docMk/>
            <pc:sldMk cId="2419167630" sldId="1427"/>
            <ac:spMk id="2" creationId="{E6B9F8D8-0E14-4E2E-B350-2D6B84CC9ECF}"/>
          </ac:spMkLst>
        </pc:spChg>
        <pc:spChg chg="add del mod ord">
          <ac:chgData name="Soumita Sengupta" userId="4afa6ce1-cb01-46c2-8538-4650222f0c96" providerId="ADAL" clId="{0A78EE60-BBCD-4A76-81BC-E7FB80E1D58E}" dt="2021-08-23T11:55:03.575" v="1048" actId="478"/>
          <ac:spMkLst>
            <pc:docMk/>
            <pc:sldMk cId="2419167630" sldId="1427"/>
            <ac:spMk id="3" creationId="{0394B356-194A-4FA9-AF4A-45F6E8D21CAE}"/>
          </ac:spMkLst>
        </pc:spChg>
        <pc:spChg chg="mod ord">
          <ac:chgData name="Soumita Sengupta" userId="4afa6ce1-cb01-46c2-8538-4650222f0c96" providerId="ADAL" clId="{0A78EE60-BBCD-4A76-81BC-E7FB80E1D58E}" dt="2021-08-23T11:54:59.287" v="1047" actId="700"/>
          <ac:spMkLst>
            <pc:docMk/>
            <pc:sldMk cId="2419167630" sldId="1427"/>
            <ac:spMk id="4" creationId="{00000000-0000-0000-0000-000000000000}"/>
          </ac:spMkLst>
        </pc:spChg>
        <pc:spChg chg="mod ord">
          <ac:chgData name="Soumita Sengupta" userId="4afa6ce1-cb01-46c2-8538-4650222f0c96" providerId="ADAL" clId="{0A78EE60-BBCD-4A76-81BC-E7FB80E1D58E}" dt="2021-08-23T11:54:59.287" v="1047" actId="700"/>
          <ac:spMkLst>
            <pc:docMk/>
            <pc:sldMk cId="2419167630" sldId="1427"/>
            <ac:spMk id="9" creationId="{00000000-0000-0000-0000-000000000000}"/>
          </ac:spMkLst>
        </pc:spChg>
        <pc:spChg chg="mod">
          <ac:chgData name="Soumita Sengupta" userId="4afa6ce1-cb01-46c2-8538-4650222f0c96" providerId="ADAL" clId="{0A78EE60-BBCD-4A76-81BC-E7FB80E1D58E}" dt="2021-08-23T10:12:05.747" v="541" actId="5793"/>
          <ac:spMkLst>
            <pc:docMk/>
            <pc:sldMk cId="2419167630" sldId="1427"/>
            <ac:spMk id="11" creationId="{72DFE88F-9300-4DED-B7C5-6DC75B8FEE13}"/>
          </ac:spMkLst>
        </pc:spChg>
        <pc:spChg chg="mod">
          <ac:chgData name="Soumita Sengupta" userId="4afa6ce1-cb01-46c2-8538-4650222f0c96" providerId="ADAL" clId="{0A78EE60-BBCD-4A76-81BC-E7FB80E1D58E}" dt="2021-08-23T10:11:11.486" v="519" actId="14100"/>
          <ac:spMkLst>
            <pc:docMk/>
            <pc:sldMk cId="2419167630" sldId="1427"/>
            <ac:spMk id="12" creationId="{22D153AA-7C04-4067-8571-D3BD8013E971}"/>
          </ac:spMkLst>
        </pc:spChg>
        <pc:picChg chg="del">
          <ac:chgData name="Soumita Sengupta" userId="4afa6ce1-cb01-46c2-8538-4650222f0c96" providerId="ADAL" clId="{0A78EE60-BBCD-4A76-81BC-E7FB80E1D58E}" dt="2021-08-23T10:11:19.523" v="521" actId="478"/>
          <ac:picMkLst>
            <pc:docMk/>
            <pc:sldMk cId="2419167630" sldId="1427"/>
            <ac:picMk id="10" creationId="{9AFC5167-B4A1-420A-B33C-A8EFA45875E8}"/>
          </ac:picMkLst>
        </pc:picChg>
        <pc:picChg chg="del">
          <ac:chgData name="Soumita Sengupta" userId="4afa6ce1-cb01-46c2-8538-4650222f0c96" providerId="ADAL" clId="{0A78EE60-BBCD-4A76-81BC-E7FB80E1D58E}" dt="2021-08-23T10:11:17.563" v="520" actId="478"/>
          <ac:picMkLst>
            <pc:docMk/>
            <pc:sldMk cId="2419167630" sldId="1427"/>
            <ac:picMk id="13" creationId="{64E05E30-9487-4497-8FFD-99DF5C12457B}"/>
          </ac:picMkLst>
        </pc:picChg>
        <pc:picChg chg="del">
          <ac:chgData name="Soumita Sengupta" userId="4afa6ce1-cb01-46c2-8538-4650222f0c96" providerId="ADAL" clId="{0A78EE60-BBCD-4A76-81BC-E7FB80E1D58E}" dt="2021-08-23T10:11:20.460" v="522" actId="478"/>
          <ac:picMkLst>
            <pc:docMk/>
            <pc:sldMk cId="2419167630" sldId="1427"/>
            <ac:picMk id="14" creationId="{BBACCA3A-51A9-4082-958A-7DA7AA429684}"/>
          </ac:picMkLst>
        </pc:picChg>
      </pc:sldChg>
      <pc:sldChg chg="addSp delSp modSp add mod modClrScheme chgLayout">
        <pc:chgData name="Soumita Sengupta" userId="4afa6ce1-cb01-46c2-8538-4650222f0c96" providerId="ADAL" clId="{0A78EE60-BBCD-4A76-81BC-E7FB80E1D58E}" dt="2021-08-23T11:55:26.842" v="1052" actId="478"/>
        <pc:sldMkLst>
          <pc:docMk/>
          <pc:sldMk cId="2239575331" sldId="1428"/>
        </pc:sldMkLst>
        <pc:spChg chg="mod ord">
          <ac:chgData name="Soumita Sengupta" userId="4afa6ce1-cb01-46c2-8538-4650222f0c96" providerId="ADAL" clId="{0A78EE60-BBCD-4A76-81BC-E7FB80E1D58E}" dt="2021-08-23T11:55:18.898" v="1050" actId="700"/>
          <ac:spMkLst>
            <pc:docMk/>
            <pc:sldMk cId="2239575331" sldId="1428"/>
            <ac:spMk id="4" creationId="{00000000-0000-0000-0000-000000000000}"/>
          </ac:spMkLst>
        </pc:spChg>
        <pc:spChg chg="add del mod ord">
          <ac:chgData name="Soumita Sengupta" userId="4afa6ce1-cb01-46c2-8538-4650222f0c96" providerId="ADAL" clId="{0A78EE60-BBCD-4A76-81BC-E7FB80E1D58E}" dt="2021-08-23T11:55:26.842" v="1052" actId="478"/>
          <ac:spMkLst>
            <pc:docMk/>
            <pc:sldMk cId="2239575331" sldId="1428"/>
            <ac:spMk id="5" creationId="{0027D141-6E0A-4D08-9E3E-88A9F3FAB47A}"/>
          </ac:spMkLst>
        </pc:spChg>
        <pc:spChg chg="add del mod ord">
          <ac:chgData name="Soumita Sengupta" userId="4afa6ce1-cb01-46c2-8538-4650222f0c96" providerId="ADAL" clId="{0A78EE60-BBCD-4A76-81BC-E7FB80E1D58E}" dt="2021-08-23T11:55:21.685" v="1051" actId="478"/>
          <ac:spMkLst>
            <pc:docMk/>
            <pc:sldMk cId="2239575331" sldId="1428"/>
            <ac:spMk id="6" creationId="{2ADC3AE3-B776-4E6A-8D69-A3657126BEA6}"/>
          </ac:spMkLst>
        </pc:spChg>
        <pc:spChg chg="mod ord">
          <ac:chgData name="Soumita Sengupta" userId="4afa6ce1-cb01-46c2-8538-4650222f0c96" providerId="ADAL" clId="{0A78EE60-BBCD-4A76-81BC-E7FB80E1D58E}" dt="2021-08-23T11:55:18.898" v="1050" actId="700"/>
          <ac:spMkLst>
            <pc:docMk/>
            <pc:sldMk cId="2239575331" sldId="1428"/>
            <ac:spMk id="9" creationId="{00000000-0000-0000-0000-000000000000}"/>
          </ac:spMkLst>
        </pc:spChg>
        <pc:spChg chg="add del">
          <ac:chgData name="Soumita Sengupta" userId="4afa6ce1-cb01-46c2-8538-4650222f0c96" providerId="ADAL" clId="{0A78EE60-BBCD-4A76-81BC-E7FB80E1D58E}" dt="2021-08-23T10:12:38.068" v="547" actId="22"/>
          <ac:spMkLst>
            <pc:docMk/>
            <pc:sldMk cId="2239575331" sldId="1428"/>
            <ac:spMk id="10" creationId="{920C2E4D-2DF1-44C7-88CD-2ECDEC88DB89}"/>
          </ac:spMkLst>
        </pc:spChg>
        <pc:spChg chg="del mod">
          <ac:chgData name="Soumita Sengupta" userId="4afa6ce1-cb01-46c2-8538-4650222f0c96" providerId="ADAL" clId="{0A78EE60-BBCD-4A76-81BC-E7FB80E1D58E}" dt="2021-08-23T10:12:18.422" v="545"/>
          <ac:spMkLst>
            <pc:docMk/>
            <pc:sldMk cId="2239575331" sldId="1428"/>
            <ac:spMk id="11" creationId="{72DFE88F-9300-4DED-B7C5-6DC75B8FEE13}"/>
          </ac:spMkLst>
        </pc:spChg>
        <pc:spChg chg="add mod">
          <ac:chgData name="Soumita Sengupta" userId="4afa6ce1-cb01-46c2-8538-4650222f0c96" providerId="ADAL" clId="{0A78EE60-BBCD-4A76-81BC-E7FB80E1D58E}" dt="2021-08-23T10:16:52.288" v="579" actId="948"/>
          <ac:spMkLst>
            <pc:docMk/>
            <pc:sldMk cId="2239575331" sldId="1428"/>
            <ac:spMk id="13" creationId="{8ACF8C8A-F9D5-420E-97AA-5EEBE37EDF45}"/>
          </ac:spMkLst>
        </pc:spChg>
        <pc:picChg chg="add mod">
          <ac:chgData name="Soumita Sengupta" userId="4afa6ce1-cb01-46c2-8538-4650222f0c96" providerId="ADAL" clId="{0A78EE60-BBCD-4A76-81BC-E7FB80E1D58E}" dt="2021-08-23T10:14:19.638" v="573" actId="1076"/>
          <ac:picMkLst>
            <pc:docMk/>
            <pc:sldMk cId="2239575331" sldId="1428"/>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21.719" v="1067" actId="1076"/>
        <pc:sldMkLst>
          <pc:docMk/>
          <pc:sldMk cId="304666948" sldId="1429"/>
        </pc:sldMkLst>
        <pc:spChg chg="add del mod ord">
          <ac:chgData name="Soumita Sengupta" userId="4afa6ce1-cb01-46c2-8538-4650222f0c96" providerId="ADAL" clId="{0A78EE60-BBCD-4A76-81BC-E7FB80E1D58E}" dt="2021-08-23T11:56:09.684" v="1062" actId="478"/>
          <ac:spMkLst>
            <pc:docMk/>
            <pc:sldMk cId="304666948" sldId="1429"/>
            <ac:spMk id="2" creationId="{32C2350F-3179-4444-9242-1C3ABF452289}"/>
          </ac:spMkLst>
        </pc:spChg>
        <pc:spChg chg="add del mod ord">
          <ac:chgData name="Soumita Sengupta" userId="4afa6ce1-cb01-46c2-8538-4650222f0c96" providerId="ADAL" clId="{0A78EE60-BBCD-4A76-81BC-E7FB80E1D58E}" dt="2021-08-23T11:55:36.217" v="1054" actId="478"/>
          <ac:spMkLst>
            <pc:docMk/>
            <pc:sldMk cId="304666948" sldId="1429"/>
            <ac:spMk id="3" creationId="{5AE222EF-B951-4F73-A17D-788F84584752}"/>
          </ac:spMkLst>
        </pc:spChg>
        <pc:spChg chg="mod ord">
          <ac:chgData name="Soumita Sengupta" userId="4afa6ce1-cb01-46c2-8538-4650222f0c96" providerId="ADAL" clId="{0A78EE60-BBCD-4A76-81BC-E7FB80E1D58E}" dt="2021-08-23T11:55:31.265" v="1053" actId="700"/>
          <ac:spMkLst>
            <pc:docMk/>
            <pc:sldMk cId="304666948" sldId="1429"/>
            <ac:spMk id="4" creationId="{00000000-0000-0000-0000-000000000000}"/>
          </ac:spMkLst>
        </pc:spChg>
        <pc:spChg chg="mod">
          <ac:chgData name="Soumita Sengupta" userId="4afa6ce1-cb01-46c2-8538-4650222f0c96" providerId="ADAL" clId="{0A78EE60-BBCD-4A76-81BC-E7FB80E1D58E}" dt="2021-08-23T11:56:02.748" v="1060" actId="1076"/>
          <ac:spMkLst>
            <pc:docMk/>
            <pc:sldMk cId="304666948" sldId="1429"/>
            <ac:spMk id="8" creationId="{00000000-0000-0000-0000-000000000000}"/>
          </ac:spMkLst>
        </pc:spChg>
        <pc:spChg chg="mod ord">
          <ac:chgData name="Soumita Sengupta" userId="4afa6ce1-cb01-46c2-8538-4650222f0c96" providerId="ADAL" clId="{0A78EE60-BBCD-4A76-81BC-E7FB80E1D58E}" dt="2021-08-23T11:55:31.265" v="1053" actId="700"/>
          <ac:spMkLst>
            <pc:docMk/>
            <pc:sldMk cId="304666948" sldId="1429"/>
            <ac:spMk id="9" creationId="{00000000-0000-0000-0000-000000000000}"/>
          </ac:spMkLst>
        </pc:spChg>
        <pc:spChg chg="add del mod">
          <ac:chgData name="Soumita Sengupta" userId="4afa6ce1-cb01-46c2-8538-4650222f0c96" providerId="ADAL" clId="{0A78EE60-BBCD-4A76-81BC-E7FB80E1D58E}" dt="2021-08-23T11:56:14.446" v="1063" actId="1076"/>
          <ac:spMkLst>
            <pc:docMk/>
            <pc:sldMk cId="304666948" sldId="1429"/>
            <ac:spMk id="12" creationId="{22D153AA-7C04-4067-8571-D3BD8013E971}"/>
          </ac:spMkLst>
        </pc:spChg>
        <pc:spChg chg="mod">
          <ac:chgData name="Soumita Sengupta" userId="4afa6ce1-cb01-46c2-8538-4650222f0c96" providerId="ADAL" clId="{0A78EE60-BBCD-4A76-81BC-E7FB80E1D58E}" dt="2021-08-23T10:17:46.039" v="585" actId="1076"/>
          <ac:spMkLst>
            <pc:docMk/>
            <pc:sldMk cId="304666948" sldId="1429"/>
            <ac:spMk id="13" creationId="{8ACF8C8A-F9D5-420E-97AA-5EEBE37EDF45}"/>
          </ac:spMkLst>
        </pc:spChg>
        <pc:picChg chg="add mod">
          <ac:chgData name="Soumita Sengupta" userId="4afa6ce1-cb01-46c2-8538-4650222f0c96" providerId="ADAL" clId="{0A78EE60-BBCD-4A76-81BC-E7FB80E1D58E}" dt="2021-08-23T11:56:21.719" v="1067" actId="1076"/>
          <ac:picMkLst>
            <pc:docMk/>
            <pc:sldMk cId="304666948" sldId="1429"/>
            <ac:picMk id="10" creationId="{D17F3FE0-B2B6-467E-A5E2-D1BD88FAECFE}"/>
          </ac:picMkLst>
        </pc:picChg>
        <pc:picChg chg="del">
          <ac:chgData name="Soumita Sengupta" userId="4afa6ce1-cb01-46c2-8538-4650222f0c96" providerId="ADAL" clId="{0A78EE60-BBCD-4A76-81BC-E7FB80E1D58E}" dt="2021-08-23T10:17:24.580" v="582" actId="478"/>
          <ac:picMkLst>
            <pc:docMk/>
            <pc:sldMk cId="304666948" sldId="1429"/>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46.910" v="1073" actId="1076"/>
        <pc:sldMkLst>
          <pc:docMk/>
          <pc:sldMk cId="1574462772" sldId="1430"/>
        </pc:sldMkLst>
        <pc:spChg chg="add del mod ord">
          <ac:chgData name="Soumita Sengupta" userId="4afa6ce1-cb01-46c2-8538-4650222f0c96" providerId="ADAL" clId="{0A78EE60-BBCD-4A76-81BC-E7FB80E1D58E}" dt="2021-08-23T11:56:40.321" v="1071" actId="478"/>
          <ac:spMkLst>
            <pc:docMk/>
            <pc:sldMk cId="1574462772" sldId="1430"/>
            <ac:spMk id="3" creationId="{AAEE869A-2E08-48BA-8A22-FFE23DA8D1C1}"/>
          </ac:spMkLst>
        </pc:spChg>
        <pc:spChg chg="mod ord">
          <ac:chgData name="Soumita Sengupta" userId="4afa6ce1-cb01-46c2-8538-4650222f0c96" providerId="ADAL" clId="{0A78EE60-BBCD-4A76-81BC-E7FB80E1D58E}" dt="2021-08-23T11:56:32.590" v="1068" actId="700"/>
          <ac:spMkLst>
            <pc:docMk/>
            <pc:sldMk cId="1574462772" sldId="1430"/>
            <ac:spMk id="4" creationId="{00000000-0000-0000-0000-000000000000}"/>
          </ac:spMkLst>
        </pc:spChg>
        <pc:spChg chg="add del mod ord">
          <ac:chgData name="Soumita Sengupta" userId="4afa6ce1-cb01-46c2-8538-4650222f0c96" providerId="ADAL" clId="{0A78EE60-BBCD-4A76-81BC-E7FB80E1D58E}" dt="2021-08-23T11:56:35.704" v="1069" actId="478"/>
          <ac:spMkLst>
            <pc:docMk/>
            <pc:sldMk cId="1574462772" sldId="1430"/>
            <ac:spMk id="5" creationId="{161B14BC-CEC9-4A64-92F2-92409DCBF7EA}"/>
          </ac:spMkLst>
        </pc:spChg>
        <pc:spChg chg="mod ord">
          <ac:chgData name="Soumita Sengupta" userId="4afa6ce1-cb01-46c2-8538-4650222f0c96" providerId="ADAL" clId="{0A78EE60-BBCD-4A76-81BC-E7FB80E1D58E}" dt="2021-08-23T11:56:32.590" v="1068" actId="700"/>
          <ac:spMkLst>
            <pc:docMk/>
            <pc:sldMk cId="1574462772" sldId="1430"/>
            <ac:spMk id="9" creationId="{00000000-0000-0000-0000-000000000000}"/>
          </ac:spMkLst>
        </pc:spChg>
        <pc:spChg chg="mod">
          <ac:chgData name="Soumita Sengupta" userId="4afa6ce1-cb01-46c2-8538-4650222f0c96" providerId="ADAL" clId="{0A78EE60-BBCD-4A76-81BC-E7FB80E1D58E}" dt="2021-08-23T11:56:44.486" v="1072" actId="1076"/>
          <ac:spMkLst>
            <pc:docMk/>
            <pc:sldMk cId="1574462772" sldId="1430"/>
            <ac:spMk id="13" creationId="{8ACF8C8A-F9D5-420E-97AA-5EEBE37EDF45}"/>
          </ac:spMkLst>
        </pc:spChg>
        <pc:graphicFrameChg chg="add del mod">
          <ac:chgData name="Soumita Sengupta" userId="4afa6ce1-cb01-46c2-8538-4650222f0c96" providerId="ADAL" clId="{0A78EE60-BBCD-4A76-81BC-E7FB80E1D58E}" dt="2021-08-23T10:18:26.903" v="596"/>
          <ac:graphicFrameMkLst>
            <pc:docMk/>
            <pc:sldMk cId="1574462772" sldId="1430"/>
            <ac:graphicFrameMk id="11" creationId="{15A4EA1F-7C38-4CCF-924B-514FC2DFAD84}"/>
          </ac:graphicFrameMkLst>
        </pc:graphicFrameChg>
        <pc:picChg chg="add mod">
          <ac:chgData name="Soumita Sengupta" userId="4afa6ce1-cb01-46c2-8538-4650222f0c96" providerId="ADAL" clId="{0A78EE60-BBCD-4A76-81BC-E7FB80E1D58E}" dt="2021-08-23T11:56:46.910" v="1073" actId="1076"/>
          <ac:picMkLst>
            <pc:docMk/>
            <pc:sldMk cId="1574462772" sldId="1430"/>
            <ac:picMk id="2" creationId="{8FFC2E21-1373-4335-A1AA-CCB37D571885}"/>
          </ac:picMkLst>
        </pc:picChg>
        <pc:picChg chg="del">
          <ac:chgData name="Soumita Sengupta" userId="4afa6ce1-cb01-46c2-8538-4650222f0c96" providerId="ADAL" clId="{0A78EE60-BBCD-4A76-81BC-E7FB80E1D58E}" dt="2021-08-23T10:18:23.269" v="594" actId="478"/>
          <ac:picMkLst>
            <pc:docMk/>
            <pc:sldMk cId="1574462772" sldId="1430"/>
            <ac:picMk id="10" creationId="{D17F3FE0-B2B6-467E-A5E2-D1BD88FAECFE}"/>
          </ac:picMkLst>
        </pc:picChg>
      </pc:sldChg>
      <pc:sldChg chg="addSp delSp modSp add mod modClrScheme chgLayout">
        <pc:chgData name="Soumita Sengupta" userId="4afa6ce1-cb01-46c2-8538-4650222f0c96" providerId="ADAL" clId="{0A78EE60-BBCD-4A76-81BC-E7FB80E1D58E}" dt="2021-08-23T11:57:00.465" v="1076" actId="478"/>
        <pc:sldMkLst>
          <pc:docMk/>
          <pc:sldMk cId="1672728295" sldId="1431"/>
        </pc:sldMkLst>
        <pc:spChg chg="add del mod ord">
          <ac:chgData name="Soumita Sengupta" userId="4afa6ce1-cb01-46c2-8538-4650222f0c96" providerId="ADAL" clId="{0A78EE60-BBCD-4A76-81BC-E7FB80E1D58E}" dt="2021-08-23T11:57:00.465" v="1076" actId="478"/>
          <ac:spMkLst>
            <pc:docMk/>
            <pc:sldMk cId="1672728295" sldId="1431"/>
            <ac:spMk id="3" creationId="{DAD72AA4-1B74-40BE-9954-01DB7EC86773}"/>
          </ac:spMkLst>
        </pc:spChg>
        <pc:spChg chg="mod ord">
          <ac:chgData name="Soumita Sengupta" userId="4afa6ce1-cb01-46c2-8538-4650222f0c96" providerId="ADAL" clId="{0A78EE60-BBCD-4A76-81BC-E7FB80E1D58E}" dt="2021-08-23T11:56:52.593" v="1074" actId="700"/>
          <ac:spMkLst>
            <pc:docMk/>
            <pc:sldMk cId="1672728295" sldId="1431"/>
            <ac:spMk id="4" creationId="{00000000-0000-0000-0000-000000000000}"/>
          </ac:spMkLst>
        </pc:spChg>
        <pc:spChg chg="add del mod ord">
          <ac:chgData name="Soumita Sengupta" userId="4afa6ce1-cb01-46c2-8538-4650222f0c96" providerId="ADAL" clId="{0A78EE60-BBCD-4A76-81BC-E7FB80E1D58E}" dt="2021-08-23T11:56:57.502" v="1075" actId="478"/>
          <ac:spMkLst>
            <pc:docMk/>
            <pc:sldMk cId="1672728295" sldId="1431"/>
            <ac:spMk id="5" creationId="{6B641390-7E32-4FA8-AD0B-CBE140AF1279}"/>
          </ac:spMkLst>
        </pc:spChg>
        <pc:spChg chg="mod ord">
          <ac:chgData name="Soumita Sengupta" userId="4afa6ce1-cb01-46c2-8538-4650222f0c96" providerId="ADAL" clId="{0A78EE60-BBCD-4A76-81BC-E7FB80E1D58E}" dt="2021-08-23T11:56:52.593" v="1074" actId="700"/>
          <ac:spMkLst>
            <pc:docMk/>
            <pc:sldMk cId="1672728295" sldId="1431"/>
            <ac:spMk id="9" creationId="{00000000-0000-0000-0000-000000000000}"/>
          </ac:spMkLst>
        </pc:spChg>
        <pc:graphicFrameChg chg="add mod modGraphic">
          <ac:chgData name="Soumita Sengupta" userId="4afa6ce1-cb01-46c2-8538-4650222f0c96" providerId="ADAL" clId="{0A78EE60-BBCD-4A76-81BC-E7FB80E1D58E}" dt="2021-08-23T10:21:11.374" v="616" actId="14100"/>
          <ac:graphicFrameMkLst>
            <pc:docMk/>
            <pc:sldMk cId="1672728295" sldId="1431"/>
            <ac:graphicFrameMk id="10" creationId="{A12279C7-33A8-4E95-BA7A-A7595445398C}"/>
          </ac:graphicFrameMkLst>
        </pc:graphicFrameChg>
        <pc:picChg chg="del">
          <ac:chgData name="Soumita Sengupta" userId="4afa6ce1-cb01-46c2-8538-4650222f0c96" providerId="ADAL" clId="{0A78EE60-BBCD-4A76-81BC-E7FB80E1D58E}" dt="2021-08-23T10:20:23.587" v="609" actId="478"/>
          <ac:picMkLst>
            <pc:docMk/>
            <pc:sldMk cId="1672728295" sldId="1431"/>
            <ac:picMk id="2" creationId="{8FFC2E21-1373-4335-A1AA-CCB37D571885}"/>
          </ac:picMkLst>
        </pc:picChg>
      </pc:sldChg>
      <pc:sldChg chg="addSp delSp modSp add mod modClrScheme chgLayout">
        <pc:chgData name="Soumita Sengupta" userId="4afa6ce1-cb01-46c2-8538-4650222f0c96" providerId="ADAL" clId="{0A78EE60-BBCD-4A76-81BC-E7FB80E1D58E}" dt="2021-08-23T11:57:34.475" v="1081" actId="1076"/>
        <pc:sldMkLst>
          <pc:docMk/>
          <pc:sldMk cId="2163140918" sldId="1432"/>
        </pc:sldMkLst>
        <pc:spChg chg="add del mod ord">
          <ac:chgData name="Soumita Sengupta" userId="4afa6ce1-cb01-46c2-8538-4650222f0c96" providerId="ADAL" clId="{0A78EE60-BBCD-4A76-81BC-E7FB80E1D58E}" dt="2021-08-23T11:57:31.246" v="1080" actId="478"/>
          <ac:spMkLst>
            <pc:docMk/>
            <pc:sldMk cId="2163140918" sldId="1432"/>
            <ac:spMk id="2" creationId="{465ADF43-9647-444D-B1A3-F3F0076DEC72}"/>
          </ac:spMkLst>
        </pc:spChg>
        <pc:spChg chg="add del mod ord">
          <ac:chgData name="Soumita Sengupta" userId="4afa6ce1-cb01-46c2-8538-4650222f0c96" providerId="ADAL" clId="{0A78EE60-BBCD-4A76-81BC-E7FB80E1D58E}" dt="2021-08-23T11:57:13.233" v="1078" actId="478"/>
          <ac:spMkLst>
            <pc:docMk/>
            <pc:sldMk cId="2163140918" sldId="1432"/>
            <ac:spMk id="3" creationId="{CD1DF70B-9E23-4048-82C2-659D549D06B3}"/>
          </ac:spMkLst>
        </pc:spChg>
        <pc:spChg chg="mod ord">
          <ac:chgData name="Soumita Sengupta" userId="4afa6ce1-cb01-46c2-8538-4650222f0c96" providerId="ADAL" clId="{0A78EE60-BBCD-4A76-81BC-E7FB80E1D58E}" dt="2021-08-23T11:57:10.502" v="1077" actId="700"/>
          <ac:spMkLst>
            <pc:docMk/>
            <pc:sldMk cId="2163140918" sldId="1432"/>
            <ac:spMk id="4" creationId="{00000000-0000-0000-0000-000000000000}"/>
          </ac:spMkLst>
        </pc:spChg>
        <pc:spChg chg="mod ord">
          <ac:chgData name="Soumita Sengupta" userId="4afa6ce1-cb01-46c2-8538-4650222f0c96" providerId="ADAL" clId="{0A78EE60-BBCD-4A76-81BC-E7FB80E1D58E}" dt="2021-08-23T11:57:10.502" v="1077" actId="700"/>
          <ac:spMkLst>
            <pc:docMk/>
            <pc:sldMk cId="2163140918" sldId="1432"/>
            <ac:spMk id="9" creationId="{00000000-0000-0000-0000-000000000000}"/>
          </ac:spMkLst>
        </pc:spChg>
        <pc:spChg chg="mod">
          <ac:chgData name="Soumita Sengupta" userId="4afa6ce1-cb01-46c2-8538-4650222f0c96" providerId="ADAL" clId="{0A78EE60-BBCD-4A76-81BC-E7FB80E1D58E}" dt="2021-08-23T11:57:34.475" v="1081" actId="1076"/>
          <ac:spMkLst>
            <pc:docMk/>
            <pc:sldMk cId="2163140918" sldId="1432"/>
            <ac:spMk id="12" creationId="{22D153AA-7C04-4067-8571-D3BD8013E971}"/>
          </ac:spMkLst>
        </pc:spChg>
        <pc:spChg chg="mod">
          <ac:chgData name="Soumita Sengupta" userId="4afa6ce1-cb01-46c2-8538-4650222f0c96" providerId="ADAL" clId="{0A78EE60-BBCD-4A76-81BC-E7FB80E1D58E}" dt="2021-08-23T10:25:24.167" v="631" actId="12"/>
          <ac:spMkLst>
            <pc:docMk/>
            <pc:sldMk cId="2163140918" sldId="1432"/>
            <ac:spMk id="13" creationId="{8ACF8C8A-F9D5-420E-97AA-5EEBE37EDF45}"/>
          </ac:spMkLst>
        </pc:spChg>
        <pc:picChg chg="del">
          <ac:chgData name="Soumita Sengupta" userId="4afa6ce1-cb01-46c2-8538-4650222f0c96" providerId="ADAL" clId="{0A78EE60-BBCD-4A76-81BC-E7FB80E1D58E}" dt="2021-08-23T10:24:20.677" v="618" actId="478"/>
          <ac:picMkLst>
            <pc:docMk/>
            <pc:sldMk cId="2163140918" sldId="1432"/>
            <ac:picMk id="10" creationId="{D17F3FE0-B2B6-467E-A5E2-D1BD88FAECFE}"/>
          </ac:picMkLst>
        </pc:picChg>
        <pc:picChg chg="add mod">
          <ac:chgData name="Soumita Sengupta" userId="4afa6ce1-cb01-46c2-8538-4650222f0c96" providerId="ADAL" clId="{0A78EE60-BBCD-4A76-81BC-E7FB80E1D58E}" dt="2021-08-23T10:25:14.891" v="630" actId="1076"/>
          <ac:picMkLst>
            <pc:docMk/>
            <pc:sldMk cId="2163140918" sldId="1432"/>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1:59:58.023" v="1087" actId="14100"/>
        <pc:sldMkLst>
          <pc:docMk/>
          <pc:sldMk cId="2231482636" sldId="1433"/>
        </pc:sldMkLst>
        <pc:spChg chg="mod ord">
          <ac:chgData name="Soumita Sengupta" userId="4afa6ce1-cb01-46c2-8538-4650222f0c96" providerId="ADAL" clId="{0A78EE60-BBCD-4A76-81BC-E7FB80E1D58E}" dt="2021-08-23T11:59:43.097" v="1082" actId="700"/>
          <ac:spMkLst>
            <pc:docMk/>
            <pc:sldMk cId="2231482636" sldId="1433"/>
            <ac:spMk id="4" creationId="{00000000-0000-0000-0000-000000000000}"/>
          </ac:spMkLst>
        </pc:spChg>
        <pc:spChg chg="add del mod ord">
          <ac:chgData name="Soumita Sengupta" userId="4afa6ce1-cb01-46c2-8538-4650222f0c96" providerId="ADAL" clId="{0A78EE60-BBCD-4A76-81BC-E7FB80E1D58E}" dt="2021-08-23T11:59:50.199" v="1084" actId="478"/>
          <ac:spMkLst>
            <pc:docMk/>
            <pc:sldMk cId="2231482636" sldId="1433"/>
            <ac:spMk id="7" creationId="{94E26495-5E99-4CAD-9C4A-DD17463E577F}"/>
          </ac:spMkLst>
        </pc:spChg>
        <pc:spChg chg="mod ord">
          <ac:chgData name="Soumita Sengupta" userId="4afa6ce1-cb01-46c2-8538-4650222f0c96" providerId="ADAL" clId="{0A78EE60-BBCD-4A76-81BC-E7FB80E1D58E}" dt="2021-08-23T11:59:43.097" v="1082" actId="700"/>
          <ac:spMkLst>
            <pc:docMk/>
            <pc:sldMk cId="2231482636" sldId="1433"/>
            <ac:spMk id="9" creationId="{00000000-0000-0000-0000-000000000000}"/>
          </ac:spMkLst>
        </pc:spChg>
        <pc:spChg chg="mod">
          <ac:chgData name="Soumita Sengupta" userId="4afa6ce1-cb01-46c2-8538-4650222f0c96" providerId="ADAL" clId="{0A78EE60-BBCD-4A76-81BC-E7FB80E1D58E}" dt="2021-08-23T10:28:05.469" v="633" actId="6549"/>
          <ac:spMkLst>
            <pc:docMk/>
            <pc:sldMk cId="2231482636" sldId="1433"/>
            <ac:spMk id="13" creationId="{8ACF8C8A-F9D5-420E-97AA-5EEBE37EDF45}"/>
          </ac:spMkLst>
        </pc:spChg>
        <pc:spChg chg="add del">
          <ac:chgData name="Soumita Sengupta" userId="4afa6ce1-cb01-46c2-8538-4650222f0c96" providerId="ADAL" clId="{0A78EE60-BBCD-4A76-81BC-E7FB80E1D58E}" dt="2021-08-23T10:28:23.395" v="638" actId="22"/>
          <ac:spMkLst>
            <pc:docMk/>
            <pc:sldMk cId="2231482636" sldId="1433"/>
            <ac:spMk id="14" creationId="{DD5623FD-1A0A-40C6-B90A-0866A808C323}"/>
          </ac:spMkLst>
        </pc:spChg>
        <pc:spChg chg="add mod">
          <ac:chgData name="Soumita Sengupta" userId="4afa6ce1-cb01-46c2-8538-4650222f0c96" providerId="ADAL" clId="{0A78EE60-BBCD-4A76-81BC-E7FB80E1D58E}" dt="2021-08-23T10:29:15.102" v="654" actId="1076"/>
          <ac:spMkLst>
            <pc:docMk/>
            <pc:sldMk cId="2231482636" sldId="1433"/>
            <ac:spMk id="15" creationId="{D35998FF-C74B-4C47-A881-2A0BB3239E0B}"/>
          </ac:spMkLst>
        </pc:spChg>
        <pc:spChg chg="add">
          <ac:chgData name="Soumita Sengupta" userId="4afa6ce1-cb01-46c2-8538-4650222f0c96" providerId="ADAL" clId="{0A78EE60-BBCD-4A76-81BC-E7FB80E1D58E}" dt="2021-08-23T10:28:45.089" v="645" actId="22"/>
          <ac:spMkLst>
            <pc:docMk/>
            <pc:sldMk cId="2231482636" sldId="1433"/>
            <ac:spMk id="16" creationId="{D4872EC0-5D64-4EA9-A7CF-1D31FB874C6D}"/>
          </ac:spMkLst>
        </pc:spChg>
        <pc:spChg chg="add del mod ord">
          <ac:chgData name="Soumita Sengupta" userId="4afa6ce1-cb01-46c2-8538-4650222f0c96" providerId="ADAL" clId="{0A78EE60-BBCD-4A76-81BC-E7FB80E1D58E}" dt="2021-08-23T11:59:47.507" v="1083" actId="478"/>
          <ac:spMkLst>
            <pc:docMk/>
            <pc:sldMk cId="2231482636" sldId="1433"/>
            <ac:spMk id="18" creationId="{50A1BCE4-0A4A-4EE4-BCB4-E7CCA2684DD4}"/>
          </ac:spMkLst>
        </pc:spChg>
        <pc:graphicFrameChg chg="add del mod">
          <ac:chgData name="Soumita Sengupta" userId="4afa6ce1-cb01-46c2-8538-4650222f0c96" providerId="ADAL" clId="{0A78EE60-BBCD-4A76-81BC-E7FB80E1D58E}" dt="2021-08-23T10:28:59.175" v="647"/>
          <ac:graphicFrameMkLst>
            <pc:docMk/>
            <pc:sldMk cId="2231482636" sldId="1433"/>
            <ac:graphicFrameMk id="17" creationId="{DE674871-890F-44F2-B4A2-EA9230C08AED}"/>
          </ac:graphicFrameMkLst>
        </pc:graphicFrameChg>
        <pc:picChg chg="add del mod">
          <ac:chgData name="Soumita Sengupta" userId="4afa6ce1-cb01-46c2-8538-4650222f0c96" providerId="ADAL" clId="{0A78EE60-BBCD-4A76-81BC-E7FB80E1D58E}" dt="2021-08-23T11:59:54.111" v="1085" actId="1076"/>
          <ac:picMkLst>
            <pc:docMk/>
            <pc:sldMk cId="2231482636" sldId="1433"/>
            <ac:picMk id="6" creationId="{E7E99D2F-B8E9-4BD6-8E8B-ECFFE80B0665}"/>
          </ac:picMkLst>
        </pc:picChg>
        <pc:picChg chg="add mod">
          <ac:chgData name="Soumita Sengupta" userId="4afa6ce1-cb01-46c2-8538-4650222f0c96" providerId="ADAL" clId="{0A78EE60-BBCD-4A76-81BC-E7FB80E1D58E}" dt="2021-08-23T11:59:58.023" v="1087" actId="14100"/>
          <ac:picMkLst>
            <pc:docMk/>
            <pc:sldMk cId="2231482636" sldId="1433"/>
            <ac:picMk id="10" creationId="{DEA2FAD2-CF6A-4EB2-9CB5-D03818DA33FB}"/>
          </ac:picMkLst>
        </pc:picChg>
        <pc:picChg chg="del">
          <ac:chgData name="Soumita Sengupta" userId="4afa6ce1-cb01-46c2-8538-4650222f0c96" providerId="ADAL" clId="{0A78EE60-BBCD-4A76-81BC-E7FB80E1D58E}" dt="2021-08-23T10:28:07.863" v="634" actId="478"/>
          <ac:picMkLst>
            <pc:docMk/>
            <pc:sldMk cId="2231482636" sldId="1433"/>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2:00:27.770" v="1094" actId="1076"/>
        <pc:sldMkLst>
          <pc:docMk/>
          <pc:sldMk cId="3775871403" sldId="1434"/>
        </pc:sldMkLst>
        <pc:spChg chg="add del mod ord">
          <ac:chgData name="Soumita Sengupta" userId="4afa6ce1-cb01-46c2-8538-4650222f0c96" providerId="ADAL" clId="{0A78EE60-BBCD-4A76-81BC-E7FB80E1D58E}" dt="2021-08-23T12:00:18.475" v="1091" actId="478"/>
          <ac:spMkLst>
            <pc:docMk/>
            <pc:sldMk cId="3775871403" sldId="1434"/>
            <ac:spMk id="2" creationId="{710A98FF-C5DC-4EE8-9A8E-B6A5AC77D68B}"/>
          </ac:spMkLst>
        </pc:spChg>
        <pc:spChg chg="add del mod ord">
          <ac:chgData name="Soumita Sengupta" userId="4afa6ce1-cb01-46c2-8538-4650222f0c96" providerId="ADAL" clId="{0A78EE60-BBCD-4A76-81BC-E7FB80E1D58E}" dt="2021-08-23T12:00:07.119" v="1089" actId="478"/>
          <ac:spMkLst>
            <pc:docMk/>
            <pc:sldMk cId="3775871403" sldId="1434"/>
            <ac:spMk id="3" creationId="{4183E404-ADCF-4746-8300-505475C6AC81}"/>
          </ac:spMkLst>
        </pc:spChg>
        <pc:spChg chg="mod ord">
          <ac:chgData name="Soumita Sengupta" userId="4afa6ce1-cb01-46c2-8538-4650222f0c96" providerId="ADAL" clId="{0A78EE60-BBCD-4A76-81BC-E7FB80E1D58E}" dt="2021-08-23T12:00:03.450" v="1088" actId="700"/>
          <ac:spMkLst>
            <pc:docMk/>
            <pc:sldMk cId="3775871403" sldId="1434"/>
            <ac:spMk id="4" creationId="{00000000-0000-0000-0000-000000000000}"/>
          </ac:spMkLst>
        </pc:spChg>
        <pc:spChg chg="mod ord">
          <ac:chgData name="Soumita Sengupta" userId="4afa6ce1-cb01-46c2-8538-4650222f0c96" providerId="ADAL" clId="{0A78EE60-BBCD-4A76-81BC-E7FB80E1D58E}" dt="2021-08-23T12:00:03.450" v="1088" actId="700"/>
          <ac:spMkLst>
            <pc:docMk/>
            <pc:sldMk cId="3775871403" sldId="1434"/>
            <ac:spMk id="9" creationId="{00000000-0000-0000-0000-000000000000}"/>
          </ac:spMkLst>
        </pc:spChg>
        <pc:spChg chg="mod">
          <ac:chgData name="Soumita Sengupta" userId="4afa6ce1-cb01-46c2-8538-4650222f0c96" providerId="ADAL" clId="{0A78EE60-BBCD-4A76-81BC-E7FB80E1D58E}" dt="2021-08-23T12:00:27.770" v="1094" actId="1076"/>
          <ac:spMkLst>
            <pc:docMk/>
            <pc:sldMk cId="3775871403" sldId="1434"/>
            <ac:spMk id="12" creationId="{22D153AA-7C04-4067-8571-D3BD8013E971}"/>
          </ac:spMkLst>
        </pc:spChg>
        <pc:spChg chg="mod">
          <ac:chgData name="Soumita Sengupta" userId="4afa6ce1-cb01-46c2-8538-4650222f0c96" providerId="ADAL" clId="{0A78EE60-BBCD-4A76-81BC-E7FB80E1D58E}" dt="2021-08-23T10:31:38.597" v="677" actId="21"/>
          <ac:spMkLst>
            <pc:docMk/>
            <pc:sldMk cId="3775871403" sldId="1434"/>
            <ac:spMk id="13" creationId="{8ACF8C8A-F9D5-420E-97AA-5EEBE37EDF45}"/>
          </ac:spMkLst>
        </pc:spChg>
        <pc:spChg chg="mod">
          <ac:chgData name="Soumita Sengupta" userId="4afa6ce1-cb01-46c2-8538-4650222f0c96" providerId="ADAL" clId="{0A78EE60-BBCD-4A76-81BC-E7FB80E1D58E}" dt="2021-08-23T12:00:24.623" v="1093" actId="1076"/>
          <ac:spMkLst>
            <pc:docMk/>
            <pc:sldMk cId="3775871403" sldId="1434"/>
            <ac:spMk id="15" creationId="{D35998FF-C74B-4C47-A881-2A0BB3239E0B}"/>
          </ac:spMkLst>
        </pc:spChg>
        <pc:picChg chg="del">
          <ac:chgData name="Soumita Sengupta" userId="4afa6ce1-cb01-46c2-8538-4650222f0c96" providerId="ADAL" clId="{0A78EE60-BBCD-4A76-81BC-E7FB80E1D58E}" dt="2021-08-23T10:30:02.427" v="658" actId="478"/>
          <ac:picMkLst>
            <pc:docMk/>
            <pc:sldMk cId="3775871403" sldId="1434"/>
            <ac:picMk id="6" creationId="{E7E99D2F-B8E9-4BD6-8E8B-ECFFE80B0665}"/>
          </ac:picMkLst>
        </pc:picChg>
        <pc:picChg chg="del">
          <ac:chgData name="Soumita Sengupta" userId="4afa6ce1-cb01-46c2-8538-4650222f0c96" providerId="ADAL" clId="{0A78EE60-BBCD-4A76-81BC-E7FB80E1D58E}" dt="2021-08-23T10:30:09.226" v="659" actId="478"/>
          <ac:picMkLst>
            <pc:docMk/>
            <pc:sldMk cId="3775871403" sldId="1434"/>
            <ac:picMk id="10" creationId="{DEA2FAD2-CF6A-4EB2-9CB5-D03818DA33FB}"/>
          </ac:picMkLst>
        </pc:picChg>
      </pc:sldChg>
      <pc:sldChg chg="addSp delSp modSp add mod modClrScheme chgLayout">
        <pc:chgData name="Soumita Sengupta" userId="4afa6ce1-cb01-46c2-8538-4650222f0c96" providerId="ADAL" clId="{0A78EE60-BBCD-4A76-81BC-E7FB80E1D58E}" dt="2021-08-23T12:18:12.468" v="1098" actId="478"/>
        <pc:sldMkLst>
          <pc:docMk/>
          <pc:sldMk cId="707183902" sldId="1435"/>
        </pc:sldMkLst>
        <pc:spChg chg="add del mod ord">
          <ac:chgData name="Soumita Sengupta" userId="4afa6ce1-cb01-46c2-8538-4650222f0c96" providerId="ADAL" clId="{0A78EE60-BBCD-4A76-81BC-E7FB80E1D58E}" dt="2021-08-23T12:18:12.468" v="1098" actId="478"/>
          <ac:spMkLst>
            <pc:docMk/>
            <pc:sldMk cId="707183902" sldId="1435"/>
            <ac:spMk id="2" creationId="{30EAC005-C1C9-4166-8AAC-4019A6B5E3FA}"/>
          </ac:spMkLst>
        </pc:spChg>
        <pc:spChg chg="add del mod ord">
          <ac:chgData name="Soumita Sengupta" userId="4afa6ce1-cb01-46c2-8538-4650222f0c96" providerId="ADAL" clId="{0A78EE60-BBCD-4A76-81BC-E7FB80E1D58E}" dt="2021-08-23T12:18:07.228" v="1096" actId="478"/>
          <ac:spMkLst>
            <pc:docMk/>
            <pc:sldMk cId="707183902" sldId="1435"/>
            <ac:spMk id="3" creationId="{61E12A14-EE53-4D97-95E6-F549850403F6}"/>
          </ac:spMkLst>
        </pc:spChg>
        <pc:spChg chg="mod ord">
          <ac:chgData name="Soumita Sengupta" userId="4afa6ce1-cb01-46c2-8538-4650222f0c96" providerId="ADAL" clId="{0A78EE60-BBCD-4A76-81BC-E7FB80E1D58E}" dt="2021-08-23T12:18:03.522" v="1095" actId="700"/>
          <ac:spMkLst>
            <pc:docMk/>
            <pc:sldMk cId="707183902" sldId="1435"/>
            <ac:spMk id="4" creationId="{00000000-0000-0000-0000-000000000000}"/>
          </ac:spMkLst>
        </pc:spChg>
        <pc:spChg chg="mod ord">
          <ac:chgData name="Soumita Sengupta" userId="4afa6ce1-cb01-46c2-8538-4650222f0c96" providerId="ADAL" clId="{0A78EE60-BBCD-4A76-81BC-E7FB80E1D58E}" dt="2021-08-23T12:18:03.522" v="1095" actId="700"/>
          <ac:spMkLst>
            <pc:docMk/>
            <pc:sldMk cId="707183902" sldId="1435"/>
            <ac:spMk id="9" creationId="{00000000-0000-0000-0000-000000000000}"/>
          </ac:spMkLst>
        </pc:spChg>
        <pc:spChg chg="mod">
          <ac:chgData name="Soumita Sengupta" userId="4afa6ce1-cb01-46c2-8538-4650222f0c96" providerId="ADAL" clId="{0A78EE60-BBCD-4A76-81BC-E7FB80E1D58E}" dt="2021-08-23T10:42:45" v="727" actId="33524"/>
          <ac:spMkLst>
            <pc:docMk/>
            <pc:sldMk cId="707183902" sldId="1435"/>
            <ac:spMk id="15" creationId="{D35998FF-C74B-4C47-A881-2A0BB3239E0B}"/>
          </ac:spMkLst>
        </pc:spChg>
        <pc:spChg chg="del">
          <ac:chgData name="Soumita Sengupta" userId="4afa6ce1-cb01-46c2-8538-4650222f0c96" providerId="ADAL" clId="{0A78EE60-BBCD-4A76-81BC-E7FB80E1D58E}" dt="2021-08-23T10:34:03.181" v="696" actId="478"/>
          <ac:spMkLst>
            <pc:docMk/>
            <pc:sldMk cId="707183902" sldId="1435"/>
            <ac:spMk id="16" creationId="{D4872EC0-5D64-4EA9-A7CF-1D31FB874C6D}"/>
          </ac:spMkLst>
        </pc:spChg>
        <pc:picChg chg="add mod">
          <ac:chgData name="Soumita Sengupta" userId="4afa6ce1-cb01-46c2-8538-4650222f0c96" providerId="ADAL" clId="{0A78EE60-BBCD-4A76-81BC-E7FB80E1D58E}" dt="2021-08-23T10:42:37.321" v="726" actId="1076"/>
          <ac:picMkLst>
            <pc:docMk/>
            <pc:sldMk cId="707183902" sldId="1435"/>
            <ac:picMk id="10" creationId="{AE893B6F-B003-408C-972A-89EE71CE3CF5}"/>
          </ac:picMkLst>
        </pc:picChg>
      </pc:sldChg>
      <pc:sldChg chg="addSp delSp modSp add mod modClrScheme chgLayout">
        <pc:chgData name="Soumita Sengupta" userId="4afa6ce1-cb01-46c2-8538-4650222f0c96" providerId="ADAL" clId="{0A78EE60-BBCD-4A76-81BC-E7FB80E1D58E}" dt="2021-08-23T12:18:26.764" v="1101" actId="478"/>
        <pc:sldMkLst>
          <pc:docMk/>
          <pc:sldMk cId="2259711440" sldId="1436"/>
        </pc:sldMkLst>
        <pc:spChg chg="add del mod ord">
          <ac:chgData name="Soumita Sengupta" userId="4afa6ce1-cb01-46c2-8538-4650222f0c96" providerId="ADAL" clId="{0A78EE60-BBCD-4A76-81BC-E7FB80E1D58E}" dt="2021-08-23T12:18:24.091" v="1100" actId="478"/>
          <ac:spMkLst>
            <pc:docMk/>
            <pc:sldMk cId="2259711440" sldId="1436"/>
            <ac:spMk id="2" creationId="{E35F405B-F276-47A5-9220-6A369FFE4141}"/>
          </ac:spMkLst>
        </pc:spChg>
        <pc:spChg chg="add del mod ord">
          <ac:chgData name="Soumita Sengupta" userId="4afa6ce1-cb01-46c2-8538-4650222f0c96" providerId="ADAL" clId="{0A78EE60-BBCD-4A76-81BC-E7FB80E1D58E}" dt="2021-08-23T12:18:26.764" v="1101" actId="478"/>
          <ac:spMkLst>
            <pc:docMk/>
            <pc:sldMk cId="2259711440" sldId="1436"/>
            <ac:spMk id="3" creationId="{34DF079F-25B5-4473-A4DD-7427616A2567}"/>
          </ac:spMkLst>
        </pc:spChg>
        <pc:spChg chg="mod ord">
          <ac:chgData name="Soumita Sengupta" userId="4afa6ce1-cb01-46c2-8538-4650222f0c96" providerId="ADAL" clId="{0A78EE60-BBCD-4A76-81BC-E7FB80E1D58E}" dt="2021-08-23T12:18:21.260" v="1099" actId="700"/>
          <ac:spMkLst>
            <pc:docMk/>
            <pc:sldMk cId="2259711440" sldId="1436"/>
            <ac:spMk id="4" creationId="{00000000-0000-0000-0000-000000000000}"/>
          </ac:spMkLst>
        </pc:spChg>
        <pc:spChg chg="mod ord">
          <ac:chgData name="Soumita Sengupta" userId="4afa6ce1-cb01-46c2-8538-4650222f0c96" providerId="ADAL" clId="{0A78EE60-BBCD-4A76-81BC-E7FB80E1D58E}" dt="2021-08-23T12:18:21.260" v="1099" actId="700"/>
          <ac:spMkLst>
            <pc:docMk/>
            <pc:sldMk cId="2259711440" sldId="1436"/>
            <ac:spMk id="9" creationId="{00000000-0000-0000-0000-000000000000}"/>
          </ac:spMkLst>
        </pc:spChg>
        <pc:spChg chg="mod">
          <ac:chgData name="Soumita Sengupta" userId="4afa6ce1-cb01-46c2-8538-4650222f0c96" providerId="ADAL" clId="{0A78EE60-BBCD-4A76-81BC-E7FB80E1D58E}" dt="2021-08-23T11:21:22.510" v="774" actId="1076"/>
          <ac:spMkLst>
            <pc:docMk/>
            <pc:sldMk cId="2259711440" sldId="1436"/>
            <ac:spMk id="13" creationId="{8ACF8C8A-F9D5-420E-97AA-5EEBE37EDF45}"/>
          </ac:spMkLst>
        </pc:spChg>
        <pc:spChg chg="del mod">
          <ac:chgData name="Soumita Sengupta" userId="4afa6ce1-cb01-46c2-8538-4650222f0c96" providerId="ADAL" clId="{0A78EE60-BBCD-4A76-81BC-E7FB80E1D58E}" dt="2021-08-23T10:43:01.251" v="730"/>
          <ac:spMkLst>
            <pc:docMk/>
            <pc:sldMk cId="2259711440" sldId="1436"/>
            <ac:spMk id="15" creationId="{D35998FF-C74B-4C47-A881-2A0BB3239E0B}"/>
          </ac:spMkLst>
        </pc:spChg>
        <pc:picChg chg="add mod">
          <ac:chgData name="Soumita Sengupta" userId="4afa6ce1-cb01-46c2-8538-4650222f0c96" providerId="ADAL" clId="{0A78EE60-BBCD-4A76-81BC-E7FB80E1D58E}" dt="2021-08-23T11:21:23.994" v="775" actId="1076"/>
          <ac:picMkLst>
            <pc:docMk/>
            <pc:sldMk cId="2259711440" sldId="1436"/>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51.702" v="1159" actId="1076"/>
        <pc:sldMkLst>
          <pc:docMk/>
          <pc:sldMk cId="446448066" sldId="1437"/>
        </pc:sldMkLst>
        <pc:spChg chg="add del mod ord">
          <ac:chgData name="Soumita Sengupta" userId="4afa6ce1-cb01-46c2-8538-4650222f0c96" providerId="ADAL" clId="{0A78EE60-BBCD-4A76-81BC-E7FB80E1D58E}" dt="2021-08-23T12:18:38.803" v="1105" actId="478"/>
          <ac:spMkLst>
            <pc:docMk/>
            <pc:sldMk cId="446448066" sldId="1437"/>
            <ac:spMk id="2" creationId="{0B8E06B9-6A98-4615-B8D4-D1A9C2B6A6F8}"/>
          </ac:spMkLst>
        </pc:spChg>
        <pc:spChg chg="add del mod ord">
          <ac:chgData name="Soumita Sengupta" userId="4afa6ce1-cb01-46c2-8538-4650222f0c96" providerId="ADAL" clId="{0A78EE60-BBCD-4A76-81BC-E7FB80E1D58E}" dt="2021-08-23T12:18:33.904" v="1103" actId="478"/>
          <ac:spMkLst>
            <pc:docMk/>
            <pc:sldMk cId="446448066" sldId="1437"/>
            <ac:spMk id="3" creationId="{0AB1599D-1843-4B12-8F2F-2663835017FA}"/>
          </ac:spMkLst>
        </pc:spChg>
        <pc:spChg chg="mod ord">
          <ac:chgData name="Soumita Sengupta" userId="4afa6ce1-cb01-46c2-8538-4650222f0c96" providerId="ADAL" clId="{0A78EE60-BBCD-4A76-81BC-E7FB80E1D58E}" dt="2021-08-23T12:18:31.104" v="1102" actId="700"/>
          <ac:spMkLst>
            <pc:docMk/>
            <pc:sldMk cId="446448066" sldId="1437"/>
            <ac:spMk id="4" creationId="{00000000-0000-0000-0000-000000000000}"/>
          </ac:spMkLst>
        </pc:spChg>
        <pc:spChg chg="mod ord">
          <ac:chgData name="Soumita Sengupta" userId="4afa6ce1-cb01-46c2-8538-4650222f0c96" providerId="ADAL" clId="{0A78EE60-BBCD-4A76-81BC-E7FB80E1D58E}" dt="2021-08-23T12:18:31.104" v="1102" actId="700"/>
          <ac:spMkLst>
            <pc:docMk/>
            <pc:sldMk cId="446448066" sldId="1437"/>
            <ac:spMk id="9" creationId="{00000000-0000-0000-0000-000000000000}"/>
          </ac:spMkLst>
        </pc:spChg>
        <pc:spChg chg="mod">
          <ac:chgData name="Soumita Sengupta" userId="4afa6ce1-cb01-46c2-8538-4650222f0c96" providerId="ADAL" clId="{0A78EE60-BBCD-4A76-81BC-E7FB80E1D58E}" dt="2021-08-23T11:24:02.690" v="796" actId="1076"/>
          <ac:spMkLst>
            <pc:docMk/>
            <pc:sldMk cId="446448066" sldId="1437"/>
            <ac:spMk id="13" creationId="{8ACF8C8A-F9D5-420E-97AA-5EEBE37EDF45}"/>
          </ac:spMkLst>
        </pc:spChg>
        <pc:graphicFrameChg chg="add mod modGraphic">
          <ac:chgData name="Soumita Sengupta" userId="4afa6ce1-cb01-46c2-8538-4650222f0c96" providerId="ADAL" clId="{0A78EE60-BBCD-4A76-81BC-E7FB80E1D58E}" dt="2021-08-24T03:07:51.702" v="1159" actId="1076"/>
          <ac:graphicFrameMkLst>
            <pc:docMk/>
            <pc:sldMk cId="446448066" sldId="1437"/>
            <ac:graphicFrameMk id="11" creationId="{E75C991E-A708-47B2-A098-13EDAE73E63C}"/>
          </ac:graphicFrameMkLst>
        </pc:graphicFrameChg>
        <pc:picChg chg="del">
          <ac:chgData name="Soumita Sengupta" userId="4afa6ce1-cb01-46c2-8538-4650222f0c96" providerId="ADAL" clId="{0A78EE60-BBCD-4A76-81BC-E7FB80E1D58E}" dt="2021-08-23T10:46:23.475" v="753" actId="478"/>
          <ac:picMkLst>
            <pc:docMk/>
            <pc:sldMk cId="446448066" sldId="1437"/>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25.711" v="1156" actId="1076"/>
        <pc:sldMkLst>
          <pc:docMk/>
          <pc:sldMk cId="3714464262" sldId="1438"/>
        </pc:sldMkLst>
        <pc:spChg chg="mod ord">
          <ac:chgData name="Soumita Sengupta" userId="4afa6ce1-cb01-46c2-8538-4650222f0c96" providerId="ADAL" clId="{0A78EE60-BBCD-4A76-81BC-E7FB80E1D58E}" dt="2021-08-23T12:18:55.432" v="1109" actId="700"/>
          <ac:spMkLst>
            <pc:docMk/>
            <pc:sldMk cId="3714464262" sldId="1438"/>
            <ac:spMk id="4" creationId="{00000000-0000-0000-0000-000000000000}"/>
          </ac:spMkLst>
        </pc:spChg>
        <pc:spChg chg="add del mod ord">
          <ac:chgData name="Soumita Sengupta" userId="4afa6ce1-cb01-46c2-8538-4650222f0c96" providerId="ADAL" clId="{0A78EE60-BBCD-4A76-81BC-E7FB80E1D58E}" dt="2021-08-23T12:19:04.993" v="1113" actId="478"/>
          <ac:spMkLst>
            <pc:docMk/>
            <pc:sldMk cId="3714464262" sldId="1438"/>
            <ac:spMk id="5" creationId="{FFD7F6A1-E7F6-476B-A519-6F6F83942A91}"/>
          </ac:spMkLst>
        </pc:spChg>
        <pc:spChg chg="add del mod ord">
          <ac:chgData name="Soumita Sengupta" userId="4afa6ce1-cb01-46c2-8538-4650222f0c96" providerId="ADAL" clId="{0A78EE60-BBCD-4A76-81BC-E7FB80E1D58E}" dt="2021-08-23T12:18:58.857" v="1110" actId="478"/>
          <ac:spMkLst>
            <pc:docMk/>
            <pc:sldMk cId="3714464262" sldId="1438"/>
            <ac:spMk id="6" creationId="{B783C390-7257-4BC1-9503-3E57A40E8F8F}"/>
          </ac:spMkLst>
        </pc:spChg>
        <pc:spChg chg="mod ord">
          <ac:chgData name="Soumita Sengupta" userId="4afa6ce1-cb01-46c2-8538-4650222f0c96" providerId="ADAL" clId="{0A78EE60-BBCD-4A76-81BC-E7FB80E1D58E}" dt="2021-08-23T12:18:55.432" v="1109" actId="700"/>
          <ac:spMkLst>
            <pc:docMk/>
            <pc:sldMk cId="3714464262" sldId="1438"/>
            <ac:spMk id="9" creationId="{00000000-0000-0000-0000-000000000000}"/>
          </ac:spMkLst>
        </pc:spChg>
        <pc:spChg chg="add del">
          <ac:chgData name="Soumita Sengupta" userId="4afa6ce1-cb01-46c2-8538-4650222f0c96" providerId="ADAL" clId="{0A78EE60-BBCD-4A76-81BC-E7FB80E1D58E}" dt="2021-08-23T11:27:00.445" v="831" actId="22"/>
          <ac:spMkLst>
            <pc:docMk/>
            <pc:sldMk cId="3714464262" sldId="1438"/>
            <ac:spMk id="10" creationId="{5A1B6AC9-B753-441C-878E-FD59708486B8}"/>
          </ac:spMkLst>
        </pc:spChg>
        <pc:spChg chg="mod">
          <ac:chgData name="Soumita Sengupta" userId="4afa6ce1-cb01-46c2-8538-4650222f0c96" providerId="ADAL" clId="{0A78EE60-BBCD-4A76-81BC-E7FB80E1D58E}" dt="2021-08-23T12:19:02.979" v="1112" actId="1076"/>
          <ac:spMkLst>
            <pc:docMk/>
            <pc:sldMk cId="3714464262" sldId="1438"/>
            <ac:spMk id="12" creationId="{22D153AA-7C04-4067-8571-D3BD8013E971}"/>
          </ac:spMkLst>
        </pc:spChg>
        <pc:spChg chg="del">
          <ac:chgData name="Soumita Sengupta" userId="4afa6ce1-cb01-46c2-8538-4650222f0c96" providerId="ADAL" clId="{0A78EE60-BBCD-4A76-81BC-E7FB80E1D58E}" dt="2021-08-23T11:22:33.314" v="776" actId="478"/>
          <ac:spMkLst>
            <pc:docMk/>
            <pc:sldMk cId="3714464262" sldId="1438"/>
            <ac:spMk id="13" creationId="{8ACF8C8A-F9D5-420E-97AA-5EEBE37EDF45}"/>
          </ac:spMkLst>
        </pc:spChg>
        <pc:spChg chg="add mod">
          <ac:chgData name="Soumita Sengupta" userId="4afa6ce1-cb01-46c2-8538-4650222f0c96" providerId="ADAL" clId="{0A78EE60-BBCD-4A76-81BC-E7FB80E1D58E}" dt="2021-08-24T03:07:25.711" v="1156" actId="1076"/>
          <ac:spMkLst>
            <pc:docMk/>
            <pc:sldMk cId="3714464262" sldId="1438"/>
            <ac:spMk id="14" creationId="{07BCC080-47BC-4B2F-9817-971974A93E51}"/>
          </ac:spMkLst>
        </pc:spChg>
        <pc:graphicFrameChg chg="del modGraphic">
          <ac:chgData name="Soumita Sengupta" userId="4afa6ce1-cb01-46c2-8538-4650222f0c96" providerId="ADAL" clId="{0A78EE60-BBCD-4A76-81BC-E7FB80E1D58E}" dt="2021-08-23T11:21:02.620" v="773" actId="478"/>
          <ac:graphicFrameMkLst>
            <pc:docMk/>
            <pc:sldMk cId="3714464262" sldId="1438"/>
            <ac:graphicFrameMk id="11" creationId="{E75C991E-A708-47B2-A098-13EDAE73E63C}"/>
          </ac:graphicFrameMkLst>
        </pc:graphicFrameChg>
      </pc:sldChg>
      <pc:sldChg chg="addSp delSp modSp add mod ord modClrScheme chgLayout">
        <pc:chgData name="Soumita Sengupta" userId="4afa6ce1-cb01-46c2-8538-4650222f0c96" providerId="ADAL" clId="{0A78EE60-BBCD-4A76-81BC-E7FB80E1D58E}" dt="2021-08-23T12:18:50.858" v="1108" actId="478"/>
        <pc:sldMkLst>
          <pc:docMk/>
          <pc:sldMk cId="3172902306" sldId="1439"/>
        </pc:sldMkLst>
        <pc:spChg chg="add del mod ord">
          <ac:chgData name="Soumita Sengupta" userId="4afa6ce1-cb01-46c2-8538-4650222f0c96" providerId="ADAL" clId="{0A78EE60-BBCD-4A76-81BC-E7FB80E1D58E}" dt="2021-08-23T12:18:50.858" v="1108" actId="478"/>
          <ac:spMkLst>
            <pc:docMk/>
            <pc:sldMk cId="3172902306" sldId="1439"/>
            <ac:spMk id="3" creationId="{54D38B3E-B30A-43BC-960B-C1336F8852F9}"/>
          </ac:spMkLst>
        </pc:spChg>
        <pc:spChg chg="mod ord">
          <ac:chgData name="Soumita Sengupta" userId="4afa6ce1-cb01-46c2-8538-4650222f0c96" providerId="ADAL" clId="{0A78EE60-BBCD-4A76-81BC-E7FB80E1D58E}" dt="2021-08-23T12:18:45.345" v="1106" actId="700"/>
          <ac:spMkLst>
            <pc:docMk/>
            <pc:sldMk cId="3172902306" sldId="1439"/>
            <ac:spMk id="4" creationId="{00000000-0000-0000-0000-000000000000}"/>
          </ac:spMkLst>
        </pc:spChg>
        <pc:spChg chg="add del mod ord">
          <ac:chgData name="Soumita Sengupta" userId="4afa6ce1-cb01-46c2-8538-4650222f0c96" providerId="ADAL" clId="{0A78EE60-BBCD-4A76-81BC-E7FB80E1D58E}" dt="2021-08-23T12:18:47.894" v="1107" actId="478"/>
          <ac:spMkLst>
            <pc:docMk/>
            <pc:sldMk cId="3172902306" sldId="1439"/>
            <ac:spMk id="5" creationId="{25D22E63-CFD1-4102-81D5-B70E3D93C6D4}"/>
          </ac:spMkLst>
        </pc:spChg>
        <pc:spChg chg="mod ord">
          <ac:chgData name="Soumita Sengupta" userId="4afa6ce1-cb01-46c2-8538-4650222f0c96" providerId="ADAL" clId="{0A78EE60-BBCD-4A76-81BC-E7FB80E1D58E}" dt="2021-08-23T12:18:45.345" v="1106" actId="700"/>
          <ac:spMkLst>
            <pc:docMk/>
            <pc:sldMk cId="3172902306" sldId="1439"/>
            <ac:spMk id="9" creationId="{00000000-0000-0000-0000-000000000000}"/>
          </ac:spMkLst>
        </pc:spChg>
        <pc:spChg chg="del">
          <ac:chgData name="Soumita Sengupta" userId="4afa6ce1-cb01-46c2-8538-4650222f0c96" providerId="ADAL" clId="{0A78EE60-BBCD-4A76-81BC-E7FB80E1D58E}" dt="2021-08-23T11:23:20.058" v="783" actId="478"/>
          <ac:spMkLst>
            <pc:docMk/>
            <pc:sldMk cId="3172902306" sldId="1439"/>
            <ac:spMk id="13" creationId="{8ACF8C8A-F9D5-420E-97AA-5EEBE37EDF45}"/>
          </ac:spMkLst>
        </pc:spChg>
        <pc:graphicFrameChg chg="add del mod">
          <ac:chgData name="Soumita Sengupta" userId="4afa6ce1-cb01-46c2-8538-4650222f0c96" providerId="ADAL" clId="{0A78EE60-BBCD-4A76-81BC-E7FB80E1D58E}" dt="2021-08-23T11:24:29.715" v="800"/>
          <ac:graphicFrameMkLst>
            <pc:docMk/>
            <pc:sldMk cId="3172902306" sldId="1439"/>
            <ac:graphicFrameMk id="10" creationId="{4CE5765B-2531-4ECF-A3C7-6D6926D71D62}"/>
          </ac:graphicFrameMkLst>
        </pc:graphicFrameChg>
        <pc:graphicFrameChg chg="del">
          <ac:chgData name="Soumita Sengupta" userId="4afa6ce1-cb01-46c2-8538-4650222f0c96" providerId="ADAL" clId="{0A78EE60-BBCD-4A76-81BC-E7FB80E1D58E}" dt="2021-08-23T11:23:17.419" v="782" actId="478"/>
          <ac:graphicFrameMkLst>
            <pc:docMk/>
            <pc:sldMk cId="3172902306" sldId="1439"/>
            <ac:graphicFrameMk id="11" creationId="{E75C991E-A708-47B2-A098-13EDAE73E63C}"/>
          </ac:graphicFrameMkLst>
        </pc:graphicFrameChg>
        <pc:graphicFrameChg chg="add mod modGraphic">
          <ac:chgData name="Soumita Sengupta" userId="4afa6ce1-cb01-46c2-8538-4650222f0c96" providerId="ADAL" clId="{0A78EE60-BBCD-4A76-81BC-E7FB80E1D58E}" dt="2021-08-23T11:26:28.061" v="829" actId="1076"/>
          <ac:graphicFrameMkLst>
            <pc:docMk/>
            <pc:sldMk cId="3172902306" sldId="1439"/>
            <ac:graphicFrameMk id="14" creationId="{60E2BBB5-1AAD-4777-8189-A655B1F417F4}"/>
          </ac:graphicFrameMkLst>
        </pc:graphicFrameChg>
        <pc:picChg chg="add del">
          <ac:chgData name="Soumita Sengupta" userId="4afa6ce1-cb01-46c2-8538-4650222f0c96" providerId="ADAL" clId="{0A78EE60-BBCD-4A76-81BC-E7FB80E1D58E}" dt="2021-08-23T11:24:30.978" v="802"/>
          <ac:picMkLst>
            <pc:docMk/>
            <pc:sldMk cId="3172902306" sldId="1439"/>
            <ac:picMk id="2" creationId="{D4DA24CB-7809-4A47-B7E6-2747D09712AF}"/>
          </ac:picMkLst>
        </pc:picChg>
      </pc:sldChg>
      <pc:sldChg chg="addSp delSp modSp add mod modClrScheme chgLayout">
        <pc:chgData name="Soumita Sengupta" userId="4afa6ce1-cb01-46c2-8538-4650222f0c96" providerId="ADAL" clId="{0A78EE60-BBCD-4A76-81BC-E7FB80E1D58E}" dt="2021-08-23T12:19:15.777" v="1117" actId="478"/>
        <pc:sldMkLst>
          <pc:docMk/>
          <pc:sldMk cId="3568035736" sldId="1440"/>
        </pc:sldMkLst>
        <pc:spChg chg="mod ord">
          <ac:chgData name="Soumita Sengupta" userId="4afa6ce1-cb01-46c2-8538-4650222f0c96" providerId="ADAL" clId="{0A78EE60-BBCD-4A76-81BC-E7FB80E1D58E}" dt="2021-08-23T12:19:09.817" v="1114" actId="700"/>
          <ac:spMkLst>
            <pc:docMk/>
            <pc:sldMk cId="3568035736" sldId="1440"/>
            <ac:spMk id="4" creationId="{00000000-0000-0000-0000-000000000000}"/>
          </ac:spMkLst>
        </pc:spChg>
        <pc:spChg chg="add del mod ord">
          <ac:chgData name="Soumita Sengupta" userId="4afa6ce1-cb01-46c2-8538-4650222f0c96" providerId="ADAL" clId="{0A78EE60-BBCD-4A76-81BC-E7FB80E1D58E}" dt="2021-08-23T12:19:15.777" v="1117" actId="478"/>
          <ac:spMkLst>
            <pc:docMk/>
            <pc:sldMk cId="3568035736" sldId="1440"/>
            <ac:spMk id="5" creationId="{20010C12-6144-43DA-BD69-67BAC9674F41}"/>
          </ac:spMkLst>
        </pc:spChg>
        <pc:spChg chg="add del mod ord">
          <ac:chgData name="Soumita Sengupta" userId="4afa6ce1-cb01-46c2-8538-4650222f0c96" providerId="ADAL" clId="{0A78EE60-BBCD-4A76-81BC-E7FB80E1D58E}" dt="2021-08-23T12:19:12.160" v="1115" actId="478"/>
          <ac:spMkLst>
            <pc:docMk/>
            <pc:sldMk cId="3568035736" sldId="1440"/>
            <ac:spMk id="6" creationId="{9A90CBB9-2629-4545-9B3F-84CE84B27E96}"/>
          </ac:spMkLst>
        </pc:spChg>
        <pc:spChg chg="mod ord">
          <ac:chgData name="Soumita Sengupta" userId="4afa6ce1-cb01-46c2-8538-4650222f0c96" providerId="ADAL" clId="{0A78EE60-BBCD-4A76-81BC-E7FB80E1D58E}" dt="2021-08-23T12:19:09.817" v="1114" actId="700"/>
          <ac:spMkLst>
            <pc:docMk/>
            <pc:sldMk cId="3568035736" sldId="1440"/>
            <ac:spMk id="9" creationId="{00000000-0000-0000-0000-000000000000}"/>
          </ac:spMkLst>
        </pc:spChg>
        <pc:spChg chg="add del">
          <ac:chgData name="Soumita Sengupta" userId="4afa6ce1-cb01-46c2-8538-4650222f0c96" providerId="ADAL" clId="{0A78EE60-BBCD-4A76-81BC-E7FB80E1D58E}" dt="2021-08-23T11:29:57.177" v="859" actId="22"/>
          <ac:spMkLst>
            <pc:docMk/>
            <pc:sldMk cId="3568035736" sldId="1440"/>
            <ac:spMk id="10" creationId="{3092B2F5-EBD1-4350-8176-741A9264B25E}"/>
          </ac:spMkLst>
        </pc:spChg>
        <pc:spChg chg="add mod">
          <ac:chgData name="Soumita Sengupta" userId="4afa6ce1-cb01-46c2-8538-4650222f0c96" providerId="ADAL" clId="{0A78EE60-BBCD-4A76-81BC-E7FB80E1D58E}" dt="2021-08-23T11:30:48.183" v="879" actId="1076"/>
          <ac:spMkLst>
            <pc:docMk/>
            <pc:sldMk cId="3568035736" sldId="1440"/>
            <ac:spMk id="11" creationId="{1E09815E-38A2-44A7-926C-CD1E4B0A7838}"/>
          </ac:spMkLst>
        </pc:spChg>
        <pc:spChg chg="del mod">
          <ac:chgData name="Soumita Sengupta" userId="4afa6ce1-cb01-46c2-8538-4650222f0c96" providerId="ADAL" clId="{0A78EE60-BBCD-4A76-81BC-E7FB80E1D58E}" dt="2021-08-23T11:29:40.158" v="857"/>
          <ac:spMkLst>
            <pc:docMk/>
            <pc:sldMk cId="3568035736" sldId="1440"/>
            <ac:spMk id="14" creationId="{07BCC080-47BC-4B2F-9817-971974A93E51}"/>
          </ac:spMkLst>
        </pc:spChg>
      </pc:sldChg>
      <pc:sldChg chg="addSp delSp modSp add mod modClrScheme chgLayout">
        <pc:chgData name="Soumita Sengupta" userId="4afa6ce1-cb01-46c2-8538-4650222f0c96" providerId="ADAL" clId="{0A78EE60-BBCD-4A76-81BC-E7FB80E1D58E}" dt="2021-08-23T12:19:26.936" v="1120" actId="478"/>
        <pc:sldMkLst>
          <pc:docMk/>
          <pc:sldMk cId="68183755" sldId="1441"/>
        </pc:sldMkLst>
        <pc:spChg chg="add del mod ord">
          <ac:chgData name="Soumita Sengupta" userId="4afa6ce1-cb01-46c2-8538-4650222f0c96" providerId="ADAL" clId="{0A78EE60-BBCD-4A76-81BC-E7FB80E1D58E}" dt="2021-08-23T12:19:26.936" v="1120" actId="478"/>
          <ac:spMkLst>
            <pc:docMk/>
            <pc:sldMk cId="68183755" sldId="1441"/>
            <ac:spMk id="2" creationId="{6ACB1106-D684-4AA8-BAFA-0B43AF735390}"/>
          </ac:spMkLst>
        </pc:spChg>
        <pc:spChg chg="add del mod ord">
          <ac:chgData name="Soumita Sengupta" userId="4afa6ce1-cb01-46c2-8538-4650222f0c96" providerId="ADAL" clId="{0A78EE60-BBCD-4A76-81BC-E7FB80E1D58E}" dt="2021-08-23T12:19:23.940" v="1119" actId="478"/>
          <ac:spMkLst>
            <pc:docMk/>
            <pc:sldMk cId="68183755" sldId="1441"/>
            <ac:spMk id="3" creationId="{341B1FBE-C354-430D-8FE5-E8DEA0B383C1}"/>
          </ac:spMkLst>
        </pc:spChg>
        <pc:spChg chg="mod ord">
          <ac:chgData name="Soumita Sengupta" userId="4afa6ce1-cb01-46c2-8538-4650222f0c96" providerId="ADAL" clId="{0A78EE60-BBCD-4A76-81BC-E7FB80E1D58E}" dt="2021-08-23T12:19:19.518" v="1118" actId="700"/>
          <ac:spMkLst>
            <pc:docMk/>
            <pc:sldMk cId="68183755" sldId="1441"/>
            <ac:spMk id="4" creationId="{00000000-0000-0000-0000-000000000000}"/>
          </ac:spMkLst>
        </pc:spChg>
        <pc:spChg chg="mod ord">
          <ac:chgData name="Soumita Sengupta" userId="4afa6ce1-cb01-46c2-8538-4650222f0c96" providerId="ADAL" clId="{0A78EE60-BBCD-4A76-81BC-E7FB80E1D58E}" dt="2021-08-23T12:19:19.518" v="1118" actId="700"/>
          <ac:spMkLst>
            <pc:docMk/>
            <pc:sldMk cId="68183755" sldId="1441"/>
            <ac:spMk id="9" creationId="{00000000-0000-0000-0000-000000000000}"/>
          </ac:spMkLst>
        </pc:spChg>
        <pc:spChg chg="mod">
          <ac:chgData name="Soumita Sengupta" userId="4afa6ce1-cb01-46c2-8538-4650222f0c96" providerId="ADAL" clId="{0A78EE60-BBCD-4A76-81BC-E7FB80E1D58E}" dt="2021-08-23T11:32:08.855" v="898" actId="14100"/>
          <ac:spMkLst>
            <pc:docMk/>
            <pc:sldMk cId="68183755" sldId="1441"/>
            <ac:spMk id="11" creationId="{1E09815E-38A2-44A7-926C-CD1E4B0A7838}"/>
          </ac:spMkLst>
        </pc:spChg>
        <pc:picChg chg="add mod">
          <ac:chgData name="Soumita Sengupta" userId="4afa6ce1-cb01-46c2-8538-4650222f0c96" providerId="ADAL" clId="{0A78EE60-BBCD-4A76-81BC-E7FB80E1D58E}" dt="2021-08-23T11:31:52.713" v="897" actId="1076"/>
          <ac:picMkLst>
            <pc:docMk/>
            <pc:sldMk cId="68183755" sldId="1441"/>
            <ac:picMk id="7" creationId="{6DF998C1-9EEB-4C68-9CF2-52F47ACA0A9D}"/>
          </ac:picMkLst>
        </pc:picChg>
      </pc:sldChg>
      <pc:sldChg chg="addSp delSp modSp add mod modClrScheme chgLayout">
        <pc:chgData name="Soumita Sengupta" userId="4afa6ce1-cb01-46c2-8538-4650222f0c96" providerId="ADAL" clId="{0A78EE60-BBCD-4A76-81BC-E7FB80E1D58E}" dt="2021-08-23T12:26:21.504" v="1143" actId="1076"/>
        <pc:sldMkLst>
          <pc:docMk/>
          <pc:sldMk cId="2346687962" sldId="1442"/>
        </pc:sldMkLst>
        <pc:spChg chg="add del mod ord">
          <ac:chgData name="Soumita Sengupta" userId="4afa6ce1-cb01-46c2-8538-4650222f0c96" providerId="ADAL" clId="{0A78EE60-BBCD-4A76-81BC-E7FB80E1D58E}" dt="2021-08-23T12:19:43.912" v="1125" actId="478"/>
          <ac:spMkLst>
            <pc:docMk/>
            <pc:sldMk cId="2346687962" sldId="1442"/>
            <ac:spMk id="2" creationId="{82FF8851-06E9-4D40-8368-343970A7F312}"/>
          </ac:spMkLst>
        </pc:spChg>
        <pc:spChg chg="add del mod ord">
          <ac:chgData name="Soumita Sengupta" userId="4afa6ce1-cb01-46c2-8538-4650222f0c96" providerId="ADAL" clId="{0A78EE60-BBCD-4A76-81BC-E7FB80E1D58E}" dt="2021-08-23T12:19:36.586" v="1122" actId="478"/>
          <ac:spMkLst>
            <pc:docMk/>
            <pc:sldMk cId="2346687962" sldId="1442"/>
            <ac:spMk id="3" creationId="{1FDC286C-C4D1-4940-8B40-E16BFC32B821}"/>
          </ac:spMkLst>
        </pc:spChg>
        <pc:spChg chg="mod ord">
          <ac:chgData name="Soumita Sengupta" userId="4afa6ce1-cb01-46c2-8538-4650222f0c96" providerId="ADAL" clId="{0A78EE60-BBCD-4A76-81BC-E7FB80E1D58E}" dt="2021-08-23T12:19:32.797" v="1121" actId="700"/>
          <ac:spMkLst>
            <pc:docMk/>
            <pc:sldMk cId="2346687962" sldId="1442"/>
            <ac:spMk id="4" creationId="{00000000-0000-0000-0000-000000000000}"/>
          </ac:spMkLst>
        </pc:spChg>
        <pc:spChg chg="mod ord">
          <ac:chgData name="Soumita Sengupta" userId="4afa6ce1-cb01-46c2-8538-4650222f0c96" providerId="ADAL" clId="{0A78EE60-BBCD-4A76-81BC-E7FB80E1D58E}" dt="2021-08-23T12:19:32.797" v="1121" actId="700"/>
          <ac:spMkLst>
            <pc:docMk/>
            <pc:sldMk cId="2346687962" sldId="1442"/>
            <ac:spMk id="9" creationId="{00000000-0000-0000-0000-000000000000}"/>
          </ac:spMkLst>
        </pc:spChg>
        <pc:spChg chg="mod">
          <ac:chgData name="Soumita Sengupta" userId="4afa6ce1-cb01-46c2-8538-4650222f0c96" providerId="ADAL" clId="{0A78EE60-BBCD-4A76-81BC-E7FB80E1D58E}" dt="2021-08-23T12:26:15.267" v="1140" actId="1076"/>
          <ac:spMkLst>
            <pc:docMk/>
            <pc:sldMk cId="2346687962" sldId="1442"/>
            <ac:spMk id="11" creationId="{1E09815E-38A2-44A7-926C-CD1E4B0A7838}"/>
          </ac:spMkLst>
        </pc:spChg>
        <pc:spChg chg="add del">
          <ac:chgData name="Soumita Sengupta" userId="4afa6ce1-cb01-46c2-8538-4650222f0c96" providerId="ADAL" clId="{0A78EE60-BBCD-4A76-81BC-E7FB80E1D58E}" dt="2021-08-23T12:19:41.249" v="1124" actId="478"/>
          <ac:spMkLst>
            <pc:docMk/>
            <pc:sldMk cId="2346687962" sldId="1442"/>
            <ac:spMk id="12" creationId="{22D153AA-7C04-4067-8571-D3BD8013E971}"/>
          </ac:spMkLst>
        </pc:spChg>
        <pc:picChg chg="del">
          <ac:chgData name="Soumita Sengupta" userId="4afa6ce1-cb01-46c2-8538-4650222f0c96" providerId="ADAL" clId="{0A78EE60-BBCD-4A76-81BC-E7FB80E1D58E}" dt="2021-08-23T11:32:36.091" v="900" actId="478"/>
          <ac:picMkLst>
            <pc:docMk/>
            <pc:sldMk cId="2346687962" sldId="1442"/>
            <ac:picMk id="7" creationId="{6DF998C1-9EEB-4C68-9CF2-52F47ACA0A9D}"/>
          </ac:picMkLst>
        </pc:picChg>
        <pc:picChg chg="add mod">
          <ac:chgData name="Soumita Sengupta" userId="4afa6ce1-cb01-46c2-8538-4650222f0c96" providerId="ADAL" clId="{0A78EE60-BBCD-4A76-81BC-E7FB80E1D58E}" dt="2021-08-23T12:26:21.504" v="1143" actId="1076"/>
          <ac:picMkLst>
            <pc:docMk/>
            <pc:sldMk cId="2346687962" sldId="1442"/>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0.858" v="1138" actId="1076"/>
        <pc:sldMkLst>
          <pc:docMk/>
          <pc:sldMk cId="2260615317" sldId="1443"/>
        </pc:sldMkLst>
        <pc:spChg chg="add del mod ord">
          <ac:chgData name="Soumita Sengupta" userId="4afa6ce1-cb01-46c2-8538-4650222f0c96" providerId="ADAL" clId="{0A78EE60-BBCD-4A76-81BC-E7FB80E1D58E}" dt="2021-08-23T12:21:17.256" v="1130" actId="478"/>
          <ac:spMkLst>
            <pc:docMk/>
            <pc:sldMk cId="2260615317" sldId="1443"/>
            <ac:spMk id="2" creationId="{904230B4-EE88-422E-A126-A2F16BC144B7}"/>
          </ac:spMkLst>
        </pc:spChg>
        <pc:spChg chg="add del mod ord">
          <ac:chgData name="Soumita Sengupta" userId="4afa6ce1-cb01-46c2-8538-4650222f0c96" providerId="ADAL" clId="{0A78EE60-BBCD-4A76-81BC-E7FB80E1D58E}" dt="2021-08-23T12:21:07.035" v="1127" actId="478"/>
          <ac:spMkLst>
            <pc:docMk/>
            <pc:sldMk cId="2260615317" sldId="1443"/>
            <ac:spMk id="3" creationId="{643BBF1A-7651-4BF9-9EA4-AE133BC36745}"/>
          </ac:spMkLst>
        </pc:spChg>
        <pc:spChg chg="mod ord">
          <ac:chgData name="Soumita Sengupta" userId="4afa6ce1-cb01-46c2-8538-4650222f0c96" providerId="ADAL" clId="{0A78EE60-BBCD-4A76-81BC-E7FB80E1D58E}" dt="2021-08-23T12:21:04.443" v="1126" actId="700"/>
          <ac:spMkLst>
            <pc:docMk/>
            <pc:sldMk cId="2260615317" sldId="1443"/>
            <ac:spMk id="4" creationId="{00000000-0000-0000-0000-000000000000}"/>
          </ac:spMkLst>
        </pc:spChg>
        <pc:spChg chg="mod ord">
          <ac:chgData name="Soumita Sengupta" userId="4afa6ce1-cb01-46c2-8538-4650222f0c96" providerId="ADAL" clId="{0A78EE60-BBCD-4A76-81BC-E7FB80E1D58E}" dt="2021-08-23T12:21:04.443" v="1126" actId="700"/>
          <ac:spMkLst>
            <pc:docMk/>
            <pc:sldMk cId="2260615317" sldId="1443"/>
            <ac:spMk id="9" creationId="{00000000-0000-0000-0000-000000000000}"/>
          </ac:spMkLst>
        </pc:spChg>
        <pc:spChg chg="mod">
          <ac:chgData name="Soumita Sengupta" userId="4afa6ce1-cb01-46c2-8538-4650222f0c96" providerId="ADAL" clId="{0A78EE60-BBCD-4A76-81BC-E7FB80E1D58E}" dt="2021-08-23T12:25:57.771" v="1137" actId="1076"/>
          <ac:spMkLst>
            <pc:docMk/>
            <pc:sldMk cId="2260615317" sldId="1443"/>
            <ac:spMk id="11" creationId="{1E09815E-38A2-44A7-926C-CD1E4B0A7838}"/>
          </ac:spMkLst>
        </pc:spChg>
        <pc:spChg chg="add del">
          <ac:chgData name="Soumita Sengupta" userId="4afa6ce1-cb01-46c2-8538-4650222f0c96" providerId="ADAL" clId="{0A78EE60-BBCD-4A76-81BC-E7FB80E1D58E}" dt="2021-08-23T12:21:13.946" v="1129" actId="478"/>
          <ac:spMkLst>
            <pc:docMk/>
            <pc:sldMk cId="2260615317" sldId="1443"/>
            <ac:spMk id="12" creationId="{22D153AA-7C04-4067-8571-D3BD8013E971}"/>
          </ac:spMkLst>
        </pc:spChg>
        <pc:graphicFrameChg chg="add mod modGraphic">
          <ac:chgData name="Soumita Sengupta" userId="4afa6ce1-cb01-46c2-8538-4650222f0c96" providerId="ADAL" clId="{0A78EE60-BBCD-4A76-81BC-E7FB80E1D58E}" dt="2021-08-23T12:26:00.858" v="1138" actId="1076"/>
          <ac:graphicFrameMkLst>
            <pc:docMk/>
            <pc:sldMk cId="2260615317" sldId="1443"/>
            <ac:graphicFrameMk id="13" creationId="{7A34417B-F59A-4522-85A5-1AB0115EB122}"/>
          </ac:graphicFrameMkLst>
        </pc:graphicFrameChg>
        <pc:picChg chg="del">
          <ac:chgData name="Soumita Sengupta" userId="4afa6ce1-cb01-46c2-8538-4650222f0c96" providerId="ADAL" clId="{0A78EE60-BBCD-4A76-81BC-E7FB80E1D58E}" dt="2021-08-23T11:36:20.047" v="921" actId="478"/>
          <ac:picMkLst>
            <pc:docMk/>
            <pc:sldMk cId="2260615317" sldId="1443"/>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6.912" v="1139" actId="1076"/>
        <pc:sldMkLst>
          <pc:docMk/>
          <pc:sldMk cId="1700556363" sldId="1444"/>
        </pc:sldMkLst>
        <pc:spChg chg="add del mod ord">
          <ac:chgData name="Soumita Sengupta" userId="4afa6ce1-cb01-46c2-8538-4650222f0c96" providerId="ADAL" clId="{0A78EE60-BBCD-4A76-81BC-E7FB80E1D58E}" dt="2021-08-23T12:25:35.783" v="1132" actId="478"/>
          <ac:spMkLst>
            <pc:docMk/>
            <pc:sldMk cId="1700556363" sldId="1444"/>
            <ac:spMk id="2" creationId="{AA149F04-6639-4D61-B871-0223BBAFF1D1}"/>
          </ac:spMkLst>
        </pc:spChg>
        <pc:spChg chg="add del mod ord">
          <ac:chgData name="Soumita Sengupta" userId="4afa6ce1-cb01-46c2-8538-4650222f0c96" providerId="ADAL" clId="{0A78EE60-BBCD-4A76-81BC-E7FB80E1D58E}" dt="2021-08-23T12:25:39.932" v="1133" actId="478"/>
          <ac:spMkLst>
            <pc:docMk/>
            <pc:sldMk cId="1700556363" sldId="1444"/>
            <ac:spMk id="3" creationId="{55661B5A-3E81-4FB9-9615-8A578ECAA2E0}"/>
          </ac:spMkLst>
        </pc:spChg>
        <pc:spChg chg="mod ord">
          <ac:chgData name="Soumita Sengupta" userId="4afa6ce1-cb01-46c2-8538-4650222f0c96" providerId="ADAL" clId="{0A78EE60-BBCD-4A76-81BC-E7FB80E1D58E}" dt="2021-08-23T12:21:23.107" v="1131" actId="700"/>
          <ac:spMkLst>
            <pc:docMk/>
            <pc:sldMk cId="1700556363" sldId="1444"/>
            <ac:spMk id="4" creationId="{00000000-0000-0000-0000-000000000000}"/>
          </ac:spMkLst>
        </pc:spChg>
        <pc:spChg chg="mod ord">
          <ac:chgData name="Soumita Sengupta" userId="4afa6ce1-cb01-46c2-8538-4650222f0c96" providerId="ADAL" clId="{0A78EE60-BBCD-4A76-81BC-E7FB80E1D58E}" dt="2021-08-23T12:21:23.107" v="1131" actId="700"/>
          <ac:spMkLst>
            <pc:docMk/>
            <pc:sldMk cId="1700556363" sldId="1444"/>
            <ac:spMk id="9" creationId="{00000000-0000-0000-0000-000000000000}"/>
          </ac:spMkLst>
        </pc:spChg>
        <pc:spChg chg="mod">
          <ac:chgData name="Soumita Sengupta" userId="4afa6ce1-cb01-46c2-8538-4650222f0c96" providerId="ADAL" clId="{0A78EE60-BBCD-4A76-81BC-E7FB80E1D58E}" dt="2021-08-23T12:25:47.788" v="1135" actId="1076"/>
          <ac:spMkLst>
            <pc:docMk/>
            <pc:sldMk cId="1700556363" sldId="1444"/>
            <ac:spMk id="11" creationId="{1E09815E-38A2-44A7-926C-CD1E4B0A7838}"/>
          </ac:spMkLst>
        </pc:spChg>
        <pc:graphicFrameChg chg="add mod modGraphic">
          <ac:chgData name="Soumita Sengupta" userId="4afa6ce1-cb01-46c2-8538-4650222f0c96" providerId="ADAL" clId="{0A78EE60-BBCD-4A76-81BC-E7FB80E1D58E}" dt="2021-08-23T12:26:06.912" v="1139" actId="1076"/>
          <ac:graphicFrameMkLst>
            <pc:docMk/>
            <pc:sldMk cId="1700556363" sldId="1444"/>
            <ac:graphicFrameMk id="10" creationId="{5F211C8A-8847-46DC-A2A0-6C1C27CF2F62}"/>
          </ac:graphicFrameMkLst>
        </pc:graphicFrameChg>
        <pc:graphicFrameChg chg="del modGraphic">
          <ac:chgData name="Soumita Sengupta" userId="4afa6ce1-cb01-46c2-8538-4650222f0c96" providerId="ADAL" clId="{0A78EE60-BBCD-4A76-81BC-E7FB80E1D58E}" dt="2021-08-23T11:37:46.528" v="941" actId="478"/>
          <ac:graphicFrameMkLst>
            <pc:docMk/>
            <pc:sldMk cId="1700556363" sldId="1444"/>
            <ac:graphicFrameMk id="13" creationId="{7A34417B-F59A-4522-85A5-1AB0115EB122}"/>
          </ac:graphicFrameMkLst>
        </pc:graphicFrameChg>
      </pc:sldChg>
      <pc:sldChg chg="modSp add mod ord">
        <pc:chgData name="Soumita Sengupta" userId="4afa6ce1-cb01-46c2-8538-4650222f0c96" providerId="ADAL" clId="{0A78EE60-BBCD-4A76-81BC-E7FB80E1D58E}" dt="2021-08-23T11:39:15.521" v="973"/>
        <pc:sldMkLst>
          <pc:docMk/>
          <pc:sldMk cId="964145454" sldId="1445"/>
        </pc:sldMkLst>
        <pc:spChg chg="mod">
          <ac:chgData name="Soumita Sengupta" userId="4afa6ce1-cb01-46c2-8538-4650222f0c96" providerId="ADAL" clId="{0A78EE60-BBCD-4A76-81BC-E7FB80E1D58E}" dt="2021-08-23T11:39:10.337" v="971" actId="20577"/>
          <ac:spMkLst>
            <pc:docMk/>
            <pc:sldMk cId="964145454" sldId="1445"/>
            <ac:spMk id="2" creationId="{57983F62-BBB9-431B-A37F-BDA0DC7153F6}"/>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1-09-05T21:43:45.323" idx="2">
    <p:pos x="10" y="10"/>
    <p:text>Using above slide we already did via CLI
</p:text>
    <p:extLst>
      <p:ext uri="{C676402C-5697-4E1C-873F-D02D1690AC5C}">
        <p15:threadingInfo xmlns:p15="http://schemas.microsoft.com/office/powerpoint/2012/main" timeZoneBias="42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BBB55-7B87-4E63-A974-29766ECA53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B2E94F5-E70B-4807-A59E-2D302623A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93C8D7-F5EC-4784-81DC-261680A4FF73}" type="datetimeFigureOut">
              <a:rPr lang="en-IN" smtClean="0"/>
              <a:t>13-09-2021</a:t>
            </a:fld>
            <a:endParaRPr lang="en-IN"/>
          </a:p>
        </p:txBody>
      </p:sp>
      <p:sp>
        <p:nvSpPr>
          <p:cNvPr id="4" name="Footer Placeholder 3">
            <a:extLst>
              <a:ext uri="{FF2B5EF4-FFF2-40B4-BE49-F238E27FC236}">
                <a16:creationId xmlns:a16="http://schemas.microsoft.com/office/drawing/2014/main" id="{60412465-2BCC-4021-A033-06D150408B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6D27308-B93A-4DD9-A2FD-8587AC7456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C37A4B-E001-4849-96A0-FF929ECDCDBE}" type="slidenum">
              <a:rPr lang="en-IN" smtClean="0"/>
              <a:t>‹#›</a:t>
            </a:fld>
            <a:endParaRPr lang="en-IN"/>
          </a:p>
        </p:txBody>
      </p:sp>
    </p:spTree>
    <p:extLst>
      <p:ext uri="{BB962C8B-B14F-4D97-AF65-F5344CB8AC3E}">
        <p14:creationId xmlns:p14="http://schemas.microsoft.com/office/powerpoint/2010/main" val="146418342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5F557-19E7-DA4B-8684-8A738F1F68CC}" type="datetimeFigureOut">
              <a:rPr lang="en-US" smtClean="0"/>
              <a:t>9/13/2021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76CFB-415C-254D-A8FB-F67DD40B9817}" type="slidenum">
              <a:rPr lang="en-US" smtClean="0"/>
              <a:t>‹#›</a:t>
            </a:fld>
            <a:endParaRPr lang="en-US"/>
          </a:p>
        </p:txBody>
      </p:sp>
    </p:spTree>
    <p:extLst>
      <p:ext uri="{BB962C8B-B14F-4D97-AF65-F5344CB8AC3E}">
        <p14:creationId xmlns:p14="http://schemas.microsoft.com/office/powerpoint/2010/main" val="10148552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docs.couchbase.com/server/5.0/architecture/cluster-manager.html" TargetMode="External"/><Relationship Id="rId3" Type="http://schemas.openxmlformats.org/officeDocument/2006/relationships/hyperlink" Target="https://docs.couchbase.com/server/5.0/architecture/connectivity-architecture.html" TargetMode="External"/><Relationship Id="rId7" Type="http://schemas.openxmlformats.org/officeDocument/2006/relationships/hyperlink" Target="https://docs.couchbase.com/server/5.0/security/security-intro.html"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docs.couchbase.com/server/5.0/architecture/managed-caching-layer-architecture.html" TargetMode="External"/><Relationship Id="rId11" Type="http://schemas.openxmlformats.org/officeDocument/2006/relationships/hyperlink" Target="https://docs.couchbase.com/server/5.0/architecture/querying-data-and-query-data-service.html" TargetMode="External"/><Relationship Id="rId5" Type="http://schemas.openxmlformats.org/officeDocument/2006/relationships/hyperlink" Target="https://docs.couchbase.com/server/5.0/architecture/storage-architecture.html" TargetMode="External"/><Relationship Id="rId10" Type="http://schemas.openxmlformats.org/officeDocument/2006/relationships/hyperlink" Target="https://docs.couchbase.com/server/5.0/architecture/views-indexing-index-service.html" TargetMode="External"/><Relationship Id="rId4" Type="http://schemas.openxmlformats.org/officeDocument/2006/relationships/hyperlink" Target="https://docs.couchbase.com/server/5.0/architecture/high-availability-replication-architecture.html" TargetMode="External"/><Relationship Id="rId9" Type="http://schemas.openxmlformats.org/officeDocument/2006/relationships/hyperlink" Target="https://docs.couchbase.com/server/5.0/architecture/data-service-core-data-access.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349DF6-6D44-4013-9C40-5BB8CE0C2D8E}" type="slidenum">
              <a:rPr lang="en-US" smtClean="0"/>
              <a:t>3</a:t>
            </a:fld>
            <a:endParaRPr lang="en-US"/>
          </a:p>
        </p:txBody>
      </p:sp>
    </p:spTree>
    <p:extLst>
      <p:ext uri="{BB962C8B-B14F-4D97-AF65-F5344CB8AC3E}">
        <p14:creationId xmlns:p14="http://schemas.microsoft.com/office/powerpoint/2010/main" val="954114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Open Sans" panose="020B0606030504020204" pitchFamily="34" charset="0"/>
              </a:rPr>
              <a:t>The following are the core runtime systems within Couchbase Server:</a:t>
            </a:r>
          </a:p>
          <a:p>
            <a:pPr algn="l">
              <a:buFont typeface="Arial" panose="020B0604020202020204" pitchFamily="34" charset="0"/>
              <a:buNone/>
            </a:pPr>
            <a:r>
              <a:rPr lang="en-US" b="0" i="0" u="none" strike="noStrike" dirty="0">
                <a:solidFill>
                  <a:schemeClr val="bg1"/>
                </a:solidFill>
                <a:effectLst/>
                <a:latin typeface="Open Sans" panose="020B0606030504020204" pitchFamily="34" charset="0"/>
                <a:hlinkClick r:id="rId3">
                  <a:extLst>
                    <a:ext uri="{A12FA001-AC4F-418D-AE19-62706E023703}">
                      <ahyp:hlinkClr xmlns:ahyp="http://schemas.microsoft.com/office/drawing/2018/hyperlinkcolor" val="tx"/>
                    </a:ext>
                  </a:extLst>
                </a:hlinkClick>
              </a:rPr>
              <a:t> Connectivity architecture</a:t>
            </a:r>
            <a:endParaRPr lang="en-US" b="0" i="0" u="none" dirty="0">
              <a:solidFill>
                <a:schemeClr val="bg1"/>
              </a:solidFill>
              <a:effectLst/>
              <a:latin typeface="Open Sans" panose="020B0606030504020204" pitchFamily="34" charset="0"/>
            </a:endParaRPr>
          </a:p>
          <a:p>
            <a:pPr algn="l">
              <a:buFont typeface="Arial" panose="020B0604020202020204" pitchFamily="34" charset="0"/>
              <a:buNone/>
            </a:pPr>
            <a:r>
              <a:rPr lang="en-US" b="0" i="0" u="none" strike="noStrike" dirty="0">
                <a:solidFill>
                  <a:schemeClr val="bg1"/>
                </a:solidFill>
                <a:effectLst/>
                <a:latin typeface="Open Sans" panose="020B0606030504020204" pitchFamily="34" charset="0"/>
                <a:hlinkClick r:id="rId4">
                  <a:extLst>
                    <a:ext uri="{A12FA001-AC4F-418D-AE19-62706E023703}">
                      <ahyp:hlinkClr xmlns:ahyp="http://schemas.microsoft.com/office/drawing/2018/hyperlinkcolor" val="tx"/>
                    </a:ext>
                  </a:extLst>
                </a:hlinkClick>
              </a:rPr>
              <a:t>Replication architecture</a:t>
            </a:r>
            <a:endParaRPr lang="en-US" b="0" i="0" u="none" dirty="0">
              <a:solidFill>
                <a:schemeClr val="bg1"/>
              </a:solidFill>
              <a:effectLst/>
              <a:latin typeface="Open Sans" panose="020B0606030504020204" pitchFamily="34" charset="0"/>
            </a:endParaRPr>
          </a:p>
          <a:p>
            <a:pPr algn="l">
              <a:buFont typeface="Arial" panose="020B0604020202020204" pitchFamily="34" charset="0"/>
              <a:buNone/>
            </a:pPr>
            <a:r>
              <a:rPr lang="en-US" b="0" i="0" u="none" strike="noStrike" dirty="0">
                <a:solidFill>
                  <a:schemeClr val="bg1"/>
                </a:solidFill>
                <a:effectLst/>
                <a:latin typeface="Open Sans" panose="020B0606030504020204" pitchFamily="34" charset="0"/>
                <a:hlinkClick r:id="rId5">
                  <a:extLst>
                    <a:ext uri="{A12FA001-AC4F-418D-AE19-62706E023703}">
                      <ahyp:hlinkClr xmlns:ahyp="http://schemas.microsoft.com/office/drawing/2018/hyperlinkcolor" val="tx"/>
                    </a:ext>
                  </a:extLst>
                </a:hlinkClick>
              </a:rPr>
              <a:t>Storage architecture</a:t>
            </a:r>
            <a:endParaRPr lang="en-US" b="0" i="0" u="none" dirty="0">
              <a:solidFill>
                <a:schemeClr val="bg1"/>
              </a:solidFill>
              <a:effectLst/>
              <a:latin typeface="Open Sans" panose="020B0606030504020204" pitchFamily="34" charset="0"/>
            </a:endParaRPr>
          </a:p>
          <a:p>
            <a:pPr algn="l">
              <a:buFont typeface="Arial" panose="020B0604020202020204" pitchFamily="34" charset="0"/>
              <a:buNone/>
            </a:pPr>
            <a:r>
              <a:rPr lang="en-US" b="0" i="0" u="none" strike="noStrike" dirty="0">
                <a:solidFill>
                  <a:schemeClr val="bg1"/>
                </a:solidFill>
                <a:effectLst/>
                <a:latin typeface="Open Sans" panose="020B0606030504020204" pitchFamily="34" charset="0"/>
                <a:hlinkClick r:id="rId6">
                  <a:extLst>
                    <a:ext uri="{A12FA001-AC4F-418D-AE19-62706E023703}">
                      <ahyp:hlinkClr xmlns:ahyp="http://schemas.microsoft.com/office/drawing/2018/hyperlinkcolor" val="tx"/>
                    </a:ext>
                  </a:extLst>
                </a:hlinkClick>
              </a:rPr>
              <a:t>Caching layer architecture</a:t>
            </a:r>
            <a:endParaRPr lang="en-US" b="0" i="0" u="none" dirty="0">
              <a:solidFill>
                <a:schemeClr val="bg1"/>
              </a:solidFill>
              <a:effectLst/>
              <a:latin typeface="Open Sans" panose="020B0606030504020204" pitchFamily="34" charset="0"/>
            </a:endParaRPr>
          </a:p>
          <a:p>
            <a:pPr algn="l">
              <a:buFont typeface="Arial" panose="020B0604020202020204" pitchFamily="34" charset="0"/>
              <a:buNone/>
            </a:pPr>
            <a:r>
              <a:rPr lang="en-US" b="0" i="0" u="none" strike="noStrike" dirty="0">
                <a:solidFill>
                  <a:schemeClr val="bg1"/>
                </a:solidFill>
                <a:effectLst/>
                <a:latin typeface="Open Sans" panose="020B0606030504020204" pitchFamily="34" charset="0"/>
                <a:hlinkClick r:id="rId7">
                  <a:extLst>
                    <a:ext uri="{A12FA001-AC4F-418D-AE19-62706E023703}">
                      <ahyp:hlinkClr xmlns:ahyp="http://schemas.microsoft.com/office/drawing/2018/hyperlinkcolor" val="tx"/>
                    </a:ext>
                  </a:extLst>
                </a:hlinkClick>
              </a:rPr>
              <a:t>Security architecture</a:t>
            </a:r>
            <a:endParaRPr lang="en-US" b="0" i="0" u="none" strike="noStrike" dirty="0">
              <a:solidFill>
                <a:schemeClr val="bg1"/>
              </a:solidFill>
              <a:effectLst/>
              <a:latin typeface="Open Sans" panose="020B0606030504020204" pitchFamily="34" charset="0"/>
            </a:endParaRPr>
          </a:p>
          <a:p>
            <a:pPr algn="l">
              <a:buFont typeface="Arial" panose="020B0604020202020204" pitchFamily="34" charset="0"/>
              <a:buChar char="•"/>
            </a:pPr>
            <a:endParaRPr lang="en-US" b="0" i="0" u="sng" strike="noStrike" dirty="0">
              <a:solidFill>
                <a:schemeClr val="bg1"/>
              </a:solidFill>
              <a:effectLst/>
              <a:latin typeface="Open Sans" panose="020B0606030504020204" pitchFamily="34" charset="0"/>
            </a:endParaRPr>
          </a:p>
          <a:p>
            <a:pPr algn="l">
              <a:buFont typeface="Arial" panose="020B0604020202020204" pitchFamily="34" charset="0"/>
              <a:buNone/>
            </a:pPr>
            <a:r>
              <a:rPr lang="en-US" b="0" i="0" dirty="0">
                <a:solidFill>
                  <a:srgbClr val="333333"/>
                </a:solidFill>
                <a:effectLst/>
                <a:latin typeface="Open Sans" panose="020B0606030504020204" pitchFamily="34" charset="0"/>
              </a:rPr>
              <a:t>The runtimes such as replication, storage, caching, and so on can be tuned to the needs of different services within the system. </a:t>
            </a:r>
          </a:p>
          <a:p>
            <a:pPr algn="l">
              <a:buFont typeface="Arial" panose="020B0604020202020204" pitchFamily="34" charset="0"/>
              <a:buNone/>
            </a:pPr>
            <a:endParaRPr lang="en-US" b="0" i="0" u="sng" dirty="0">
              <a:solidFill>
                <a:srgbClr val="333333"/>
              </a:solidFill>
              <a:effectLst/>
              <a:latin typeface="Open Sans" panose="020B0606030504020204" pitchFamily="34" charset="0"/>
            </a:endParaRPr>
          </a:p>
          <a:p>
            <a:pPr algn="l">
              <a:buFont typeface="Arial" panose="020B0604020202020204" pitchFamily="34" charset="0"/>
              <a:buNone/>
            </a:pPr>
            <a:r>
              <a:rPr lang="en-US" b="0" i="0" dirty="0">
                <a:solidFill>
                  <a:srgbClr val="333333"/>
                </a:solidFill>
                <a:effectLst/>
                <a:latin typeface="Open Sans" panose="020B0606030504020204" pitchFamily="34" charset="0"/>
              </a:rPr>
              <a:t>Couchbase Server also consists of the following services:</a:t>
            </a:r>
          </a:p>
          <a:p>
            <a:pPr algn="l">
              <a:buFont typeface="Arial" panose="020B0604020202020204" pitchFamily="34" charset="0"/>
              <a:buNone/>
            </a:pPr>
            <a:endParaRPr lang="en-US" b="0" i="0" dirty="0">
              <a:solidFill>
                <a:srgbClr val="333333"/>
              </a:solidFill>
              <a:effectLst/>
              <a:latin typeface="Open Sans" panose="020B0606030504020204" pitchFamily="34" charset="0"/>
            </a:endParaRPr>
          </a:p>
          <a:p>
            <a:pPr algn="l">
              <a:buFont typeface="Arial" panose="020B0604020202020204" pitchFamily="34" charset="0"/>
              <a:buNone/>
            </a:pPr>
            <a:r>
              <a:rPr lang="en-US" b="0" i="0" u="sng" strike="noStrike" dirty="0">
                <a:solidFill>
                  <a:schemeClr val="bg1"/>
                </a:solidFill>
                <a:effectLst/>
                <a:latin typeface="Open Sans" panose="020B0606030504020204" pitchFamily="34" charset="0"/>
                <a:hlinkClick r:id="rId8">
                  <a:extLst>
                    <a:ext uri="{A12FA001-AC4F-418D-AE19-62706E023703}">
                      <ahyp:hlinkClr xmlns:ahyp="http://schemas.microsoft.com/office/drawing/2018/hyperlinkcolor" val="tx"/>
                    </a:ext>
                  </a:extLst>
                </a:hlinkClick>
              </a:rPr>
              <a:t>Cluster manager</a:t>
            </a:r>
            <a:endParaRPr lang="en-US" b="0" i="0" u="sng" dirty="0">
              <a:solidFill>
                <a:schemeClr val="bg1"/>
              </a:solidFill>
              <a:effectLst/>
              <a:latin typeface="Open Sans" panose="020B0606030504020204" pitchFamily="34" charset="0"/>
            </a:endParaRPr>
          </a:p>
          <a:p>
            <a:pPr algn="l">
              <a:buFont typeface="Arial" panose="020B0604020202020204" pitchFamily="34" charset="0"/>
              <a:buNone/>
            </a:pPr>
            <a:r>
              <a:rPr lang="en-US" b="0" i="0" u="sng" strike="noStrike" dirty="0">
                <a:solidFill>
                  <a:schemeClr val="bg1"/>
                </a:solidFill>
                <a:effectLst/>
                <a:latin typeface="Open Sans" panose="020B0606030504020204" pitchFamily="34" charset="0"/>
                <a:hlinkClick r:id="rId9">
                  <a:extLst>
                    <a:ext uri="{A12FA001-AC4F-418D-AE19-62706E023703}">
                      <ahyp:hlinkClr xmlns:ahyp="http://schemas.microsoft.com/office/drawing/2018/hyperlinkcolor" val="tx"/>
                    </a:ext>
                  </a:extLst>
                </a:hlinkClick>
              </a:rPr>
              <a:t>Data service</a:t>
            </a:r>
            <a:endParaRPr lang="en-US" b="0" i="0" u="sng" dirty="0">
              <a:solidFill>
                <a:schemeClr val="bg1"/>
              </a:solidFill>
              <a:effectLst/>
              <a:latin typeface="Open Sans" panose="020B0606030504020204" pitchFamily="34" charset="0"/>
            </a:endParaRPr>
          </a:p>
          <a:p>
            <a:pPr algn="l">
              <a:buFont typeface="Arial" panose="020B0604020202020204" pitchFamily="34" charset="0"/>
              <a:buNone/>
            </a:pPr>
            <a:r>
              <a:rPr lang="en-US" b="0" i="0" u="sng" strike="noStrike" dirty="0">
                <a:solidFill>
                  <a:schemeClr val="bg1"/>
                </a:solidFill>
                <a:effectLst/>
                <a:latin typeface="Open Sans" panose="020B0606030504020204" pitchFamily="34" charset="0"/>
                <a:hlinkClick r:id="rId10">
                  <a:extLst>
                    <a:ext uri="{A12FA001-AC4F-418D-AE19-62706E023703}">
                      <ahyp:hlinkClr xmlns:ahyp="http://schemas.microsoft.com/office/drawing/2018/hyperlinkcolor" val="tx"/>
                    </a:ext>
                  </a:extLst>
                </a:hlinkClick>
              </a:rPr>
              <a:t>Index service</a:t>
            </a:r>
            <a:endParaRPr lang="en-US" b="0" i="0" u="sng" dirty="0">
              <a:solidFill>
                <a:schemeClr val="bg1"/>
              </a:solidFill>
              <a:effectLst/>
              <a:latin typeface="Open Sans" panose="020B0606030504020204" pitchFamily="34" charset="0"/>
            </a:endParaRPr>
          </a:p>
          <a:p>
            <a:pPr algn="l">
              <a:buFont typeface="Arial" panose="020B0604020202020204" pitchFamily="34" charset="0"/>
              <a:buNone/>
            </a:pPr>
            <a:r>
              <a:rPr lang="en-US" b="0" i="0" u="sng" strike="noStrike" dirty="0">
                <a:solidFill>
                  <a:schemeClr val="bg1"/>
                </a:solidFill>
                <a:effectLst/>
                <a:latin typeface="Open Sans" panose="020B0606030504020204" pitchFamily="34" charset="0"/>
                <a:hlinkClick r:id="rId11">
                  <a:extLst>
                    <a:ext uri="{A12FA001-AC4F-418D-AE19-62706E023703}">
                      <ahyp:hlinkClr xmlns:ahyp="http://schemas.microsoft.com/office/drawing/2018/hyperlinkcolor" val="tx"/>
                    </a:ext>
                  </a:extLst>
                </a:hlinkClick>
              </a:rPr>
              <a:t>Query service</a:t>
            </a:r>
            <a:endParaRPr lang="en-US" b="0" i="0" u="sng" dirty="0">
              <a:solidFill>
                <a:schemeClr val="bg1"/>
              </a:solidFill>
              <a:effectLst/>
              <a:latin typeface="Open Sans" panose="020B0606030504020204" pitchFamily="34" charset="0"/>
            </a:endParaRPr>
          </a:p>
          <a:p>
            <a:pPr algn="l">
              <a:buFont typeface="Arial" panose="020B0604020202020204" pitchFamily="34" charset="0"/>
              <a:buNone/>
            </a:pPr>
            <a:r>
              <a:rPr lang="en-US" b="0" i="0" u="sng" dirty="0">
                <a:solidFill>
                  <a:schemeClr val="bg1"/>
                </a:solidFill>
                <a:effectLst/>
                <a:latin typeface="Open Sans" panose="020B0606030504020204" pitchFamily="34" charset="0"/>
              </a:rPr>
              <a:t>Search service</a:t>
            </a:r>
          </a:p>
          <a:p>
            <a:pPr algn="l">
              <a:buFont typeface="Arial" panose="020B0604020202020204" pitchFamily="34" charset="0"/>
              <a:buNone/>
            </a:pPr>
            <a:endParaRPr lang="en-US" b="0" i="0" u="sng" dirty="0">
              <a:solidFill>
                <a:schemeClr val="bg1"/>
              </a:solidFill>
              <a:effectLst/>
              <a:latin typeface="Open Sans" panose="020B0606030504020204" pitchFamily="34" charset="0"/>
            </a:endParaRPr>
          </a:p>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a:t>
            </a:fld>
            <a:endParaRPr lang="en-US"/>
          </a:p>
        </p:txBody>
      </p:sp>
    </p:spTree>
    <p:extLst>
      <p:ext uri="{BB962C8B-B14F-4D97-AF65-F5344CB8AC3E}">
        <p14:creationId xmlns:p14="http://schemas.microsoft.com/office/powerpoint/2010/main" val="4182830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7</a:t>
            </a:fld>
            <a:endParaRPr lang="en-US"/>
          </a:p>
        </p:txBody>
      </p:sp>
    </p:spTree>
    <p:extLst>
      <p:ext uri="{BB962C8B-B14F-4D97-AF65-F5344CB8AC3E}">
        <p14:creationId xmlns:p14="http://schemas.microsoft.com/office/powerpoint/2010/main" val="1263296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19</a:t>
            </a:fld>
            <a:endParaRPr lang="en-US"/>
          </a:p>
        </p:txBody>
      </p:sp>
    </p:spTree>
    <p:extLst>
      <p:ext uri="{BB962C8B-B14F-4D97-AF65-F5344CB8AC3E}">
        <p14:creationId xmlns:p14="http://schemas.microsoft.com/office/powerpoint/2010/main" val="3271529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 Show &amp; Tell Session to be performed on Time availability.</a:t>
            </a:r>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22</a:t>
            </a:fld>
            <a:endParaRPr lang="en-US"/>
          </a:p>
        </p:txBody>
      </p:sp>
    </p:spTree>
    <p:extLst>
      <p:ext uri="{BB962C8B-B14F-4D97-AF65-F5344CB8AC3E}">
        <p14:creationId xmlns:p14="http://schemas.microsoft.com/office/powerpoint/2010/main" val="4212171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solidFill>
                  <a:srgbClr val="333333"/>
                </a:solidFill>
                <a:effectLst/>
                <a:latin typeface="Open Sans" panose="020B0606030504020204" pitchFamily="34" charset="0"/>
              </a:rPr>
              <a:t>Bidirectionally</a:t>
            </a:r>
            <a:r>
              <a:rPr lang="en-US" b="0" i="0" dirty="0">
                <a:solidFill>
                  <a:srgbClr val="333333"/>
                </a:solidFill>
                <a:effectLst/>
                <a:latin typeface="Open Sans" panose="020B0606030504020204" pitchFamily="34" charset="0"/>
              </a:rPr>
              <a:t>: The data contained in a specified source bucket is replicated to a specified target bucket; and the data contained in the target bucket is, in turn, replicated back to the source bucket. This allows both buckets to be used for the serving of data, which may provide faster data-access for users and applications in remote geographies.</a:t>
            </a:r>
          </a:p>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24</a:t>
            </a:fld>
            <a:endParaRPr lang="en-US"/>
          </a:p>
        </p:txBody>
      </p:sp>
    </p:spTree>
    <p:extLst>
      <p:ext uri="{BB962C8B-B14F-4D97-AF65-F5344CB8AC3E}">
        <p14:creationId xmlns:p14="http://schemas.microsoft.com/office/powerpoint/2010/main" val="2434015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 Show &amp; Tell Session to be performed on Time availability.</a:t>
            </a:r>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30</a:t>
            </a:fld>
            <a:endParaRPr lang="en-US"/>
          </a:p>
        </p:txBody>
      </p:sp>
    </p:spTree>
    <p:extLst>
      <p:ext uri="{BB962C8B-B14F-4D97-AF65-F5344CB8AC3E}">
        <p14:creationId xmlns:p14="http://schemas.microsoft.com/office/powerpoint/2010/main" val="20522317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FFFF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67529C-CCF8-417A-AB5C-9AF5BF73136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67E8DDC-1349-408B-8736-65604577FC72}"/>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5" y="319528"/>
            <a:ext cx="1324110" cy="408732"/>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vector graphics&#10;&#10;Description automatically generated">
            <a:extLst>
              <a:ext uri="{FF2B5EF4-FFF2-40B4-BE49-F238E27FC236}">
                <a16:creationId xmlns:a16="http://schemas.microsoft.com/office/drawing/2014/main" id="{BD044C8A-9133-5E4F-96B9-FDC592B9E40C}"/>
              </a:ext>
            </a:extLst>
          </p:cNvPr>
          <p:cNvPicPr>
            <a:picLocks noChangeAspect="1"/>
          </p:cNvPicPr>
          <p:nvPr/>
        </p:nvPicPr>
        <p:blipFill>
          <a:blip r:embed="rId3">
            <a:alphaModFix amt="9000"/>
          </a:blip>
          <a:stretch>
            <a:fillRect/>
          </a:stretch>
        </p:blipFill>
        <p:spPr>
          <a:xfrm>
            <a:off x="5392377" y="0"/>
            <a:ext cx="6948671" cy="7046540"/>
          </a:xfrm>
          <a:prstGeom prst="rect">
            <a:avLst/>
          </a:prstGeom>
        </p:spPr>
      </p:pic>
    </p:spTree>
    <p:extLst>
      <p:ext uri="{BB962C8B-B14F-4D97-AF65-F5344CB8AC3E}">
        <p14:creationId xmlns:p14="http://schemas.microsoft.com/office/powerpoint/2010/main" val="87998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228559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2751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6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131802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t="282" b="282"/>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98279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7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867890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7_Custom Layout">
    <p:bg>
      <p:bgPr>
        <a:solidFill>
          <a:srgbClr val="2D6188"/>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solidFill>
                  <a:srgbClr val="F8F8F8"/>
                </a:solidFill>
              </a:defRPr>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3" y="388534"/>
            <a:ext cx="1636870" cy="573990"/>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9">
            <a:extLst>
              <a:ext uri="{FF2B5EF4-FFF2-40B4-BE49-F238E27FC236}">
                <a16:creationId xmlns:a16="http://schemas.microsoft.com/office/drawing/2014/main" id="{CD1948B9-D857-AC47-B55E-6900ABC6B190}"/>
              </a:ext>
            </a:extLst>
          </p:cNvPr>
          <p:cNvPicPr>
            <a:picLocks noChangeAspect="1"/>
          </p:cNvPicPr>
          <p:nvPr/>
        </p:nvPicPr>
        <p:blipFill>
          <a:blip r:embed="rId3">
            <a:alphaModFix amt="9000"/>
          </a:blip>
          <a:srcRect/>
          <a:stretch/>
        </p:blipFill>
        <p:spPr>
          <a:xfrm>
            <a:off x="5580557" y="-123119"/>
            <a:ext cx="6793199" cy="7213730"/>
          </a:xfrm>
          <a:prstGeom prst="rect">
            <a:avLst/>
          </a:prstGeom>
        </p:spPr>
      </p:pic>
    </p:spTree>
    <p:extLst>
      <p:ext uri="{BB962C8B-B14F-4D97-AF65-F5344CB8AC3E}">
        <p14:creationId xmlns:p14="http://schemas.microsoft.com/office/powerpoint/2010/main" val="99547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dirty="0"/>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243912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Two people looking at a computer&#10;&#10;Description automatically generated with medium confidence">
            <a:extLst>
              <a:ext uri="{FF2B5EF4-FFF2-40B4-BE49-F238E27FC236}">
                <a16:creationId xmlns:a16="http://schemas.microsoft.com/office/drawing/2014/main" id="{463D3DDA-BC95-4899-B787-67CB87B778C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Content Placeholder 2"/>
          <p:cNvSpPr>
            <a:spLocks noGrp="1"/>
          </p:cNvSpPr>
          <p:nvPr>
            <p:ph idx="1"/>
          </p:nvPr>
        </p:nvSpPr>
        <p:spPr>
          <a:xfrm>
            <a:off x="442913" y="1315454"/>
            <a:ext cx="4928370" cy="4832128"/>
          </a:xfrm>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dirty="0"/>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dirty="0"/>
          </a:p>
        </p:txBody>
      </p:sp>
    </p:spTree>
    <p:extLst>
      <p:ext uri="{BB962C8B-B14F-4D97-AF65-F5344CB8AC3E}">
        <p14:creationId xmlns:p14="http://schemas.microsoft.com/office/powerpoint/2010/main" val="700349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134251" y="2015638"/>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15079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68392" y="2015638"/>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8493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8002532" y="2015638"/>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601907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320956" y="2015638"/>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337497"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4538131"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2554672"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6798840"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481538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9232980"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81708"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835311"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249989"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81476"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2790401" y="4643939"/>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504629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749989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725592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36267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4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206943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859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450357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252011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693771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495425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925613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727267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11574560" y="2021305"/>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9591101"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206943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8597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4503572"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EBC3F1-FD7B-47E6-BA65-486DD792053D}"/>
              </a:ext>
            </a:extLst>
          </p:cNvPr>
          <p:cNvSpPr/>
          <p:nvPr/>
        </p:nvSpPr>
        <p:spPr>
          <a:xfrm>
            <a:off x="6937712" y="4126747"/>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
            <a:extLst>
              <a:ext uri="{FF2B5EF4-FFF2-40B4-BE49-F238E27FC236}">
                <a16:creationId xmlns:a16="http://schemas.microsoft.com/office/drawing/2014/main" id="{9288B415-474E-4513-9396-36C2B0F9A5BE}"/>
              </a:ext>
            </a:extLst>
          </p:cNvPr>
          <p:cNvSpPr txBox="1">
            <a:spLocks/>
          </p:cNvSpPr>
          <p:nvPr/>
        </p:nvSpPr>
        <p:spPr>
          <a:xfrm>
            <a:off x="4899595" y="396123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8C0FF"/>
                </a:solidFill>
                <a:latin typeface="Roboto" panose="02000000000000000000" pitchFamily="2" charset="0"/>
                <a:ea typeface="Roboto" panose="02000000000000000000" pitchFamily="2" charset="0"/>
                <a:cs typeface="Roboto" panose="02000000000000000000" pitchFamily="2" charset="0"/>
              </a:rPr>
              <a:t>8</a:t>
            </a:r>
          </a:p>
        </p:txBody>
      </p:sp>
      <p:sp>
        <p:nvSpPr>
          <p:cNvPr id="30" name="Rectangle 29">
            <a:extLst>
              <a:ext uri="{FF2B5EF4-FFF2-40B4-BE49-F238E27FC236}">
                <a16:creationId xmlns:a16="http://schemas.microsoft.com/office/drawing/2014/main" id="{6F2F0C67-FCE5-4661-B88A-E32A43621BFD}"/>
              </a:ext>
            </a:extLst>
          </p:cNvPr>
          <p:cNvSpPr/>
          <p:nvPr/>
        </p:nvSpPr>
        <p:spPr>
          <a:xfrm>
            <a:off x="9256136" y="4126747"/>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C7742D72-E85F-4C07-AB77-F9957C7CF062}"/>
              </a:ext>
            </a:extLst>
          </p:cNvPr>
          <p:cNvSpPr txBox="1">
            <a:spLocks/>
          </p:cNvSpPr>
          <p:nvPr/>
        </p:nvSpPr>
        <p:spPr>
          <a:xfrm>
            <a:off x="7272677"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7ABB8"/>
                </a:solidFill>
                <a:latin typeface="Roboto" panose="02000000000000000000" pitchFamily="2" charset="0"/>
                <a:ea typeface="Roboto" panose="02000000000000000000" pitchFamily="2" charset="0"/>
                <a:cs typeface="Roboto" panose="02000000000000000000" pitchFamily="2" charset="0"/>
              </a:rPr>
              <a:t>9</a:t>
            </a:r>
          </a:p>
        </p:txBody>
      </p:sp>
      <p:sp>
        <p:nvSpPr>
          <p:cNvPr id="33" name="Rectangle 32">
            <a:extLst>
              <a:ext uri="{FF2B5EF4-FFF2-40B4-BE49-F238E27FC236}">
                <a16:creationId xmlns:a16="http://schemas.microsoft.com/office/drawing/2014/main" id="{3A8EA92B-455D-4020-9243-099B6A36D6B6}"/>
              </a:ext>
            </a:extLst>
          </p:cNvPr>
          <p:cNvSpPr/>
          <p:nvPr/>
        </p:nvSpPr>
        <p:spPr>
          <a:xfrm>
            <a:off x="11574560"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2">
            <a:extLst>
              <a:ext uri="{FF2B5EF4-FFF2-40B4-BE49-F238E27FC236}">
                <a16:creationId xmlns:a16="http://schemas.microsoft.com/office/drawing/2014/main" id="{471B9617-1D57-4439-BE2F-7F852849ACFB}"/>
              </a:ext>
            </a:extLst>
          </p:cNvPr>
          <p:cNvSpPr txBox="1">
            <a:spLocks/>
          </p:cNvSpPr>
          <p:nvPr/>
        </p:nvSpPr>
        <p:spPr>
          <a:xfrm>
            <a:off x="959110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D6188"/>
                </a:solidFill>
                <a:latin typeface="Roboto" panose="02000000000000000000" pitchFamily="2" charset="0"/>
                <a:ea typeface="Roboto" panose="02000000000000000000" pitchFamily="2" charset="0"/>
                <a:cs typeface="Roboto" panose="02000000000000000000" pitchFamily="2" charset="0"/>
              </a:rPr>
              <a:t>10</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31688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277049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518516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751665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9826830"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1688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2770491"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2" name="Text Placeholder 3">
            <a:extLst>
              <a:ext uri="{FF2B5EF4-FFF2-40B4-BE49-F238E27FC236}">
                <a16:creationId xmlns:a16="http://schemas.microsoft.com/office/drawing/2014/main" id="{92B45430-028C-47EE-AB70-2AFD383B30F7}"/>
              </a:ext>
            </a:extLst>
          </p:cNvPr>
          <p:cNvSpPr>
            <a:spLocks noGrp="1"/>
          </p:cNvSpPr>
          <p:nvPr>
            <p:ph type="body" sz="quarter" idx="19"/>
          </p:nvPr>
        </p:nvSpPr>
        <p:spPr>
          <a:xfrm>
            <a:off x="518516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3" name="Text Placeholder 3">
            <a:extLst>
              <a:ext uri="{FF2B5EF4-FFF2-40B4-BE49-F238E27FC236}">
                <a16:creationId xmlns:a16="http://schemas.microsoft.com/office/drawing/2014/main" id="{F3F55306-D155-4055-9A21-7E0F35605BEC}"/>
              </a:ext>
            </a:extLst>
          </p:cNvPr>
          <p:cNvSpPr>
            <a:spLocks noGrp="1"/>
          </p:cNvSpPr>
          <p:nvPr>
            <p:ph type="body" sz="quarter" idx="20"/>
          </p:nvPr>
        </p:nvSpPr>
        <p:spPr>
          <a:xfrm>
            <a:off x="751665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4" name="Text Placeholder 3">
            <a:extLst>
              <a:ext uri="{FF2B5EF4-FFF2-40B4-BE49-F238E27FC236}">
                <a16:creationId xmlns:a16="http://schemas.microsoft.com/office/drawing/2014/main" id="{EB9C01AC-A86B-4482-913D-4643B853C98E}"/>
              </a:ext>
            </a:extLst>
          </p:cNvPr>
          <p:cNvSpPr>
            <a:spLocks noGrp="1"/>
          </p:cNvSpPr>
          <p:nvPr>
            <p:ph type="body" sz="quarter" idx="21"/>
          </p:nvPr>
        </p:nvSpPr>
        <p:spPr>
          <a:xfrm>
            <a:off x="9826830"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252651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839030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07908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0765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1322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2976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794736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596390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26578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28232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21" name="Rectangle 20">
            <a:extLst>
              <a:ext uri="{FF2B5EF4-FFF2-40B4-BE49-F238E27FC236}">
                <a16:creationId xmlns:a16="http://schemas.microsoft.com/office/drawing/2014/main" id="{C7DF8707-C2D4-4814-ADD1-F5FAA1CDF01C}"/>
              </a:ext>
            </a:extLst>
          </p:cNvPr>
          <p:cNvSpPr/>
          <p:nvPr/>
        </p:nvSpPr>
        <p:spPr>
          <a:xfrm>
            <a:off x="551748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3529763" y="3957529"/>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5</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2653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78014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19481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2630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76493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5" name="Text Placeholder 2">
            <a:extLst>
              <a:ext uri="{FF2B5EF4-FFF2-40B4-BE49-F238E27FC236}">
                <a16:creationId xmlns:a16="http://schemas.microsoft.com/office/drawing/2014/main" id="{F598E20F-8F70-464B-88E4-D7CACBA30DFF}"/>
              </a:ext>
            </a:extLst>
          </p:cNvPr>
          <p:cNvSpPr txBox="1">
            <a:spLocks/>
          </p:cNvSpPr>
          <p:nvPr userDrawn="1"/>
        </p:nvSpPr>
        <p:spPr>
          <a:xfrm>
            <a:off x="5983366" y="4010501"/>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dirty="0">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47" name="Text Placeholder 3">
            <a:extLst>
              <a:ext uri="{FF2B5EF4-FFF2-40B4-BE49-F238E27FC236}">
                <a16:creationId xmlns:a16="http://schemas.microsoft.com/office/drawing/2014/main" id="{8DF7E864-9F9F-43D2-913C-62D3668AC49A}"/>
              </a:ext>
            </a:extLst>
          </p:cNvPr>
          <p:cNvSpPr>
            <a:spLocks noGrp="1"/>
          </p:cNvSpPr>
          <p:nvPr>
            <p:ph type="body" sz="quarter" idx="18"/>
          </p:nvPr>
        </p:nvSpPr>
        <p:spPr>
          <a:xfrm>
            <a:off x="6222388" y="47945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dirty="0"/>
              <a:t>Click to edit Master text styles</a:t>
            </a:r>
          </a:p>
        </p:txBody>
      </p:sp>
      <p:sp>
        <p:nvSpPr>
          <p:cNvPr id="48" name="Rectangle 47">
            <a:extLst>
              <a:ext uri="{FF2B5EF4-FFF2-40B4-BE49-F238E27FC236}">
                <a16:creationId xmlns:a16="http://schemas.microsoft.com/office/drawing/2014/main" id="{D9803B20-E309-4E4A-B102-E4D8E41A61D1}"/>
              </a:ext>
            </a:extLst>
          </p:cNvPr>
          <p:cNvSpPr/>
          <p:nvPr userDrawn="1"/>
        </p:nvSpPr>
        <p:spPr>
          <a:xfrm>
            <a:off x="7936832" y="4231522"/>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766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dirty="0"/>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11308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dirty="0"/>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7562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F2A402-F68C-47EB-8BE7-717BFC98AD82}"/>
              </a:ext>
            </a:extLst>
          </p:cNvPr>
          <p:cNvPicPr>
            <a:picLocks noChangeAspect="1"/>
          </p:cNvPicPr>
          <p:nvPr/>
        </p:nvPicPr>
        <p:blipFill>
          <a:blip r:embed="rId2"/>
          <a:srcRect/>
          <a:stretch/>
        </p:blipFill>
        <p:spPr>
          <a:xfrm>
            <a:off x="-29599" y="-13854"/>
            <a:ext cx="12251198" cy="6885708"/>
          </a:xfrm>
          <a:prstGeom prst="rect">
            <a:avLst/>
          </a:prstGeom>
        </p:spPr>
      </p:pic>
      <p:sp>
        <p:nvSpPr>
          <p:cNvPr id="2" name="Title 1">
            <a:extLst>
              <a:ext uri="{FF2B5EF4-FFF2-40B4-BE49-F238E27FC236}">
                <a16:creationId xmlns:a16="http://schemas.microsoft.com/office/drawing/2014/main" id="{68163ED3-E5AA-43A7-90E6-F8610C9DF73C}"/>
              </a:ext>
            </a:extLst>
          </p:cNvPr>
          <p:cNvSpPr>
            <a:spLocks noGrp="1"/>
          </p:cNvSpPr>
          <p:nvPr>
            <p:ph type="title" hasCustomPrompt="1"/>
          </p:nvPr>
        </p:nvSpPr>
        <p:spPr>
          <a:xfrm>
            <a:off x="6277970" y="1454697"/>
            <a:ext cx="5471111" cy="2102377"/>
          </a:xfrm>
        </p:spPr>
        <p:txBody>
          <a:bodyPr>
            <a:noAutofit/>
          </a:bodyPr>
          <a:lstStyle>
            <a:lvl1pPr>
              <a:defRPr sz="4800" b="1">
                <a:solidFill>
                  <a:schemeClr val="tx1"/>
                </a:solidFill>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AA4E1088-528C-41E0-AF4B-1D46384F7126}"/>
              </a:ext>
            </a:extLst>
          </p:cNvPr>
          <p:cNvSpPr>
            <a:spLocks noGrp="1"/>
          </p:cNvSpPr>
          <p:nvPr>
            <p:ph type="sldNum" sz="quarter" idx="10"/>
          </p:nvPr>
        </p:nvSpPr>
        <p:spPr>
          <a:xfrm>
            <a:off x="3673764" y="6424178"/>
            <a:ext cx="1772920" cy="365125"/>
          </a:xfrm>
          <a:prstGeom prst="rect">
            <a:avLst/>
          </a:prstGeom>
        </p:spPr>
        <p:txBody>
          <a:bodyPr/>
          <a:lstStyle>
            <a:lvl1pPr algn="l">
              <a:defRPr>
                <a:solidFill>
                  <a:srgbClr val="FFFFFF"/>
                </a:solidFill>
              </a:defRPr>
            </a:lvl1pPr>
          </a:lstStyle>
          <a:p>
            <a:fld id="{E60884FA-1782-2C46-B58F-16BA5B9E415B}" type="slidenum">
              <a:rPr lang="en-US" smtClean="0"/>
              <a:pPr/>
              <a:t>‹#›</a:t>
            </a:fld>
            <a:endParaRPr lang="en-US"/>
          </a:p>
        </p:txBody>
      </p:sp>
      <p:sp>
        <p:nvSpPr>
          <p:cNvPr id="4" name="Footer Placeholder 3">
            <a:extLst>
              <a:ext uri="{FF2B5EF4-FFF2-40B4-BE49-F238E27FC236}">
                <a16:creationId xmlns:a16="http://schemas.microsoft.com/office/drawing/2014/main" id="{10047979-B4BD-4461-9E4F-CBDB78CE05D1}"/>
              </a:ext>
            </a:extLst>
          </p:cNvPr>
          <p:cNvSpPr>
            <a:spLocks noGrp="1"/>
          </p:cNvSpPr>
          <p:nvPr>
            <p:ph type="ftr" sz="quarter" idx="11"/>
          </p:nvPr>
        </p:nvSpPr>
        <p:spPr>
          <a:xfrm>
            <a:off x="442912" y="6424178"/>
            <a:ext cx="4361098" cy="365125"/>
          </a:xfrm>
          <a:prstGeom prst="rect">
            <a:avLst/>
          </a:prstGeom>
        </p:spPr>
        <p:txBody>
          <a:bodyPr/>
          <a:lstStyle>
            <a:lvl1pPr>
              <a:defRPr>
                <a:solidFill>
                  <a:srgbClr val="FFFFFF"/>
                </a:solidFill>
              </a:defRPr>
            </a:lvl1pPr>
          </a:lstStyle>
          <a:p>
            <a:r>
              <a:rPr lang="en-US" dirty="0"/>
              <a:t>COPYRIGHT 2021 ALEPO</a:t>
            </a:r>
          </a:p>
        </p:txBody>
      </p:sp>
      <p:sp>
        <p:nvSpPr>
          <p:cNvPr id="7" name="Rectangle 6">
            <a:extLst>
              <a:ext uri="{FF2B5EF4-FFF2-40B4-BE49-F238E27FC236}">
                <a16:creationId xmlns:a16="http://schemas.microsoft.com/office/drawing/2014/main" id="{223F6DCF-0F50-48FD-9CB5-D87CED4C090A}"/>
              </a:ext>
            </a:extLst>
          </p:cNvPr>
          <p:cNvSpPr/>
          <p:nvPr/>
        </p:nvSpPr>
        <p:spPr>
          <a:xfrm>
            <a:off x="44291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78F2EAF6-476C-4AE6-82D4-406AD7D98AAD}"/>
              </a:ext>
            </a:extLst>
          </p:cNvPr>
          <p:cNvSpPr/>
          <p:nvPr/>
        </p:nvSpPr>
        <p:spPr>
          <a:xfrm>
            <a:off x="44291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B4BC47C-00C1-4F02-8D46-BCB1E74D8E84}"/>
              </a:ext>
            </a:extLst>
          </p:cNvPr>
          <p:cNvSpPr/>
          <p:nvPr/>
        </p:nvSpPr>
        <p:spPr>
          <a:xfrm>
            <a:off x="330894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896711C5-B582-478B-8ABA-E7B79419BC25}"/>
              </a:ext>
            </a:extLst>
          </p:cNvPr>
          <p:cNvSpPr/>
          <p:nvPr/>
        </p:nvSpPr>
        <p:spPr>
          <a:xfrm>
            <a:off x="330894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0745D4B0-F160-486F-AD2D-E38598EBCC6F}"/>
              </a:ext>
            </a:extLst>
          </p:cNvPr>
          <p:cNvSpPr/>
          <p:nvPr/>
        </p:nvSpPr>
        <p:spPr>
          <a:xfrm>
            <a:off x="617497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A7E7C3C0-3F7E-481C-BECA-B6D376B21708}"/>
              </a:ext>
            </a:extLst>
          </p:cNvPr>
          <p:cNvCxnSpPr/>
          <p:nvPr/>
        </p:nvCxnSpPr>
        <p:spPr>
          <a:xfrm>
            <a:off x="442912" y="3698543"/>
            <a:ext cx="8261921"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522537-3BBD-4410-9BFE-C5DE4DB3FBAE}"/>
              </a:ext>
            </a:extLst>
          </p:cNvPr>
          <p:cNvCxnSpPr/>
          <p:nvPr/>
        </p:nvCxnSpPr>
        <p:spPr>
          <a:xfrm>
            <a:off x="3138985"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9A0F84-D5A3-4DBE-9194-D3B3B628E5CE}"/>
              </a:ext>
            </a:extLst>
          </p:cNvPr>
          <p:cNvCxnSpPr/>
          <p:nvPr/>
        </p:nvCxnSpPr>
        <p:spPr>
          <a:xfrm>
            <a:off x="6003846"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A1E244A-AA40-48A9-817D-1E7F958B71EA}"/>
              </a:ext>
            </a:extLst>
          </p:cNvPr>
          <p:cNvSpPr txBox="1">
            <a:spLocks/>
          </p:cNvSpPr>
          <p:nvPr/>
        </p:nvSpPr>
        <p:spPr>
          <a:xfrm>
            <a:off x="3564749" y="2532103"/>
            <a:ext cx="2015936" cy="86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solidFill>
                  <a:schemeClr val="tx1"/>
                </a:solidFill>
                <a:latin typeface="+mj-lt"/>
                <a:ea typeface="+mj-ea"/>
                <a:cs typeface="+mj-cs"/>
              </a:defRPr>
            </a:lvl1pPr>
          </a:lstStyle>
          <a:p>
            <a:pPr algn="ctr"/>
            <a:endParaRPr lang="en-US" sz="2000" b="0" dirty="0"/>
          </a:p>
        </p:txBody>
      </p:sp>
      <p:sp>
        <p:nvSpPr>
          <p:cNvPr id="20" name="Text Placeholder 3">
            <a:extLst>
              <a:ext uri="{FF2B5EF4-FFF2-40B4-BE49-F238E27FC236}">
                <a16:creationId xmlns:a16="http://schemas.microsoft.com/office/drawing/2014/main" id="{BEB82473-F820-494E-B661-70B5B55990EE}"/>
              </a:ext>
            </a:extLst>
          </p:cNvPr>
          <p:cNvSpPr>
            <a:spLocks noGrp="1"/>
          </p:cNvSpPr>
          <p:nvPr>
            <p:ph type="body" sz="quarter" idx="12"/>
          </p:nvPr>
        </p:nvSpPr>
        <p:spPr>
          <a:xfrm>
            <a:off x="3553542"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3" name="Text Placeholder 3">
            <a:extLst>
              <a:ext uri="{FF2B5EF4-FFF2-40B4-BE49-F238E27FC236}">
                <a16:creationId xmlns:a16="http://schemas.microsoft.com/office/drawing/2014/main" id="{E874AAD5-ADD0-4481-8A9C-F89B47F9EF9C}"/>
              </a:ext>
            </a:extLst>
          </p:cNvPr>
          <p:cNvSpPr>
            <a:spLocks noGrp="1"/>
          </p:cNvSpPr>
          <p:nvPr>
            <p:ph type="body" sz="quarter" idx="24"/>
          </p:nvPr>
        </p:nvSpPr>
        <p:spPr>
          <a:xfrm>
            <a:off x="687380"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7BC98197-0559-4323-8AF2-DEDA18ECCE14}"/>
              </a:ext>
            </a:extLst>
          </p:cNvPr>
          <p:cNvSpPr>
            <a:spLocks noGrp="1"/>
          </p:cNvSpPr>
          <p:nvPr>
            <p:ph type="body" sz="quarter" idx="26"/>
          </p:nvPr>
        </p:nvSpPr>
        <p:spPr>
          <a:xfrm>
            <a:off x="687380"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17D81D5C-2B29-4880-BC85-C7549389C815}"/>
              </a:ext>
            </a:extLst>
          </p:cNvPr>
          <p:cNvSpPr>
            <a:spLocks noGrp="1"/>
          </p:cNvSpPr>
          <p:nvPr>
            <p:ph type="body" sz="quarter" idx="28"/>
          </p:nvPr>
        </p:nvSpPr>
        <p:spPr>
          <a:xfrm>
            <a:off x="3564749"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6DB3685-9A8A-46D4-879D-213E11C10D6C}"/>
              </a:ext>
            </a:extLst>
          </p:cNvPr>
          <p:cNvSpPr>
            <a:spLocks noGrp="1"/>
          </p:cNvSpPr>
          <p:nvPr>
            <p:ph type="body" sz="quarter" idx="30"/>
          </p:nvPr>
        </p:nvSpPr>
        <p:spPr>
          <a:xfrm>
            <a:off x="6409351"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32" name="Picture Placeholder 15">
            <a:extLst>
              <a:ext uri="{FF2B5EF4-FFF2-40B4-BE49-F238E27FC236}">
                <a16:creationId xmlns:a16="http://schemas.microsoft.com/office/drawing/2014/main" id="{132B3780-5087-47BF-A0B5-47163A1877BF}"/>
              </a:ext>
            </a:extLst>
          </p:cNvPr>
          <p:cNvSpPr>
            <a:spLocks noGrp="1"/>
          </p:cNvSpPr>
          <p:nvPr>
            <p:ph type="pic" sz="quarter" idx="16" hasCustomPrompt="1"/>
          </p:nvPr>
        </p:nvSpPr>
        <p:spPr>
          <a:xfrm>
            <a:off x="1412330" y="1651938"/>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33" name="Picture Placeholder 15">
            <a:extLst>
              <a:ext uri="{FF2B5EF4-FFF2-40B4-BE49-F238E27FC236}">
                <a16:creationId xmlns:a16="http://schemas.microsoft.com/office/drawing/2014/main" id="{A9EE916D-33DE-4200-95B7-91829E467F48}"/>
              </a:ext>
            </a:extLst>
          </p:cNvPr>
          <p:cNvSpPr>
            <a:spLocks noGrp="1"/>
          </p:cNvSpPr>
          <p:nvPr>
            <p:ph type="pic" sz="quarter" idx="31" hasCustomPrompt="1"/>
          </p:nvPr>
        </p:nvSpPr>
        <p:spPr>
          <a:xfrm>
            <a:off x="4211775" y="1651938"/>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34" name="Picture Placeholder 15">
            <a:extLst>
              <a:ext uri="{FF2B5EF4-FFF2-40B4-BE49-F238E27FC236}">
                <a16:creationId xmlns:a16="http://schemas.microsoft.com/office/drawing/2014/main" id="{952D114D-99C6-4A21-9059-A453B0B87BE6}"/>
              </a:ext>
            </a:extLst>
          </p:cNvPr>
          <p:cNvSpPr>
            <a:spLocks noGrp="1"/>
          </p:cNvSpPr>
          <p:nvPr>
            <p:ph type="pic" sz="quarter" idx="32" hasCustomPrompt="1"/>
          </p:nvPr>
        </p:nvSpPr>
        <p:spPr>
          <a:xfrm>
            <a:off x="1327936" y="4196484"/>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35" name="Picture Placeholder 15">
            <a:extLst>
              <a:ext uri="{FF2B5EF4-FFF2-40B4-BE49-F238E27FC236}">
                <a16:creationId xmlns:a16="http://schemas.microsoft.com/office/drawing/2014/main" id="{3CE2EF2C-ABB8-4B44-B6F4-50581B73AB3C}"/>
              </a:ext>
            </a:extLst>
          </p:cNvPr>
          <p:cNvSpPr>
            <a:spLocks noGrp="1"/>
          </p:cNvSpPr>
          <p:nvPr>
            <p:ph type="pic" sz="quarter" idx="33" hasCustomPrompt="1"/>
          </p:nvPr>
        </p:nvSpPr>
        <p:spPr>
          <a:xfrm>
            <a:off x="4205305" y="4196484"/>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36" name="Picture Placeholder 15">
            <a:extLst>
              <a:ext uri="{FF2B5EF4-FFF2-40B4-BE49-F238E27FC236}">
                <a16:creationId xmlns:a16="http://schemas.microsoft.com/office/drawing/2014/main" id="{3FB457F4-0D62-4EA2-8519-04B93556F377}"/>
              </a:ext>
            </a:extLst>
          </p:cNvPr>
          <p:cNvSpPr>
            <a:spLocks noGrp="1"/>
          </p:cNvSpPr>
          <p:nvPr>
            <p:ph type="pic" sz="quarter" idx="34" hasCustomPrompt="1"/>
          </p:nvPr>
        </p:nvSpPr>
        <p:spPr>
          <a:xfrm>
            <a:off x="7084458" y="4196484"/>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Tree>
    <p:extLst>
      <p:ext uri="{BB962C8B-B14F-4D97-AF65-F5344CB8AC3E}">
        <p14:creationId xmlns:p14="http://schemas.microsoft.com/office/powerpoint/2010/main" val="153260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678EEB7-160F-4FD0-A2AD-1EA368A91360}"/>
              </a:ext>
            </a:extLst>
          </p:cNvPr>
          <p:cNvPicPr>
            <a:picLocks noChangeAspect="1"/>
          </p:cNvPicPr>
          <p:nvPr userDrawn="1"/>
        </p:nvPicPr>
        <p:blipFill>
          <a:blip r:embed="rId2"/>
          <a:srcRect/>
          <a:stretch/>
        </p:blipFill>
        <p:spPr>
          <a:xfrm>
            <a:off x="4755" y="6337"/>
            <a:ext cx="6086489" cy="4053423"/>
          </a:xfrm>
          <a:prstGeom prst="rect">
            <a:avLst/>
          </a:prstGeom>
        </p:spPr>
      </p:pic>
      <p:sp>
        <p:nvSpPr>
          <p:cNvPr id="3" name="Slide Number Placeholder 2">
            <a:extLst>
              <a:ext uri="{FF2B5EF4-FFF2-40B4-BE49-F238E27FC236}">
                <a16:creationId xmlns:a16="http://schemas.microsoft.com/office/drawing/2014/main" id="{65BB494F-39F0-4215-BA5F-90F95AE6D9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9B9FAA3C-344D-44E0-8BFF-991823AEC5E3}"/>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6" name="Rectangle 5">
            <a:extLst>
              <a:ext uri="{FF2B5EF4-FFF2-40B4-BE49-F238E27FC236}">
                <a16:creationId xmlns:a16="http://schemas.microsoft.com/office/drawing/2014/main" id="{D2940466-D86B-46D1-84B6-DED4BEAF5F81}"/>
              </a:ext>
            </a:extLst>
          </p:cNvPr>
          <p:cNvSpPr/>
          <p:nvPr/>
        </p:nvSpPr>
        <p:spPr>
          <a:xfrm>
            <a:off x="6096000" y="-1"/>
            <a:ext cx="6096000" cy="40661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9095E8-4DA7-4E8F-A4E8-8BD7CF2C324C}"/>
              </a:ext>
            </a:extLst>
          </p:cNvPr>
          <p:cNvSpPr/>
          <p:nvPr/>
        </p:nvSpPr>
        <p:spPr>
          <a:xfrm>
            <a:off x="4711251" y="941696"/>
            <a:ext cx="2487304" cy="2487304"/>
          </a:xfrm>
          <a:prstGeom prst="rect">
            <a:avLst/>
          </a:prstGeom>
          <a:solidFill>
            <a:srgbClr val="FBF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7661747C-C27F-4F65-BC73-78612E0F4825}"/>
              </a:ext>
            </a:extLst>
          </p:cNvPr>
          <p:cNvSpPr>
            <a:spLocks noGrp="1"/>
          </p:cNvSpPr>
          <p:nvPr>
            <p:ph type="body" idx="1"/>
          </p:nvPr>
        </p:nvSpPr>
        <p:spPr>
          <a:xfrm>
            <a:off x="452119"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26DC0C6C-56A8-4348-B52D-01C9EB8A34DD}"/>
              </a:ext>
            </a:extLst>
          </p:cNvPr>
          <p:cNvSpPr>
            <a:spLocks noGrp="1"/>
          </p:cNvSpPr>
          <p:nvPr>
            <p:ph type="body" idx="12" hasCustomPrompt="1"/>
          </p:nvPr>
        </p:nvSpPr>
        <p:spPr>
          <a:xfrm>
            <a:off x="452119"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01</a:t>
            </a:r>
          </a:p>
        </p:txBody>
      </p:sp>
      <p:cxnSp>
        <p:nvCxnSpPr>
          <p:cNvPr id="11" name="Straight Connector 10">
            <a:extLst>
              <a:ext uri="{FF2B5EF4-FFF2-40B4-BE49-F238E27FC236}">
                <a16:creationId xmlns:a16="http://schemas.microsoft.com/office/drawing/2014/main" id="{7E0B39B7-7313-403B-A6BD-0AA03FB82605}"/>
              </a:ext>
            </a:extLst>
          </p:cNvPr>
          <p:cNvCxnSpPr/>
          <p:nvPr/>
        </p:nvCxnSpPr>
        <p:spPr>
          <a:xfrm>
            <a:off x="3821373"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7940E6D-D3EE-4F1B-863A-ED9295A61FED}"/>
              </a:ext>
            </a:extLst>
          </p:cNvPr>
          <p:cNvCxnSpPr/>
          <p:nvPr/>
        </p:nvCxnSpPr>
        <p:spPr>
          <a:xfrm>
            <a:off x="7992167"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A531FC2E-EC1B-463C-96B2-BEB105EA8B79}"/>
              </a:ext>
            </a:extLst>
          </p:cNvPr>
          <p:cNvSpPr>
            <a:spLocks noGrp="1"/>
          </p:cNvSpPr>
          <p:nvPr>
            <p:ph type="body" idx="17"/>
          </p:nvPr>
        </p:nvSpPr>
        <p:spPr>
          <a:xfrm>
            <a:off x="5005136" y="2214173"/>
            <a:ext cx="1980399"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6B0C70FC-DF24-48BE-B69F-06A8CCBE012D}"/>
              </a:ext>
            </a:extLst>
          </p:cNvPr>
          <p:cNvSpPr>
            <a:spLocks noGrp="1"/>
          </p:cNvSpPr>
          <p:nvPr>
            <p:ph type="body" idx="18"/>
          </p:nvPr>
        </p:nvSpPr>
        <p:spPr>
          <a:xfrm>
            <a:off x="4433683"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D08F9B0D-B1B4-48D8-8125-779271F6E911}"/>
              </a:ext>
            </a:extLst>
          </p:cNvPr>
          <p:cNvSpPr>
            <a:spLocks noGrp="1"/>
          </p:cNvSpPr>
          <p:nvPr>
            <p:ph type="body" idx="19" hasCustomPrompt="1"/>
          </p:nvPr>
        </p:nvSpPr>
        <p:spPr>
          <a:xfrm>
            <a:off x="4433683"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01</a:t>
            </a:r>
          </a:p>
        </p:txBody>
      </p:sp>
      <p:sp>
        <p:nvSpPr>
          <p:cNvPr id="17" name="Text Placeholder 2">
            <a:extLst>
              <a:ext uri="{FF2B5EF4-FFF2-40B4-BE49-F238E27FC236}">
                <a16:creationId xmlns:a16="http://schemas.microsoft.com/office/drawing/2014/main" id="{3A818EC7-5E06-4D07-B730-99515C7E93B5}"/>
              </a:ext>
            </a:extLst>
          </p:cNvPr>
          <p:cNvSpPr>
            <a:spLocks noGrp="1"/>
          </p:cNvSpPr>
          <p:nvPr>
            <p:ph type="body" idx="20"/>
          </p:nvPr>
        </p:nvSpPr>
        <p:spPr>
          <a:xfrm>
            <a:off x="8604476"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E30723C0-A791-47CF-ABC3-0C52FEA036FB}"/>
              </a:ext>
            </a:extLst>
          </p:cNvPr>
          <p:cNvSpPr>
            <a:spLocks noGrp="1"/>
          </p:cNvSpPr>
          <p:nvPr>
            <p:ph type="body" idx="21" hasCustomPrompt="1"/>
          </p:nvPr>
        </p:nvSpPr>
        <p:spPr>
          <a:xfrm>
            <a:off x="8604476"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01</a:t>
            </a:r>
          </a:p>
        </p:txBody>
      </p:sp>
      <p:sp>
        <p:nvSpPr>
          <p:cNvPr id="19" name="Picture Placeholder 15">
            <a:extLst>
              <a:ext uri="{FF2B5EF4-FFF2-40B4-BE49-F238E27FC236}">
                <a16:creationId xmlns:a16="http://schemas.microsoft.com/office/drawing/2014/main" id="{2A469210-70E7-4803-A154-1F7C4CA63D42}"/>
              </a:ext>
            </a:extLst>
          </p:cNvPr>
          <p:cNvSpPr>
            <a:spLocks noGrp="1"/>
          </p:cNvSpPr>
          <p:nvPr>
            <p:ph type="pic" sz="quarter" idx="16" hasCustomPrompt="1"/>
          </p:nvPr>
        </p:nvSpPr>
        <p:spPr>
          <a:xfrm>
            <a:off x="5528151" y="1315859"/>
            <a:ext cx="757237"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20" name="Text Placeholder 2">
            <a:extLst>
              <a:ext uri="{FF2B5EF4-FFF2-40B4-BE49-F238E27FC236}">
                <a16:creationId xmlns:a16="http://schemas.microsoft.com/office/drawing/2014/main" id="{680F79B9-5754-4380-AABF-914E5F5058EF}"/>
              </a:ext>
            </a:extLst>
          </p:cNvPr>
          <p:cNvSpPr>
            <a:spLocks noGrp="1"/>
          </p:cNvSpPr>
          <p:nvPr>
            <p:ph type="body" idx="22"/>
          </p:nvPr>
        </p:nvSpPr>
        <p:spPr>
          <a:xfrm>
            <a:off x="7392327" y="1173150"/>
            <a:ext cx="4352095" cy="955675"/>
          </a:xfrm>
        </p:spPr>
        <p:txBody>
          <a:bodyPr>
            <a:normAutofit/>
          </a:bodyPr>
          <a:lstStyle>
            <a:lvl1pPr marL="0" indent="0" algn="l">
              <a:buNone/>
              <a:defRPr sz="3200" b="1">
                <a:solidFill>
                  <a:schemeClr val="bg2"/>
                </a:solidFill>
                <a:latin typeface="Roboto" panose="020B0604020202020204" charset="0"/>
                <a:ea typeface="Roboto" panose="020B0604020202020204" charset="0"/>
                <a:cs typeface="Roboto" panose="020B060402020202020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786BCB4-9C4A-461E-8F18-32F1193088CF}"/>
              </a:ext>
            </a:extLst>
          </p:cNvPr>
          <p:cNvSpPr>
            <a:spLocks noGrp="1"/>
          </p:cNvSpPr>
          <p:nvPr>
            <p:ph type="body" idx="23"/>
          </p:nvPr>
        </p:nvSpPr>
        <p:spPr>
          <a:xfrm>
            <a:off x="7392327" y="2431345"/>
            <a:ext cx="4352095" cy="95567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2" name="Straight Connector 21">
            <a:extLst>
              <a:ext uri="{FF2B5EF4-FFF2-40B4-BE49-F238E27FC236}">
                <a16:creationId xmlns:a16="http://schemas.microsoft.com/office/drawing/2014/main" id="{B92E44D7-D596-4B16-BF30-DD3154B5D12C}"/>
              </a:ext>
            </a:extLst>
          </p:cNvPr>
          <p:cNvCxnSpPr>
            <a:cxnSpLocks/>
          </p:cNvCxnSpPr>
          <p:nvPr/>
        </p:nvCxnSpPr>
        <p:spPr>
          <a:xfrm>
            <a:off x="7528981" y="2242723"/>
            <a:ext cx="3711728"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026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7184B1-D995-45A8-A4B5-8F82AE7359D7}"/>
              </a:ext>
            </a:extLst>
          </p:cNvPr>
          <p:cNvSpPr/>
          <p:nvPr/>
        </p:nvSpPr>
        <p:spPr>
          <a:xfrm>
            <a:off x="5634833" y="3429000"/>
            <a:ext cx="6557168" cy="3429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2D6188"/>
                </a:solidFill>
                <a:latin typeface="Roboto" panose="020B0604020202020204" charset="0"/>
                <a:ea typeface="Roboto" panose="020B0604020202020204" charset="0"/>
                <a:cs typeface="Roboto" panose="020B0604020202020204" charset="0"/>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pic>
        <p:nvPicPr>
          <p:cNvPr id="7" name="Graphic 6">
            <a:extLst>
              <a:ext uri="{FF2B5EF4-FFF2-40B4-BE49-F238E27FC236}">
                <a16:creationId xmlns:a16="http://schemas.microsoft.com/office/drawing/2014/main" id="{6DF6C80B-5479-4A1A-AADE-59870BCB22A1}"/>
              </a:ext>
            </a:extLst>
          </p:cNvPr>
          <p:cNvPicPr>
            <a:picLocks noChangeAspect="1"/>
          </p:cNvPicPr>
          <p:nvPr/>
        </p:nvPicPr>
        <p:blipFill>
          <a:blip r:embed="rId2"/>
          <a:srcRect l="33" r="33"/>
          <a:stretch/>
        </p:blipFill>
        <p:spPr>
          <a:xfrm>
            <a:off x="1" y="1"/>
            <a:ext cx="5634831" cy="3505058"/>
          </a:xfrm>
          <a:prstGeom prst="rect">
            <a:avLst/>
          </a:prstGeom>
        </p:spPr>
      </p:pic>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359727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0D3D39D0-D744-435F-AC3F-F5E1D4973960}"/>
              </a:ext>
            </a:extLst>
          </p:cNvPr>
          <p:cNvSpPr>
            <a:spLocks noGrp="1"/>
          </p:cNvSpPr>
          <p:nvPr>
            <p:ph type="body" idx="13"/>
          </p:nvPr>
        </p:nvSpPr>
        <p:spPr>
          <a:xfrm>
            <a:off x="1192106" y="4275755"/>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4499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2AC2CFFD-C164-43FB-B1C1-9350BB0932ED}"/>
              </a:ext>
            </a:extLst>
          </p:cNvPr>
          <p:cNvSpPr>
            <a:spLocks noGrp="1"/>
          </p:cNvSpPr>
          <p:nvPr>
            <p:ph type="body" idx="15"/>
          </p:nvPr>
        </p:nvSpPr>
        <p:spPr>
          <a:xfrm>
            <a:off x="1192106" y="5723473"/>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3597275"/>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02</a:t>
            </a:r>
          </a:p>
        </p:txBody>
      </p:sp>
      <p:sp>
        <p:nvSpPr>
          <p:cNvPr id="19" name="Text Placeholder 2">
            <a:extLst>
              <a:ext uri="{FF2B5EF4-FFF2-40B4-BE49-F238E27FC236}">
                <a16:creationId xmlns:a16="http://schemas.microsoft.com/office/drawing/2014/main" id="{F984FAB3-82E0-43EE-A88E-63BB5E2865F0}"/>
              </a:ext>
            </a:extLst>
          </p:cNvPr>
          <p:cNvSpPr>
            <a:spLocks noGrp="1"/>
          </p:cNvSpPr>
          <p:nvPr>
            <p:ph type="body" idx="18"/>
          </p:nvPr>
        </p:nvSpPr>
        <p:spPr>
          <a:xfrm>
            <a:off x="5935580" y="4052479"/>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144A1703-E9FD-40B6-90B7-8EEC66D1D01A}"/>
              </a:ext>
            </a:extLst>
          </p:cNvPr>
          <p:cNvSpPr>
            <a:spLocks noGrp="1"/>
          </p:cNvSpPr>
          <p:nvPr>
            <p:ph type="body" idx="19"/>
          </p:nvPr>
        </p:nvSpPr>
        <p:spPr>
          <a:xfrm>
            <a:off x="5935580" y="5245635"/>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91428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CC59F1-765A-499A-8B9E-CE334D0C5D16}"/>
              </a:ext>
            </a:extLst>
          </p:cNvPr>
          <p:cNvSpPr/>
          <p:nvPr userDrawn="1"/>
        </p:nvSpPr>
        <p:spPr>
          <a:xfrm>
            <a:off x="5635625" y="0"/>
            <a:ext cx="6556375"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FFFF"/>
              </a:solidFill>
            </a:endParaRPr>
          </a:p>
        </p:txBody>
      </p:sp>
      <p:sp>
        <p:nvSpPr>
          <p:cNvPr id="6" name="Picture Placeholder 5">
            <a:extLst>
              <a:ext uri="{FF2B5EF4-FFF2-40B4-BE49-F238E27FC236}">
                <a16:creationId xmlns:a16="http://schemas.microsoft.com/office/drawing/2014/main" id="{2A8B0631-431D-4115-8C96-7B1C458D02D2}"/>
              </a:ext>
            </a:extLst>
          </p:cNvPr>
          <p:cNvSpPr>
            <a:spLocks noGrp="1"/>
          </p:cNvSpPr>
          <p:nvPr>
            <p:ph type="pic" sz="quarter" idx="18"/>
          </p:nvPr>
        </p:nvSpPr>
        <p:spPr>
          <a:xfrm>
            <a:off x="0" y="0"/>
            <a:ext cx="5635625" cy="3497263"/>
          </a:xfrm>
        </p:spPr>
        <p:txBody>
          <a:bodyPr/>
          <a:lstStyle/>
          <a:p>
            <a:endParaRPr lang="en-IN"/>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FFFFFF"/>
                </a:solidFill>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rgbClr val="FFFFFF"/>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4021686"/>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12335"/>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4021686"/>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02</a:t>
            </a:r>
          </a:p>
        </p:txBody>
      </p:sp>
    </p:spTree>
    <p:extLst>
      <p:ext uri="{BB962C8B-B14F-4D97-AF65-F5344CB8AC3E}">
        <p14:creationId xmlns:p14="http://schemas.microsoft.com/office/powerpoint/2010/main" val="289770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0292-6323-4512-B678-3A2B4E2F5915}"/>
              </a:ext>
            </a:extLst>
          </p:cNvPr>
          <p:cNvSpPr>
            <a:spLocks noGrp="1"/>
          </p:cNvSpPr>
          <p:nvPr>
            <p:ph type="title" hasCustomPrompt="1"/>
          </p:nvPr>
        </p:nvSpPr>
        <p:spPr>
          <a:xfrm>
            <a:off x="442913" y="394397"/>
            <a:ext cx="5861634" cy="1426213"/>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79B77DFD-397D-41BB-8194-EBFA39DD0BB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5F7F7CA-8167-425F-90DF-EC593EA2DA70}"/>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8" name="Text Placeholder 2">
            <a:extLst>
              <a:ext uri="{FF2B5EF4-FFF2-40B4-BE49-F238E27FC236}">
                <a16:creationId xmlns:a16="http://schemas.microsoft.com/office/drawing/2014/main" id="{B95ACAC1-FE15-427F-9332-13E0DE69AAA3}"/>
              </a:ext>
            </a:extLst>
          </p:cNvPr>
          <p:cNvSpPr>
            <a:spLocks noGrp="1"/>
          </p:cNvSpPr>
          <p:nvPr>
            <p:ph type="body" idx="13"/>
          </p:nvPr>
        </p:nvSpPr>
        <p:spPr>
          <a:xfrm>
            <a:off x="6460852" y="394397"/>
            <a:ext cx="5272191" cy="1426213"/>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259BB8CA-F377-434C-A745-0268B6606194}"/>
              </a:ext>
            </a:extLst>
          </p:cNvPr>
          <p:cNvSpPr>
            <a:spLocks noGrp="1"/>
          </p:cNvSpPr>
          <p:nvPr>
            <p:ph type="body" idx="1"/>
          </p:nvPr>
        </p:nvSpPr>
        <p:spPr>
          <a:xfrm>
            <a:off x="442914" y="1964750"/>
            <a:ext cx="3456432" cy="617320"/>
          </a:xfrm>
          <a:solidFill>
            <a:srgbClr val="2D6188"/>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2">
            <a:extLst>
              <a:ext uri="{FF2B5EF4-FFF2-40B4-BE49-F238E27FC236}">
                <a16:creationId xmlns:a16="http://schemas.microsoft.com/office/drawing/2014/main" id="{6DE1E631-EBBF-4438-A920-4222C87E13C9}"/>
              </a:ext>
            </a:extLst>
          </p:cNvPr>
          <p:cNvSpPr>
            <a:spLocks noGrp="1"/>
          </p:cNvSpPr>
          <p:nvPr>
            <p:ph type="body" idx="14"/>
          </p:nvPr>
        </p:nvSpPr>
        <p:spPr>
          <a:xfrm>
            <a:off x="4359762" y="1964750"/>
            <a:ext cx="3456432" cy="617320"/>
          </a:xfrm>
          <a:solidFill>
            <a:srgbClr val="FF3D57"/>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8" name="Text Placeholder 2">
            <a:extLst>
              <a:ext uri="{FF2B5EF4-FFF2-40B4-BE49-F238E27FC236}">
                <a16:creationId xmlns:a16="http://schemas.microsoft.com/office/drawing/2014/main" id="{D55A3CFA-24E2-47A7-9B92-2E0FCD979711}"/>
              </a:ext>
            </a:extLst>
          </p:cNvPr>
          <p:cNvSpPr>
            <a:spLocks noGrp="1"/>
          </p:cNvSpPr>
          <p:nvPr>
            <p:ph type="body" idx="15"/>
          </p:nvPr>
        </p:nvSpPr>
        <p:spPr>
          <a:xfrm>
            <a:off x="8292654" y="1964750"/>
            <a:ext cx="3456432" cy="617320"/>
          </a:xfrm>
          <a:solidFill>
            <a:srgbClr val="18C0FF"/>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a:extLst>
              <a:ext uri="{FF2B5EF4-FFF2-40B4-BE49-F238E27FC236}">
                <a16:creationId xmlns:a16="http://schemas.microsoft.com/office/drawing/2014/main" id="{2480CD9D-1885-4737-A296-CBDA3199AFC9}"/>
              </a:ext>
            </a:extLst>
          </p:cNvPr>
          <p:cNvSpPr>
            <a:spLocks noGrp="1"/>
          </p:cNvSpPr>
          <p:nvPr>
            <p:ph type="body" idx="16"/>
          </p:nvPr>
        </p:nvSpPr>
        <p:spPr>
          <a:xfrm>
            <a:off x="447981"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B8F3E378-B9A7-4997-A3C3-9A2A12E63482}"/>
              </a:ext>
            </a:extLst>
          </p:cNvPr>
          <p:cNvSpPr>
            <a:spLocks noGrp="1"/>
          </p:cNvSpPr>
          <p:nvPr>
            <p:ph type="body" idx="17"/>
          </p:nvPr>
        </p:nvSpPr>
        <p:spPr>
          <a:xfrm>
            <a:off x="4354963"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BC5CEEF-F4BE-4BF5-9FF2-4F577F97D0B0}"/>
              </a:ext>
            </a:extLst>
          </p:cNvPr>
          <p:cNvSpPr>
            <a:spLocks noGrp="1"/>
          </p:cNvSpPr>
          <p:nvPr>
            <p:ph type="body" idx="18"/>
          </p:nvPr>
        </p:nvSpPr>
        <p:spPr>
          <a:xfrm>
            <a:off x="8303508"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1252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6964E42-AA62-4B66-95DC-A06476D9EC4F}"/>
              </a:ext>
            </a:extLst>
          </p:cNvPr>
          <p:cNvPicPr>
            <a:picLocks noChangeAspect="1"/>
          </p:cNvPicPr>
          <p:nvPr userDrawn="1"/>
        </p:nvPicPr>
        <p:blipFill>
          <a:blip r:embed="rId2"/>
          <a:srcRect l="41" r="41"/>
          <a:stretch/>
        </p:blipFill>
        <p:spPr>
          <a:xfrm>
            <a:off x="1" y="-1"/>
            <a:ext cx="12192000" cy="6858001"/>
          </a:xfrm>
          <a:prstGeom prst="rect">
            <a:avLst/>
          </a:prstGeom>
        </p:spPr>
      </p:pic>
      <p:sp>
        <p:nvSpPr>
          <p:cNvPr id="6" name="Rectangle 5">
            <a:extLst>
              <a:ext uri="{FF2B5EF4-FFF2-40B4-BE49-F238E27FC236}">
                <a16:creationId xmlns:a16="http://schemas.microsoft.com/office/drawing/2014/main" id="{C31D5902-612A-47FA-BB6D-5F2FDB744276}"/>
              </a:ext>
            </a:extLst>
          </p:cNvPr>
          <p:cNvSpPr/>
          <p:nvPr/>
        </p:nvSpPr>
        <p:spPr>
          <a:xfrm>
            <a:off x="2961232" y="-2"/>
            <a:ext cx="6269537"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71875" y="296864"/>
            <a:ext cx="5048250" cy="1531936"/>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0908F444-E0C2-4BEF-BFD3-D0D573D0FA56}"/>
              </a:ext>
            </a:extLst>
          </p:cNvPr>
          <p:cNvSpPr>
            <a:spLocks noGrp="1"/>
          </p:cNvSpPr>
          <p:nvPr>
            <p:ph type="body" idx="12"/>
          </p:nvPr>
        </p:nvSpPr>
        <p:spPr>
          <a:xfrm>
            <a:off x="4440947" y="212566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66FECE81-6A6C-461E-B52C-226214ECB2D0}"/>
              </a:ext>
            </a:extLst>
          </p:cNvPr>
          <p:cNvSpPr>
            <a:spLocks noGrp="1"/>
          </p:cNvSpPr>
          <p:nvPr>
            <p:ph type="body" idx="13"/>
          </p:nvPr>
        </p:nvSpPr>
        <p:spPr>
          <a:xfrm>
            <a:off x="4440947" y="2804145"/>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C740F9CA-1DAE-4765-B293-E056D988E74E}"/>
              </a:ext>
            </a:extLst>
          </p:cNvPr>
          <p:cNvSpPr>
            <a:spLocks noGrp="1"/>
          </p:cNvSpPr>
          <p:nvPr>
            <p:ph type="body" idx="14"/>
          </p:nvPr>
        </p:nvSpPr>
        <p:spPr>
          <a:xfrm>
            <a:off x="4440947" y="3669197"/>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EF46FED3-A1B9-45E1-B85F-4E966FA1647C}"/>
              </a:ext>
            </a:extLst>
          </p:cNvPr>
          <p:cNvSpPr>
            <a:spLocks noGrp="1"/>
          </p:cNvSpPr>
          <p:nvPr>
            <p:ph type="body" idx="15"/>
          </p:nvPr>
        </p:nvSpPr>
        <p:spPr>
          <a:xfrm>
            <a:off x="4440947" y="4347677"/>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329DDB0-4C31-42FB-8933-8AEFFDA00C73}"/>
              </a:ext>
            </a:extLst>
          </p:cNvPr>
          <p:cNvSpPr>
            <a:spLocks noGrp="1"/>
          </p:cNvSpPr>
          <p:nvPr>
            <p:ph type="body" idx="16"/>
          </p:nvPr>
        </p:nvSpPr>
        <p:spPr>
          <a:xfrm>
            <a:off x="4440947" y="523583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05F32347-7C89-43D0-8E85-59F4E2E13F8D}"/>
              </a:ext>
            </a:extLst>
          </p:cNvPr>
          <p:cNvSpPr>
            <a:spLocks noGrp="1"/>
          </p:cNvSpPr>
          <p:nvPr>
            <p:ph type="body" idx="17"/>
          </p:nvPr>
        </p:nvSpPr>
        <p:spPr>
          <a:xfrm>
            <a:off x="4440947" y="5914313"/>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Picture Placeholder 15">
            <a:extLst>
              <a:ext uri="{FF2B5EF4-FFF2-40B4-BE49-F238E27FC236}">
                <a16:creationId xmlns:a16="http://schemas.microsoft.com/office/drawing/2014/main" id="{33EC1A19-7BCE-4DE6-9A9A-051ADBE0CB5F}"/>
              </a:ext>
            </a:extLst>
          </p:cNvPr>
          <p:cNvSpPr>
            <a:spLocks noGrp="1"/>
          </p:cNvSpPr>
          <p:nvPr>
            <p:ph type="pic" sz="quarter" idx="18" hasCustomPrompt="1"/>
          </p:nvPr>
        </p:nvSpPr>
        <p:spPr>
          <a:xfrm>
            <a:off x="3546202" y="2125665"/>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16" name="Picture Placeholder 15">
            <a:extLst>
              <a:ext uri="{FF2B5EF4-FFF2-40B4-BE49-F238E27FC236}">
                <a16:creationId xmlns:a16="http://schemas.microsoft.com/office/drawing/2014/main" id="{9D41EB8C-F814-49CC-8D7F-8EF9967E15FA}"/>
              </a:ext>
            </a:extLst>
          </p:cNvPr>
          <p:cNvSpPr>
            <a:spLocks noGrp="1"/>
          </p:cNvSpPr>
          <p:nvPr>
            <p:ph type="pic" sz="quarter" idx="19" hasCustomPrompt="1"/>
          </p:nvPr>
        </p:nvSpPr>
        <p:spPr>
          <a:xfrm>
            <a:off x="3546202" y="3669197"/>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17" name="Picture Placeholder 15">
            <a:extLst>
              <a:ext uri="{FF2B5EF4-FFF2-40B4-BE49-F238E27FC236}">
                <a16:creationId xmlns:a16="http://schemas.microsoft.com/office/drawing/2014/main" id="{5161DAD0-FF9A-46BB-80D2-BF2E8B359A3E}"/>
              </a:ext>
            </a:extLst>
          </p:cNvPr>
          <p:cNvSpPr>
            <a:spLocks noGrp="1"/>
          </p:cNvSpPr>
          <p:nvPr>
            <p:ph type="pic" sz="quarter" idx="20" hasCustomPrompt="1"/>
          </p:nvPr>
        </p:nvSpPr>
        <p:spPr>
          <a:xfrm>
            <a:off x="3546202" y="5212729"/>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Tree>
    <p:extLst>
      <p:ext uri="{BB962C8B-B14F-4D97-AF65-F5344CB8AC3E}">
        <p14:creationId xmlns:p14="http://schemas.microsoft.com/office/powerpoint/2010/main" val="1667399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A08E085-C5F4-4477-802B-016936B664B9}"/>
              </a:ext>
            </a:extLst>
          </p:cNvPr>
          <p:cNvPicPr>
            <a:picLocks noChangeAspect="1"/>
          </p:cNvPicPr>
          <p:nvPr/>
        </p:nvPicPr>
        <p:blipFill>
          <a:blip r:embed="rId2"/>
          <a:srcRect/>
          <a:stretch/>
        </p:blipFill>
        <p:spPr>
          <a:xfrm>
            <a:off x="-1" y="0"/>
            <a:ext cx="12192001" cy="6858000"/>
          </a:xfrm>
          <a:prstGeom prst="rect">
            <a:avLst/>
          </a:prstGeom>
        </p:spPr>
      </p:pic>
      <p:sp>
        <p:nvSpPr>
          <p:cNvPr id="2" name="Title 1">
            <a:extLst>
              <a:ext uri="{FF2B5EF4-FFF2-40B4-BE49-F238E27FC236}">
                <a16:creationId xmlns:a16="http://schemas.microsoft.com/office/drawing/2014/main" id="{609683BF-BD27-4A0B-862F-4900C5D9DE8B}"/>
              </a:ext>
            </a:extLst>
          </p:cNvPr>
          <p:cNvSpPr>
            <a:spLocks noGrp="1"/>
          </p:cNvSpPr>
          <p:nvPr>
            <p:ph type="title" hasCustomPrompt="1"/>
          </p:nvPr>
        </p:nvSpPr>
        <p:spPr/>
        <p:txBody>
          <a:bodyPr>
            <a:normAutofit/>
          </a:bodyPr>
          <a:lstStyle>
            <a:lvl1pPr algn="l">
              <a:defRPr sz="4000" b="1">
                <a:solidFill>
                  <a:schemeClr val="bg1"/>
                </a:solidFill>
                <a:latin typeface="Roboto" panose="020B0604020202020204" charset="0"/>
                <a:ea typeface="Roboto" panose="020B0604020202020204" charset="0"/>
                <a:cs typeface="Roboto" panose="020B0604020202020204" charset="0"/>
              </a:defRPr>
            </a:lvl1pPr>
          </a:lstStyle>
          <a:p>
            <a:r>
              <a:rPr lang="en-US" dirty="0"/>
              <a:t>CLICK TO EDIT TITLE STYLE</a:t>
            </a:r>
          </a:p>
        </p:txBody>
      </p:sp>
      <p:sp>
        <p:nvSpPr>
          <p:cNvPr id="3" name="Slide Number Placeholder 2">
            <a:extLst>
              <a:ext uri="{FF2B5EF4-FFF2-40B4-BE49-F238E27FC236}">
                <a16:creationId xmlns:a16="http://schemas.microsoft.com/office/drawing/2014/main" id="{00EF4EAE-029B-4F8C-9D29-76B8BF260A28}"/>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C48A302D-2BDB-4959-BACE-984D7D4833FD}"/>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10" name="Text Placeholder 2">
            <a:extLst>
              <a:ext uri="{FF2B5EF4-FFF2-40B4-BE49-F238E27FC236}">
                <a16:creationId xmlns:a16="http://schemas.microsoft.com/office/drawing/2014/main" id="{CD1D56BD-313E-4E37-AAD3-18A9731D4B3D}"/>
              </a:ext>
            </a:extLst>
          </p:cNvPr>
          <p:cNvSpPr>
            <a:spLocks noGrp="1"/>
          </p:cNvSpPr>
          <p:nvPr>
            <p:ph type="body" idx="1"/>
          </p:nvPr>
        </p:nvSpPr>
        <p:spPr>
          <a:xfrm>
            <a:off x="442913" y="1964750"/>
            <a:ext cx="5395057" cy="1642402"/>
          </a:xfrm>
          <a:solidFill>
            <a:srgbClr val="2D6188"/>
          </a:solidFill>
        </p:spPr>
        <p:txBody>
          <a:bodyPr lIns="1476000" anchor="ctr">
            <a:noAutofit/>
          </a:bodyPr>
          <a:lstStyle>
            <a:lvl1pPr marL="0" indent="0" algn="l">
              <a:buNone/>
              <a:defRPr sz="1800" b="0" spc="11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0575F6B-7A73-4865-8146-38C60464E181}"/>
              </a:ext>
            </a:extLst>
          </p:cNvPr>
          <p:cNvSpPr>
            <a:spLocks noGrp="1"/>
          </p:cNvSpPr>
          <p:nvPr>
            <p:ph type="body" idx="12"/>
          </p:nvPr>
        </p:nvSpPr>
        <p:spPr>
          <a:xfrm>
            <a:off x="6280884" y="1964750"/>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2" name="Text Placeholder 2">
            <a:extLst>
              <a:ext uri="{FF2B5EF4-FFF2-40B4-BE49-F238E27FC236}">
                <a16:creationId xmlns:a16="http://schemas.microsoft.com/office/drawing/2014/main" id="{A3BCE59F-A692-4F3D-AC20-238857C880E8}"/>
              </a:ext>
            </a:extLst>
          </p:cNvPr>
          <p:cNvSpPr>
            <a:spLocks noGrp="1"/>
          </p:cNvSpPr>
          <p:nvPr>
            <p:ph type="body" idx="13"/>
          </p:nvPr>
        </p:nvSpPr>
        <p:spPr>
          <a:xfrm>
            <a:off x="442913"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3" name="Text Placeholder 2">
            <a:extLst>
              <a:ext uri="{FF2B5EF4-FFF2-40B4-BE49-F238E27FC236}">
                <a16:creationId xmlns:a16="http://schemas.microsoft.com/office/drawing/2014/main" id="{812FB85E-D687-4419-96D9-AF4FA67EB38F}"/>
              </a:ext>
            </a:extLst>
          </p:cNvPr>
          <p:cNvSpPr>
            <a:spLocks noGrp="1"/>
          </p:cNvSpPr>
          <p:nvPr>
            <p:ph type="body" idx="14"/>
          </p:nvPr>
        </p:nvSpPr>
        <p:spPr>
          <a:xfrm>
            <a:off x="6280884"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4" name="Picture Placeholder 15">
            <a:extLst>
              <a:ext uri="{FF2B5EF4-FFF2-40B4-BE49-F238E27FC236}">
                <a16:creationId xmlns:a16="http://schemas.microsoft.com/office/drawing/2014/main" id="{6728079F-A8A1-49F2-8FEE-B640B47D3AF5}"/>
              </a:ext>
            </a:extLst>
          </p:cNvPr>
          <p:cNvSpPr>
            <a:spLocks noGrp="1"/>
          </p:cNvSpPr>
          <p:nvPr>
            <p:ph type="pic" sz="quarter" idx="18" hasCustomPrompt="1"/>
          </p:nvPr>
        </p:nvSpPr>
        <p:spPr>
          <a:xfrm>
            <a:off x="851129" y="2407332"/>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15" name="Picture Placeholder 15">
            <a:extLst>
              <a:ext uri="{FF2B5EF4-FFF2-40B4-BE49-F238E27FC236}">
                <a16:creationId xmlns:a16="http://schemas.microsoft.com/office/drawing/2014/main" id="{86041B90-31DF-448E-8A20-ACCDF749CF5B}"/>
              </a:ext>
            </a:extLst>
          </p:cNvPr>
          <p:cNvSpPr>
            <a:spLocks noGrp="1"/>
          </p:cNvSpPr>
          <p:nvPr>
            <p:ph type="pic" sz="quarter" idx="19" hasCustomPrompt="1"/>
          </p:nvPr>
        </p:nvSpPr>
        <p:spPr>
          <a:xfrm>
            <a:off x="6610244" y="2407332"/>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16" name="Picture Placeholder 15">
            <a:extLst>
              <a:ext uri="{FF2B5EF4-FFF2-40B4-BE49-F238E27FC236}">
                <a16:creationId xmlns:a16="http://schemas.microsoft.com/office/drawing/2014/main" id="{F86F8DBE-C89F-452C-BD71-38FA3FF0DFFB}"/>
              </a:ext>
            </a:extLst>
          </p:cNvPr>
          <p:cNvSpPr>
            <a:spLocks noGrp="1"/>
          </p:cNvSpPr>
          <p:nvPr>
            <p:ph type="pic" sz="quarter" idx="20" hasCustomPrompt="1"/>
          </p:nvPr>
        </p:nvSpPr>
        <p:spPr>
          <a:xfrm>
            <a:off x="851129" y="4374061"/>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
        <p:nvSpPr>
          <p:cNvPr id="17" name="Picture Placeholder 15">
            <a:extLst>
              <a:ext uri="{FF2B5EF4-FFF2-40B4-BE49-F238E27FC236}">
                <a16:creationId xmlns:a16="http://schemas.microsoft.com/office/drawing/2014/main" id="{E2C47282-318B-4A41-B61F-407363A7A9CB}"/>
              </a:ext>
            </a:extLst>
          </p:cNvPr>
          <p:cNvSpPr>
            <a:spLocks noGrp="1"/>
          </p:cNvSpPr>
          <p:nvPr>
            <p:ph type="pic" sz="quarter" idx="21" hasCustomPrompt="1"/>
          </p:nvPr>
        </p:nvSpPr>
        <p:spPr>
          <a:xfrm>
            <a:off x="6610244" y="4374061"/>
            <a:ext cx="744312" cy="757237"/>
          </a:xfrm>
        </p:spPr>
        <p:txBody>
          <a:bodyPr/>
          <a:lstStyle>
            <a:lvl1pPr marL="0" indent="0" algn="ctr">
              <a:buNone/>
              <a:defRPr sz="1200">
                <a:solidFill>
                  <a:schemeClr val="bg2">
                    <a:lumMod val="60000"/>
                    <a:lumOff val="40000"/>
                  </a:schemeClr>
                </a:solidFill>
              </a:defRPr>
            </a:lvl1pPr>
          </a:lstStyle>
          <a:p>
            <a:r>
              <a:rPr lang="en-US" dirty="0"/>
              <a:t>Insert relevant icons</a:t>
            </a:r>
            <a:endParaRPr lang="en-IN" dirty="0"/>
          </a:p>
        </p:txBody>
      </p:sp>
    </p:spTree>
    <p:extLst>
      <p:ext uri="{BB962C8B-B14F-4D97-AF65-F5344CB8AC3E}">
        <p14:creationId xmlns:p14="http://schemas.microsoft.com/office/powerpoint/2010/main" val="2362129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750C01-9BC8-45EA-9F05-06D44521E818}"/>
              </a:ext>
            </a:extLst>
          </p:cNvPr>
          <p:cNvSpPr/>
          <p:nvPr/>
        </p:nvSpPr>
        <p:spPr>
          <a:xfrm>
            <a:off x="0" y="4186988"/>
            <a:ext cx="12192000" cy="2813419"/>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F899C-12F2-49DF-86F0-60B2BEBAF1B1}"/>
              </a:ext>
            </a:extLst>
          </p:cNvPr>
          <p:cNvSpPr>
            <a:spLocks noGrp="1"/>
          </p:cNvSpPr>
          <p:nvPr>
            <p:ph type="title" hasCustomPrompt="1"/>
          </p:nvPr>
        </p:nvSpPr>
        <p:spPr>
          <a:xfrm>
            <a:off x="461169" y="449264"/>
            <a:ext cx="11269662" cy="684212"/>
          </a:xfrm>
        </p:spPr>
        <p:txBody>
          <a:bodyPr>
            <a:normAutofit/>
          </a:bodyPr>
          <a:lstStyle>
            <a:lvl1pPr algn="ctr">
              <a:defRPr sz="4000" b="1">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7C46CFFC-E262-46D8-85E8-16EBCE3751E1}"/>
              </a:ext>
            </a:extLst>
          </p:cNvPr>
          <p:cNvSpPr>
            <a:spLocks noGrp="1"/>
          </p:cNvSpPr>
          <p:nvPr>
            <p:ph type="sldNum" sz="quarter" idx="10"/>
          </p:nvPr>
        </p:nvSpPr>
        <p:spPr>
          <a:xfrm>
            <a:off x="3598363" y="6424178"/>
            <a:ext cx="1772920" cy="365125"/>
          </a:xfrm>
          <a:prstGeom prst="rect">
            <a:avLst/>
          </a:prstGeom>
        </p:spPr>
        <p:txBody>
          <a:bodyPr/>
          <a:lstStyle>
            <a:lvl1pPr>
              <a:defRPr>
                <a:solidFill>
                  <a:schemeClr val="tx1"/>
                </a:solidFill>
              </a:defRPr>
            </a:lvl1p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F1F39266-179E-4F1D-95E7-89F20B26FF3D}"/>
              </a:ext>
            </a:extLst>
          </p:cNvPr>
          <p:cNvSpPr>
            <a:spLocks noGrp="1"/>
          </p:cNvSpPr>
          <p:nvPr>
            <p:ph type="ftr" sz="quarter" idx="11"/>
          </p:nvPr>
        </p:nvSpPr>
        <p:spPr>
          <a:xfrm>
            <a:off x="442913" y="6424178"/>
            <a:ext cx="3406616" cy="365125"/>
          </a:xfrm>
          <a:prstGeom prst="rect">
            <a:avLst/>
          </a:prstGeom>
        </p:spPr>
        <p:txBody>
          <a:bodyPr/>
          <a:lstStyle>
            <a:lvl1pPr>
              <a:defRPr>
                <a:solidFill>
                  <a:schemeClr val="tx1"/>
                </a:solidFill>
              </a:defRPr>
            </a:lvl1pPr>
          </a:lstStyle>
          <a:p>
            <a:r>
              <a:rPr lang="en-US" dirty="0"/>
              <a:t>COPYRIGHT 2021 ALEPO</a:t>
            </a:r>
          </a:p>
        </p:txBody>
      </p:sp>
      <p:sp>
        <p:nvSpPr>
          <p:cNvPr id="12" name="Text Placeholder 3">
            <a:extLst>
              <a:ext uri="{FF2B5EF4-FFF2-40B4-BE49-F238E27FC236}">
                <a16:creationId xmlns:a16="http://schemas.microsoft.com/office/drawing/2014/main" id="{CB7F93C5-B691-40AA-B3C2-EC8098647DD5}"/>
              </a:ext>
            </a:extLst>
          </p:cNvPr>
          <p:cNvSpPr>
            <a:spLocks noGrp="1"/>
          </p:cNvSpPr>
          <p:nvPr>
            <p:ph type="body" sz="quarter" idx="12"/>
          </p:nvPr>
        </p:nvSpPr>
        <p:spPr>
          <a:xfrm>
            <a:off x="675460"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51C6050E-90DB-47B4-B1BD-8BC87378AA8C}"/>
              </a:ext>
            </a:extLst>
          </p:cNvPr>
          <p:cNvSpPr>
            <a:spLocks noGrp="1"/>
          </p:cNvSpPr>
          <p:nvPr>
            <p:ph type="body" sz="quarter" idx="13"/>
          </p:nvPr>
        </p:nvSpPr>
        <p:spPr>
          <a:xfrm>
            <a:off x="675460"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E19F7FC-79E5-4905-8BC2-1CDD0F13552F}"/>
              </a:ext>
            </a:extLst>
          </p:cNvPr>
          <p:cNvSpPr>
            <a:spLocks noGrp="1"/>
          </p:cNvSpPr>
          <p:nvPr>
            <p:ph type="body" sz="quarter" idx="14"/>
          </p:nvPr>
        </p:nvSpPr>
        <p:spPr>
          <a:xfrm>
            <a:off x="4508965"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0D8D2752-A084-44AE-A9E4-6E2127BFBF0B}"/>
              </a:ext>
            </a:extLst>
          </p:cNvPr>
          <p:cNvSpPr>
            <a:spLocks noGrp="1"/>
          </p:cNvSpPr>
          <p:nvPr>
            <p:ph type="body" sz="quarter" idx="15"/>
          </p:nvPr>
        </p:nvSpPr>
        <p:spPr>
          <a:xfrm>
            <a:off x="4508965"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95F683B4-F146-4225-8F0F-F445A7578C87}"/>
              </a:ext>
            </a:extLst>
          </p:cNvPr>
          <p:cNvSpPr>
            <a:spLocks noGrp="1"/>
          </p:cNvSpPr>
          <p:nvPr>
            <p:ph type="body" sz="quarter" idx="16"/>
          </p:nvPr>
        </p:nvSpPr>
        <p:spPr>
          <a:xfrm>
            <a:off x="8342471"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404FC831-B148-4081-9994-14572C625B89}"/>
              </a:ext>
            </a:extLst>
          </p:cNvPr>
          <p:cNvSpPr>
            <a:spLocks noGrp="1"/>
          </p:cNvSpPr>
          <p:nvPr>
            <p:ph type="body" sz="quarter" idx="17"/>
          </p:nvPr>
        </p:nvSpPr>
        <p:spPr>
          <a:xfrm>
            <a:off x="8342471"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2B3B1486-74BA-4143-A1DC-1A711FA16E25}"/>
              </a:ext>
            </a:extLst>
          </p:cNvPr>
          <p:cNvSpPr>
            <a:spLocks noGrp="1"/>
          </p:cNvSpPr>
          <p:nvPr>
            <p:ph type="body" sz="quarter" idx="18"/>
          </p:nvPr>
        </p:nvSpPr>
        <p:spPr>
          <a:xfrm>
            <a:off x="568315" y="1249884"/>
            <a:ext cx="11055371" cy="393700"/>
          </a:xfrm>
        </p:spPr>
        <p:txBody>
          <a:bodyPr>
            <a:noAutofit/>
          </a:bodyPr>
          <a:lstStyle>
            <a:lvl1pPr marL="0" indent="0" algn="ctr">
              <a:buNone/>
              <a:defRPr sz="1800">
                <a:latin typeface="+mj-lt"/>
              </a:defRPr>
            </a:lvl1pPr>
          </a:lstStyle>
          <a:p>
            <a:pPr lvl="0"/>
            <a:r>
              <a:rPr lang="en-US"/>
              <a:t>Click to edit Master text styles</a:t>
            </a:r>
          </a:p>
        </p:txBody>
      </p:sp>
      <p:sp>
        <p:nvSpPr>
          <p:cNvPr id="7" name="Picture Placeholder 6">
            <a:extLst>
              <a:ext uri="{FF2B5EF4-FFF2-40B4-BE49-F238E27FC236}">
                <a16:creationId xmlns:a16="http://schemas.microsoft.com/office/drawing/2014/main" id="{F3BAC328-A6A6-463B-9B97-C88CE9A50B86}"/>
              </a:ext>
            </a:extLst>
          </p:cNvPr>
          <p:cNvSpPr>
            <a:spLocks noGrp="1"/>
          </p:cNvSpPr>
          <p:nvPr>
            <p:ph type="pic" sz="quarter" idx="19"/>
          </p:nvPr>
        </p:nvSpPr>
        <p:spPr>
          <a:xfrm>
            <a:off x="674688" y="3429000"/>
            <a:ext cx="3175000" cy="2630488"/>
          </a:xfrm>
        </p:spPr>
        <p:txBody>
          <a:bodyPr/>
          <a:lstStyle>
            <a:lvl1pPr marL="0" indent="0">
              <a:buNone/>
              <a:defRPr/>
            </a:lvl1pPr>
          </a:lstStyle>
          <a:p>
            <a:endParaRPr lang="en-IN" dirty="0"/>
          </a:p>
        </p:txBody>
      </p:sp>
      <p:sp>
        <p:nvSpPr>
          <p:cNvPr id="21" name="Picture Placeholder 6">
            <a:extLst>
              <a:ext uri="{FF2B5EF4-FFF2-40B4-BE49-F238E27FC236}">
                <a16:creationId xmlns:a16="http://schemas.microsoft.com/office/drawing/2014/main" id="{98062D66-A84F-461D-BA1F-C13383FEAF94}"/>
              </a:ext>
            </a:extLst>
          </p:cNvPr>
          <p:cNvSpPr>
            <a:spLocks noGrp="1"/>
          </p:cNvSpPr>
          <p:nvPr>
            <p:ph type="pic" sz="quarter" idx="20"/>
          </p:nvPr>
        </p:nvSpPr>
        <p:spPr>
          <a:xfrm>
            <a:off x="4528231" y="3429000"/>
            <a:ext cx="3175000" cy="2630488"/>
          </a:xfrm>
        </p:spPr>
        <p:txBody>
          <a:bodyPr/>
          <a:lstStyle>
            <a:lvl1pPr marL="0" indent="0">
              <a:buNone/>
              <a:defRPr/>
            </a:lvl1pPr>
          </a:lstStyle>
          <a:p>
            <a:endParaRPr lang="en-IN" dirty="0"/>
          </a:p>
        </p:txBody>
      </p:sp>
      <p:sp>
        <p:nvSpPr>
          <p:cNvPr id="22" name="Picture Placeholder 6">
            <a:extLst>
              <a:ext uri="{FF2B5EF4-FFF2-40B4-BE49-F238E27FC236}">
                <a16:creationId xmlns:a16="http://schemas.microsoft.com/office/drawing/2014/main" id="{71A33661-CA2D-42FF-BDEE-DA53094DD620}"/>
              </a:ext>
            </a:extLst>
          </p:cNvPr>
          <p:cNvSpPr>
            <a:spLocks noGrp="1"/>
          </p:cNvSpPr>
          <p:nvPr>
            <p:ph type="pic" sz="quarter" idx="21"/>
          </p:nvPr>
        </p:nvSpPr>
        <p:spPr>
          <a:xfrm>
            <a:off x="8365445" y="3429000"/>
            <a:ext cx="3175000" cy="2630488"/>
          </a:xfrm>
        </p:spPr>
        <p:txBody>
          <a:bodyPr/>
          <a:lstStyle>
            <a:lvl1pPr marL="0" indent="0">
              <a:buNone/>
              <a:defRPr/>
            </a:lvl1pPr>
          </a:lstStyle>
          <a:p>
            <a:endParaRPr lang="en-IN" dirty="0"/>
          </a:p>
        </p:txBody>
      </p:sp>
    </p:spTree>
    <p:extLst>
      <p:ext uri="{BB962C8B-B14F-4D97-AF65-F5344CB8AC3E}">
        <p14:creationId xmlns:p14="http://schemas.microsoft.com/office/powerpoint/2010/main" val="19075545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1769B99-BE30-4718-8D6A-62FF91EFCE41}"/>
              </a:ext>
            </a:extLst>
          </p:cNvPr>
          <p:cNvPicPr>
            <a:picLocks noChangeAspect="1"/>
          </p:cNvPicPr>
          <p:nvPr/>
        </p:nvPicPr>
        <p:blipFill>
          <a:blip r:embed="rId2"/>
          <a:srcRect/>
          <a:stretch/>
        </p:blipFill>
        <p:spPr>
          <a:xfrm>
            <a:off x="-69274" y="-97422"/>
            <a:ext cx="12330548" cy="7052844"/>
          </a:xfrm>
          <a:prstGeom prst="rect">
            <a:avLst/>
          </a:prstGeom>
          <a:effectLst>
            <a:outerShdw blurRad="50800" dist="50800" dir="5400000" algn="ctr" rotWithShape="0">
              <a:srgbClr val="000000">
                <a:alpha val="0"/>
              </a:srgbClr>
            </a:outerShdw>
          </a:effectLst>
        </p:spPr>
      </p:pic>
      <p:sp>
        <p:nvSpPr>
          <p:cNvPr id="11" name="Text Placeholder 2">
            <a:extLst>
              <a:ext uri="{FF2B5EF4-FFF2-40B4-BE49-F238E27FC236}">
                <a16:creationId xmlns:a16="http://schemas.microsoft.com/office/drawing/2014/main" id="{503A8742-7A0C-414B-AEF8-12DAA288FD0A}"/>
              </a:ext>
            </a:extLst>
          </p:cNvPr>
          <p:cNvSpPr txBox="1">
            <a:spLocks/>
          </p:cNvSpPr>
          <p:nvPr/>
        </p:nvSpPr>
        <p:spPr>
          <a:xfrm>
            <a:off x="838200"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dirty="0">
                <a:solidFill>
                  <a:srgbClr val="2D6188"/>
                </a:solidFill>
                <a:latin typeface="Roboto" panose="02000000000000000000" pitchFamily="2" charset="0"/>
                <a:ea typeface="Roboto" panose="02000000000000000000" pitchFamily="2" charset="0"/>
                <a:cs typeface="Roboto" panose="02000000000000000000" pitchFamily="2" charset="0"/>
              </a:rPr>
              <a:t>1</a:t>
            </a:r>
          </a:p>
        </p:txBody>
      </p:sp>
      <p:sp>
        <p:nvSpPr>
          <p:cNvPr id="13" name="Text Placeholder 2">
            <a:extLst>
              <a:ext uri="{FF2B5EF4-FFF2-40B4-BE49-F238E27FC236}">
                <a16:creationId xmlns:a16="http://schemas.microsoft.com/office/drawing/2014/main" id="{5CB8433E-9405-4418-ADF2-2FC761D4FFE4}"/>
              </a:ext>
            </a:extLst>
          </p:cNvPr>
          <p:cNvSpPr txBox="1">
            <a:spLocks/>
          </p:cNvSpPr>
          <p:nvPr/>
        </p:nvSpPr>
        <p:spPr>
          <a:xfrm>
            <a:off x="838200"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dirty="0">
                <a:solidFill>
                  <a:srgbClr val="2D6188"/>
                </a:solidFill>
                <a:latin typeface="Roboto" panose="02000000000000000000" pitchFamily="2" charset="0"/>
                <a:ea typeface="Roboto" panose="02000000000000000000" pitchFamily="2" charset="0"/>
                <a:cs typeface="Roboto" panose="02000000000000000000" pitchFamily="2" charset="0"/>
              </a:rPr>
              <a:t>2</a:t>
            </a:r>
          </a:p>
        </p:txBody>
      </p:sp>
      <p:sp>
        <p:nvSpPr>
          <p:cNvPr id="15" name="Text Placeholder 2">
            <a:extLst>
              <a:ext uri="{FF2B5EF4-FFF2-40B4-BE49-F238E27FC236}">
                <a16:creationId xmlns:a16="http://schemas.microsoft.com/office/drawing/2014/main" id="{FFB74BE1-0BE1-44BD-AE46-240A7F7F0A67}"/>
              </a:ext>
            </a:extLst>
          </p:cNvPr>
          <p:cNvSpPr txBox="1">
            <a:spLocks/>
          </p:cNvSpPr>
          <p:nvPr/>
        </p:nvSpPr>
        <p:spPr>
          <a:xfrm>
            <a:off x="5823285"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dirty="0">
                <a:solidFill>
                  <a:srgbClr val="2D6188"/>
                </a:solidFill>
                <a:latin typeface="Roboto" panose="02000000000000000000" pitchFamily="2" charset="0"/>
                <a:ea typeface="Roboto" panose="02000000000000000000" pitchFamily="2" charset="0"/>
                <a:cs typeface="Roboto" panose="02000000000000000000" pitchFamily="2" charset="0"/>
              </a:rPr>
              <a:t>3</a:t>
            </a:r>
          </a:p>
        </p:txBody>
      </p:sp>
      <p:sp>
        <p:nvSpPr>
          <p:cNvPr id="17" name="Text Placeholder 2">
            <a:extLst>
              <a:ext uri="{FF2B5EF4-FFF2-40B4-BE49-F238E27FC236}">
                <a16:creationId xmlns:a16="http://schemas.microsoft.com/office/drawing/2014/main" id="{D3FC3367-586E-42AE-A5D3-640F4F0A5A9B}"/>
              </a:ext>
            </a:extLst>
          </p:cNvPr>
          <p:cNvSpPr txBox="1">
            <a:spLocks/>
          </p:cNvSpPr>
          <p:nvPr/>
        </p:nvSpPr>
        <p:spPr>
          <a:xfrm>
            <a:off x="5823285"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dirty="0">
                <a:solidFill>
                  <a:srgbClr val="2D6188"/>
                </a:solidFill>
                <a:latin typeface="Roboto" panose="02000000000000000000" pitchFamily="2" charset="0"/>
                <a:ea typeface="Roboto" panose="02000000000000000000" pitchFamily="2" charset="0"/>
                <a:cs typeface="Roboto" panose="02000000000000000000" pitchFamily="2" charset="0"/>
              </a:rPr>
              <a:t>4</a:t>
            </a:r>
          </a:p>
        </p:txBody>
      </p:sp>
      <p:cxnSp>
        <p:nvCxnSpPr>
          <p:cNvPr id="10" name="Straight Connector 9">
            <a:extLst>
              <a:ext uri="{FF2B5EF4-FFF2-40B4-BE49-F238E27FC236}">
                <a16:creationId xmlns:a16="http://schemas.microsoft.com/office/drawing/2014/main" id="{21B99C5A-B2B8-4889-BC9C-7E546ABC316B}"/>
              </a:ext>
            </a:extLst>
          </p:cNvPr>
          <p:cNvCxnSpPr/>
          <p:nvPr/>
        </p:nvCxnSpPr>
        <p:spPr>
          <a:xfrm>
            <a:off x="838200" y="1909010"/>
            <a:ext cx="6364705"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52EF9A3E-85F5-450F-B043-B272F82AFF53}"/>
              </a:ext>
            </a:extLst>
          </p:cNvPr>
          <p:cNvSpPr>
            <a:spLocks noGrp="1"/>
          </p:cNvSpPr>
          <p:nvPr>
            <p:ph type="body" sz="quarter" idx="12"/>
          </p:nvPr>
        </p:nvSpPr>
        <p:spPr>
          <a:xfrm>
            <a:off x="838201"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4" name="Text Placeholder 3">
            <a:extLst>
              <a:ext uri="{FF2B5EF4-FFF2-40B4-BE49-F238E27FC236}">
                <a16:creationId xmlns:a16="http://schemas.microsoft.com/office/drawing/2014/main" id="{E10570A0-9895-44C7-BD23-E3A88824BFFC}"/>
              </a:ext>
            </a:extLst>
          </p:cNvPr>
          <p:cNvSpPr>
            <a:spLocks noGrp="1"/>
          </p:cNvSpPr>
          <p:nvPr>
            <p:ph type="body" sz="quarter" idx="13"/>
          </p:nvPr>
        </p:nvSpPr>
        <p:spPr>
          <a:xfrm>
            <a:off x="5955632"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5EC5216D-19E2-490A-BA42-31D28143478C}"/>
              </a:ext>
            </a:extLst>
          </p:cNvPr>
          <p:cNvSpPr>
            <a:spLocks noGrp="1"/>
          </p:cNvSpPr>
          <p:nvPr>
            <p:ph type="body" sz="quarter" idx="14"/>
          </p:nvPr>
        </p:nvSpPr>
        <p:spPr>
          <a:xfrm>
            <a:off x="838201"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6" name="Text Placeholder 3">
            <a:extLst>
              <a:ext uri="{FF2B5EF4-FFF2-40B4-BE49-F238E27FC236}">
                <a16:creationId xmlns:a16="http://schemas.microsoft.com/office/drawing/2014/main" id="{D59FCB2B-6E6F-4041-8AEA-00F4607E1AD7}"/>
              </a:ext>
            </a:extLst>
          </p:cNvPr>
          <p:cNvSpPr>
            <a:spLocks noGrp="1"/>
          </p:cNvSpPr>
          <p:nvPr>
            <p:ph type="body" sz="quarter" idx="15"/>
          </p:nvPr>
        </p:nvSpPr>
        <p:spPr>
          <a:xfrm>
            <a:off x="5955632"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4CC1A425-AF08-43AE-A547-FBF2DEC373A7}"/>
              </a:ext>
            </a:extLst>
          </p:cNvPr>
          <p:cNvSpPr>
            <a:spLocks noGrp="1"/>
          </p:cNvSpPr>
          <p:nvPr>
            <p:ph type="body" sz="quarter" idx="16"/>
          </p:nvPr>
        </p:nvSpPr>
        <p:spPr>
          <a:xfrm>
            <a:off x="838201"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8" name="Text Placeholder 3">
            <a:extLst>
              <a:ext uri="{FF2B5EF4-FFF2-40B4-BE49-F238E27FC236}">
                <a16:creationId xmlns:a16="http://schemas.microsoft.com/office/drawing/2014/main" id="{87064811-6FA6-4B4F-B942-CB29B0DA0A21}"/>
              </a:ext>
            </a:extLst>
          </p:cNvPr>
          <p:cNvSpPr>
            <a:spLocks noGrp="1"/>
          </p:cNvSpPr>
          <p:nvPr>
            <p:ph type="body" sz="quarter" idx="17"/>
          </p:nvPr>
        </p:nvSpPr>
        <p:spPr>
          <a:xfrm>
            <a:off x="5955632"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4D99F20-5A4B-492A-AD82-6E0FEB369438}"/>
              </a:ext>
            </a:extLst>
          </p:cNvPr>
          <p:cNvSpPr>
            <a:spLocks noGrp="1"/>
          </p:cNvSpPr>
          <p:nvPr>
            <p:ph type="body" sz="quarter" idx="18"/>
          </p:nvPr>
        </p:nvSpPr>
        <p:spPr>
          <a:xfrm>
            <a:off x="838201"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0" name="Text Placeholder 3">
            <a:extLst>
              <a:ext uri="{FF2B5EF4-FFF2-40B4-BE49-F238E27FC236}">
                <a16:creationId xmlns:a16="http://schemas.microsoft.com/office/drawing/2014/main" id="{9322DDD7-CF8C-44D5-9A93-1117CBDD1AF0}"/>
              </a:ext>
            </a:extLst>
          </p:cNvPr>
          <p:cNvSpPr>
            <a:spLocks noGrp="1"/>
          </p:cNvSpPr>
          <p:nvPr>
            <p:ph type="body" sz="quarter" idx="19"/>
          </p:nvPr>
        </p:nvSpPr>
        <p:spPr>
          <a:xfrm>
            <a:off x="5955632"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2" name="Text Placeholder 3">
            <a:extLst>
              <a:ext uri="{FF2B5EF4-FFF2-40B4-BE49-F238E27FC236}">
                <a16:creationId xmlns:a16="http://schemas.microsoft.com/office/drawing/2014/main" id="{B200A8F0-DD80-4903-B724-1C61C2063BC7}"/>
              </a:ext>
            </a:extLst>
          </p:cNvPr>
          <p:cNvSpPr>
            <a:spLocks noGrp="1"/>
          </p:cNvSpPr>
          <p:nvPr>
            <p:ph type="body" sz="quarter" idx="20"/>
          </p:nvPr>
        </p:nvSpPr>
        <p:spPr>
          <a:xfrm>
            <a:off x="838201" y="469189"/>
            <a:ext cx="4415631" cy="1359569"/>
          </a:xfrm>
        </p:spPr>
        <p:txBody>
          <a:bodyPr>
            <a:noAutofit/>
          </a:bodyPr>
          <a:lstStyle>
            <a:lvl1pPr marL="0" indent="0" algn="l">
              <a:buNone/>
              <a:defRPr sz="48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9" name="Slide Number Placeholder 2">
            <a:extLst>
              <a:ext uri="{FF2B5EF4-FFF2-40B4-BE49-F238E27FC236}">
                <a16:creationId xmlns:a16="http://schemas.microsoft.com/office/drawing/2014/main" id="{7FF2C298-FAE3-48BA-B1DD-721E25F5891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20" name="Footer Placeholder 3">
            <a:extLst>
              <a:ext uri="{FF2B5EF4-FFF2-40B4-BE49-F238E27FC236}">
                <a16:creationId xmlns:a16="http://schemas.microsoft.com/office/drawing/2014/main" id="{279CB8CF-FCC3-4122-8D5F-C3AEE44FFA51}"/>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pic>
        <p:nvPicPr>
          <p:cNvPr id="21" name="Graphic 20">
            <a:extLst>
              <a:ext uri="{FF2B5EF4-FFF2-40B4-BE49-F238E27FC236}">
                <a16:creationId xmlns:a16="http://schemas.microsoft.com/office/drawing/2014/main" id="{173C8EF7-5DE3-4292-BA4F-9FE94F186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305946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2156520"/>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dirty="0">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1748134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1895264"/>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dirty="0">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2126004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800" b="0">
                <a:solidFill>
                  <a:schemeClr val="bg1"/>
                </a:solidFill>
                <a:latin typeface="+mj-lt"/>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8" name="Text Placeholder 3">
            <a:extLst>
              <a:ext uri="{FF2B5EF4-FFF2-40B4-BE49-F238E27FC236}">
                <a16:creationId xmlns:a16="http://schemas.microsoft.com/office/drawing/2014/main" id="{A06C1AAC-4B2A-4EA7-80A1-12E4BF8219C2}"/>
              </a:ext>
            </a:extLst>
          </p:cNvPr>
          <p:cNvSpPr>
            <a:spLocks noGrp="1"/>
          </p:cNvSpPr>
          <p:nvPr>
            <p:ph type="body" sz="quarter" idx="15"/>
          </p:nvPr>
        </p:nvSpPr>
        <p:spPr>
          <a:xfrm>
            <a:off x="487073" y="1249746"/>
            <a:ext cx="5313219" cy="1293429"/>
          </a:xfrm>
        </p:spPr>
        <p:txBody>
          <a:bodyPr>
            <a:normAutofit/>
          </a:bodyPr>
          <a:lstStyle>
            <a:lvl1pPr marL="0" indent="0" algn="l">
              <a:buNone/>
              <a:defRPr sz="2400" b="1">
                <a:solidFill>
                  <a:srgbClr val="2D6188"/>
                </a:solidFill>
                <a:latin typeface="+mj-lt"/>
              </a:defRPr>
            </a:lvl1pPr>
          </a:lstStyle>
          <a:p>
            <a:pPr lvl="0"/>
            <a:r>
              <a:rPr lang="en-US"/>
              <a:t>Click to edit Master text styles</a:t>
            </a:r>
          </a:p>
        </p:txBody>
      </p:sp>
      <p:sp>
        <p:nvSpPr>
          <p:cNvPr id="14" name="Title 1">
            <a:extLst>
              <a:ext uri="{FF2B5EF4-FFF2-40B4-BE49-F238E27FC236}">
                <a16:creationId xmlns:a16="http://schemas.microsoft.com/office/drawing/2014/main" id="{CD807FAE-C092-4831-A514-985A1C348E9D}"/>
              </a:ext>
            </a:extLst>
          </p:cNvPr>
          <p:cNvSpPr>
            <a:spLocks noGrp="1"/>
          </p:cNvSpPr>
          <p:nvPr>
            <p:ph type="title" hasCustomPrompt="1"/>
          </p:nvPr>
        </p:nvSpPr>
        <p:spPr>
          <a:xfrm>
            <a:off x="461169" y="406400"/>
            <a:ext cx="11269662" cy="684212"/>
          </a:xfrm>
        </p:spPr>
        <p:txBody>
          <a:bodyPr>
            <a:normAutofit/>
          </a:bodyPr>
          <a:lstStyle>
            <a:lvl1pPr algn="l">
              <a:defRPr sz="3600" b="1">
                <a:solidFill>
                  <a:schemeClr val="bg1"/>
                </a:solidFill>
                <a:latin typeface="Roboto" panose="020B0604020202020204" charset="0"/>
                <a:ea typeface="Roboto" panose="020B0604020202020204" charset="0"/>
                <a:cs typeface="Roboto" panose="020B0604020202020204" charset="0"/>
              </a:defRPr>
            </a:lvl1pPr>
          </a:lstStyle>
          <a:p>
            <a:r>
              <a:rPr lang="en-US" dirty="0"/>
              <a:t>Click to edit master title style</a:t>
            </a:r>
          </a:p>
        </p:txBody>
      </p:sp>
      <p:sp>
        <p:nvSpPr>
          <p:cNvPr id="15" name="Text Placeholder 3">
            <a:extLst>
              <a:ext uri="{FF2B5EF4-FFF2-40B4-BE49-F238E27FC236}">
                <a16:creationId xmlns:a16="http://schemas.microsoft.com/office/drawing/2014/main" id="{8B5B39CB-6DE2-4AAB-ABAB-5015EE4E1032}"/>
              </a:ext>
            </a:extLst>
          </p:cNvPr>
          <p:cNvSpPr>
            <a:spLocks noGrp="1"/>
          </p:cNvSpPr>
          <p:nvPr>
            <p:ph type="body" sz="quarter" idx="16"/>
          </p:nvPr>
        </p:nvSpPr>
        <p:spPr>
          <a:xfrm>
            <a:off x="487073" y="2707071"/>
            <a:ext cx="5313219" cy="3194965"/>
          </a:xfrm>
        </p:spPr>
        <p:txBody>
          <a:bodyPr vert="horz" lIns="91440" tIns="91440" rIns="91440" bIns="45720" rtlCol="0">
            <a:normAutofit/>
          </a:bodyPr>
          <a:lstStyle>
            <a:lvl1pPr>
              <a:defRPr lang="en-US" sz="1800" b="0" dirty="0">
                <a:solidFill>
                  <a:schemeClr val="bg1"/>
                </a:solidFill>
                <a:latin typeface="+mj-lt"/>
              </a:defRPr>
            </a:lvl1pPr>
          </a:lstStyle>
          <a:p>
            <a:pPr marL="0" lvl="0" indent="0">
              <a:buNone/>
            </a:pPr>
            <a:r>
              <a:rPr lang="en-US"/>
              <a:t>Click to edit Master text styles</a:t>
            </a:r>
          </a:p>
        </p:txBody>
      </p:sp>
    </p:spTree>
    <p:extLst>
      <p:ext uri="{BB962C8B-B14F-4D97-AF65-F5344CB8AC3E}">
        <p14:creationId xmlns:p14="http://schemas.microsoft.com/office/powerpoint/2010/main" val="1061075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12590530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dirty="0"/>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4" name="Table Placeholder 3">
            <a:extLst>
              <a:ext uri="{FF2B5EF4-FFF2-40B4-BE49-F238E27FC236}">
                <a16:creationId xmlns:a16="http://schemas.microsoft.com/office/drawing/2014/main" id="{121ABE3E-250B-4011-A1D1-E6E40D37760F}"/>
              </a:ext>
            </a:extLst>
          </p:cNvPr>
          <p:cNvSpPr>
            <a:spLocks noGrp="1"/>
          </p:cNvSpPr>
          <p:nvPr>
            <p:ph type="tbl" sz="quarter" idx="15"/>
          </p:nvPr>
        </p:nvSpPr>
        <p:spPr>
          <a:xfrm>
            <a:off x="442913" y="1249746"/>
            <a:ext cx="5389562" cy="4652580"/>
          </a:xfrm>
        </p:spPr>
        <p:txBody>
          <a:bodyPr/>
          <a:lstStyle/>
          <a:p>
            <a:r>
              <a:rPr lang="en-US"/>
              <a:t>Click icon to add table</a:t>
            </a:r>
            <a:endParaRPr lang="en-US" dirty="0"/>
          </a:p>
        </p:txBody>
      </p:sp>
    </p:spTree>
    <p:extLst>
      <p:ext uri="{BB962C8B-B14F-4D97-AF65-F5344CB8AC3E}">
        <p14:creationId xmlns:p14="http://schemas.microsoft.com/office/powerpoint/2010/main" val="2517942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065F-65EA-4681-98FC-642C6B8DA627}"/>
              </a:ext>
            </a:extLst>
          </p:cNvPr>
          <p:cNvSpPr>
            <a:spLocks noGrp="1"/>
          </p:cNvSpPr>
          <p:nvPr>
            <p:ph type="title"/>
          </p:nvPr>
        </p:nvSpPr>
        <p:spPr/>
        <p:txBody>
          <a:bodyPr/>
          <a:lstStyle/>
          <a:p>
            <a:r>
              <a:rPr lang="en-US"/>
              <a:t>Click to edit Master title style</a:t>
            </a:r>
          </a:p>
        </p:txBody>
      </p:sp>
      <p:pic>
        <p:nvPicPr>
          <p:cNvPr id="5" name="Graphic 4">
            <a:extLst>
              <a:ext uri="{FF2B5EF4-FFF2-40B4-BE49-F238E27FC236}">
                <a16:creationId xmlns:a16="http://schemas.microsoft.com/office/drawing/2014/main" id="{EED39BD1-76FA-4B4D-944F-0F0C00B100E4}"/>
              </a:ext>
            </a:extLst>
          </p:cNvPr>
          <p:cNvPicPr>
            <a:picLocks noChangeAspect="1"/>
          </p:cNvPicPr>
          <p:nvPr/>
        </p:nvPicPr>
        <p:blipFill>
          <a:blip r:embed="rId2"/>
          <a:srcRect t="207" b="207"/>
          <a:stretch/>
        </p:blipFill>
        <p:spPr>
          <a:xfrm>
            <a:off x="0" y="0"/>
            <a:ext cx="12192000" cy="3697903"/>
          </a:xfrm>
          <a:prstGeom prst="rect">
            <a:avLst/>
          </a:prstGeom>
        </p:spPr>
      </p:pic>
      <p:sp>
        <p:nvSpPr>
          <p:cNvPr id="6" name="Rectangle 5">
            <a:extLst>
              <a:ext uri="{FF2B5EF4-FFF2-40B4-BE49-F238E27FC236}">
                <a16:creationId xmlns:a16="http://schemas.microsoft.com/office/drawing/2014/main" id="{E1797061-5759-404E-951F-98AA68426AED}"/>
              </a:ext>
            </a:extLst>
          </p:cNvPr>
          <p:cNvSpPr/>
          <p:nvPr/>
        </p:nvSpPr>
        <p:spPr>
          <a:xfrm>
            <a:off x="3775139" y="3254730"/>
            <a:ext cx="4641723" cy="684212"/>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dirty="0"/>
              <a:t>THANK YOU</a:t>
            </a:r>
          </a:p>
        </p:txBody>
      </p:sp>
      <p:pic>
        <p:nvPicPr>
          <p:cNvPr id="39" name="Graphic 38">
            <a:extLst>
              <a:ext uri="{FF2B5EF4-FFF2-40B4-BE49-F238E27FC236}">
                <a16:creationId xmlns:a16="http://schemas.microsoft.com/office/drawing/2014/main" id="{CD3DF8F2-F759-4324-ADF8-71D4A56B47F2}"/>
              </a:ext>
            </a:extLst>
          </p:cNvPr>
          <p:cNvPicPr>
            <a:picLocks noChangeAspect="1"/>
          </p:cNvPicPr>
          <p:nvPr/>
        </p:nvPicPr>
        <p:blipFill>
          <a:blip r:embed="rId3">
            <a:alphaModFix amt="46000"/>
            <a:extLst>
              <a:ext uri="{96DAC541-7B7A-43D3-8B79-37D633B846F1}">
                <asvg:svgBlip xmlns:asvg="http://schemas.microsoft.com/office/drawing/2016/SVG/main" r:embed="rId4"/>
              </a:ext>
            </a:extLst>
          </a:blip>
          <a:stretch>
            <a:fillRect/>
          </a:stretch>
        </p:blipFill>
        <p:spPr>
          <a:xfrm>
            <a:off x="3934794" y="-397788"/>
            <a:ext cx="4322412" cy="4456440"/>
          </a:xfrm>
          <a:prstGeom prst="rect">
            <a:avLst/>
          </a:prstGeom>
        </p:spPr>
      </p:pic>
    </p:spTree>
    <p:extLst>
      <p:ext uri="{BB962C8B-B14F-4D97-AF65-F5344CB8AC3E}">
        <p14:creationId xmlns:p14="http://schemas.microsoft.com/office/powerpoint/2010/main" val="14587674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8D73AA-5B2F-4C91-8CC5-ECC63BBA6D31}" type="datetime1">
              <a:rPr lang="en-US" smtClean="0"/>
              <a:t>9/13/2021</a:t>
            </a:fld>
            <a:endParaRPr lang="en-US"/>
          </a:p>
        </p:txBody>
      </p:sp>
      <p:sp>
        <p:nvSpPr>
          <p:cNvPr id="4" name="Footer Placeholder 3"/>
          <p:cNvSpPr>
            <a:spLocks noGrp="1"/>
          </p:cNvSpPr>
          <p:nvPr>
            <p:ph type="ftr" sz="quarter" idx="11"/>
          </p:nvPr>
        </p:nvSpPr>
        <p:spPr>
          <a:xfrm>
            <a:off x="4615016" y="6358621"/>
            <a:ext cx="4114800" cy="365125"/>
          </a:xfrm>
        </p:spPr>
        <p:txBody>
          <a:bodyPr/>
          <a:lstStyle/>
          <a:p>
            <a:r>
              <a:rPr lang="en-US" dirty="0"/>
              <a:t>CONFIDENTIAL                                                  Alepo – &lt;Customer Name&gt;  Training </a:t>
            </a:r>
          </a:p>
        </p:txBody>
      </p:sp>
      <p:sp>
        <p:nvSpPr>
          <p:cNvPr id="5" name="Slide Number Placeholder 4"/>
          <p:cNvSpPr>
            <a:spLocks noGrp="1"/>
          </p:cNvSpPr>
          <p:nvPr>
            <p:ph type="sldNum" sz="quarter" idx="12"/>
          </p:nvPr>
        </p:nvSpPr>
        <p:spPr/>
        <p:txBody>
          <a:bodyPr/>
          <a:lstStyle/>
          <a:p>
            <a:fld id="{BF925F72-67FF-4B43-BD08-F0FABA7F0B18}" type="slidenum">
              <a:rPr lang="en-US" smtClean="0"/>
              <a:t>‹#›</a:t>
            </a:fld>
            <a:endParaRPr lang="en-US"/>
          </a:p>
        </p:txBody>
      </p:sp>
      <p:cxnSp>
        <p:nvCxnSpPr>
          <p:cNvPr id="6" name="Straight Connector 5"/>
          <p:cNvCxnSpPr/>
          <p:nvPr/>
        </p:nvCxnSpPr>
        <p:spPr>
          <a:xfrm>
            <a:off x="0" y="1181100"/>
            <a:ext cx="9753600" cy="0"/>
          </a:xfrm>
          <a:prstGeom prst="line">
            <a:avLst/>
          </a:prstGeom>
          <a:ln w="952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0301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F8B3-2A6F-490C-8E8B-C4E7AFFE13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D10BBE-685A-4F76-AD5E-591C87D36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35ABFD-ED69-4138-AC21-2659323C850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3642DF0-F6E2-479D-A91D-82401D046430}"/>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5E8F2B6A-4E4E-48D7-BCE2-926FEF983539}"/>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2165963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FAB3-632E-48C1-BF79-C09FFB1484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9688D3-D738-4001-AE65-5502E3612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142ED5-D2A6-47FF-9DFC-43BEF5EB59A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FC7EF0-0D62-43F9-83D1-96F6A4D33A5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3A5ABD80-172B-4D93-8957-E1BB8CB9079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4182010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B1F1-F1AE-4DE0-970B-3A75CE1414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4DEAF2-278E-4D96-9769-1819A1860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8AE8D0-6744-413E-BA99-3A145EFC13E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A5109B-53A1-4DAF-B8BE-02B2815C69EC}"/>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01AEC202-0B88-4F72-998D-2DF1241AFBA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6917245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6627-0362-4979-85C3-5983E6C84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4A68ED-9D18-406A-8F54-B759B9ED76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E346FA-18CB-482C-9D60-FB0DC2ED81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7B25AB-49B2-4F0F-A864-A26772322DC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68D0FC6-E613-4B27-AA2B-B30E98145A9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A48DE596-DE0F-4692-B7B2-E2394578D3D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698547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88D6-9B64-465B-AE2B-66F5C2E2B0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1CFB6-A7CE-451A-963C-9CA6F8911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DCFA6D-9203-4A35-A36E-DB3C200BF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E25621-C1A3-4146-ADAF-5122A74F9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91DAC0-EC79-493C-B402-7197D6622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ACC00F-DE27-493B-B3CD-7C7A94210DD9}"/>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8AC4AFC-19F9-4AD5-9687-58B3CCB27E3A}"/>
              </a:ext>
            </a:extLst>
          </p:cNvPr>
          <p:cNvSpPr>
            <a:spLocks noGrp="1"/>
          </p:cNvSpPr>
          <p:nvPr>
            <p:ph type="ftr" sz="quarter" idx="11"/>
          </p:nvPr>
        </p:nvSpPr>
        <p:spPr/>
        <p:txBody>
          <a:bodyPr/>
          <a:lstStyle/>
          <a:p>
            <a:r>
              <a:rPr lang="en-IN"/>
              <a:t>COPYRIGHT 2021 ALEPO</a:t>
            </a:r>
          </a:p>
        </p:txBody>
      </p:sp>
      <p:sp>
        <p:nvSpPr>
          <p:cNvPr id="9" name="Slide Number Placeholder 8">
            <a:extLst>
              <a:ext uri="{FF2B5EF4-FFF2-40B4-BE49-F238E27FC236}">
                <a16:creationId xmlns:a16="http://schemas.microsoft.com/office/drawing/2014/main" id="{BB246876-5CBB-4179-80DC-84D2677E0E1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112028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56BE-1746-4825-9332-BC46A73F5C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6EE031-D80A-4F88-B326-7CBE0E29B3A8}"/>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0730C4C-07DA-4BF7-B6FB-768E2A69046D}"/>
              </a:ext>
            </a:extLst>
          </p:cNvPr>
          <p:cNvSpPr>
            <a:spLocks noGrp="1"/>
          </p:cNvSpPr>
          <p:nvPr>
            <p:ph type="ftr" sz="quarter" idx="11"/>
          </p:nvPr>
        </p:nvSpPr>
        <p:spPr/>
        <p:txBody>
          <a:bodyPr/>
          <a:lstStyle/>
          <a:p>
            <a:r>
              <a:rPr lang="en-IN"/>
              <a:t>COPYRIGHT 2021 ALEPO</a:t>
            </a:r>
          </a:p>
        </p:txBody>
      </p:sp>
      <p:sp>
        <p:nvSpPr>
          <p:cNvPr id="5" name="Slide Number Placeholder 4">
            <a:extLst>
              <a:ext uri="{FF2B5EF4-FFF2-40B4-BE49-F238E27FC236}">
                <a16:creationId xmlns:a16="http://schemas.microsoft.com/office/drawing/2014/main" id="{A8BCE241-FE75-4200-8DED-7F25DE01655D}"/>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3097863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02646-CFE0-4C35-B1EB-0B0E1CA52A5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7FABCA4-B534-4185-8DCA-35DF6F85BEB4}"/>
              </a:ext>
            </a:extLst>
          </p:cNvPr>
          <p:cNvSpPr>
            <a:spLocks noGrp="1"/>
          </p:cNvSpPr>
          <p:nvPr>
            <p:ph type="ftr" sz="quarter" idx="11"/>
          </p:nvPr>
        </p:nvSpPr>
        <p:spPr/>
        <p:txBody>
          <a:bodyPr/>
          <a:lstStyle/>
          <a:p>
            <a:r>
              <a:rPr lang="en-IN"/>
              <a:t>COPYRIGHT 2021 ALEPO</a:t>
            </a:r>
          </a:p>
        </p:txBody>
      </p:sp>
      <p:sp>
        <p:nvSpPr>
          <p:cNvPr id="4" name="Slide Number Placeholder 3">
            <a:extLst>
              <a:ext uri="{FF2B5EF4-FFF2-40B4-BE49-F238E27FC236}">
                <a16:creationId xmlns:a16="http://schemas.microsoft.com/office/drawing/2014/main" id="{18E90F93-0E1E-4C5E-8DFF-2156E8D08170}"/>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042649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AAE9-8FFA-49FB-B8CB-D174612EA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BD10CB-6A37-4370-86E8-ADABC3C0B5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630C81-B46A-4173-B0C7-68968948E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DA182-FC75-46C2-AA84-1057EE9E6DB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5B0D139-DBC7-4F78-8C72-C31D581E50F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453D5B7F-6F4C-49AF-8C05-635B7F50ADB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6083430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FCDC-6688-41F2-94B0-86175D4F1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70BA39-BDBC-446C-939F-18E162DB0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C16FA4-4BCB-418B-90BA-271B0CDC7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4FCEF-A131-43A6-8A5A-AEBCBA2BD3A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D4C2EAD-A83A-492C-9874-8F831BBF15BF}"/>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BD662651-B8DB-4BFE-AA6A-9C69044573B7}"/>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501417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9E18-AAA0-48BD-87E4-7A18928BD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B9923F-785C-4945-BF22-E3F70A60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3551F-1A92-4708-A058-22885284B91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AB5077-6AE3-498E-BE01-03655CDA877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6437578D-B853-49A2-9A02-7BEE49CCE828}"/>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5198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2F176-039D-4E7C-991A-4190D8645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C2B4EE-53CE-4539-896D-2853D229C7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C41D0B-66A4-4532-AFB0-AB25824D12D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1E545C8-3767-422F-A988-7E55DC207D1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460063D8-E1C8-489C-A346-7C81A726322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094758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2913" y="449264"/>
            <a:ext cx="11269662" cy="6842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2913" y="1233488"/>
            <a:ext cx="11269662" cy="4824412"/>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CB9728CC-E381-4B4F-9560-44004B9F82AB}"/>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1074401" y="6209432"/>
            <a:ext cx="773384" cy="796356"/>
          </a:xfrm>
          <a:prstGeom prst="rect">
            <a:avLst/>
          </a:prstGeom>
        </p:spPr>
      </p:pic>
      <p:sp>
        <p:nvSpPr>
          <p:cNvPr id="10" name="Slide Number Placeholder 2">
            <a:extLst>
              <a:ext uri="{FF2B5EF4-FFF2-40B4-BE49-F238E27FC236}">
                <a16:creationId xmlns:a16="http://schemas.microsoft.com/office/drawing/2014/main" id="{93E6BF79-D03F-4EC1-99A8-F7AB036C42D1}"/>
              </a:ext>
            </a:extLst>
          </p:cNvPr>
          <p:cNvSpPr>
            <a:spLocks noGrp="1"/>
          </p:cNvSpPr>
          <p:nvPr>
            <p:ph type="sldNum" sz="quarter" idx="4"/>
          </p:nvPr>
        </p:nvSpPr>
        <p:spPr>
          <a:xfrm>
            <a:off x="3598363" y="6424178"/>
            <a:ext cx="1772920" cy="365125"/>
          </a:xfrm>
          <a:prstGeom prst="rect">
            <a:avLst/>
          </a:prstGeom>
        </p:spPr>
        <p:txBody>
          <a:bodyPr anchor="ctr"/>
          <a:lstStyle>
            <a:lvl1pPr>
              <a:defRPr sz="1050">
                <a:solidFill>
                  <a:schemeClr val="bg1"/>
                </a:solidFill>
              </a:defRPr>
            </a:lvl1pPr>
          </a:lstStyle>
          <a:p>
            <a:fld id="{4FAB73BC-B049-4115-A692-8D63A059BFB8}" type="slidenum">
              <a:rPr lang="en-US" smtClean="0"/>
              <a:pPr/>
              <a:t>‹#›</a:t>
            </a:fld>
            <a:endParaRPr lang="en-US" dirty="0"/>
          </a:p>
        </p:txBody>
      </p:sp>
      <p:sp>
        <p:nvSpPr>
          <p:cNvPr id="11" name="Footer Placeholder 3">
            <a:extLst>
              <a:ext uri="{FF2B5EF4-FFF2-40B4-BE49-F238E27FC236}">
                <a16:creationId xmlns:a16="http://schemas.microsoft.com/office/drawing/2014/main" id="{E41563B2-506F-49E4-8762-C6EAB193E7BF}"/>
              </a:ext>
            </a:extLst>
          </p:cNvPr>
          <p:cNvSpPr>
            <a:spLocks noGrp="1"/>
          </p:cNvSpPr>
          <p:nvPr>
            <p:ph type="ftr" sz="quarter" idx="3"/>
          </p:nvPr>
        </p:nvSpPr>
        <p:spPr>
          <a:xfrm>
            <a:off x="442913" y="6424178"/>
            <a:ext cx="3406616" cy="365125"/>
          </a:xfrm>
          <a:prstGeom prst="rect">
            <a:avLst/>
          </a:prstGeom>
        </p:spPr>
        <p:txBody>
          <a:bodyPr anchor="ctr"/>
          <a:lstStyle>
            <a:lvl1pPr>
              <a:defRPr sz="1050">
                <a:solidFill>
                  <a:schemeClr val="bg1"/>
                </a:solidFill>
              </a:defRPr>
            </a:lvl1pPr>
          </a:lstStyle>
          <a:p>
            <a:r>
              <a:rPr lang="en-IN"/>
              <a:t>COPYRIGHT 2021 ALEPO</a:t>
            </a:r>
            <a:endParaRPr lang="en-US" dirty="0"/>
          </a:p>
        </p:txBody>
      </p:sp>
    </p:spTree>
    <p:extLst>
      <p:ext uri="{BB962C8B-B14F-4D97-AF65-F5344CB8AC3E}">
        <p14:creationId xmlns:p14="http://schemas.microsoft.com/office/powerpoint/2010/main" val="10298756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713" r:id="rId9"/>
    <p:sldLayoutId id="2147483687" r:id="rId10"/>
    <p:sldLayoutId id="2147483709" r:id="rId11"/>
    <p:sldLayoutId id="2147483715" r:id="rId12"/>
    <p:sldLayoutId id="2147483688" r:id="rId13"/>
    <p:sldLayoutId id="2147483689" r:id="rId14"/>
    <p:sldLayoutId id="2147483690" r:id="rId15"/>
    <p:sldLayoutId id="2147483691" r:id="rId16"/>
    <p:sldLayoutId id="2147483692" r:id="rId17"/>
    <p:sldLayoutId id="2147483714" r:id="rId18"/>
    <p:sldLayoutId id="2147483693" r:id="rId19"/>
    <p:sldLayoutId id="2147483694" r:id="rId20"/>
    <p:sldLayoutId id="2147483695" r:id="rId21"/>
    <p:sldLayoutId id="2147483696" r:id="rId22"/>
    <p:sldLayoutId id="2147483697" r:id="rId23"/>
    <p:sldLayoutId id="2147483698" r:id="rId24"/>
    <p:sldLayoutId id="2147483710" r:id="rId25"/>
    <p:sldLayoutId id="2147483699" r:id="rId26"/>
    <p:sldLayoutId id="2147483700" r:id="rId27"/>
    <p:sldLayoutId id="2147483701" r:id="rId28"/>
    <p:sldLayoutId id="2147483702" r:id="rId29"/>
    <p:sldLayoutId id="2147483733" r:id="rId30"/>
  </p:sldLayoutIdLst>
  <p:hf hdr="0" dt="0"/>
  <p:txStyles>
    <p:title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p:titleStyle>
    <p:body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279">
          <p15:clr>
            <a:srgbClr val="F26B43"/>
          </p15:clr>
        </p15:guide>
        <p15:guide id="3" orient="horz" pos="278">
          <p15:clr>
            <a:srgbClr val="F26B43"/>
          </p15:clr>
        </p15:guide>
        <p15:guide id="4" orient="horz" pos="731">
          <p15:clr>
            <a:srgbClr val="F26B43"/>
          </p15:clr>
        </p15:guide>
        <p15:guide id="5" orient="horz" pos="777">
          <p15:clr>
            <a:srgbClr val="F26B43"/>
          </p15:clr>
        </p15:guide>
        <p15:guide id="6" pos="7378">
          <p15:clr>
            <a:srgbClr val="F26B43"/>
          </p15:clr>
        </p15:guide>
        <p15:guide id="7"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C66D0-01A0-4404-AB9E-959DF4CFB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D335C-EBC4-43C5-869B-C228B2597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DBDAF-9BA1-4419-8CB4-09F9CD4710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436E3E1-F2FD-4E42-80E6-E46FD1795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COPYRIGHT 2021 ALEPO</a:t>
            </a:r>
          </a:p>
        </p:txBody>
      </p:sp>
      <p:sp>
        <p:nvSpPr>
          <p:cNvPr id="6" name="Slide Number Placeholder 5">
            <a:extLst>
              <a:ext uri="{FF2B5EF4-FFF2-40B4-BE49-F238E27FC236}">
                <a16:creationId xmlns:a16="http://schemas.microsoft.com/office/drawing/2014/main" id="{D567279B-D6A3-4A47-9752-50881E61D4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7EA34-E0F4-461C-A237-A6A0B3237174}" type="slidenum">
              <a:rPr lang="en-IN" smtClean="0"/>
              <a:t>‹#›</a:t>
            </a:fld>
            <a:endParaRPr lang="en-IN"/>
          </a:p>
        </p:txBody>
      </p:sp>
    </p:spTree>
    <p:extLst>
      <p:ext uri="{BB962C8B-B14F-4D97-AF65-F5344CB8AC3E}">
        <p14:creationId xmlns:p14="http://schemas.microsoft.com/office/powerpoint/2010/main" val="24719583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8.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20.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8.xml"/></Relationships>
</file>

<file path=ppt/slides/_rels/slide33.xml.rels><?xml version="1.0" encoding="UTF-8" standalone="yes"?>
<Relationships xmlns="http://schemas.openxmlformats.org/package/2006/relationships"><Relationship Id="rId3" Type="http://schemas.openxmlformats.org/officeDocument/2006/relationships/hyperlink" Target="http://www.alepo.com/" TargetMode="External"/><Relationship Id="rId7" Type="http://schemas.openxmlformats.org/officeDocument/2006/relationships/hyperlink" Target="https://www.linkedin.com/company/alepo/" TargetMode="External"/><Relationship Id="rId2" Type="http://schemas.openxmlformats.org/officeDocument/2006/relationships/hyperlink" Target="mailto:sales@alepo.com" TargetMode="External"/><Relationship Id="rId1" Type="http://schemas.openxmlformats.org/officeDocument/2006/relationships/slideLayout" Target="../slideLayouts/slideLayout29.xml"/><Relationship Id="rId6" Type="http://schemas.openxmlformats.org/officeDocument/2006/relationships/hyperlink" Target="https://www.alepo.com/about-us/" TargetMode="External"/><Relationship Id="rId5" Type="http://schemas.openxmlformats.org/officeDocument/2006/relationships/hyperlink" Target="https://www.facebook.com/AlepoUSA/" TargetMode="External"/><Relationship Id="rId4" Type="http://schemas.openxmlformats.org/officeDocument/2006/relationships/hyperlink" Target="https://www.alep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8FE3195-D3A1-4850-9090-DFEED874F1D9}"/>
              </a:ext>
            </a:extLst>
          </p:cNvPr>
          <p:cNvSpPr>
            <a:spLocks noGrp="1"/>
          </p:cNvSpPr>
          <p:nvPr>
            <p:ph type="body" sz="quarter" idx="12"/>
          </p:nvPr>
        </p:nvSpPr>
        <p:spPr>
          <a:xfrm>
            <a:off x="457200" y="3904095"/>
            <a:ext cx="7276011" cy="393700"/>
          </a:xfrm>
        </p:spPr>
        <p:txBody>
          <a:bodyPr/>
          <a:lstStyle/>
          <a:p>
            <a:pPr marL="0" indent="0">
              <a:buNone/>
            </a:pPr>
            <a:r>
              <a:rPr lang="en-US" dirty="0"/>
              <a:t>Presented to CASA systems | DD - MMM - YYYY</a:t>
            </a:r>
          </a:p>
        </p:txBody>
      </p:sp>
      <p:sp>
        <p:nvSpPr>
          <p:cNvPr id="5" name="Text Placeholder 4">
            <a:extLst>
              <a:ext uri="{FF2B5EF4-FFF2-40B4-BE49-F238E27FC236}">
                <a16:creationId xmlns:a16="http://schemas.microsoft.com/office/drawing/2014/main" id="{6D1A1596-A8D7-4C1A-8956-0FA40A84EFCA}"/>
              </a:ext>
            </a:extLst>
          </p:cNvPr>
          <p:cNvSpPr>
            <a:spLocks noGrp="1"/>
          </p:cNvSpPr>
          <p:nvPr>
            <p:ph type="body" sz="quarter" idx="13"/>
          </p:nvPr>
        </p:nvSpPr>
        <p:spPr>
          <a:xfrm>
            <a:off x="456562" y="2788920"/>
            <a:ext cx="10937477" cy="1312025"/>
          </a:xfrm>
        </p:spPr>
        <p:txBody>
          <a:bodyPr/>
          <a:lstStyle/>
          <a:p>
            <a:r>
              <a:rPr lang="en-US" dirty="0">
                <a:solidFill>
                  <a:srgbClr val="18C0FF"/>
                </a:solidFill>
              </a:rPr>
              <a:t>Couchbase</a:t>
            </a:r>
          </a:p>
        </p:txBody>
      </p:sp>
      <p:pic>
        <p:nvPicPr>
          <p:cNvPr id="7" name="Picture 6" descr="Logo, company name&#10;&#10;Description automatically generated">
            <a:extLst>
              <a:ext uri="{FF2B5EF4-FFF2-40B4-BE49-F238E27FC236}">
                <a16:creationId xmlns:a16="http://schemas.microsoft.com/office/drawing/2014/main" id="{0843FBCA-3323-4C69-AF14-E4E05D94C31B}"/>
              </a:ext>
            </a:extLst>
          </p:cNvPr>
          <p:cNvPicPr>
            <a:picLocks noChangeAspect="1"/>
          </p:cNvPicPr>
          <p:nvPr/>
        </p:nvPicPr>
        <p:blipFill>
          <a:blip r:embed="rId2"/>
          <a:stretch>
            <a:fillRect/>
          </a:stretch>
        </p:blipFill>
        <p:spPr>
          <a:xfrm>
            <a:off x="9822094" y="212430"/>
            <a:ext cx="1905803" cy="992733"/>
          </a:xfrm>
          <a:prstGeom prst="rect">
            <a:avLst/>
          </a:prstGeom>
        </p:spPr>
      </p:pic>
    </p:spTree>
    <p:extLst>
      <p:ext uri="{BB962C8B-B14F-4D97-AF65-F5344CB8AC3E}">
        <p14:creationId xmlns:p14="http://schemas.microsoft.com/office/powerpoint/2010/main" val="258403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dirty="0"/>
              <a:t>AGENDA</a:t>
            </a:r>
          </a:p>
        </p:txBody>
      </p:sp>
    </p:spTree>
    <p:extLst>
      <p:ext uri="{BB962C8B-B14F-4D97-AF65-F5344CB8AC3E}">
        <p14:creationId xmlns:p14="http://schemas.microsoft.com/office/powerpoint/2010/main" val="429457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Agenda</a:t>
            </a:r>
            <a:endParaRPr lang="en-US" dirty="0"/>
          </a:p>
        </p:txBody>
      </p:sp>
      <p:sp>
        <p:nvSpPr>
          <p:cNvPr id="5" name="Content Placeholder 4"/>
          <p:cNvSpPr>
            <a:spLocks noGrp="1"/>
          </p:cNvSpPr>
          <p:nvPr>
            <p:ph idx="1"/>
          </p:nvPr>
        </p:nvSpPr>
        <p:spPr>
          <a:xfrm>
            <a:off x="442913" y="1133476"/>
            <a:ext cx="11269662" cy="4824412"/>
          </a:xfrm>
        </p:spPr>
        <p:txBody>
          <a:bodyPr>
            <a:normAutofit/>
          </a:bodyPr>
          <a:lstStyle/>
          <a:p>
            <a:endParaRPr lang="en-US" sz="1200" dirty="0"/>
          </a:p>
          <a:p>
            <a:endParaRPr lang="en-US" sz="1200" dirty="0"/>
          </a:p>
          <a:p>
            <a:endParaRPr lang="en-US" sz="1200" dirty="0"/>
          </a:p>
          <a:p>
            <a:endParaRPr lang="en-US" sz="1200" dirty="0"/>
          </a:p>
        </p:txBody>
      </p:sp>
      <p:sp>
        <p:nvSpPr>
          <p:cNvPr id="6" name="Footer Placeholder 2"/>
          <p:cNvSpPr>
            <a:spLocks noGrp="1"/>
          </p:cNvSpPr>
          <p:nvPr>
            <p:ph type="ftr" sz="quarter" idx="11"/>
          </p:nvPr>
        </p:nvSpPr>
        <p:spPr>
          <a:xfrm>
            <a:off x="308688" y="6085576"/>
            <a:ext cx="3406616" cy="365125"/>
          </a:xfrm>
        </p:spPr>
        <p:txBody>
          <a:bodyPr/>
          <a:lstStyle/>
          <a:p>
            <a:r>
              <a:rPr lang="en-IN" dirty="0">
                <a:solidFill>
                  <a:schemeClr val="bg1"/>
                </a:solidFill>
              </a:rPr>
              <a:t>COPYRIGHT 2021 ALEPO</a:t>
            </a:r>
            <a:endParaRPr lang="en-US" dirty="0">
              <a:solidFill>
                <a:schemeClr val="bg1"/>
              </a:solidFill>
            </a:endParaRPr>
          </a:p>
        </p:txBody>
      </p:sp>
      <p:sp>
        <p:nvSpPr>
          <p:cNvPr id="4" name="Slide Number Placeholder 3"/>
          <p:cNvSpPr>
            <a:spLocks noGrp="1"/>
          </p:cNvSpPr>
          <p:nvPr>
            <p:ph type="sldNum" sz="quarter" idx="12"/>
          </p:nvPr>
        </p:nvSpPr>
        <p:spPr>
          <a:xfrm>
            <a:off x="3363471" y="6077381"/>
            <a:ext cx="1772920" cy="365125"/>
          </a:xfrm>
        </p:spPr>
        <p:txBody>
          <a:bodyPr/>
          <a:lstStyle/>
          <a:p>
            <a:fld id="{BF925F72-67FF-4B43-BD08-F0FABA7F0B18}" type="slidenum">
              <a:rPr lang="en-US" smtClean="0">
                <a:solidFill>
                  <a:schemeClr val="bg1"/>
                </a:solidFill>
              </a:rPr>
              <a:pPr/>
              <a:t>3</a:t>
            </a:fld>
            <a:endParaRPr lang="en-US" dirty="0">
              <a:solidFill>
                <a:schemeClr val="bg1"/>
              </a:solidFill>
            </a:endParaRPr>
          </a:p>
        </p:txBody>
      </p:sp>
      <p:sp>
        <p:nvSpPr>
          <p:cNvPr id="9" name="Oval 8"/>
          <p:cNvSpPr/>
          <p:nvPr/>
        </p:nvSpPr>
        <p:spPr>
          <a:xfrm>
            <a:off x="8375241" y="1401355"/>
            <a:ext cx="3002508" cy="3002508"/>
          </a:xfrm>
          <a:prstGeom prst="ellipse">
            <a:avLst/>
          </a:prstGeom>
          <a:solidFill>
            <a:srgbClr val="2B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8858512" y="2162785"/>
            <a:ext cx="2035966" cy="1479649"/>
          </a:xfrm>
          <a:prstGeom prst="rect">
            <a:avLst/>
          </a:prstGeom>
        </p:spPr>
      </p:pic>
      <p:sp>
        <p:nvSpPr>
          <p:cNvPr id="11" name="TextBox 10">
            <a:extLst>
              <a:ext uri="{FF2B5EF4-FFF2-40B4-BE49-F238E27FC236}">
                <a16:creationId xmlns:a16="http://schemas.microsoft.com/office/drawing/2014/main" id="{1443376F-8F4D-459F-B9D0-836FA37EF0F9}"/>
              </a:ext>
            </a:extLst>
          </p:cNvPr>
          <p:cNvSpPr txBox="1"/>
          <p:nvPr/>
        </p:nvSpPr>
        <p:spPr>
          <a:xfrm>
            <a:off x="479425" y="1499953"/>
            <a:ext cx="11487786" cy="1957587"/>
          </a:xfrm>
          <a:prstGeom prst="rect">
            <a:avLst/>
          </a:prstGeom>
          <a:noFill/>
        </p:spPr>
        <p:txBody>
          <a:bodyPr wrap="square">
            <a:spAutoFit/>
          </a:bodyPr>
          <a:lstStyle/>
          <a:p>
            <a:pPr>
              <a:lnSpc>
                <a:spcPct val="107000"/>
              </a:lnSpc>
              <a:spcBef>
                <a:spcPts val="600"/>
              </a:spcBef>
              <a:spcAft>
                <a:spcPts val="600"/>
              </a:spcAft>
            </a:pPr>
            <a:r>
              <a:rPr lang="en-IN" sz="1200" dirty="0">
                <a:solidFill>
                  <a:srgbClr val="141414"/>
                </a:solidFill>
                <a:effectLst/>
                <a:ea typeface="Open Sans" panose="020B0606030504020204" pitchFamily="34" charset="0"/>
                <a:cs typeface="Times New Roman" panose="02020603050405020304" pitchFamily="18" charset="0"/>
              </a:rPr>
              <a:t>Overview</a:t>
            </a:r>
          </a:p>
          <a:p>
            <a:pPr>
              <a:lnSpc>
                <a:spcPct val="107000"/>
              </a:lnSpc>
              <a:spcBef>
                <a:spcPts val="600"/>
              </a:spcBef>
              <a:spcAft>
                <a:spcPts val="600"/>
              </a:spcAft>
            </a:pPr>
            <a:r>
              <a:rPr lang="en-IN" sz="1200" dirty="0">
                <a:solidFill>
                  <a:srgbClr val="141414"/>
                </a:solidFill>
                <a:effectLst/>
                <a:ea typeface="Open Sans" panose="020B0606030504020204" pitchFamily="34" charset="0"/>
                <a:cs typeface="Times New Roman" panose="02020603050405020304" pitchFamily="18" charset="0"/>
              </a:rPr>
              <a:t>Deployment</a:t>
            </a:r>
          </a:p>
          <a:p>
            <a:pPr>
              <a:lnSpc>
                <a:spcPct val="107000"/>
              </a:lnSpc>
              <a:spcBef>
                <a:spcPts val="600"/>
              </a:spcBef>
              <a:spcAft>
                <a:spcPts val="600"/>
              </a:spcAft>
            </a:pPr>
            <a:r>
              <a:rPr lang="en-IN" sz="1200" dirty="0">
                <a:solidFill>
                  <a:srgbClr val="141414"/>
                </a:solidFill>
                <a:effectLst/>
                <a:ea typeface="Open Sans" panose="020B0606030504020204" pitchFamily="34" charset="0"/>
                <a:cs typeface="Times New Roman" panose="02020603050405020304" pitchFamily="18" charset="0"/>
              </a:rPr>
              <a:t>Bucket Creation </a:t>
            </a:r>
          </a:p>
          <a:p>
            <a:pPr>
              <a:lnSpc>
                <a:spcPct val="107000"/>
              </a:lnSpc>
              <a:spcBef>
                <a:spcPts val="600"/>
              </a:spcBef>
              <a:spcAft>
                <a:spcPts val="600"/>
              </a:spcAft>
            </a:pPr>
            <a:r>
              <a:rPr lang="en-IN" sz="1200" dirty="0">
                <a:solidFill>
                  <a:srgbClr val="141414"/>
                </a:solidFill>
                <a:effectLst/>
                <a:ea typeface="Open Sans" panose="020B0606030504020204" pitchFamily="34" charset="0"/>
                <a:cs typeface="Times New Roman" panose="02020603050405020304" pitchFamily="18" charset="0"/>
              </a:rPr>
              <a:t>Indices Creation</a:t>
            </a:r>
          </a:p>
          <a:p>
            <a:pPr>
              <a:lnSpc>
                <a:spcPct val="107000"/>
              </a:lnSpc>
              <a:spcBef>
                <a:spcPts val="600"/>
              </a:spcBef>
              <a:spcAft>
                <a:spcPts val="600"/>
              </a:spcAft>
            </a:pPr>
            <a:r>
              <a:rPr lang="en-IN" sz="1200" dirty="0">
                <a:solidFill>
                  <a:srgbClr val="141414"/>
                </a:solidFill>
                <a:effectLst/>
                <a:ea typeface="Open Sans" panose="020B0606030504020204" pitchFamily="34" charset="0"/>
                <a:cs typeface="Times New Roman" panose="02020603050405020304" pitchFamily="18" charset="0"/>
              </a:rPr>
              <a:t>XDCR Replication  </a:t>
            </a:r>
          </a:p>
          <a:p>
            <a:r>
              <a:rPr lang="en-IN" sz="1200" dirty="0">
                <a:solidFill>
                  <a:srgbClr val="141414"/>
                </a:solidFill>
                <a:effectLst/>
                <a:ea typeface="Open Sans" panose="020B0606030504020204" pitchFamily="34" charset="0"/>
                <a:cs typeface="Times New Roman" panose="02020603050405020304" pitchFamily="18" charset="0"/>
              </a:rPr>
              <a:t>Redundancy </a:t>
            </a:r>
            <a:endParaRPr lang="en-IN" sz="1200" dirty="0"/>
          </a:p>
        </p:txBody>
      </p:sp>
    </p:spTree>
    <p:custDataLst>
      <p:tags r:id="rId1"/>
    </p:custDataLst>
    <p:extLst>
      <p:ext uri="{BB962C8B-B14F-4D97-AF65-F5344CB8AC3E}">
        <p14:creationId xmlns:p14="http://schemas.microsoft.com/office/powerpoint/2010/main" val="191246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dirty="0"/>
              <a:t>Overview of Couchbase</a:t>
            </a:r>
          </a:p>
        </p:txBody>
      </p:sp>
    </p:spTree>
    <p:extLst>
      <p:ext uri="{BB962C8B-B14F-4D97-AF65-F5344CB8AC3E}">
        <p14:creationId xmlns:p14="http://schemas.microsoft.com/office/powerpoint/2010/main" val="3845024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IN" dirty="0"/>
              <a:t>Overview of Couchbase</a:t>
            </a:r>
            <a:endParaRPr lang="hi-IN" dirty="0"/>
          </a:p>
        </p:txBody>
      </p:sp>
      <p:sp>
        <p:nvSpPr>
          <p:cNvPr id="5" name="Content Placeholder 4"/>
          <p:cNvSpPr>
            <a:spLocks noGrp="1"/>
          </p:cNvSpPr>
          <p:nvPr>
            <p:ph idx="1"/>
          </p:nvPr>
        </p:nvSpPr>
        <p:spPr>
          <a:xfrm>
            <a:off x="442913" y="1133782"/>
            <a:ext cx="11269662" cy="4824412"/>
          </a:xfrm>
        </p:spPr>
        <p:txBody>
          <a:bodyPr>
            <a:normAutofit/>
          </a:bodyPr>
          <a:lstStyle/>
          <a:p>
            <a:pPr lvl="1"/>
            <a:r>
              <a:rPr lang="en-US" sz="1100" b="0" i="0" dirty="0">
                <a:solidFill>
                  <a:srgbClr val="333333"/>
                </a:solidFill>
                <a:effectLst/>
              </a:rPr>
              <a:t>Couchbase Server is a distributed, open-source NoSQL database engine. </a:t>
            </a:r>
          </a:p>
          <a:p>
            <a:pPr marL="457200" lvl="1" indent="0">
              <a:buNone/>
            </a:pPr>
            <a:endParaRPr lang="en-US" sz="1100" b="0" i="0" dirty="0">
              <a:solidFill>
                <a:srgbClr val="333333"/>
              </a:solidFill>
              <a:effectLst/>
            </a:endParaRPr>
          </a:p>
          <a:p>
            <a:pPr lvl="1"/>
            <a:r>
              <a:rPr lang="en-US" sz="1100" b="0" i="0" dirty="0">
                <a:solidFill>
                  <a:srgbClr val="333333"/>
                </a:solidFill>
                <a:effectLst/>
              </a:rPr>
              <a:t>The core architecture is designed to simplify building modern applications with a flexible data model and simpler high availability, high scalability, high performance, and advanced security.</a:t>
            </a:r>
          </a:p>
          <a:p>
            <a:pPr lvl="1"/>
            <a:endParaRPr lang="en-US" sz="1100" dirty="0">
              <a:solidFill>
                <a:srgbClr val="333333"/>
              </a:solidFill>
            </a:endParaRPr>
          </a:p>
          <a:p>
            <a:pPr lvl="1"/>
            <a:r>
              <a:rPr lang="en-US" sz="1100" b="0" i="0" dirty="0">
                <a:solidFill>
                  <a:srgbClr val="333333"/>
                </a:solidFill>
                <a:effectLst/>
              </a:rPr>
              <a:t>Couchbase Server consists of a single package that is installed on all nodes.</a:t>
            </a:r>
          </a:p>
          <a:p>
            <a:pPr lvl="1"/>
            <a:endParaRPr lang="en-US" sz="1100" dirty="0">
              <a:solidFill>
                <a:srgbClr val="333333"/>
              </a:solidFill>
            </a:endParaRPr>
          </a:p>
          <a:p>
            <a:pPr lvl="1"/>
            <a:r>
              <a:rPr lang="en-US" sz="1100" b="0" i="0" dirty="0">
                <a:solidFill>
                  <a:srgbClr val="333333"/>
                </a:solidFill>
                <a:effectLst/>
              </a:rPr>
              <a:t>Using the SDKs, you can write applications in the language of your choice (Java, node.js, .NET, or others).</a:t>
            </a:r>
          </a:p>
          <a:p>
            <a:pPr lvl="1"/>
            <a:endParaRPr lang="en-US" sz="1100" dirty="0">
              <a:solidFill>
                <a:srgbClr val="333333"/>
              </a:solidFill>
            </a:endParaRPr>
          </a:p>
          <a:p>
            <a:pPr lvl="1"/>
            <a:r>
              <a:rPr lang="en-US" sz="1100" dirty="0"/>
              <a:t>The applications connect to a Couchbase Server cluster to perform read and write operations, and run queries with low latencies (sub millisecond) and high throughput (millions of operations per second).</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5</a:t>
            </a:fld>
            <a:endParaRPr lang="en-US"/>
          </a:p>
        </p:txBody>
      </p:sp>
    </p:spTree>
    <p:custDataLst>
      <p:tags r:id="rId1"/>
    </p:custDataLst>
    <p:extLst>
      <p:ext uri="{BB962C8B-B14F-4D97-AF65-F5344CB8AC3E}">
        <p14:creationId xmlns:p14="http://schemas.microsoft.com/office/powerpoint/2010/main" val="378163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IN" dirty="0"/>
              <a:t>Architecture</a:t>
            </a:r>
            <a:endParaRPr lang="hi-IN"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6</a:t>
            </a:fld>
            <a:endParaRPr lang="en-US"/>
          </a:p>
        </p:txBody>
      </p:sp>
      <p:pic>
        <p:nvPicPr>
          <p:cNvPr id="1026" name="Picture 2" descr="server cluster single node type">
            <a:extLst>
              <a:ext uri="{FF2B5EF4-FFF2-40B4-BE49-F238E27FC236}">
                <a16:creationId xmlns:a16="http://schemas.microsoft.com/office/drawing/2014/main" id="{9CFEFFD6-A74D-4C5C-980C-85B22EE56C89}"/>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465997" y="1481200"/>
            <a:ext cx="8845271" cy="446239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0760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dirty="0"/>
              <a:t>Database Installation</a:t>
            </a:r>
          </a:p>
        </p:txBody>
      </p:sp>
    </p:spTree>
    <p:extLst>
      <p:ext uri="{BB962C8B-B14F-4D97-AF65-F5344CB8AC3E}">
        <p14:creationId xmlns:p14="http://schemas.microsoft.com/office/powerpoint/2010/main" val="3143176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IN" dirty="0"/>
              <a:t>Database Installation</a:t>
            </a:r>
            <a:endParaRPr lang="hi-IN" dirty="0"/>
          </a:p>
        </p:txBody>
      </p:sp>
      <p:sp>
        <p:nvSpPr>
          <p:cNvPr id="5" name="Content Placeholder 4"/>
          <p:cNvSpPr>
            <a:spLocks noGrp="1"/>
          </p:cNvSpPr>
          <p:nvPr>
            <p:ph idx="1"/>
          </p:nvPr>
        </p:nvSpPr>
        <p:spPr>
          <a:xfrm>
            <a:off x="359024" y="1117004"/>
            <a:ext cx="11269662" cy="4824412"/>
          </a:xfrm>
        </p:spPr>
        <p:txBody>
          <a:bodyPr>
            <a:normAutofit/>
          </a:bodyPr>
          <a:lstStyle/>
          <a:p>
            <a:pPr marL="0" indent="0">
              <a:lnSpc>
                <a:spcPct val="107000"/>
              </a:lnSpc>
              <a:spcBef>
                <a:spcPts val="600"/>
              </a:spcBef>
              <a:spcAft>
                <a:spcPts val="600"/>
              </a:spcAft>
              <a:buNone/>
            </a:pPr>
            <a:r>
              <a:rPr lang="en-US" sz="1100" dirty="0">
                <a:solidFill>
                  <a:srgbClr val="141414"/>
                </a:solidFill>
                <a:effectLst/>
                <a:ea typeface="Open Sans" panose="020B0606030504020204" pitchFamily="34" charset="0"/>
                <a:cs typeface="Times New Roman" panose="02020603050405020304" pitchFamily="18" charset="0"/>
              </a:rPr>
              <a:t>This section provides instructions to the following:</a:t>
            </a:r>
            <a:endParaRPr lang="en-IN" sz="1100" dirty="0">
              <a:solidFill>
                <a:srgbClr val="141414"/>
              </a:solidFill>
              <a:effectLst/>
              <a:ea typeface="Open Sans" panose="020B0606030504020204" pitchFamily="34" charset="0"/>
              <a:cs typeface="Times New Roman" panose="02020603050405020304" pitchFamily="18" charset="0"/>
            </a:endParaRPr>
          </a:p>
          <a:p>
            <a:pPr marL="457200" lvl="1" indent="0">
              <a:buNone/>
            </a:pPr>
            <a:r>
              <a:rPr lang="en-US" sz="1100" dirty="0"/>
              <a:t>•	Deploy Couchbase Database</a:t>
            </a:r>
          </a:p>
          <a:p>
            <a:pPr marL="457200" lvl="1" indent="0">
              <a:buNone/>
            </a:pPr>
            <a:r>
              <a:rPr lang="en-US" sz="1100" dirty="0"/>
              <a:t>•	Initialize Couchbase Cluster</a:t>
            </a:r>
          </a:p>
          <a:p>
            <a:pPr marL="457200" lvl="1" indent="0">
              <a:buNone/>
            </a:pPr>
            <a:r>
              <a:rPr lang="en-US" sz="1100" dirty="0"/>
              <a:t>•	Creating Buckets</a:t>
            </a:r>
          </a:p>
          <a:p>
            <a:pPr marL="457200" lvl="1" indent="0">
              <a:buNone/>
            </a:pPr>
            <a:r>
              <a:rPr lang="en-US" sz="1100" dirty="0"/>
              <a:t>•	Creating indexes</a:t>
            </a:r>
          </a:p>
          <a:p>
            <a:pPr lvl="1"/>
            <a:r>
              <a:rPr lang="en-US" sz="1100" dirty="0"/>
              <a:t>      XDCR Replication</a:t>
            </a:r>
          </a:p>
          <a:p>
            <a:pPr lvl="1"/>
            <a:r>
              <a:rPr lang="en-US" sz="1100" dirty="0"/>
              <a:t>      Redundancy</a:t>
            </a:r>
          </a:p>
          <a:p>
            <a:pPr marL="457200" lvl="1" indent="0">
              <a:buNone/>
            </a:pPr>
            <a:endParaRPr lang="en-US" sz="1200" dirty="0"/>
          </a:p>
          <a:p>
            <a:pPr marL="457200" lvl="1" indent="0">
              <a:buNone/>
            </a:pPr>
            <a:endParaRPr lang="en-US" sz="1200"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8</a:t>
            </a:fld>
            <a:endParaRPr lang="en-US"/>
          </a:p>
        </p:txBody>
      </p:sp>
    </p:spTree>
    <p:custDataLst>
      <p:tags r:id="rId1"/>
    </p:custDataLst>
    <p:extLst>
      <p:ext uri="{BB962C8B-B14F-4D97-AF65-F5344CB8AC3E}">
        <p14:creationId xmlns:p14="http://schemas.microsoft.com/office/powerpoint/2010/main" val="1719179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IN" dirty="0"/>
              <a:t>Deploy Couchbase Database </a:t>
            </a:r>
            <a:endParaRPr lang="hi-IN" dirty="0"/>
          </a:p>
        </p:txBody>
      </p:sp>
      <p:sp>
        <p:nvSpPr>
          <p:cNvPr id="5" name="Content Placeholder 4"/>
          <p:cNvSpPr>
            <a:spLocks noGrp="1"/>
          </p:cNvSpPr>
          <p:nvPr>
            <p:ph idx="1"/>
          </p:nvPr>
        </p:nvSpPr>
        <p:spPr>
          <a:xfrm>
            <a:off x="300300" y="1366621"/>
            <a:ext cx="11269662" cy="4824412"/>
          </a:xfrm>
        </p:spPr>
        <p:txBody>
          <a:bodyPr>
            <a:normAutofit/>
          </a:bodyPr>
          <a:lstStyle/>
          <a:p>
            <a:pPr marL="0" indent="0">
              <a:buNone/>
            </a:pPr>
            <a:r>
              <a:rPr lang="en-US" sz="1200" dirty="0"/>
              <a:t>Deploy Couchbase on K8 cluster:</a:t>
            </a:r>
          </a:p>
          <a:p>
            <a:pPr marL="0" indent="0">
              <a:buNone/>
            </a:pPr>
            <a:r>
              <a:rPr lang="en-US" sz="1200" dirty="0"/>
              <a:t>Cluster supports Dynamic PVC provision.  </a:t>
            </a:r>
          </a:p>
          <a:p>
            <a:pPr marL="457200" lvl="1" indent="0">
              <a:buNone/>
            </a:pPr>
            <a:endParaRPr lang="en-US" sz="1200" dirty="0"/>
          </a:p>
          <a:p>
            <a:pPr marL="457200" lvl="1" indent="0">
              <a:buNone/>
            </a:pPr>
            <a:r>
              <a:rPr lang="en-US" sz="1200" dirty="0"/>
              <a:t>Following can/should be updated as needed:</a:t>
            </a:r>
          </a:p>
          <a:p>
            <a:pPr marL="457200" lvl="1" indent="0">
              <a:buNone/>
            </a:pPr>
            <a:r>
              <a:rPr lang="en-US" sz="1200" dirty="0"/>
              <a:t>•	sidecar-image - line#39</a:t>
            </a:r>
          </a:p>
          <a:p>
            <a:pPr marL="457200" lvl="1" indent="0">
              <a:buNone/>
            </a:pPr>
            <a:r>
              <a:rPr lang="en-US" sz="1200" dirty="0"/>
              <a:t>•	</a:t>
            </a:r>
            <a:r>
              <a:rPr lang="en-US" sz="1200" dirty="0" err="1"/>
              <a:t>couchbase</a:t>
            </a:r>
            <a:r>
              <a:rPr lang="en-US" sz="1200" dirty="0"/>
              <a:t>-image - line#80</a:t>
            </a:r>
          </a:p>
          <a:p>
            <a:pPr marL="457200" lvl="1" indent="0">
              <a:buNone/>
            </a:pPr>
            <a:r>
              <a:rPr lang="en-US" sz="1200" dirty="0"/>
              <a:t>•	resources - line#95</a:t>
            </a:r>
          </a:p>
          <a:p>
            <a:pPr marL="457200" lvl="1" indent="0">
              <a:buNone/>
            </a:pPr>
            <a:r>
              <a:rPr lang="en-US" sz="1200" dirty="0"/>
              <a:t>•	storage - line199</a:t>
            </a:r>
          </a:p>
          <a:p>
            <a:pPr lvl="1"/>
            <a:endParaRPr lang="en-US" sz="1200" dirty="0"/>
          </a:p>
          <a:p>
            <a:pPr marL="457200" lvl="1" indent="0">
              <a:buNone/>
            </a:pPr>
            <a:r>
              <a:rPr lang="en-US" sz="1200" dirty="0"/>
              <a:t>Using existing PVC . </a:t>
            </a:r>
          </a:p>
          <a:p>
            <a:pPr marL="457200" lvl="1" indent="0">
              <a:buNone/>
            </a:pPr>
            <a:endParaRPr lang="en-US" sz="1200" dirty="0"/>
          </a:p>
          <a:p>
            <a:pPr marL="457200" lvl="1" indent="0">
              <a:buNone/>
            </a:pPr>
            <a:r>
              <a:rPr lang="en-US" sz="1200" dirty="0"/>
              <a:t>Following can/should be updated as needed:</a:t>
            </a:r>
          </a:p>
          <a:p>
            <a:pPr marL="457200" lvl="1" indent="0">
              <a:buNone/>
            </a:pPr>
            <a:r>
              <a:rPr lang="en-US" sz="1200" dirty="0"/>
              <a:t>•	sidecar-image - line#39</a:t>
            </a:r>
          </a:p>
          <a:p>
            <a:pPr marL="457200" lvl="1" indent="0">
              <a:buNone/>
            </a:pPr>
            <a:r>
              <a:rPr lang="en-US" sz="1200" dirty="0"/>
              <a:t>•	</a:t>
            </a:r>
            <a:r>
              <a:rPr lang="en-US" sz="1200" dirty="0" err="1"/>
              <a:t>couchbase</a:t>
            </a:r>
            <a:r>
              <a:rPr lang="en-US" sz="1200" dirty="0"/>
              <a:t>-image - line#80</a:t>
            </a:r>
          </a:p>
          <a:p>
            <a:pPr marL="457200" lvl="1" indent="0">
              <a:buNone/>
            </a:pPr>
            <a:r>
              <a:rPr lang="en-US" sz="1200" dirty="0"/>
              <a:t>•	resources - line#95</a:t>
            </a:r>
          </a:p>
          <a:p>
            <a:pPr marL="457200" lvl="1" indent="0">
              <a:buNone/>
            </a:pPr>
            <a:r>
              <a:rPr lang="en-US" sz="1200" dirty="0"/>
              <a:t>•	</a:t>
            </a:r>
            <a:r>
              <a:rPr lang="en-US" sz="1200" dirty="0" err="1"/>
              <a:t>claimName</a:t>
            </a:r>
            <a:r>
              <a:rPr lang="en-US" sz="1200" dirty="0"/>
              <a:t> - line#194</a:t>
            </a:r>
          </a:p>
          <a:p>
            <a:pPr marL="457200" lvl="1" indent="0">
              <a:buNone/>
            </a:pPr>
            <a:endParaRPr lang="en-US" sz="1200"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9</a:t>
            </a:fld>
            <a:endParaRPr lang="en-US"/>
          </a:p>
        </p:txBody>
      </p:sp>
    </p:spTree>
    <p:custDataLst>
      <p:tags r:id="rId1"/>
    </p:custDataLst>
    <p:extLst>
      <p:ext uri="{BB962C8B-B14F-4D97-AF65-F5344CB8AC3E}">
        <p14:creationId xmlns:p14="http://schemas.microsoft.com/office/powerpoint/2010/main" val="2744238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Initialize Couchbase Cluster</a:t>
            </a:r>
            <a:endParaRPr lang="en-IN" dirty="0"/>
          </a:p>
        </p:txBody>
      </p:sp>
      <p:sp>
        <p:nvSpPr>
          <p:cNvPr id="5" name="Content Placeholder 4"/>
          <p:cNvSpPr>
            <a:spLocks noGrp="1"/>
          </p:cNvSpPr>
          <p:nvPr>
            <p:ph idx="1"/>
          </p:nvPr>
        </p:nvSpPr>
        <p:spPr/>
        <p:txBody>
          <a:bodyPr>
            <a:normAutofit/>
          </a:bodyPr>
          <a:lstStyle/>
          <a:p>
            <a:pPr marL="457200" lvl="1" indent="0">
              <a:buNone/>
            </a:pPr>
            <a:r>
              <a:rPr lang="en-US" sz="1200" dirty="0">
                <a:solidFill>
                  <a:schemeClr val="bg1"/>
                </a:solidFill>
                <a:effectLst/>
                <a:ea typeface="Open Sans" panose="020B0606030504020204" pitchFamily="34" charset="0"/>
                <a:cs typeface="Times New Roman" panose="02020603050405020304" pitchFamily="18" charset="0"/>
              </a:rPr>
              <a:t>Credentials can be changed and the same will be used to connect to database.</a:t>
            </a:r>
            <a:br>
              <a:rPr lang="en-US" sz="1200" dirty="0">
                <a:solidFill>
                  <a:schemeClr val="bg1"/>
                </a:solidFill>
                <a:effectLst/>
                <a:ea typeface="Open Sans" panose="020B0606030504020204" pitchFamily="34" charset="0"/>
                <a:cs typeface="Times New Roman" panose="02020603050405020304" pitchFamily="18" charset="0"/>
              </a:rPr>
            </a:br>
            <a:endParaRPr lang="en-US" sz="1200" dirty="0">
              <a:solidFill>
                <a:schemeClr val="bg1"/>
              </a:solidFill>
              <a:effectLst/>
              <a:ea typeface="Open Sans" panose="020B0606030504020204" pitchFamily="34" charset="0"/>
              <a:cs typeface="Times New Roman" panose="02020603050405020304" pitchFamily="18" charset="0"/>
            </a:endParaRPr>
          </a:p>
          <a:p>
            <a:pPr marL="457200" lvl="1" indent="0">
              <a:buNone/>
            </a:pPr>
            <a:r>
              <a:rPr lang="en-IN" sz="1200" b="1" dirty="0">
                <a:solidFill>
                  <a:srgbClr val="141414"/>
                </a:solidFill>
                <a:effectLst/>
                <a:ea typeface="Open Sans" panose="020B0606030504020204" pitchFamily="34" charset="0"/>
                <a:cs typeface="Times New Roman" panose="02020603050405020304" pitchFamily="18" charset="0"/>
              </a:rPr>
              <a:t>Using CLI</a:t>
            </a: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10</a:t>
            </a:fld>
            <a:endParaRPr lang="en-US"/>
          </a:p>
        </p:txBody>
      </p:sp>
      <p:graphicFrame>
        <p:nvGraphicFramePr>
          <p:cNvPr id="6" name="Table 5">
            <a:extLst>
              <a:ext uri="{FF2B5EF4-FFF2-40B4-BE49-F238E27FC236}">
                <a16:creationId xmlns:a16="http://schemas.microsoft.com/office/drawing/2014/main" id="{BE39B206-9708-4891-AC24-E52C4A7645DD}"/>
              </a:ext>
            </a:extLst>
          </p:cNvPr>
          <p:cNvGraphicFramePr>
            <a:graphicFrameLocks noGrp="1"/>
          </p:cNvGraphicFramePr>
          <p:nvPr>
            <p:extLst>
              <p:ext uri="{D42A27DB-BD31-4B8C-83A1-F6EECF244321}">
                <p14:modId xmlns:p14="http://schemas.microsoft.com/office/powerpoint/2010/main" val="2135491123"/>
              </p:ext>
            </p:extLst>
          </p:nvPr>
        </p:nvGraphicFramePr>
        <p:xfrm>
          <a:off x="1325460" y="2129966"/>
          <a:ext cx="9110445" cy="914400"/>
        </p:xfrm>
        <a:graphic>
          <a:graphicData uri="http://schemas.openxmlformats.org/drawingml/2006/table">
            <a:tbl>
              <a:tblPr/>
              <a:tblGrid>
                <a:gridCol w="9110445">
                  <a:extLst>
                    <a:ext uri="{9D8B030D-6E8A-4147-A177-3AD203B41FA5}">
                      <a16:colId xmlns:a16="http://schemas.microsoft.com/office/drawing/2014/main" val="1676686230"/>
                    </a:ext>
                  </a:extLst>
                </a:gridCol>
              </a:tblGrid>
              <a:tr h="6207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000000"/>
                          </a:solidFill>
                          <a:effectLst/>
                          <a:latin typeface="+mn-lt"/>
                          <a:ea typeface="Open Sans" panose="020B0606030504020204" pitchFamily="34" charset="0"/>
                          <a:cs typeface="Times New Roman" panose="02020603050405020304" pitchFamily="18" charset="0"/>
                        </a:rPr>
                        <a:t>kubectl -n &lt;namespace&gt; </a:t>
                      </a:r>
                      <a:r>
                        <a:rPr lang="en-IN" sz="1200" dirty="0">
                          <a:solidFill>
                            <a:srgbClr val="FF1493"/>
                          </a:solidFill>
                          <a:effectLst/>
                          <a:latin typeface="+mn-lt"/>
                          <a:ea typeface="Open Sans" panose="020B0606030504020204" pitchFamily="34" charset="0"/>
                          <a:cs typeface="Times New Roman" panose="02020603050405020304" pitchFamily="18" charset="0"/>
                        </a:rPr>
                        <a:t>exec</a:t>
                      </a:r>
                      <a:r>
                        <a:rPr lang="en-IN" sz="1200" dirty="0">
                          <a:solidFill>
                            <a:srgbClr val="000000"/>
                          </a:solidFill>
                          <a:effectLst/>
                          <a:latin typeface="+mn-lt"/>
                          <a:ea typeface="Open Sans" panose="020B0606030504020204" pitchFamily="34" charset="0"/>
                          <a:cs typeface="Times New Roman" panose="02020603050405020304" pitchFamily="18" charset="0"/>
                        </a:rPr>
                        <a:t> -it couchbase-0 -c </a:t>
                      </a:r>
                      <a:r>
                        <a:rPr lang="en-IN" sz="1200" dirty="0" err="1">
                          <a:solidFill>
                            <a:srgbClr val="000000"/>
                          </a:solidFill>
                          <a:effectLst/>
                          <a:latin typeface="+mn-lt"/>
                          <a:ea typeface="Open Sans" panose="020B0606030504020204" pitchFamily="34" charset="0"/>
                          <a:cs typeface="Times New Roman" panose="02020603050405020304" pitchFamily="18" charset="0"/>
                        </a:rPr>
                        <a:t>couchbase</a:t>
                      </a:r>
                      <a:r>
                        <a:rPr lang="en-IN" sz="1200" dirty="0">
                          <a:solidFill>
                            <a:srgbClr val="000000"/>
                          </a:solidFill>
                          <a:effectLst/>
                          <a:latin typeface="+mn-lt"/>
                          <a:ea typeface="Open Sans" panose="020B0606030504020204" pitchFamily="34" charset="0"/>
                          <a:cs typeface="Times New Roman" panose="02020603050405020304" pitchFamily="18" charset="0"/>
                        </a:rPr>
                        <a:t> -- </a:t>
                      </a:r>
                      <a:r>
                        <a:rPr lang="en-IN" sz="1200" dirty="0" err="1">
                          <a:solidFill>
                            <a:srgbClr val="000000"/>
                          </a:solidFill>
                          <a:effectLst/>
                          <a:latin typeface="+mn-lt"/>
                          <a:ea typeface="Open Sans" panose="020B0606030504020204" pitchFamily="34" charset="0"/>
                          <a:cs typeface="Times New Roman" panose="02020603050405020304" pitchFamily="18" charset="0"/>
                        </a:rPr>
                        <a:t>couchbase</a:t>
                      </a:r>
                      <a:r>
                        <a:rPr lang="en-IN" sz="1200" dirty="0">
                          <a:solidFill>
                            <a:srgbClr val="000000"/>
                          </a:solidFill>
                          <a:effectLst/>
                          <a:latin typeface="+mn-lt"/>
                          <a:ea typeface="Open Sans" panose="020B0606030504020204" pitchFamily="34" charset="0"/>
                          <a:cs typeface="Times New Roman" panose="02020603050405020304" pitchFamily="18" charset="0"/>
                        </a:rPr>
                        <a:t>-cli cluster-</a:t>
                      </a:r>
                      <a:r>
                        <a:rPr lang="en-IN" sz="1200" dirty="0" err="1">
                          <a:solidFill>
                            <a:srgbClr val="000000"/>
                          </a:solidFill>
                          <a:effectLst/>
                          <a:latin typeface="+mn-lt"/>
                          <a:ea typeface="Open Sans" panose="020B0606030504020204" pitchFamily="34" charset="0"/>
                          <a:cs typeface="Times New Roman" panose="02020603050405020304" pitchFamily="18" charset="0"/>
                        </a:rPr>
                        <a:t>init</a:t>
                      </a:r>
                      <a:r>
                        <a:rPr lang="en-IN" sz="1200" dirty="0">
                          <a:solidFill>
                            <a:srgbClr val="000000"/>
                          </a:solidFill>
                          <a:effectLst/>
                          <a:latin typeface="+mn-lt"/>
                          <a:ea typeface="Open Sans" panose="020B0606030504020204" pitchFamily="34" charset="0"/>
                          <a:cs typeface="Times New Roman" panose="02020603050405020304" pitchFamily="18" charset="0"/>
                        </a:rPr>
                        <a:t> --cluster-username=Administrator --cluster-password=password --cluster-</a:t>
                      </a:r>
                      <a:r>
                        <a:rPr lang="en-IN" sz="1200" dirty="0" err="1">
                          <a:solidFill>
                            <a:srgbClr val="000000"/>
                          </a:solidFill>
                          <a:effectLst/>
                          <a:latin typeface="+mn-lt"/>
                          <a:ea typeface="Open Sans" panose="020B0606030504020204" pitchFamily="34" charset="0"/>
                          <a:cs typeface="Times New Roman" panose="02020603050405020304" pitchFamily="18" charset="0"/>
                        </a:rPr>
                        <a:t>ramsize</a:t>
                      </a:r>
                      <a:r>
                        <a:rPr lang="en-IN" sz="1200" dirty="0">
                          <a:solidFill>
                            <a:srgbClr val="000000"/>
                          </a:solidFill>
                          <a:effectLst/>
                          <a:latin typeface="+mn-lt"/>
                          <a:ea typeface="Open Sans" panose="020B0606030504020204" pitchFamily="34" charset="0"/>
                          <a:cs typeface="Times New Roman" panose="02020603050405020304" pitchFamily="18" charset="0"/>
                        </a:rPr>
                        <a:t>=4000 --cluster-index-</a:t>
                      </a:r>
                      <a:r>
                        <a:rPr lang="en-IN" sz="1200" dirty="0" err="1">
                          <a:solidFill>
                            <a:srgbClr val="000000"/>
                          </a:solidFill>
                          <a:effectLst/>
                          <a:latin typeface="+mn-lt"/>
                          <a:ea typeface="Open Sans" panose="020B0606030504020204" pitchFamily="34" charset="0"/>
                          <a:cs typeface="Times New Roman" panose="02020603050405020304" pitchFamily="18" charset="0"/>
                        </a:rPr>
                        <a:t>ramsize</a:t>
                      </a:r>
                      <a:r>
                        <a:rPr lang="en-IN" sz="1200" dirty="0">
                          <a:solidFill>
                            <a:srgbClr val="000000"/>
                          </a:solidFill>
                          <a:effectLst/>
                          <a:latin typeface="+mn-lt"/>
                          <a:ea typeface="Open Sans" panose="020B0606030504020204" pitchFamily="34" charset="0"/>
                          <a:cs typeface="Times New Roman" panose="02020603050405020304" pitchFamily="18" charset="0"/>
                        </a:rPr>
                        <a:t>=1024 --cluster-fts-</a:t>
                      </a:r>
                      <a:r>
                        <a:rPr lang="en-IN" sz="1200" dirty="0" err="1">
                          <a:solidFill>
                            <a:srgbClr val="000000"/>
                          </a:solidFill>
                          <a:effectLst/>
                          <a:latin typeface="+mn-lt"/>
                          <a:ea typeface="Open Sans" panose="020B0606030504020204" pitchFamily="34" charset="0"/>
                          <a:cs typeface="Times New Roman" panose="02020603050405020304" pitchFamily="18" charset="0"/>
                        </a:rPr>
                        <a:t>ramsize</a:t>
                      </a:r>
                      <a:r>
                        <a:rPr lang="en-IN" sz="1200" dirty="0">
                          <a:solidFill>
                            <a:srgbClr val="000000"/>
                          </a:solidFill>
                          <a:effectLst/>
                          <a:latin typeface="+mn-lt"/>
                          <a:ea typeface="Open Sans" panose="020B0606030504020204" pitchFamily="34" charset="0"/>
                          <a:cs typeface="Times New Roman" panose="02020603050405020304" pitchFamily="18" charset="0"/>
                        </a:rPr>
                        <a:t>=1024 --cluster-name=</a:t>
                      </a:r>
                      <a:r>
                        <a:rPr lang="en-IN" sz="1200" dirty="0" err="1">
                          <a:solidFill>
                            <a:srgbClr val="000000"/>
                          </a:solidFill>
                          <a:effectLst/>
                          <a:latin typeface="+mn-lt"/>
                          <a:ea typeface="Open Sans" panose="020B0606030504020204" pitchFamily="34" charset="0"/>
                          <a:cs typeface="Times New Roman" panose="02020603050405020304" pitchFamily="18" charset="0"/>
                        </a:rPr>
                        <a:t>cb</a:t>
                      </a:r>
                      <a:r>
                        <a:rPr lang="en-IN" sz="1200" dirty="0">
                          <a:solidFill>
                            <a:srgbClr val="000000"/>
                          </a:solidFill>
                          <a:effectLst/>
                          <a:latin typeface="+mn-lt"/>
                          <a:ea typeface="Open Sans" panose="020B0606030504020204" pitchFamily="34" charset="0"/>
                          <a:cs typeface="Times New Roman" panose="02020603050405020304" pitchFamily="18" charset="0"/>
                        </a:rPr>
                        <a:t>-primary --services=</a:t>
                      </a:r>
                      <a:r>
                        <a:rPr lang="en-IN" sz="1200" dirty="0">
                          <a:solidFill>
                            <a:srgbClr val="003366"/>
                          </a:solidFill>
                          <a:effectLst/>
                          <a:latin typeface="+mn-lt"/>
                          <a:ea typeface="Open Sans" panose="020B0606030504020204" pitchFamily="34" charset="0"/>
                          <a:cs typeface="Times New Roman" panose="02020603050405020304" pitchFamily="18" charset="0"/>
                        </a:rPr>
                        <a:t>"</a:t>
                      </a:r>
                      <a:r>
                        <a:rPr lang="en-IN" sz="1200" dirty="0" err="1">
                          <a:solidFill>
                            <a:srgbClr val="003366"/>
                          </a:solidFill>
                          <a:effectLst/>
                          <a:latin typeface="+mn-lt"/>
                          <a:ea typeface="Open Sans" panose="020B0606030504020204" pitchFamily="34" charset="0"/>
                          <a:cs typeface="Times New Roman" panose="02020603050405020304" pitchFamily="18" charset="0"/>
                        </a:rPr>
                        <a:t>data,index,query,fts</a:t>
                      </a:r>
                      <a:r>
                        <a:rPr lang="en-IN" sz="1200" dirty="0">
                          <a:solidFill>
                            <a:srgbClr val="003366"/>
                          </a:solidFill>
                          <a:effectLst/>
                          <a:latin typeface="+mn-lt"/>
                          <a:ea typeface="Open Sans" panose="020B0606030504020204" pitchFamily="34" charset="0"/>
                          <a:cs typeface="Times New Roman" panose="02020603050405020304" pitchFamily="18" charset="0"/>
                        </a:rPr>
                        <a:t>"</a:t>
                      </a:r>
                      <a:r>
                        <a:rPr lang="en-IN" sz="1200" dirty="0">
                          <a:solidFill>
                            <a:srgbClr val="000000"/>
                          </a:solidFill>
                          <a:effectLst/>
                          <a:latin typeface="+mn-lt"/>
                          <a:ea typeface="Open Sans" panose="020B0606030504020204" pitchFamily="34" charset="0"/>
                          <a:cs typeface="Times New Roman" panose="02020603050405020304" pitchFamily="18" charset="0"/>
                        </a:rPr>
                        <a:t> --cluster=localhost:8091</a:t>
                      </a:r>
                      <a:endParaRPr lang="en-US" sz="1200" dirty="0">
                        <a:latin typeface="+mn-lt"/>
                      </a:endParaRP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811009798"/>
                  </a:ext>
                </a:extLst>
              </a:tr>
            </a:tbl>
          </a:graphicData>
        </a:graphic>
      </p:graphicFrame>
    </p:spTree>
    <p:custDataLst>
      <p:tags r:id="rId1"/>
    </p:custDataLst>
    <p:extLst>
      <p:ext uri="{BB962C8B-B14F-4D97-AF65-F5344CB8AC3E}">
        <p14:creationId xmlns:p14="http://schemas.microsoft.com/office/powerpoint/2010/main" val="2158128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Initialize Couchbase Cluster</a:t>
            </a:r>
            <a:endParaRPr lang="en-IN" dirty="0"/>
          </a:p>
        </p:txBody>
      </p:sp>
      <p:sp>
        <p:nvSpPr>
          <p:cNvPr id="5" name="Content Placeholder 4"/>
          <p:cNvSpPr>
            <a:spLocks noGrp="1"/>
          </p:cNvSpPr>
          <p:nvPr>
            <p:ph idx="1"/>
          </p:nvPr>
        </p:nvSpPr>
        <p:spPr>
          <a:xfrm>
            <a:off x="442913" y="1233488"/>
            <a:ext cx="11269662" cy="5190690"/>
          </a:xfrm>
        </p:spPr>
        <p:txBody>
          <a:bodyPr>
            <a:normAutofit/>
          </a:bodyPr>
          <a:lstStyle/>
          <a:p>
            <a:pPr marL="457200" lvl="1" indent="0">
              <a:buNone/>
            </a:pPr>
            <a:r>
              <a:rPr lang="en-US" sz="1200" b="1" dirty="0">
                <a:solidFill>
                  <a:srgbClr val="141414"/>
                </a:solidFill>
                <a:ea typeface="Open Sans" panose="020B0606030504020204" pitchFamily="34" charset="0"/>
                <a:cs typeface="Times New Roman" panose="02020603050405020304" pitchFamily="18" charset="0"/>
              </a:rPr>
              <a:t>Using Web-UI</a:t>
            </a:r>
          </a:p>
          <a:p>
            <a:pPr marL="457200" lvl="1" indent="0">
              <a:buNone/>
            </a:pPr>
            <a:endParaRPr lang="en-IN" sz="1200" dirty="0">
              <a:solidFill>
                <a:srgbClr val="141414"/>
              </a:solidFill>
              <a:effectLst/>
              <a:ea typeface="Open Sans" panose="020B0606030504020204" pitchFamily="34" charset="0"/>
              <a:cs typeface="Times New Roman" panose="02020603050405020304" pitchFamily="18" charset="0"/>
            </a:endParaRPr>
          </a:p>
          <a:p>
            <a:pPr marL="457200" lvl="1" indent="0">
              <a:buNone/>
            </a:pPr>
            <a:r>
              <a:rPr lang="en-IN" sz="1200" dirty="0">
                <a:solidFill>
                  <a:srgbClr val="141414"/>
                </a:solidFill>
                <a:effectLst/>
                <a:ea typeface="Open Sans" panose="020B0606030504020204" pitchFamily="34" charset="0"/>
                <a:cs typeface="Times New Roman" panose="02020603050405020304" pitchFamily="18" charset="0"/>
              </a:rPr>
              <a:t>Open the Couchbase UI URL ( http://&lt;NodeIP&gt;:32601 ) on your browser.</a:t>
            </a:r>
            <a:br>
              <a:rPr lang="en-IN" sz="1200" dirty="0">
                <a:solidFill>
                  <a:srgbClr val="141414"/>
                </a:solidFill>
                <a:effectLst/>
                <a:ea typeface="Open Sans" panose="020B0606030504020204" pitchFamily="34" charset="0"/>
                <a:cs typeface="Times New Roman" panose="02020603050405020304" pitchFamily="18" charset="0"/>
              </a:rPr>
            </a:br>
            <a:br>
              <a:rPr lang="en-IN" sz="12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endParaRPr lang="en-IN" sz="12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11</a:t>
            </a:fld>
            <a:endParaRPr lang="en-US"/>
          </a:p>
        </p:txBody>
      </p:sp>
      <p:pic>
        <p:nvPicPr>
          <p:cNvPr id="7" name="Picture 6">
            <a:extLst>
              <a:ext uri="{FF2B5EF4-FFF2-40B4-BE49-F238E27FC236}">
                <a16:creationId xmlns:a16="http://schemas.microsoft.com/office/drawing/2014/main" id="{F2820031-22C5-47B7-8B9A-9F69B296778A}"/>
              </a:ext>
            </a:extLst>
          </p:cNvPr>
          <p:cNvPicPr/>
          <p:nvPr/>
        </p:nvPicPr>
        <p:blipFill>
          <a:blip r:embed="rId3"/>
          <a:stretch>
            <a:fillRect/>
          </a:stretch>
        </p:blipFill>
        <p:spPr>
          <a:xfrm>
            <a:off x="3312319" y="2293209"/>
            <a:ext cx="5071447" cy="3562699"/>
          </a:xfrm>
          <a:prstGeom prst="rect">
            <a:avLst/>
          </a:prstGeom>
          <a:ln>
            <a:solidFill>
              <a:schemeClr val="accent1"/>
            </a:solidFill>
          </a:ln>
        </p:spPr>
      </p:pic>
    </p:spTree>
    <p:custDataLst>
      <p:tags r:id="rId1"/>
    </p:custDataLst>
    <p:extLst>
      <p:ext uri="{BB962C8B-B14F-4D97-AF65-F5344CB8AC3E}">
        <p14:creationId xmlns:p14="http://schemas.microsoft.com/office/powerpoint/2010/main" val="1011219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Initialize Couchbase Cluster</a:t>
            </a:r>
            <a:endParaRPr lang="en-IN" dirty="0"/>
          </a:p>
        </p:txBody>
      </p:sp>
      <p:sp>
        <p:nvSpPr>
          <p:cNvPr id="5" name="Content Placeholder 4"/>
          <p:cNvSpPr>
            <a:spLocks noGrp="1"/>
          </p:cNvSpPr>
          <p:nvPr>
            <p:ph idx="1"/>
          </p:nvPr>
        </p:nvSpPr>
        <p:spPr/>
        <p:txBody>
          <a:bodyPr>
            <a:normAutofit/>
          </a:bodyPr>
          <a:lstStyle/>
          <a:p>
            <a:pPr marL="457200" lvl="1" indent="0">
              <a:buNone/>
            </a:pPr>
            <a: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t>.</a:t>
            </a:r>
            <a:b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b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endParaRPr lang="en-IN" sz="18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12</a:t>
            </a:fld>
            <a:endParaRPr lang="en-US"/>
          </a:p>
        </p:txBody>
      </p:sp>
      <p:pic>
        <p:nvPicPr>
          <p:cNvPr id="8" name="Picture 7">
            <a:extLst>
              <a:ext uri="{FF2B5EF4-FFF2-40B4-BE49-F238E27FC236}">
                <a16:creationId xmlns:a16="http://schemas.microsoft.com/office/drawing/2014/main" id="{E28DF5B3-B1D2-4FF4-8EB7-F7E5ADF5EEAC}"/>
              </a:ext>
            </a:extLst>
          </p:cNvPr>
          <p:cNvPicPr/>
          <p:nvPr/>
        </p:nvPicPr>
        <p:blipFill>
          <a:blip r:embed="rId3"/>
          <a:stretch>
            <a:fillRect/>
          </a:stretch>
        </p:blipFill>
        <p:spPr>
          <a:xfrm>
            <a:off x="1219203" y="1499753"/>
            <a:ext cx="4713246" cy="4254275"/>
          </a:xfrm>
          <a:prstGeom prst="rect">
            <a:avLst/>
          </a:prstGeom>
          <a:ln>
            <a:solidFill>
              <a:schemeClr val="accent1"/>
            </a:solidFill>
          </a:ln>
        </p:spPr>
      </p:pic>
      <p:pic>
        <p:nvPicPr>
          <p:cNvPr id="9" name="Picture 8">
            <a:extLst>
              <a:ext uri="{FF2B5EF4-FFF2-40B4-BE49-F238E27FC236}">
                <a16:creationId xmlns:a16="http://schemas.microsoft.com/office/drawing/2014/main" id="{1EABF7F8-A1B2-4DFE-AEE1-1D7F4AC9E911}"/>
              </a:ext>
            </a:extLst>
          </p:cNvPr>
          <p:cNvPicPr/>
          <p:nvPr/>
        </p:nvPicPr>
        <p:blipFill>
          <a:blip r:embed="rId4"/>
          <a:stretch>
            <a:fillRect/>
          </a:stretch>
        </p:blipFill>
        <p:spPr>
          <a:xfrm>
            <a:off x="6791093" y="1390881"/>
            <a:ext cx="5400907" cy="4496959"/>
          </a:xfrm>
          <a:prstGeom prst="rect">
            <a:avLst/>
          </a:prstGeom>
        </p:spPr>
      </p:pic>
      <p:cxnSp>
        <p:nvCxnSpPr>
          <p:cNvPr id="6" name="Straight Arrow Connector 5">
            <a:extLst>
              <a:ext uri="{FF2B5EF4-FFF2-40B4-BE49-F238E27FC236}">
                <a16:creationId xmlns:a16="http://schemas.microsoft.com/office/drawing/2014/main" id="{97796009-65BF-48C1-91C7-6C5273A7655A}"/>
              </a:ext>
            </a:extLst>
          </p:cNvPr>
          <p:cNvCxnSpPr>
            <a:cxnSpLocks/>
          </p:cNvCxnSpPr>
          <p:nvPr/>
        </p:nvCxnSpPr>
        <p:spPr>
          <a:xfrm>
            <a:off x="6211230" y="3679902"/>
            <a:ext cx="45719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62137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Initialize Couchbase Cluster</a:t>
            </a:r>
            <a:endParaRPr lang="en-IN" dirty="0"/>
          </a:p>
        </p:txBody>
      </p:sp>
      <p:sp>
        <p:nvSpPr>
          <p:cNvPr id="5" name="Content Placeholder 4"/>
          <p:cNvSpPr>
            <a:spLocks noGrp="1"/>
          </p:cNvSpPr>
          <p:nvPr>
            <p:ph idx="1"/>
          </p:nvPr>
        </p:nvSpPr>
        <p:spPr/>
        <p:txBody>
          <a:bodyPr>
            <a:normAutofit/>
          </a:bodyPr>
          <a:lstStyle/>
          <a:p>
            <a:pPr marL="457200" lvl="1" indent="0">
              <a:buNone/>
            </a:pPr>
            <a:b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endParaRPr lang="en-IN" sz="1800" b="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800" b="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13</a:t>
            </a:fld>
            <a:endParaRPr lang="en-US"/>
          </a:p>
        </p:txBody>
      </p:sp>
      <p:pic>
        <p:nvPicPr>
          <p:cNvPr id="8" name="Picture 7">
            <a:extLst>
              <a:ext uri="{FF2B5EF4-FFF2-40B4-BE49-F238E27FC236}">
                <a16:creationId xmlns:a16="http://schemas.microsoft.com/office/drawing/2014/main" id="{E5FBA719-0E2E-44B8-B978-62AD389B2EA2}"/>
              </a:ext>
            </a:extLst>
          </p:cNvPr>
          <p:cNvPicPr/>
          <p:nvPr/>
        </p:nvPicPr>
        <p:blipFill>
          <a:blip r:embed="rId3"/>
          <a:stretch>
            <a:fillRect/>
          </a:stretch>
        </p:blipFill>
        <p:spPr>
          <a:xfrm>
            <a:off x="2332139" y="1233488"/>
            <a:ext cx="7408062" cy="4538138"/>
          </a:xfrm>
          <a:prstGeom prst="rect">
            <a:avLst/>
          </a:prstGeom>
          <a:ln>
            <a:solidFill>
              <a:schemeClr val="accent1"/>
            </a:solidFill>
          </a:ln>
        </p:spPr>
      </p:pic>
    </p:spTree>
    <p:custDataLst>
      <p:tags r:id="rId1"/>
    </p:custDataLst>
    <p:extLst>
      <p:ext uri="{BB962C8B-B14F-4D97-AF65-F5344CB8AC3E}">
        <p14:creationId xmlns:p14="http://schemas.microsoft.com/office/powerpoint/2010/main" val="843545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Buckets</a:t>
            </a:r>
            <a:endParaRPr lang="en-IN" dirty="0"/>
          </a:p>
        </p:txBody>
      </p:sp>
      <p:sp>
        <p:nvSpPr>
          <p:cNvPr id="5" name="Content Placeholder 4"/>
          <p:cNvSpPr>
            <a:spLocks noGrp="1"/>
          </p:cNvSpPr>
          <p:nvPr>
            <p:ph idx="1"/>
          </p:nvPr>
        </p:nvSpPr>
        <p:spPr>
          <a:xfrm>
            <a:off x="253342" y="1366621"/>
            <a:ext cx="11269662" cy="4824412"/>
          </a:xfrm>
        </p:spPr>
        <p:txBody>
          <a:bodyPr>
            <a:normAutofit lnSpcReduction="10000"/>
          </a:bodyPr>
          <a:lstStyle/>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IN" sz="1200" i="1"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r>
              <a:rPr lang="en-IN" sz="1200" i="1" dirty="0">
                <a:solidFill>
                  <a:srgbClr val="141414"/>
                </a:solidFill>
                <a:effectLst/>
                <a:ea typeface="Open Sans" panose="020B0606030504020204" pitchFamily="34" charset="0"/>
                <a:cs typeface="Times New Roman" panose="02020603050405020304" pitchFamily="18" charset="0"/>
              </a:rPr>
              <a:t>--bucket-</a:t>
            </a:r>
            <a:r>
              <a:rPr lang="en-IN" sz="1200" i="1" dirty="0" err="1">
                <a:solidFill>
                  <a:srgbClr val="141414"/>
                </a:solidFill>
                <a:effectLst/>
                <a:ea typeface="Open Sans" panose="020B0606030504020204" pitchFamily="34" charset="0"/>
                <a:cs typeface="Times New Roman" panose="02020603050405020304" pitchFamily="18" charset="0"/>
              </a:rPr>
              <a:t>ramsize</a:t>
            </a:r>
            <a:r>
              <a:rPr lang="en-IN" sz="1200" i="1" dirty="0">
                <a:solidFill>
                  <a:srgbClr val="141414"/>
                </a:solidFill>
                <a:effectLst/>
                <a:ea typeface="Open Sans" panose="020B0606030504020204" pitchFamily="34" charset="0"/>
                <a:cs typeface="Times New Roman" panose="02020603050405020304" pitchFamily="18" charset="0"/>
              </a:rPr>
              <a:t> </a:t>
            </a:r>
            <a:r>
              <a:rPr lang="en-IN" sz="1200" dirty="0">
                <a:solidFill>
                  <a:srgbClr val="141414"/>
                </a:solidFill>
                <a:effectLst/>
                <a:ea typeface="Open Sans" panose="020B0606030504020204" pitchFamily="34" charset="0"/>
                <a:cs typeface="Times New Roman" panose="02020603050405020304" pitchFamily="18" charset="0"/>
              </a:rPr>
              <a:t>value can be changed as required. </a:t>
            </a:r>
            <a:endParaRPr lang="en-US" sz="1200" b="1" dirty="0"/>
          </a:p>
          <a:p>
            <a:pPr marL="457200" lvl="1" indent="0">
              <a:buNone/>
            </a:pPr>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14</a:t>
            </a:fld>
            <a:endParaRPr lang="en-US"/>
          </a:p>
        </p:txBody>
      </p:sp>
      <p:graphicFrame>
        <p:nvGraphicFramePr>
          <p:cNvPr id="2" name="Table 1">
            <a:extLst>
              <a:ext uri="{FF2B5EF4-FFF2-40B4-BE49-F238E27FC236}">
                <a16:creationId xmlns:a16="http://schemas.microsoft.com/office/drawing/2014/main" id="{68540A1D-FDDF-4D0F-B5F3-C48B28C2514A}"/>
              </a:ext>
            </a:extLst>
          </p:cNvPr>
          <p:cNvGraphicFramePr>
            <a:graphicFrameLocks noGrp="1"/>
          </p:cNvGraphicFramePr>
          <p:nvPr>
            <p:extLst>
              <p:ext uri="{D42A27DB-BD31-4B8C-83A1-F6EECF244321}">
                <p14:modId xmlns:p14="http://schemas.microsoft.com/office/powerpoint/2010/main" val="1320067873"/>
              </p:ext>
            </p:extLst>
          </p:nvPr>
        </p:nvGraphicFramePr>
        <p:xfrm>
          <a:off x="442913" y="16891764"/>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658447307"/>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277092529"/>
                  </a:ext>
                </a:extLst>
              </a:tr>
            </a:tbl>
          </a:graphicData>
        </a:graphic>
      </p:graphicFrame>
      <p:graphicFrame>
        <p:nvGraphicFramePr>
          <p:cNvPr id="6" name="Table 5">
            <a:extLst>
              <a:ext uri="{FF2B5EF4-FFF2-40B4-BE49-F238E27FC236}">
                <a16:creationId xmlns:a16="http://schemas.microsoft.com/office/drawing/2014/main" id="{5ABCC46E-A4A1-4417-9386-D0E7726630AB}"/>
              </a:ext>
            </a:extLst>
          </p:cNvPr>
          <p:cNvGraphicFramePr>
            <a:graphicFrameLocks noGrp="1"/>
          </p:cNvGraphicFramePr>
          <p:nvPr>
            <p:extLst>
              <p:ext uri="{D42A27DB-BD31-4B8C-83A1-F6EECF244321}">
                <p14:modId xmlns:p14="http://schemas.microsoft.com/office/powerpoint/2010/main" val="3896594751"/>
              </p:ext>
            </p:extLst>
          </p:nvPr>
        </p:nvGraphicFramePr>
        <p:xfrm>
          <a:off x="668996" y="1350543"/>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523257543"/>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955446994"/>
                  </a:ext>
                </a:extLst>
              </a:tr>
            </a:tbl>
          </a:graphicData>
        </a:graphic>
      </p:graphicFrame>
    </p:spTree>
    <p:custDataLst>
      <p:tags r:id="rId1"/>
    </p:custDataLst>
    <p:extLst>
      <p:ext uri="{BB962C8B-B14F-4D97-AF65-F5344CB8AC3E}">
        <p14:creationId xmlns:p14="http://schemas.microsoft.com/office/powerpoint/2010/main" val="4208980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Buckets</a:t>
            </a:r>
            <a:endParaRPr lang="en-IN" dirty="0"/>
          </a:p>
        </p:txBody>
      </p:sp>
      <p:sp>
        <p:nvSpPr>
          <p:cNvPr id="5" name="Content Placeholder 4"/>
          <p:cNvSpPr>
            <a:spLocks noGrp="1"/>
          </p:cNvSpPr>
          <p:nvPr>
            <p:ph idx="1"/>
          </p:nvPr>
        </p:nvSpPr>
        <p:spPr/>
        <p:txBody>
          <a:bodyPr>
            <a:normAutofit/>
          </a:bodyPr>
          <a:lstStyle/>
          <a:p>
            <a:pPr marL="457200" lvl="1" indent="0">
              <a:buNone/>
            </a:pPr>
            <a:r>
              <a:rPr lang="en-IN" sz="1200" b="1" dirty="0">
                <a:effectLst/>
                <a:ea typeface="Times New Roman" panose="02020603050405020304" pitchFamily="18" charset="0"/>
                <a:cs typeface="Times New Roman" panose="02020603050405020304" pitchFamily="18" charset="0"/>
              </a:rPr>
              <a:t>Using Web-UI</a:t>
            </a:r>
          </a:p>
          <a:p>
            <a:pPr marL="457200" lvl="1" indent="0">
              <a:buNone/>
            </a:pPr>
            <a:endParaRPr lang="en-IN" sz="1200" b="1" dirty="0">
              <a:effectLst/>
              <a:ea typeface="Times New Roman" panose="02020603050405020304" pitchFamily="18" charset="0"/>
              <a:cs typeface="Times New Roman" panose="02020603050405020304" pitchFamily="18" charset="0"/>
            </a:endParaRPr>
          </a:p>
          <a:p>
            <a:pPr marL="342900" lvl="0" indent="-342900">
              <a:lnSpc>
                <a:spcPct val="107000"/>
              </a:lnSpc>
              <a:spcBef>
                <a:spcPts val="600"/>
              </a:spcBef>
              <a:spcAft>
                <a:spcPts val="600"/>
              </a:spcAft>
              <a:buFont typeface="+mj-lt"/>
              <a:buAutoNum type="arabicPeriod"/>
              <a:tabLst>
                <a:tab pos="228600" algn="l"/>
              </a:tabLst>
            </a:pPr>
            <a:r>
              <a:rPr lang="en-IN" sz="1200" dirty="0">
                <a:solidFill>
                  <a:srgbClr val="141414"/>
                </a:solidFill>
                <a:effectLst/>
                <a:ea typeface="Open Sans" panose="020B0606030504020204" pitchFamily="34" charset="0"/>
                <a:cs typeface="Times New Roman" panose="02020603050405020304" pitchFamily="18" charset="0"/>
              </a:rPr>
              <a:t>Open the Couchbase UI URL ( http://&lt;NodeIP&gt;:32601 ) on your browser and login. </a:t>
            </a:r>
          </a:p>
          <a:p>
            <a:pPr marL="342900" lvl="0" indent="-342900">
              <a:lnSpc>
                <a:spcPct val="107000"/>
              </a:lnSpc>
              <a:spcBef>
                <a:spcPts val="600"/>
              </a:spcBef>
              <a:spcAft>
                <a:spcPts val="600"/>
              </a:spcAft>
              <a:buFont typeface="+mj-lt"/>
              <a:buAutoNum type="arabicPeriod"/>
              <a:tabLst>
                <a:tab pos="228600" algn="l"/>
              </a:tabLst>
            </a:pPr>
            <a:r>
              <a:rPr lang="en-IN" sz="1200" dirty="0">
                <a:solidFill>
                  <a:srgbClr val="141414"/>
                </a:solidFill>
                <a:effectLst/>
                <a:ea typeface="Open Sans" panose="020B0606030504020204" pitchFamily="34" charset="0"/>
                <a:cs typeface="Times New Roman" panose="02020603050405020304" pitchFamily="18" charset="0"/>
              </a:rPr>
              <a:t>Navigate to the buckets tab from the left nav menu. </a:t>
            </a:r>
          </a:p>
          <a:p>
            <a:pPr marL="342900" lvl="0" indent="-342900">
              <a:lnSpc>
                <a:spcPct val="107000"/>
              </a:lnSpc>
              <a:spcBef>
                <a:spcPts val="600"/>
              </a:spcBef>
              <a:spcAft>
                <a:spcPts val="600"/>
              </a:spcAft>
              <a:buFont typeface="+mj-lt"/>
              <a:buAutoNum type="arabicPeriod"/>
              <a:tabLst>
                <a:tab pos="228600" algn="l"/>
              </a:tabLst>
            </a:pPr>
            <a:r>
              <a:rPr lang="en-IN" sz="1200" dirty="0">
                <a:solidFill>
                  <a:srgbClr val="141414"/>
                </a:solidFill>
                <a:effectLst/>
                <a:ea typeface="Open Sans" panose="020B0606030504020204" pitchFamily="34" charset="0"/>
                <a:cs typeface="Times New Roman" panose="02020603050405020304" pitchFamily="18" charset="0"/>
              </a:rPr>
              <a:t>Click on "Add bucket" from the top right corner </a:t>
            </a:r>
          </a:p>
          <a:p>
            <a:pPr marL="457200" lvl="1" indent="0">
              <a:buNone/>
            </a:pPr>
            <a:endParaRPr lang="en-IN" sz="1200" dirty="0">
              <a:solidFill>
                <a:srgbClr val="141414"/>
              </a:solidFill>
              <a:effectLst/>
              <a:ea typeface="Open Sans" panose="020B0606030504020204" pitchFamily="34" charset="0"/>
              <a:cs typeface="Times New Roman" panose="02020603050405020304" pitchFamily="18" charset="0"/>
            </a:endParaRPr>
          </a:p>
          <a:p>
            <a:pPr marL="457200" lvl="1" indent="0">
              <a:buNone/>
            </a:pPr>
            <a:r>
              <a:rPr lang="en-IN" sz="1200" dirty="0">
                <a:solidFill>
                  <a:srgbClr val="141414"/>
                </a:solidFill>
                <a:effectLst/>
                <a:ea typeface="Open Sans" panose="020B0606030504020204" pitchFamily="34" charset="0"/>
                <a:cs typeface="Times New Roman" panose="02020603050405020304" pitchFamily="18" charset="0"/>
              </a:rPr>
              <a:t>Allocate memory quota according to the deployment and subscriber base size.</a:t>
            </a:r>
          </a:p>
          <a:p>
            <a:pPr marL="457200" lvl="1" inden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457200" lvl="1" indent="0">
              <a:buNone/>
            </a:pPr>
            <a:endParaRPr lang="en-US" sz="1200"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15</a:t>
            </a:fld>
            <a:endParaRPr lang="en-US"/>
          </a:p>
        </p:txBody>
      </p:sp>
      <p:pic>
        <p:nvPicPr>
          <p:cNvPr id="6" name="Picture 5">
            <a:extLst>
              <a:ext uri="{FF2B5EF4-FFF2-40B4-BE49-F238E27FC236}">
                <a16:creationId xmlns:a16="http://schemas.microsoft.com/office/drawing/2014/main" id="{99AA684E-0C71-4981-A86C-D78568626E4F}"/>
              </a:ext>
            </a:extLst>
          </p:cNvPr>
          <p:cNvPicPr/>
          <p:nvPr/>
        </p:nvPicPr>
        <p:blipFill>
          <a:blip r:embed="rId3"/>
          <a:stretch>
            <a:fillRect/>
          </a:stretch>
        </p:blipFill>
        <p:spPr>
          <a:xfrm>
            <a:off x="1623951" y="3595514"/>
            <a:ext cx="7680359" cy="1154151"/>
          </a:xfrm>
          <a:prstGeom prst="rect">
            <a:avLst/>
          </a:prstGeom>
          <a:ln>
            <a:solidFill>
              <a:schemeClr val="accent1"/>
            </a:solidFill>
          </a:ln>
        </p:spPr>
      </p:pic>
    </p:spTree>
    <p:custDataLst>
      <p:tags r:id="rId1"/>
    </p:custDataLst>
    <p:extLst>
      <p:ext uri="{BB962C8B-B14F-4D97-AF65-F5344CB8AC3E}">
        <p14:creationId xmlns:p14="http://schemas.microsoft.com/office/powerpoint/2010/main" val="1101490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Buckets</a:t>
            </a:r>
            <a:endParaRPr lang="en-IN"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16</a:t>
            </a:fld>
            <a:endParaRPr lang="en-US"/>
          </a:p>
        </p:txBody>
      </p:sp>
      <p:pic>
        <p:nvPicPr>
          <p:cNvPr id="7" name="Content Placeholder 6">
            <a:extLst>
              <a:ext uri="{FF2B5EF4-FFF2-40B4-BE49-F238E27FC236}">
                <a16:creationId xmlns:a16="http://schemas.microsoft.com/office/drawing/2014/main" id="{635F1952-3556-45D8-AA83-849251848AF2}"/>
              </a:ext>
            </a:extLst>
          </p:cNvPr>
          <p:cNvPicPr>
            <a:picLocks noGrp="1"/>
          </p:cNvPicPr>
          <p:nvPr>
            <p:ph idx="1"/>
          </p:nvPr>
        </p:nvPicPr>
        <p:blipFill>
          <a:blip r:embed="rId3"/>
          <a:stretch>
            <a:fillRect/>
          </a:stretch>
        </p:blipFill>
        <p:spPr>
          <a:xfrm>
            <a:off x="3195270" y="1574051"/>
            <a:ext cx="5095875" cy="4210050"/>
          </a:xfrm>
          <a:prstGeom prst="rect">
            <a:avLst/>
          </a:prstGeom>
        </p:spPr>
      </p:pic>
    </p:spTree>
    <p:custDataLst>
      <p:tags r:id="rId1"/>
    </p:custDataLst>
    <p:extLst>
      <p:ext uri="{BB962C8B-B14F-4D97-AF65-F5344CB8AC3E}">
        <p14:creationId xmlns:p14="http://schemas.microsoft.com/office/powerpoint/2010/main" val="1009429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Buckets</a:t>
            </a:r>
            <a:endParaRPr lang="en-IN"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17</a:t>
            </a:fld>
            <a:endParaRPr lang="en-US"/>
          </a:p>
        </p:txBody>
      </p:sp>
      <p:sp>
        <p:nvSpPr>
          <p:cNvPr id="5" name="Content Placeholder 4">
            <a:extLst>
              <a:ext uri="{FF2B5EF4-FFF2-40B4-BE49-F238E27FC236}">
                <a16:creationId xmlns:a16="http://schemas.microsoft.com/office/drawing/2014/main" id="{0C5BF322-04D9-4B90-BC67-51449FDD8B9C}"/>
              </a:ext>
            </a:extLst>
          </p:cNvPr>
          <p:cNvSpPr>
            <a:spLocks noGrp="1"/>
          </p:cNvSpPr>
          <p:nvPr>
            <p:ph idx="1"/>
          </p:nvPr>
        </p:nvSpPr>
        <p:spPr/>
        <p:txBody>
          <a:bodyPr/>
          <a:lstStyle/>
          <a:p>
            <a:r>
              <a:rPr lang="en-IN" sz="1200" dirty="0">
                <a:solidFill>
                  <a:srgbClr val="141414"/>
                </a:solidFill>
                <a:effectLst/>
                <a:ea typeface="Open Sans" panose="020B0606030504020204" pitchFamily="34" charset="0"/>
                <a:cs typeface="Times New Roman" panose="02020603050405020304" pitchFamily="18" charset="0"/>
              </a:rPr>
              <a:t>Follow the above process to create following buckets:</a:t>
            </a:r>
          </a:p>
          <a:p>
            <a:pPr marL="0" indent="0">
              <a:buNone/>
            </a:pPr>
            <a:endParaRPr lang="en-IN" dirty="0"/>
          </a:p>
        </p:txBody>
      </p:sp>
      <p:graphicFrame>
        <p:nvGraphicFramePr>
          <p:cNvPr id="6" name="Table 5">
            <a:extLst>
              <a:ext uri="{FF2B5EF4-FFF2-40B4-BE49-F238E27FC236}">
                <a16:creationId xmlns:a16="http://schemas.microsoft.com/office/drawing/2014/main" id="{B1FF78AA-AA7D-4253-B2FC-9ACBE0720154}"/>
              </a:ext>
            </a:extLst>
          </p:cNvPr>
          <p:cNvGraphicFramePr>
            <a:graphicFrameLocks noGrp="1"/>
          </p:cNvGraphicFramePr>
          <p:nvPr>
            <p:extLst>
              <p:ext uri="{D42A27DB-BD31-4B8C-83A1-F6EECF244321}">
                <p14:modId xmlns:p14="http://schemas.microsoft.com/office/powerpoint/2010/main" val="1829801799"/>
              </p:ext>
            </p:extLst>
          </p:nvPr>
        </p:nvGraphicFramePr>
        <p:xfrm>
          <a:off x="479425" y="1818760"/>
          <a:ext cx="11269662" cy="2008192"/>
        </p:xfrm>
        <a:graphic>
          <a:graphicData uri="http://schemas.openxmlformats.org/drawingml/2006/table">
            <a:tbl>
              <a:tblPr firstRow="1" bandRow="1" bandCol="1">
                <a:tableStyleId>{5C22544A-7EE6-4342-B048-85BDC9FD1C3A}</a:tableStyleId>
              </a:tblPr>
              <a:tblGrid>
                <a:gridCol w="5634831">
                  <a:extLst>
                    <a:ext uri="{9D8B030D-6E8A-4147-A177-3AD203B41FA5}">
                      <a16:colId xmlns:a16="http://schemas.microsoft.com/office/drawing/2014/main" val="2758881952"/>
                    </a:ext>
                  </a:extLst>
                </a:gridCol>
                <a:gridCol w="5634831">
                  <a:extLst>
                    <a:ext uri="{9D8B030D-6E8A-4147-A177-3AD203B41FA5}">
                      <a16:colId xmlns:a16="http://schemas.microsoft.com/office/drawing/2014/main" val="3425345959"/>
                    </a:ext>
                  </a:extLst>
                </a:gridCol>
              </a:tblGrid>
              <a:tr h="0">
                <a:tc>
                  <a:txBody>
                    <a:bodyPr/>
                    <a:lstStyle/>
                    <a:p>
                      <a:pPr>
                        <a:lnSpc>
                          <a:spcPct val="107000"/>
                        </a:lnSpc>
                        <a:spcBef>
                          <a:spcPts val="600"/>
                        </a:spcBef>
                        <a:spcAft>
                          <a:spcPts val="600"/>
                        </a:spcAft>
                      </a:pPr>
                      <a:r>
                        <a:rPr lang="en-IN" sz="1100">
                          <a:effectLst/>
                        </a:rPr>
                        <a:t>AuthVector</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500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4166848387"/>
                  </a:ext>
                </a:extLst>
              </a:tr>
              <a:tr h="0">
                <a:tc>
                  <a:txBody>
                    <a:bodyPr/>
                    <a:lstStyle/>
                    <a:p>
                      <a:pPr>
                        <a:lnSpc>
                          <a:spcPct val="107000"/>
                        </a:lnSpc>
                        <a:spcBef>
                          <a:spcPts val="600"/>
                        </a:spcBef>
                        <a:spcAft>
                          <a:spcPts val="600"/>
                        </a:spcAft>
                      </a:pPr>
                      <a:r>
                        <a:rPr lang="en-IN" sz="1100">
                          <a:effectLst/>
                        </a:rPr>
                        <a:t>BatchProcessor</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300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144128822"/>
                  </a:ext>
                </a:extLst>
              </a:tr>
              <a:tr h="0">
                <a:tc>
                  <a:txBody>
                    <a:bodyPr/>
                    <a:lstStyle/>
                    <a:p>
                      <a:pPr>
                        <a:lnSpc>
                          <a:spcPct val="107000"/>
                        </a:lnSpc>
                        <a:spcBef>
                          <a:spcPts val="600"/>
                        </a:spcBef>
                        <a:spcAft>
                          <a:spcPts val="600"/>
                        </a:spcAft>
                      </a:pPr>
                      <a:r>
                        <a:rPr lang="en-IN" sz="1100">
                          <a:effectLst/>
                        </a:rPr>
                        <a:t>ContextManagement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300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3123567159"/>
                  </a:ext>
                </a:extLst>
              </a:tr>
              <a:tr h="0">
                <a:tc>
                  <a:txBody>
                    <a:bodyPr/>
                    <a:lstStyle/>
                    <a:p>
                      <a:pPr>
                        <a:lnSpc>
                          <a:spcPct val="107000"/>
                        </a:lnSpc>
                        <a:spcBef>
                          <a:spcPts val="600"/>
                        </a:spcBef>
                        <a:spcAft>
                          <a:spcPts val="600"/>
                        </a:spcAft>
                      </a:pPr>
                      <a:r>
                        <a:rPr lang="en-IN" sz="1100">
                          <a:effectLst/>
                        </a:rPr>
                        <a:t>Pcfportaldb</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100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1632042424"/>
                  </a:ext>
                </a:extLst>
              </a:tr>
              <a:tr h="0">
                <a:tc>
                  <a:txBody>
                    <a:bodyPr/>
                    <a:lstStyle/>
                    <a:p>
                      <a:pPr>
                        <a:lnSpc>
                          <a:spcPct val="107000"/>
                        </a:lnSpc>
                        <a:spcBef>
                          <a:spcPts val="600"/>
                        </a:spcBef>
                        <a:spcAft>
                          <a:spcPts val="600"/>
                        </a:spcAft>
                      </a:pPr>
                      <a:r>
                        <a:rPr lang="en-IN" sz="1100">
                          <a:effectLst/>
                        </a:rPr>
                        <a:t>PCF</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800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551018652"/>
                  </a:ext>
                </a:extLst>
              </a:tr>
              <a:tr h="0">
                <a:tc>
                  <a:txBody>
                    <a:bodyPr/>
                    <a:lstStyle/>
                    <a:p>
                      <a:pPr>
                        <a:lnSpc>
                          <a:spcPct val="107000"/>
                        </a:lnSpc>
                        <a:spcBef>
                          <a:spcPts val="600"/>
                        </a:spcBef>
                        <a:spcAft>
                          <a:spcPts val="600"/>
                        </a:spcAft>
                      </a:pPr>
                      <a:r>
                        <a:rPr lang="en-IN" sz="1100">
                          <a:effectLst/>
                        </a:rPr>
                        <a:t>Portaldb</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100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384088140"/>
                  </a:ext>
                </a:extLst>
              </a:tr>
              <a:tr h="0">
                <a:tc>
                  <a:txBody>
                    <a:bodyPr/>
                    <a:lstStyle/>
                    <a:p>
                      <a:pPr>
                        <a:lnSpc>
                          <a:spcPct val="107000"/>
                        </a:lnSpc>
                        <a:spcBef>
                          <a:spcPts val="600"/>
                        </a:spcBef>
                        <a:spcAft>
                          <a:spcPts val="600"/>
                        </a:spcAft>
                      </a:pPr>
                      <a:r>
                        <a:rPr lang="en-IN" sz="1100">
                          <a:effectLst/>
                        </a:rPr>
                        <a:t>SubscriptionManagement</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800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1739271729"/>
                  </a:ext>
                </a:extLst>
              </a:tr>
              <a:tr h="0">
                <a:tc>
                  <a:txBody>
                    <a:bodyPr/>
                    <a:lstStyle/>
                    <a:p>
                      <a:pPr>
                        <a:lnSpc>
                          <a:spcPct val="107000"/>
                        </a:lnSpc>
                        <a:spcBef>
                          <a:spcPts val="600"/>
                        </a:spcBef>
                        <a:spcAft>
                          <a:spcPts val="600"/>
                        </a:spcAft>
                      </a:pPr>
                      <a:r>
                        <a:rPr lang="en-IN" sz="1100">
                          <a:effectLst/>
                        </a:rPr>
                        <a:t>SubscriptionPolicy</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800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672618720"/>
                  </a:ext>
                </a:extLst>
              </a:tr>
              <a:tr h="0">
                <a:tc>
                  <a:txBody>
                    <a:bodyPr/>
                    <a:lstStyle/>
                    <a:p>
                      <a:pPr>
                        <a:lnSpc>
                          <a:spcPct val="107000"/>
                        </a:lnSpc>
                        <a:spcBef>
                          <a:spcPts val="600"/>
                        </a:spcBef>
                        <a:spcAft>
                          <a:spcPts val="600"/>
                        </a:spcAft>
                      </a:pPr>
                      <a:r>
                        <a:rPr lang="en-IN" sz="1100">
                          <a:effectLst/>
                        </a:rPr>
                        <a:t>SystemConfiguration</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100">
                          <a:effectLst/>
                        </a:rPr>
                        <a:t>200</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1351718500"/>
                  </a:ext>
                </a:extLst>
              </a:tr>
              <a:tr h="0">
                <a:tc>
                  <a:txBody>
                    <a:bodyPr/>
                    <a:lstStyle/>
                    <a:p>
                      <a:pPr>
                        <a:lnSpc>
                          <a:spcPct val="107000"/>
                        </a:lnSpc>
                        <a:spcBef>
                          <a:spcPts val="600"/>
                        </a:spcBef>
                        <a:spcAft>
                          <a:spcPts val="600"/>
                        </a:spcAft>
                      </a:pPr>
                      <a:r>
                        <a:rPr lang="en-IN" sz="1000">
                          <a:effectLst/>
                        </a:rPr>
                        <a:t> </a:t>
                      </a:r>
                      <a:endParaRPr lang="en-IN" sz="100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tc>
                  <a:txBody>
                    <a:bodyPr/>
                    <a:lstStyle/>
                    <a:p>
                      <a:pPr>
                        <a:lnSpc>
                          <a:spcPct val="107000"/>
                        </a:lnSpc>
                        <a:spcBef>
                          <a:spcPts val="600"/>
                        </a:spcBef>
                        <a:spcAft>
                          <a:spcPts val="600"/>
                        </a:spcAft>
                      </a:pPr>
                      <a:r>
                        <a:rPr lang="en-IN" sz="1000" dirty="0">
                          <a:effectLst/>
                        </a:rPr>
                        <a:t> </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19050" marR="19050" marT="19050" marB="12700"/>
                </a:tc>
                <a:extLst>
                  <a:ext uri="{0D108BD9-81ED-4DB2-BD59-A6C34878D82A}">
                    <a16:rowId xmlns:a16="http://schemas.microsoft.com/office/drawing/2014/main" val="3437089622"/>
                  </a:ext>
                </a:extLst>
              </a:tr>
            </a:tbl>
          </a:graphicData>
        </a:graphic>
      </p:graphicFrame>
    </p:spTree>
    <p:custDataLst>
      <p:tags r:id="rId1"/>
    </p:custDataLst>
    <p:extLst>
      <p:ext uri="{BB962C8B-B14F-4D97-AF65-F5344CB8AC3E}">
        <p14:creationId xmlns:p14="http://schemas.microsoft.com/office/powerpoint/2010/main" val="2611037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Indexes</a:t>
            </a:r>
            <a:endParaRPr lang="en-IN" dirty="0"/>
          </a:p>
        </p:txBody>
      </p:sp>
      <p:sp>
        <p:nvSpPr>
          <p:cNvPr id="5" name="Content Placeholder 4"/>
          <p:cNvSpPr>
            <a:spLocks noGrp="1"/>
          </p:cNvSpPr>
          <p:nvPr>
            <p:ph idx="1"/>
          </p:nvPr>
        </p:nvSpPr>
        <p:spPr>
          <a:xfrm>
            <a:off x="253342" y="1184253"/>
            <a:ext cx="11269662" cy="4824412"/>
          </a:xfrm>
        </p:spPr>
        <p:txBody>
          <a:bodyPr>
            <a:normAutofit/>
          </a:bodyPr>
          <a:lstStyle/>
          <a:p>
            <a:pPr marL="0" indent="0">
              <a:lnSpc>
                <a:spcPct val="107000"/>
              </a:lnSpc>
              <a:spcBef>
                <a:spcPts val="200"/>
              </a:spcBef>
              <a:buNone/>
            </a:pPr>
            <a:r>
              <a:rPr lang="en-IN" sz="1200" b="1" dirty="0">
                <a:effectLst/>
                <a:ea typeface="Times New Roman" panose="02020603050405020304" pitchFamily="18" charset="0"/>
                <a:cs typeface="Times New Roman" panose="02020603050405020304" pitchFamily="18" charset="0"/>
              </a:rPr>
              <a:t>Using Web-UI</a:t>
            </a:r>
          </a:p>
          <a:p>
            <a:r>
              <a:rPr lang="en-IN" sz="1200" dirty="0">
                <a:solidFill>
                  <a:srgbClr val="141414"/>
                </a:solidFill>
                <a:effectLst/>
                <a:ea typeface="Open Sans" panose="020B0606030504020204" pitchFamily="34" charset="0"/>
                <a:cs typeface="Times New Roman" panose="02020603050405020304" pitchFamily="18" charset="0"/>
              </a:rPr>
              <a:t>Open the Couchbase UI URL ( http://&lt;NodeIP&gt;:32601 ) on your browser and login. </a:t>
            </a:r>
          </a:p>
          <a:p>
            <a:r>
              <a:rPr lang="en-IN" sz="1200" dirty="0">
                <a:solidFill>
                  <a:srgbClr val="141414"/>
                </a:solidFill>
                <a:effectLst/>
                <a:ea typeface="Open Sans" panose="020B0606030504020204" pitchFamily="34" charset="0"/>
                <a:cs typeface="Times New Roman" panose="02020603050405020304" pitchFamily="18" charset="0"/>
              </a:rPr>
              <a:t>Paste &amp; run the query to create index in the query monitor as below.</a:t>
            </a:r>
            <a:br>
              <a:rPr lang="en-IN" sz="1200" dirty="0">
                <a:solidFill>
                  <a:srgbClr val="141414"/>
                </a:solidFill>
                <a:effectLst/>
                <a:ea typeface="Open Sans" panose="020B0606030504020204" pitchFamily="34" charset="0"/>
                <a:cs typeface="Times New Roman" panose="02020603050405020304" pitchFamily="18" charset="0"/>
              </a:rPr>
            </a:br>
            <a:endParaRPr lang="en-IN" sz="1200" dirty="0">
              <a:solidFill>
                <a:srgbClr val="141414"/>
              </a:solidFill>
              <a:effectLst/>
              <a:ea typeface="Open Sans" panose="020B0606030504020204" pitchFamily="34" charset="0"/>
              <a:cs typeface="Times New Roman" panose="02020603050405020304" pitchFamily="18" charset="0"/>
            </a:endParaRPr>
          </a:p>
          <a:p>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18</a:t>
            </a:fld>
            <a:endParaRPr lang="en-US"/>
          </a:p>
        </p:txBody>
      </p:sp>
      <p:graphicFrame>
        <p:nvGraphicFramePr>
          <p:cNvPr id="2" name="Table 1">
            <a:extLst>
              <a:ext uri="{FF2B5EF4-FFF2-40B4-BE49-F238E27FC236}">
                <a16:creationId xmlns:a16="http://schemas.microsoft.com/office/drawing/2014/main" id="{68540A1D-FDDF-4D0F-B5F3-C48B28C2514A}"/>
              </a:ext>
            </a:extLst>
          </p:cNvPr>
          <p:cNvGraphicFramePr>
            <a:graphicFrameLocks noGrp="1"/>
          </p:cNvGraphicFramePr>
          <p:nvPr/>
        </p:nvGraphicFramePr>
        <p:xfrm>
          <a:off x="442913" y="16891764"/>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658447307"/>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277092529"/>
                  </a:ext>
                </a:extLst>
              </a:tr>
            </a:tbl>
          </a:graphicData>
        </a:graphic>
      </p:graphicFrame>
      <p:pic>
        <p:nvPicPr>
          <p:cNvPr id="8" name="Picture 7">
            <a:extLst>
              <a:ext uri="{FF2B5EF4-FFF2-40B4-BE49-F238E27FC236}">
                <a16:creationId xmlns:a16="http://schemas.microsoft.com/office/drawing/2014/main" id="{6B42DF2C-B320-46C0-9E3E-110E427BF596}"/>
              </a:ext>
            </a:extLst>
          </p:cNvPr>
          <p:cNvPicPr/>
          <p:nvPr/>
        </p:nvPicPr>
        <p:blipFill>
          <a:blip r:embed="rId3"/>
          <a:stretch>
            <a:fillRect/>
          </a:stretch>
        </p:blipFill>
        <p:spPr>
          <a:xfrm>
            <a:off x="3486421" y="2206936"/>
            <a:ext cx="4803504" cy="3977770"/>
          </a:xfrm>
          <a:prstGeom prst="rect">
            <a:avLst/>
          </a:prstGeom>
          <a:ln>
            <a:solidFill>
              <a:schemeClr val="accent1"/>
            </a:solidFill>
          </a:ln>
        </p:spPr>
      </p:pic>
    </p:spTree>
    <p:custDataLst>
      <p:tags r:id="rId1"/>
    </p:custDataLst>
    <p:extLst>
      <p:ext uri="{BB962C8B-B14F-4D97-AF65-F5344CB8AC3E}">
        <p14:creationId xmlns:p14="http://schemas.microsoft.com/office/powerpoint/2010/main" val="3870927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Indexes</a:t>
            </a:r>
            <a:endParaRPr lang="en-IN" dirty="0"/>
          </a:p>
        </p:txBody>
      </p:sp>
      <p:sp>
        <p:nvSpPr>
          <p:cNvPr id="5" name="Content Placeholder 4"/>
          <p:cNvSpPr>
            <a:spLocks noGrp="1"/>
          </p:cNvSpPr>
          <p:nvPr>
            <p:ph idx="1"/>
          </p:nvPr>
        </p:nvSpPr>
        <p:spPr>
          <a:xfrm>
            <a:off x="253342" y="1184253"/>
            <a:ext cx="11269662" cy="4824412"/>
          </a:xfrm>
        </p:spPr>
        <p:txBody>
          <a:bodyPr>
            <a:normAutofit/>
          </a:bodyPr>
          <a:lstStyle/>
          <a:p>
            <a:pPr marL="0" indent="0">
              <a:lnSpc>
                <a:spcPct val="107000"/>
              </a:lnSpc>
              <a:spcBef>
                <a:spcPts val="200"/>
              </a:spcBef>
              <a:buNone/>
            </a:pPr>
            <a:b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endPar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19</a:t>
            </a:fld>
            <a:endParaRPr lang="en-US"/>
          </a:p>
        </p:txBody>
      </p:sp>
      <p:graphicFrame>
        <p:nvGraphicFramePr>
          <p:cNvPr id="2" name="Table 1">
            <a:extLst>
              <a:ext uri="{FF2B5EF4-FFF2-40B4-BE49-F238E27FC236}">
                <a16:creationId xmlns:a16="http://schemas.microsoft.com/office/drawing/2014/main" id="{68540A1D-FDDF-4D0F-B5F3-C48B28C2514A}"/>
              </a:ext>
            </a:extLst>
          </p:cNvPr>
          <p:cNvGraphicFramePr>
            <a:graphicFrameLocks noGrp="1"/>
          </p:cNvGraphicFramePr>
          <p:nvPr/>
        </p:nvGraphicFramePr>
        <p:xfrm>
          <a:off x="442913" y="16891764"/>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658447307"/>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277092529"/>
                  </a:ext>
                </a:extLst>
              </a:tr>
            </a:tbl>
          </a:graphicData>
        </a:graphic>
      </p:graphicFrame>
      <p:pic>
        <p:nvPicPr>
          <p:cNvPr id="9" name="Picture 8">
            <a:extLst>
              <a:ext uri="{FF2B5EF4-FFF2-40B4-BE49-F238E27FC236}">
                <a16:creationId xmlns:a16="http://schemas.microsoft.com/office/drawing/2014/main" id="{87D14051-70DF-47E3-B0B9-13296F8871C1}"/>
              </a:ext>
            </a:extLst>
          </p:cNvPr>
          <p:cNvPicPr/>
          <p:nvPr/>
        </p:nvPicPr>
        <p:blipFill>
          <a:blip r:embed="rId4"/>
          <a:stretch>
            <a:fillRect/>
          </a:stretch>
        </p:blipFill>
        <p:spPr>
          <a:xfrm>
            <a:off x="3191324" y="1344700"/>
            <a:ext cx="5772839" cy="4714742"/>
          </a:xfrm>
          <a:prstGeom prst="rect">
            <a:avLst/>
          </a:prstGeom>
          <a:ln>
            <a:solidFill>
              <a:schemeClr val="accent1"/>
            </a:solidFill>
          </a:ln>
        </p:spPr>
      </p:pic>
    </p:spTree>
    <p:custDataLst>
      <p:tags r:id="rId1"/>
    </p:custDataLst>
    <p:extLst>
      <p:ext uri="{BB962C8B-B14F-4D97-AF65-F5344CB8AC3E}">
        <p14:creationId xmlns:p14="http://schemas.microsoft.com/office/powerpoint/2010/main" val="1219822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253342" y="292285"/>
            <a:ext cx="11269662" cy="684212"/>
          </a:xfrm>
        </p:spPr>
        <p:txBody>
          <a:bodyPr/>
          <a:lstStyle/>
          <a:p>
            <a:r>
              <a:rPr lang="en-US" sz="3600" dirty="0"/>
              <a:t>Creating Indexes</a:t>
            </a:r>
            <a:endParaRPr lang="en-IN" dirty="0"/>
          </a:p>
        </p:txBody>
      </p:sp>
      <p:sp>
        <p:nvSpPr>
          <p:cNvPr id="5" name="Content Placeholder 4"/>
          <p:cNvSpPr>
            <a:spLocks noGrp="1"/>
          </p:cNvSpPr>
          <p:nvPr>
            <p:ph idx="1"/>
          </p:nvPr>
        </p:nvSpPr>
        <p:spPr>
          <a:xfrm>
            <a:off x="253342" y="976497"/>
            <a:ext cx="11269662" cy="4824412"/>
          </a:xfrm>
        </p:spPr>
        <p:txBody>
          <a:bodyPr>
            <a:normAutofit/>
          </a:bodyPr>
          <a:lstStyle/>
          <a:p>
            <a:pPr marL="0" indent="0">
              <a:lnSpc>
                <a:spcPct val="107000"/>
              </a:lnSpc>
              <a:spcBef>
                <a:spcPts val="200"/>
              </a:spcBef>
              <a:buNone/>
            </a:pPr>
            <a:r>
              <a:rPr lang="en-IN" sz="1200" dirty="0">
                <a:solidFill>
                  <a:srgbClr val="141414"/>
                </a:solidFill>
                <a:effectLst/>
                <a:ea typeface="Open Sans" panose="020B0606030504020204" pitchFamily="34" charset="0"/>
                <a:cs typeface="Times New Roman" panose="02020603050405020304" pitchFamily="18" charset="0"/>
              </a:rPr>
              <a:t>Run The below queries to create all indexes.</a:t>
            </a:r>
          </a:p>
          <a:p>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20</a:t>
            </a:fld>
            <a:endParaRPr lang="en-US"/>
          </a:p>
        </p:txBody>
      </p:sp>
      <p:graphicFrame>
        <p:nvGraphicFramePr>
          <p:cNvPr id="2" name="Table 1">
            <a:extLst>
              <a:ext uri="{FF2B5EF4-FFF2-40B4-BE49-F238E27FC236}">
                <a16:creationId xmlns:a16="http://schemas.microsoft.com/office/drawing/2014/main" id="{68540A1D-FDDF-4D0F-B5F3-C48B28C2514A}"/>
              </a:ext>
            </a:extLst>
          </p:cNvPr>
          <p:cNvGraphicFramePr>
            <a:graphicFrameLocks noGrp="1"/>
          </p:cNvGraphicFramePr>
          <p:nvPr/>
        </p:nvGraphicFramePr>
        <p:xfrm>
          <a:off x="442913" y="16891764"/>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658447307"/>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277092529"/>
                  </a:ext>
                </a:extLst>
              </a:tr>
            </a:tbl>
          </a:graphicData>
        </a:graphic>
      </p:graphicFrame>
      <p:graphicFrame>
        <p:nvGraphicFramePr>
          <p:cNvPr id="6" name="Table 5">
            <a:extLst>
              <a:ext uri="{FF2B5EF4-FFF2-40B4-BE49-F238E27FC236}">
                <a16:creationId xmlns:a16="http://schemas.microsoft.com/office/drawing/2014/main" id="{E96D100B-6A89-4CBF-B8D6-4D74BD2DCFC8}"/>
              </a:ext>
            </a:extLst>
          </p:cNvPr>
          <p:cNvGraphicFramePr>
            <a:graphicFrameLocks noGrp="1"/>
          </p:cNvGraphicFramePr>
          <p:nvPr>
            <p:extLst>
              <p:ext uri="{D42A27DB-BD31-4B8C-83A1-F6EECF244321}">
                <p14:modId xmlns:p14="http://schemas.microsoft.com/office/powerpoint/2010/main" val="3175435190"/>
              </p:ext>
            </p:extLst>
          </p:nvPr>
        </p:nvGraphicFramePr>
        <p:xfrm>
          <a:off x="5226318" y="285461"/>
          <a:ext cx="5501156" cy="5971120"/>
        </p:xfrm>
        <a:graphic>
          <a:graphicData uri="http://schemas.openxmlformats.org/drawingml/2006/table">
            <a:tbl>
              <a:tblPr firstRow="1" firstCol="1" lastRow="1" lastCol="1" bandRow="1" bandCol="1">
                <a:tableStyleId>{5C22544A-7EE6-4342-B048-85BDC9FD1C3A}</a:tableStyleId>
              </a:tblPr>
              <a:tblGrid>
                <a:gridCol w="5501156">
                  <a:extLst>
                    <a:ext uri="{9D8B030D-6E8A-4147-A177-3AD203B41FA5}">
                      <a16:colId xmlns:a16="http://schemas.microsoft.com/office/drawing/2014/main" val="3841822806"/>
                    </a:ext>
                  </a:extLst>
                </a:gridCol>
              </a:tblGrid>
              <a:tr h="5971120">
                <a:tc>
                  <a:txBody>
                    <a:bodyPr/>
                    <a:lstStyle/>
                    <a:p>
                      <a:pPr marL="152400">
                        <a:lnSpc>
                          <a:spcPct val="107000"/>
                        </a:lnSpc>
                        <a:spcBef>
                          <a:spcPts val="600"/>
                        </a:spcBef>
                        <a:spcAft>
                          <a:spcPts val="600"/>
                        </a:spcAft>
                      </a:pPr>
                      <a:r>
                        <a:rPr lang="en-IN" sz="500" dirty="0">
                          <a:effectLst/>
                        </a:rPr>
                        <a:t>CREATE PRIMARY INDEX `</a:t>
                      </a:r>
                      <a:r>
                        <a:rPr lang="en-IN" sz="500" dirty="0" err="1">
                          <a:effectLst/>
                        </a:rPr>
                        <a:t>SystemConfiguration</a:t>
                      </a:r>
                      <a:r>
                        <a:rPr lang="en-IN" sz="500" dirty="0">
                          <a:effectLst/>
                        </a:rPr>
                        <a:t>-index` ON `</a:t>
                      </a:r>
                      <a:r>
                        <a:rPr lang="en-IN" sz="500" dirty="0" err="1">
                          <a:effectLst/>
                        </a:rPr>
                        <a:t>SystemConfiguration</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portaldb</a:t>
                      </a:r>
                      <a:r>
                        <a:rPr lang="en-IN" sz="500" dirty="0">
                          <a:effectLst/>
                        </a:rPr>
                        <a:t>-index` ON `</a:t>
                      </a:r>
                      <a:r>
                        <a:rPr lang="en-IN" sz="500" dirty="0" err="1">
                          <a:effectLst/>
                        </a:rPr>
                        <a:t>portaldb</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SubscriptionManagement</a:t>
                      </a:r>
                      <a:r>
                        <a:rPr lang="en-IN" sz="500" dirty="0">
                          <a:effectLst/>
                        </a:rPr>
                        <a:t>-index` ON `</a:t>
                      </a:r>
                      <a:r>
                        <a:rPr lang="en-IN" sz="500" dirty="0" err="1">
                          <a:effectLst/>
                        </a:rPr>
                        <a:t>SubscriptionManagement</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AuthVector</a:t>
                      </a:r>
                      <a:r>
                        <a:rPr lang="en-IN" sz="500" dirty="0">
                          <a:effectLst/>
                        </a:rPr>
                        <a:t>-index` ON `</a:t>
                      </a:r>
                      <a:r>
                        <a:rPr lang="en-IN" sz="500" dirty="0" err="1">
                          <a:effectLst/>
                        </a:rPr>
                        <a:t>AuthVector</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BatchProcessor</a:t>
                      </a:r>
                      <a:r>
                        <a:rPr lang="en-IN" sz="500" dirty="0">
                          <a:effectLst/>
                        </a:rPr>
                        <a:t>-index` ON `</a:t>
                      </a:r>
                      <a:r>
                        <a:rPr lang="en-IN" sz="500" dirty="0" err="1">
                          <a:effectLst/>
                        </a:rPr>
                        <a:t>BatchProcessor</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ContextManagement</a:t>
                      </a:r>
                      <a:r>
                        <a:rPr lang="en-IN" sz="500" dirty="0">
                          <a:effectLst/>
                        </a:rPr>
                        <a:t>-index` ON `</a:t>
                      </a:r>
                      <a:r>
                        <a:rPr lang="en-IN" sz="500" dirty="0" err="1">
                          <a:effectLst/>
                        </a:rPr>
                        <a:t>ContextManagement</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pcfportaldb</a:t>
                      </a:r>
                      <a:r>
                        <a:rPr lang="en-IN" sz="500" dirty="0">
                          <a:effectLst/>
                        </a:rPr>
                        <a:t>-index ` ON `</a:t>
                      </a:r>
                      <a:r>
                        <a:rPr lang="en-IN" sz="500" dirty="0" err="1">
                          <a:effectLst/>
                        </a:rPr>
                        <a:t>pcfportaldb</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pcf</a:t>
                      </a:r>
                      <a:r>
                        <a:rPr lang="en-IN" sz="500" dirty="0">
                          <a:effectLst/>
                        </a:rPr>
                        <a:t>-index` ON `PCF` USING GSI;</a:t>
                      </a:r>
                      <a:endParaRPr lang="en-IN" sz="600" dirty="0">
                        <a:effectLst/>
                      </a:endParaRPr>
                    </a:p>
                    <a:p>
                      <a:pPr marL="152400">
                        <a:lnSpc>
                          <a:spcPct val="107000"/>
                        </a:lnSpc>
                        <a:spcBef>
                          <a:spcPts val="600"/>
                        </a:spcBef>
                        <a:spcAft>
                          <a:spcPts val="600"/>
                        </a:spcAft>
                      </a:pPr>
                      <a:r>
                        <a:rPr lang="en-IN" sz="500" dirty="0">
                          <a:effectLst/>
                        </a:rPr>
                        <a:t>CREATE PRIMARY INDEX `</a:t>
                      </a:r>
                      <a:r>
                        <a:rPr lang="en-IN" sz="500" dirty="0" err="1">
                          <a:effectLst/>
                        </a:rPr>
                        <a:t>SubscriptionPolicy</a:t>
                      </a:r>
                      <a:r>
                        <a:rPr lang="en-IN" sz="500" dirty="0">
                          <a:effectLst/>
                        </a:rPr>
                        <a:t>-index` ON `</a:t>
                      </a:r>
                      <a:r>
                        <a:rPr lang="en-IN" sz="500" dirty="0" err="1">
                          <a:effectLst/>
                        </a:rPr>
                        <a:t>SubscriptionPolicy</a:t>
                      </a:r>
                      <a:r>
                        <a:rPr lang="en-IN" sz="500" dirty="0">
                          <a:effectLst/>
                        </a:rPr>
                        <a:t>` USING GSI;</a:t>
                      </a:r>
                      <a:endParaRPr lang="en-IN" sz="600" dirty="0">
                        <a:effectLst/>
                      </a:endParaRPr>
                    </a:p>
                    <a:p>
                      <a:pPr marL="152400">
                        <a:lnSpc>
                          <a:spcPct val="107000"/>
                        </a:lnSpc>
                        <a:spcBef>
                          <a:spcPts val="600"/>
                        </a:spcBef>
                        <a:spcAft>
                          <a:spcPts val="600"/>
                        </a:spcAft>
                      </a:pPr>
                      <a:r>
                        <a:rPr lang="en-IN" sz="500" dirty="0">
                          <a:effectLst/>
                        </a:rPr>
                        <a:t> </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supiIndex</a:t>
                      </a:r>
                      <a:r>
                        <a:rPr lang="en-IN" sz="500" dirty="0">
                          <a:effectLst/>
                        </a:rPr>
                        <a:t>` ON `</a:t>
                      </a:r>
                      <a:r>
                        <a:rPr lang="en-IN" sz="500" dirty="0" err="1">
                          <a:effectLst/>
                        </a:rPr>
                        <a:t>SubscriptionManagement</a:t>
                      </a:r>
                      <a:r>
                        <a:rPr lang="en-IN" sz="500" dirty="0">
                          <a:effectLst/>
                        </a:rPr>
                        <a:t>`(`</a:t>
                      </a:r>
                      <a:r>
                        <a:rPr lang="en-IN" sz="500" dirty="0" err="1">
                          <a:effectLst/>
                        </a:rPr>
                        <a:t>supi</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simStatusIndex</a:t>
                      </a:r>
                      <a:r>
                        <a:rPr lang="en-IN" sz="500" dirty="0">
                          <a:effectLst/>
                        </a:rPr>
                        <a:t>` ON `</a:t>
                      </a:r>
                      <a:r>
                        <a:rPr lang="en-IN" sz="500" dirty="0" err="1">
                          <a:effectLst/>
                        </a:rPr>
                        <a:t>SubscriptionManagement</a:t>
                      </a:r>
                      <a:r>
                        <a:rPr lang="en-IN" sz="500" dirty="0">
                          <a:effectLst/>
                        </a:rPr>
                        <a:t>`(`</a:t>
                      </a:r>
                      <a:r>
                        <a:rPr lang="en-IN" sz="500" dirty="0" err="1">
                          <a:effectLst/>
                        </a:rPr>
                        <a:t>simStatus</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lteSubscriptionStatusIndex</a:t>
                      </a:r>
                      <a:r>
                        <a:rPr lang="en-IN" sz="500" dirty="0">
                          <a:effectLst/>
                        </a:rPr>
                        <a:t>` ON `</a:t>
                      </a:r>
                      <a:r>
                        <a:rPr lang="en-IN" sz="500" dirty="0" err="1">
                          <a:effectLst/>
                        </a:rPr>
                        <a:t>SubscriptionManagement</a:t>
                      </a:r>
                      <a:r>
                        <a:rPr lang="en-IN" sz="500" dirty="0">
                          <a:effectLst/>
                        </a:rPr>
                        <a:t>`(`</a:t>
                      </a:r>
                      <a:r>
                        <a:rPr lang="en-IN" sz="500" dirty="0" err="1">
                          <a:effectLst/>
                        </a:rPr>
                        <a:t>lteSubscriptionStatus</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nrSubscriptionStatusIndex</a:t>
                      </a:r>
                      <a:r>
                        <a:rPr lang="en-IN" sz="500" dirty="0">
                          <a:effectLst/>
                        </a:rPr>
                        <a:t>` ON `</a:t>
                      </a:r>
                      <a:r>
                        <a:rPr lang="en-IN" sz="500" dirty="0" err="1">
                          <a:effectLst/>
                        </a:rPr>
                        <a:t>SubscriptionManagement</a:t>
                      </a:r>
                      <a:r>
                        <a:rPr lang="en-IN" sz="500" dirty="0">
                          <a:effectLst/>
                        </a:rPr>
                        <a:t>`(`</a:t>
                      </a:r>
                      <a:r>
                        <a:rPr lang="en-IN" sz="500" dirty="0" err="1">
                          <a:effectLst/>
                        </a:rPr>
                        <a:t>nrSubscriptionStatus</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typeIndex</a:t>
                      </a:r>
                      <a:r>
                        <a:rPr lang="en-IN" sz="500" dirty="0">
                          <a:effectLst/>
                        </a:rPr>
                        <a:t>` ON `</a:t>
                      </a:r>
                      <a:r>
                        <a:rPr lang="en-IN" sz="500" dirty="0" err="1">
                          <a:effectLst/>
                        </a:rPr>
                        <a:t>SubscriptionManagement</a:t>
                      </a:r>
                      <a:r>
                        <a:rPr lang="en-IN" sz="500" dirty="0">
                          <a:effectLst/>
                        </a:rPr>
                        <a:t>`(`type`) ;</a:t>
                      </a:r>
                      <a:endParaRPr lang="en-IN" sz="600" dirty="0">
                        <a:effectLst/>
                      </a:endParaRPr>
                    </a:p>
                    <a:p>
                      <a:pPr marL="152400">
                        <a:lnSpc>
                          <a:spcPct val="107000"/>
                        </a:lnSpc>
                        <a:spcBef>
                          <a:spcPts val="600"/>
                        </a:spcBef>
                        <a:spcAft>
                          <a:spcPts val="600"/>
                        </a:spcAft>
                      </a:pPr>
                      <a:r>
                        <a:rPr lang="en-IN" sz="500" dirty="0">
                          <a:effectLst/>
                        </a:rPr>
                        <a:t> </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pcfportaldb_companyid_type_index</a:t>
                      </a:r>
                      <a:r>
                        <a:rPr lang="en-IN" sz="500" dirty="0">
                          <a:effectLst/>
                        </a:rPr>
                        <a:t>` ON `</a:t>
                      </a:r>
                      <a:r>
                        <a:rPr lang="en-IN" sz="500" dirty="0" err="1">
                          <a:effectLst/>
                        </a:rPr>
                        <a:t>pcfportaldb</a:t>
                      </a:r>
                      <a:r>
                        <a:rPr lang="en-IN" sz="500" dirty="0">
                          <a:effectLst/>
                        </a:rPr>
                        <a:t>`(`</a:t>
                      </a:r>
                      <a:r>
                        <a:rPr lang="en-IN" sz="500" dirty="0" err="1">
                          <a:effectLst/>
                        </a:rPr>
                        <a:t>companyId</a:t>
                      </a:r>
                      <a:r>
                        <a:rPr lang="en-IN" sz="500" dirty="0">
                          <a:effectLst/>
                        </a:rPr>
                        <a:t>`,`type`);</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amf_instanceid</a:t>
                      </a:r>
                      <a:r>
                        <a:rPr lang="en-IN" sz="500" dirty="0">
                          <a:effectLst/>
                        </a:rPr>
                        <a:t>` ON `</a:t>
                      </a:r>
                      <a:r>
                        <a:rPr lang="en-IN" sz="500" dirty="0" err="1">
                          <a:effectLst/>
                        </a:rPr>
                        <a:t>ContextManagement</a:t>
                      </a:r>
                      <a:r>
                        <a:rPr lang="en-IN" sz="500" dirty="0">
                          <a:effectLst/>
                        </a:rPr>
                        <a:t>`((`amf3gppAccess`.`amfInstanceId`)) WHERE ((meta(self).`id`) like "%</a:t>
                      </a:r>
                      <a:r>
                        <a:rPr lang="en-IN" sz="500" dirty="0" err="1">
                          <a:effectLst/>
                        </a:rPr>
                        <a:t>amf</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mme_identity</a:t>
                      </a:r>
                      <a:r>
                        <a:rPr lang="en-IN" sz="500" dirty="0">
                          <a:effectLst/>
                        </a:rPr>
                        <a:t>` ON `</a:t>
                      </a:r>
                      <a:r>
                        <a:rPr lang="en-IN" sz="500" dirty="0" err="1">
                          <a:effectLst/>
                        </a:rPr>
                        <a:t>ContextManagement</a:t>
                      </a:r>
                      <a:r>
                        <a:rPr lang="en-IN" sz="500" dirty="0">
                          <a:effectLst/>
                        </a:rPr>
                        <a:t>`((`</a:t>
                      </a:r>
                      <a:r>
                        <a:rPr lang="en-IN" sz="500" dirty="0" err="1">
                          <a:effectLst/>
                        </a:rPr>
                        <a:t>mmeIdentity</a:t>
                      </a:r>
                      <a:r>
                        <a:rPr lang="en-IN" sz="500" dirty="0">
                          <a:effectLst/>
                        </a:rPr>
                        <a:t>`)) WHERE ((meta(self).`id`) like "%</a:t>
                      </a:r>
                      <a:r>
                        <a:rPr lang="en-IN" sz="500" dirty="0" err="1">
                          <a:effectLst/>
                        </a:rPr>
                        <a:t>mmecontext</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sdm_subdoc</a:t>
                      </a:r>
                      <a:r>
                        <a:rPr lang="en-IN" sz="500" dirty="0">
                          <a:effectLst/>
                        </a:rPr>
                        <a:t>` ON `</a:t>
                      </a:r>
                      <a:r>
                        <a:rPr lang="en-IN" sz="500" dirty="0" err="1">
                          <a:effectLst/>
                        </a:rPr>
                        <a:t>ContextManagement</a:t>
                      </a:r>
                      <a:r>
                        <a:rPr lang="en-IN" sz="500" dirty="0">
                          <a:effectLst/>
                        </a:rPr>
                        <a:t>`((distinct (</a:t>
                      </a:r>
                      <a:r>
                        <a:rPr lang="en-IN" sz="500" dirty="0" err="1">
                          <a:effectLst/>
                        </a:rPr>
                        <a:t>object_names</a:t>
                      </a:r>
                      <a:r>
                        <a:rPr lang="en-IN" sz="500" dirty="0">
                          <a:effectLst/>
                        </a:rPr>
                        <a:t>(self)))) WHERE ((meta(self).`id`) like "%</a:t>
                      </a:r>
                      <a:r>
                        <a:rPr lang="en-IN" sz="500" dirty="0" err="1">
                          <a:effectLst/>
                        </a:rPr>
                        <a:t>sdm</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smf_subdoc</a:t>
                      </a:r>
                      <a:r>
                        <a:rPr lang="en-IN" sz="500" dirty="0">
                          <a:effectLst/>
                        </a:rPr>
                        <a:t>` ON `</a:t>
                      </a:r>
                      <a:r>
                        <a:rPr lang="en-IN" sz="500" dirty="0" err="1">
                          <a:effectLst/>
                        </a:rPr>
                        <a:t>ContextManagement</a:t>
                      </a:r>
                      <a:r>
                        <a:rPr lang="en-IN" sz="500" dirty="0">
                          <a:effectLst/>
                        </a:rPr>
                        <a:t>`((distinct (</a:t>
                      </a:r>
                      <a:r>
                        <a:rPr lang="en-IN" sz="500" dirty="0" err="1">
                          <a:effectLst/>
                        </a:rPr>
                        <a:t>object_names</a:t>
                      </a:r>
                      <a:r>
                        <a:rPr lang="en-IN" sz="500" dirty="0">
                          <a:effectLst/>
                        </a:rPr>
                        <a:t>(self)))) WHERE ((meta(self).`id`) like "%</a:t>
                      </a:r>
                      <a:r>
                        <a:rPr lang="en-IN" sz="500" dirty="0" err="1">
                          <a:effectLst/>
                        </a:rPr>
                        <a:t>smf</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 </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smf_subdoc_instanceid</a:t>
                      </a:r>
                      <a:r>
                        <a:rPr lang="en-IN" sz="500" dirty="0">
                          <a:effectLst/>
                        </a:rPr>
                        <a:t>` ON `</a:t>
                      </a:r>
                      <a:r>
                        <a:rPr lang="en-IN" sz="500" dirty="0" err="1">
                          <a:effectLst/>
                        </a:rPr>
                        <a:t>ContextManagement</a:t>
                      </a:r>
                      <a:r>
                        <a:rPr lang="en-IN" sz="500" dirty="0">
                          <a:effectLst/>
                        </a:rPr>
                        <a:t>`((distinct (</a:t>
                      </a:r>
                      <a:r>
                        <a:rPr lang="en-IN" sz="500" dirty="0" err="1">
                          <a:effectLst/>
                        </a:rPr>
                        <a:t>object_pairs</a:t>
                      </a:r>
                      <a:r>
                        <a:rPr lang="en-IN" sz="500" dirty="0">
                          <a:effectLst/>
                        </a:rPr>
                        <a:t>(self)))) WHERE ((meta(self).`id`) like "%</a:t>
                      </a:r>
                      <a:r>
                        <a:rPr lang="en-IN" sz="500" dirty="0" err="1">
                          <a:effectLst/>
                        </a:rPr>
                        <a:t>smf</a:t>
                      </a:r>
                      <a:r>
                        <a:rPr lang="en-IN" sz="500" dirty="0">
                          <a:effectLst/>
                        </a:rPr>
                        <a:t>")</a:t>
                      </a:r>
                      <a:endParaRPr lang="en-IN" sz="600" dirty="0">
                        <a:effectLst/>
                      </a:endParaRPr>
                    </a:p>
                    <a:p>
                      <a:pPr marL="152400">
                        <a:lnSpc>
                          <a:spcPct val="107000"/>
                        </a:lnSpc>
                        <a:spcBef>
                          <a:spcPts val="600"/>
                        </a:spcBef>
                        <a:spcAft>
                          <a:spcPts val="600"/>
                        </a:spcAft>
                      </a:pPr>
                      <a:r>
                        <a:rPr lang="en-IN" sz="500" dirty="0">
                          <a:effectLst/>
                        </a:rPr>
                        <a:t>CREATE index </a:t>
                      </a:r>
                      <a:r>
                        <a:rPr lang="en-IN" sz="500" dirty="0" err="1">
                          <a:effectLst/>
                        </a:rPr>
                        <a:t>subscription_simStatus</a:t>
                      </a:r>
                      <a:r>
                        <a:rPr lang="en-IN" sz="500" dirty="0">
                          <a:effectLst/>
                        </a:rPr>
                        <a:t> on </a:t>
                      </a:r>
                      <a:r>
                        <a:rPr lang="en-IN" sz="500" dirty="0" err="1">
                          <a:effectLst/>
                        </a:rPr>
                        <a:t>SubscriptionManagement</a:t>
                      </a:r>
                      <a:r>
                        <a:rPr lang="en-IN" sz="500" dirty="0">
                          <a:effectLst/>
                        </a:rPr>
                        <a:t>(</a:t>
                      </a:r>
                      <a:r>
                        <a:rPr lang="en-IN" sz="500" dirty="0" err="1">
                          <a:effectLst/>
                        </a:rPr>
                        <a:t>simStatus</a:t>
                      </a:r>
                      <a:r>
                        <a:rPr lang="en-IN" sz="500" dirty="0">
                          <a:effectLst/>
                        </a:rPr>
                        <a:t>) where type='</a:t>
                      </a:r>
                      <a:r>
                        <a:rPr lang="en-IN" sz="500" dirty="0" err="1">
                          <a:effectLst/>
                        </a:rPr>
                        <a:t>SubscriptionData</a:t>
                      </a:r>
                      <a:r>
                        <a:rPr lang="en-IN" sz="500" dirty="0">
                          <a:effectLst/>
                        </a:rPr>
                        <a:t>'</a:t>
                      </a:r>
                      <a:endParaRPr lang="en-IN" sz="6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21678" marR="37375" marT="64659" marB="96802"/>
                </a:tc>
                <a:extLst>
                  <a:ext uri="{0D108BD9-81ED-4DB2-BD59-A6C34878D82A}">
                    <a16:rowId xmlns:a16="http://schemas.microsoft.com/office/drawing/2014/main" val="3078589877"/>
                  </a:ext>
                </a:extLst>
              </a:tr>
            </a:tbl>
          </a:graphicData>
        </a:graphic>
      </p:graphicFrame>
    </p:spTree>
    <p:custDataLst>
      <p:tags r:id="rId1"/>
    </p:custDataLst>
    <p:extLst>
      <p:ext uri="{BB962C8B-B14F-4D97-AF65-F5344CB8AC3E}">
        <p14:creationId xmlns:p14="http://schemas.microsoft.com/office/powerpoint/2010/main" val="2749711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Creating Indexes</a:t>
            </a:r>
            <a:endParaRPr lang="en-IN" dirty="0"/>
          </a:p>
        </p:txBody>
      </p:sp>
      <p:sp>
        <p:nvSpPr>
          <p:cNvPr id="5" name="Content Placeholder 4"/>
          <p:cNvSpPr>
            <a:spLocks noGrp="1"/>
          </p:cNvSpPr>
          <p:nvPr>
            <p:ph idx="1"/>
          </p:nvPr>
        </p:nvSpPr>
        <p:spPr>
          <a:xfrm>
            <a:off x="253342" y="1184253"/>
            <a:ext cx="11269662" cy="4127818"/>
          </a:xfrm>
        </p:spPr>
        <p:txBody>
          <a:bodyPr>
            <a:normAutofit/>
          </a:bodyPr>
          <a:lstStyle/>
          <a:p>
            <a:pPr marL="0" indent="0">
              <a:lnSpc>
                <a:spcPct val="107000"/>
              </a:lnSpc>
              <a:spcBef>
                <a:spcPts val="200"/>
              </a:spcBef>
              <a:buNone/>
            </a:pPr>
            <a:br>
              <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rPr>
            </a:br>
            <a:endParaRPr lang="en-IN" sz="18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p>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21</a:t>
            </a:fld>
            <a:endParaRPr lang="en-US"/>
          </a:p>
        </p:txBody>
      </p:sp>
      <p:graphicFrame>
        <p:nvGraphicFramePr>
          <p:cNvPr id="2" name="Table 1">
            <a:extLst>
              <a:ext uri="{FF2B5EF4-FFF2-40B4-BE49-F238E27FC236}">
                <a16:creationId xmlns:a16="http://schemas.microsoft.com/office/drawing/2014/main" id="{68540A1D-FDDF-4D0F-B5F3-C48B28C2514A}"/>
              </a:ext>
            </a:extLst>
          </p:cNvPr>
          <p:cNvGraphicFramePr>
            <a:graphicFrameLocks noGrp="1"/>
          </p:cNvGraphicFramePr>
          <p:nvPr/>
        </p:nvGraphicFramePr>
        <p:xfrm>
          <a:off x="442913" y="16891764"/>
          <a:ext cx="11269662" cy="4127818"/>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658447307"/>
                    </a:ext>
                  </a:extLst>
                </a:gridCol>
              </a:tblGrid>
              <a:tr h="0">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AuthVector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500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BatchProcessor</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ContextManagement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300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PCF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pcfportaldb</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100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SubscriptionManagement</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SubscriptionPolicy</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800</a:t>
                      </a:r>
                      <a:endParaRPr lang="en-IN" sz="1000" dirty="0">
                        <a:effectLst/>
                      </a:endParaRPr>
                    </a:p>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couchbase</a:t>
                      </a:r>
                      <a:r>
                        <a:rPr lang="en-IN" sz="900" dirty="0">
                          <a:effectLst/>
                        </a:rPr>
                        <a:t>-cli bucket-create --cluster localhost:8091 --username Administrator --password </a:t>
                      </a:r>
                      <a:r>
                        <a:rPr lang="en-IN" sz="900" dirty="0" err="1">
                          <a:effectLst/>
                        </a:rPr>
                        <a:t>password</a:t>
                      </a:r>
                      <a:r>
                        <a:rPr lang="en-IN" sz="900" dirty="0">
                          <a:effectLst/>
                        </a:rPr>
                        <a:t> --bucket </a:t>
                      </a:r>
                      <a:r>
                        <a:rPr lang="en-IN" sz="900" dirty="0" err="1">
                          <a:effectLst/>
                        </a:rPr>
                        <a:t>SystemConfiguration</a:t>
                      </a:r>
                      <a:r>
                        <a:rPr lang="en-IN" sz="900" dirty="0">
                          <a:effectLst/>
                        </a:rPr>
                        <a:t> --bucket-type </a:t>
                      </a:r>
                      <a:r>
                        <a:rPr lang="en-IN" sz="900" dirty="0" err="1">
                          <a:effectLst/>
                        </a:rPr>
                        <a:t>couchbase</a:t>
                      </a:r>
                      <a:r>
                        <a:rPr lang="en-IN" sz="900" dirty="0">
                          <a:effectLst/>
                        </a:rPr>
                        <a:t> --bucket-</a:t>
                      </a:r>
                      <a:r>
                        <a:rPr lang="en-IN" sz="900" dirty="0" err="1">
                          <a:effectLst/>
                        </a:rPr>
                        <a:t>ramsize</a:t>
                      </a:r>
                      <a:r>
                        <a:rPr lang="en-IN" sz="900" dirty="0">
                          <a:effectLst/>
                        </a:rPr>
                        <a:t> 200</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3277092529"/>
                  </a:ext>
                </a:extLst>
              </a:tr>
            </a:tbl>
          </a:graphicData>
        </a:graphic>
      </p:graphicFrame>
      <p:pic>
        <p:nvPicPr>
          <p:cNvPr id="8" name="Picture 7">
            <a:extLst>
              <a:ext uri="{FF2B5EF4-FFF2-40B4-BE49-F238E27FC236}">
                <a16:creationId xmlns:a16="http://schemas.microsoft.com/office/drawing/2014/main" id="{830D5320-5F73-44EC-92C2-A973843C169B}"/>
              </a:ext>
            </a:extLst>
          </p:cNvPr>
          <p:cNvPicPr/>
          <p:nvPr/>
        </p:nvPicPr>
        <p:blipFill>
          <a:blip r:embed="rId3"/>
          <a:stretch>
            <a:fillRect/>
          </a:stretch>
        </p:blipFill>
        <p:spPr>
          <a:xfrm>
            <a:off x="2778717" y="1133476"/>
            <a:ext cx="7493439" cy="3644449"/>
          </a:xfrm>
          <a:prstGeom prst="rect">
            <a:avLst/>
          </a:prstGeom>
          <a:ln>
            <a:solidFill>
              <a:schemeClr val="accent1"/>
            </a:solidFill>
          </a:ln>
        </p:spPr>
      </p:pic>
      <p:sp>
        <p:nvSpPr>
          <p:cNvPr id="13" name="Content Placeholder 4">
            <a:extLst>
              <a:ext uri="{FF2B5EF4-FFF2-40B4-BE49-F238E27FC236}">
                <a16:creationId xmlns:a16="http://schemas.microsoft.com/office/drawing/2014/main" id="{B9072310-0042-4784-8E8E-B43A07540581}"/>
              </a:ext>
            </a:extLst>
          </p:cNvPr>
          <p:cNvSpPr txBox="1">
            <a:spLocks/>
          </p:cNvSpPr>
          <p:nvPr/>
        </p:nvSpPr>
        <p:spPr>
          <a:xfrm>
            <a:off x="253342" y="976497"/>
            <a:ext cx="11269662" cy="4824412"/>
          </a:xfrm>
          <a:prstGeom prst="rect">
            <a:avLst/>
          </a:prstGeom>
        </p:spPr>
        <p:txBody>
          <a:bodyPr vert="horz" lIns="91440" tIns="91440" rIns="91440" bIns="45720" rtlCol="0">
            <a:normAutofit/>
          </a:bodyPr>
          <a:lst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endParaRPr lang="en-IN" sz="1800" dirty="0">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lnSpc>
                <a:spcPct val="107000"/>
              </a:lnSpc>
              <a:spcBef>
                <a:spcPts val="200"/>
              </a:spcBef>
              <a:buFont typeface="Arial" panose="020B0604020202020204" pitchFamily="34" charset="0"/>
              <a:buNone/>
            </a:pPr>
            <a:r>
              <a:rPr lang="en-IN" sz="1200" dirty="0">
                <a:solidFill>
                  <a:srgbClr val="141414"/>
                </a:solidFill>
                <a:ea typeface="Open Sans" panose="020B0606030504020204" pitchFamily="34" charset="0"/>
                <a:cs typeface="Times New Roman" panose="02020603050405020304" pitchFamily="18" charset="0"/>
              </a:rPr>
              <a:t>Alternate Method to Add Create index.</a:t>
            </a:r>
          </a:p>
          <a:p>
            <a:endParaRPr lang="en-US" sz="1200" b="1" dirty="0"/>
          </a:p>
        </p:txBody>
      </p:sp>
      <p:graphicFrame>
        <p:nvGraphicFramePr>
          <p:cNvPr id="14" name="Table 13">
            <a:extLst>
              <a:ext uri="{FF2B5EF4-FFF2-40B4-BE49-F238E27FC236}">
                <a16:creationId xmlns:a16="http://schemas.microsoft.com/office/drawing/2014/main" id="{533AC75A-5F6D-429D-BFF5-DCFE0D75E68B}"/>
              </a:ext>
            </a:extLst>
          </p:cNvPr>
          <p:cNvGraphicFramePr>
            <a:graphicFrameLocks noGrp="1"/>
          </p:cNvGraphicFramePr>
          <p:nvPr>
            <p:extLst>
              <p:ext uri="{D42A27DB-BD31-4B8C-83A1-F6EECF244321}">
                <p14:modId xmlns:p14="http://schemas.microsoft.com/office/powerpoint/2010/main" val="1052111984"/>
              </p:ext>
            </p:extLst>
          </p:nvPr>
        </p:nvGraphicFramePr>
        <p:xfrm>
          <a:off x="348128" y="5383186"/>
          <a:ext cx="11269662" cy="684212"/>
        </p:xfrm>
        <a:graphic>
          <a:graphicData uri="http://schemas.openxmlformats.org/drawingml/2006/table">
            <a:tbl>
              <a:tblPr firstRow="1" firstCol="1" lastRow="1" lastCol="1" bandRow="1" bandCol="1">
                <a:tableStyleId>{5C22544A-7EE6-4342-B048-85BDC9FD1C3A}</a:tableStyleId>
              </a:tblPr>
              <a:tblGrid>
                <a:gridCol w="11269662">
                  <a:extLst>
                    <a:ext uri="{9D8B030D-6E8A-4147-A177-3AD203B41FA5}">
                      <a16:colId xmlns:a16="http://schemas.microsoft.com/office/drawing/2014/main" val="1400168927"/>
                    </a:ext>
                  </a:extLst>
                </a:gridCol>
              </a:tblGrid>
              <a:tr h="684212">
                <a:tc>
                  <a:txBody>
                    <a:bodyPr/>
                    <a:lstStyle/>
                    <a:p>
                      <a:pPr marL="152400">
                        <a:lnSpc>
                          <a:spcPct val="107000"/>
                        </a:lnSpc>
                        <a:spcBef>
                          <a:spcPts val="600"/>
                        </a:spcBef>
                        <a:spcAft>
                          <a:spcPts val="600"/>
                        </a:spcAft>
                      </a:pPr>
                      <a:r>
                        <a:rPr lang="en-IN" sz="900" dirty="0" err="1">
                          <a:effectLst/>
                        </a:rPr>
                        <a:t>kubectl</a:t>
                      </a:r>
                      <a:r>
                        <a:rPr lang="en-IN" sz="900" dirty="0">
                          <a:effectLst/>
                        </a:rPr>
                        <a:t> -n &lt;namespace&gt; exec -it couchbase-0 -c </a:t>
                      </a:r>
                      <a:r>
                        <a:rPr lang="en-IN" sz="900" dirty="0" err="1">
                          <a:effectLst/>
                        </a:rPr>
                        <a:t>couchbase</a:t>
                      </a:r>
                      <a:r>
                        <a:rPr lang="en-IN" sz="900" dirty="0">
                          <a:effectLst/>
                        </a:rPr>
                        <a:t> -- </a:t>
                      </a:r>
                      <a:r>
                        <a:rPr lang="en-IN" sz="900" dirty="0" err="1">
                          <a:effectLst/>
                        </a:rPr>
                        <a:t>bashcurl</a:t>
                      </a:r>
                      <a:r>
                        <a:rPr lang="en-IN" sz="900" dirty="0">
                          <a:effectLst/>
                        </a:rPr>
                        <a:t> -X POST 'http://cb-svc-ui:8093/query/service' -u '&lt;</a:t>
                      </a:r>
                      <a:r>
                        <a:rPr lang="en-IN" sz="900" dirty="0" err="1">
                          <a:effectLst/>
                        </a:rPr>
                        <a:t>username:password</a:t>
                      </a:r>
                      <a:r>
                        <a:rPr lang="en-IN" sz="900" dirty="0">
                          <a:effectLst/>
                        </a:rPr>
                        <a:t>&gt;' -H "Content-Type: text/plain" -d '&lt;query&gt;'</a:t>
                      </a:r>
                      <a:endParaRPr lang="en-IN" sz="1000" dirty="0">
                        <a:solidFill>
                          <a:srgbClr val="141414"/>
                        </a:solidFill>
                        <a:effectLst/>
                        <a:latin typeface="Open Sans Light" panose="020B0306030504020204" pitchFamily="34" charset="0"/>
                        <a:ea typeface="Open Sans" panose="020B0606030504020204" pitchFamily="34" charset="0"/>
                        <a:cs typeface="Times New Roman" panose="02020603050405020304" pitchFamily="18" charset="0"/>
                      </a:endParaRPr>
                    </a:p>
                  </a:txBody>
                  <a:tcPr marL="36830" marR="63500" marT="109855" marB="164465"/>
                </a:tc>
                <a:extLst>
                  <a:ext uri="{0D108BD9-81ED-4DB2-BD59-A6C34878D82A}">
                    <a16:rowId xmlns:a16="http://schemas.microsoft.com/office/drawing/2014/main" val="1719446628"/>
                  </a:ext>
                </a:extLst>
              </a:tr>
            </a:tbl>
          </a:graphicData>
        </a:graphic>
      </p:graphicFrame>
    </p:spTree>
    <p:custDataLst>
      <p:tags r:id="rId1"/>
    </p:custDataLst>
    <p:extLst>
      <p:ext uri="{BB962C8B-B14F-4D97-AF65-F5344CB8AC3E}">
        <p14:creationId xmlns:p14="http://schemas.microsoft.com/office/powerpoint/2010/main" val="3656303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dirty="0"/>
              <a:t>Show &amp; Tell Session</a:t>
            </a:r>
            <a:endParaRPr lang="hi-IN" dirty="0"/>
          </a:p>
        </p:txBody>
      </p:sp>
      <p:sp>
        <p:nvSpPr>
          <p:cNvPr id="5" name="Content Placeholder 4"/>
          <p:cNvSpPr>
            <a:spLocks noGrp="1"/>
          </p:cNvSpPr>
          <p:nvPr>
            <p:ph idx="1"/>
          </p:nvPr>
        </p:nvSpPr>
        <p:spPr/>
        <p:txBody>
          <a:bodyPr>
            <a:normAutofit/>
          </a:bodyPr>
          <a:lstStyle/>
          <a:p>
            <a:pPr marL="457200" lvl="1" indent="0">
              <a:buNone/>
            </a:pPr>
            <a:r>
              <a:rPr lang="en-US" sz="1100" dirty="0"/>
              <a:t>•</a:t>
            </a:r>
            <a:r>
              <a:rPr lang="en-US" sz="1200" dirty="0"/>
              <a:t>	Deploy Couchbase Database</a:t>
            </a:r>
          </a:p>
          <a:p>
            <a:pPr marL="457200" lvl="1" indent="0">
              <a:buNone/>
            </a:pPr>
            <a:r>
              <a:rPr lang="en-US" sz="1200" dirty="0"/>
              <a:t>•	Initialize Couchbase Cluster</a:t>
            </a:r>
          </a:p>
          <a:p>
            <a:pPr marL="457200" lvl="1" indent="0">
              <a:buNone/>
            </a:pPr>
            <a:r>
              <a:rPr lang="en-US" sz="1200" dirty="0"/>
              <a:t>•	Creating Buckets</a:t>
            </a:r>
          </a:p>
          <a:p>
            <a:pPr marL="457200" lvl="1" indent="0">
              <a:buNone/>
            </a:pPr>
            <a:r>
              <a:rPr lang="en-US" sz="1200" dirty="0"/>
              <a:t>•	Creating indexes</a:t>
            </a:r>
          </a:p>
          <a:p>
            <a:pPr marL="457200" lvl="1" indent="0">
              <a:buNone/>
            </a:pPr>
            <a:endParaRPr lang="en-US" sz="1100"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22</a:t>
            </a:fld>
            <a:endParaRPr lang="en-US"/>
          </a:p>
        </p:txBody>
      </p:sp>
    </p:spTree>
    <p:custDataLst>
      <p:tags r:id="rId1"/>
    </p:custDataLst>
    <p:extLst>
      <p:ext uri="{BB962C8B-B14F-4D97-AF65-F5344CB8AC3E}">
        <p14:creationId xmlns:p14="http://schemas.microsoft.com/office/powerpoint/2010/main" val="3669618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XDCR Replication</a:t>
            </a:r>
            <a:endParaRPr lang="en-IN" dirty="0"/>
          </a:p>
        </p:txBody>
      </p:sp>
      <p:sp>
        <p:nvSpPr>
          <p:cNvPr id="5" name="Content Placeholder 4"/>
          <p:cNvSpPr>
            <a:spLocks noGrp="1"/>
          </p:cNvSpPr>
          <p:nvPr>
            <p:ph idx="1"/>
          </p:nvPr>
        </p:nvSpPr>
        <p:spPr/>
        <p:txBody>
          <a:bodyPr>
            <a:normAutofit/>
          </a:bodyPr>
          <a:lstStyle/>
          <a:p>
            <a:pPr lvl="1"/>
            <a:r>
              <a:rPr lang="en-US" sz="1200" dirty="0"/>
              <a:t>Cross Data Center Replication (XDCR) replicates data between a source bucket and a target bucket. </a:t>
            </a:r>
          </a:p>
          <a:p>
            <a:pPr lvl="1"/>
            <a:endParaRPr lang="en-US" sz="1200" dirty="0"/>
          </a:p>
          <a:p>
            <a:pPr lvl="1"/>
            <a:r>
              <a:rPr lang="en-US" sz="1200" dirty="0"/>
              <a:t>The buckets may be located on different clusters, and in different data centers.</a:t>
            </a:r>
          </a:p>
          <a:p>
            <a:pPr lvl="1"/>
            <a:endParaRPr lang="en-US" sz="1200" dirty="0"/>
          </a:p>
          <a:p>
            <a:pPr lvl="1"/>
            <a:r>
              <a:rPr lang="en-US" sz="1200" dirty="0"/>
              <a:t>This provides protection against data-center failure, and provides high-performance data-access for globally distributed, mission-critical applications.</a:t>
            </a:r>
          </a:p>
          <a:p>
            <a:pPr lvl="1"/>
            <a:endParaRPr lang="en-US" sz="1200" dirty="0"/>
          </a:p>
          <a:p>
            <a:pPr lvl="1"/>
            <a:r>
              <a:rPr lang="en-US" sz="1200" dirty="0"/>
              <a:t>Data from the source bucket is pushed to the target bucket by means of an XDCR agent, running on the source cluster, using the Database Change Protocol. </a:t>
            </a:r>
          </a:p>
          <a:p>
            <a:pPr lvl="1"/>
            <a:endParaRPr lang="en-US" sz="1200" dirty="0"/>
          </a:p>
          <a:p>
            <a:pPr lvl="1"/>
            <a:r>
              <a:rPr lang="en-US" sz="1200" dirty="0"/>
              <a:t>Any bucket (Couchbase or Ephemeral) on any cluster can be specified as a source or a target for one or more XDCR definitions.</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23</a:t>
            </a:fld>
            <a:endParaRPr lang="en-US"/>
          </a:p>
        </p:txBody>
      </p:sp>
    </p:spTree>
    <p:custDataLst>
      <p:tags r:id="rId1"/>
    </p:custDataLst>
    <p:extLst>
      <p:ext uri="{BB962C8B-B14F-4D97-AF65-F5344CB8AC3E}">
        <p14:creationId xmlns:p14="http://schemas.microsoft.com/office/powerpoint/2010/main" val="1102290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XDCR Replication</a:t>
            </a:r>
            <a:endParaRPr lang="en-IN" dirty="0"/>
          </a:p>
        </p:txBody>
      </p:sp>
      <p:sp>
        <p:nvSpPr>
          <p:cNvPr id="5" name="Content Placeholder 4"/>
          <p:cNvSpPr>
            <a:spLocks noGrp="1"/>
          </p:cNvSpPr>
          <p:nvPr>
            <p:ph idx="1"/>
          </p:nvPr>
        </p:nvSpPr>
        <p:spPr/>
        <p:txBody>
          <a:bodyPr>
            <a:normAutofit/>
          </a:bodyPr>
          <a:lstStyle/>
          <a:p>
            <a:pPr marL="457200" lvl="1" indent="0" algn="ctr">
              <a:buNone/>
            </a:pPr>
            <a:r>
              <a:rPr lang="en-US" sz="1600" b="1" u="sng" dirty="0"/>
              <a:t>Replication Bidirectional Data Flow Diagram</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24</a:t>
            </a:fld>
            <a:endParaRPr lang="en-US"/>
          </a:p>
        </p:txBody>
      </p:sp>
      <p:pic>
        <p:nvPicPr>
          <p:cNvPr id="1026" name="Picture 2">
            <a:extLst>
              <a:ext uri="{FF2B5EF4-FFF2-40B4-BE49-F238E27FC236}">
                <a16:creationId xmlns:a16="http://schemas.microsoft.com/office/drawing/2014/main" id="{FB77543A-EA15-4E5A-A3F8-2B1C5FEED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25" y="1777200"/>
            <a:ext cx="11009971" cy="42807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99401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US" sz="3600" dirty="0"/>
              <a:t>Create XDCR replication (for Duplex mode)</a:t>
            </a:r>
            <a:endParaRPr lang="en-IN" dirty="0"/>
          </a:p>
        </p:txBody>
      </p:sp>
      <p:sp>
        <p:nvSpPr>
          <p:cNvPr id="5" name="Content Placeholder 4"/>
          <p:cNvSpPr>
            <a:spLocks noGrp="1"/>
          </p:cNvSpPr>
          <p:nvPr>
            <p:ph idx="1"/>
          </p:nvPr>
        </p:nvSpPr>
        <p:spPr/>
        <p:txBody>
          <a:bodyPr>
            <a:normAutofit/>
          </a:bodyPr>
          <a:lstStyle/>
          <a:p>
            <a:pPr marL="457200" lvl="1" indent="0">
              <a:buNone/>
            </a:pPr>
            <a:r>
              <a:rPr lang="en-IN" sz="1200" dirty="0">
                <a:effectLst/>
                <a:ea typeface="Times New Roman" panose="02020603050405020304" pitchFamily="18" charset="0"/>
                <a:cs typeface="Times New Roman" panose="02020603050405020304" pitchFamily="18" charset="0"/>
              </a:rPr>
              <a:t>Pre-requisites:</a:t>
            </a:r>
          </a:p>
          <a:p>
            <a:pPr marL="457200" lvl="1" indent="0">
              <a:buNone/>
            </a:pPr>
            <a:br>
              <a:rPr lang="en-IN" sz="1200" dirty="0">
                <a:effectLst/>
                <a:ea typeface="Times New Roman" panose="02020603050405020304" pitchFamily="18" charset="0"/>
                <a:cs typeface="Times New Roman" panose="02020603050405020304" pitchFamily="18" charset="0"/>
              </a:rPr>
            </a:br>
            <a:r>
              <a:rPr lang="en-IN" sz="1200" dirty="0">
                <a:effectLst/>
                <a:ea typeface="Times New Roman" panose="02020603050405020304" pitchFamily="18" charset="0"/>
                <a:cs typeface="Times New Roman" panose="02020603050405020304" pitchFamily="18" charset="0"/>
              </a:rPr>
              <a:t>- All buckets are created on both DBs</a:t>
            </a:r>
          </a:p>
          <a:p>
            <a:pPr marL="457200" lvl="1" indent="0">
              <a:buNone/>
            </a:pPr>
            <a:br>
              <a:rPr lang="en-IN" sz="1200" dirty="0">
                <a:effectLst/>
                <a:ea typeface="Times New Roman" panose="02020603050405020304" pitchFamily="18" charset="0"/>
                <a:cs typeface="Times New Roman" panose="02020603050405020304" pitchFamily="18" charset="0"/>
              </a:rPr>
            </a:br>
            <a:r>
              <a:rPr lang="en-IN" sz="1200" dirty="0">
                <a:effectLst/>
                <a:ea typeface="Times New Roman" panose="02020603050405020304" pitchFamily="18" charset="0"/>
                <a:cs typeface="Times New Roman" panose="02020603050405020304" pitchFamily="18" charset="0"/>
              </a:rPr>
              <a:t>- Both have same bucket names.</a:t>
            </a:r>
            <a:endParaRPr lang="en-IN" sz="1200" dirty="0">
              <a:effectLst/>
              <a:ea typeface="Batang" panose="02030600000101010101" pitchFamily="18" charset="-127"/>
              <a:cs typeface="Times New Roman" panose="02020603050405020304" pitchFamily="18" charset="0"/>
            </a:endParaRPr>
          </a:p>
          <a:p>
            <a:pPr marL="0" indent="0">
              <a:spcAft>
                <a:spcPts val="600"/>
              </a:spcAft>
              <a:buNone/>
            </a:pPr>
            <a:endParaRPr lang="en-US" sz="1200" b="1" dirty="0"/>
          </a:p>
          <a:p>
            <a:pPr marL="0" indent="0">
              <a:spcAft>
                <a:spcPts val="600"/>
              </a:spcAft>
              <a:buNone/>
            </a:pPr>
            <a:r>
              <a:rPr lang="en-US" sz="1200" dirty="0">
                <a:effectLst/>
                <a:ea typeface="Batang" panose="02030600000101010101" pitchFamily="18" charset="-127"/>
                <a:cs typeface="Times New Roman" panose="02020603050405020304" pitchFamily="18" charset="0"/>
              </a:rPr>
              <a:t> Please run the below commands for setting the replication between both the database nodes</a:t>
            </a:r>
          </a:p>
          <a:p>
            <a:pPr marL="0" indent="0">
              <a:spcAft>
                <a:spcPts val="600"/>
              </a:spcAft>
              <a:buNone/>
            </a:pPr>
            <a:endParaRPr lang="en-IN" sz="1800" dirty="0">
              <a:effectLst/>
              <a:latin typeface="Arial" panose="020B0604020202020204" pitchFamily="34" charset="0"/>
              <a:ea typeface="Batang" panose="02030600000101010101" pitchFamily="18" charset="-127"/>
              <a:cs typeface="Times New Roman" panose="02020603050405020304" pitchFamily="18" charset="0"/>
            </a:endParaRPr>
          </a:p>
          <a:p>
            <a:pPr lvl="1"/>
            <a:endParaRPr lang="en-US" sz="1800" dirty="0">
              <a:effectLst/>
              <a:latin typeface="Arial" panose="020B0604020202020204" pitchFamily="34" charset="0"/>
              <a:ea typeface="Batang" panose="02030600000101010101" pitchFamily="18" charset="-127"/>
              <a:cs typeface="Times New Roman" panose="02020603050405020304" pitchFamily="18" charset="0"/>
            </a:endParaRPr>
          </a:p>
          <a:p>
            <a:pPr marL="457200" lvl="1" indent="0" algn="ctr">
              <a:buNone/>
            </a:pPr>
            <a:endParaRPr lang="en-US" sz="1800" dirty="0">
              <a:effectLst/>
              <a:latin typeface="Arial" panose="020B0604020202020204" pitchFamily="34" charset="0"/>
              <a:ea typeface="Batang" panose="02030600000101010101" pitchFamily="18" charset="-127"/>
              <a:cs typeface="Times New Roman" panose="02020603050405020304" pitchFamily="18" charset="0"/>
            </a:endParaRPr>
          </a:p>
          <a:p>
            <a:pPr marL="457200" lvl="1" indent="0" algn="ctr">
              <a:buNone/>
            </a:pPr>
            <a:endParaRPr lang="en-US" sz="1800" dirty="0">
              <a:latin typeface="Arial" panose="020B0604020202020204" pitchFamily="34" charset="0"/>
              <a:ea typeface="Batang" panose="02030600000101010101" pitchFamily="18" charset="-127"/>
              <a:cs typeface="Times New Roman" panose="02020603050405020304" pitchFamily="18" charset="0"/>
            </a:endParaRPr>
          </a:p>
          <a:p>
            <a:pPr marL="457200" lvl="1" indent="0" algn="ctr">
              <a:buNone/>
            </a:pPr>
            <a:endParaRPr lang="en-US" sz="1200" dirty="0">
              <a:effectLst/>
              <a:ea typeface="Batang" panose="02030600000101010101" pitchFamily="18" charset="-127"/>
              <a:cs typeface="Times New Roman" panose="02020603050405020304" pitchFamily="18" charset="0"/>
            </a:endParaRPr>
          </a:p>
          <a:p>
            <a:pPr marL="457200" lvl="1" indent="0" algn="ctr">
              <a:buNone/>
            </a:pPr>
            <a:r>
              <a:rPr lang="en-US" sz="1200" dirty="0">
                <a:effectLst/>
                <a:ea typeface="Batang" panose="02030600000101010101" pitchFamily="18" charset="-127"/>
                <a:cs typeface="Times New Roman" panose="02020603050405020304" pitchFamily="18" charset="0"/>
              </a:rPr>
              <a:t>Code Block: XDCR primary commands</a:t>
            </a:r>
          </a:p>
          <a:p>
            <a:pPr lvl="1"/>
            <a:endParaRPr lang="en-US" sz="1800" b="1" dirty="0">
              <a:latin typeface="Arial" panose="020B0604020202020204" pitchFamily="34" charset="0"/>
              <a:ea typeface="Batang" panose="02030600000101010101" pitchFamily="18" charset="-127"/>
              <a:cs typeface="Times New Roman" panose="02020603050405020304" pitchFamily="18" charset="0"/>
            </a:endParaRPr>
          </a:p>
          <a:p>
            <a:pPr lvl="1"/>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25</a:t>
            </a:fld>
            <a:endParaRPr lang="en-US"/>
          </a:p>
        </p:txBody>
      </p:sp>
      <p:graphicFrame>
        <p:nvGraphicFramePr>
          <p:cNvPr id="2" name="Table 1">
            <a:extLst>
              <a:ext uri="{FF2B5EF4-FFF2-40B4-BE49-F238E27FC236}">
                <a16:creationId xmlns:a16="http://schemas.microsoft.com/office/drawing/2014/main" id="{EB89DA0B-C10F-4FDB-9AA5-9450C2A916C3}"/>
              </a:ext>
            </a:extLst>
          </p:cNvPr>
          <p:cNvGraphicFramePr>
            <a:graphicFrameLocks noGrp="1"/>
          </p:cNvGraphicFramePr>
          <p:nvPr>
            <p:extLst>
              <p:ext uri="{D42A27DB-BD31-4B8C-83A1-F6EECF244321}">
                <p14:modId xmlns:p14="http://schemas.microsoft.com/office/powerpoint/2010/main" val="323516269"/>
              </p:ext>
            </p:extLst>
          </p:nvPr>
        </p:nvGraphicFramePr>
        <p:xfrm>
          <a:off x="1945848" y="3222703"/>
          <a:ext cx="7822619" cy="1001428"/>
        </p:xfrm>
        <a:graphic>
          <a:graphicData uri="http://schemas.openxmlformats.org/drawingml/2006/table">
            <a:tbl>
              <a:tblPr firstRow="1" firstCol="1" bandRow="1">
                <a:tableStyleId>{5C22544A-7EE6-4342-B048-85BDC9FD1C3A}</a:tableStyleId>
              </a:tblPr>
              <a:tblGrid>
                <a:gridCol w="7822619">
                  <a:extLst>
                    <a:ext uri="{9D8B030D-6E8A-4147-A177-3AD203B41FA5}">
                      <a16:colId xmlns:a16="http://schemas.microsoft.com/office/drawing/2014/main" val="3581107690"/>
                    </a:ext>
                  </a:extLst>
                </a:gridCol>
              </a:tblGrid>
              <a:tr h="1001428">
                <a:tc>
                  <a:txBody>
                    <a:bodyPr/>
                    <a:lstStyle/>
                    <a:p>
                      <a:pPr>
                        <a:spcAft>
                          <a:spcPts val="600"/>
                        </a:spcAft>
                      </a:pPr>
                      <a:r>
                        <a:rPr lang="en-US" sz="1100" dirty="0" err="1">
                          <a:effectLst/>
                        </a:rPr>
                        <a:t>kubectl</a:t>
                      </a:r>
                      <a:r>
                        <a:rPr lang="en-US" sz="1100" dirty="0">
                          <a:effectLst/>
                        </a:rPr>
                        <a:t> exec -it -n </a:t>
                      </a:r>
                      <a:r>
                        <a:rPr lang="en-US" sz="1100" dirty="0" err="1">
                          <a:effectLst/>
                        </a:rPr>
                        <a:t>cnf</a:t>
                      </a:r>
                      <a:r>
                        <a:rPr lang="en-US" sz="1100" dirty="0">
                          <a:effectLst/>
                        </a:rPr>
                        <a:t>-apps couchbase-0 -c couchbase -- couchbase-cli </a:t>
                      </a:r>
                      <a:r>
                        <a:rPr lang="en-US" sz="1100" dirty="0" err="1">
                          <a:effectLst/>
                        </a:rPr>
                        <a:t>xdcr</a:t>
                      </a:r>
                      <a:r>
                        <a:rPr lang="en-US" sz="1100" dirty="0">
                          <a:effectLst/>
                        </a:rPr>
                        <a:t>-setup -c localhost:8091 -u Administrator -p password --create --</a:t>
                      </a:r>
                      <a:r>
                        <a:rPr lang="en-US" sz="1100" dirty="0" err="1">
                          <a:effectLst/>
                        </a:rPr>
                        <a:t>xdcr</a:t>
                      </a:r>
                      <a:r>
                        <a:rPr lang="en-US" sz="1100" dirty="0">
                          <a:effectLst/>
                        </a:rPr>
                        <a:t>-cluster-name secondary --</a:t>
                      </a:r>
                      <a:r>
                        <a:rPr lang="en-US" sz="1100" dirty="0" err="1">
                          <a:effectLst/>
                        </a:rPr>
                        <a:t>xdcr</a:t>
                      </a:r>
                      <a:r>
                        <a:rPr lang="en-US" sz="1100" dirty="0">
                          <a:effectLst/>
                        </a:rPr>
                        <a:t>-hostname couchbase-secondary-0.cb-secondary-svc-headless.cnf-apps.svc.cluster.local --</a:t>
                      </a:r>
                      <a:r>
                        <a:rPr lang="en-US" sz="1100" dirty="0" err="1">
                          <a:effectLst/>
                        </a:rPr>
                        <a:t>xdcr</a:t>
                      </a:r>
                      <a:r>
                        <a:rPr lang="en-US" sz="1100" dirty="0">
                          <a:effectLst/>
                        </a:rPr>
                        <a:t>-username Administrator --</a:t>
                      </a:r>
                      <a:r>
                        <a:rPr lang="en-US" sz="1100" dirty="0" err="1">
                          <a:effectLst/>
                        </a:rPr>
                        <a:t>xdcr</a:t>
                      </a:r>
                      <a:r>
                        <a:rPr lang="en-US" sz="1100" dirty="0">
                          <a:effectLst/>
                        </a:rPr>
                        <a:t>-password </a:t>
                      </a:r>
                      <a:r>
                        <a:rPr lang="en-US" sz="1100" dirty="0" err="1">
                          <a:effectLst/>
                        </a:rPr>
                        <a:t>password</a:t>
                      </a:r>
                      <a:endParaRPr lang="en-IN" sz="1100" dirty="0">
                        <a:effectLst/>
                        <a:latin typeface="Arial" panose="020B0604020202020204" pitchFamily="34" charset="0"/>
                        <a:ea typeface="Batang" panose="02030600000101010101" pitchFamily="18" charset="-127"/>
                        <a:cs typeface="Times New Roman" panose="02020603050405020304" pitchFamily="18" charset="0"/>
                      </a:endParaRPr>
                    </a:p>
                  </a:txBody>
                  <a:tcPr marL="68580" marR="68580" marT="0" marB="0"/>
                </a:tc>
                <a:extLst>
                  <a:ext uri="{0D108BD9-81ED-4DB2-BD59-A6C34878D82A}">
                    <a16:rowId xmlns:a16="http://schemas.microsoft.com/office/drawing/2014/main" val="805833647"/>
                  </a:ext>
                </a:extLst>
              </a:tr>
            </a:tbl>
          </a:graphicData>
        </a:graphic>
      </p:graphicFrame>
    </p:spTree>
    <p:custDataLst>
      <p:tags r:id="rId1"/>
    </p:custDataLst>
    <p:extLst>
      <p:ext uri="{BB962C8B-B14F-4D97-AF65-F5344CB8AC3E}">
        <p14:creationId xmlns:p14="http://schemas.microsoft.com/office/powerpoint/2010/main" val="2516466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US" sz="3600" dirty="0"/>
              <a:t>Create XDCR replication (for Duplex mode)</a:t>
            </a:r>
            <a:endParaRPr lang="en-IN" dirty="0"/>
          </a:p>
        </p:txBody>
      </p:sp>
      <p:sp>
        <p:nvSpPr>
          <p:cNvPr id="5" name="Content Placeholder 4"/>
          <p:cNvSpPr>
            <a:spLocks noGrp="1"/>
          </p:cNvSpPr>
          <p:nvPr>
            <p:ph idx="1"/>
          </p:nvPr>
        </p:nvSpPr>
        <p:spPr/>
        <p:txBody>
          <a:bodyPr>
            <a:normAutofit/>
          </a:bodyPr>
          <a:lstStyle/>
          <a:p>
            <a:pPr lvl="1"/>
            <a:endParaRPr lang="en-US" sz="1800" dirty="0">
              <a:effectLst/>
              <a:latin typeface="Arial" panose="020B0604020202020204" pitchFamily="34" charset="0"/>
              <a:ea typeface="Batang" panose="02030600000101010101" pitchFamily="18" charset="-127"/>
              <a:cs typeface="Times New Roman" panose="02020603050405020304" pitchFamily="18" charset="0"/>
            </a:endParaRPr>
          </a:p>
          <a:p>
            <a:pPr marL="457200" lvl="1" indent="0">
              <a:buNone/>
            </a:pPr>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26</a:t>
            </a:fld>
            <a:endParaRPr lang="en-US"/>
          </a:p>
        </p:txBody>
      </p:sp>
      <p:graphicFrame>
        <p:nvGraphicFramePr>
          <p:cNvPr id="7" name="Table 6">
            <a:extLst>
              <a:ext uri="{FF2B5EF4-FFF2-40B4-BE49-F238E27FC236}">
                <a16:creationId xmlns:a16="http://schemas.microsoft.com/office/drawing/2014/main" id="{EF3D0513-DF20-41D2-BB2F-3DA596151706}"/>
              </a:ext>
            </a:extLst>
          </p:cNvPr>
          <p:cNvGraphicFramePr>
            <a:graphicFrameLocks noGrp="1"/>
          </p:cNvGraphicFramePr>
          <p:nvPr>
            <p:extLst>
              <p:ext uri="{D42A27DB-BD31-4B8C-83A1-F6EECF244321}">
                <p14:modId xmlns:p14="http://schemas.microsoft.com/office/powerpoint/2010/main" val="4270546216"/>
              </p:ext>
            </p:extLst>
          </p:nvPr>
        </p:nvGraphicFramePr>
        <p:xfrm>
          <a:off x="1291854" y="1732576"/>
          <a:ext cx="7826746" cy="1053147"/>
        </p:xfrm>
        <a:graphic>
          <a:graphicData uri="http://schemas.openxmlformats.org/drawingml/2006/table">
            <a:tbl>
              <a:tblPr firstRow="1" firstCol="1" bandRow="1">
                <a:tableStyleId>{5C22544A-7EE6-4342-B048-85BDC9FD1C3A}</a:tableStyleId>
              </a:tblPr>
              <a:tblGrid>
                <a:gridCol w="7826746">
                  <a:extLst>
                    <a:ext uri="{9D8B030D-6E8A-4147-A177-3AD203B41FA5}">
                      <a16:colId xmlns:a16="http://schemas.microsoft.com/office/drawing/2014/main" val="2171211513"/>
                    </a:ext>
                  </a:extLst>
                </a:gridCol>
              </a:tblGrid>
              <a:tr h="1053147">
                <a:tc>
                  <a:txBody>
                    <a:bodyPr/>
                    <a:lstStyle/>
                    <a:p>
                      <a:pPr>
                        <a:spcAft>
                          <a:spcPts val="600"/>
                        </a:spcAft>
                      </a:pPr>
                      <a:r>
                        <a:rPr lang="en-US" sz="1100" dirty="0" err="1">
                          <a:effectLst/>
                        </a:rPr>
                        <a:t>kubectl</a:t>
                      </a:r>
                      <a:r>
                        <a:rPr lang="en-US" sz="1100" dirty="0">
                          <a:effectLst/>
                        </a:rPr>
                        <a:t> exec -it -n </a:t>
                      </a:r>
                      <a:r>
                        <a:rPr lang="en-US" sz="1100" dirty="0" err="1">
                          <a:effectLst/>
                        </a:rPr>
                        <a:t>cnf</a:t>
                      </a:r>
                      <a:r>
                        <a:rPr lang="en-US" sz="1100" dirty="0">
                          <a:effectLst/>
                        </a:rPr>
                        <a:t>-apps couchbase-secondary-0 -c couchbase couchbase-cli </a:t>
                      </a:r>
                      <a:r>
                        <a:rPr lang="en-US" sz="1100" dirty="0" err="1">
                          <a:effectLst/>
                        </a:rPr>
                        <a:t>xdcr</a:t>
                      </a:r>
                      <a:r>
                        <a:rPr lang="en-US" sz="1100" dirty="0">
                          <a:effectLst/>
                        </a:rPr>
                        <a:t>-setup -c localhost:8091 -u Administrator -p password --create --</a:t>
                      </a:r>
                      <a:r>
                        <a:rPr lang="en-US" sz="1100" dirty="0" err="1">
                          <a:effectLst/>
                        </a:rPr>
                        <a:t>xdcr</a:t>
                      </a:r>
                      <a:r>
                        <a:rPr lang="en-US" sz="1100" dirty="0">
                          <a:effectLst/>
                        </a:rPr>
                        <a:t>-cluster-name primary --</a:t>
                      </a:r>
                      <a:r>
                        <a:rPr lang="en-US" sz="1100" dirty="0" err="1">
                          <a:effectLst/>
                        </a:rPr>
                        <a:t>xdcr</a:t>
                      </a:r>
                      <a:r>
                        <a:rPr lang="en-US" sz="1100" dirty="0">
                          <a:effectLst/>
                        </a:rPr>
                        <a:t>-hostname couchbase-0.cb-svc-headless.cnf-apps.svc.cluster.local --</a:t>
                      </a:r>
                      <a:r>
                        <a:rPr lang="en-US" sz="1100" dirty="0" err="1">
                          <a:effectLst/>
                        </a:rPr>
                        <a:t>xdcr</a:t>
                      </a:r>
                      <a:r>
                        <a:rPr lang="en-US" sz="1100" dirty="0">
                          <a:effectLst/>
                        </a:rPr>
                        <a:t>-username Administrator --</a:t>
                      </a:r>
                      <a:r>
                        <a:rPr lang="en-US" sz="1100" dirty="0" err="1">
                          <a:effectLst/>
                        </a:rPr>
                        <a:t>xdcr</a:t>
                      </a:r>
                      <a:r>
                        <a:rPr lang="en-US" sz="1100" dirty="0">
                          <a:effectLst/>
                        </a:rPr>
                        <a:t>-password </a:t>
                      </a:r>
                      <a:r>
                        <a:rPr lang="en-US" sz="1100" dirty="0" err="1">
                          <a:effectLst/>
                        </a:rPr>
                        <a:t>password</a:t>
                      </a:r>
                      <a:endParaRPr lang="en-IN" sz="1100" dirty="0">
                        <a:effectLst/>
                        <a:latin typeface="Arial" panose="020B0604020202020204" pitchFamily="34" charset="0"/>
                        <a:ea typeface="Batang" panose="02030600000101010101" pitchFamily="18" charset="-127"/>
                        <a:cs typeface="Times New Roman" panose="02020603050405020304" pitchFamily="18" charset="0"/>
                      </a:endParaRPr>
                    </a:p>
                  </a:txBody>
                  <a:tcPr marL="68580" marR="68580" marT="0" marB="0"/>
                </a:tc>
                <a:extLst>
                  <a:ext uri="{0D108BD9-81ED-4DB2-BD59-A6C34878D82A}">
                    <a16:rowId xmlns:a16="http://schemas.microsoft.com/office/drawing/2014/main" val="241539645"/>
                  </a:ext>
                </a:extLst>
              </a:tr>
            </a:tbl>
          </a:graphicData>
        </a:graphic>
      </p:graphicFrame>
      <p:sp>
        <p:nvSpPr>
          <p:cNvPr id="12" name="TextBox 11">
            <a:extLst>
              <a:ext uri="{FF2B5EF4-FFF2-40B4-BE49-F238E27FC236}">
                <a16:creationId xmlns:a16="http://schemas.microsoft.com/office/drawing/2014/main" id="{C3AABFF5-0BAA-47FE-AC6E-03353A9B2519}"/>
              </a:ext>
            </a:extLst>
          </p:cNvPr>
          <p:cNvSpPr txBox="1"/>
          <p:nvPr/>
        </p:nvSpPr>
        <p:spPr>
          <a:xfrm>
            <a:off x="3475700" y="3152001"/>
            <a:ext cx="6096000" cy="276999"/>
          </a:xfrm>
          <a:prstGeom prst="rect">
            <a:avLst/>
          </a:prstGeom>
          <a:noFill/>
        </p:spPr>
        <p:txBody>
          <a:bodyPr wrap="square">
            <a:spAutoFit/>
          </a:bodyPr>
          <a:lstStyle/>
          <a:p>
            <a:r>
              <a:rPr lang="en-IN" sz="1200" dirty="0">
                <a:solidFill>
                  <a:schemeClr val="bg1"/>
                </a:solidFill>
              </a:rPr>
              <a:t>Code Block: XDCR secondary commands</a:t>
            </a:r>
          </a:p>
        </p:txBody>
      </p:sp>
    </p:spTree>
    <p:custDataLst>
      <p:tags r:id="rId1"/>
    </p:custDataLst>
    <p:extLst>
      <p:ext uri="{BB962C8B-B14F-4D97-AF65-F5344CB8AC3E}">
        <p14:creationId xmlns:p14="http://schemas.microsoft.com/office/powerpoint/2010/main" val="1509452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US" sz="3600" dirty="0"/>
              <a:t>Create XDCR replication (for Duplex mode)</a:t>
            </a:r>
            <a:endParaRPr lang="en-IN" dirty="0"/>
          </a:p>
        </p:txBody>
      </p:sp>
      <p:sp>
        <p:nvSpPr>
          <p:cNvPr id="5" name="Content Placeholder 4"/>
          <p:cNvSpPr>
            <a:spLocks noGrp="1"/>
          </p:cNvSpPr>
          <p:nvPr>
            <p:ph idx="1"/>
          </p:nvPr>
        </p:nvSpPr>
        <p:spPr/>
        <p:txBody>
          <a:bodyPr>
            <a:normAutofit/>
          </a:bodyPr>
          <a:lstStyle/>
          <a:p>
            <a:pPr lvl="1"/>
            <a:endParaRPr lang="en-US" sz="1800" dirty="0">
              <a:effectLst/>
              <a:latin typeface="Arial" panose="020B0604020202020204" pitchFamily="34" charset="0"/>
              <a:ea typeface="Batang" panose="02030600000101010101" pitchFamily="18" charset="-127"/>
              <a:cs typeface="Times New Roman" panose="02020603050405020304" pitchFamily="18" charset="0"/>
            </a:endParaRPr>
          </a:p>
          <a:p>
            <a:pPr marL="457200" lvl="1" indent="0">
              <a:buNone/>
            </a:pPr>
            <a:endParaRPr lang="en-US" sz="1200" b="1"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27</a:t>
            </a:fld>
            <a:endParaRPr lang="en-US"/>
          </a:p>
        </p:txBody>
      </p:sp>
      <p:sp>
        <p:nvSpPr>
          <p:cNvPr id="10" name="TextBox 9">
            <a:extLst>
              <a:ext uri="{FF2B5EF4-FFF2-40B4-BE49-F238E27FC236}">
                <a16:creationId xmlns:a16="http://schemas.microsoft.com/office/drawing/2014/main" id="{E4FF04DE-04A1-49B4-BAAA-D21738A7CDBF}"/>
              </a:ext>
            </a:extLst>
          </p:cNvPr>
          <p:cNvSpPr txBox="1"/>
          <p:nvPr/>
        </p:nvSpPr>
        <p:spPr>
          <a:xfrm>
            <a:off x="331401" y="992612"/>
            <a:ext cx="10614554" cy="276999"/>
          </a:xfrm>
          <a:prstGeom prst="rect">
            <a:avLst/>
          </a:prstGeom>
          <a:noFill/>
        </p:spPr>
        <p:txBody>
          <a:bodyPr wrap="square">
            <a:spAutoFit/>
          </a:bodyPr>
          <a:lstStyle/>
          <a:p>
            <a:pPr marL="342900" lvl="0" indent="-342900">
              <a:spcAft>
                <a:spcPts val="600"/>
              </a:spcAft>
              <a:buFont typeface="+mj-lt"/>
              <a:buAutoNum type="arabicPeriod" startAt="2"/>
            </a:pPr>
            <a:r>
              <a:rPr lang="en-US" sz="1200" dirty="0">
                <a:solidFill>
                  <a:schemeClr val="bg1"/>
                </a:solidFill>
                <a:effectLst/>
                <a:ea typeface="Batang" panose="02030600000101010101" pitchFamily="18" charset="-127"/>
                <a:cs typeface="Times New Roman" panose="02020603050405020304" pitchFamily="18" charset="0"/>
              </a:rPr>
              <a:t>Please run the below commands to start the replication of the individual buckets for both the nodes. </a:t>
            </a:r>
            <a:endParaRPr lang="en-IN" sz="1200" dirty="0">
              <a:solidFill>
                <a:schemeClr val="bg1"/>
              </a:solidFill>
              <a:effectLst/>
              <a:ea typeface="Batang" panose="02030600000101010101" pitchFamily="18" charset="-127"/>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B04BF44-8E5D-4F76-A45D-2525930A75EB}"/>
              </a:ext>
            </a:extLst>
          </p:cNvPr>
          <p:cNvGraphicFramePr>
            <a:graphicFrameLocks noGrp="1"/>
          </p:cNvGraphicFramePr>
          <p:nvPr>
            <p:extLst>
              <p:ext uri="{D42A27DB-BD31-4B8C-83A1-F6EECF244321}">
                <p14:modId xmlns:p14="http://schemas.microsoft.com/office/powerpoint/2010/main" val="1934081902"/>
              </p:ext>
            </p:extLst>
          </p:nvPr>
        </p:nvGraphicFramePr>
        <p:xfrm>
          <a:off x="4024258" y="1365841"/>
          <a:ext cx="7132480" cy="5058337"/>
        </p:xfrm>
        <a:graphic>
          <a:graphicData uri="http://schemas.openxmlformats.org/drawingml/2006/table">
            <a:tbl>
              <a:tblPr firstRow="1" firstCol="1" bandRow="1">
                <a:tableStyleId>{5C22544A-7EE6-4342-B048-85BDC9FD1C3A}</a:tableStyleId>
              </a:tblPr>
              <a:tblGrid>
                <a:gridCol w="7132480">
                  <a:extLst>
                    <a:ext uri="{9D8B030D-6E8A-4147-A177-3AD203B41FA5}">
                      <a16:colId xmlns:a16="http://schemas.microsoft.com/office/drawing/2014/main" val="2885208878"/>
                    </a:ext>
                  </a:extLst>
                </a:gridCol>
              </a:tblGrid>
              <a:tr h="5058337">
                <a:tc>
                  <a:txBody>
                    <a:bodyPr/>
                    <a:lstStyle/>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AuthVector</a:t>
                      </a:r>
                      <a:r>
                        <a:rPr lang="en-US" sz="800" dirty="0">
                          <a:effectLst/>
                        </a:rPr>
                        <a:t> --</a:t>
                      </a:r>
                      <a:r>
                        <a:rPr lang="en-US" sz="800" dirty="0" err="1">
                          <a:effectLst/>
                        </a:rPr>
                        <a:t>xdcr</a:t>
                      </a:r>
                      <a:r>
                        <a:rPr lang="en-US" sz="800" dirty="0">
                          <a:effectLst/>
                        </a:rPr>
                        <a:t>-to-bucket </a:t>
                      </a:r>
                      <a:r>
                        <a:rPr lang="en-US" sz="800" dirty="0" err="1">
                          <a:effectLst/>
                        </a:rPr>
                        <a:t>AuthVector</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BatchProcessor</a:t>
                      </a:r>
                      <a:r>
                        <a:rPr lang="en-US" sz="800" dirty="0">
                          <a:effectLst/>
                        </a:rPr>
                        <a:t> --</a:t>
                      </a:r>
                      <a:r>
                        <a:rPr lang="en-US" sz="800" dirty="0" err="1">
                          <a:effectLst/>
                        </a:rPr>
                        <a:t>xdcr</a:t>
                      </a:r>
                      <a:r>
                        <a:rPr lang="en-US" sz="800" dirty="0">
                          <a:effectLst/>
                        </a:rPr>
                        <a:t>-to-bucket </a:t>
                      </a:r>
                      <a:r>
                        <a:rPr lang="en-US" sz="800" dirty="0" err="1">
                          <a:effectLst/>
                        </a:rPr>
                        <a:t>BatchProcessor</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ContextManagement</a:t>
                      </a:r>
                      <a:r>
                        <a:rPr lang="en-US" sz="800" dirty="0">
                          <a:effectLst/>
                        </a:rPr>
                        <a:t> --</a:t>
                      </a:r>
                      <a:r>
                        <a:rPr lang="en-US" sz="800" dirty="0" err="1">
                          <a:effectLst/>
                        </a:rPr>
                        <a:t>xdcr</a:t>
                      </a:r>
                      <a:r>
                        <a:rPr lang="en-US" sz="800" dirty="0">
                          <a:effectLst/>
                        </a:rPr>
                        <a:t>-to-bucket </a:t>
                      </a:r>
                      <a:r>
                        <a:rPr lang="en-US" sz="800" dirty="0" err="1">
                          <a:effectLst/>
                        </a:rPr>
                        <a:t>ContextManagement</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EMSProxy</a:t>
                      </a:r>
                      <a:r>
                        <a:rPr lang="en-US" sz="800" dirty="0">
                          <a:effectLst/>
                        </a:rPr>
                        <a:t> --</a:t>
                      </a:r>
                      <a:r>
                        <a:rPr lang="en-US" sz="800" dirty="0" err="1">
                          <a:effectLst/>
                        </a:rPr>
                        <a:t>xdcr</a:t>
                      </a:r>
                      <a:r>
                        <a:rPr lang="en-US" sz="800" dirty="0">
                          <a:effectLst/>
                        </a:rPr>
                        <a:t>-to-bucket </a:t>
                      </a:r>
                      <a:r>
                        <a:rPr lang="en-US" sz="800" dirty="0" err="1">
                          <a:effectLst/>
                        </a:rPr>
                        <a:t>EMSProxy</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PCF --</a:t>
                      </a:r>
                      <a:r>
                        <a:rPr lang="en-US" sz="800" dirty="0" err="1">
                          <a:effectLst/>
                        </a:rPr>
                        <a:t>xdcr</a:t>
                      </a:r>
                      <a:r>
                        <a:rPr lang="en-US" sz="800" dirty="0">
                          <a:effectLst/>
                        </a:rPr>
                        <a:t>-to-bucket PCF</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pcfportaldb</a:t>
                      </a:r>
                      <a:r>
                        <a:rPr lang="en-US" sz="800" dirty="0">
                          <a:effectLst/>
                        </a:rPr>
                        <a:t> --</a:t>
                      </a:r>
                      <a:r>
                        <a:rPr lang="en-US" sz="800" dirty="0" err="1">
                          <a:effectLst/>
                        </a:rPr>
                        <a:t>xdcr</a:t>
                      </a:r>
                      <a:r>
                        <a:rPr lang="en-US" sz="800" dirty="0">
                          <a:effectLst/>
                        </a:rPr>
                        <a:t>-to-bucket </a:t>
                      </a:r>
                      <a:r>
                        <a:rPr lang="en-US" sz="800" dirty="0" err="1">
                          <a:effectLst/>
                        </a:rPr>
                        <a:t>pcfportaldb</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portaldb</a:t>
                      </a:r>
                      <a:r>
                        <a:rPr lang="en-US" sz="800" dirty="0">
                          <a:effectLst/>
                        </a:rPr>
                        <a:t> --</a:t>
                      </a:r>
                      <a:r>
                        <a:rPr lang="en-US" sz="800" dirty="0" err="1">
                          <a:effectLst/>
                        </a:rPr>
                        <a:t>xdcr</a:t>
                      </a:r>
                      <a:r>
                        <a:rPr lang="en-US" sz="800" dirty="0">
                          <a:effectLst/>
                        </a:rPr>
                        <a:t>-to-bucket </a:t>
                      </a:r>
                      <a:r>
                        <a:rPr lang="en-US" sz="800" dirty="0" err="1">
                          <a:effectLst/>
                        </a:rPr>
                        <a:t>portaldb</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SubscriptionManagement</a:t>
                      </a:r>
                      <a:r>
                        <a:rPr lang="en-US" sz="800" dirty="0">
                          <a:effectLst/>
                        </a:rPr>
                        <a:t> --</a:t>
                      </a:r>
                      <a:r>
                        <a:rPr lang="en-US" sz="800" dirty="0" err="1">
                          <a:effectLst/>
                        </a:rPr>
                        <a:t>xdcr</a:t>
                      </a:r>
                      <a:r>
                        <a:rPr lang="en-US" sz="800" dirty="0">
                          <a:effectLst/>
                        </a:rPr>
                        <a:t>-to-bucket </a:t>
                      </a:r>
                      <a:r>
                        <a:rPr lang="en-US" sz="800" dirty="0" err="1">
                          <a:effectLst/>
                        </a:rPr>
                        <a:t>SubscriptionManagement</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SubscriptionPolicy</a:t>
                      </a:r>
                      <a:r>
                        <a:rPr lang="en-US" sz="800" dirty="0">
                          <a:effectLst/>
                        </a:rPr>
                        <a:t> --</a:t>
                      </a:r>
                      <a:r>
                        <a:rPr lang="en-US" sz="800" dirty="0" err="1">
                          <a:effectLst/>
                        </a:rPr>
                        <a:t>xdcr</a:t>
                      </a:r>
                      <a:r>
                        <a:rPr lang="en-US" sz="800" dirty="0">
                          <a:effectLst/>
                        </a:rPr>
                        <a:t>-to-bucket </a:t>
                      </a:r>
                      <a:r>
                        <a:rPr lang="en-US" sz="800" dirty="0" err="1">
                          <a:effectLst/>
                        </a:rPr>
                        <a:t>SubscriptionPolicy</a:t>
                      </a:r>
                      <a:endParaRPr lang="en-IN" sz="800" dirty="0">
                        <a:effectLst/>
                      </a:endParaRPr>
                    </a:p>
                    <a:p>
                      <a:pPr marL="457200"/>
                      <a:r>
                        <a:rPr lang="en-US" sz="800" dirty="0">
                          <a:effectLst/>
                        </a:rPr>
                        <a:t> </a:t>
                      </a:r>
                      <a:endParaRPr lang="en-IN" sz="800" dirty="0">
                        <a:effectLst/>
                      </a:endParaRPr>
                    </a:p>
                    <a:p>
                      <a:pPr marL="457200">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SystemConfiguration</a:t>
                      </a:r>
                      <a:r>
                        <a:rPr lang="en-US" sz="800" dirty="0">
                          <a:effectLst/>
                        </a:rPr>
                        <a:t> --</a:t>
                      </a:r>
                      <a:r>
                        <a:rPr lang="en-US" sz="800" dirty="0" err="1">
                          <a:effectLst/>
                        </a:rPr>
                        <a:t>xdcr</a:t>
                      </a:r>
                      <a:r>
                        <a:rPr lang="en-US" sz="800" dirty="0">
                          <a:effectLst/>
                        </a:rPr>
                        <a:t>-to-bucket </a:t>
                      </a:r>
                      <a:r>
                        <a:rPr lang="en-US" sz="800" dirty="0" err="1">
                          <a:effectLst/>
                        </a:rPr>
                        <a:t>SystemConfiguration</a:t>
                      </a:r>
                      <a:endParaRPr lang="en-IN" sz="800" dirty="0">
                        <a:effectLst/>
                        <a:latin typeface="Arial" panose="020B0604020202020204" pitchFamily="34" charset="0"/>
                        <a:ea typeface="Batang" panose="02030600000101010101" pitchFamily="18" charset="-127"/>
                        <a:cs typeface="Times New Roman" panose="02020603050405020304" pitchFamily="18" charset="0"/>
                      </a:endParaRPr>
                    </a:p>
                  </a:txBody>
                  <a:tcPr marL="35016" marR="35016" marT="0" marB="0"/>
                </a:tc>
                <a:extLst>
                  <a:ext uri="{0D108BD9-81ED-4DB2-BD59-A6C34878D82A}">
                    <a16:rowId xmlns:a16="http://schemas.microsoft.com/office/drawing/2014/main" val="3142529162"/>
                  </a:ext>
                </a:extLst>
              </a:tr>
            </a:tbl>
          </a:graphicData>
        </a:graphic>
      </p:graphicFrame>
      <p:sp>
        <p:nvSpPr>
          <p:cNvPr id="13" name="TextBox 12">
            <a:extLst>
              <a:ext uri="{FF2B5EF4-FFF2-40B4-BE49-F238E27FC236}">
                <a16:creationId xmlns:a16="http://schemas.microsoft.com/office/drawing/2014/main" id="{301B852E-913A-4A92-BB10-99CF0B59C3DA}"/>
              </a:ext>
            </a:extLst>
          </p:cNvPr>
          <p:cNvSpPr txBox="1"/>
          <p:nvPr/>
        </p:nvSpPr>
        <p:spPr>
          <a:xfrm>
            <a:off x="5215941" y="6493331"/>
            <a:ext cx="3126532" cy="276999"/>
          </a:xfrm>
          <a:prstGeom prst="rect">
            <a:avLst/>
          </a:prstGeom>
          <a:noFill/>
        </p:spPr>
        <p:txBody>
          <a:bodyPr wrap="square">
            <a:spAutoFit/>
          </a:bodyPr>
          <a:lstStyle/>
          <a:p>
            <a:r>
              <a:rPr lang="en-US" sz="1200" dirty="0">
                <a:solidFill>
                  <a:schemeClr val="bg1"/>
                </a:solidFill>
                <a:effectLst/>
                <a:ea typeface="Batang" panose="02030600000101010101" pitchFamily="18" charset="-127"/>
                <a:cs typeface="Times New Roman" panose="02020603050405020304" pitchFamily="18" charset="0"/>
              </a:rPr>
              <a:t>Code Block: Primary database replication</a:t>
            </a:r>
            <a:endParaRPr lang="en-IN" sz="1200" dirty="0">
              <a:solidFill>
                <a:schemeClr val="bg1"/>
              </a:solidFill>
            </a:endParaRPr>
          </a:p>
        </p:txBody>
      </p:sp>
    </p:spTree>
    <p:custDataLst>
      <p:tags r:id="rId1"/>
    </p:custDataLst>
    <p:extLst>
      <p:ext uri="{BB962C8B-B14F-4D97-AF65-F5344CB8AC3E}">
        <p14:creationId xmlns:p14="http://schemas.microsoft.com/office/powerpoint/2010/main" val="504037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US" sz="3600" dirty="0"/>
              <a:t>Create XDCR Replication (for Duplex mode)</a:t>
            </a:r>
            <a:endParaRPr lang="en-IN" dirty="0"/>
          </a:p>
        </p:txBody>
      </p:sp>
      <p:sp>
        <p:nvSpPr>
          <p:cNvPr id="5" name="Content Placeholder 4"/>
          <p:cNvSpPr>
            <a:spLocks noGrp="1"/>
          </p:cNvSpPr>
          <p:nvPr>
            <p:ph idx="1"/>
          </p:nvPr>
        </p:nvSpPr>
        <p:spPr/>
        <p:txBody>
          <a:bodyPr>
            <a:normAutofit/>
          </a:bodyPr>
          <a:lstStyle/>
          <a:p>
            <a:pPr lvl="1"/>
            <a:endParaRPr lang="en-US" sz="1800" dirty="0">
              <a:effectLst/>
              <a:latin typeface="Arial" panose="020B0604020202020204" pitchFamily="34" charset="0"/>
              <a:ea typeface="Batang" panose="02030600000101010101" pitchFamily="18" charset="-127"/>
              <a:cs typeface="Times New Roman" panose="02020603050405020304" pitchFamily="18" charset="0"/>
            </a:endParaRPr>
          </a:p>
          <a:p>
            <a:pPr marL="457200" lvl="1" indent="0">
              <a:buNone/>
            </a:pPr>
            <a:endParaRPr lang="en-US" sz="1200" b="1" dirty="0"/>
          </a:p>
        </p:txBody>
      </p:sp>
      <p:sp>
        <p:nvSpPr>
          <p:cNvPr id="3" name="Footer Placeholder 2"/>
          <p:cNvSpPr>
            <a:spLocks noGrp="1"/>
          </p:cNvSpPr>
          <p:nvPr>
            <p:ph type="ftr" sz="quarter" idx="11"/>
          </p:nvPr>
        </p:nvSpPr>
        <p:spPr/>
        <p:txBody>
          <a:bodyPr/>
          <a:lstStyle/>
          <a:p>
            <a:r>
              <a:rPr lang="en-IN" dirty="0"/>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28</a:t>
            </a:fld>
            <a:endParaRPr lang="en-US"/>
          </a:p>
        </p:txBody>
      </p:sp>
      <p:sp>
        <p:nvSpPr>
          <p:cNvPr id="10" name="TextBox 9">
            <a:extLst>
              <a:ext uri="{FF2B5EF4-FFF2-40B4-BE49-F238E27FC236}">
                <a16:creationId xmlns:a16="http://schemas.microsoft.com/office/drawing/2014/main" id="{E4FF04DE-04A1-49B4-BAAA-D21738A7CDBF}"/>
              </a:ext>
            </a:extLst>
          </p:cNvPr>
          <p:cNvSpPr txBox="1"/>
          <p:nvPr/>
        </p:nvSpPr>
        <p:spPr>
          <a:xfrm>
            <a:off x="551970" y="1133476"/>
            <a:ext cx="10614554" cy="369332"/>
          </a:xfrm>
          <a:prstGeom prst="rect">
            <a:avLst/>
          </a:prstGeom>
          <a:noFill/>
        </p:spPr>
        <p:txBody>
          <a:bodyPr wrap="square">
            <a:spAutoFit/>
          </a:bodyPr>
          <a:lstStyle/>
          <a:p>
            <a:pPr marL="342900" lvl="0" indent="-342900">
              <a:spcAft>
                <a:spcPts val="600"/>
              </a:spcAft>
              <a:buFont typeface="+mj-lt"/>
              <a:buAutoNum type="arabicPeriod" startAt="2"/>
            </a:pPr>
            <a:r>
              <a:rPr lang="en-US" sz="1200" dirty="0">
                <a:solidFill>
                  <a:schemeClr val="bg1"/>
                </a:solidFill>
                <a:effectLst/>
                <a:ea typeface="Batang" panose="02030600000101010101" pitchFamily="18" charset="-127"/>
                <a:cs typeface="Times New Roman" panose="02020603050405020304" pitchFamily="18" charset="0"/>
              </a:rPr>
              <a:t>Please run the below commands to start the replication of the individual buckets for both the nodes</a:t>
            </a:r>
            <a:r>
              <a:rPr lang="en-US" sz="1800" dirty="0">
                <a:solidFill>
                  <a:schemeClr val="bg1"/>
                </a:solidFill>
                <a:effectLst/>
                <a:ea typeface="Batang" panose="02030600000101010101" pitchFamily="18" charset="-127"/>
                <a:cs typeface="Times New Roman" panose="02020603050405020304" pitchFamily="18" charset="0"/>
              </a:rPr>
              <a:t>. </a:t>
            </a:r>
            <a:endParaRPr lang="en-IN" sz="1800" dirty="0">
              <a:solidFill>
                <a:schemeClr val="bg1"/>
              </a:solidFill>
              <a:effectLst/>
              <a:ea typeface="Batang" panose="02030600000101010101" pitchFamily="18" charset="-127"/>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B04BF44-8E5D-4F76-A45D-2525930A75EB}"/>
              </a:ext>
            </a:extLst>
          </p:cNvPr>
          <p:cNvGraphicFramePr>
            <a:graphicFrameLocks noGrp="1"/>
          </p:cNvGraphicFramePr>
          <p:nvPr>
            <p:extLst>
              <p:ext uri="{D42A27DB-BD31-4B8C-83A1-F6EECF244321}">
                <p14:modId xmlns:p14="http://schemas.microsoft.com/office/powerpoint/2010/main" val="2171415354"/>
              </p:ext>
            </p:extLst>
          </p:nvPr>
        </p:nvGraphicFramePr>
        <p:xfrm>
          <a:off x="2308448" y="1499754"/>
          <a:ext cx="8178800" cy="4983480"/>
        </p:xfrm>
        <a:graphic>
          <a:graphicData uri="http://schemas.openxmlformats.org/drawingml/2006/table">
            <a:tbl>
              <a:tblPr firstRow="1" firstCol="1" bandRow="1">
                <a:tableStyleId>{5C22544A-7EE6-4342-B048-85BDC9FD1C3A}</a:tableStyleId>
              </a:tblPr>
              <a:tblGrid>
                <a:gridCol w="8178800">
                  <a:extLst>
                    <a:ext uri="{9D8B030D-6E8A-4147-A177-3AD203B41FA5}">
                      <a16:colId xmlns:a16="http://schemas.microsoft.com/office/drawing/2014/main" val="2885208878"/>
                    </a:ext>
                  </a:extLst>
                </a:gridCol>
              </a:tblGrid>
              <a:tr h="3594117">
                <a:tc>
                  <a:txBody>
                    <a:bodyPr/>
                    <a:lstStyle/>
                    <a:p>
                      <a:pPr marL="457200">
                        <a:spcAft>
                          <a:spcPts val="600"/>
                        </a:spcAft>
                      </a:pPr>
                      <a:r>
                        <a:rPr lang="en-US" sz="500" dirty="0">
                          <a:effectLst/>
                        </a:rPr>
                        <a:t> </a:t>
                      </a:r>
                      <a:endParaRPr lang="en-IN" sz="5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AuthVector</a:t>
                      </a:r>
                      <a:r>
                        <a:rPr lang="en-US" sz="800" dirty="0">
                          <a:effectLst/>
                        </a:rPr>
                        <a:t> --</a:t>
                      </a:r>
                      <a:r>
                        <a:rPr lang="en-US" sz="800" dirty="0" err="1">
                          <a:effectLst/>
                        </a:rPr>
                        <a:t>xdcr</a:t>
                      </a:r>
                      <a:r>
                        <a:rPr lang="en-US" sz="800" dirty="0">
                          <a:effectLst/>
                        </a:rPr>
                        <a:t>-to-bucket </a:t>
                      </a:r>
                      <a:r>
                        <a:rPr lang="en-US" sz="800" dirty="0" err="1">
                          <a:effectLst/>
                        </a:rPr>
                        <a:t>AuthVector</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BatchProcessor</a:t>
                      </a:r>
                      <a:r>
                        <a:rPr lang="en-US" sz="800" dirty="0">
                          <a:effectLst/>
                        </a:rPr>
                        <a:t> --</a:t>
                      </a:r>
                      <a:r>
                        <a:rPr lang="en-US" sz="800" dirty="0" err="1">
                          <a:effectLst/>
                        </a:rPr>
                        <a:t>xdcr</a:t>
                      </a:r>
                      <a:r>
                        <a:rPr lang="en-US" sz="800" dirty="0">
                          <a:effectLst/>
                        </a:rPr>
                        <a:t>-to-bucket </a:t>
                      </a:r>
                      <a:r>
                        <a:rPr lang="en-US" sz="800" dirty="0" err="1">
                          <a:effectLst/>
                        </a:rPr>
                        <a:t>BatchProcessor</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ContextManagement</a:t>
                      </a:r>
                      <a:r>
                        <a:rPr lang="en-US" sz="800" dirty="0">
                          <a:effectLst/>
                        </a:rPr>
                        <a:t> --</a:t>
                      </a:r>
                      <a:r>
                        <a:rPr lang="en-US" sz="800" dirty="0" err="1">
                          <a:effectLst/>
                        </a:rPr>
                        <a:t>xdcr</a:t>
                      </a:r>
                      <a:r>
                        <a:rPr lang="en-US" sz="800" dirty="0">
                          <a:effectLst/>
                        </a:rPr>
                        <a:t>-to-bucket </a:t>
                      </a:r>
                      <a:r>
                        <a:rPr lang="en-US" sz="800" dirty="0" err="1">
                          <a:effectLst/>
                        </a:rPr>
                        <a:t>ContextManagement</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EMSProxy</a:t>
                      </a:r>
                      <a:r>
                        <a:rPr lang="en-US" sz="800" dirty="0">
                          <a:effectLst/>
                        </a:rPr>
                        <a:t> --</a:t>
                      </a:r>
                      <a:r>
                        <a:rPr lang="en-US" sz="800" dirty="0" err="1">
                          <a:effectLst/>
                        </a:rPr>
                        <a:t>xdcr</a:t>
                      </a:r>
                      <a:r>
                        <a:rPr lang="en-US" sz="800" dirty="0">
                          <a:effectLst/>
                        </a:rPr>
                        <a:t>-to-bucket </a:t>
                      </a:r>
                      <a:r>
                        <a:rPr lang="en-US" sz="800" dirty="0" err="1">
                          <a:effectLst/>
                        </a:rPr>
                        <a:t>EMSProxy</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PCF --</a:t>
                      </a:r>
                      <a:r>
                        <a:rPr lang="en-US" sz="800" dirty="0" err="1">
                          <a:effectLst/>
                        </a:rPr>
                        <a:t>xdcr</a:t>
                      </a:r>
                      <a:r>
                        <a:rPr lang="en-US" sz="800" dirty="0">
                          <a:effectLst/>
                        </a:rPr>
                        <a:t>-to-bucket PCF</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pcfportaldb</a:t>
                      </a:r>
                      <a:r>
                        <a:rPr lang="en-US" sz="800" dirty="0">
                          <a:effectLst/>
                        </a:rPr>
                        <a:t> --</a:t>
                      </a:r>
                      <a:r>
                        <a:rPr lang="en-US" sz="800" dirty="0" err="1">
                          <a:effectLst/>
                        </a:rPr>
                        <a:t>xdcr</a:t>
                      </a:r>
                      <a:r>
                        <a:rPr lang="en-US" sz="800" dirty="0">
                          <a:effectLst/>
                        </a:rPr>
                        <a:t>-to-bucket </a:t>
                      </a:r>
                      <a:r>
                        <a:rPr lang="en-US" sz="800" dirty="0" err="1">
                          <a:effectLst/>
                        </a:rPr>
                        <a:t>pcfportaldb</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portaldb</a:t>
                      </a:r>
                      <a:r>
                        <a:rPr lang="en-US" sz="800" dirty="0">
                          <a:effectLst/>
                        </a:rPr>
                        <a:t> --</a:t>
                      </a:r>
                      <a:r>
                        <a:rPr lang="en-US" sz="800" dirty="0" err="1">
                          <a:effectLst/>
                        </a:rPr>
                        <a:t>xdcr</a:t>
                      </a:r>
                      <a:r>
                        <a:rPr lang="en-US" sz="800" dirty="0">
                          <a:effectLst/>
                        </a:rPr>
                        <a:t>-to-bucket </a:t>
                      </a:r>
                      <a:r>
                        <a:rPr lang="en-US" sz="800" dirty="0" err="1">
                          <a:effectLst/>
                        </a:rPr>
                        <a:t>portaldb</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SubscriptionManagement</a:t>
                      </a:r>
                      <a:r>
                        <a:rPr lang="en-US" sz="800" dirty="0">
                          <a:effectLst/>
                        </a:rPr>
                        <a:t> --</a:t>
                      </a:r>
                      <a:r>
                        <a:rPr lang="en-US" sz="800" dirty="0" err="1">
                          <a:effectLst/>
                        </a:rPr>
                        <a:t>xdcr</a:t>
                      </a:r>
                      <a:r>
                        <a:rPr lang="en-US" sz="800" dirty="0">
                          <a:effectLst/>
                        </a:rPr>
                        <a:t>-to-bucket </a:t>
                      </a:r>
                      <a:r>
                        <a:rPr lang="en-US" sz="800" dirty="0" err="1">
                          <a:effectLst/>
                        </a:rPr>
                        <a:t>SubscriptionManagement</a:t>
                      </a:r>
                      <a:endParaRPr lang="en-IN" sz="800" dirty="0">
                        <a:effectLst/>
                      </a:endParaRPr>
                    </a:p>
                    <a:p>
                      <a:pPr marL="457200">
                        <a:spcAft>
                          <a:spcPts val="600"/>
                        </a:spcAft>
                      </a:pPr>
                      <a:r>
                        <a:rPr lang="en-US" sz="800" dirty="0">
                          <a:effectLst/>
                        </a:rPr>
                        <a:t> </a:t>
                      </a:r>
                      <a:endParaRPr lang="en-IN" sz="800" dirty="0">
                        <a:effectLst/>
                      </a:endParaRPr>
                    </a:p>
                    <a:p>
                      <a:pPr>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SubscriptionPolicy</a:t>
                      </a:r>
                      <a:r>
                        <a:rPr lang="en-US" sz="800" dirty="0">
                          <a:effectLst/>
                        </a:rPr>
                        <a:t> --</a:t>
                      </a:r>
                      <a:r>
                        <a:rPr lang="en-US" sz="800" dirty="0" err="1">
                          <a:effectLst/>
                        </a:rPr>
                        <a:t>xdcr</a:t>
                      </a:r>
                      <a:r>
                        <a:rPr lang="en-US" sz="800" dirty="0">
                          <a:effectLst/>
                        </a:rPr>
                        <a:t>-to-bucket </a:t>
                      </a:r>
                      <a:r>
                        <a:rPr lang="en-US" sz="800" dirty="0" err="1">
                          <a:effectLst/>
                        </a:rPr>
                        <a:t>SubscriptionPolicy</a:t>
                      </a:r>
                      <a:endParaRPr lang="en-IN" sz="800" dirty="0">
                        <a:effectLst/>
                      </a:endParaRPr>
                    </a:p>
                    <a:p>
                      <a:pPr marL="457200"/>
                      <a:r>
                        <a:rPr lang="en-US" sz="800" dirty="0">
                          <a:effectLst/>
                        </a:rPr>
                        <a:t> </a:t>
                      </a:r>
                      <a:endParaRPr lang="en-IN" sz="800" dirty="0">
                        <a:effectLst/>
                      </a:endParaRPr>
                    </a:p>
                    <a:p>
                      <a:pPr marL="457200">
                        <a:spcAft>
                          <a:spcPts val="600"/>
                        </a:spcAft>
                      </a:pPr>
                      <a:r>
                        <a:rPr lang="en-US" sz="800" dirty="0" err="1">
                          <a:effectLst/>
                        </a:rPr>
                        <a:t>kubectl</a:t>
                      </a:r>
                      <a:r>
                        <a:rPr lang="en-US" sz="800" dirty="0">
                          <a:effectLst/>
                        </a:rPr>
                        <a:t> exec -it couchbase-0 -n </a:t>
                      </a:r>
                      <a:r>
                        <a:rPr lang="en-US" sz="800" dirty="0" err="1">
                          <a:effectLst/>
                        </a:rPr>
                        <a:t>cnf</a:t>
                      </a:r>
                      <a:r>
                        <a:rPr lang="en-US" sz="800" dirty="0">
                          <a:effectLst/>
                        </a:rPr>
                        <a:t>-apps -- </a:t>
                      </a:r>
                      <a:r>
                        <a:rPr lang="en-US" sz="800" dirty="0" err="1">
                          <a:effectLst/>
                        </a:rPr>
                        <a:t>couchbase</a:t>
                      </a:r>
                      <a:r>
                        <a:rPr lang="en-US" sz="800" dirty="0">
                          <a:effectLst/>
                        </a:rPr>
                        <a:t>-cli </a:t>
                      </a:r>
                      <a:r>
                        <a:rPr lang="en-US" sz="800" dirty="0" err="1">
                          <a:effectLst/>
                        </a:rPr>
                        <a:t>xdcr</a:t>
                      </a:r>
                      <a:r>
                        <a:rPr lang="en-US" sz="800" dirty="0">
                          <a:effectLst/>
                        </a:rPr>
                        <a:t>-replicate -c localhost:8091 -u Administrator -p password --create --</a:t>
                      </a:r>
                      <a:r>
                        <a:rPr lang="en-US" sz="800" dirty="0" err="1">
                          <a:effectLst/>
                        </a:rPr>
                        <a:t>xdcr</a:t>
                      </a:r>
                      <a:r>
                        <a:rPr lang="en-US" sz="800" dirty="0">
                          <a:effectLst/>
                        </a:rPr>
                        <a:t>-cluster-name secondary --</a:t>
                      </a:r>
                      <a:r>
                        <a:rPr lang="en-US" sz="800" dirty="0" err="1">
                          <a:effectLst/>
                        </a:rPr>
                        <a:t>xdcr</a:t>
                      </a:r>
                      <a:r>
                        <a:rPr lang="en-US" sz="800" dirty="0">
                          <a:effectLst/>
                        </a:rPr>
                        <a:t>-from-bucket </a:t>
                      </a:r>
                      <a:r>
                        <a:rPr lang="en-US" sz="800" dirty="0" err="1">
                          <a:effectLst/>
                        </a:rPr>
                        <a:t>SystemConfiguration</a:t>
                      </a:r>
                      <a:r>
                        <a:rPr lang="en-US" sz="800" dirty="0">
                          <a:effectLst/>
                        </a:rPr>
                        <a:t> --</a:t>
                      </a:r>
                      <a:r>
                        <a:rPr lang="en-US" sz="800" dirty="0" err="1">
                          <a:effectLst/>
                        </a:rPr>
                        <a:t>xdcr</a:t>
                      </a:r>
                      <a:r>
                        <a:rPr lang="en-US" sz="800" dirty="0">
                          <a:effectLst/>
                        </a:rPr>
                        <a:t>-to-bucket </a:t>
                      </a:r>
                      <a:r>
                        <a:rPr lang="en-US" sz="800" dirty="0" err="1">
                          <a:effectLst/>
                        </a:rPr>
                        <a:t>SystemConfiguration</a:t>
                      </a:r>
                      <a:endParaRPr lang="en-IN" sz="800" dirty="0">
                        <a:effectLst/>
                        <a:latin typeface="Arial" panose="020B0604020202020204" pitchFamily="34" charset="0"/>
                        <a:ea typeface="Batang" panose="02030600000101010101" pitchFamily="18" charset="-127"/>
                        <a:cs typeface="Times New Roman" panose="02020603050405020304" pitchFamily="18" charset="0"/>
                      </a:endParaRPr>
                    </a:p>
                  </a:txBody>
                  <a:tcPr marL="35016" marR="35016" marT="0" marB="0"/>
                </a:tc>
                <a:extLst>
                  <a:ext uri="{0D108BD9-81ED-4DB2-BD59-A6C34878D82A}">
                    <a16:rowId xmlns:a16="http://schemas.microsoft.com/office/drawing/2014/main" val="3142529162"/>
                  </a:ext>
                </a:extLst>
              </a:tr>
            </a:tbl>
          </a:graphicData>
        </a:graphic>
      </p:graphicFrame>
      <p:sp>
        <p:nvSpPr>
          <p:cNvPr id="13" name="TextBox 12">
            <a:extLst>
              <a:ext uri="{FF2B5EF4-FFF2-40B4-BE49-F238E27FC236}">
                <a16:creationId xmlns:a16="http://schemas.microsoft.com/office/drawing/2014/main" id="{301B852E-913A-4A92-BB10-99CF0B59C3DA}"/>
              </a:ext>
            </a:extLst>
          </p:cNvPr>
          <p:cNvSpPr txBox="1"/>
          <p:nvPr/>
        </p:nvSpPr>
        <p:spPr>
          <a:xfrm>
            <a:off x="4020812" y="5498044"/>
            <a:ext cx="4754073" cy="276999"/>
          </a:xfrm>
          <a:prstGeom prst="rect">
            <a:avLst/>
          </a:prstGeom>
          <a:noFill/>
        </p:spPr>
        <p:txBody>
          <a:bodyPr wrap="square">
            <a:spAutoFit/>
          </a:bodyPr>
          <a:lstStyle/>
          <a:p>
            <a:r>
              <a:rPr lang="en-US" sz="1200" dirty="0">
                <a:solidFill>
                  <a:schemeClr val="bg1"/>
                </a:solidFill>
                <a:effectLst/>
                <a:ea typeface="Batang" panose="02030600000101010101" pitchFamily="18" charset="-127"/>
                <a:cs typeface="Times New Roman" panose="02020603050405020304" pitchFamily="18" charset="0"/>
              </a:rPr>
              <a:t>Code Block: Primary database replication</a:t>
            </a:r>
            <a:endParaRPr lang="en-IN" sz="1200" dirty="0">
              <a:solidFill>
                <a:schemeClr val="bg1"/>
              </a:solidFill>
            </a:endParaRPr>
          </a:p>
        </p:txBody>
      </p:sp>
    </p:spTree>
    <p:custDataLst>
      <p:tags r:id="rId1"/>
    </p:custDataLst>
    <p:extLst>
      <p:ext uri="{BB962C8B-B14F-4D97-AF65-F5344CB8AC3E}">
        <p14:creationId xmlns:p14="http://schemas.microsoft.com/office/powerpoint/2010/main" val="380316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XDCR Replication</a:t>
            </a:r>
            <a:endParaRPr lang="en-IN" dirty="0"/>
          </a:p>
        </p:txBody>
      </p:sp>
      <p:graphicFrame>
        <p:nvGraphicFramePr>
          <p:cNvPr id="2" name="Content Placeholder 1">
            <a:extLst>
              <a:ext uri="{FF2B5EF4-FFF2-40B4-BE49-F238E27FC236}">
                <a16:creationId xmlns:a16="http://schemas.microsoft.com/office/drawing/2014/main" id="{F0EB9FB7-3E0D-4F9E-BE3E-BF0B1D895D8F}"/>
              </a:ext>
            </a:extLst>
          </p:cNvPr>
          <p:cNvGraphicFramePr>
            <a:graphicFrameLocks noGrp="1"/>
          </p:cNvGraphicFramePr>
          <p:nvPr>
            <p:ph idx="1"/>
            <p:extLst>
              <p:ext uri="{D42A27DB-BD31-4B8C-83A1-F6EECF244321}">
                <p14:modId xmlns:p14="http://schemas.microsoft.com/office/powerpoint/2010/main" val="2961302156"/>
              </p:ext>
            </p:extLst>
          </p:nvPr>
        </p:nvGraphicFramePr>
        <p:xfrm>
          <a:off x="1677145" y="1319928"/>
          <a:ext cx="9041130" cy="4831080"/>
        </p:xfrm>
        <a:graphic>
          <a:graphicData uri="http://schemas.openxmlformats.org/drawingml/2006/table">
            <a:tbl>
              <a:tblPr firstRow="1" firstCol="1" bandRow="1">
                <a:tableStyleId>{5C22544A-7EE6-4342-B048-85BDC9FD1C3A}</a:tableStyleId>
              </a:tblPr>
              <a:tblGrid>
                <a:gridCol w="9041130">
                  <a:extLst>
                    <a:ext uri="{9D8B030D-6E8A-4147-A177-3AD203B41FA5}">
                      <a16:colId xmlns:a16="http://schemas.microsoft.com/office/drawing/2014/main" val="1572201792"/>
                    </a:ext>
                  </a:extLst>
                </a:gridCol>
              </a:tblGrid>
              <a:tr h="3832806">
                <a:tc>
                  <a:txBody>
                    <a:bodyPr/>
                    <a:lstStyle/>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AuthVector</a:t>
                      </a:r>
                      <a:r>
                        <a:rPr lang="en-US" sz="800" dirty="0">
                          <a:effectLst/>
                        </a:rPr>
                        <a:t> --</a:t>
                      </a:r>
                      <a:r>
                        <a:rPr lang="en-US" sz="800" err="1">
                          <a:effectLst/>
                        </a:rPr>
                        <a:t>xdcr</a:t>
                      </a:r>
                      <a:r>
                        <a:rPr lang="en-US" sz="800" dirty="0">
                          <a:effectLst/>
                        </a:rPr>
                        <a:t>-to-bucket </a:t>
                      </a:r>
                      <a:r>
                        <a:rPr lang="en-US" sz="800" err="1">
                          <a:effectLst/>
                        </a:rPr>
                        <a:t>AuthVector</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BatchProcessor</a:t>
                      </a:r>
                      <a:r>
                        <a:rPr lang="en-US" sz="800" dirty="0">
                          <a:effectLst/>
                        </a:rPr>
                        <a:t> --</a:t>
                      </a:r>
                      <a:r>
                        <a:rPr lang="en-US" sz="800" err="1">
                          <a:effectLst/>
                        </a:rPr>
                        <a:t>xdcr</a:t>
                      </a:r>
                      <a:r>
                        <a:rPr lang="en-US" sz="800" dirty="0">
                          <a:effectLst/>
                        </a:rPr>
                        <a:t>-to-bucket </a:t>
                      </a:r>
                      <a:r>
                        <a:rPr lang="en-US" sz="800" err="1">
                          <a:effectLst/>
                        </a:rPr>
                        <a:t>BatchProcessor</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ContextManagement</a:t>
                      </a:r>
                      <a:r>
                        <a:rPr lang="en-US" sz="800" dirty="0">
                          <a:effectLst/>
                        </a:rPr>
                        <a:t> --</a:t>
                      </a:r>
                      <a:r>
                        <a:rPr lang="en-US" sz="800" err="1">
                          <a:effectLst/>
                        </a:rPr>
                        <a:t>xdcr</a:t>
                      </a:r>
                      <a:r>
                        <a:rPr lang="en-US" sz="800" dirty="0">
                          <a:effectLst/>
                        </a:rPr>
                        <a:t>-to-bucket </a:t>
                      </a:r>
                      <a:r>
                        <a:rPr lang="en-US" sz="800" err="1">
                          <a:effectLst/>
                        </a:rPr>
                        <a:t>ContextManagement</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EMSProxy</a:t>
                      </a:r>
                      <a:r>
                        <a:rPr lang="en-US" sz="800" dirty="0">
                          <a:effectLst/>
                        </a:rPr>
                        <a:t> --</a:t>
                      </a:r>
                      <a:r>
                        <a:rPr lang="en-US" sz="800" err="1">
                          <a:effectLst/>
                        </a:rPr>
                        <a:t>xdcr</a:t>
                      </a:r>
                      <a:r>
                        <a:rPr lang="en-US" sz="800" dirty="0">
                          <a:effectLst/>
                        </a:rPr>
                        <a:t>-to-bucket </a:t>
                      </a:r>
                      <a:r>
                        <a:rPr lang="en-US" sz="800" err="1">
                          <a:effectLst/>
                        </a:rPr>
                        <a:t>EMSProxy</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PCF --</a:t>
                      </a:r>
                      <a:r>
                        <a:rPr lang="en-US" sz="800" err="1">
                          <a:effectLst/>
                        </a:rPr>
                        <a:t>xdcr</a:t>
                      </a:r>
                      <a:r>
                        <a:rPr lang="en-US" sz="800" dirty="0">
                          <a:effectLst/>
                        </a:rPr>
                        <a:t>-to-bucket PCF</a:t>
                      </a:r>
                      <a:endParaRPr lang="en-IN" sz="800" dirty="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pcfportaldb</a:t>
                      </a:r>
                      <a:r>
                        <a:rPr lang="en-US" sz="800" dirty="0">
                          <a:effectLst/>
                        </a:rPr>
                        <a:t> --</a:t>
                      </a:r>
                      <a:r>
                        <a:rPr lang="en-US" sz="800" err="1">
                          <a:effectLst/>
                        </a:rPr>
                        <a:t>xdcr</a:t>
                      </a:r>
                      <a:r>
                        <a:rPr lang="en-US" sz="800" dirty="0">
                          <a:effectLst/>
                        </a:rPr>
                        <a:t>-to-bucket </a:t>
                      </a:r>
                      <a:r>
                        <a:rPr lang="en-US" sz="800" err="1">
                          <a:effectLst/>
                        </a:rPr>
                        <a:t>pcfportaldb</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portaldb</a:t>
                      </a:r>
                      <a:r>
                        <a:rPr lang="en-US" sz="800" dirty="0">
                          <a:effectLst/>
                        </a:rPr>
                        <a:t> --</a:t>
                      </a:r>
                      <a:r>
                        <a:rPr lang="en-US" sz="800" err="1">
                          <a:effectLst/>
                        </a:rPr>
                        <a:t>xdcr</a:t>
                      </a:r>
                      <a:r>
                        <a:rPr lang="en-US" sz="800" dirty="0">
                          <a:effectLst/>
                        </a:rPr>
                        <a:t>-to-bucket </a:t>
                      </a:r>
                      <a:r>
                        <a:rPr lang="en-US" sz="800" err="1">
                          <a:effectLst/>
                        </a:rPr>
                        <a:t>portaldb</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SubscriptionManagement</a:t>
                      </a:r>
                      <a:r>
                        <a:rPr lang="en-US" sz="800" dirty="0">
                          <a:effectLst/>
                        </a:rPr>
                        <a:t> --</a:t>
                      </a:r>
                      <a:r>
                        <a:rPr lang="en-US" sz="800" err="1">
                          <a:effectLst/>
                        </a:rPr>
                        <a:t>xdcr</a:t>
                      </a:r>
                      <a:r>
                        <a:rPr lang="en-US" sz="800" dirty="0">
                          <a:effectLst/>
                        </a:rPr>
                        <a:t>-to-bucket </a:t>
                      </a:r>
                      <a:r>
                        <a:rPr lang="en-US" sz="800" err="1">
                          <a:effectLst/>
                        </a:rPr>
                        <a:t>SubscriptionManagement</a:t>
                      </a:r>
                      <a:endParaRPr lang="en-IN" sz="800">
                        <a:effectLst/>
                      </a:endParaRPr>
                    </a:p>
                    <a:p>
                      <a:pPr marL="457200">
                        <a:spcAft>
                          <a:spcPts val="600"/>
                        </a:spcAft>
                      </a:pPr>
                      <a:endParaRPr lang="en-IN" sz="800" dirty="0">
                        <a:effectLst/>
                      </a:endParaRPr>
                    </a:p>
                    <a:p>
                      <a:pPr>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SubscriptionPolicy</a:t>
                      </a:r>
                      <a:r>
                        <a:rPr lang="en-US" sz="800" dirty="0">
                          <a:effectLst/>
                        </a:rPr>
                        <a:t> --</a:t>
                      </a:r>
                      <a:r>
                        <a:rPr lang="en-US" sz="800" err="1">
                          <a:effectLst/>
                        </a:rPr>
                        <a:t>xdcr</a:t>
                      </a:r>
                      <a:r>
                        <a:rPr lang="en-US" sz="800" dirty="0">
                          <a:effectLst/>
                        </a:rPr>
                        <a:t>-to-bucket </a:t>
                      </a:r>
                      <a:r>
                        <a:rPr lang="en-US" sz="800" err="1">
                          <a:effectLst/>
                        </a:rPr>
                        <a:t>SubscriptionPolicy</a:t>
                      </a:r>
                      <a:endParaRPr lang="en-IN" sz="800">
                        <a:effectLst/>
                      </a:endParaRPr>
                    </a:p>
                    <a:p>
                      <a:pPr marL="457200"/>
                      <a:endParaRPr lang="en-IN" sz="800" dirty="0">
                        <a:effectLst/>
                      </a:endParaRPr>
                    </a:p>
                    <a:p>
                      <a:pPr marL="457200">
                        <a:spcAft>
                          <a:spcPts val="600"/>
                        </a:spcAft>
                      </a:pPr>
                      <a:r>
                        <a:rPr lang="en-US" sz="800" err="1">
                          <a:effectLst/>
                        </a:rPr>
                        <a:t>kubectl</a:t>
                      </a:r>
                      <a:r>
                        <a:rPr lang="en-US" sz="800" dirty="0">
                          <a:effectLst/>
                        </a:rPr>
                        <a:t> exec -it couchbase-secondary-0 -n </a:t>
                      </a:r>
                      <a:r>
                        <a:rPr lang="en-US" sz="800" err="1">
                          <a:effectLst/>
                        </a:rPr>
                        <a:t>cnf</a:t>
                      </a:r>
                      <a:r>
                        <a:rPr lang="en-US" sz="800" dirty="0">
                          <a:effectLst/>
                        </a:rPr>
                        <a:t>-apps -- </a:t>
                      </a:r>
                      <a:r>
                        <a:rPr lang="en-US" sz="800" err="1">
                          <a:effectLst/>
                        </a:rPr>
                        <a:t>couchbase</a:t>
                      </a:r>
                      <a:r>
                        <a:rPr lang="en-US" sz="800" dirty="0">
                          <a:effectLst/>
                        </a:rPr>
                        <a:t>-cli </a:t>
                      </a:r>
                      <a:r>
                        <a:rPr lang="en-US" sz="800" err="1">
                          <a:effectLst/>
                        </a:rPr>
                        <a:t>xdcr</a:t>
                      </a:r>
                      <a:r>
                        <a:rPr lang="en-US" sz="800" dirty="0">
                          <a:effectLst/>
                        </a:rPr>
                        <a:t>-replicate -c localhost:8091 -u Administrator -p password --create --</a:t>
                      </a:r>
                      <a:r>
                        <a:rPr lang="en-US" sz="800" err="1">
                          <a:effectLst/>
                        </a:rPr>
                        <a:t>xdcr</a:t>
                      </a:r>
                      <a:r>
                        <a:rPr lang="en-US" sz="800" dirty="0">
                          <a:effectLst/>
                        </a:rPr>
                        <a:t>-cluster-name primary --</a:t>
                      </a:r>
                      <a:r>
                        <a:rPr lang="en-US" sz="800" err="1">
                          <a:effectLst/>
                        </a:rPr>
                        <a:t>xdcr</a:t>
                      </a:r>
                      <a:r>
                        <a:rPr lang="en-US" sz="800" dirty="0">
                          <a:effectLst/>
                        </a:rPr>
                        <a:t>-from-bucket </a:t>
                      </a:r>
                      <a:r>
                        <a:rPr lang="en-US" sz="800" err="1">
                          <a:effectLst/>
                        </a:rPr>
                        <a:t>SystemConfiguration</a:t>
                      </a:r>
                      <a:r>
                        <a:rPr lang="en-US" sz="800" dirty="0">
                          <a:effectLst/>
                        </a:rPr>
                        <a:t> --</a:t>
                      </a:r>
                      <a:r>
                        <a:rPr lang="en-US" sz="800" err="1">
                          <a:effectLst/>
                        </a:rPr>
                        <a:t>xdcr</a:t>
                      </a:r>
                      <a:r>
                        <a:rPr lang="en-US" sz="800" dirty="0">
                          <a:effectLst/>
                        </a:rPr>
                        <a:t>-to-bucket </a:t>
                      </a:r>
                      <a:r>
                        <a:rPr lang="en-US" sz="800" err="1">
                          <a:effectLst/>
                        </a:rPr>
                        <a:t>SystemConfiguration</a:t>
                      </a:r>
                      <a:endParaRPr lang="en-IN" sz="800">
                        <a:effectLst/>
                        <a:latin typeface="Arial" panose="020B0604020202020204" pitchFamily="34" charset="0"/>
                        <a:ea typeface="Batang" panose="02030600000101010101" pitchFamily="18" charset="-127"/>
                        <a:cs typeface="Times New Roman" panose="02020603050405020304" pitchFamily="18" charset="0"/>
                      </a:endParaRPr>
                    </a:p>
                  </a:txBody>
                  <a:tcPr marL="32646" marR="32646" marT="0" marB="0"/>
                </a:tc>
                <a:extLst>
                  <a:ext uri="{0D108BD9-81ED-4DB2-BD59-A6C34878D82A}">
                    <a16:rowId xmlns:a16="http://schemas.microsoft.com/office/drawing/2014/main" val="3436941296"/>
                  </a:ext>
                </a:extLst>
              </a:tr>
            </a:tbl>
          </a:graphicData>
        </a:graphic>
      </p:graphicFrame>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29</a:t>
            </a:fld>
            <a:endParaRPr lang="en-US"/>
          </a:p>
        </p:txBody>
      </p:sp>
      <p:sp>
        <p:nvSpPr>
          <p:cNvPr id="8" name="TextBox 7">
            <a:extLst>
              <a:ext uri="{FF2B5EF4-FFF2-40B4-BE49-F238E27FC236}">
                <a16:creationId xmlns:a16="http://schemas.microsoft.com/office/drawing/2014/main" id="{A6163C1C-5A6B-4AF0-A6D7-2F2761CF72C1}"/>
              </a:ext>
            </a:extLst>
          </p:cNvPr>
          <p:cNvSpPr txBox="1"/>
          <p:nvPr/>
        </p:nvSpPr>
        <p:spPr>
          <a:xfrm>
            <a:off x="2820353" y="6317493"/>
            <a:ext cx="6097904" cy="276999"/>
          </a:xfrm>
          <a:prstGeom prst="rect">
            <a:avLst/>
          </a:prstGeom>
          <a:noFill/>
        </p:spPr>
        <p:txBody>
          <a:bodyPr wrap="square">
            <a:spAutoFit/>
          </a:bodyPr>
          <a:lstStyle/>
          <a:p>
            <a:pPr marL="457200" algn="ctr">
              <a:spcAft>
                <a:spcPts val="600"/>
              </a:spcAft>
            </a:pPr>
            <a:r>
              <a:rPr lang="en-US" sz="1200" dirty="0">
                <a:solidFill>
                  <a:schemeClr val="bg1"/>
                </a:solidFill>
                <a:effectLst/>
                <a:ea typeface="Batang" panose="02030600000101010101" pitchFamily="18" charset="-127"/>
                <a:cs typeface="Times New Roman" panose="02020603050405020304" pitchFamily="18" charset="0"/>
              </a:rPr>
              <a:t>Code Block: Secondary database replication</a:t>
            </a:r>
            <a:endParaRPr lang="en-IN" sz="1200" dirty="0">
              <a:solidFill>
                <a:schemeClr val="bg1"/>
              </a:solidFill>
              <a:effectLst/>
              <a:ea typeface="Batang" panose="02030600000101010101" pitchFamily="18" charset="-127"/>
              <a:cs typeface="Times New Roman" panose="02020603050405020304" pitchFamily="18" charset="0"/>
            </a:endParaRPr>
          </a:p>
        </p:txBody>
      </p:sp>
    </p:spTree>
    <p:custDataLst>
      <p:tags r:id="rId1"/>
    </p:custDataLst>
    <p:extLst>
      <p:ext uri="{BB962C8B-B14F-4D97-AF65-F5344CB8AC3E}">
        <p14:creationId xmlns:p14="http://schemas.microsoft.com/office/powerpoint/2010/main" val="1656362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dirty="0"/>
              <a:t>Show &amp; Tell Session</a:t>
            </a:r>
            <a:endParaRPr lang="hi-IN" dirty="0"/>
          </a:p>
        </p:txBody>
      </p:sp>
      <p:sp>
        <p:nvSpPr>
          <p:cNvPr id="5" name="Content Placeholder 4"/>
          <p:cNvSpPr>
            <a:spLocks noGrp="1"/>
          </p:cNvSpPr>
          <p:nvPr>
            <p:ph idx="1"/>
          </p:nvPr>
        </p:nvSpPr>
        <p:spPr/>
        <p:txBody>
          <a:bodyPr>
            <a:normAutofit/>
          </a:bodyPr>
          <a:lstStyle/>
          <a:p>
            <a:pPr marL="457200" lvl="1" indent="0">
              <a:buNone/>
            </a:pPr>
            <a:r>
              <a:rPr lang="en-US" sz="1100" dirty="0"/>
              <a:t>XDCR Replication</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30</a:t>
            </a:fld>
            <a:endParaRPr lang="en-US"/>
          </a:p>
        </p:txBody>
      </p:sp>
    </p:spTree>
    <p:custDataLst>
      <p:tags r:id="rId1"/>
    </p:custDataLst>
    <p:extLst>
      <p:ext uri="{BB962C8B-B14F-4D97-AF65-F5344CB8AC3E}">
        <p14:creationId xmlns:p14="http://schemas.microsoft.com/office/powerpoint/2010/main" val="3338010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Redundancy</a:t>
            </a:r>
          </a:p>
        </p:txBody>
      </p:sp>
      <p:sp>
        <p:nvSpPr>
          <p:cNvPr id="5" name="Content Placeholder 4"/>
          <p:cNvSpPr>
            <a:spLocks noGrp="1"/>
          </p:cNvSpPr>
          <p:nvPr>
            <p:ph idx="1"/>
          </p:nvPr>
        </p:nvSpPr>
        <p:spPr/>
        <p:txBody>
          <a:bodyPr>
            <a:normAutofit/>
          </a:bodyPr>
          <a:lstStyle/>
          <a:p>
            <a:pPr marL="457200" lvl="1" indent="0">
              <a:buNone/>
            </a:pPr>
            <a:r>
              <a:rPr lang="en-US" sz="1200" dirty="0">
                <a:effectLst/>
                <a:ea typeface="Batang" panose="02030600000101010101" pitchFamily="18" charset="-127"/>
                <a:cs typeface="Times New Roman" panose="02020603050405020304" pitchFamily="18" charset="0"/>
              </a:rPr>
              <a:t>For a two node HA setup, Couchbase needs to be deployed in XCDR mode. </a:t>
            </a:r>
            <a:endParaRPr lang="en-IN" sz="1200" dirty="0">
              <a:effectLst/>
              <a:ea typeface="Batang" panose="02030600000101010101" pitchFamily="18" charset="-127"/>
              <a:cs typeface="Times New Roman" panose="02020603050405020304" pitchFamily="18" charset="0"/>
            </a:endParaRPr>
          </a:p>
          <a:p>
            <a:pPr marL="457200" lvl="1" indent="0">
              <a:buNone/>
            </a:pPr>
            <a:endParaRPr lang="en-US" sz="1200" dirty="0"/>
          </a:p>
          <a:p>
            <a:pPr marL="457200" lvl="1" indent="0">
              <a:buNone/>
            </a:pPr>
            <a:r>
              <a:rPr lang="en-US" sz="1200" dirty="0"/>
              <a:t>Following sections will be covered for Redundancy:</a:t>
            </a:r>
          </a:p>
          <a:p>
            <a:pPr marL="457200" lvl="1" indent="0">
              <a:buNone/>
            </a:pPr>
            <a:endParaRPr lang="en-US" sz="1200" dirty="0"/>
          </a:p>
          <a:p>
            <a:pPr lvl="2"/>
            <a:r>
              <a:rPr lang="en-US" sz="1200" dirty="0"/>
              <a:t>Primary Node</a:t>
            </a:r>
          </a:p>
          <a:p>
            <a:pPr lvl="2"/>
            <a:r>
              <a:rPr lang="en-US" sz="1200" dirty="0"/>
              <a:t>Secondary Node</a:t>
            </a:r>
          </a:p>
          <a:p>
            <a:pPr lvl="2"/>
            <a:r>
              <a:rPr lang="en-US" sz="1200" dirty="0"/>
              <a:t>Create Service Monitor for Primary and Secondary Node</a:t>
            </a:r>
          </a:p>
          <a:p>
            <a:pPr lvl="2"/>
            <a:r>
              <a:rPr lang="en-US" sz="1200" dirty="0"/>
              <a:t>Apply Couchbase </a:t>
            </a:r>
            <a:r>
              <a:rPr lang="en-US" sz="1200" dirty="0" err="1"/>
              <a:t>yaml</a:t>
            </a:r>
            <a:r>
              <a:rPr lang="en-US" sz="1200" dirty="0"/>
              <a:t> and </a:t>
            </a:r>
            <a:r>
              <a:rPr lang="en-US" sz="1200" dirty="0" err="1"/>
              <a:t>moitor</a:t>
            </a:r>
            <a:r>
              <a:rPr lang="en-US" sz="1200" dirty="0"/>
              <a:t> –</a:t>
            </a:r>
            <a:r>
              <a:rPr lang="en-US" sz="1200" dirty="0" err="1"/>
              <a:t>cb.yaml</a:t>
            </a:r>
            <a:endParaRPr lang="en-US" sz="1200" dirty="0"/>
          </a:p>
          <a:p>
            <a:pPr lvl="2"/>
            <a:r>
              <a:rPr lang="en-US" sz="1200" dirty="0"/>
              <a:t>Initialize the databases</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31</a:t>
            </a:fld>
            <a:endParaRPr lang="en-US"/>
          </a:p>
        </p:txBody>
      </p:sp>
    </p:spTree>
    <p:custDataLst>
      <p:tags r:id="rId1"/>
    </p:custDataLst>
    <p:extLst>
      <p:ext uri="{BB962C8B-B14F-4D97-AF65-F5344CB8AC3E}">
        <p14:creationId xmlns:p14="http://schemas.microsoft.com/office/powerpoint/2010/main" val="1912638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Show &amp; Tell Session</a:t>
            </a:r>
            <a:endParaRPr lang="en-IN" dirty="0"/>
          </a:p>
        </p:txBody>
      </p:sp>
      <p:sp>
        <p:nvSpPr>
          <p:cNvPr id="5" name="Content Placeholder 4"/>
          <p:cNvSpPr>
            <a:spLocks noGrp="1"/>
          </p:cNvSpPr>
          <p:nvPr>
            <p:ph idx="1"/>
          </p:nvPr>
        </p:nvSpPr>
        <p:spPr/>
        <p:txBody>
          <a:bodyPr>
            <a:normAutofit/>
          </a:bodyPr>
          <a:lstStyle/>
          <a:p>
            <a:pPr lvl="1"/>
            <a:r>
              <a:rPr lang="en-US" sz="1200" dirty="0"/>
              <a:t>Redundancy</a:t>
            </a:r>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32</a:t>
            </a:fld>
            <a:endParaRPr lang="en-US"/>
          </a:p>
        </p:txBody>
      </p:sp>
    </p:spTree>
    <p:custDataLst>
      <p:tags r:id="rId1"/>
    </p:custDataLst>
    <p:extLst>
      <p:ext uri="{BB962C8B-B14F-4D97-AF65-F5344CB8AC3E}">
        <p14:creationId xmlns:p14="http://schemas.microsoft.com/office/powerpoint/2010/main" val="2893556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997EDE51-E947-4071-B83A-C8C45B4D928A}"/>
              </a:ext>
            </a:extLst>
          </p:cNvPr>
          <p:cNvGrpSpPr/>
          <p:nvPr/>
        </p:nvGrpSpPr>
        <p:grpSpPr>
          <a:xfrm>
            <a:off x="488357" y="4622427"/>
            <a:ext cx="11350245" cy="1205556"/>
            <a:chOff x="488357" y="4622427"/>
            <a:chExt cx="11350245" cy="1205556"/>
          </a:xfrm>
        </p:grpSpPr>
        <p:grpSp>
          <p:nvGrpSpPr>
            <p:cNvPr id="2" name="Group 1">
              <a:extLst>
                <a:ext uri="{FF2B5EF4-FFF2-40B4-BE49-F238E27FC236}">
                  <a16:creationId xmlns:a16="http://schemas.microsoft.com/office/drawing/2014/main" id="{3E08C9F0-C539-4BCB-B80B-4A7BB5B2DC7B}"/>
                </a:ext>
              </a:extLst>
            </p:cNvPr>
            <p:cNvGrpSpPr/>
            <p:nvPr/>
          </p:nvGrpSpPr>
          <p:grpSpPr>
            <a:xfrm>
              <a:off x="488357" y="4622427"/>
              <a:ext cx="11350245" cy="1107996"/>
              <a:chOff x="488357" y="4622427"/>
              <a:chExt cx="11350245" cy="1107996"/>
            </a:xfrm>
          </p:grpSpPr>
          <p:sp>
            <p:nvSpPr>
              <p:cNvPr id="3" name="TextBox 2">
                <a:extLst>
                  <a:ext uri="{FF2B5EF4-FFF2-40B4-BE49-F238E27FC236}">
                    <a16:creationId xmlns:a16="http://schemas.microsoft.com/office/drawing/2014/main" id="{FE2E9E97-20B2-4065-92BA-562B2ACD62B0}"/>
                  </a:ext>
                </a:extLst>
              </p:cNvPr>
              <p:cNvSpPr txBox="1"/>
              <p:nvPr/>
            </p:nvSpPr>
            <p:spPr>
              <a:xfrm>
                <a:off x="488357" y="4622427"/>
                <a:ext cx="2777872" cy="1107996"/>
              </a:xfrm>
              <a:prstGeom prst="rect">
                <a:avLst/>
              </a:prstGeom>
              <a:noFill/>
            </p:spPr>
            <p:txBody>
              <a:bodyPr wrap="square" rtlCol="0">
                <a:spAutoFit/>
              </a:bodyPr>
              <a:lstStyle/>
              <a:p>
                <a:pPr marL="0" marR="0" lvl="0" indent="0" defTabSz="914400" eaLnBrk="1" fontAlgn="auto" latinLnBrk="0" hangingPunct="1">
                  <a:lnSpc>
                    <a:spcPct val="100000"/>
                  </a:lnSpc>
                  <a:spcBef>
                    <a:spcPts val="1200"/>
                  </a:spcBef>
                  <a:spcAft>
                    <a:spcPts val="0"/>
                  </a:spcAft>
                  <a:buClrTx/>
                  <a:buSzTx/>
                  <a:buFontTx/>
                  <a:buNone/>
                  <a:tabLst/>
                  <a:defRPr/>
                </a:pPr>
                <a:r>
                  <a:rPr lang="en-US" kern="0" dirty="0">
                    <a:solidFill>
                      <a:schemeClr val="bg2"/>
                    </a:solidFill>
                    <a:latin typeface="+mj-lt"/>
                  </a:rPr>
                  <a:t>Corporate HQ </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dirty="0">
                    <a:ln>
                      <a:noFill/>
                    </a:ln>
                    <a:solidFill>
                      <a:schemeClr val="bg2"/>
                    </a:solidFill>
                    <a:effectLst/>
                    <a:uLnTx/>
                    <a:uFillTx/>
                    <a:latin typeface="+mn-lt"/>
                  </a:rPr>
                  <a:t>Austin, TX, USA</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dirty="0">
                    <a:ln>
                      <a:noFill/>
                    </a:ln>
                    <a:solidFill>
                      <a:srgbClr val="1F3C88"/>
                    </a:solidFill>
                    <a:effectLst/>
                    <a:uLnTx/>
                    <a:uFillTx/>
                    <a:latin typeface="+mn-lt"/>
                    <a:hlinkClick r:id="rId2">
                      <a:extLst>
                        <a:ext uri="{A12FA001-AC4F-418D-AE19-62706E023703}">
                          <ahyp:hlinkClr xmlns:ahyp="http://schemas.microsoft.com/office/drawing/2018/hyperlinkcolor" val="tx"/>
                        </a:ext>
                      </a:extLst>
                    </a:hlinkClick>
                  </a:rPr>
                  <a:t>sales@alepo.com</a:t>
                </a:r>
                <a:r>
                  <a:rPr kumimoji="0" lang="de-DE" sz="1400" b="0" i="0" u="none" strike="noStrike" kern="0" cap="none" spc="0" normalizeH="0" baseline="0" noProof="0" dirty="0">
                    <a:ln>
                      <a:noFill/>
                    </a:ln>
                    <a:solidFill>
                      <a:srgbClr val="1F3C88"/>
                    </a:solidFill>
                    <a:effectLst/>
                    <a:uLnTx/>
                    <a:uFillTx/>
                    <a:latin typeface="+mn-lt"/>
                  </a:rPr>
                  <a:t> </a:t>
                </a:r>
              </a:p>
            </p:txBody>
          </p:sp>
          <p:sp>
            <p:nvSpPr>
              <p:cNvPr id="4" name="Rectangle 3">
                <a:extLst>
                  <a:ext uri="{FF2B5EF4-FFF2-40B4-BE49-F238E27FC236}">
                    <a16:creationId xmlns:a16="http://schemas.microsoft.com/office/drawing/2014/main" id="{8F976085-A17F-4CD0-9C88-1069075979B3}"/>
                  </a:ext>
                </a:extLst>
              </p:cNvPr>
              <p:cNvSpPr/>
              <p:nvPr/>
            </p:nvSpPr>
            <p:spPr>
              <a:xfrm>
                <a:off x="3380819" y="4622427"/>
                <a:ext cx="1215397" cy="369332"/>
              </a:xfrm>
              <a:prstGeom prst="rect">
                <a:avLst/>
              </a:prstGeom>
            </p:spPr>
            <p:txBody>
              <a:bodyPr wrap="none">
                <a:spAutoFit/>
              </a:bodyPr>
              <a:lstStyle/>
              <a:p>
                <a:r>
                  <a:rPr kumimoji="0" lang="en-US" sz="1800" b="0" i="0" u="none" strike="noStrike" kern="0" cap="none" spc="0" normalizeH="0" baseline="0" noProof="0" dirty="0">
                    <a:ln>
                      <a:noFill/>
                    </a:ln>
                    <a:solidFill>
                      <a:schemeClr val="bg2"/>
                    </a:solidFill>
                    <a:effectLst/>
                    <a:uLnTx/>
                    <a:uFillTx/>
                    <a:latin typeface="+mj-lt"/>
                    <a:ea typeface="+mn-ea"/>
                    <a:cs typeface="+mn-cs"/>
                  </a:rPr>
                  <a:t>Follow Us</a:t>
                </a:r>
                <a:endParaRPr lang="en-IN" b="0" dirty="0">
                  <a:solidFill>
                    <a:schemeClr val="bg2"/>
                  </a:solidFill>
                  <a:latin typeface="+mj-lt"/>
                </a:endParaRPr>
              </a:p>
            </p:txBody>
          </p:sp>
          <p:grpSp>
            <p:nvGrpSpPr>
              <p:cNvPr id="5" name="Group 4">
                <a:extLst>
                  <a:ext uri="{FF2B5EF4-FFF2-40B4-BE49-F238E27FC236}">
                    <a16:creationId xmlns:a16="http://schemas.microsoft.com/office/drawing/2014/main" id="{8C0FA832-A5AC-45F5-A8E0-8550FBCC5847}"/>
                  </a:ext>
                </a:extLst>
              </p:cNvPr>
              <p:cNvGrpSpPr/>
              <p:nvPr/>
            </p:nvGrpSpPr>
            <p:grpSpPr>
              <a:xfrm>
                <a:off x="3492579" y="5167611"/>
                <a:ext cx="513793" cy="513793"/>
                <a:chOff x="600117" y="5061528"/>
                <a:chExt cx="513793" cy="513793"/>
              </a:xfrm>
            </p:grpSpPr>
            <p:sp>
              <p:nvSpPr>
                <p:cNvPr id="6" name="Oval 5">
                  <a:extLst>
                    <a:ext uri="{FF2B5EF4-FFF2-40B4-BE49-F238E27FC236}">
                      <a16:creationId xmlns:a16="http://schemas.microsoft.com/office/drawing/2014/main" id="{A764D083-8D13-47FA-92A7-AE174BC33F31}"/>
                    </a:ext>
                  </a:extLst>
                </p:cNvPr>
                <p:cNvSpPr/>
                <p:nvPr userDrawn="1"/>
              </p:nvSpPr>
              <p:spPr>
                <a:xfrm>
                  <a:off x="600117" y="5061528"/>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Freeform 45">
                  <a:extLst>
                    <a:ext uri="{FF2B5EF4-FFF2-40B4-BE49-F238E27FC236}">
                      <a16:creationId xmlns:a16="http://schemas.microsoft.com/office/drawing/2014/main" id="{DC02D30F-F297-440F-BE44-A63704B3D47A}"/>
                    </a:ext>
                  </a:extLst>
                </p:cNvPr>
                <p:cNvSpPr>
                  <a:spLocks noEditPoints="1"/>
                </p:cNvSpPr>
                <p:nvPr userDrawn="1"/>
              </p:nvSpPr>
              <p:spPr bwMode="auto">
                <a:xfrm>
                  <a:off x="692946" y="5145835"/>
                  <a:ext cx="328134" cy="337628"/>
                </a:xfrm>
                <a:custGeom>
                  <a:avLst/>
                  <a:gdLst>
                    <a:gd name="T0" fmla="*/ 1359 w 1716"/>
                    <a:gd name="T1" fmla="*/ 162 h 1692"/>
                    <a:gd name="T2" fmla="*/ 1068 w 1716"/>
                    <a:gd name="T3" fmla="*/ 28 h 1692"/>
                    <a:gd name="T4" fmla="*/ 225 w 1716"/>
                    <a:gd name="T5" fmla="*/ 286 h 1692"/>
                    <a:gd name="T6" fmla="*/ 48 w 1716"/>
                    <a:gd name="T7" fmla="*/ 601 h 1692"/>
                    <a:gd name="T8" fmla="*/ 357 w 1716"/>
                    <a:gd name="T9" fmla="*/ 1527 h 1692"/>
                    <a:gd name="T10" fmla="*/ 613 w 1716"/>
                    <a:gd name="T11" fmla="*/ 1654 h 1692"/>
                    <a:gd name="T12" fmla="*/ 1264 w 1716"/>
                    <a:gd name="T13" fmla="*/ 1589 h 1692"/>
                    <a:gd name="T14" fmla="*/ 1684 w 1716"/>
                    <a:gd name="T15" fmla="*/ 1050 h 1692"/>
                    <a:gd name="T16" fmla="*/ 1548 w 1716"/>
                    <a:gd name="T17" fmla="*/ 470 h 1692"/>
                    <a:gd name="T18" fmla="*/ 1489 w 1716"/>
                    <a:gd name="T19" fmla="*/ 374 h 1692"/>
                    <a:gd name="T20" fmla="*/ 1225 w 1716"/>
                    <a:gd name="T21" fmla="*/ 657 h 1692"/>
                    <a:gd name="T22" fmla="*/ 1454 w 1716"/>
                    <a:gd name="T23" fmla="*/ 857 h 1692"/>
                    <a:gd name="T24" fmla="*/ 901 w 1716"/>
                    <a:gd name="T25" fmla="*/ 270 h 1692"/>
                    <a:gd name="T26" fmla="*/ 776 w 1716"/>
                    <a:gd name="T27" fmla="*/ 483 h 1692"/>
                    <a:gd name="T28" fmla="*/ 500 w 1716"/>
                    <a:gd name="T29" fmla="*/ 732 h 1692"/>
                    <a:gd name="T30" fmla="*/ 585 w 1716"/>
                    <a:gd name="T31" fmla="*/ 360 h 1692"/>
                    <a:gd name="T32" fmla="*/ 884 w 1716"/>
                    <a:gd name="T33" fmla="*/ 632 h 1692"/>
                    <a:gd name="T34" fmla="*/ 961 w 1716"/>
                    <a:gd name="T35" fmla="*/ 655 h 1692"/>
                    <a:gd name="T36" fmla="*/ 876 w 1716"/>
                    <a:gd name="T37" fmla="*/ 932 h 1692"/>
                    <a:gd name="T38" fmla="*/ 1321 w 1716"/>
                    <a:gd name="T39" fmla="*/ 524 h 1692"/>
                    <a:gd name="T40" fmla="*/ 1151 w 1716"/>
                    <a:gd name="T41" fmla="*/ 346 h 1692"/>
                    <a:gd name="T42" fmla="*/ 1375 w 1716"/>
                    <a:gd name="T43" fmla="*/ 449 h 1692"/>
                    <a:gd name="T44" fmla="*/ 1326 w 1716"/>
                    <a:gd name="T45" fmla="*/ 247 h 1692"/>
                    <a:gd name="T46" fmla="*/ 1326 w 1716"/>
                    <a:gd name="T47" fmla="*/ 247 h 1692"/>
                    <a:gd name="T48" fmla="*/ 1123 w 1716"/>
                    <a:gd name="T49" fmla="*/ 129 h 1692"/>
                    <a:gd name="T50" fmla="*/ 1058 w 1716"/>
                    <a:gd name="T51" fmla="*/ 337 h 1692"/>
                    <a:gd name="T52" fmla="*/ 968 w 1716"/>
                    <a:gd name="T53" fmla="*/ 90 h 1692"/>
                    <a:gd name="T54" fmla="*/ 811 w 1716"/>
                    <a:gd name="T55" fmla="*/ 90 h 1692"/>
                    <a:gd name="T56" fmla="*/ 736 w 1716"/>
                    <a:gd name="T57" fmla="*/ 124 h 1692"/>
                    <a:gd name="T58" fmla="*/ 659 w 1716"/>
                    <a:gd name="T59" fmla="*/ 215 h 1692"/>
                    <a:gd name="T60" fmla="*/ 655 w 1716"/>
                    <a:gd name="T61" fmla="*/ 226 h 1692"/>
                    <a:gd name="T62" fmla="*/ 576 w 1716"/>
                    <a:gd name="T63" fmla="*/ 137 h 1692"/>
                    <a:gd name="T64" fmla="*/ 352 w 1716"/>
                    <a:gd name="T65" fmla="*/ 333 h 1692"/>
                    <a:gd name="T66" fmla="*/ 571 w 1716"/>
                    <a:gd name="T67" fmla="*/ 234 h 1692"/>
                    <a:gd name="T68" fmla="*/ 342 w 1716"/>
                    <a:gd name="T69" fmla="*/ 383 h 1692"/>
                    <a:gd name="T70" fmla="*/ 133 w 1716"/>
                    <a:gd name="T71" fmla="*/ 597 h 1692"/>
                    <a:gd name="T72" fmla="*/ 111 w 1716"/>
                    <a:gd name="T73" fmla="*/ 763 h 1692"/>
                    <a:gd name="T74" fmla="*/ 120 w 1716"/>
                    <a:gd name="T75" fmla="*/ 1017 h 1692"/>
                    <a:gd name="T76" fmla="*/ 355 w 1716"/>
                    <a:gd name="T77" fmla="*/ 1078 h 1692"/>
                    <a:gd name="T78" fmla="*/ 149 w 1716"/>
                    <a:gd name="T79" fmla="*/ 895 h 1692"/>
                    <a:gd name="T80" fmla="*/ 462 w 1716"/>
                    <a:gd name="T81" fmla="*/ 806 h 1692"/>
                    <a:gd name="T82" fmla="*/ 365 w 1716"/>
                    <a:gd name="T83" fmla="*/ 1430 h 1692"/>
                    <a:gd name="T84" fmla="*/ 599 w 1716"/>
                    <a:gd name="T85" fmla="*/ 1564 h 1692"/>
                    <a:gd name="T86" fmla="*/ 526 w 1716"/>
                    <a:gd name="T87" fmla="*/ 858 h 1692"/>
                    <a:gd name="T88" fmla="*/ 947 w 1716"/>
                    <a:gd name="T89" fmla="*/ 1605 h 1692"/>
                    <a:gd name="T90" fmla="*/ 947 w 1716"/>
                    <a:gd name="T91" fmla="*/ 1605 h 1692"/>
                    <a:gd name="T92" fmla="*/ 1074 w 1716"/>
                    <a:gd name="T93" fmla="*/ 1293 h 1692"/>
                    <a:gd name="T94" fmla="*/ 1373 w 1716"/>
                    <a:gd name="T95" fmla="*/ 1415 h 1692"/>
                    <a:gd name="T96" fmla="*/ 1381 w 1716"/>
                    <a:gd name="T97" fmla="*/ 1396 h 1692"/>
                    <a:gd name="T98" fmla="*/ 1268 w 1716"/>
                    <a:gd name="T99" fmla="*/ 1352 h 1692"/>
                    <a:gd name="T100" fmla="*/ 1215 w 1716"/>
                    <a:gd name="T101" fmla="*/ 1033 h 1692"/>
                    <a:gd name="T102" fmla="*/ 1463 w 1716"/>
                    <a:gd name="T103" fmla="*/ 613 h 1692"/>
                    <a:gd name="T104" fmla="*/ 1579 w 1716"/>
                    <a:gd name="T105" fmla="*/ 655 h 1692"/>
                    <a:gd name="T106" fmla="*/ 1522 w 1716"/>
                    <a:gd name="T107" fmla="*/ 789 h 1692"/>
                    <a:gd name="T108" fmla="*/ 1595 w 1716"/>
                    <a:gd name="T109" fmla="*/ 1069 h 1692"/>
                    <a:gd name="T110" fmla="*/ 1541 w 1716"/>
                    <a:gd name="T111" fmla="*/ 890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16" h="1692">
                      <a:moveTo>
                        <a:pt x="1657" y="556"/>
                      </a:moveTo>
                      <a:cubicBezTo>
                        <a:pt x="1605" y="414"/>
                        <a:pt x="1514" y="287"/>
                        <a:pt x="1395" y="190"/>
                      </a:cubicBezTo>
                      <a:cubicBezTo>
                        <a:pt x="1389" y="187"/>
                        <a:pt x="1385" y="183"/>
                        <a:pt x="1380" y="179"/>
                      </a:cubicBezTo>
                      <a:cubicBezTo>
                        <a:pt x="1373" y="174"/>
                        <a:pt x="1366" y="168"/>
                        <a:pt x="1359" y="162"/>
                      </a:cubicBezTo>
                      <a:cubicBezTo>
                        <a:pt x="1295" y="117"/>
                        <a:pt x="1224" y="79"/>
                        <a:pt x="1146" y="52"/>
                      </a:cubicBezTo>
                      <a:cubicBezTo>
                        <a:pt x="1143" y="51"/>
                        <a:pt x="1140" y="50"/>
                        <a:pt x="1137" y="49"/>
                      </a:cubicBezTo>
                      <a:cubicBezTo>
                        <a:pt x="1127" y="45"/>
                        <a:pt x="1116" y="42"/>
                        <a:pt x="1106" y="38"/>
                      </a:cubicBezTo>
                      <a:cubicBezTo>
                        <a:pt x="1094" y="35"/>
                        <a:pt x="1082" y="31"/>
                        <a:pt x="1068" y="28"/>
                      </a:cubicBezTo>
                      <a:cubicBezTo>
                        <a:pt x="989" y="8"/>
                        <a:pt x="908" y="0"/>
                        <a:pt x="829" y="3"/>
                      </a:cubicBezTo>
                      <a:cubicBezTo>
                        <a:pt x="820" y="3"/>
                        <a:pt x="811" y="4"/>
                        <a:pt x="802" y="4"/>
                      </a:cubicBezTo>
                      <a:cubicBezTo>
                        <a:pt x="642" y="15"/>
                        <a:pt x="488" y="71"/>
                        <a:pt x="361" y="163"/>
                      </a:cubicBezTo>
                      <a:cubicBezTo>
                        <a:pt x="311" y="199"/>
                        <a:pt x="265" y="241"/>
                        <a:pt x="225" y="286"/>
                      </a:cubicBezTo>
                      <a:cubicBezTo>
                        <a:pt x="184" y="332"/>
                        <a:pt x="148" y="383"/>
                        <a:pt x="117" y="438"/>
                      </a:cubicBezTo>
                      <a:cubicBezTo>
                        <a:pt x="95" y="477"/>
                        <a:pt x="75" y="520"/>
                        <a:pt x="60" y="565"/>
                      </a:cubicBezTo>
                      <a:cubicBezTo>
                        <a:pt x="59" y="567"/>
                        <a:pt x="58" y="569"/>
                        <a:pt x="57" y="572"/>
                      </a:cubicBezTo>
                      <a:cubicBezTo>
                        <a:pt x="54" y="581"/>
                        <a:pt x="51" y="591"/>
                        <a:pt x="48" y="601"/>
                      </a:cubicBezTo>
                      <a:cubicBezTo>
                        <a:pt x="2" y="750"/>
                        <a:pt x="0" y="902"/>
                        <a:pt x="34" y="1044"/>
                      </a:cubicBezTo>
                      <a:cubicBezTo>
                        <a:pt x="52" y="1113"/>
                        <a:pt x="77" y="1180"/>
                        <a:pt x="111" y="1243"/>
                      </a:cubicBezTo>
                      <a:cubicBezTo>
                        <a:pt x="154" y="1325"/>
                        <a:pt x="212" y="1400"/>
                        <a:pt x="281" y="1464"/>
                      </a:cubicBezTo>
                      <a:cubicBezTo>
                        <a:pt x="305" y="1486"/>
                        <a:pt x="331" y="1507"/>
                        <a:pt x="357" y="1527"/>
                      </a:cubicBezTo>
                      <a:cubicBezTo>
                        <a:pt x="423" y="1574"/>
                        <a:pt x="496" y="1613"/>
                        <a:pt x="575" y="1641"/>
                      </a:cubicBezTo>
                      <a:cubicBezTo>
                        <a:pt x="578" y="1642"/>
                        <a:pt x="580" y="1643"/>
                        <a:pt x="584" y="1644"/>
                      </a:cubicBezTo>
                      <a:cubicBezTo>
                        <a:pt x="593" y="1647"/>
                        <a:pt x="603" y="1651"/>
                        <a:pt x="612" y="1653"/>
                      </a:cubicBezTo>
                      <a:cubicBezTo>
                        <a:pt x="613" y="1654"/>
                        <a:pt x="613" y="1654"/>
                        <a:pt x="613" y="1654"/>
                      </a:cubicBezTo>
                      <a:cubicBezTo>
                        <a:pt x="626" y="1658"/>
                        <a:pt x="640" y="1661"/>
                        <a:pt x="652" y="1664"/>
                      </a:cubicBezTo>
                      <a:cubicBezTo>
                        <a:pt x="735" y="1685"/>
                        <a:pt x="818" y="1692"/>
                        <a:pt x="899" y="1689"/>
                      </a:cubicBezTo>
                      <a:cubicBezTo>
                        <a:pt x="932" y="1687"/>
                        <a:pt x="965" y="1684"/>
                        <a:pt x="998" y="1679"/>
                      </a:cubicBezTo>
                      <a:cubicBezTo>
                        <a:pt x="1091" y="1664"/>
                        <a:pt x="1181" y="1632"/>
                        <a:pt x="1264" y="1589"/>
                      </a:cubicBezTo>
                      <a:cubicBezTo>
                        <a:pt x="1327" y="1555"/>
                        <a:pt x="1385" y="1513"/>
                        <a:pt x="1439" y="1464"/>
                      </a:cubicBezTo>
                      <a:cubicBezTo>
                        <a:pt x="1538" y="1373"/>
                        <a:pt x="1616" y="1257"/>
                        <a:pt x="1664" y="1120"/>
                      </a:cubicBezTo>
                      <a:cubicBezTo>
                        <a:pt x="1667" y="1111"/>
                        <a:pt x="1670" y="1101"/>
                        <a:pt x="1673" y="1091"/>
                      </a:cubicBezTo>
                      <a:cubicBezTo>
                        <a:pt x="1677" y="1078"/>
                        <a:pt x="1681" y="1064"/>
                        <a:pt x="1684" y="1050"/>
                      </a:cubicBezTo>
                      <a:cubicBezTo>
                        <a:pt x="1696" y="1001"/>
                        <a:pt x="1704" y="951"/>
                        <a:pt x="1707" y="901"/>
                      </a:cubicBezTo>
                      <a:cubicBezTo>
                        <a:pt x="1716" y="782"/>
                        <a:pt x="1697" y="664"/>
                        <a:pt x="1657" y="556"/>
                      </a:cubicBezTo>
                      <a:close/>
                      <a:moveTo>
                        <a:pt x="1489" y="374"/>
                      </a:moveTo>
                      <a:cubicBezTo>
                        <a:pt x="1513" y="405"/>
                        <a:pt x="1533" y="438"/>
                        <a:pt x="1548" y="470"/>
                      </a:cubicBezTo>
                      <a:cubicBezTo>
                        <a:pt x="1530" y="450"/>
                        <a:pt x="1511" y="430"/>
                        <a:pt x="1492" y="411"/>
                      </a:cubicBezTo>
                      <a:cubicBezTo>
                        <a:pt x="1484" y="399"/>
                        <a:pt x="1474" y="387"/>
                        <a:pt x="1465" y="376"/>
                      </a:cubicBezTo>
                      <a:cubicBezTo>
                        <a:pt x="1464" y="364"/>
                        <a:pt x="1462" y="351"/>
                        <a:pt x="1460" y="339"/>
                      </a:cubicBezTo>
                      <a:cubicBezTo>
                        <a:pt x="1470" y="350"/>
                        <a:pt x="1480" y="362"/>
                        <a:pt x="1489" y="374"/>
                      </a:cubicBezTo>
                      <a:close/>
                      <a:moveTo>
                        <a:pt x="1454" y="857"/>
                      </a:moveTo>
                      <a:cubicBezTo>
                        <a:pt x="1412" y="890"/>
                        <a:pt x="1360" y="915"/>
                        <a:pt x="1299" y="933"/>
                      </a:cubicBezTo>
                      <a:cubicBezTo>
                        <a:pt x="1276" y="941"/>
                        <a:pt x="1250" y="946"/>
                        <a:pt x="1225" y="951"/>
                      </a:cubicBezTo>
                      <a:cubicBezTo>
                        <a:pt x="1234" y="849"/>
                        <a:pt x="1234" y="751"/>
                        <a:pt x="1225" y="657"/>
                      </a:cubicBezTo>
                      <a:cubicBezTo>
                        <a:pt x="1232" y="656"/>
                        <a:pt x="1239" y="654"/>
                        <a:pt x="1245" y="652"/>
                      </a:cubicBezTo>
                      <a:cubicBezTo>
                        <a:pt x="1289" y="639"/>
                        <a:pt x="1329" y="620"/>
                        <a:pt x="1363" y="593"/>
                      </a:cubicBezTo>
                      <a:cubicBezTo>
                        <a:pt x="1373" y="610"/>
                        <a:pt x="1381" y="629"/>
                        <a:pt x="1389" y="647"/>
                      </a:cubicBezTo>
                      <a:cubicBezTo>
                        <a:pt x="1420" y="713"/>
                        <a:pt x="1442" y="784"/>
                        <a:pt x="1454" y="857"/>
                      </a:cubicBezTo>
                      <a:close/>
                      <a:moveTo>
                        <a:pt x="717" y="429"/>
                      </a:moveTo>
                      <a:cubicBezTo>
                        <a:pt x="712" y="423"/>
                        <a:pt x="707" y="416"/>
                        <a:pt x="703" y="411"/>
                      </a:cubicBezTo>
                      <a:cubicBezTo>
                        <a:pt x="682" y="383"/>
                        <a:pt x="666" y="353"/>
                        <a:pt x="658" y="325"/>
                      </a:cubicBezTo>
                      <a:cubicBezTo>
                        <a:pt x="736" y="293"/>
                        <a:pt x="818" y="275"/>
                        <a:pt x="901" y="270"/>
                      </a:cubicBezTo>
                      <a:cubicBezTo>
                        <a:pt x="837" y="313"/>
                        <a:pt x="776" y="366"/>
                        <a:pt x="717" y="429"/>
                      </a:cubicBezTo>
                      <a:close/>
                      <a:moveTo>
                        <a:pt x="981" y="315"/>
                      </a:moveTo>
                      <a:cubicBezTo>
                        <a:pt x="908" y="556"/>
                        <a:pt x="908" y="556"/>
                        <a:pt x="908" y="556"/>
                      </a:cubicBezTo>
                      <a:cubicBezTo>
                        <a:pt x="858" y="536"/>
                        <a:pt x="814" y="512"/>
                        <a:pt x="776" y="483"/>
                      </a:cubicBezTo>
                      <a:cubicBezTo>
                        <a:pt x="801" y="456"/>
                        <a:pt x="827" y="432"/>
                        <a:pt x="853" y="409"/>
                      </a:cubicBezTo>
                      <a:cubicBezTo>
                        <a:pt x="894" y="372"/>
                        <a:pt x="937" y="340"/>
                        <a:pt x="981" y="315"/>
                      </a:cubicBezTo>
                      <a:close/>
                      <a:moveTo>
                        <a:pt x="664" y="488"/>
                      </a:moveTo>
                      <a:cubicBezTo>
                        <a:pt x="604" y="561"/>
                        <a:pt x="550" y="643"/>
                        <a:pt x="500" y="732"/>
                      </a:cubicBezTo>
                      <a:cubicBezTo>
                        <a:pt x="475" y="709"/>
                        <a:pt x="453" y="685"/>
                        <a:pt x="433" y="659"/>
                      </a:cubicBezTo>
                      <a:cubicBezTo>
                        <a:pt x="400" y="617"/>
                        <a:pt x="376" y="573"/>
                        <a:pt x="361" y="528"/>
                      </a:cubicBezTo>
                      <a:cubicBezTo>
                        <a:pt x="420" y="466"/>
                        <a:pt x="487" y="413"/>
                        <a:pt x="560" y="372"/>
                      </a:cubicBezTo>
                      <a:cubicBezTo>
                        <a:pt x="568" y="368"/>
                        <a:pt x="576" y="364"/>
                        <a:pt x="585" y="360"/>
                      </a:cubicBezTo>
                      <a:cubicBezTo>
                        <a:pt x="596" y="394"/>
                        <a:pt x="615" y="429"/>
                        <a:pt x="639" y="460"/>
                      </a:cubicBezTo>
                      <a:cubicBezTo>
                        <a:pt x="647" y="470"/>
                        <a:pt x="655" y="479"/>
                        <a:pt x="664" y="488"/>
                      </a:cubicBezTo>
                      <a:close/>
                      <a:moveTo>
                        <a:pt x="724" y="543"/>
                      </a:moveTo>
                      <a:cubicBezTo>
                        <a:pt x="769" y="579"/>
                        <a:pt x="823" y="609"/>
                        <a:pt x="884" y="632"/>
                      </a:cubicBezTo>
                      <a:cubicBezTo>
                        <a:pt x="799" y="909"/>
                        <a:pt x="799" y="909"/>
                        <a:pt x="799" y="909"/>
                      </a:cubicBezTo>
                      <a:cubicBezTo>
                        <a:pt x="709" y="879"/>
                        <a:pt x="630" y="835"/>
                        <a:pt x="563" y="785"/>
                      </a:cubicBezTo>
                      <a:cubicBezTo>
                        <a:pt x="611" y="696"/>
                        <a:pt x="665" y="614"/>
                        <a:pt x="724" y="543"/>
                      </a:cubicBezTo>
                      <a:close/>
                      <a:moveTo>
                        <a:pt x="961" y="655"/>
                      </a:moveTo>
                      <a:cubicBezTo>
                        <a:pt x="1024" y="670"/>
                        <a:pt x="1087" y="674"/>
                        <a:pt x="1145" y="670"/>
                      </a:cubicBezTo>
                      <a:cubicBezTo>
                        <a:pt x="1146" y="679"/>
                        <a:pt x="1147" y="686"/>
                        <a:pt x="1147" y="694"/>
                      </a:cubicBezTo>
                      <a:cubicBezTo>
                        <a:pt x="1154" y="778"/>
                        <a:pt x="1152" y="867"/>
                        <a:pt x="1143" y="960"/>
                      </a:cubicBezTo>
                      <a:cubicBezTo>
                        <a:pt x="1059" y="965"/>
                        <a:pt x="968" y="956"/>
                        <a:pt x="876" y="932"/>
                      </a:cubicBezTo>
                      <a:cubicBezTo>
                        <a:pt x="961" y="655"/>
                        <a:pt x="961" y="655"/>
                        <a:pt x="961" y="655"/>
                      </a:cubicBezTo>
                      <a:cubicBezTo>
                        <a:pt x="961" y="655"/>
                        <a:pt x="961" y="655"/>
                        <a:pt x="961" y="655"/>
                      </a:cubicBezTo>
                      <a:close/>
                      <a:moveTo>
                        <a:pt x="1151" y="346"/>
                      </a:moveTo>
                      <a:cubicBezTo>
                        <a:pt x="1217" y="396"/>
                        <a:pt x="1274" y="456"/>
                        <a:pt x="1321" y="524"/>
                      </a:cubicBezTo>
                      <a:cubicBezTo>
                        <a:pt x="1295" y="546"/>
                        <a:pt x="1262" y="564"/>
                        <a:pt x="1223" y="575"/>
                      </a:cubicBezTo>
                      <a:cubicBezTo>
                        <a:pt x="1220" y="576"/>
                        <a:pt x="1218" y="577"/>
                        <a:pt x="1215" y="577"/>
                      </a:cubicBezTo>
                      <a:cubicBezTo>
                        <a:pt x="1210" y="552"/>
                        <a:pt x="1205" y="527"/>
                        <a:pt x="1200" y="503"/>
                      </a:cubicBezTo>
                      <a:cubicBezTo>
                        <a:pt x="1188" y="448"/>
                        <a:pt x="1171" y="395"/>
                        <a:pt x="1151" y="346"/>
                      </a:cubicBezTo>
                      <a:close/>
                      <a:moveTo>
                        <a:pt x="1382" y="423"/>
                      </a:moveTo>
                      <a:cubicBezTo>
                        <a:pt x="1381" y="430"/>
                        <a:pt x="1380" y="436"/>
                        <a:pt x="1378" y="441"/>
                      </a:cubicBezTo>
                      <a:cubicBezTo>
                        <a:pt x="1378" y="442"/>
                        <a:pt x="1377" y="444"/>
                        <a:pt x="1377" y="445"/>
                      </a:cubicBezTo>
                      <a:cubicBezTo>
                        <a:pt x="1377" y="446"/>
                        <a:pt x="1376" y="448"/>
                        <a:pt x="1375" y="449"/>
                      </a:cubicBezTo>
                      <a:cubicBezTo>
                        <a:pt x="1374" y="452"/>
                        <a:pt x="1373" y="455"/>
                        <a:pt x="1372" y="458"/>
                      </a:cubicBezTo>
                      <a:cubicBezTo>
                        <a:pt x="1347" y="423"/>
                        <a:pt x="1320" y="391"/>
                        <a:pt x="1290" y="362"/>
                      </a:cubicBezTo>
                      <a:cubicBezTo>
                        <a:pt x="1323" y="380"/>
                        <a:pt x="1354" y="400"/>
                        <a:pt x="1382" y="423"/>
                      </a:cubicBezTo>
                      <a:close/>
                      <a:moveTo>
                        <a:pt x="1326" y="247"/>
                      </a:moveTo>
                      <a:cubicBezTo>
                        <a:pt x="1328" y="249"/>
                        <a:pt x="1330" y="251"/>
                        <a:pt x="1331" y="254"/>
                      </a:cubicBezTo>
                      <a:cubicBezTo>
                        <a:pt x="1347" y="273"/>
                        <a:pt x="1359" y="293"/>
                        <a:pt x="1368" y="314"/>
                      </a:cubicBezTo>
                      <a:cubicBezTo>
                        <a:pt x="1320" y="283"/>
                        <a:pt x="1268" y="258"/>
                        <a:pt x="1213" y="238"/>
                      </a:cubicBezTo>
                      <a:cubicBezTo>
                        <a:pt x="1251" y="236"/>
                        <a:pt x="1289" y="239"/>
                        <a:pt x="1326" y="247"/>
                      </a:cubicBezTo>
                      <a:close/>
                      <a:moveTo>
                        <a:pt x="1123" y="129"/>
                      </a:moveTo>
                      <a:cubicBezTo>
                        <a:pt x="1147" y="138"/>
                        <a:pt x="1172" y="148"/>
                        <a:pt x="1195" y="159"/>
                      </a:cubicBezTo>
                      <a:cubicBezTo>
                        <a:pt x="1166" y="161"/>
                        <a:pt x="1137" y="166"/>
                        <a:pt x="1108" y="175"/>
                      </a:cubicBezTo>
                      <a:cubicBezTo>
                        <a:pt x="1123" y="129"/>
                        <a:pt x="1123" y="129"/>
                        <a:pt x="1123" y="129"/>
                      </a:cubicBezTo>
                      <a:cubicBezTo>
                        <a:pt x="1123" y="129"/>
                        <a:pt x="1123" y="129"/>
                        <a:pt x="1123" y="129"/>
                      </a:cubicBezTo>
                      <a:close/>
                      <a:moveTo>
                        <a:pt x="1135" y="590"/>
                      </a:moveTo>
                      <a:cubicBezTo>
                        <a:pt x="1088" y="594"/>
                        <a:pt x="1037" y="590"/>
                        <a:pt x="984" y="579"/>
                      </a:cubicBezTo>
                      <a:cubicBezTo>
                        <a:pt x="1058" y="337"/>
                        <a:pt x="1058" y="337"/>
                        <a:pt x="1058" y="337"/>
                      </a:cubicBezTo>
                      <a:cubicBezTo>
                        <a:pt x="1094" y="410"/>
                        <a:pt x="1119" y="496"/>
                        <a:pt x="1135" y="590"/>
                      </a:cubicBezTo>
                      <a:close/>
                      <a:moveTo>
                        <a:pt x="1045" y="105"/>
                      </a:moveTo>
                      <a:cubicBezTo>
                        <a:pt x="1031" y="150"/>
                        <a:pt x="1031" y="150"/>
                        <a:pt x="1031" y="150"/>
                      </a:cubicBezTo>
                      <a:cubicBezTo>
                        <a:pt x="1012" y="129"/>
                        <a:pt x="991" y="109"/>
                        <a:pt x="968" y="90"/>
                      </a:cubicBezTo>
                      <a:cubicBezTo>
                        <a:pt x="994" y="94"/>
                        <a:pt x="1019" y="98"/>
                        <a:pt x="1045" y="105"/>
                      </a:cubicBezTo>
                      <a:close/>
                      <a:moveTo>
                        <a:pt x="809" y="90"/>
                      </a:moveTo>
                      <a:cubicBezTo>
                        <a:pt x="810" y="91"/>
                        <a:pt x="810" y="91"/>
                        <a:pt x="811" y="91"/>
                      </a:cubicBezTo>
                      <a:cubicBezTo>
                        <a:pt x="811" y="90"/>
                        <a:pt x="811" y="90"/>
                        <a:pt x="811" y="90"/>
                      </a:cubicBezTo>
                      <a:cubicBezTo>
                        <a:pt x="811" y="90"/>
                        <a:pt x="811" y="90"/>
                        <a:pt x="811" y="90"/>
                      </a:cubicBezTo>
                      <a:cubicBezTo>
                        <a:pt x="811" y="91"/>
                        <a:pt x="811" y="91"/>
                        <a:pt x="811" y="91"/>
                      </a:cubicBezTo>
                      <a:cubicBezTo>
                        <a:pt x="845" y="104"/>
                        <a:pt x="879" y="123"/>
                        <a:pt x="909" y="146"/>
                      </a:cubicBezTo>
                      <a:cubicBezTo>
                        <a:pt x="851" y="132"/>
                        <a:pt x="793" y="125"/>
                        <a:pt x="736" y="124"/>
                      </a:cubicBezTo>
                      <a:cubicBezTo>
                        <a:pt x="757" y="111"/>
                        <a:pt x="781" y="99"/>
                        <a:pt x="809" y="90"/>
                      </a:cubicBezTo>
                      <a:close/>
                      <a:moveTo>
                        <a:pt x="655" y="226"/>
                      </a:moveTo>
                      <a:cubicBezTo>
                        <a:pt x="656" y="225"/>
                        <a:pt x="656" y="224"/>
                        <a:pt x="656" y="223"/>
                      </a:cubicBezTo>
                      <a:cubicBezTo>
                        <a:pt x="657" y="221"/>
                        <a:pt x="658" y="218"/>
                        <a:pt x="659" y="215"/>
                      </a:cubicBezTo>
                      <a:cubicBezTo>
                        <a:pt x="660" y="212"/>
                        <a:pt x="661" y="209"/>
                        <a:pt x="662" y="206"/>
                      </a:cubicBezTo>
                      <a:cubicBezTo>
                        <a:pt x="700" y="203"/>
                        <a:pt x="738" y="203"/>
                        <a:pt x="777" y="206"/>
                      </a:cubicBezTo>
                      <a:cubicBezTo>
                        <a:pt x="734" y="214"/>
                        <a:pt x="693" y="226"/>
                        <a:pt x="652" y="242"/>
                      </a:cubicBezTo>
                      <a:cubicBezTo>
                        <a:pt x="653" y="237"/>
                        <a:pt x="654" y="231"/>
                        <a:pt x="655" y="226"/>
                      </a:cubicBezTo>
                      <a:close/>
                      <a:moveTo>
                        <a:pt x="622" y="99"/>
                      </a:moveTo>
                      <a:cubicBezTo>
                        <a:pt x="630" y="97"/>
                        <a:pt x="638" y="95"/>
                        <a:pt x="646" y="93"/>
                      </a:cubicBezTo>
                      <a:cubicBezTo>
                        <a:pt x="637" y="101"/>
                        <a:pt x="629" y="111"/>
                        <a:pt x="621" y="121"/>
                      </a:cubicBezTo>
                      <a:cubicBezTo>
                        <a:pt x="606" y="126"/>
                        <a:pt x="591" y="131"/>
                        <a:pt x="576" y="137"/>
                      </a:cubicBezTo>
                      <a:cubicBezTo>
                        <a:pt x="550" y="142"/>
                        <a:pt x="523" y="148"/>
                        <a:pt x="498" y="155"/>
                      </a:cubicBezTo>
                      <a:cubicBezTo>
                        <a:pt x="533" y="132"/>
                        <a:pt x="575" y="114"/>
                        <a:pt x="622" y="99"/>
                      </a:cubicBezTo>
                      <a:close/>
                      <a:moveTo>
                        <a:pt x="342" y="383"/>
                      </a:moveTo>
                      <a:cubicBezTo>
                        <a:pt x="344" y="367"/>
                        <a:pt x="348" y="349"/>
                        <a:pt x="352" y="333"/>
                      </a:cubicBezTo>
                      <a:cubicBezTo>
                        <a:pt x="354" y="328"/>
                        <a:pt x="355" y="324"/>
                        <a:pt x="357" y="319"/>
                      </a:cubicBezTo>
                      <a:cubicBezTo>
                        <a:pt x="361" y="310"/>
                        <a:pt x="365" y="301"/>
                        <a:pt x="370" y="291"/>
                      </a:cubicBezTo>
                      <a:cubicBezTo>
                        <a:pt x="434" y="258"/>
                        <a:pt x="504" y="234"/>
                        <a:pt x="574" y="219"/>
                      </a:cubicBezTo>
                      <a:cubicBezTo>
                        <a:pt x="573" y="223"/>
                        <a:pt x="572" y="228"/>
                        <a:pt x="571" y="234"/>
                      </a:cubicBezTo>
                      <a:cubicBezTo>
                        <a:pt x="569" y="248"/>
                        <a:pt x="568" y="262"/>
                        <a:pt x="569" y="277"/>
                      </a:cubicBezTo>
                      <a:cubicBezTo>
                        <a:pt x="553" y="285"/>
                        <a:pt x="536" y="293"/>
                        <a:pt x="520" y="303"/>
                      </a:cubicBezTo>
                      <a:cubicBezTo>
                        <a:pt x="457" y="338"/>
                        <a:pt x="396" y="383"/>
                        <a:pt x="341" y="435"/>
                      </a:cubicBezTo>
                      <a:cubicBezTo>
                        <a:pt x="340" y="417"/>
                        <a:pt x="340" y="400"/>
                        <a:pt x="342" y="383"/>
                      </a:cubicBezTo>
                      <a:close/>
                      <a:moveTo>
                        <a:pt x="124" y="625"/>
                      </a:moveTo>
                      <a:cubicBezTo>
                        <a:pt x="124" y="625"/>
                        <a:pt x="124" y="625"/>
                        <a:pt x="124" y="625"/>
                      </a:cubicBezTo>
                      <a:cubicBezTo>
                        <a:pt x="125" y="624"/>
                        <a:pt x="125" y="624"/>
                        <a:pt x="125" y="624"/>
                      </a:cubicBezTo>
                      <a:cubicBezTo>
                        <a:pt x="127" y="614"/>
                        <a:pt x="130" y="606"/>
                        <a:pt x="133" y="597"/>
                      </a:cubicBezTo>
                      <a:cubicBezTo>
                        <a:pt x="163" y="510"/>
                        <a:pt x="208" y="432"/>
                        <a:pt x="263" y="365"/>
                      </a:cubicBezTo>
                      <a:cubicBezTo>
                        <a:pt x="260" y="388"/>
                        <a:pt x="259" y="411"/>
                        <a:pt x="260" y="435"/>
                      </a:cubicBezTo>
                      <a:cubicBezTo>
                        <a:pt x="261" y="459"/>
                        <a:pt x="265" y="483"/>
                        <a:pt x="271" y="508"/>
                      </a:cubicBezTo>
                      <a:cubicBezTo>
                        <a:pt x="206" y="582"/>
                        <a:pt x="153" y="668"/>
                        <a:pt x="111" y="763"/>
                      </a:cubicBezTo>
                      <a:cubicBezTo>
                        <a:pt x="107" y="716"/>
                        <a:pt x="111" y="669"/>
                        <a:pt x="124" y="625"/>
                      </a:cubicBezTo>
                      <a:close/>
                      <a:moveTo>
                        <a:pt x="292" y="1361"/>
                      </a:moveTo>
                      <a:cubicBezTo>
                        <a:pt x="208" y="1270"/>
                        <a:pt x="148" y="1159"/>
                        <a:pt x="116" y="1039"/>
                      </a:cubicBezTo>
                      <a:cubicBezTo>
                        <a:pt x="117" y="1031"/>
                        <a:pt x="118" y="1024"/>
                        <a:pt x="120" y="1017"/>
                      </a:cubicBezTo>
                      <a:cubicBezTo>
                        <a:pt x="131" y="1035"/>
                        <a:pt x="144" y="1052"/>
                        <a:pt x="158" y="1071"/>
                      </a:cubicBezTo>
                      <a:cubicBezTo>
                        <a:pt x="201" y="1126"/>
                        <a:pt x="255" y="1180"/>
                        <a:pt x="317" y="1228"/>
                      </a:cubicBezTo>
                      <a:cubicBezTo>
                        <a:pt x="306" y="1273"/>
                        <a:pt x="299" y="1318"/>
                        <a:pt x="292" y="1361"/>
                      </a:cubicBezTo>
                      <a:close/>
                      <a:moveTo>
                        <a:pt x="355" y="1078"/>
                      </a:moveTo>
                      <a:cubicBezTo>
                        <a:pt x="349" y="1099"/>
                        <a:pt x="343" y="1120"/>
                        <a:pt x="338" y="1142"/>
                      </a:cubicBezTo>
                      <a:cubicBezTo>
                        <a:pt x="293" y="1104"/>
                        <a:pt x="254" y="1064"/>
                        <a:pt x="221" y="1022"/>
                      </a:cubicBezTo>
                      <a:cubicBezTo>
                        <a:pt x="191" y="981"/>
                        <a:pt x="166" y="940"/>
                        <a:pt x="148" y="898"/>
                      </a:cubicBezTo>
                      <a:cubicBezTo>
                        <a:pt x="148" y="897"/>
                        <a:pt x="148" y="896"/>
                        <a:pt x="149" y="895"/>
                      </a:cubicBezTo>
                      <a:cubicBezTo>
                        <a:pt x="152" y="885"/>
                        <a:pt x="155" y="875"/>
                        <a:pt x="158" y="864"/>
                      </a:cubicBezTo>
                      <a:cubicBezTo>
                        <a:pt x="193" y="765"/>
                        <a:pt x="242" y="675"/>
                        <a:pt x="301" y="597"/>
                      </a:cubicBezTo>
                      <a:cubicBezTo>
                        <a:pt x="319" y="636"/>
                        <a:pt x="342" y="672"/>
                        <a:pt x="369" y="708"/>
                      </a:cubicBezTo>
                      <a:cubicBezTo>
                        <a:pt x="395" y="743"/>
                        <a:pt x="427" y="776"/>
                        <a:pt x="462" y="806"/>
                      </a:cubicBezTo>
                      <a:cubicBezTo>
                        <a:pt x="427" y="880"/>
                        <a:pt x="395" y="957"/>
                        <a:pt x="369" y="1038"/>
                      </a:cubicBezTo>
                      <a:cubicBezTo>
                        <a:pt x="365" y="1051"/>
                        <a:pt x="360" y="1065"/>
                        <a:pt x="355" y="1078"/>
                      </a:cubicBezTo>
                      <a:close/>
                      <a:moveTo>
                        <a:pt x="599" y="1564"/>
                      </a:moveTo>
                      <a:cubicBezTo>
                        <a:pt x="511" y="1533"/>
                        <a:pt x="432" y="1487"/>
                        <a:pt x="365" y="1430"/>
                      </a:cubicBezTo>
                      <a:cubicBezTo>
                        <a:pt x="371" y="1381"/>
                        <a:pt x="378" y="1330"/>
                        <a:pt x="388" y="1279"/>
                      </a:cubicBezTo>
                      <a:cubicBezTo>
                        <a:pt x="466" y="1329"/>
                        <a:pt x="553" y="1371"/>
                        <a:pt x="648" y="1404"/>
                      </a:cubicBezTo>
                      <a:cubicBezTo>
                        <a:pt x="599" y="1564"/>
                        <a:pt x="599" y="1564"/>
                        <a:pt x="599" y="1564"/>
                      </a:cubicBezTo>
                      <a:cubicBezTo>
                        <a:pt x="599" y="1564"/>
                        <a:pt x="599" y="1564"/>
                        <a:pt x="599" y="1564"/>
                      </a:cubicBezTo>
                      <a:close/>
                      <a:moveTo>
                        <a:pt x="408" y="1195"/>
                      </a:moveTo>
                      <a:cubicBezTo>
                        <a:pt x="415" y="1164"/>
                        <a:pt x="423" y="1133"/>
                        <a:pt x="433" y="1101"/>
                      </a:cubicBezTo>
                      <a:cubicBezTo>
                        <a:pt x="437" y="1089"/>
                        <a:pt x="441" y="1076"/>
                        <a:pt x="445" y="1063"/>
                      </a:cubicBezTo>
                      <a:cubicBezTo>
                        <a:pt x="469" y="991"/>
                        <a:pt x="497" y="922"/>
                        <a:pt x="526" y="858"/>
                      </a:cubicBezTo>
                      <a:cubicBezTo>
                        <a:pt x="599" y="910"/>
                        <a:pt x="683" y="954"/>
                        <a:pt x="776" y="986"/>
                      </a:cubicBezTo>
                      <a:cubicBezTo>
                        <a:pt x="671" y="1327"/>
                        <a:pt x="671" y="1327"/>
                        <a:pt x="671" y="1327"/>
                      </a:cubicBezTo>
                      <a:cubicBezTo>
                        <a:pt x="572" y="1293"/>
                        <a:pt x="483" y="1247"/>
                        <a:pt x="408" y="1195"/>
                      </a:cubicBezTo>
                      <a:close/>
                      <a:moveTo>
                        <a:pt x="947" y="1605"/>
                      </a:moveTo>
                      <a:cubicBezTo>
                        <a:pt x="858" y="1615"/>
                        <a:pt x="767" y="1610"/>
                        <a:pt x="676" y="1588"/>
                      </a:cubicBezTo>
                      <a:cubicBezTo>
                        <a:pt x="726" y="1427"/>
                        <a:pt x="726" y="1427"/>
                        <a:pt x="726" y="1427"/>
                      </a:cubicBezTo>
                      <a:cubicBezTo>
                        <a:pt x="823" y="1453"/>
                        <a:pt x="919" y="1466"/>
                        <a:pt x="1012" y="1467"/>
                      </a:cubicBezTo>
                      <a:cubicBezTo>
                        <a:pt x="992" y="1515"/>
                        <a:pt x="970" y="1561"/>
                        <a:pt x="947" y="1605"/>
                      </a:cubicBezTo>
                      <a:close/>
                      <a:moveTo>
                        <a:pt x="748" y="1350"/>
                      </a:moveTo>
                      <a:cubicBezTo>
                        <a:pt x="853" y="1010"/>
                        <a:pt x="853" y="1010"/>
                        <a:pt x="853" y="1010"/>
                      </a:cubicBezTo>
                      <a:cubicBezTo>
                        <a:pt x="949" y="1034"/>
                        <a:pt x="1043" y="1044"/>
                        <a:pt x="1133" y="1040"/>
                      </a:cubicBezTo>
                      <a:cubicBezTo>
                        <a:pt x="1119" y="1123"/>
                        <a:pt x="1100" y="1208"/>
                        <a:pt x="1074" y="1293"/>
                      </a:cubicBezTo>
                      <a:cubicBezTo>
                        <a:pt x="1070" y="1306"/>
                        <a:pt x="1066" y="1320"/>
                        <a:pt x="1062" y="1332"/>
                      </a:cubicBezTo>
                      <a:cubicBezTo>
                        <a:pt x="1056" y="1350"/>
                        <a:pt x="1050" y="1368"/>
                        <a:pt x="1043" y="1387"/>
                      </a:cubicBezTo>
                      <a:cubicBezTo>
                        <a:pt x="950" y="1389"/>
                        <a:pt x="849" y="1376"/>
                        <a:pt x="748" y="1350"/>
                      </a:cubicBezTo>
                      <a:close/>
                      <a:moveTo>
                        <a:pt x="1373" y="1415"/>
                      </a:moveTo>
                      <a:cubicBezTo>
                        <a:pt x="1279" y="1498"/>
                        <a:pt x="1166" y="1557"/>
                        <a:pt x="1046" y="1587"/>
                      </a:cubicBezTo>
                      <a:cubicBezTo>
                        <a:pt x="1065" y="1547"/>
                        <a:pt x="1084" y="1506"/>
                        <a:pt x="1100" y="1464"/>
                      </a:cubicBezTo>
                      <a:cubicBezTo>
                        <a:pt x="1167" y="1459"/>
                        <a:pt x="1231" y="1448"/>
                        <a:pt x="1291" y="1429"/>
                      </a:cubicBezTo>
                      <a:cubicBezTo>
                        <a:pt x="1323" y="1420"/>
                        <a:pt x="1353" y="1409"/>
                        <a:pt x="1381" y="1396"/>
                      </a:cubicBezTo>
                      <a:cubicBezTo>
                        <a:pt x="1378" y="1403"/>
                        <a:pt x="1376" y="1409"/>
                        <a:pt x="1373" y="1415"/>
                      </a:cubicBezTo>
                      <a:close/>
                      <a:moveTo>
                        <a:pt x="1426" y="1280"/>
                      </a:moveTo>
                      <a:cubicBezTo>
                        <a:pt x="1425" y="1280"/>
                        <a:pt x="1425" y="1281"/>
                        <a:pt x="1425" y="1282"/>
                      </a:cubicBezTo>
                      <a:cubicBezTo>
                        <a:pt x="1379" y="1311"/>
                        <a:pt x="1327" y="1335"/>
                        <a:pt x="1268" y="1352"/>
                      </a:cubicBezTo>
                      <a:cubicBezTo>
                        <a:pt x="1225" y="1365"/>
                        <a:pt x="1179" y="1374"/>
                        <a:pt x="1131" y="1381"/>
                      </a:cubicBezTo>
                      <a:cubicBezTo>
                        <a:pt x="1134" y="1372"/>
                        <a:pt x="1136" y="1365"/>
                        <a:pt x="1139" y="1357"/>
                      </a:cubicBezTo>
                      <a:cubicBezTo>
                        <a:pt x="1143" y="1344"/>
                        <a:pt x="1147" y="1331"/>
                        <a:pt x="1151" y="1317"/>
                      </a:cubicBezTo>
                      <a:cubicBezTo>
                        <a:pt x="1181" y="1221"/>
                        <a:pt x="1201" y="1126"/>
                        <a:pt x="1215" y="1033"/>
                      </a:cubicBezTo>
                      <a:cubicBezTo>
                        <a:pt x="1252" y="1028"/>
                        <a:pt x="1288" y="1020"/>
                        <a:pt x="1323" y="1010"/>
                      </a:cubicBezTo>
                      <a:cubicBezTo>
                        <a:pt x="1374" y="994"/>
                        <a:pt x="1422" y="974"/>
                        <a:pt x="1465" y="948"/>
                      </a:cubicBezTo>
                      <a:cubicBezTo>
                        <a:pt x="1472" y="1055"/>
                        <a:pt x="1460" y="1168"/>
                        <a:pt x="1426" y="1280"/>
                      </a:cubicBezTo>
                      <a:close/>
                      <a:moveTo>
                        <a:pt x="1463" y="613"/>
                      </a:moveTo>
                      <a:cubicBezTo>
                        <a:pt x="1451" y="586"/>
                        <a:pt x="1437" y="560"/>
                        <a:pt x="1421" y="533"/>
                      </a:cubicBezTo>
                      <a:cubicBezTo>
                        <a:pt x="1429" y="522"/>
                        <a:pt x="1437" y="510"/>
                        <a:pt x="1443" y="497"/>
                      </a:cubicBezTo>
                      <a:cubicBezTo>
                        <a:pt x="1446" y="492"/>
                        <a:pt x="1448" y="487"/>
                        <a:pt x="1449" y="482"/>
                      </a:cubicBezTo>
                      <a:cubicBezTo>
                        <a:pt x="1500" y="533"/>
                        <a:pt x="1544" y="591"/>
                        <a:pt x="1579" y="655"/>
                      </a:cubicBezTo>
                      <a:cubicBezTo>
                        <a:pt x="1577" y="670"/>
                        <a:pt x="1574" y="685"/>
                        <a:pt x="1569" y="700"/>
                      </a:cubicBezTo>
                      <a:cubicBezTo>
                        <a:pt x="1567" y="705"/>
                        <a:pt x="1566" y="709"/>
                        <a:pt x="1564" y="714"/>
                      </a:cubicBezTo>
                      <a:cubicBezTo>
                        <a:pt x="1560" y="725"/>
                        <a:pt x="1555" y="736"/>
                        <a:pt x="1549" y="748"/>
                      </a:cubicBezTo>
                      <a:cubicBezTo>
                        <a:pt x="1542" y="763"/>
                        <a:pt x="1533" y="776"/>
                        <a:pt x="1522" y="789"/>
                      </a:cubicBezTo>
                      <a:cubicBezTo>
                        <a:pt x="1509" y="728"/>
                        <a:pt x="1489" y="669"/>
                        <a:pt x="1463" y="613"/>
                      </a:cubicBezTo>
                      <a:close/>
                      <a:moveTo>
                        <a:pt x="1596" y="1068"/>
                      </a:moveTo>
                      <a:cubicBezTo>
                        <a:pt x="1593" y="1077"/>
                        <a:pt x="1590" y="1086"/>
                        <a:pt x="1587" y="1095"/>
                      </a:cubicBezTo>
                      <a:cubicBezTo>
                        <a:pt x="1590" y="1086"/>
                        <a:pt x="1593" y="1078"/>
                        <a:pt x="1595" y="1069"/>
                      </a:cubicBezTo>
                      <a:cubicBezTo>
                        <a:pt x="1595" y="1069"/>
                        <a:pt x="1595" y="1069"/>
                        <a:pt x="1595" y="1069"/>
                      </a:cubicBezTo>
                      <a:cubicBezTo>
                        <a:pt x="1594" y="1075"/>
                        <a:pt x="1592" y="1080"/>
                        <a:pt x="1590" y="1086"/>
                      </a:cubicBezTo>
                      <a:cubicBezTo>
                        <a:pt x="1577" y="1123"/>
                        <a:pt x="1556" y="1157"/>
                        <a:pt x="1531" y="1188"/>
                      </a:cubicBezTo>
                      <a:cubicBezTo>
                        <a:pt x="1549" y="1088"/>
                        <a:pt x="1552" y="987"/>
                        <a:pt x="1541" y="890"/>
                      </a:cubicBezTo>
                      <a:cubicBezTo>
                        <a:pt x="1558" y="874"/>
                        <a:pt x="1575" y="855"/>
                        <a:pt x="1589" y="836"/>
                      </a:cubicBezTo>
                      <a:cubicBezTo>
                        <a:pt x="1603" y="818"/>
                        <a:pt x="1616" y="797"/>
                        <a:pt x="1626" y="776"/>
                      </a:cubicBezTo>
                      <a:cubicBezTo>
                        <a:pt x="1635" y="872"/>
                        <a:pt x="1626" y="970"/>
                        <a:pt x="1596" y="1068"/>
                      </a:cubicBezTo>
                      <a:close/>
                    </a:path>
                  </a:pathLst>
                </a:custGeom>
                <a:solidFill>
                  <a:schemeClr val="tx1"/>
                </a:solidFill>
                <a:ln>
                  <a:noFill/>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000" dirty="0">
                    <a:solidFill>
                      <a:srgbClr val="FFFFFF"/>
                    </a:solidFill>
                    <a:cs typeface="Arial" pitchFamily="34" charset="0"/>
                  </a:endParaRPr>
                </a:p>
              </p:txBody>
            </p:sp>
          </p:grpSp>
          <p:sp>
            <p:nvSpPr>
              <p:cNvPr id="8" name="TextBox 7">
                <a:hlinkClick r:id="rId3"/>
                <a:extLst>
                  <a:ext uri="{FF2B5EF4-FFF2-40B4-BE49-F238E27FC236}">
                    <a16:creationId xmlns:a16="http://schemas.microsoft.com/office/drawing/2014/main" id="{A3D72B44-5716-4BF0-A174-6DBECE5C1906}"/>
                  </a:ext>
                </a:extLst>
              </p:cNvPr>
              <p:cNvSpPr txBox="1"/>
              <p:nvPr/>
            </p:nvSpPr>
            <p:spPr>
              <a:xfrm>
                <a:off x="4072514" y="5255430"/>
                <a:ext cx="15247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strike="noStrike" kern="0" cap="none" spc="0" normalizeH="0" baseline="0" noProof="0" dirty="0">
                    <a:ln>
                      <a:noFill/>
                    </a:ln>
                    <a:solidFill>
                      <a:srgbClr val="1F3C88"/>
                    </a:solidFill>
                    <a:effectLst/>
                    <a:uLnTx/>
                    <a:uFillTx/>
                    <a:latin typeface="+mj-lt"/>
                    <a:hlinkClick r:id="rId4">
                      <a:extLst>
                        <a:ext uri="{A12FA001-AC4F-418D-AE19-62706E023703}">
                          <ahyp:hlinkClr xmlns:ahyp="http://schemas.microsoft.com/office/drawing/2018/hyperlinkcolor" val="tx"/>
                        </a:ext>
                      </a:extLst>
                    </a:hlinkClick>
                  </a:rPr>
                  <a:t>www.alepo.com</a:t>
                </a:r>
                <a:endParaRPr kumimoji="0" lang="de-DE" sz="1400" b="0" i="0" strike="noStrike" kern="0" cap="none" spc="0" normalizeH="0" baseline="0" noProof="0" dirty="0">
                  <a:ln>
                    <a:noFill/>
                  </a:ln>
                  <a:solidFill>
                    <a:srgbClr val="1F3C88"/>
                  </a:solidFill>
                  <a:effectLst/>
                  <a:uLnTx/>
                  <a:uFillTx/>
                  <a:latin typeface="+mj-lt"/>
                </a:endParaRPr>
              </a:p>
            </p:txBody>
          </p:sp>
          <p:grpSp>
            <p:nvGrpSpPr>
              <p:cNvPr id="9" name="Group 8">
                <a:extLst>
                  <a:ext uri="{FF2B5EF4-FFF2-40B4-BE49-F238E27FC236}">
                    <a16:creationId xmlns:a16="http://schemas.microsoft.com/office/drawing/2014/main" id="{BEC1058E-DB34-4E17-A68D-73112FEA9CA4}"/>
                  </a:ext>
                </a:extLst>
              </p:cNvPr>
              <p:cNvGrpSpPr/>
              <p:nvPr/>
            </p:nvGrpSpPr>
            <p:grpSpPr>
              <a:xfrm>
                <a:off x="5839103" y="5163834"/>
                <a:ext cx="513793" cy="513793"/>
                <a:chOff x="2946641" y="5057751"/>
                <a:chExt cx="513793" cy="513793"/>
              </a:xfrm>
            </p:grpSpPr>
            <p:sp>
              <p:nvSpPr>
                <p:cNvPr id="10" name="Oval 9">
                  <a:extLst>
                    <a:ext uri="{FF2B5EF4-FFF2-40B4-BE49-F238E27FC236}">
                      <a16:creationId xmlns:a16="http://schemas.microsoft.com/office/drawing/2014/main" id="{68C808A5-47DE-4DC8-A8C7-C5E857CFF501}"/>
                    </a:ext>
                  </a:extLst>
                </p:cNvPr>
                <p:cNvSpPr/>
                <p:nvPr userDrawn="1"/>
              </p:nvSpPr>
              <p:spPr>
                <a:xfrm>
                  <a:off x="2946641"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Freeform 5">
                  <a:extLst>
                    <a:ext uri="{FF2B5EF4-FFF2-40B4-BE49-F238E27FC236}">
                      <a16:creationId xmlns:a16="http://schemas.microsoft.com/office/drawing/2014/main" id="{BF7E0932-7E7C-4A83-84D3-16F95FF23888}"/>
                    </a:ext>
                  </a:extLst>
                </p:cNvPr>
                <p:cNvSpPr>
                  <a:spLocks noEditPoints="1"/>
                </p:cNvSpPr>
                <p:nvPr userDrawn="1"/>
              </p:nvSpPr>
              <p:spPr bwMode="auto">
                <a:xfrm>
                  <a:off x="3133583" y="5164473"/>
                  <a:ext cx="139909" cy="300349"/>
                </a:xfrm>
                <a:custGeom>
                  <a:avLst/>
                  <a:gdLst>
                    <a:gd name="T0" fmla="*/ 29 w 134"/>
                    <a:gd name="T1" fmla="*/ 56 h 288"/>
                    <a:gd name="T2" fmla="*/ 29 w 134"/>
                    <a:gd name="T3" fmla="*/ 95 h 288"/>
                    <a:gd name="T4" fmla="*/ 0 w 134"/>
                    <a:gd name="T5" fmla="*/ 95 h 288"/>
                    <a:gd name="T6" fmla="*/ 0 w 134"/>
                    <a:gd name="T7" fmla="*/ 144 h 288"/>
                    <a:gd name="T8" fmla="*/ 29 w 134"/>
                    <a:gd name="T9" fmla="*/ 144 h 288"/>
                    <a:gd name="T10" fmla="*/ 29 w 134"/>
                    <a:gd name="T11" fmla="*/ 288 h 288"/>
                    <a:gd name="T12" fmla="*/ 89 w 134"/>
                    <a:gd name="T13" fmla="*/ 288 h 288"/>
                    <a:gd name="T14" fmla="*/ 89 w 134"/>
                    <a:gd name="T15" fmla="*/ 144 h 288"/>
                    <a:gd name="T16" fmla="*/ 129 w 134"/>
                    <a:gd name="T17" fmla="*/ 144 h 288"/>
                    <a:gd name="T18" fmla="*/ 134 w 134"/>
                    <a:gd name="T19" fmla="*/ 95 h 288"/>
                    <a:gd name="T20" fmla="*/ 89 w 134"/>
                    <a:gd name="T21" fmla="*/ 95 h 288"/>
                    <a:gd name="T22" fmla="*/ 89 w 134"/>
                    <a:gd name="T23" fmla="*/ 62 h 288"/>
                    <a:gd name="T24" fmla="*/ 102 w 134"/>
                    <a:gd name="T25" fmla="*/ 50 h 288"/>
                    <a:gd name="T26" fmla="*/ 134 w 134"/>
                    <a:gd name="T27" fmla="*/ 50 h 288"/>
                    <a:gd name="T28" fmla="*/ 134 w 134"/>
                    <a:gd name="T29" fmla="*/ 0 h 288"/>
                    <a:gd name="T30" fmla="*/ 90 w 134"/>
                    <a:gd name="T31" fmla="*/ 0 h 288"/>
                    <a:gd name="T32" fmla="*/ 29 w 134"/>
                    <a:gd name="T33" fmla="*/ 56 h 288"/>
                    <a:gd name="T34" fmla="*/ 29 w 134"/>
                    <a:gd name="T35" fmla="*/ 56 h 288"/>
                    <a:gd name="T36" fmla="*/ 29 w 134"/>
                    <a:gd name="T37" fmla="*/ 5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 h="288">
                      <a:moveTo>
                        <a:pt x="29" y="56"/>
                      </a:moveTo>
                      <a:cubicBezTo>
                        <a:pt x="29" y="95"/>
                        <a:pt x="29" y="95"/>
                        <a:pt x="29" y="95"/>
                      </a:cubicBezTo>
                      <a:cubicBezTo>
                        <a:pt x="0" y="95"/>
                        <a:pt x="0" y="95"/>
                        <a:pt x="0" y="95"/>
                      </a:cubicBezTo>
                      <a:cubicBezTo>
                        <a:pt x="0" y="144"/>
                        <a:pt x="0" y="144"/>
                        <a:pt x="0" y="144"/>
                      </a:cubicBezTo>
                      <a:cubicBezTo>
                        <a:pt x="29" y="144"/>
                        <a:pt x="29" y="144"/>
                        <a:pt x="29" y="144"/>
                      </a:cubicBezTo>
                      <a:cubicBezTo>
                        <a:pt x="29" y="288"/>
                        <a:pt x="29" y="288"/>
                        <a:pt x="29" y="288"/>
                      </a:cubicBezTo>
                      <a:cubicBezTo>
                        <a:pt x="89" y="288"/>
                        <a:pt x="89" y="288"/>
                        <a:pt x="89" y="288"/>
                      </a:cubicBezTo>
                      <a:cubicBezTo>
                        <a:pt x="89" y="144"/>
                        <a:pt x="89" y="144"/>
                        <a:pt x="89" y="144"/>
                      </a:cubicBezTo>
                      <a:cubicBezTo>
                        <a:pt x="129" y="144"/>
                        <a:pt x="129" y="144"/>
                        <a:pt x="129" y="144"/>
                      </a:cubicBezTo>
                      <a:cubicBezTo>
                        <a:pt x="129" y="144"/>
                        <a:pt x="133" y="121"/>
                        <a:pt x="134" y="95"/>
                      </a:cubicBezTo>
                      <a:cubicBezTo>
                        <a:pt x="89" y="95"/>
                        <a:pt x="89" y="95"/>
                        <a:pt x="89" y="95"/>
                      </a:cubicBezTo>
                      <a:cubicBezTo>
                        <a:pt x="89" y="62"/>
                        <a:pt x="89" y="62"/>
                        <a:pt x="89" y="62"/>
                      </a:cubicBezTo>
                      <a:cubicBezTo>
                        <a:pt x="89" y="57"/>
                        <a:pt x="95" y="50"/>
                        <a:pt x="102" y="50"/>
                      </a:cubicBezTo>
                      <a:cubicBezTo>
                        <a:pt x="134" y="50"/>
                        <a:pt x="134" y="50"/>
                        <a:pt x="134" y="50"/>
                      </a:cubicBezTo>
                      <a:cubicBezTo>
                        <a:pt x="134" y="0"/>
                        <a:pt x="134" y="0"/>
                        <a:pt x="134" y="0"/>
                      </a:cubicBezTo>
                      <a:cubicBezTo>
                        <a:pt x="90" y="0"/>
                        <a:pt x="90" y="0"/>
                        <a:pt x="90" y="0"/>
                      </a:cubicBezTo>
                      <a:cubicBezTo>
                        <a:pt x="28" y="0"/>
                        <a:pt x="29" y="49"/>
                        <a:pt x="29" y="56"/>
                      </a:cubicBezTo>
                      <a:close/>
                      <a:moveTo>
                        <a:pt x="29" y="56"/>
                      </a:moveTo>
                      <a:cubicBezTo>
                        <a:pt x="29" y="56"/>
                        <a:pt x="29" y="56"/>
                        <a:pt x="29" y="56"/>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2" name="TextBox 11">
                <a:extLst>
                  <a:ext uri="{FF2B5EF4-FFF2-40B4-BE49-F238E27FC236}">
                    <a16:creationId xmlns:a16="http://schemas.microsoft.com/office/drawing/2014/main" id="{1E414136-E7F3-4732-9ECE-60D5BE49E20D}"/>
                  </a:ext>
                </a:extLst>
              </p:cNvPr>
              <p:cNvSpPr txBox="1"/>
              <p:nvPr/>
            </p:nvSpPr>
            <p:spPr>
              <a:xfrm>
                <a:off x="6420828" y="5255430"/>
                <a:ext cx="100700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dirty="0">
                    <a:ln>
                      <a:noFill/>
                    </a:ln>
                    <a:solidFill>
                      <a:srgbClr val="1F3C88"/>
                    </a:solidFill>
                    <a:effectLst/>
                    <a:uLnTx/>
                    <a:uFillTx/>
                    <a:latin typeface="+mj-lt"/>
                    <a:hlinkClick r:id="rId5">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dirty="0">
                  <a:ln>
                    <a:noFill/>
                  </a:ln>
                  <a:solidFill>
                    <a:srgbClr val="1F3C88"/>
                  </a:solidFill>
                  <a:effectLst/>
                  <a:uLnTx/>
                  <a:uFillTx/>
                  <a:latin typeface="+mj-lt"/>
                </a:endParaRPr>
              </a:p>
            </p:txBody>
          </p:sp>
          <p:grpSp>
            <p:nvGrpSpPr>
              <p:cNvPr id="13" name="Group 12">
                <a:extLst>
                  <a:ext uri="{FF2B5EF4-FFF2-40B4-BE49-F238E27FC236}">
                    <a16:creationId xmlns:a16="http://schemas.microsoft.com/office/drawing/2014/main" id="{2781B91E-490C-4757-90E8-4023FF4BE448}"/>
                  </a:ext>
                </a:extLst>
              </p:cNvPr>
              <p:cNvGrpSpPr/>
              <p:nvPr/>
            </p:nvGrpSpPr>
            <p:grpSpPr>
              <a:xfrm>
                <a:off x="7664100" y="5163834"/>
                <a:ext cx="513793" cy="513793"/>
                <a:chOff x="4771638" y="5057751"/>
                <a:chExt cx="513793" cy="513793"/>
              </a:xfrm>
            </p:grpSpPr>
            <p:sp>
              <p:nvSpPr>
                <p:cNvPr id="14" name="Oval 13">
                  <a:extLst>
                    <a:ext uri="{FF2B5EF4-FFF2-40B4-BE49-F238E27FC236}">
                      <a16:creationId xmlns:a16="http://schemas.microsoft.com/office/drawing/2014/main" id="{6E78F554-39FD-4099-A08E-D027C73AD20F}"/>
                    </a:ext>
                  </a:extLst>
                </p:cNvPr>
                <p:cNvSpPr/>
                <p:nvPr userDrawn="1"/>
              </p:nvSpPr>
              <p:spPr>
                <a:xfrm>
                  <a:off x="4771638"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reeform 13">
                  <a:extLst>
                    <a:ext uri="{FF2B5EF4-FFF2-40B4-BE49-F238E27FC236}">
                      <a16:creationId xmlns:a16="http://schemas.microsoft.com/office/drawing/2014/main" id="{DE5E0232-F51C-4E6F-9938-81B23F1FBE2E}"/>
                    </a:ext>
                  </a:extLst>
                </p:cNvPr>
                <p:cNvSpPr>
                  <a:spLocks noEditPoints="1"/>
                </p:cNvSpPr>
                <p:nvPr userDrawn="1"/>
              </p:nvSpPr>
              <p:spPr bwMode="auto">
                <a:xfrm>
                  <a:off x="4860506" y="5204393"/>
                  <a:ext cx="336056" cy="281468"/>
                </a:xfrm>
                <a:custGeom>
                  <a:avLst/>
                  <a:gdLst>
                    <a:gd name="T0" fmla="*/ 255 w 288"/>
                    <a:gd name="T1" fmla="*/ 88 h 240"/>
                    <a:gd name="T2" fmla="*/ 287 w 288"/>
                    <a:gd name="T3" fmla="*/ 70 h 240"/>
                    <a:gd name="T4" fmla="*/ 253 w 288"/>
                    <a:gd name="T5" fmla="*/ 73 h 240"/>
                    <a:gd name="T6" fmla="*/ 251 w 288"/>
                    <a:gd name="T7" fmla="*/ 67 h 240"/>
                    <a:gd name="T8" fmla="*/ 190 w 288"/>
                    <a:gd name="T9" fmla="*/ 19 h 240"/>
                    <a:gd name="T10" fmla="*/ 197 w 288"/>
                    <a:gd name="T11" fmla="*/ 16 h 240"/>
                    <a:gd name="T12" fmla="*/ 215 w 288"/>
                    <a:gd name="T13" fmla="*/ 6 h 240"/>
                    <a:gd name="T14" fmla="*/ 187 w 288"/>
                    <a:gd name="T15" fmla="*/ 12 h 240"/>
                    <a:gd name="T16" fmla="*/ 202 w 288"/>
                    <a:gd name="T17" fmla="*/ 0 h 240"/>
                    <a:gd name="T18" fmla="*/ 179 w 288"/>
                    <a:gd name="T19" fmla="*/ 11 h 240"/>
                    <a:gd name="T20" fmla="*/ 184 w 288"/>
                    <a:gd name="T21" fmla="*/ 2 h 240"/>
                    <a:gd name="T22" fmla="*/ 139 w 288"/>
                    <a:gd name="T23" fmla="*/ 72 h 240"/>
                    <a:gd name="T24" fmla="*/ 117 w 288"/>
                    <a:gd name="T25" fmla="*/ 54 h 240"/>
                    <a:gd name="T26" fmla="*/ 43 w 288"/>
                    <a:gd name="T27" fmla="*/ 22 h 240"/>
                    <a:gd name="T28" fmla="*/ 68 w 288"/>
                    <a:gd name="T29" fmla="*/ 58 h 240"/>
                    <a:gd name="T30" fmla="*/ 50 w 288"/>
                    <a:gd name="T31" fmla="*/ 60 h 240"/>
                    <a:gd name="T32" fmla="*/ 82 w 288"/>
                    <a:gd name="T33" fmla="*/ 89 h 240"/>
                    <a:gd name="T34" fmla="*/ 62 w 288"/>
                    <a:gd name="T35" fmla="*/ 96 h 240"/>
                    <a:gd name="T36" fmla="*/ 98 w 288"/>
                    <a:gd name="T37" fmla="*/ 114 h 240"/>
                    <a:gd name="T38" fmla="*/ 107 w 288"/>
                    <a:gd name="T39" fmla="*/ 138 h 240"/>
                    <a:gd name="T40" fmla="*/ 0 w 288"/>
                    <a:gd name="T41" fmla="*/ 141 h 240"/>
                    <a:gd name="T42" fmla="*/ 254 w 288"/>
                    <a:gd name="T43" fmla="*/ 105 h 240"/>
                    <a:gd name="T44" fmla="*/ 288 w 288"/>
                    <a:gd name="T45" fmla="*/ 92 h 240"/>
                    <a:gd name="T46" fmla="*/ 255 w 288"/>
                    <a:gd name="T47" fmla="*/ 88 h 240"/>
                    <a:gd name="T48" fmla="*/ 255 w 288"/>
                    <a:gd name="T49" fmla="*/ 88 h 240"/>
                    <a:gd name="T50" fmla="*/ 255 w 288"/>
                    <a:gd name="T51" fmla="*/ 8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8" h="240">
                      <a:moveTo>
                        <a:pt x="255" y="88"/>
                      </a:moveTo>
                      <a:cubicBezTo>
                        <a:pt x="272" y="87"/>
                        <a:pt x="283" y="80"/>
                        <a:pt x="287" y="70"/>
                      </a:cubicBezTo>
                      <a:cubicBezTo>
                        <a:pt x="281" y="73"/>
                        <a:pt x="263" y="77"/>
                        <a:pt x="253" y="73"/>
                      </a:cubicBezTo>
                      <a:cubicBezTo>
                        <a:pt x="252" y="71"/>
                        <a:pt x="252" y="69"/>
                        <a:pt x="251" y="67"/>
                      </a:cubicBezTo>
                      <a:cubicBezTo>
                        <a:pt x="244" y="39"/>
                        <a:pt x="217" y="16"/>
                        <a:pt x="190" y="19"/>
                      </a:cubicBezTo>
                      <a:cubicBezTo>
                        <a:pt x="192" y="18"/>
                        <a:pt x="195" y="17"/>
                        <a:pt x="197" y="16"/>
                      </a:cubicBezTo>
                      <a:cubicBezTo>
                        <a:pt x="200" y="15"/>
                        <a:pt x="218" y="12"/>
                        <a:pt x="215" y="6"/>
                      </a:cubicBezTo>
                      <a:cubicBezTo>
                        <a:pt x="212" y="1"/>
                        <a:pt x="191" y="10"/>
                        <a:pt x="187" y="12"/>
                      </a:cubicBezTo>
                      <a:cubicBezTo>
                        <a:pt x="192" y="10"/>
                        <a:pt x="201" y="6"/>
                        <a:pt x="202" y="0"/>
                      </a:cubicBezTo>
                      <a:cubicBezTo>
                        <a:pt x="194" y="1"/>
                        <a:pt x="186" y="5"/>
                        <a:pt x="179" y="11"/>
                      </a:cubicBezTo>
                      <a:cubicBezTo>
                        <a:pt x="182" y="8"/>
                        <a:pt x="183" y="5"/>
                        <a:pt x="184" y="2"/>
                      </a:cubicBezTo>
                      <a:cubicBezTo>
                        <a:pt x="162" y="16"/>
                        <a:pt x="149" y="44"/>
                        <a:pt x="139" y="72"/>
                      </a:cubicBezTo>
                      <a:cubicBezTo>
                        <a:pt x="131" y="64"/>
                        <a:pt x="123" y="58"/>
                        <a:pt x="117" y="54"/>
                      </a:cubicBezTo>
                      <a:cubicBezTo>
                        <a:pt x="99" y="44"/>
                        <a:pt x="77" y="34"/>
                        <a:pt x="43" y="22"/>
                      </a:cubicBezTo>
                      <a:cubicBezTo>
                        <a:pt x="42" y="33"/>
                        <a:pt x="49" y="48"/>
                        <a:pt x="68" y="58"/>
                      </a:cubicBezTo>
                      <a:cubicBezTo>
                        <a:pt x="63" y="57"/>
                        <a:pt x="56" y="59"/>
                        <a:pt x="50" y="60"/>
                      </a:cubicBezTo>
                      <a:cubicBezTo>
                        <a:pt x="52" y="73"/>
                        <a:pt x="60" y="84"/>
                        <a:pt x="82" y="89"/>
                      </a:cubicBezTo>
                      <a:cubicBezTo>
                        <a:pt x="72" y="89"/>
                        <a:pt x="67" y="92"/>
                        <a:pt x="62" y="96"/>
                      </a:cubicBezTo>
                      <a:cubicBezTo>
                        <a:pt x="67" y="105"/>
                        <a:pt x="78" y="116"/>
                        <a:pt x="98" y="114"/>
                      </a:cubicBezTo>
                      <a:cubicBezTo>
                        <a:pt x="76" y="123"/>
                        <a:pt x="89" y="141"/>
                        <a:pt x="107" y="138"/>
                      </a:cubicBezTo>
                      <a:cubicBezTo>
                        <a:pt x="76" y="170"/>
                        <a:pt x="28" y="168"/>
                        <a:pt x="0" y="141"/>
                      </a:cubicBezTo>
                      <a:cubicBezTo>
                        <a:pt x="73" y="240"/>
                        <a:pt x="230" y="200"/>
                        <a:pt x="254" y="105"/>
                      </a:cubicBezTo>
                      <a:cubicBezTo>
                        <a:pt x="271" y="105"/>
                        <a:pt x="282" y="98"/>
                        <a:pt x="288" y="92"/>
                      </a:cubicBezTo>
                      <a:cubicBezTo>
                        <a:pt x="278" y="93"/>
                        <a:pt x="263" y="91"/>
                        <a:pt x="255" y="88"/>
                      </a:cubicBezTo>
                      <a:close/>
                      <a:moveTo>
                        <a:pt x="255" y="88"/>
                      </a:moveTo>
                      <a:cubicBezTo>
                        <a:pt x="255" y="88"/>
                        <a:pt x="255" y="88"/>
                        <a:pt x="255" y="88"/>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6" name="TextBox 15">
                <a:extLst>
                  <a:ext uri="{FF2B5EF4-FFF2-40B4-BE49-F238E27FC236}">
                    <a16:creationId xmlns:a16="http://schemas.microsoft.com/office/drawing/2014/main" id="{5732F99E-1629-4366-946F-F9B6B2C896A2}"/>
                  </a:ext>
                </a:extLst>
              </p:cNvPr>
              <p:cNvSpPr txBox="1"/>
              <p:nvPr/>
            </p:nvSpPr>
            <p:spPr>
              <a:xfrm>
                <a:off x="8242320" y="5255430"/>
                <a:ext cx="116891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dirty="0">
                    <a:ln>
                      <a:noFill/>
                    </a:ln>
                    <a:solidFill>
                      <a:srgbClr val="1F3C88"/>
                    </a:solidFill>
                    <a:effectLst/>
                    <a:uLnTx/>
                    <a:uFillTx/>
                    <a:latin typeface="+mj-lt"/>
                    <a:hlinkClick r:id="rId6">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dirty="0">
                  <a:ln>
                    <a:noFill/>
                  </a:ln>
                  <a:solidFill>
                    <a:srgbClr val="1F3C88"/>
                  </a:solidFill>
                  <a:effectLst/>
                  <a:uLnTx/>
                  <a:uFillTx/>
                  <a:latin typeface="+mj-lt"/>
                </a:endParaRPr>
              </a:p>
            </p:txBody>
          </p:sp>
          <p:grpSp>
            <p:nvGrpSpPr>
              <p:cNvPr id="17" name="Group 16">
                <a:extLst>
                  <a:ext uri="{FF2B5EF4-FFF2-40B4-BE49-F238E27FC236}">
                    <a16:creationId xmlns:a16="http://schemas.microsoft.com/office/drawing/2014/main" id="{3BDD428C-5AFD-4931-A556-D752E360CF39}"/>
                  </a:ext>
                </a:extLst>
              </p:cNvPr>
              <p:cNvGrpSpPr/>
              <p:nvPr/>
            </p:nvGrpSpPr>
            <p:grpSpPr>
              <a:xfrm>
                <a:off x="9710339" y="5160897"/>
                <a:ext cx="513793" cy="513793"/>
                <a:chOff x="6817877" y="5054814"/>
                <a:chExt cx="513793" cy="513793"/>
              </a:xfrm>
            </p:grpSpPr>
            <p:sp>
              <p:nvSpPr>
                <p:cNvPr id="18" name="Oval 17">
                  <a:extLst>
                    <a:ext uri="{FF2B5EF4-FFF2-40B4-BE49-F238E27FC236}">
                      <a16:creationId xmlns:a16="http://schemas.microsoft.com/office/drawing/2014/main" id="{601D8885-F8CF-44FA-810C-3B80111218F9}"/>
                    </a:ext>
                  </a:extLst>
                </p:cNvPr>
                <p:cNvSpPr/>
                <p:nvPr userDrawn="1"/>
              </p:nvSpPr>
              <p:spPr>
                <a:xfrm>
                  <a:off x="6817877" y="5054814"/>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Freeform 9">
                  <a:extLst>
                    <a:ext uri="{FF2B5EF4-FFF2-40B4-BE49-F238E27FC236}">
                      <a16:creationId xmlns:a16="http://schemas.microsoft.com/office/drawing/2014/main" id="{7799EC38-2312-46EF-BE0B-F9D3013BB132}"/>
                    </a:ext>
                  </a:extLst>
                </p:cNvPr>
                <p:cNvSpPr>
                  <a:spLocks noEditPoints="1"/>
                </p:cNvSpPr>
                <p:nvPr userDrawn="1"/>
              </p:nvSpPr>
              <p:spPr bwMode="auto">
                <a:xfrm>
                  <a:off x="6953561" y="5195728"/>
                  <a:ext cx="242424" cy="231964"/>
                </a:xfrm>
                <a:custGeom>
                  <a:avLst/>
                  <a:gdLst>
                    <a:gd name="T0" fmla="*/ 288 w 288"/>
                    <a:gd name="T1" fmla="*/ 169 h 275"/>
                    <a:gd name="T2" fmla="*/ 288 w 288"/>
                    <a:gd name="T3" fmla="*/ 275 h 275"/>
                    <a:gd name="T4" fmla="*/ 226 w 288"/>
                    <a:gd name="T5" fmla="*/ 275 h 275"/>
                    <a:gd name="T6" fmla="*/ 226 w 288"/>
                    <a:gd name="T7" fmla="*/ 176 h 275"/>
                    <a:gd name="T8" fmla="*/ 195 w 288"/>
                    <a:gd name="T9" fmla="*/ 134 h 275"/>
                    <a:gd name="T10" fmla="*/ 163 w 288"/>
                    <a:gd name="T11" fmla="*/ 156 h 275"/>
                    <a:gd name="T12" fmla="*/ 161 w 288"/>
                    <a:gd name="T13" fmla="*/ 171 h 275"/>
                    <a:gd name="T14" fmla="*/ 161 w 288"/>
                    <a:gd name="T15" fmla="*/ 275 h 275"/>
                    <a:gd name="T16" fmla="*/ 100 w 288"/>
                    <a:gd name="T17" fmla="*/ 275 h 275"/>
                    <a:gd name="T18" fmla="*/ 100 w 288"/>
                    <a:gd name="T19" fmla="*/ 90 h 275"/>
                    <a:gd name="T20" fmla="*/ 161 w 288"/>
                    <a:gd name="T21" fmla="*/ 90 h 275"/>
                    <a:gd name="T22" fmla="*/ 161 w 288"/>
                    <a:gd name="T23" fmla="*/ 116 h 275"/>
                    <a:gd name="T24" fmla="*/ 161 w 288"/>
                    <a:gd name="T25" fmla="*/ 116 h 275"/>
                    <a:gd name="T26" fmla="*/ 161 w 288"/>
                    <a:gd name="T27" fmla="*/ 116 h 275"/>
                    <a:gd name="T28" fmla="*/ 161 w 288"/>
                    <a:gd name="T29" fmla="*/ 116 h 275"/>
                    <a:gd name="T30" fmla="*/ 217 w 288"/>
                    <a:gd name="T31" fmla="*/ 85 h 275"/>
                    <a:gd name="T32" fmla="*/ 288 w 288"/>
                    <a:gd name="T33" fmla="*/ 169 h 275"/>
                    <a:gd name="T34" fmla="*/ 35 w 288"/>
                    <a:gd name="T35" fmla="*/ 0 h 275"/>
                    <a:gd name="T36" fmla="*/ 0 w 288"/>
                    <a:gd name="T37" fmla="*/ 32 h 275"/>
                    <a:gd name="T38" fmla="*/ 34 w 288"/>
                    <a:gd name="T39" fmla="*/ 64 h 275"/>
                    <a:gd name="T40" fmla="*/ 35 w 288"/>
                    <a:gd name="T41" fmla="*/ 64 h 275"/>
                    <a:gd name="T42" fmla="*/ 69 w 288"/>
                    <a:gd name="T43" fmla="*/ 32 h 275"/>
                    <a:gd name="T44" fmla="*/ 35 w 288"/>
                    <a:gd name="T45" fmla="*/ 0 h 275"/>
                    <a:gd name="T46" fmla="*/ 4 w 288"/>
                    <a:gd name="T47" fmla="*/ 275 h 275"/>
                    <a:gd name="T48" fmla="*/ 65 w 288"/>
                    <a:gd name="T49" fmla="*/ 275 h 275"/>
                    <a:gd name="T50" fmla="*/ 65 w 288"/>
                    <a:gd name="T51" fmla="*/ 90 h 275"/>
                    <a:gd name="T52" fmla="*/ 4 w 288"/>
                    <a:gd name="T53" fmla="*/ 90 h 275"/>
                    <a:gd name="T54" fmla="*/ 4 w 288"/>
                    <a:gd name="T55" fmla="*/ 275 h 275"/>
                    <a:gd name="T56" fmla="*/ 4 w 288"/>
                    <a:gd name="T57" fmla="*/ 275 h 275"/>
                    <a:gd name="T58" fmla="*/ 4 w 288"/>
                    <a:gd name="T5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8" h="275">
                      <a:moveTo>
                        <a:pt x="288" y="169"/>
                      </a:moveTo>
                      <a:cubicBezTo>
                        <a:pt x="288" y="275"/>
                        <a:pt x="288" y="275"/>
                        <a:pt x="288" y="275"/>
                      </a:cubicBezTo>
                      <a:cubicBezTo>
                        <a:pt x="226" y="275"/>
                        <a:pt x="226" y="275"/>
                        <a:pt x="226" y="275"/>
                      </a:cubicBezTo>
                      <a:cubicBezTo>
                        <a:pt x="226" y="176"/>
                        <a:pt x="226" y="176"/>
                        <a:pt x="226" y="176"/>
                      </a:cubicBezTo>
                      <a:cubicBezTo>
                        <a:pt x="226" y="151"/>
                        <a:pt x="217" y="134"/>
                        <a:pt x="195" y="134"/>
                      </a:cubicBezTo>
                      <a:cubicBezTo>
                        <a:pt x="178" y="134"/>
                        <a:pt x="168" y="145"/>
                        <a:pt x="163" y="156"/>
                      </a:cubicBezTo>
                      <a:cubicBezTo>
                        <a:pt x="162" y="160"/>
                        <a:pt x="161" y="166"/>
                        <a:pt x="161" y="171"/>
                      </a:cubicBezTo>
                      <a:cubicBezTo>
                        <a:pt x="161" y="275"/>
                        <a:pt x="161" y="275"/>
                        <a:pt x="161" y="275"/>
                      </a:cubicBezTo>
                      <a:cubicBezTo>
                        <a:pt x="100" y="275"/>
                        <a:pt x="100" y="275"/>
                        <a:pt x="100" y="275"/>
                      </a:cubicBezTo>
                      <a:cubicBezTo>
                        <a:pt x="100" y="275"/>
                        <a:pt x="100" y="107"/>
                        <a:pt x="100" y="90"/>
                      </a:cubicBezTo>
                      <a:cubicBezTo>
                        <a:pt x="161" y="90"/>
                        <a:pt x="161" y="90"/>
                        <a:pt x="161" y="90"/>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9" y="103"/>
                        <a:pt x="184" y="85"/>
                        <a:pt x="217" y="85"/>
                      </a:cubicBezTo>
                      <a:cubicBezTo>
                        <a:pt x="258" y="85"/>
                        <a:pt x="288" y="112"/>
                        <a:pt x="288" y="169"/>
                      </a:cubicBezTo>
                      <a:close/>
                      <a:moveTo>
                        <a:pt x="35" y="0"/>
                      </a:moveTo>
                      <a:cubicBezTo>
                        <a:pt x="14" y="0"/>
                        <a:pt x="0" y="14"/>
                        <a:pt x="0" y="32"/>
                      </a:cubicBezTo>
                      <a:cubicBezTo>
                        <a:pt x="0" y="50"/>
                        <a:pt x="13" y="64"/>
                        <a:pt x="34" y="64"/>
                      </a:cubicBezTo>
                      <a:cubicBezTo>
                        <a:pt x="35" y="64"/>
                        <a:pt x="35" y="64"/>
                        <a:pt x="35" y="64"/>
                      </a:cubicBezTo>
                      <a:cubicBezTo>
                        <a:pt x="56" y="64"/>
                        <a:pt x="69" y="50"/>
                        <a:pt x="69" y="32"/>
                      </a:cubicBezTo>
                      <a:cubicBezTo>
                        <a:pt x="69" y="14"/>
                        <a:pt x="56" y="0"/>
                        <a:pt x="35" y="0"/>
                      </a:cubicBezTo>
                      <a:close/>
                      <a:moveTo>
                        <a:pt x="4" y="275"/>
                      </a:moveTo>
                      <a:cubicBezTo>
                        <a:pt x="65" y="275"/>
                        <a:pt x="65" y="275"/>
                        <a:pt x="65" y="275"/>
                      </a:cubicBezTo>
                      <a:cubicBezTo>
                        <a:pt x="65" y="90"/>
                        <a:pt x="65" y="90"/>
                        <a:pt x="65" y="90"/>
                      </a:cubicBezTo>
                      <a:cubicBezTo>
                        <a:pt x="4" y="90"/>
                        <a:pt x="4" y="90"/>
                        <a:pt x="4" y="90"/>
                      </a:cubicBezTo>
                      <a:lnTo>
                        <a:pt x="4" y="275"/>
                      </a:lnTo>
                      <a:close/>
                      <a:moveTo>
                        <a:pt x="4" y="275"/>
                      </a:moveTo>
                      <a:cubicBezTo>
                        <a:pt x="4" y="275"/>
                        <a:pt x="4" y="275"/>
                        <a:pt x="4" y="275"/>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20" name="TextBox 19">
                <a:extLst>
                  <a:ext uri="{FF2B5EF4-FFF2-40B4-BE49-F238E27FC236}">
                    <a16:creationId xmlns:a16="http://schemas.microsoft.com/office/drawing/2014/main" id="{C050F0C6-214B-4218-8BDA-9D07D7402F0E}"/>
                  </a:ext>
                </a:extLst>
              </p:cNvPr>
              <p:cNvSpPr txBox="1"/>
              <p:nvPr/>
            </p:nvSpPr>
            <p:spPr>
              <a:xfrm>
                <a:off x="10309016" y="5255430"/>
                <a:ext cx="152958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dirty="0">
                    <a:ln>
                      <a:noFill/>
                    </a:ln>
                    <a:solidFill>
                      <a:srgbClr val="1F3C88"/>
                    </a:solidFill>
                    <a:effectLst/>
                    <a:uLnTx/>
                    <a:uFillTx/>
                    <a:latin typeface="+mj-lt"/>
                    <a:hlinkClick r:id="rId7">
                      <a:extLst>
                        <a:ext uri="{A12FA001-AC4F-418D-AE19-62706E023703}">
                          <ahyp:hlinkClr xmlns:ahyp="http://schemas.microsoft.com/office/drawing/2018/hyperlinkcolor" val="tx"/>
                        </a:ext>
                      </a:extLst>
                    </a:hlinkClick>
                  </a:rPr>
                  <a:t>Company/Alepo</a:t>
                </a:r>
                <a:endParaRPr kumimoji="0" lang="de-DE" sz="1400" b="0" i="0" u="none" strike="noStrike" kern="0" cap="none" spc="0" normalizeH="0" baseline="0" noProof="0" dirty="0">
                  <a:ln>
                    <a:noFill/>
                  </a:ln>
                  <a:solidFill>
                    <a:srgbClr val="1F3C88"/>
                  </a:solidFill>
                  <a:effectLst/>
                  <a:uLnTx/>
                  <a:uFillTx/>
                  <a:latin typeface="+mj-lt"/>
                </a:endParaRPr>
              </a:p>
            </p:txBody>
          </p:sp>
        </p:grpSp>
        <p:cxnSp>
          <p:nvCxnSpPr>
            <p:cNvPr id="22" name="Straight Connector 21">
              <a:extLst>
                <a:ext uri="{FF2B5EF4-FFF2-40B4-BE49-F238E27FC236}">
                  <a16:creationId xmlns:a16="http://schemas.microsoft.com/office/drawing/2014/main" id="{E3CBD09F-8BCC-432F-970F-ACFD07AFA1E3}"/>
                </a:ext>
              </a:extLst>
            </p:cNvPr>
            <p:cNvCxnSpPr>
              <a:cxnSpLocks/>
            </p:cNvCxnSpPr>
            <p:nvPr/>
          </p:nvCxnSpPr>
          <p:spPr>
            <a:xfrm>
              <a:off x="2946641" y="4622427"/>
              <a:ext cx="0" cy="1205556"/>
            </a:xfrm>
            <a:prstGeom prst="line">
              <a:avLst/>
            </a:prstGeom>
            <a:noFill/>
            <a:ln w="3175" cap="flat" cmpd="sng" algn="ctr">
              <a:solidFill>
                <a:schemeClr val="tx1">
                  <a:lumMod val="85000"/>
                </a:schemeClr>
              </a:solidFill>
              <a:prstDash val="solid"/>
              <a:miter lim="800000"/>
            </a:ln>
            <a:effectLst/>
          </p:spPr>
        </p:cxnSp>
      </p:grpSp>
    </p:spTree>
    <p:extLst>
      <p:ext uri="{BB962C8B-B14F-4D97-AF65-F5344CB8AC3E}">
        <p14:creationId xmlns:p14="http://schemas.microsoft.com/office/powerpoint/2010/main" val="40104691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Alepo Theme Colour">
      <a:dk1>
        <a:srgbClr val="141414"/>
      </a:dk1>
      <a:lt1>
        <a:srgbClr val="F2F2F2"/>
      </a:lt1>
      <a:dk2>
        <a:srgbClr val="141414"/>
      </a:dk2>
      <a:lt2>
        <a:srgbClr val="F2F2F2"/>
      </a:lt2>
      <a:accent1>
        <a:srgbClr val="1F3C88"/>
      </a:accent1>
      <a:accent2>
        <a:srgbClr val="FF3D57"/>
      </a:accent2>
      <a:accent3>
        <a:srgbClr val="27ABB8"/>
      </a:accent3>
      <a:accent4>
        <a:srgbClr val="2D6188"/>
      </a:accent4>
      <a:accent5>
        <a:srgbClr val="EFFAD2"/>
      </a:accent5>
      <a:accent6>
        <a:srgbClr val="D9E4DC"/>
      </a:accent6>
      <a:hlink>
        <a:srgbClr val="18C0FF"/>
      </a:hlink>
      <a:folHlink>
        <a:srgbClr val="FF3D57"/>
      </a:folHlink>
    </a:clrScheme>
    <a:fontScheme name="Alepo Theme Fonts">
      <a:majorFont>
        <a:latin typeface="Roboto"/>
        <a:ea typeface=""/>
        <a:cs typeface=""/>
      </a:majorFont>
      <a:minorFont>
        <a:latin typeface="Open Sa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91E19C5-75B4-4FAB-85A2-F5ADB60778AD}" vid="{521C37B3-3CA0-4DAB-BB83-DC4CB5B63568}"/>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723DC85BAB9642BD2EC165C6E48CDE" ma:contentTypeVersion="10" ma:contentTypeDescription="Create a new document." ma:contentTypeScope="" ma:versionID="905e7c36a3c44e568e85543341360346">
  <xsd:schema xmlns:xsd="http://www.w3.org/2001/XMLSchema" xmlns:xs="http://www.w3.org/2001/XMLSchema" xmlns:p="http://schemas.microsoft.com/office/2006/metadata/properties" xmlns:ns2="514e0404-bec7-4f00-8648-0e74d5985981" xmlns:ns3="53335f82-e798-4265-9d2c-db180b02b7e9" targetNamespace="http://schemas.microsoft.com/office/2006/metadata/properties" ma:root="true" ma:fieldsID="f5326e9a824904889c625e9b183fd896" ns2:_="" ns3:_="">
    <xsd:import namespace="514e0404-bec7-4f00-8648-0e74d5985981"/>
    <xsd:import namespace="53335f82-e798-4265-9d2c-db180b02b7e9"/>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4e0404-bec7-4f00-8648-0e74d598598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3335f82-e798-4265-9d2c-db180b02b7e9"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74F369-EF14-410F-B3F5-A37D0905814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66F26B4-6B4D-47E0-B64C-65A1B686EFAA}">
  <ds:schemaRefs>
    <ds:schemaRef ds:uri="http://schemas.microsoft.com/sharepoint/v3/contenttype/forms"/>
  </ds:schemaRefs>
</ds:datastoreItem>
</file>

<file path=customXml/itemProps3.xml><?xml version="1.0" encoding="utf-8"?>
<ds:datastoreItem xmlns:ds="http://schemas.openxmlformats.org/officeDocument/2006/customXml" ds:itemID="{A48921B9-697C-4A86-873D-FEFAC42BE8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4e0404-bec7-4f00-8648-0e74d5985981"/>
    <ds:schemaRef ds:uri="53335f82-e798-4265-9d2c-db180b02b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Alepo Brand Template</Template>
  <TotalTime>5192</TotalTime>
  <Words>4642</Words>
  <Application>Microsoft Office PowerPoint</Application>
  <PresentationFormat>Widescreen</PresentationFormat>
  <Paragraphs>426</Paragraphs>
  <Slides>33</Slides>
  <Notes>7</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Vapor Trail</vt:lpstr>
      <vt:lpstr>Custom Design</vt:lpstr>
      <vt:lpstr>PowerPoint Presentation</vt:lpstr>
      <vt:lpstr>AGENDA</vt:lpstr>
      <vt:lpstr>Agenda</vt:lpstr>
      <vt:lpstr>Overview of Couchbase</vt:lpstr>
      <vt:lpstr>Overview of Couchbase</vt:lpstr>
      <vt:lpstr>Architecture</vt:lpstr>
      <vt:lpstr>Database Installation</vt:lpstr>
      <vt:lpstr>Database Installation</vt:lpstr>
      <vt:lpstr>Deploy Couchbase Database </vt:lpstr>
      <vt:lpstr>Initialize Couchbase Cluster</vt:lpstr>
      <vt:lpstr>Initialize Couchbase Cluster</vt:lpstr>
      <vt:lpstr>Initialize Couchbase Cluster</vt:lpstr>
      <vt:lpstr>Initialize Couchbase Cluster</vt:lpstr>
      <vt:lpstr>Creating Buckets</vt:lpstr>
      <vt:lpstr>Creating Buckets</vt:lpstr>
      <vt:lpstr>Creating Buckets</vt:lpstr>
      <vt:lpstr>Creating Buckets</vt:lpstr>
      <vt:lpstr>Creating Indexes</vt:lpstr>
      <vt:lpstr>Creating Indexes</vt:lpstr>
      <vt:lpstr>Creating Indexes</vt:lpstr>
      <vt:lpstr>Creating Indexes</vt:lpstr>
      <vt:lpstr>Show &amp; Tell Session</vt:lpstr>
      <vt:lpstr>XDCR Replication</vt:lpstr>
      <vt:lpstr>XDCR Replication</vt:lpstr>
      <vt:lpstr>Create XDCR replication (for Duplex mode)</vt:lpstr>
      <vt:lpstr>Create XDCR replication (for Duplex mode)</vt:lpstr>
      <vt:lpstr>Create XDCR replication (for Duplex mode)</vt:lpstr>
      <vt:lpstr>Create XDCR Replication (for Duplex mode)</vt:lpstr>
      <vt:lpstr>XDCR Replication</vt:lpstr>
      <vt:lpstr>Show &amp; Tell Session</vt:lpstr>
      <vt:lpstr>Redundancy</vt:lpstr>
      <vt:lpstr>Show &amp; Tell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ALEPO - &lt;Customer Name&gt; Kickoff Meeting</dc:title>
  <dc:creator>Smita Jain</dc:creator>
  <cp:lastModifiedBy>Soumita Sengupta</cp:lastModifiedBy>
  <cp:revision>143</cp:revision>
  <dcterms:created xsi:type="dcterms:W3CDTF">2019-07-25T12:04:12Z</dcterms:created>
  <dcterms:modified xsi:type="dcterms:W3CDTF">2021-09-13T14:46:55Z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0x01010031723DC85BAB9642BD2EC165C6E48CDE</vt:lpwstr>
  </property>
</Properties>
</file>