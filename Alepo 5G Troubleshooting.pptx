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2.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notesSlides/notesSlide3.xml" ContentType="application/vnd.openxmlformats-officedocument.presentationml.notesSlide+xml"/>
  <Override PartName="/ppt/tags/tag42.xml" ContentType="application/vnd.openxmlformats-officedocument.presentationml.tags+xml"/>
  <Override PartName="/ppt/tags/tag43.xml" ContentType="application/vnd.openxmlformats-officedocument.presentationml.tags+xml"/>
  <Override PartName="/ppt/notesSlides/notesSlide4.xml" ContentType="application/vnd.openxmlformats-officedocument.presentationml.notesSlide+xml"/>
  <Override PartName="/ppt/tags/tag44.xml" ContentType="application/vnd.openxmlformats-officedocument.presentationml.tags+xml"/>
  <Override PartName="/ppt/notesSlides/notesSlide5.xml" ContentType="application/vnd.openxmlformats-officedocument.presentationml.notesSlide+xml"/>
  <Override PartName="/ppt/tags/tag45.xml" ContentType="application/vnd.openxmlformats-officedocument.presentationml.tags+xml"/>
  <Override PartName="/ppt/notesSlides/notesSlide6.xml" ContentType="application/vnd.openxmlformats-officedocument.presentationml.notesSlide+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notesSlides/notesSlide7.xml" ContentType="application/vnd.openxmlformats-officedocument.presentationml.notesSlide+xml"/>
  <Override PartName="/ppt/tags/tag51.xml" ContentType="application/vnd.openxmlformats-officedocument.presentationml.tags+xml"/>
  <Override PartName="/ppt/notesSlides/notesSlide8.xml" ContentType="application/vnd.openxmlformats-officedocument.presentationml.notesSlide+xml"/>
  <Override PartName="/ppt/tags/tag52.xml" ContentType="application/vnd.openxmlformats-officedocument.presentationml.tags+xml"/>
  <Override PartName="/ppt/notesSlides/notesSlide9.xml" ContentType="application/vnd.openxmlformats-officedocument.presentationml.notesSlide+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notesSlides/notesSlide10.xml" ContentType="application/vnd.openxmlformats-officedocument.presentationml.notesSlide+xml"/>
  <Override PartName="/ppt/tags/tag57.xml" ContentType="application/vnd.openxmlformats-officedocument.presentationml.tags+xml"/>
  <Override PartName="/ppt/notesSlides/notesSlide11.xml" ContentType="application/vnd.openxmlformats-officedocument.presentationml.notesSlide+xml"/>
  <Override PartName="/ppt/tags/tag58.xml" ContentType="application/vnd.openxmlformats-officedocument.presentationml.tags+xml"/>
  <Override PartName="/ppt/tags/tag59.xml" ContentType="application/vnd.openxmlformats-officedocument.presentationml.tags+xml"/>
  <Override PartName="/ppt/notesSlides/notesSlide12.xml" ContentType="application/vnd.openxmlformats-officedocument.presentationml.notesSlide+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notesSlides/notesSlide13.xml" ContentType="application/vnd.openxmlformats-officedocument.presentationml.notesSlide+xml"/>
  <Override PartName="/ppt/tags/tag82.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bookmarkIdSeed="3">
  <p:sldMasterIdLst>
    <p:sldMasterId id="2147483678" r:id="rId4"/>
    <p:sldMasterId id="2147483720" r:id="rId5"/>
  </p:sldMasterIdLst>
  <p:notesMasterIdLst>
    <p:notesMasterId r:id="rId103"/>
  </p:notesMasterIdLst>
  <p:handoutMasterIdLst>
    <p:handoutMasterId r:id="rId104"/>
  </p:handoutMasterIdLst>
  <p:sldIdLst>
    <p:sldId id="339" r:id="rId6"/>
    <p:sldId id="1329" r:id="rId7"/>
    <p:sldId id="260" r:id="rId8"/>
    <p:sldId id="1363" r:id="rId9"/>
    <p:sldId id="752" r:id="rId10"/>
    <p:sldId id="1330" r:id="rId11"/>
    <p:sldId id="1425" r:id="rId12"/>
    <p:sldId id="1331" r:id="rId13"/>
    <p:sldId id="1332" r:id="rId14"/>
    <p:sldId id="1333" r:id="rId15"/>
    <p:sldId id="1334" r:id="rId16"/>
    <p:sldId id="1335" r:id="rId17"/>
    <p:sldId id="1337" r:id="rId18"/>
    <p:sldId id="1339" r:id="rId19"/>
    <p:sldId id="1426" r:id="rId20"/>
    <p:sldId id="1340" r:id="rId21"/>
    <p:sldId id="1341" r:id="rId22"/>
    <p:sldId id="1343" r:id="rId23"/>
    <p:sldId id="1345" r:id="rId24"/>
    <p:sldId id="1427" r:id="rId25"/>
    <p:sldId id="1346" r:id="rId26"/>
    <p:sldId id="1347" r:id="rId27"/>
    <p:sldId id="1348" r:id="rId28"/>
    <p:sldId id="1428" r:id="rId29"/>
    <p:sldId id="1349" r:id="rId30"/>
    <p:sldId id="1350" r:id="rId31"/>
    <p:sldId id="1351" r:id="rId32"/>
    <p:sldId id="1429" r:id="rId33"/>
    <p:sldId id="1352" r:id="rId34"/>
    <p:sldId id="1353" r:id="rId35"/>
    <p:sldId id="1354" r:id="rId36"/>
    <p:sldId id="1355" r:id="rId37"/>
    <p:sldId id="1430" r:id="rId38"/>
    <p:sldId id="1356" r:id="rId39"/>
    <p:sldId id="1358" r:id="rId40"/>
    <p:sldId id="1431" r:id="rId41"/>
    <p:sldId id="1359" r:id="rId42"/>
    <p:sldId id="1360" r:id="rId43"/>
    <p:sldId id="1362" r:id="rId44"/>
    <p:sldId id="1364" r:id="rId45"/>
    <p:sldId id="1365" r:id="rId46"/>
    <p:sldId id="1432" r:id="rId47"/>
    <p:sldId id="1366" r:id="rId48"/>
    <p:sldId id="1417" r:id="rId49"/>
    <p:sldId id="1418" r:id="rId50"/>
    <p:sldId id="1419" r:id="rId51"/>
    <p:sldId id="1420" r:id="rId52"/>
    <p:sldId id="1421" r:id="rId53"/>
    <p:sldId id="1422" r:id="rId54"/>
    <p:sldId id="1423" r:id="rId55"/>
    <p:sldId id="1424" r:id="rId56"/>
    <p:sldId id="1433" r:id="rId57"/>
    <p:sldId id="1367" r:id="rId58"/>
    <p:sldId id="1368" r:id="rId59"/>
    <p:sldId id="1369" r:id="rId60"/>
    <p:sldId id="1370" r:id="rId61"/>
    <p:sldId id="1371" r:id="rId62"/>
    <p:sldId id="1372" r:id="rId63"/>
    <p:sldId id="1373" r:id="rId64"/>
    <p:sldId id="1374" r:id="rId65"/>
    <p:sldId id="1375" r:id="rId66"/>
    <p:sldId id="1377" r:id="rId67"/>
    <p:sldId id="1378" r:id="rId68"/>
    <p:sldId id="1380" r:id="rId69"/>
    <p:sldId id="1381" r:id="rId70"/>
    <p:sldId id="1382" r:id="rId71"/>
    <p:sldId id="1384" r:id="rId72"/>
    <p:sldId id="1386" r:id="rId73"/>
    <p:sldId id="1387" r:id="rId74"/>
    <p:sldId id="1435" r:id="rId75"/>
    <p:sldId id="1388" r:id="rId76"/>
    <p:sldId id="1389" r:id="rId77"/>
    <p:sldId id="1390" r:id="rId78"/>
    <p:sldId id="1391" r:id="rId79"/>
    <p:sldId id="1395" r:id="rId80"/>
    <p:sldId id="1396" r:id="rId81"/>
    <p:sldId id="1397" r:id="rId82"/>
    <p:sldId id="1398" r:id="rId83"/>
    <p:sldId id="1399" r:id="rId84"/>
    <p:sldId id="1400" r:id="rId85"/>
    <p:sldId id="1401" r:id="rId86"/>
    <p:sldId id="1434" r:id="rId87"/>
    <p:sldId id="1402" r:id="rId88"/>
    <p:sldId id="1404" r:id="rId89"/>
    <p:sldId id="1403" r:id="rId90"/>
    <p:sldId id="1405" r:id="rId91"/>
    <p:sldId id="1406" r:id="rId92"/>
    <p:sldId id="1407" r:id="rId93"/>
    <p:sldId id="1408" r:id="rId94"/>
    <p:sldId id="1409" r:id="rId95"/>
    <p:sldId id="1410" r:id="rId96"/>
    <p:sldId id="1412" r:id="rId97"/>
    <p:sldId id="1413" r:id="rId98"/>
    <p:sldId id="1414" r:id="rId99"/>
    <p:sldId id="1415" r:id="rId100"/>
    <p:sldId id="1416" r:id="rId101"/>
    <p:sldId id="368" r:id="rId10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D6188"/>
    <a:srgbClr val="18C0FF"/>
    <a:srgbClr val="FFFFFF"/>
    <a:srgbClr val="FF3D5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C8D6011-D41D-4BD3-A553-90E5A8EEC12B}" v="95" dt="2021-09-13T12:45:15.785"/>
    <p1510:client id="{E9F167B3-AE1D-9172-C51A-75D3E4BDAEBE}" v="203" dt="2021-09-13T11:23:45.1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2" d="100"/>
          <a:sy n="62" d="100"/>
        </p:scale>
        <p:origin x="804" y="36"/>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slide" Target="slides/slide79.xml"/><Relationship Id="rId89" Type="http://schemas.openxmlformats.org/officeDocument/2006/relationships/slide" Target="slides/slide84.xml"/><Relationship Id="rId16" Type="http://schemas.openxmlformats.org/officeDocument/2006/relationships/slide" Target="slides/slide11.xml"/><Relationship Id="rId107" Type="http://schemas.openxmlformats.org/officeDocument/2006/relationships/theme" Target="theme/theme1.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slide" Target="slides/slide74.xml"/><Relationship Id="rId102" Type="http://schemas.openxmlformats.org/officeDocument/2006/relationships/slide" Target="slides/slide97.xml"/><Relationship Id="rId5" Type="http://schemas.openxmlformats.org/officeDocument/2006/relationships/slideMaster" Target="slideMasters/slideMaster2.xml"/><Relationship Id="rId90" Type="http://schemas.openxmlformats.org/officeDocument/2006/relationships/slide" Target="slides/slide85.xml"/><Relationship Id="rId95" Type="http://schemas.openxmlformats.org/officeDocument/2006/relationships/slide" Target="slides/slide90.xml"/><Relationship Id="rId22" Type="http://schemas.openxmlformats.org/officeDocument/2006/relationships/slide" Target="slides/slide17.xml"/><Relationship Id="rId27" Type="http://schemas.openxmlformats.org/officeDocument/2006/relationships/slide" Target="slides/slide22.xml"/><Relationship Id="rId43" Type="http://schemas.openxmlformats.org/officeDocument/2006/relationships/slide" Target="slides/slide38.xml"/><Relationship Id="rId48" Type="http://schemas.openxmlformats.org/officeDocument/2006/relationships/slide" Target="slides/slide43.xml"/><Relationship Id="rId64" Type="http://schemas.openxmlformats.org/officeDocument/2006/relationships/slide" Target="slides/slide59.xml"/><Relationship Id="rId69" Type="http://schemas.openxmlformats.org/officeDocument/2006/relationships/slide" Target="slides/slide64.xml"/><Relationship Id="rId80" Type="http://schemas.openxmlformats.org/officeDocument/2006/relationships/slide" Target="slides/slide75.xml"/><Relationship Id="rId85" Type="http://schemas.openxmlformats.org/officeDocument/2006/relationships/slide" Target="slides/slide80.xml"/><Relationship Id="rId12" Type="http://schemas.openxmlformats.org/officeDocument/2006/relationships/slide" Target="slides/slide7.xml"/><Relationship Id="rId17" Type="http://schemas.openxmlformats.org/officeDocument/2006/relationships/slide" Target="slides/slide12.xml"/><Relationship Id="rId33" Type="http://schemas.openxmlformats.org/officeDocument/2006/relationships/slide" Target="slides/slide28.xml"/><Relationship Id="rId38" Type="http://schemas.openxmlformats.org/officeDocument/2006/relationships/slide" Target="slides/slide33.xml"/><Relationship Id="rId59" Type="http://schemas.openxmlformats.org/officeDocument/2006/relationships/slide" Target="slides/slide54.xml"/><Relationship Id="rId103" Type="http://schemas.openxmlformats.org/officeDocument/2006/relationships/notesMaster" Target="notesMasters/notesMaster1.xml"/><Relationship Id="rId108" Type="http://schemas.openxmlformats.org/officeDocument/2006/relationships/tableStyles" Target="tableStyles.xml"/><Relationship Id="rId54" Type="http://schemas.openxmlformats.org/officeDocument/2006/relationships/slide" Target="slides/slide49.xml"/><Relationship Id="rId70" Type="http://schemas.openxmlformats.org/officeDocument/2006/relationships/slide" Target="slides/slide65.xml"/><Relationship Id="rId75" Type="http://schemas.openxmlformats.org/officeDocument/2006/relationships/slide" Target="slides/slide70.xml"/><Relationship Id="rId91" Type="http://schemas.openxmlformats.org/officeDocument/2006/relationships/slide" Target="slides/slide86.xml"/><Relationship Id="rId96" Type="http://schemas.openxmlformats.org/officeDocument/2006/relationships/slide" Target="slides/slide91.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6" Type="http://schemas.openxmlformats.org/officeDocument/2006/relationships/viewProps" Target="viewProps.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slide" Target="slides/slide73.xml"/><Relationship Id="rId81" Type="http://schemas.openxmlformats.org/officeDocument/2006/relationships/slide" Target="slides/slide76.xml"/><Relationship Id="rId86" Type="http://schemas.openxmlformats.org/officeDocument/2006/relationships/slide" Target="slides/slide81.xml"/><Relationship Id="rId94" Type="http://schemas.openxmlformats.org/officeDocument/2006/relationships/slide" Target="slides/slide89.xml"/><Relationship Id="rId99" Type="http://schemas.openxmlformats.org/officeDocument/2006/relationships/slide" Target="slides/slide94.xml"/><Relationship Id="rId101" Type="http://schemas.openxmlformats.org/officeDocument/2006/relationships/slide" Target="slides/slide96.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109" Type="http://schemas.microsoft.com/office/2016/11/relationships/changesInfo" Target="changesInfos/changesInfo1.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97" Type="http://schemas.openxmlformats.org/officeDocument/2006/relationships/slide" Target="slides/slide92.xml"/><Relationship Id="rId104" Type="http://schemas.openxmlformats.org/officeDocument/2006/relationships/handoutMaster" Target="handoutMasters/handoutMaster1.xml"/><Relationship Id="rId7" Type="http://schemas.openxmlformats.org/officeDocument/2006/relationships/slide" Target="slides/slide2.xml"/><Relationship Id="rId71" Type="http://schemas.openxmlformats.org/officeDocument/2006/relationships/slide" Target="slides/slide66.xml"/><Relationship Id="rId92" Type="http://schemas.openxmlformats.org/officeDocument/2006/relationships/slide" Target="slides/slide87.xml"/><Relationship Id="rId2" Type="http://schemas.openxmlformats.org/officeDocument/2006/relationships/customXml" Target="../customXml/item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slide" Target="slides/slide82.xml"/><Relationship Id="rId110" Type="http://schemas.microsoft.com/office/2015/10/relationships/revisionInfo" Target="revisionInfo.xml"/><Relationship Id="rId61" Type="http://schemas.openxmlformats.org/officeDocument/2006/relationships/slide" Target="slides/slide56.xml"/><Relationship Id="rId82" Type="http://schemas.openxmlformats.org/officeDocument/2006/relationships/slide" Target="slides/slide77.xml"/><Relationship Id="rId19" Type="http://schemas.openxmlformats.org/officeDocument/2006/relationships/slide" Target="slides/slide14.xml"/><Relationship Id="rId14" Type="http://schemas.openxmlformats.org/officeDocument/2006/relationships/slide" Target="slides/slide9.xml"/><Relationship Id="rId30" Type="http://schemas.openxmlformats.org/officeDocument/2006/relationships/slide" Target="slides/slide25.xml"/><Relationship Id="rId35" Type="http://schemas.openxmlformats.org/officeDocument/2006/relationships/slide" Target="slides/slide30.xml"/><Relationship Id="rId56" Type="http://schemas.openxmlformats.org/officeDocument/2006/relationships/slide" Target="slides/slide51.xml"/><Relationship Id="rId77" Type="http://schemas.openxmlformats.org/officeDocument/2006/relationships/slide" Target="slides/slide72.xml"/><Relationship Id="rId100" Type="http://schemas.openxmlformats.org/officeDocument/2006/relationships/slide" Target="slides/slide95.xml"/><Relationship Id="rId105" Type="http://schemas.openxmlformats.org/officeDocument/2006/relationships/presProps" Target="presProps.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93" Type="http://schemas.openxmlformats.org/officeDocument/2006/relationships/slide" Target="slides/slide88.xml"/><Relationship Id="rId98" Type="http://schemas.openxmlformats.org/officeDocument/2006/relationships/slide" Target="slides/slide93.xml"/><Relationship Id="rId3" Type="http://schemas.openxmlformats.org/officeDocument/2006/relationships/customXml" Target="../customXml/item3.xml"/><Relationship Id="rId25" Type="http://schemas.openxmlformats.org/officeDocument/2006/relationships/slide" Target="slides/slide20.xml"/><Relationship Id="rId46" Type="http://schemas.openxmlformats.org/officeDocument/2006/relationships/slide" Target="slides/slide41.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62" Type="http://schemas.openxmlformats.org/officeDocument/2006/relationships/slide" Target="slides/slide57.xml"/><Relationship Id="rId83" Type="http://schemas.openxmlformats.org/officeDocument/2006/relationships/slide" Target="slides/slide78.xml"/><Relationship Id="rId88" Type="http://schemas.openxmlformats.org/officeDocument/2006/relationships/slide" Target="slides/slide8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umita Sengupta" userId="4afa6ce1-cb01-46c2-8538-4650222f0c96" providerId="ADAL" clId="{8571DC48-0C12-45E0-9BF7-0A12C0FA93C2}"/>
    <pc:docChg chg="undo redo custSel addSld delSld modSld sldOrd addMainMaster modMainMaster">
      <pc:chgData name="Soumita Sengupta" userId="4afa6ce1-cb01-46c2-8538-4650222f0c96" providerId="ADAL" clId="{8571DC48-0C12-45E0-9BF7-0A12C0FA93C2}" dt="2021-05-19T10:05:56.962" v="535" actId="1038"/>
      <pc:docMkLst>
        <pc:docMk/>
      </pc:docMkLst>
      <pc:sldChg chg="modSp add mod">
        <pc:chgData name="Soumita Sengupta" userId="4afa6ce1-cb01-46c2-8538-4650222f0c96" providerId="ADAL" clId="{8571DC48-0C12-45E0-9BF7-0A12C0FA93C2}" dt="2021-05-17T08:14:01.208" v="385" actId="20577"/>
        <pc:sldMkLst>
          <pc:docMk/>
          <pc:sldMk cId="3505707011" sldId="258"/>
        </pc:sldMkLst>
        <pc:spChg chg="mod">
          <ac:chgData name="Soumita Sengupta" userId="4afa6ce1-cb01-46c2-8538-4650222f0c96" providerId="ADAL" clId="{8571DC48-0C12-45E0-9BF7-0A12C0FA93C2}" dt="2021-05-17T08:14:01.208" v="385" actId="20577"/>
          <ac:spMkLst>
            <pc:docMk/>
            <pc:sldMk cId="3505707011" sldId="258"/>
            <ac:spMk id="3" creationId="{00000000-0000-0000-0000-000000000000}"/>
          </ac:spMkLst>
        </pc:spChg>
        <pc:spChg chg="mod">
          <ac:chgData name="Soumita Sengupta" userId="4afa6ce1-cb01-46c2-8538-4650222f0c96" providerId="ADAL" clId="{8571DC48-0C12-45E0-9BF7-0A12C0FA93C2}" dt="2021-05-13T06:59:12.069" v="19" actId="20577"/>
          <ac:spMkLst>
            <pc:docMk/>
            <pc:sldMk cId="3505707011" sldId="258"/>
            <ac:spMk id="5" creationId="{00000000-0000-0000-0000-000000000000}"/>
          </ac:spMkLst>
        </pc:spChg>
        <pc:spChg chg="mod">
          <ac:chgData name="Soumita Sengupta" userId="4afa6ce1-cb01-46c2-8538-4650222f0c96" providerId="ADAL" clId="{8571DC48-0C12-45E0-9BF7-0A12C0FA93C2}" dt="2021-05-13T06:58:10.069" v="15" actId="108"/>
          <ac:spMkLst>
            <pc:docMk/>
            <pc:sldMk cId="3505707011" sldId="258"/>
            <ac:spMk id="6" creationId="{59C3A4C2-17E3-4EC2-B0BA-CBC8305B62A2}"/>
          </ac:spMkLst>
        </pc:spChg>
      </pc:sldChg>
      <pc:sldChg chg="modSp add mod">
        <pc:chgData name="Soumita Sengupta" userId="4afa6ce1-cb01-46c2-8538-4650222f0c96" providerId="ADAL" clId="{8571DC48-0C12-45E0-9BF7-0A12C0FA93C2}" dt="2021-05-17T08:14:20.775" v="389" actId="20577"/>
        <pc:sldMkLst>
          <pc:docMk/>
          <pc:sldMk cId="1912468287" sldId="260"/>
        </pc:sldMkLst>
        <pc:spChg chg="mod">
          <ac:chgData name="Soumita Sengupta" userId="4afa6ce1-cb01-46c2-8538-4650222f0c96" providerId="ADAL" clId="{8571DC48-0C12-45E0-9BF7-0A12C0FA93C2}" dt="2021-05-17T08:14:17.421" v="387" actId="207"/>
          <ac:spMkLst>
            <pc:docMk/>
            <pc:sldMk cId="1912468287" sldId="260"/>
            <ac:spMk id="4" creationId="{00000000-0000-0000-0000-000000000000}"/>
          </ac:spMkLst>
        </pc:spChg>
        <pc:spChg chg="mod">
          <ac:chgData name="Soumita Sengupta" userId="4afa6ce1-cb01-46c2-8538-4650222f0c96" providerId="ADAL" clId="{8571DC48-0C12-45E0-9BF7-0A12C0FA93C2}" dt="2021-05-13T07:13:13.064" v="26" actId="255"/>
          <ac:spMkLst>
            <pc:docMk/>
            <pc:sldMk cId="1912468287" sldId="260"/>
            <ac:spMk id="5" creationId="{00000000-0000-0000-0000-000000000000}"/>
          </ac:spMkLst>
        </pc:spChg>
        <pc:spChg chg="mod">
          <ac:chgData name="Soumita Sengupta" userId="4afa6ce1-cb01-46c2-8538-4650222f0c96" providerId="ADAL" clId="{8571DC48-0C12-45E0-9BF7-0A12C0FA93C2}" dt="2021-05-17T08:14:20.775" v="389" actId="20577"/>
          <ac:spMkLst>
            <pc:docMk/>
            <pc:sldMk cId="1912468287" sldId="260"/>
            <ac:spMk id="6" creationId="{00000000-0000-0000-0000-000000000000}"/>
          </ac:spMkLst>
        </pc:spChg>
      </pc:sldChg>
      <pc:sldChg chg="modSp mod">
        <pc:chgData name="Soumita Sengupta" userId="4afa6ce1-cb01-46c2-8538-4650222f0c96" providerId="ADAL" clId="{8571DC48-0C12-45E0-9BF7-0A12C0FA93C2}" dt="2021-05-13T07:19:47.236" v="44" actId="20577"/>
        <pc:sldMkLst>
          <pc:docMk/>
          <pc:sldMk cId="3879588154" sldId="290"/>
        </pc:sldMkLst>
        <pc:spChg chg="mod">
          <ac:chgData name="Soumita Sengupta" userId="4afa6ce1-cb01-46c2-8538-4650222f0c96" providerId="ADAL" clId="{8571DC48-0C12-45E0-9BF7-0A12C0FA93C2}" dt="2021-05-13T07:19:47.236" v="44" actId="20577"/>
          <ac:spMkLst>
            <pc:docMk/>
            <pc:sldMk cId="3879588154" sldId="290"/>
            <ac:spMk id="5" creationId="{00000000-0000-0000-0000-000000000000}"/>
          </ac:spMkLst>
        </pc:spChg>
      </pc:sldChg>
      <pc:sldChg chg="modSp mod">
        <pc:chgData name="Soumita Sengupta" userId="4afa6ce1-cb01-46c2-8538-4650222f0c96" providerId="ADAL" clId="{8571DC48-0C12-45E0-9BF7-0A12C0FA93C2}" dt="2021-05-17T11:44:32.644" v="419" actId="207"/>
        <pc:sldMkLst>
          <pc:docMk/>
          <pc:sldMk cId="2478915525" sldId="296"/>
        </pc:sldMkLst>
        <pc:spChg chg="mod">
          <ac:chgData name="Soumita Sengupta" userId="4afa6ce1-cb01-46c2-8538-4650222f0c96" providerId="ADAL" clId="{8571DC48-0C12-45E0-9BF7-0A12C0FA93C2}" dt="2021-05-17T11:44:27.106" v="418" actId="207"/>
          <ac:spMkLst>
            <pc:docMk/>
            <pc:sldMk cId="2478915525" sldId="296"/>
            <ac:spMk id="3" creationId="{00000000-0000-0000-0000-000000000000}"/>
          </ac:spMkLst>
        </pc:spChg>
        <pc:spChg chg="mod">
          <ac:chgData name="Soumita Sengupta" userId="4afa6ce1-cb01-46c2-8538-4650222f0c96" providerId="ADAL" clId="{8571DC48-0C12-45E0-9BF7-0A12C0FA93C2}" dt="2021-05-17T11:44:32.644" v="419" actId="207"/>
          <ac:spMkLst>
            <pc:docMk/>
            <pc:sldMk cId="2478915525" sldId="296"/>
            <ac:spMk id="4" creationId="{00000000-0000-0000-0000-000000000000}"/>
          </ac:spMkLst>
        </pc:spChg>
      </pc:sldChg>
      <pc:sldChg chg="modSp mod">
        <pc:chgData name="Soumita Sengupta" userId="4afa6ce1-cb01-46c2-8538-4650222f0c96" providerId="ADAL" clId="{8571DC48-0C12-45E0-9BF7-0A12C0FA93C2}" dt="2021-05-19T10:05:56.962" v="535" actId="1038"/>
        <pc:sldMkLst>
          <pc:docMk/>
          <pc:sldMk cId="1092620403" sldId="297"/>
        </pc:sldMkLst>
        <pc:spChg chg="mod">
          <ac:chgData name="Soumita Sengupta" userId="4afa6ce1-cb01-46c2-8538-4650222f0c96" providerId="ADAL" clId="{8571DC48-0C12-45E0-9BF7-0A12C0FA93C2}" dt="2021-05-17T11:45:23.089" v="425" actId="207"/>
          <ac:spMkLst>
            <pc:docMk/>
            <pc:sldMk cId="1092620403" sldId="297"/>
            <ac:spMk id="4" creationId="{00000000-0000-0000-0000-000000000000}"/>
          </ac:spMkLst>
        </pc:spChg>
        <pc:spChg chg="mod">
          <ac:chgData name="Soumita Sengupta" userId="4afa6ce1-cb01-46c2-8538-4650222f0c96" providerId="ADAL" clId="{8571DC48-0C12-45E0-9BF7-0A12C0FA93C2}" dt="2021-05-17T11:45:16.519" v="424" actId="207"/>
          <ac:spMkLst>
            <pc:docMk/>
            <pc:sldMk cId="1092620403" sldId="297"/>
            <ac:spMk id="8" creationId="{00000000-0000-0000-0000-000000000000}"/>
          </ac:spMkLst>
        </pc:spChg>
        <pc:spChg chg="mod">
          <ac:chgData name="Soumita Sengupta" userId="4afa6ce1-cb01-46c2-8538-4650222f0c96" providerId="ADAL" clId="{8571DC48-0C12-45E0-9BF7-0A12C0FA93C2}" dt="2021-05-17T11:45:01.831" v="421" actId="20577"/>
          <ac:spMkLst>
            <pc:docMk/>
            <pc:sldMk cId="1092620403" sldId="297"/>
            <ac:spMk id="14" creationId="{00000000-0000-0000-0000-000000000000}"/>
          </ac:spMkLst>
        </pc:spChg>
        <pc:picChg chg="mod">
          <ac:chgData name="Soumita Sengupta" userId="4afa6ce1-cb01-46c2-8538-4650222f0c96" providerId="ADAL" clId="{8571DC48-0C12-45E0-9BF7-0A12C0FA93C2}" dt="2021-05-19T10:05:56.962" v="535" actId="1038"/>
          <ac:picMkLst>
            <pc:docMk/>
            <pc:sldMk cId="1092620403" sldId="297"/>
            <ac:picMk id="3" creationId="{0EEBE3EA-19F1-4A12-AB09-BFFAE305EF91}"/>
          </ac:picMkLst>
        </pc:picChg>
      </pc:sldChg>
      <pc:sldChg chg="modSp mod">
        <pc:chgData name="Soumita Sengupta" userId="4afa6ce1-cb01-46c2-8538-4650222f0c96" providerId="ADAL" clId="{8571DC48-0C12-45E0-9BF7-0A12C0FA93C2}" dt="2021-05-17T11:45:34.240" v="427" actId="207"/>
        <pc:sldMkLst>
          <pc:docMk/>
          <pc:sldMk cId="665055627" sldId="298"/>
        </pc:sldMkLst>
        <pc:spChg chg="mod">
          <ac:chgData name="Soumita Sengupta" userId="4afa6ce1-cb01-46c2-8538-4650222f0c96" providerId="ADAL" clId="{8571DC48-0C12-45E0-9BF7-0A12C0FA93C2}" dt="2021-05-17T11:45:34.240" v="427" actId="207"/>
          <ac:spMkLst>
            <pc:docMk/>
            <pc:sldMk cId="665055627" sldId="298"/>
            <ac:spMk id="4" creationId="{00000000-0000-0000-0000-000000000000}"/>
          </ac:spMkLst>
        </pc:spChg>
        <pc:spChg chg="mod">
          <ac:chgData name="Soumita Sengupta" userId="4afa6ce1-cb01-46c2-8538-4650222f0c96" providerId="ADAL" clId="{8571DC48-0C12-45E0-9BF7-0A12C0FA93C2}" dt="2021-05-17T11:45:29.556" v="426" actId="207"/>
          <ac:spMkLst>
            <pc:docMk/>
            <pc:sldMk cId="665055627" sldId="298"/>
            <ac:spMk id="8" creationId="{00000000-0000-0000-0000-000000000000}"/>
          </ac:spMkLst>
        </pc:spChg>
      </pc:sldChg>
      <pc:sldChg chg="modSp mod">
        <pc:chgData name="Soumita Sengupta" userId="4afa6ce1-cb01-46c2-8538-4650222f0c96" providerId="ADAL" clId="{8571DC48-0C12-45E0-9BF7-0A12C0FA93C2}" dt="2021-05-17T14:10:46.983" v="429" actId="207"/>
        <pc:sldMkLst>
          <pc:docMk/>
          <pc:sldMk cId="3976154013" sldId="300"/>
        </pc:sldMkLst>
        <pc:spChg chg="mod">
          <ac:chgData name="Soumita Sengupta" userId="4afa6ce1-cb01-46c2-8538-4650222f0c96" providerId="ADAL" clId="{8571DC48-0C12-45E0-9BF7-0A12C0FA93C2}" dt="2021-05-17T14:10:42.964" v="428" actId="207"/>
          <ac:spMkLst>
            <pc:docMk/>
            <pc:sldMk cId="3976154013" sldId="300"/>
            <ac:spMk id="3" creationId="{00000000-0000-0000-0000-000000000000}"/>
          </ac:spMkLst>
        </pc:spChg>
        <pc:spChg chg="mod">
          <ac:chgData name="Soumita Sengupta" userId="4afa6ce1-cb01-46c2-8538-4650222f0c96" providerId="ADAL" clId="{8571DC48-0C12-45E0-9BF7-0A12C0FA93C2}" dt="2021-05-17T14:10:46.983" v="429" actId="207"/>
          <ac:spMkLst>
            <pc:docMk/>
            <pc:sldMk cId="3976154013" sldId="300"/>
            <ac:spMk id="4" creationId="{00000000-0000-0000-0000-000000000000}"/>
          </ac:spMkLst>
        </pc:spChg>
      </pc:sldChg>
      <pc:sldChg chg="modSp mod">
        <pc:chgData name="Soumita Sengupta" userId="4afa6ce1-cb01-46c2-8538-4650222f0c96" providerId="ADAL" clId="{8571DC48-0C12-45E0-9BF7-0A12C0FA93C2}" dt="2021-05-13T06:57:16.821" v="7" actId="1076"/>
        <pc:sldMkLst>
          <pc:docMk/>
          <pc:sldMk cId="2584036331" sldId="339"/>
        </pc:sldMkLst>
        <pc:spChg chg="mod">
          <ac:chgData name="Soumita Sengupta" userId="4afa6ce1-cb01-46c2-8538-4650222f0c96" providerId="ADAL" clId="{8571DC48-0C12-45E0-9BF7-0A12C0FA93C2}" dt="2021-05-13T06:57:07.554" v="6" actId="14100"/>
          <ac:spMkLst>
            <pc:docMk/>
            <pc:sldMk cId="2584036331" sldId="339"/>
            <ac:spMk id="5" creationId="{6D1A1596-A8D7-4C1A-8956-0FA40A84EFCA}"/>
          </ac:spMkLst>
        </pc:spChg>
        <pc:spChg chg="mod">
          <ac:chgData name="Soumita Sengupta" userId="4afa6ce1-cb01-46c2-8538-4650222f0c96" providerId="ADAL" clId="{8571DC48-0C12-45E0-9BF7-0A12C0FA93C2}" dt="2021-05-13T06:57:16.821" v="7" actId="1076"/>
          <ac:spMkLst>
            <pc:docMk/>
            <pc:sldMk cId="2584036331" sldId="339"/>
            <ac:spMk id="6" creationId="{C8FE3195-D3A1-4850-9090-DFEED874F1D9}"/>
          </ac:spMkLst>
        </pc:spChg>
      </pc:sldChg>
      <pc:sldChg chg="modSp mod">
        <pc:chgData name="Soumita Sengupta" userId="4afa6ce1-cb01-46c2-8538-4650222f0c96" providerId="ADAL" clId="{8571DC48-0C12-45E0-9BF7-0A12C0FA93C2}" dt="2021-05-13T07:12:53.020" v="23" actId="1076"/>
        <pc:sldMkLst>
          <pc:docMk/>
          <pc:sldMk cId="473323582" sldId="359"/>
        </pc:sldMkLst>
        <pc:spChg chg="mod">
          <ac:chgData name="Soumita Sengupta" userId="4afa6ce1-cb01-46c2-8538-4650222f0c96" providerId="ADAL" clId="{8571DC48-0C12-45E0-9BF7-0A12C0FA93C2}" dt="2021-05-13T07:12:53.020" v="23" actId="1076"/>
          <ac:spMkLst>
            <pc:docMk/>
            <pc:sldMk cId="473323582" sldId="359"/>
            <ac:spMk id="2" creationId="{57983F62-BBB9-431B-A37F-BDA0DC7153F6}"/>
          </ac:spMkLst>
        </pc:spChg>
      </pc:sldChg>
      <pc:sldChg chg="modSp add mod ord">
        <pc:chgData name="Soumita Sengupta" userId="4afa6ce1-cb01-46c2-8538-4650222f0c96" providerId="ADAL" clId="{8571DC48-0C12-45E0-9BF7-0A12C0FA93C2}" dt="2021-05-13T07:19:21.973" v="36"/>
        <pc:sldMkLst>
          <pc:docMk/>
          <pc:sldMk cId="247062728" sldId="492"/>
        </pc:sldMkLst>
        <pc:spChg chg="mod">
          <ac:chgData name="Soumita Sengupta" userId="4afa6ce1-cb01-46c2-8538-4650222f0c96" providerId="ADAL" clId="{8571DC48-0C12-45E0-9BF7-0A12C0FA93C2}" dt="2021-05-13T07:19:21.973" v="36"/>
          <ac:spMkLst>
            <pc:docMk/>
            <pc:sldMk cId="247062728" sldId="492"/>
            <ac:spMk id="2" creationId="{57983F62-BBB9-431B-A37F-BDA0DC7153F6}"/>
          </ac:spMkLst>
        </pc:spChg>
      </pc:sldChg>
      <pc:sldChg chg="modSp mod">
        <pc:chgData name="Soumita Sengupta" userId="4afa6ce1-cb01-46c2-8538-4650222f0c96" providerId="ADAL" clId="{8571DC48-0C12-45E0-9BF7-0A12C0FA93C2}" dt="2021-05-17T14:26:46.357" v="449" actId="207"/>
        <pc:sldMkLst>
          <pc:docMk/>
          <pc:sldMk cId="3513540522" sldId="493"/>
        </pc:sldMkLst>
        <pc:spChg chg="mod">
          <ac:chgData name="Soumita Sengupta" userId="4afa6ce1-cb01-46c2-8538-4650222f0c96" providerId="ADAL" clId="{8571DC48-0C12-45E0-9BF7-0A12C0FA93C2}" dt="2021-05-17T14:26:46.357" v="449" actId="207"/>
          <ac:spMkLst>
            <pc:docMk/>
            <pc:sldMk cId="3513540522" sldId="493"/>
            <ac:spMk id="3" creationId="{00000000-0000-0000-0000-000000000000}"/>
          </ac:spMkLst>
        </pc:spChg>
        <pc:spChg chg="mod">
          <ac:chgData name="Soumita Sengupta" userId="4afa6ce1-cb01-46c2-8538-4650222f0c96" providerId="ADAL" clId="{8571DC48-0C12-45E0-9BF7-0A12C0FA93C2}" dt="2021-05-17T14:26:46.357" v="449" actId="207"/>
          <ac:spMkLst>
            <pc:docMk/>
            <pc:sldMk cId="3513540522" sldId="493"/>
            <ac:spMk id="4" creationId="{00000000-0000-0000-0000-000000000000}"/>
          </ac:spMkLst>
        </pc:spChg>
      </pc:sldChg>
      <pc:sldChg chg="modSp mod">
        <pc:chgData name="Soumita Sengupta" userId="4afa6ce1-cb01-46c2-8538-4650222f0c96" providerId="ADAL" clId="{8571DC48-0C12-45E0-9BF7-0A12C0FA93C2}" dt="2021-05-17T14:28:10.267" v="459" actId="207"/>
        <pc:sldMkLst>
          <pc:docMk/>
          <pc:sldMk cId="3201109162" sldId="495"/>
        </pc:sldMkLst>
        <pc:spChg chg="mod">
          <ac:chgData name="Soumita Sengupta" userId="4afa6ce1-cb01-46c2-8538-4650222f0c96" providerId="ADAL" clId="{8571DC48-0C12-45E0-9BF7-0A12C0FA93C2}" dt="2021-05-17T14:28:10.267" v="459" actId="207"/>
          <ac:spMkLst>
            <pc:docMk/>
            <pc:sldMk cId="3201109162" sldId="495"/>
            <ac:spMk id="3" creationId="{00000000-0000-0000-0000-000000000000}"/>
          </ac:spMkLst>
        </pc:spChg>
        <pc:spChg chg="mod">
          <ac:chgData name="Soumita Sengupta" userId="4afa6ce1-cb01-46c2-8538-4650222f0c96" providerId="ADAL" clId="{8571DC48-0C12-45E0-9BF7-0A12C0FA93C2}" dt="2021-05-17T14:28:10.267" v="459" actId="207"/>
          <ac:spMkLst>
            <pc:docMk/>
            <pc:sldMk cId="3201109162" sldId="495"/>
            <ac:spMk id="4" creationId="{00000000-0000-0000-0000-000000000000}"/>
          </ac:spMkLst>
        </pc:spChg>
      </pc:sldChg>
      <pc:sldChg chg="modSp mod">
        <pc:chgData name="Soumita Sengupta" userId="4afa6ce1-cb01-46c2-8538-4650222f0c96" providerId="ADAL" clId="{8571DC48-0C12-45E0-9BF7-0A12C0FA93C2}" dt="2021-05-17T14:28:15.972" v="460" actId="207"/>
        <pc:sldMkLst>
          <pc:docMk/>
          <pc:sldMk cId="2730795599" sldId="496"/>
        </pc:sldMkLst>
        <pc:spChg chg="mod">
          <ac:chgData name="Soumita Sengupta" userId="4afa6ce1-cb01-46c2-8538-4650222f0c96" providerId="ADAL" clId="{8571DC48-0C12-45E0-9BF7-0A12C0FA93C2}" dt="2021-05-17T14:28:15.972" v="460" actId="207"/>
          <ac:spMkLst>
            <pc:docMk/>
            <pc:sldMk cId="2730795599" sldId="496"/>
            <ac:spMk id="3" creationId="{00000000-0000-0000-0000-000000000000}"/>
          </ac:spMkLst>
        </pc:spChg>
        <pc:spChg chg="mod">
          <ac:chgData name="Soumita Sengupta" userId="4afa6ce1-cb01-46c2-8538-4650222f0c96" providerId="ADAL" clId="{8571DC48-0C12-45E0-9BF7-0A12C0FA93C2}" dt="2021-05-17T14:28:15.972" v="460" actId="207"/>
          <ac:spMkLst>
            <pc:docMk/>
            <pc:sldMk cId="2730795599" sldId="496"/>
            <ac:spMk id="4" creationId="{00000000-0000-0000-0000-000000000000}"/>
          </ac:spMkLst>
        </pc:spChg>
      </pc:sldChg>
      <pc:sldChg chg="modSp mod">
        <pc:chgData name="Soumita Sengupta" userId="4afa6ce1-cb01-46c2-8538-4650222f0c96" providerId="ADAL" clId="{8571DC48-0C12-45E0-9BF7-0A12C0FA93C2}" dt="2021-05-17T14:28:33.142" v="462" actId="207"/>
        <pc:sldMkLst>
          <pc:docMk/>
          <pc:sldMk cId="3201341972" sldId="498"/>
        </pc:sldMkLst>
        <pc:spChg chg="mod">
          <ac:chgData name="Soumita Sengupta" userId="4afa6ce1-cb01-46c2-8538-4650222f0c96" providerId="ADAL" clId="{8571DC48-0C12-45E0-9BF7-0A12C0FA93C2}" dt="2021-05-17T14:28:33.142" v="462" actId="207"/>
          <ac:spMkLst>
            <pc:docMk/>
            <pc:sldMk cId="3201341972" sldId="498"/>
            <ac:spMk id="2" creationId="{D7229EAB-2797-4C92-B9F3-E1A52FD16017}"/>
          </ac:spMkLst>
        </pc:spChg>
        <pc:spChg chg="mod">
          <ac:chgData name="Soumita Sengupta" userId="4afa6ce1-cb01-46c2-8538-4650222f0c96" providerId="ADAL" clId="{8571DC48-0C12-45E0-9BF7-0A12C0FA93C2}" dt="2021-05-17T14:28:33.142" v="462" actId="207"/>
          <ac:spMkLst>
            <pc:docMk/>
            <pc:sldMk cId="3201341972" sldId="498"/>
            <ac:spMk id="4" creationId="{00000000-0000-0000-0000-000000000000}"/>
          </ac:spMkLst>
        </pc:spChg>
      </pc:sldChg>
      <pc:sldChg chg="modSp mod">
        <pc:chgData name="Soumita Sengupta" userId="4afa6ce1-cb01-46c2-8538-4650222f0c96" providerId="ADAL" clId="{8571DC48-0C12-45E0-9BF7-0A12C0FA93C2}" dt="2021-05-17T14:29:26.025" v="468" actId="207"/>
        <pc:sldMkLst>
          <pc:docMk/>
          <pc:sldMk cId="51554605" sldId="502"/>
        </pc:sldMkLst>
        <pc:spChg chg="mod">
          <ac:chgData name="Soumita Sengupta" userId="4afa6ce1-cb01-46c2-8538-4650222f0c96" providerId="ADAL" clId="{8571DC48-0C12-45E0-9BF7-0A12C0FA93C2}" dt="2021-05-17T14:29:26.025" v="468" actId="207"/>
          <ac:spMkLst>
            <pc:docMk/>
            <pc:sldMk cId="51554605" sldId="502"/>
            <ac:spMk id="3" creationId="{00000000-0000-0000-0000-000000000000}"/>
          </ac:spMkLst>
        </pc:spChg>
        <pc:spChg chg="mod">
          <ac:chgData name="Soumita Sengupta" userId="4afa6ce1-cb01-46c2-8538-4650222f0c96" providerId="ADAL" clId="{8571DC48-0C12-45E0-9BF7-0A12C0FA93C2}" dt="2021-05-17T14:29:26.025" v="468" actId="207"/>
          <ac:spMkLst>
            <pc:docMk/>
            <pc:sldMk cId="51554605" sldId="502"/>
            <ac:spMk id="4" creationId="{00000000-0000-0000-0000-000000000000}"/>
          </ac:spMkLst>
        </pc:spChg>
      </pc:sldChg>
      <pc:sldChg chg="modSp mod">
        <pc:chgData name="Soumita Sengupta" userId="4afa6ce1-cb01-46c2-8538-4650222f0c96" providerId="ADAL" clId="{8571DC48-0C12-45E0-9BF7-0A12C0FA93C2}" dt="2021-05-17T14:29:33.578" v="469" actId="207"/>
        <pc:sldMkLst>
          <pc:docMk/>
          <pc:sldMk cId="1902268106" sldId="504"/>
        </pc:sldMkLst>
        <pc:spChg chg="mod">
          <ac:chgData name="Soumita Sengupta" userId="4afa6ce1-cb01-46c2-8538-4650222f0c96" providerId="ADAL" clId="{8571DC48-0C12-45E0-9BF7-0A12C0FA93C2}" dt="2021-05-17T14:29:33.578" v="469" actId="207"/>
          <ac:spMkLst>
            <pc:docMk/>
            <pc:sldMk cId="1902268106" sldId="504"/>
            <ac:spMk id="3" creationId="{00000000-0000-0000-0000-000000000000}"/>
          </ac:spMkLst>
        </pc:spChg>
        <pc:spChg chg="mod">
          <ac:chgData name="Soumita Sengupta" userId="4afa6ce1-cb01-46c2-8538-4650222f0c96" providerId="ADAL" clId="{8571DC48-0C12-45E0-9BF7-0A12C0FA93C2}" dt="2021-05-17T14:29:33.578" v="469" actId="207"/>
          <ac:spMkLst>
            <pc:docMk/>
            <pc:sldMk cId="1902268106" sldId="504"/>
            <ac:spMk id="4" creationId="{00000000-0000-0000-0000-000000000000}"/>
          </ac:spMkLst>
        </pc:spChg>
      </pc:sldChg>
      <pc:sldChg chg="modSp mod">
        <pc:chgData name="Soumita Sengupta" userId="4afa6ce1-cb01-46c2-8538-4650222f0c96" providerId="ADAL" clId="{8571DC48-0C12-45E0-9BF7-0A12C0FA93C2}" dt="2021-05-17T14:29:56.748" v="471" actId="207"/>
        <pc:sldMkLst>
          <pc:docMk/>
          <pc:sldMk cId="4046367649" sldId="505"/>
        </pc:sldMkLst>
        <pc:spChg chg="mod">
          <ac:chgData name="Soumita Sengupta" userId="4afa6ce1-cb01-46c2-8538-4650222f0c96" providerId="ADAL" clId="{8571DC48-0C12-45E0-9BF7-0A12C0FA93C2}" dt="2021-05-17T14:29:56.748" v="471" actId="207"/>
          <ac:spMkLst>
            <pc:docMk/>
            <pc:sldMk cId="4046367649" sldId="505"/>
            <ac:spMk id="3" creationId="{00000000-0000-0000-0000-000000000000}"/>
          </ac:spMkLst>
        </pc:spChg>
        <pc:spChg chg="mod">
          <ac:chgData name="Soumita Sengupta" userId="4afa6ce1-cb01-46c2-8538-4650222f0c96" providerId="ADAL" clId="{8571DC48-0C12-45E0-9BF7-0A12C0FA93C2}" dt="2021-05-17T14:29:56.748" v="471" actId="207"/>
          <ac:spMkLst>
            <pc:docMk/>
            <pc:sldMk cId="4046367649" sldId="505"/>
            <ac:spMk id="4" creationId="{00000000-0000-0000-0000-000000000000}"/>
          </ac:spMkLst>
        </pc:spChg>
      </pc:sldChg>
      <pc:sldChg chg="modSp mod">
        <pc:chgData name="Soumita Sengupta" userId="4afa6ce1-cb01-46c2-8538-4650222f0c96" providerId="ADAL" clId="{8571DC48-0C12-45E0-9BF7-0A12C0FA93C2}" dt="2021-05-17T14:30:02.829" v="472" actId="207"/>
        <pc:sldMkLst>
          <pc:docMk/>
          <pc:sldMk cId="3681553546" sldId="506"/>
        </pc:sldMkLst>
        <pc:spChg chg="mod">
          <ac:chgData name="Soumita Sengupta" userId="4afa6ce1-cb01-46c2-8538-4650222f0c96" providerId="ADAL" clId="{8571DC48-0C12-45E0-9BF7-0A12C0FA93C2}" dt="2021-05-17T14:30:02.829" v="472" actId="207"/>
          <ac:spMkLst>
            <pc:docMk/>
            <pc:sldMk cId="3681553546" sldId="506"/>
            <ac:spMk id="3" creationId="{00000000-0000-0000-0000-000000000000}"/>
          </ac:spMkLst>
        </pc:spChg>
        <pc:spChg chg="mod">
          <ac:chgData name="Soumita Sengupta" userId="4afa6ce1-cb01-46c2-8538-4650222f0c96" providerId="ADAL" clId="{8571DC48-0C12-45E0-9BF7-0A12C0FA93C2}" dt="2021-05-17T14:30:02.829" v="472" actId="207"/>
          <ac:spMkLst>
            <pc:docMk/>
            <pc:sldMk cId="3681553546" sldId="506"/>
            <ac:spMk id="4" creationId="{00000000-0000-0000-0000-000000000000}"/>
          </ac:spMkLst>
        </pc:spChg>
      </pc:sldChg>
      <pc:sldChg chg="modSp mod">
        <pc:chgData name="Soumita Sengupta" userId="4afa6ce1-cb01-46c2-8538-4650222f0c96" providerId="ADAL" clId="{8571DC48-0C12-45E0-9BF7-0A12C0FA93C2}" dt="2021-05-17T14:30:20.628" v="474" actId="207"/>
        <pc:sldMkLst>
          <pc:docMk/>
          <pc:sldMk cId="3736971921" sldId="507"/>
        </pc:sldMkLst>
        <pc:spChg chg="mod">
          <ac:chgData name="Soumita Sengupta" userId="4afa6ce1-cb01-46c2-8538-4650222f0c96" providerId="ADAL" clId="{8571DC48-0C12-45E0-9BF7-0A12C0FA93C2}" dt="2021-05-17T14:30:20.628" v="474" actId="207"/>
          <ac:spMkLst>
            <pc:docMk/>
            <pc:sldMk cId="3736971921" sldId="507"/>
            <ac:spMk id="3" creationId="{00000000-0000-0000-0000-000000000000}"/>
          </ac:spMkLst>
        </pc:spChg>
        <pc:spChg chg="mod">
          <ac:chgData name="Soumita Sengupta" userId="4afa6ce1-cb01-46c2-8538-4650222f0c96" providerId="ADAL" clId="{8571DC48-0C12-45E0-9BF7-0A12C0FA93C2}" dt="2021-05-17T14:30:20.628" v="474" actId="207"/>
          <ac:spMkLst>
            <pc:docMk/>
            <pc:sldMk cId="3736971921" sldId="507"/>
            <ac:spMk id="4" creationId="{00000000-0000-0000-0000-000000000000}"/>
          </ac:spMkLst>
        </pc:spChg>
      </pc:sldChg>
      <pc:sldChg chg="modSp mod">
        <pc:chgData name="Soumita Sengupta" userId="4afa6ce1-cb01-46c2-8538-4650222f0c96" providerId="ADAL" clId="{8571DC48-0C12-45E0-9BF7-0A12C0FA93C2}" dt="2021-05-17T14:30:49.988" v="478" actId="207"/>
        <pc:sldMkLst>
          <pc:docMk/>
          <pc:sldMk cId="125891335" sldId="510"/>
        </pc:sldMkLst>
        <pc:spChg chg="mod">
          <ac:chgData name="Soumita Sengupta" userId="4afa6ce1-cb01-46c2-8538-4650222f0c96" providerId="ADAL" clId="{8571DC48-0C12-45E0-9BF7-0A12C0FA93C2}" dt="2021-05-17T14:30:49.988" v="478" actId="207"/>
          <ac:spMkLst>
            <pc:docMk/>
            <pc:sldMk cId="125891335" sldId="510"/>
            <ac:spMk id="3" creationId="{00000000-0000-0000-0000-000000000000}"/>
          </ac:spMkLst>
        </pc:spChg>
        <pc:spChg chg="mod">
          <ac:chgData name="Soumita Sengupta" userId="4afa6ce1-cb01-46c2-8538-4650222f0c96" providerId="ADAL" clId="{8571DC48-0C12-45E0-9BF7-0A12C0FA93C2}" dt="2021-05-17T14:30:49.988" v="478" actId="207"/>
          <ac:spMkLst>
            <pc:docMk/>
            <pc:sldMk cId="125891335" sldId="510"/>
            <ac:spMk id="4" creationId="{00000000-0000-0000-0000-000000000000}"/>
          </ac:spMkLst>
        </pc:spChg>
      </pc:sldChg>
      <pc:sldChg chg="modSp mod">
        <pc:chgData name="Soumita Sengupta" userId="4afa6ce1-cb01-46c2-8538-4650222f0c96" providerId="ADAL" clId="{8571DC48-0C12-45E0-9BF7-0A12C0FA93C2}" dt="2021-05-17T14:31:00.385" v="479" actId="207"/>
        <pc:sldMkLst>
          <pc:docMk/>
          <pc:sldMk cId="1263259725" sldId="512"/>
        </pc:sldMkLst>
        <pc:spChg chg="mod">
          <ac:chgData name="Soumita Sengupta" userId="4afa6ce1-cb01-46c2-8538-4650222f0c96" providerId="ADAL" clId="{8571DC48-0C12-45E0-9BF7-0A12C0FA93C2}" dt="2021-05-17T14:31:00.385" v="479" actId="207"/>
          <ac:spMkLst>
            <pc:docMk/>
            <pc:sldMk cId="1263259725" sldId="512"/>
            <ac:spMk id="3" creationId="{00000000-0000-0000-0000-000000000000}"/>
          </ac:spMkLst>
        </pc:spChg>
        <pc:spChg chg="mod">
          <ac:chgData name="Soumita Sengupta" userId="4afa6ce1-cb01-46c2-8538-4650222f0c96" providerId="ADAL" clId="{8571DC48-0C12-45E0-9BF7-0A12C0FA93C2}" dt="2021-05-17T14:31:00.385" v="479" actId="207"/>
          <ac:spMkLst>
            <pc:docMk/>
            <pc:sldMk cId="1263259725" sldId="512"/>
            <ac:spMk id="4" creationId="{00000000-0000-0000-0000-000000000000}"/>
          </ac:spMkLst>
        </pc:spChg>
      </pc:sldChg>
      <pc:sldChg chg="modSp mod">
        <pc:chgData name="Soumita Sengupta" userId="4afa6ce1-cb01-46c2-8538-4650222f0c96" providerId="ADAL" clId="{8571DC48-0C12-45E0-9BF7-0A12C0FA93C2}" dt="2021-05-17T14:31:06.566" v="480" actId="207"/>
        <pc:sldMkLst>
          <pc:docMk/>
          <pc:sldMk cId="1013096958" sldId="513"/>
        </pc:sldMkLst>
        <pc:spChg chg="mod">
          <ac:chgData name="Soumita Sengupta" userId="4afa6ce1-cb01-46c2-8538-4650222f0c96" providerId="ADAL" clId="{8571DC48-0C12-45E0-9BF7-0A12C0FA93C2}" dt="2021-05-17T14:31:06.566" v="480" actId="207"/>
          <ac:spMkLst>
            <pc:docMk/>
            <pc:sldMk cId="1013096958" sldId="513"/>
            <ac:spMk id="3" creationId="{00000000-0000-0000-0000-000000000000}"/>
          </ac:spMkLst>
        </pc:spChg>
        <pc:spChg chg="mod">
          <ac:chgData name="Soumita Sengupta" userId="4afa6ce1-cb01-46c2-8538-4650222f0c96" providerId="ADAL" clId="{8571DC48-0C12-45E0-9BF7-0A12C0FA93C2}" dt="2021-05-17T14:31:06.566" v="480" actId="207"/>
          <ac:spMkLst>
            <pc:docMk/>
            <pc:sldMk cId="1013096958" sldId="513"/>
            <ac:spMk id="4" creationId="{00000000-0000-0000-0000-000000000000}"/>
          </ac:spMkLst>
        </pc:spChg>
      </pc:sldChg>
      <pc:sldChg chg="modSp mod">
        <pc:chgData name="Soumita Sengupta" userId="4afa6ce1-cb01-46c2-8538-4650222f0c96" providerId="ADAL" clId="{8571DC48-0C12-45E0-9BF7-0A12C0FA93C2}" dt="2021-05-17T14:31:12.385" v="481" actId="207"/>
        <pc:sldMkLst>
          <pc:docMk/>
          <pc:sldMk cId="376726005" sldId="514"/>
        </pc:sldMkLst>
        <pc:spChg chg="mod">
          <ac:chgData name="Soumita Sengupta" userId="4afa6ce1-cb01-46c2-8538-4650222f0c96" providerId="ADAL" clId="{8571DC48-0C12-45E0-9BF7-0A12C0FA93C2}" dt="2021-05-17T14:31:12.385" v="481" actId="207"/>
          <ac:spMkLst>
            <pc:docMk/>
            <pc:sldMk cId="376726005" sldId="514"/>
            <ac:spMk id="3" creationId="{00000000-0000-0000-0000-000000000000}"/>
          </ac:spMkLst>
        </pc:spChg>
        <pc:spChg chg="mod">
          <ac:chgData name="Soumita Sengupta" userId="4afa6ce1-cb01-46c2-8538-4650222f0c96" providerId="ADAL" clId="{8571DC48-0C12-45E0-9BF7-0A12C0FA93C2}" dt="2021-05-17T14:31:12.385" v="481" actId="207"/>
          <ac:spMkLst>
            <pc:docMk/>
            <pc:sldMk cId="376726005" sldId="514"/>
            <ac:spMk id="4" creationId="{00000000-0000-0000-0000-000000000000}"/>
          </ac:spMkLst>
        </pc:spChg>
      </pc:sldChg>
      <pc:sldChg chg="modSp mod">
        <pc:chgData name="Soumita Sengupta" userId="4afa6ce1-cb01-46c2-8538-4650222f0c96" providerId="ADAL" clId="{8571DC48-0C12-45E0-9BF7-0A12C0FA93C2}" dt="2021-05-17T14:31:26.894" v="483" actId="207"/>
        <pc:sldMkLst>
          <pc:docMk/>
          <pc:sldMk cId="2413661491" sldId="515"/>
        </pc:sldMkLst>
        <pc:spChg chg="mod">
          <ac:chgData name="Soumita Sengupta" userId="4afa6ce1-cb01-46c2-8538-4650222f0c96" providerId="ADAL" clId="{8571DC48-0C12-45E0-9BF7-0A12C0FA93C2}" dt="2021-05-17T14:31:26.894" v="483" actId="207"/>
          <ac:spMkLst>
            <pc:docMk/>
            <pc:sldMk cId="2413661491" sldId="515"/>
            <ac:spMk id="3" creationId="{00000000-0000-0000-0000-000000000000}"/>
          </ac:spMkLst>
        </pc:spChg>
        <pc:spChg chg="mod">
          <ac:chgData name="Soumita Sengupta" userId="4afa6ce1-cb01-46c2-8538-4650222f0c96" providerId="ADAL" clId="{8571DC48-0C12-45E0-9BF7-0A12C0FA93C2}" dt="2021-05-17T14:31:26.894" v="483" actId="207"/>
          <ac:spMkLst>
            <pc:docMk/>
            <pc:sldMk cId="2413661491" sldId="515"/>
            <ac:spMk id="4" creationId="{00000000-0000-0000-0000-000000000000}"/>
          </ac:spMkLst>
        </pc:spChg>
      </pc:sldChg>
      <pc:sldChg chg="del">
        <pc:chgData name="Soumita Sengupta" userId="4afa6ce1-cb01-46c2-8538-4650222f0c96" providerId="ADAL" clId="{8571DC48-0C12-45E0-9BF7-0A12C0FA93C2}" dt="2021-05-17T14:31:31.141" v="484" actId="47"/>
        <pc:sldMkLst>
          <pc:docMk/>
          <pc:sldMk cId="2382808059" sldId="526"/>
        </pc:sldMkLst>
      </pc:sldChg>
      <pc:sldChg chg="modSp mod">
        <pc:chgData name="Soumita Sengupta" userId="4afa6ce1-cb01-46c2-8538-4650222f0c96" providerId="ADAL" clId="{8571DC48-0C12-45E0-9BF7-0A12C0FA93C2}" dt="2021-05-17T14:31:38.526" v="485" actId="207"/>
        <pc:sldMkLst>
          <pc:docMk/>
          <pc:sldMk cId="1605938043" sldId="527"/>
        </pc:sldMkLst>
        <pc:spChg chg="mod">
          <ac:chgData name="Soumita Sengupta" userId="4afa6ce1-cb01-46c2-8538-4650222f0c96" providerId="ADAL" clId="{8571DC48-0C12-45E0-9BF7-0A12C0FA93C2}" dt="2021-05-17T14:31:38.526" v="485" actId="207"/>
          <ac:spMkLst>
            <pc:docMk/>
            <pc:sldMk cId="1605938043" sldId="527"/>
            <ac:spMk id="3" creationId="{00000000-0000-0000-0000-000000000000}"/>
          </ac:spMkLst>
        </pc:spChg>
        <pc:spChg chg="mod">
          <ac:chgData name="Soumita Sengupta" userId="4afa6ce1-cb01-46c2-8538-4650222f0c96" providerId="ADAL" clId="{8571DC48-0C12-45E0-9BF7-0A12C0FA93C2}" dt="2021-05-17T14:31:38.526" v="485" actId="207"/>
          <ac:spMkLst>
            <pc:docMk/>
            <pc:sldMk cId="1605938043" sldId="527"/>
            <ac:spMk id="4" creationId="{00000000-0000-0000-0000-000000000000}"/>
          </ac:spMkLst>
        </pc:spChg>
      </pc:sldChg>
      <pc:sldChg chg="modSp mod">
        <pc:chgData name="Soumita Sengupta" userId="4afa6ce1-cb01-46c2-8538-4650222f0c96" providerId="ADAL" clId="{8571DC48-0C12-45E0-9BF7-0A12C0FA93C2}" dt="2021-05-17T14:31:46.262" v="486" actId="207"/>
        <pc:sldMkLst>
          <pc:docMk/>
          <pc:sldMk cId="4105988392" sldId="528"/>
        </pc:sldMkLst>
        <pc:spChg chg="mod">
          <ac:chgData name="Soumita Sengupta" userId="4afa6ce1-cb01-46c2-8538-4650222f0c96" providerId="ADAL" clId="{8571DC48-0C12-45E0-9BF7-0A12C0FA93C2}" dt="2021-05-17T14:31:46.262" v="486" actId="207"/>
          <ac:spMkLst>
            <pc:docMk/>
            <pc:sldMk cId="4105988392" sldId="528"/>
            <ac:spMk id="3" creationId="{00000000-0000-0000-0000-000000000000}"/>
          </ac:spMkLst>
        </pc:spChg>
        <pc:spChg chg="mod">
          <ac:chgData name="Soumita Sengupta" userId="4afa6ce1-cb01-46c2-8538-4650222f0c96" providerId="ADAL" clId="{8571DC48-0C12-45E0-9BF7-0A12C0FA93C2}" dt="2021-05-17T14:31:46.262" v="486" actId="207"/>
          <ac:spMkLst>
            <pc:docMk/>
            <pc:sldMk cId="4105988392" sldId="528"/>
            <ac:spMk id="4" creationId="{00000000-0000-0000-0000-000000000000}"/>
          </ac:spMkLst>
        </pc:spChg>
      </pc:sldChg>
      <pc:sldChg chg="modSp mod">
        <pc:chgData name="Soumita Sengupta" userId="4afa6ce1-cb01-46c2-8538-4650222f0c96" providerId="ADAL" clId="{8571DC48-0C12-45E0-9BF7-0A12C0FA93C2}" dt="2021-05-17T14:31:53.202" v="487" actId="207"/>
        <pc:sldMkLst>
          <pc:docMk/>
          <pc:sldMk cId="2600651979" sldId="529"/>
        </pc:sldMkLst>
        <pc:spChg chg="mod">
          <ac:chgData name="Soumita Sengupta" userId="4afa6ce1-cb01-46c2-8538-4650222f0c96" providerId="ADAL" clId="{8571DC48-0C12-45E0-9BF7-0A12C0FA93C2}" dt="2021-05-17T14:31:53.202" v="487" actId="207"/>
          <ac:spMkLst>
            <pc:docMk/>
            <pc:sldMk cId="2600651979" sldId="529"/>
            <ac:spMk id="2" creationId="{D2965F05-2471-447C-97CD-B93193FE76F8}"/>
          </ac:spMkLst>
        </pc:spChg>
        <pc:spChg chg="mod">
          <ac:chgData name="Soumita Sengupta" userId="4afa6ce1-cb01-46c2-8538-4650222f0c96" providerId="ADAL" clId="{8571DC48-0C12-45E0-9BF7-0A12C0FA93C2}" dt="2021-05-17T14:31:53.202" v="487" actId="207"/>
          <ac:spMkLst>
            <pc:docMk/>
            <pc:sldMk cId="2600651979" sldId="529"/>
            <ac:spMk id="4" creationId="{00000000-0000-0000-0000-000000000000}"/>
          </ac:spMkLst>
        </pc:spChg>
      </pc:sldChg>
      <pc:sldChg chg="modSp mod">
        <pc:chgData name="Soumita Sengupta" userId="4afa6ce1-cb01-46c2-8538-4650222f0c96" providerId="ADAL" clId="{8571DC48-0C12-45E0-9BF7-0A12C0FA93C2}" dt="2021-05-17T14:32:30.258" v="492" actId="207"/>
        <pc:sldMkLst>
          <pc:docMk/>
          <pc:sldMk cId="3709622581" sldId="538"/>
        </pc:sldMkLst>
        <pc:spChg chg="mod">
          <ac:chgData name="Soumita Sengupta" userId="4afa6ce1-cb01-46c2-8538-4650222f0c96" providerId="ADAL" clId="{8571DC48-0C12-45E0-9BF7-0A12C0FA93C2}" dt="2021-05-17T14:32:30.258" v="492" actId="207"/>
          <ac:spMkLst>
            <pc:docMk/>
            <pc:sldMk cId="3709622581" sldId="538"/>
            <ac:spMk id="3" creationId="{00000000-0000-0000-0000-000000000000}"/>
          </ac:spMkLst>
        </pc:spChg>
        <pc:spChg chg="mod">
          <ac:chgData name="Soumita Sengupta" userId="4afa6ce1-cb01-46c2-8538-4650222f0c96" providerId="ADAL" clId="{8571DC48-0C12-45E0-9BF7-0A12C0FA93C2}" dt="2021-05-17T14:32:30.258" v="492" actId="207"/>
          <ac:spMkLst>
            <pc:docMk/>
            <pc:sldMk cId="3709622581" sldId="538"/>
            <ac:spMk id="4" creationId="{00000000-0000-0000-0000-000000000000}"/>
          </ac:spMkLst>
        </pc:spChg>
      </pc:sldChg>
      <pc:sldChg chg="modSp add mod">
        <pc:chgData name="Soumita Sengupta" userId="4afa6ce1-cb01-46c2-8538-4650222f0c96" providerId="ADAL" clId="{8571DC48-0C12-45E0-9BF7-0A12C0FA93C2}" dt="2021-05-17T08:00:21.637" v="264" actId="255"/>
        <pc:sldMkLst>
          <pc:docMk/>
          <pc:sldMk cId="2752539856" sldId="596"/>
        </pc:sldMkLst>
        <pc:spChg chg="mod">
          <ac:chgData name="Soumita Sengupta" userId="4afa6ce1-cb01-46c2-8538-4650222f0c96" providerId="ADAL" clId="{8571DC48-0C12-45E0-9BF7-0A12C0FA93C2}" dt="2021-05-17T08:00:21.637" v="264" actId="255"/>
          <ac:spMkLst>
            <pc:docMk/>
            <pc:sldMk cId="2752539856" sldId="596"/>
            <ac:spMk id="7" creationId="{C16F2778-D538-4E7F-B0B7-B91E343D15FC}"/>
          </ac:spMkLst>
        </pc:spChg>
      </pc:sldChg>
      <pc:sldChg chg="modSp add mod">
        <pc:chgData name="Soumita Sengupta" userId="4afa6ce1-cb01-46c2-8538-4650222f0c96" providerId="ADAL" clId="{8571DC48-0C12-45E0-9BF7-0A12C0FA93C2}" dt="2021-05-17T08:00:43.820" v="269" actId="1076"/>
        <pc:sldMkLst>
          <pc:docMk/>
          <pc:sldMk cId="1366182979" sldId="597"/>
        </pc:sldMkLst>
        <pc:spChg chg="mod">
          <ac:chgData name="Soumita Sengupta" userId="4afa6ce1-cb01-46c2-8538-4650222f0c96" providerId="ADAL" clId="{8571DC48-0C12-45E0-9BF7-0A12C0FA93C2}" dt="2021-05-17T08:00:40.111" v="268" actId="1076"/>
          <ac:spMkLst>
            <pc:docMk/>
            <pc:sldMk cId="1366182979" sldId="597"/>
            <ac:spMk id="7" creationId="{C16F2778-D538-4E7F-B0B7-B91E343D15FC}"/>
          </ac:spMkLst>
        </pc:spChg>
        <pc:picChg chg="mod">
          <ac:chgData name="Soumita Sengupta" userId="4afa6ce1-cb01-46c2-8538-4650222f0c96" providerId="ADAL" clId="{8571DC48-0C12-45E0-9BF7-0A12C0FA93C2}" dt="2021-05-17T08:00:43.820" v="269" actId="1076"/>
          <ac:picMkLst>
            <pc:docMk/>
            <pc:sldMk cId="1366182979" sldId="597"/>
            <ac:picMk id="20" creationId="{105D52A6-EE52-438B-8F10-273DD7F3565D}"/>
          </ac:picMkLst>
        </pc:picChg>
      </pc:sldChg>
      <pc:sldChg chg="modSp add mod">
        <pc:chgData name="Soumita Sengupta" userId="4afa6ce1-cb01-46c2-8538-4650222f0c96" providerId="ADAL" clId="{8571DC48-0C12-45E0-9BF7-0A12C0FA93C2}" dt="2021-05-17T08:01:58.745" v="281" actId="255"/>
        <pc:sldMkLst>
          <pc:docMk/>
          <pc:sldMk cId="2739226745" sldId="599"/>
        </pc:sldMkLst>
        <pc:spChg chg="mod">
          <ac:chgData name="Soumita Sengupta" userId="4afa6ce1-cb01-46c2-8538-4650222f0c96" providerId="ADAL" clId="{8571DC48-0C12-45E0-9BF7-0A12C0FA93C2}" dt="2021-05-17T08:01:58.745" v="281" actId="255"/>
          <ac:spMkLst>
            <pc:docMk/>
            <pc:sldMk cId="2739226745" sldId="599"/>
            <ac:spMk id="4" creationId="{A3463CF8-8BCB-4377-AA0B-4621F7D8AE0C}"/>
          </ac:spMkLst>
        </pc:spChg>
      </pc:sldChg>
      <pc:sldChg chg="modSp add mod">
        <pc:chgData name="Soumita Sengupta" userId="4afa6ce1-cb01-46c2-8538-4650222f0c96" providerId="ADAL" clId="{8571DC48-0C12-45E0-9BF7-0A12C0FA93C2}" dt="2021-05-17T08:02:08.770" v="282" actId="255"/>
        <pc:sldMkLst>
          <pc:docMk/>
          <pc:sldMk cId="1306066386" sldId="600"/>
        </pc:sldMkLst>
        <pc:spChg chg="mod">
          <ac:chgData name="Soumita Sengupta" userId="4afa6ce1-cb01-46c2-8538-4650222f0c96" providerId="ADAL" clId="{8571DC48-0C12-45E0-9BF7-0A12C0FA93C2}" dt="2021-05-17T08:02:08.770" v="282" actId="255"/>
          <ac:spMkLst>
            <pc:docMk/>
            <pc:sldMk cId="1306066386" sldId="600"/>
            <ac:spMk id="4" creationId="{A3463CF8-8BCB-4377-AA0B-4621F7D8AE0C}"/>
          </ac:spMkLst>
        </pc:spChg>
      </pc:sldChg>
      <pc:sldChg chg="modSp add mod">
        <pc:chgData name="Soumita Sengupta" userId="4afa6ce1-cb01-46c2-8538-4650222f0c96" providerId="ADAL" clId="{8571DC48-0C12-45E0-9BF7-0A12C0FA93C2}" dt="2021-05-17T08:03:13.321" v="287" actId="255"/>
        <pc:sldMkLst>
          <pc:docMk/>
          <pc:sldMk cId="536837091" sldId="601"/>
        </pc:sldMkLst>
        <pc:spChg chg="mod">
          <ac:chgData name="Soumita Sengupta" userId="4afa6ce1-cb01-46c2-8538-4650222f0c96" providerId="ADAL" clId="{8571DC48-0C12-45E0-9BF7-0A12C0FA93C2}" dt="2021-05-17T08:03:13.321" v="287" actId="255"/>
          <ac:spMkLst>
            <pc:docMk/>
            <pc:sldMk cId="536837091" sldId="601"/>
            <ac:spMk id="4" creationId="{A3463CF8-8BCB-4377-AA0B-4621F7D8AE0C}"/>
          </ac:spMkLst>
        </pc:spChg>
      </pc:sldChg>
      <pc:sldChg chg="modSp add mod">
        <pc:chgData name="Soumita Sengupta" userId="4afa6ce1-cb01-46c2-8538-4650222f0c96" providerId="ADAL" clId="{8571DC48-0C12-45E0-9BF7-0A12C0FA93C2}" dt="2021-05-17T08:03:18.833" v="288" actId="255"/>
        <pc:sldMkLst>
          <pc:docMk/>
          <pc:sldMk cId="3069890481" sldId="602"/>
        </pc:sldMkLst>
        <pc:spChg chg="mod">
          <ac:chgData name="Soumita Sengupta" userId="4afa6ce1-cb01-46c2-8538-4650222f0c96" providerId="ADAL" clId="{8571DC48-0C12-45E0-9BF7-0A12C0FA93C2}" dt="2021-05-17T08:03:18.833" v="288" actId="255"/>
          <ac:spMkLst>
            <pc:docMk/>
            <pc:sldMk cId="3069890481" sldId="602"/>
            <ac:spMk id="4" creationId="{A3463CF8-8BCB-4377-AA0B-4621F7D8AE0C}"/>
          </ac:spMkLst>
        </pc:spChg>
      </pc:sldChg>
      <pc:sldChg chg="modSp add mod">
        <pc:chgData name="Soumita Sengupta" userId="4afa6ce1-cb01-46c2-8538-4650222f0c96" providerId="ADAL" clId="{8571DC48-0C12-45E0-9BF7-0A12C0FA93C2}" dt="2021-05-17T08:03:28.880" v="289" actId="255"/>
        <pc:sldMkLst>
          <pc:docMk/>
          <pc:sldMk cId="1654328000" sldId="603"/>
        </pc:sldMkLst>
        <pc:spChg chg="mod">
          <ac:chgData name="Soumita Sengupta" userId="4afa6ce1-cb01-46c2-8538-4650222f0c96" providerId="ADAL" clId="{8571DC48-0C12-45E0-9BF7-0A12C0FA93C2}" dt="2021-05-17T08:03:28.880" v="289" actId="255"/>
          <ac:spMkLst>
            <pc:docMk/>
            <pc:sldMk cId="1654328000" sldId="603"/>
            <ac:spMk id="3" creationId="{72ABD603-5A1F-4618-A9D6-FFA011CCE180}"/>
          </ac:spMkLst>
        </pc:spChg>
      </pc:sldChg>
      <pc:sldChg chg="modSp add mod">
        <pc:chgData name="Soumita Sengupta" userId="4afa6ce1-cb01-46c2-8538-4650222f0c96" providerId="ADAL" clId="{8571DC48-0C12-45E0-9BF7-0A12C0FA93C2}" dt="2021-05-17T08:03:46.533" v="291" actId="255"/>
        <pc:sldMkLst>
          <pc:docMk/>
          <pc:sldMk cId="390194341" sldId="604"/>
        </pc:sldMkLst>
        <pc:graphicFrameChg chg="modGraphic">
          <ac:chgData name="Soumita Sengupta" userId="4afa6ce1-cb01-46c2-8538-4650222f0c96" providerId="ADAL" clId="{8571DC48-0C12-45E0-9BF7-0A12C0FA93C2}" dt="2021-05-17T08:03:46.533" v="291" actId="255"/>
          <ac:graphicFrameMkLst>
            <pc:docMk/>
            <pc:sldMk cId="390194341" sldId="604"/>
            <ac:graphicFrameMk id="4" creationId="{B17A15B9-9B2B-4362-93C3-AADF104B534F}"/>
          </ac:graphicFrameMkLst>
        </pc:graphicFrameChg>
      </pc:sldChg>
      <pc:sldChg chg="modSp add mod">
        <pc:chgData name="Soumita Sengupta" userId="4afa6ce1-cb01-46c2-8538-4650222f0c96" providerId="ADAL" clId="{8571DC48-0C12-45E0-9BF7-0A12C0FA93C2}" dt="2021-05-17T08:03:52.732" v="292" actId="255"/>
        <pc:sldMkLst>
          <pc:docMk/>
          <pc:sldMk cId="1727804845" sldId="605"/>
        </pc:sldMkLst>
        <pc:spChg chg="mod">
          <ac:chgData name="Soumita Sengupta" userId="4afa6ce1-cb01-46c2-8538-4650222f0c96" providerId="ADAL" clId="{8571DC48-0C12-45E0-9BF7-0A12C0FA93C2}" dt="2021-05-17T08:03:52.732" v="292" actId="255"/>
          <ac:spMkLst>
            <pc:docMk/>
            <pc:sldMk cId="1727804845" sldId="605"/>
            <ac:spMk id="3" creationId="{4C64D9EE-6F8B-4B3E-ABB4-6F757C789B02}"/>
          </ac:spMkLst>
        </pc:spChg>
      </pc:sldChg>
      <pc:sldChg chg="modSp add mod">
        <pc:chgData name="Soumita Sengupta" userId="4afa6ce1-cb01-46c2-8538-4650222f0c96" providerId="ADAL" clId="{8571DC48-0C12-45E0-9BF7-0A12C0FA93C2}" dt="2021-05-17T08:04:04.479" v="294" actId="5793"/>
        <pc:sldMkLst>
          <pc:docMk/>
          <pc:sldMk cId="4150797766" sldId="606"/>
        </pc:sldMkLst>
        <pc:spChg chg="mod">
          <ac:chgData name="Soumita Sengupta" userId="4afa6ce1-cb01-46c2-8538-4650222f0c96" providerId="ADAL" clId="{8571DC48-0C12-45E0-9BF7-0A12C0FA93C2}" dt="2021-05-17T08:04:04.479" v="294" actId="5793"/>
          <ac:spMkLst>
            <pc:docMk/>
            <pc:sldMk cId="4150797766" sldId="606"/>
            <ac:spMk id="3" creationId="{4C64D9EE-6F8B-4B3E-ABB4-6F757C789B02}"/>
          </ac:spMkLst>
        </pc:spChg>
      </pc:sldChg>
      <pc:sldChg chg="modSp add mod">
        <pc:chgData name="Soumita Sengupta" userId="4afa6ce1-cb01-46c2-8538-4650222f0c96" providerId="ADAL" clId="{8571DC48-0C12-45E0-9BF7-0A12C0FA93C2}" dt="2021-05-17T08:04:13.947" v="295" actId="255"/>
        <pc:sldMkLst>
          <pc:docMk/>
          <pc:sldMk cId="2998912537" sldId="608"/>
        </pc:sldMkLst>
        <pc:spChg chg="mod">
          <ac:chgData name="Soumita Sengupta" userId="4afa6ce1-cb01-46c2-8538-4650222f0c96" providerId="ADAL" clId="{8571DC48-0C12-45E0-9BF7-0A12C0FA93C2}" dt="2021-05-17T08:04:13.947" v="295" actId="255"/>
          <ac:spMkLst>
            <pc:docMk/>
            <pc:sldMk cId="2998912537" sldId="608"/>
            <ac:spMk id="3" creationId="{4C64D9EE-6F8B-4B3E-ABB4-6F757C789B02}"/>
          </ac:spMkLst>
        </pc:spChg>
      </pc:sldChg>
      <pc:sldChg chg="delSp modSp add mod">
        <pc:chgData name="Soumita Sengupta" userId="4afa6ce1-cb01-46c2-8538-4650222f0c96" providerId="ADAL" clId="{8571DC48-0C12-45E0-9BF7-0A12C0FA93C2}" dt="2021-05-17T08:04:45.277" v="303" actId="20577"/>
        <pc:sldMkLst>
          <pc:docMk/>
          <pc:sldMk cId="2513612184" sldId="609"/>
        </pc:sldMkLst>
        <pc:spChg chg="mod">
          <ac:chgData name="Soumita Sengupta" userId="4afa6ce1-cb01-46c2-8538-4650222f0c96" providerId="ADAL" clId="{8571DC48-0C12-45E0-9BF7-0A12C0FA93C2}" dt="2021-05-17T08:04:45.277" v="303" actId="20577"/>
          <ac:spMkLst>
            <pc:docMk/>
            <pc:sldMk cId="2513612184" sldId="609"/>
            <ac:spMk id="3" creationId="{4C64D9EE-6F8B-4B3E-ABB4-6F757C789B02}"/>
          </ac:spMkLst>
        </pc:spChg>
        <pc:graphicFrameChg chg="modGraphic">
          <ac:chgData name="Soumita Sengupta" userId="4afa6ce1-cb01-46c2-8538-4650222f0c96" providerId="ADAL" clId="{8571DC48-0C12-45E0-9BF7-0A12C0FA93C2}" dt="2021-05-17T08:04:39.424" v="299" actId="255"/>
          <ac:graphicFrameMkLst>
            <pc:docMk/>
            <pc:sldMk cId="2513612184" sldId="609"/>
            <ac:graphicFrameMk id="12" creationId="{9D8EE5EC-ACA1-462E-891C-E9BA8F3ABA0D}"/>
          </ac:graphicFrameMkLst>
        </pc:graphicFrameChg>
        <pc:picChg chg="del">
          <ac:chgData name="Soumita Sengupta" userId="4afa6ce1-cb01-46c2-8538-4650222f0c96" providerId="ADAL" clId="{8571DC48-0C12-45E0-9BF7-0A12C0FA93C2}" dt="2021-05-17T08:04:30.429" v="298" actId="478"/>
          <ac:picMkLst>
            <pc:docMk/>
            <pc:sldMk cId="2513612184" sldId="609"/>
            <ac:picMk id="25" creationId="{968B9F0B-19F7-4D00-997E-9C4091534D0F}"/>
          </ac:picMkLst>
        </pc:picChg>
      </pc:sldChg>
      <pc:sldChg chg="modSp add mod">
        <pc:chgData name="Soumita Sengupta" userId="4afa6ce1-cb01-46c2-8538-4650222f0c96" providerId="ADAL" clId="{8571DC48-0C12-45E0-9BF7-0A12C0FA93C2}" dt="2021-05-17T08:04:21.825" v="296" actId="255"/>
        <pc:sldMkLst>
          <pc:docMk/>
          <pc:sldMk cId="2469314218" sldId="610"/>
        </pc:sldMkLst>
        <pc:spChg chg="mod">
          <ac:chgData name="Soumita Sengupta" userId="4afa6ce1-cb01-46c2-8538-4650222f0c96" providerId="ADAL" clId="{8571DC48-0C12-45E0-9BF7-0A12C0FA93C2}" dt="2021-05-17T08:04:21.825" v="296" actId="255"/>
          <ac:spMkLst>
            <pc:docMk/>
            <pc:sldMk cId="2469314218" sldId="610"/>
            <ac:spMk id="3" creationId="{4C64D9EE-6F8B-4B3E-ABB4-6F757C789B02}"/>
          </ac:spMkLst>
        </pc:spChg>
      </pc:sldChg>
      <pc:sldChg chg="modSp add mod">
        <pc:chgData name="Soumita Sengupta" userId="4afa6ce1-cb01-46c2-8538-4650222f0c96" providerId="ADAL" clId="{8571DC48-0C12-45E0-9BF7-0A12C0FA93C2}" dt="2021-05-17T08:04:53.484" v="305" actId="255"/>
        <pc:sldMkLst>
          <pc:docMk/>
          <pc:sldMk cId="1649629401" sldId="611"/>
        </pc:sldMkLst>
        <pc:spChg chg="mod">
          <ac:chgData name="Soumita Sengupta" userId="4afa6ce1-cb01-46c2-8538-4650222f0c96" providerId="ADAL" clId="{8571DC48-0C12-45E0-9BF7-0A12C0FA93C2}" dt="2021-05-17T08:04:53.484" v="305" actId="255"/>
          <ac:spMkLst>
            <pc:docMk/>
            <pc:sldMk cId="1649629401" sldId="611"/>
            <ac:spMk id="3" creationId="{4C64D9EE-6F8B-4B3E-ABB4-6F757C789B02}"/>
          </ac:spMkLst>
        </pc:spChg>
      </pc:sldChg>
      <pc:sldChg chg="delSp add mod">
        <pc:chgData name="Soumita Sengupta" userId="4afa6ce1-cb01-46c2-8538-4650222f0c96" providerId="ADAL" clId="{8571DC48-0C12-45E0-9BF7-0A12C0FA93C2}" dt="2021-05-17T08:04:57.624" v="306" actId="478"/>
        <pc:sldMkLst>
          <pc:docMk/>
          <pc:sldMk cId="3588579200" sldId="612"/>
        </pc:sldMkLst>
        <pc:spChg chg="del">
          <ac:chgData name="Soumita Sengupta" userId="4afa6ce1-cb01-46c2-8538-4650222f0c96" providerId="ADAL" clId="{8571DC48-0C12-45E0-9BF7-0A12C0FA93C2}" dt="2021-05-17T08:04:57.624" v="306" actId="478"/>
          <ac:spMkLst>
            <pc:docMk/>
            <pc:sldMk cId="3588579200" sldId="612"/>
            <ac:spMk id="10" creationId="{87E0046A-8C28-4F24-8F8C-23B9704D4872}"/>
          </ac:spMkLst>
        </pc:spChg>
      </pc:sldChg>
      <pc:sldChg chg="modSp add mod">
        <pc:chgData name="Soumita Sengupta" userId="4afa6ce1-cb01-46c2-8538-4650222f0c96" providerId="ADAL" clId="{8571DC48-0C12-45E0-9BF7-0A12C0FA93C2}" dt="2021-05-17T08:05:03.470" v="307" actId="255"/>
        <pc:sldMkLst>
          <pc:docMk/>
          <pc:sldMk cId="918964389" sldId="613"/>
        </pc:sldMkLst>
        <pc:spChg chg="mod">
          <ac:chgData name="Soumita Sengupta" userId="4afa6ce1-cb01-46c2-8538-4650222f0c96" providerId="ADAL" clId="{8571DC48-0C12-45E0-9BF7-0A12C0FA93C2}" dt="2021-05-17T08:05:03.470" v="307" actId="255"/>
          <ac:spMkLst>
            <pc:docMk/>
            <pc:sldMk cId="918964389" sldId="613"/>
            <ac:spMk id="3" creationId="{4C64D9EE-6F8B-4B3E-ABB4-6F757C789B02}"/>
          </ac:spMkLst>
        </pc:spChg>
      </pc:sldChg>
      <pc:sldChg chg="modSp add mod">
        <pc:chgData name="Soumita Sengupta" userId="4afa6ce1-cb01-46c2-8538-4650222f0c96" providerId="ADAL" clId="{8571DC48-0C12-45E0-9BF7-0A12C0FA93C2}" dt="2021-05-17T08:05:09.337" v="308" actId="255"/>
        <pc:sldMkLst>
          <pc:docMk/>
          <pc:sldMk cId="1152959613" sldId="614"/>
        </pc:sldMkLst>
        <pc:spChg chg="mod">
          <ac:chgData name="Soumita Sengupta" userId="4afa6ce1-cb01-46c2-8538-4650222f0c96" providerId="ADAL" clId="{8571DC48-0C12-45E0-9BF7-0A12C0FA93C2}" dt="2021-05-17T08:05:09.337" v="308" actId="255"/>
          <ac:spMkLst>
            <pc:docMk/>
            <pc:sldMk cId="1152959613" sldId="614"/>
            <ac:spMk id="3" creationId="{4C64D9EE-6F8B-4B3E-ABB4-6F757C789B02}"/>
          </ac:spMkLst>
        </pc:spChg>
      </pc:sldChg>
      <pc:sldChg chg="delSp modSp add mod">
        <pc:chgData name="Soumita Sengupta" userId="4afa6ce1-cb01-46c2-8538-4650222f0c96" providerId="ADAL" clId="{8571DC48-0C12-45E0-9BF7-0A12C0FA93C2}" dt="2021-05-17T08:05:28.208" v="311" actId="255"/>
        <pc:sldMkLst>
          <pc:docMk/>
          <pc:sldMk cId="4180479736" sldId="615"/>
        </pc:sldMkLst>
        <pc:spChg chg="mod">
          <ac:chgData name="Soumita Sengupta" userId="4afa6ce1-cb01-46c2-8538-4650222f0c96" providerId="ADAL" clId="{8571DC48-0C12-45E0-9BF7-0A12C0FA93C2}" dt="2021-05-17T08:05:28.208" v="311" actId="255"/>
          <ac:spMkLst>
            <pc:docMk/>
            <pc:sldMk cId="4180479736" sldId="615"/>
            <ac:spMk id="3" creationId="{4C64D9EE-6F8B-4B3E-ABB4-6F757C789B02}"/>
          </ac:spMkLst>
        </pc:spChg>
        <pc:picChg chg="del">
          <ac:chgData name="Soumita Sengupta" userId="4afa6ce1-cb01-46c2-8538-4650222f0c96" providerId="ADAL" clId="{8571DC48-0C12-45E0-9BF7-0A12C0FA93C2}" dt="2021-05-17T08:05:23.767" v="310" actId="478"/>
          <ac:picMkLst>
            <pc:docMk/>
            <pc:sldMk cId="4180479736" sldId="615"/>
            <ac:picMk id="25" creationId="{968B9F0B-19F7-4D00-997E-9C4091534D0F}"/>
          </ac:picMkLst>
        </pc:picChg>
      </pc:sldChg>
      <pc:sldChg chg="modSp add mod">
        <pc:chgData name="Soumita Sengupta" userId="4afa6ce1-cb01-46c2-8538-4650222f0c96" providerId="ADAL" clId="{8571DC48-0C12-45E0-9BF7-0A12C0FA93C2}" dt="2021-05-17T08:05:33.120" v="312" actId="255"/>
        <pc:sldMkLst>
          <pc:docMk/>
          <pc:sldMk cId="945563877" sldId="616"/>
        </pc:sldMkLst>
        <pc:spChg chg="mod">
          <ac:chgData name="Soumita Sengupta" userId="4afa6ce1-cb01-46c2-8538-4650222f0c96" providerId="ADAL" clId="{8571DC48-0C12-45E0-9BF7-0A12C0FA93C2}" dt="2021-05-17T08:05:33.120" v="312" actId="255"/>
          <ac:spMkLst>
            <pc:docMk/>
            <pc:sldMk cId="945563877" sldId="616"/>
            <ac:spMk id="3" creationId="{4C64D9EE-6F8B-4B3E-ABB4-6F757C789B02}"/>
          </ac:spMkLst>
        </pc:spChg>
      </pc:sldChg>
      <pc:sldChg chg="modSp add mod">
        <pc:chgData name="Soumita Sengupta" userId="4afa6ce1-cb01-46c2-8538-4650222f0c96" providerId="ADAL" clId="{8571DC48-0C12-45E0-9BF7-0A12C0FA93C2}" dt="2021-05-17T08:05:39.840" v="313" actId="255"/>
        <pc:sldMkLst>
          <pc:docMk/>
          <pc:sldMk cId="3378954170" sldId="618"/>
        </pc:sldMkLst>
        <pc:spChg chg="mod">
          <ac:chgData name="Soumita Sengupta" userId="4afa6ce1-cb01-46c2-8538-4650222f0c96" providerId="ADAL" clId="{8571DC48-0C12-45E0-9BF7-0A12C0FA93C2}" dt="2021-05-17T08:05:39.840" v="313" actId="255"/>
          <ac:spMkLst>
            <pc:docMk/>
            <pc:sldMk cId="3378954170" sldId="618"/>
            <ac:spMk id="3" creationId="{4C64D9EE-6F8B-4B3E-ABB4-6F757C789B02}"/>
          </ac:spMkLst>
        </pc:spChg>
      </pc:sldChg>
      <pc:sldChg chg="modSp add mod">
        <pc:chgData name="Soumita Sengupta" userId="4afa6ce1-cb01-46c2-8538-4650222f0c96" providerId="ADAL" clId="{8571DC48-0C12-45E0-9BF7-0A12C0FA93C2}" dt="2021-05-17T08:05:53.741" v="315" actId="255"/>
        <pc:sldMkLst>
          <pc:docMk/>
          <pc:sldMk cId="3175453255" sldId="619"/>
        </pc:sldMkLst>
        <pc:spChg chg="mod">
          <ac:chgData name="Soumita Sengupta" userId="4afa6ce1-cb01-46c2-8538-4650222f0c96" providerId="ADAL" clId="{8571DC48-0C12-45E0-9BF7-0A12C0FA93C2}" dt="2021-05-17T08:05:47.208" v="314" actId="255"/>
          <ac:spMkLst>
            <pc:docMk/>
            <pc:sldMk cId="3175453255" sldId="619"/>
            <ac:spMk id="3" creationId="{4C64D9EE-6F8B-4B3E-ABB4-6F757C789B02}"/>
          </ac:spMkLst>
        </pc:spChg>
        <pc:graphicFrameChg chg="modGraphic">
          <ac:chgData name="Soumita Sengupta" userId="4afa6ce1-cb01-46c2-8538-4650222f0c96" providerId="ADAL" clId="{8571DC48-0C12-45E0-9BF7-0A12C0FA93C2}" dt="2021-05-17T08:05:53.741" v="315" actId="255"/>
          <ac:graphicFrameMkLst>
            <pc:docMk/>
            <pc:sldMk cId="3175453255" sldId="619"/>
            <ac:graphicFrameMk id="13" creationId="{7FBA5FBA-0A9D-4348-8990-EB87C93F97DE}"/>
          </ac:graphicFrameMkLst>
        </pc:graphicFrameChg>
      </pc:sldChg>
      <pc:sldChg chg="modSp add mod">
        <pc:chgData name="Soumita Sengupta" userId="4afa6ce1-cb01-46c2-8538-4650222f0c96" providerId="ADAL" clId="{8571DC48-0C12-45E0-9BF7-0A12C0FA93C2}" dt="2021-05-17T08:06:25.045" v="320" actId="255"/>
        <pc:sldMkLst>
          <pc:docMk/>
          <pc:sldMk cId="1796439600" sldId="622"/>
        </pc:sldMkLst>
        <pc:spChg chg="mod">
          <ac:chgData name="Soumita Sengupta" userId="4afa6ce1-cb01-46c2-8538-4650222f0c96" providerId="ADAL" clId="{8571DC48-0C12-45E0-9BF7-0A12C0FA93C2}" dt="2021-05-17T08:06:25.045" v="320" actId="255"/>
          <ac:spMkLst>
            <pc:docMk/>
            <pc:sldMk cId="1796439600" sldId="622"/>
            <ac:spMk id="7" creationId="{51680A7F-0571-4761-AB45-8A5FB51A8763}"/>
          </ac:spMkLst>
        </pc:spChg>
      </pc:sldChg>
      <pc:sldChg chg="modSp add mod">
        <pc:chgData name="Soumita Sengupta" userId="4afa6ce1-cb01-46c2-8538-4650222f0c96" providerId="ADAL" clId="{8571DC48-0C12-45E0-9BF7-0A12C0FA93C2}" dt="2021-05-17T08:06:55.719" v="329" actId="1076"/>
        <pc:sldMkLst>
          <pc:docMk/>
          <pc:sldMk cId="3566022154" sldId="623"/>
        </pc:sldMkLst>
        <pc:spChg chg="mod">
          <ac:chgData name="Soumita Sengupta" userId="4afa6ce1-cb01-46c2-8538-4650222f0c96" providerId="ADAL" clId="{8571DC48-0C12-45E0-9BF7-0A12C0FA93C2}" dt="2021-05-17T08:06:49.742" v="328" actId="5793"/>
          <ac:spMkLst>
            <pc:docMk/>
            <pc:sldMk cId="3566022154" sldId="623"/>
            <ac:spMk id="7" creationId="{51680A7F-0571-4761-AB45-8A5FB51A8763}"/>
          </ac:spMkLst>
        </pc:spChg>
        <pc:graphicFrameChg chg="mod modGraphic">
          <ac:chgData name="Soumita Sengupta" userId="4afa6ce1-cb01-46c2-8538-4650222f0c96" providerId="ADAL" clId="{8571DC48-0C12-45E0-9BF7-0A12C0FA93C2}" dt="2021-05-17T08:06:55.719" v="329" actId="1076"/>
          <ac:graphicFrameMkLst>
            <pc:docMk/>
            <pc:sldMk cId="3566022154" sldId="623"/>
            <ac:graphicFrameMk id="8" creationId="{DE425DE9-4464-4734-9D83-7CF5C161F98A}"/>
          </ac:graphicFrameMkLst>
        </pc:graphicFrameChg>
      </pc:sldChg>
      <pc:sldChg chg="modSp add mod">
        <pc:chgData name="Soumita Sengupta" userId="4afa6ce1-cb01-46c2-8538-4650222f0c96" providerId="ADAL" clId="{8571DC48-0C12-45E0-9BF7-0A12C0FA93C2}" dt="2021-05-17T08:07:10.671" v="331" actId="255"/>
        <pc:sldMkLst>
          <pc:docMk/>
          <pc:sldMk cId="4149358472" sldId="625"/>
        </pc:sldMkLst>
        <pc:spChg chg="mod">
          <ac:chgData name="Soumita Sengupta" userId="4afa6ce1-cb01-46c2-8538-4650222f0c96" providerId="ADAL" clId="{8571DC48-0C12-45E0-9BF7-0A12C0FA93C2}" dt="2021-05-17T08:07:10.671" v="331" actId="255"/>
          <ac:spMkLst>
            <pc:docMk/>
            <pc:sldMk cId="4149358472" sldId="625"/>
            <ac:spMk id="7" creationId="{1555502E-3A36-4CF2-89F1-2960DE06FD31}"/>
          </ac:spMkLst>
        </pc:spChg>
      </pc:sldChg>
      <pc:sldChg chg="modSp add mod">
        <pc:chgData name="Soumita Sengupta" userId="4afa6ce1-cb01-46c2-8538-4650222f0c96" providerId="ADAL" clId="{8571DC48-0C12-45E0-9BF7-0A12C0FA93C2}" dt="2021-05-17T08:07:16.322" v="332" actId="255"/>
        <pc:sldMkLst>
          <pc:docMk/>
          <pc:sldMk cId="2979335379" sldId="626"/>
        </pc:sldMkLst>
        <pc:spChg chg="mod">
          <ac:chgData name="Soumita Sengupta" userId="4afa6ce1-cb01-46c2-8538-4650222f0c96" providerId="ADAL" clId="{8571DC48-0C12-45E0-9BF7-0A12C0FA93C2}" dt="2021-05-17T08:07:16.322" v="332" actId="255"/>
          <ac:spMkLst>
            <pc:docMk/>
            <pc:sldMk cId="2979335379" sldId="626"/>
            <ac:spMk id="7" creationId="{1555502E-3A36-4CF2-89F1-2960DE06FD31}"/>
          </ac:spMkLst>
        </pc:spChg>
      </pc:sldChg>
      <pc:sldChg chg="delSp modSp add mod ord">
        <pc:chgData name="Soumita Sengupta" userId="4afa6ce1-cb01-46c2-8538-4650222f0c96" providerId="ADAL" clId="{8571DC48-0C12-45E0-9BF7-0A12C0FA93C2}" dt="2021-05-17T08:07:29.206" v="337" actId="14100"/>
        <pc:sldMkLst>
          <pc:docMk/>
          <pc:sldMk cId="2143778835" sldId="627"/>
        </pc:sldMkLst>
        <pc:spChg chg="del">
          <ac:chgData name="Soumita Sengupta" userId="4afa6ce1-cb01-46c2-8538-4650222f0c96" providerId="ADAL" clId="{8571DC48-0C12-45E0-9BF7-0A12C0FA93C2}" dt="2021-05-17T08:07:24.878" v="336" actId="478"/>
          <ac:spMkLst>
            <pc:docMk/>
            <pc:sldMk cId="2143778835" sldId="627"/>
            <ac:spMk id="7" creationId="{1555502E-3A36-4CF2-89F1-2960DE06FD31}"/>
          </ac:spMkLst>
        </pc:spChg>
        <pc:picChg chg="mod">
          <ac:chgData name="Soumita Sengupta" userId="4afa6ce1-cb01-46c2-8538-4650222f0c96" providerId="ADAL" clId="{8571DC48-0C12-45E0-9BF7-0A12C0FA93C2}" dt="2021-05-17T08:07:29.206" v="337" actId="14100"/>
          <ac:picMkLst>
            <pc:docMk/>
            <pc:sldMk cId="2143778835" sldId="627"/>
            <ac:picMk id="3" creationId="{81994DA6-2F0A-4A42-AE30-3EC57F348133}"/>
          </ac:picMkLst>
        </pc:picChg>
      </pc:sldChg>
      <pc:sldChg chg="modSp add mod">
        <pc:chgData name="Soumita Sengupta" userId="4afa6ce1-cb01-46c2-8538-4650222f0c96" providerId="ADAL" clId="{8571DC48-0C12-45E0-9BF7-0A12C0FA93C2}" dt="2021-05-17T08:07:38.662" v="338" actId="255"/>
        <pc:sldMkLst>
          <pc:docMk/>
          <pc:sldMk cId="1840417079" sldId="628"/>
        </pc:sldMkLst>
        <pc:graphicFrameChg chg="modGraphic">
          <ac:chgData name="Soumita Sengupta" userId="4afa6ce1-cb01-46c2-8538-4650222f0c96" providerId="ADAL" clId="{8571DC48-0C12-45E0-9BF7-0A12C0FA93C2}" dt="2021-05-17T08:07:38.662" v="338" actId="255"/>
          <ac:graphicFrameMkLst>
            <pc:docMk/>
            <pc:sldMk cId="1840417079" sldId="628"/>
            <ac:graphicFrameMk id="11" creationId="{A3945B2E-C426-4C5D-8B03-6DE41A0A4D0A}"/>
          </ac:graphicFrameMkLst>
        </pc:graphicFrameChg>
      </pc:sldChg>
      <pc:sldChg chg="modSp add mod">
        <pc:chgData name="Soumita Sengupta" userId="4afa6ce1-cb01-46c2-8538-4650222f0c96" providerId="ADAL" clId="{8571DC48-0C12-45E0-9BF7-0A12C0FA93C2}" dt="2021-05-17T08:08:47.028" v="344" actId="255"/>
        <pc:sldMkLst>
          <pc:docMk/>
          <pc:sldMk cId="96484799" sldId="633"/>
        </pc:sldMkLst>
        <pc:spChg chg="mod">
          <ac:chgData name="Soumita Sengupta" userId="4afa6ce1-cb01-46c2-8538-4650222f0c96" providerId="ADAL" clId="{8571DC48-0C12-45E0-9BF7-0A12C0FA93C2}" dt="2021-05-17T08:08:47.028" v="344" actId="255"/>
          <ac:spMkLst>
            <pc:docMk/>
            <pc:sldMk cId="96484799" sldId="633"/>
            <ac:spMk id="7" creationId="{1954F96B-73D4-4F31-BD4C-4E3AE69DBAE2}"/>
          </ac:spMkLst>
        </pc:spChg>
      </pc:sldChg>
      <pc:sldChg chg="modSp add mod">
        <pc:chgData name="Soumita Sengupta" userId="4afa6ce1-cb01-46c2-8538-4650222f0c96" providerId="ADAL" clId="{8571DC48-0C12-45E0-9BF7-0A12C0FA93C2}" dt="2021-05-17T08:08:56.910" v="346" actId="255"/>
        <pc:sldMkLst>
          <pc:docMk/>
          <pc:sldMk cId="4018720682" sldId="634"/>
        </pc:sldMkLst>
        <pc:graphicFrameChg chg="modGraphic">
          <ac:chgData name="Soumita Sengupta" userId="4afa6ce1-cb01-46c2-8538-4650222f0c96" providerId="ADAL" clId="{8571DC48-0C12-45E0-9BF7-0A12C0FA93C2}" dt="2021-05-17T08:08:56.910" v="346" actId="255"/>
          <ac:graphicFrameMkLst>
            <pc:docMk/>
            <pc:sldMk cId="4018720682" sldId="634"/>
            <ac:graphicFrameMk id="4" creationId="{5770FC58-1138-4B6A-A5D3-B74D595C317F}"/>
          </ac:graphicFrameMkLst>
        </pc:graphicFrameChg>
      </pc:sldChg>
      <pc:sldChg chg="modSp add mod">
        <pc:chgData name="Soumita Sengupta" userId="4afa6ce1-cb01-46c2-8538-4650222f0c96" providerId="ADAL" clId="{8571DC48-0C12-45E0-9BF7-0A12C0FA93C2}" dt="2021-05-17T08:10:35.622" v="358" actId="255"/>
        <pc:sldMkLst>
          <pc:docMk/>
          <pc:sldMk cId="1101439345" sldId="636"/>
        </pc:sldMkLst>
        <pc:spChg chg="mod">
          <ac:chgData name="Soumita Sengupta" userId="4afa6ce1-cb01-46c2-8538-4650222f0c96" providerId="ADAL" clId="{8571DC48-0C12-45E0-9BF7-0A12C0FA93C2}" dt="2021-05-17T08:10:35.622" v="358" actId="255"/>
          <ac:spMkLst>
            <pc:docMk/>
            <pc:sldMk cId="1101439345" sldId="636"/>
            <ac:spMk id="7" creationId="{0B72E019-94C1-4A3A-A0D3-022823597E78}"/>
          </ac:spMkLst>
        </pc:spChg>
      </pc:sldChg>
      <pc:sldChg chg="modSp add mod">
        <pc:chgData name="Soumita Sengupta" userId="4afa6ce1-cb01-46c2-8538-4650222f0c96" providerId="ADAL" clId="{8571DC48-0C12-45E0-9BF7-0A12C0FA93C2}" dt="2021-05-17T08:10:52.099" v="360" actId="255"/>
        <pc:sldMkLst>
          <pc:docMk/>
          <pc:sldMk cId="583779290" sldId="637"/>
        </pc:sldMkLst>
        <pc:spChg chg="mod">
          <ac:chgData name="Soumita Sengupta" userId="4afa6ce1-cb01-46c2-8538-4650222f0c96" providerId="ADAL" clId="{8571DC48-0C12-45E0-9BF7-0A12C0FA93C2}" dt="2021-05-17T08:10:52.099" v="360" actId="255"/>
          <ac:spMkLst>
            <pc:docMk/>
            <pc:sldMk cId="583779290" sldId="637"/>
            <ac:spMk id="7" creationId="{0B72E019-94C1-4A3A-A0D3-022823597E78}"/>
          </ac:spMkLst>
        </pc:spChg>
      </pc:sldChg>
      <pc:sldChg chg="add">
        <pc:chgData name="Soumita Sengupta" userId="4afa6ce1-cb01-46c2-8538-4650222f0c96" providerId="ADAL" clId="{8571DC48-0C12-45E0-9BF7-0A12C0FA93C2}" dt="2021-05-17T07:50:44.638" v="172"/>
        <pc:sldMkLst>
          <pc:docMk/>
          <pc:sldMk cId="4285856727" sldId="638"/>
        </pc:sldMkLst>
      </pc:sldChg>
      <pc:sldChg chg="delSp modSp add mod">
        <pc:chgData name="Soumita Sengupta" userId="4afa6ce1-cb01-46c2-8538-4650222f0c96" providerId="ADAL" clId="{8571DC48-0C12-45E0-9BF7-0A12C0FA93C2}" dt="2021-05-17T08:11:51.481" v="367" actId="255"/>
        <pc:sldMkLst>
          <pc:docMk/>
          <pc:sldMk cId="994777911" sldId="642"/>
        </pc:sldMkLst>
        <pc:spChg chg="mod">
          <ac:chgData name="Soumita Sengupta" userId="4afa6ce1-cb01-46c2-8538-4650222f0c96" providerId="ADAL" clId="{8571DC48-0C12-45E0-9BF7-0A12C0FA93C2}" dt="2021-05-17T08:11:51.481" v="367" actId="255"/>
          <ac:spMkLst>
            <pc:docMk/>
            <pc:sldMk cId="994777911" sldId="642"/>
            <ac:spMk id="4" creationId="{F4E4F34F-F15D-4726-AF4D-1FA5CD8F58BF}"/>
          </ac:spMkLst>
        </pc:spChg>
        <pc:picChg chg="del">
          <ac:chgData name="Soumita Sengupta" userId="4afa6ce1-cb01-46c2-8538-4650222f0c96" providerId="ADAL" clId="{8571DC48-0C12-45E0-9BF7-0A12C0FA93C2}" dt="2021-05-17T08:11:46.348" v="366" actId="478"/>
          <ac:picMkLst>
            <pc:docMk/>
            <pc:sldMk cId="994777911" sldId="642"/>
            <ac:picMk id="3" creationId="{34B6A8B0-05DF-42A9-B0D6-6BB1BA2A8F6F}"/>
          </ac:picMkLst>
        </pc:picChg>
      </pc:sldChg>
      <pc:sldChg chg="delSp add mod">
        <pc:chgData name="Soumita Sengupta" userId="4afa6ce1-cb01-46c2-8538-4650222f0c96" providerId="ADAL" clId="{8571DC48-0C12-45E0-9BF7-0A12C0FA93C2}" dt="2021-05-17T08:11:56.007" v="368" actId="478"/>
        <pc:sldMkLst>
          <pc:docMk/>
          <pc:sldMk cId="2095642720" sldId="643"/>
        </pc:sldMkLst>
        <pc:spChg chg="del">
          <ac:chgData name="Soumita Sengupta" userId="4afa6ce1-cb01-46c2-8538-4650222f0c96" providerId="ADAL" clId="{8571DC48-0C12-45E0-9BF7-0A12C0FA93C2}" dt="2021-05-17T08:11:56.007" v="368" actId="478"/>
          <ac:spMkLst>
            <pc:docMk/>
            <pc:sldMk cId="2095642720" sldId="643"/>
            <ac:spMk id="11" creationId="{B1EE0E6E-C5E0-4000-B91A-F0513405AC6E}"/>
          </ac:spMkLst>
        </pc:spChg>
      </pc:sldChg>
      <pc:sldChg chg="modSp add mod">
        <pc:chgData name="Soumita Sengupta" userId="4afa6ce1-cb01-46c2-8538-4650222f0c96" providerId="ADAL" clId="{8571DC48-0C12-45E0-9BF7-0A12C0FA93C2}" dt="2021-05-17T08:12:18.208" v="373" actId="255"/>
        <pc:sldMkLst>
          <pc:docMk/>
          <pc:sldMk cId="1181531667" sldId="644"/>
        </pc:sldMkLst>
        <pc:spChg chg="mod">
          <ac:chgData name="Soumita Sengupta" userId="4afa6ce1-cb01-46c2-8538-4650222f0c96" providerId="ADAL" clId="{8571DC48-0C12-45E0-9BF7-0A12C0FA93C2}" dt="2021-05-17T08:12:18.208" v="373" actId="255"/>
          <ac:spMkLst>
            <pc:docMk/>
            <pc:sldMk cId="1181531667" sldId="644"/>
            <ac:spMk id="4" creationId="{F4E4F34F-F15D-4726-AF4D-1FA5CD8F58BF}"/>
          </ac:spMkLst>
        </pc:spChg>
      </pc:sldChg>
      <pc:sldChg chg="modSp add mod">
        <pc:chgData name="Soumita Sengupta" userId="4afa6ce1-cb01-46c2-8538-4650222f0c96" providerId="ADAL" clId="{8571DC48-0C12-45E0-9BF7-0A12C0FA93C2}" dt="2021-05-17T08:12:25.944" v="374" actId="255"/>
        <pc:sldMkLst>
          <pc:docMk/>
          <pc:sldMk cId="3152158587" sldId="645"/>
        </pc:sldMkLst>
        <pc:spChg chg="mod">
          <ac:chgData name="Soumita Sengupta" userId="4afa6ce1-cb01-46c2-8538-4650222f0c96" providerId="ADAL" clId="{8571DC48-0C12-45E0-9BF7-0A12C0FA93C2}" dt="2021-05-17T08:12:25.944" v="374" actId="255"/>
          <ac:spMkLst>
            <pc:docMk/>
            <pc:sldMk cId="3152158587" sldId="645"/>
            <ac:spMk id="4" creationId="{F4E4F34F-F15D-4726-AF4D-1FA5CD8F58BF}"/>
          </ac:spMkLst>
        </pc:spChg>
      </pc:sldChg>
      <pc:sldChg chg="modSp add mod">
        <pc:chgData name="Soumita Sengupta" userId="4afa6ce1-cb01-46c2-8538-4650222f0c96" providerId="ADAL" clId="{8571DC48-0C12-45E0-9BF7-0A12C0FA93C2}" dt="2021-05-17T08:12:32.563" v="375" actId="255"/>
        <pc:sldMkLst>
          <pc:docMk/>
          <pc:sldMk cId="3694302526" sldId="646"/>
        </pc:sldMkLst>
        <pc:spChg chg="mod">
          <ac:chgData name="Soumita Sengupta" userId="4afa6ce1-cb01-46c2-8538-4650222f0c96" providerId="ADAL" clId="{8571DC48-0C12-45E0-9BF7-0A12C0FA93C2}" dt="2021-05-17T08:12:32.563" v="375" actId="255"/>
          <ac:spMkLst>
            <pc:docMk/>
            <pc:sldMk cId="3694302526" sldId="646"/>
            <ac:spMk id="4" creationId="{F4E4F34F-F15D-4726-AF4D-1FA5CD8F58BF}"/>
          </ac:spMkLst>
        </pc:spChg>
      </pc:sldChg>
      <pc:sldChg chg="modSp add mod">
        <pc:chgData name="Soumita Sengupta" userId="4afa6ce1-cb01-46c2-8538-4650222f0c96" providerId="ADAL" clId="{8571DC48-0C12-45E0-9BF7-0A12C0FA93C2}" dt="2021-05-17T08:12:59.897" v="378" actId="255"/>
        <pc:sldMkLst>
          <pc:docMk/>
          <pc:sldMk cId="3358312975" sldId="647"/>
        </pc:sldMkLst>
        <pc:spChg chg="mod">
          <ac:chgData name="Soumita Sengupta" userId="4afa6ce1-cb01-46c2-8538-4650222f0c96" providerId="ADAL" clId="{8571DC48-0C12-45E0-9BF7-0A12C0FA93C2}" dt="2021-05-17T08:12:59.897" v="378" actId="255"/>
          <ac:spMkLst>
            <pc:docMk/>
            <pc:sldMk cId="3358312975" sldId="647"/>
            <ac:spMk id="4" creationId="{F4E4F34F-F15D-4726-AF4D-1FA5CD8F58BF}"/>
          </ac:spMkLst>
        </pc:spChg>
        <pc:graphicFrameChg chg="modGraphic">
          <ac:chgData name="Soumita Sengupta" userId="4afa6ce1-cb01-46c2-8538-4650222f0c96" providerId="ADAL" clId="{8571DC48-0C12-45E0-9BF7-0A12C0FA93C2}" dt="2021-05-17T08:12:39.942" v="376" actId="255"/>
          <ac:graphicFrameMkLst>
            <pc:docMk/>
            <pc:sldMk cId="3358312975" sldId="647"/>
            <ac:graphicFrameMk id="2" creationId="{7D5A731D-F205-4673-A456-9177A9D055C7}"/>
          </ac:graphicFrameMkLst>
        </pc:graphicFrameChg>
      </pc:sldChg>
      <pc:sldChg chg="modSp add mod">
        <pc:chgData name="Soumita Sengupta" userId="4afa6ce1-cb01-46c2-8538-4650222f0c96" providerId="ADAL" clId="{8571DC48-0C12-45E0-9BF7-0A12C0FA93C2}" dt="2021-05-17T08:13:05.842" v="379" actId="255"/>
        <pc:sldMkLst>
          <pc:docMk/>
          <pc:sldMk cId="2361541675" sldId="648"/>
        </pc:sldMkLst>
        <pc:spChg chg="mod">
          <ac:chgData name="Soumita Sengupta" userId="4afa6ce1-cb01-46c2-8538-4650222f0c96" providerId="ADAL" clId="{8571DC48-0C12-45E0-9BF7-0A12C0FA93C2}" dt="2021-05-17T08:13:05.842" v="379" actId="255"/>
          <ac:spMkLst>
            <pc:docMk/>
            <pc:sldMk cId="2361541675" sldId="648"/>
            <ac:spMk id="4" creationId="{F4E4F34F-F15D-4726-AF4D-1FA5CD8F58BF}"/>
          </ac:spMkLst>
        </pc:spChg>
      </pc:sldChg>
      <pc:sldChg chg="modSp add mod">
        <pc:chgData name="Soumita Sengupta" userId="4afa6ce1-cb01-46c2-8538-4650222f0c96" providerId="ADAL" clId="{8571DC48-0C12-45E0-9BF7-0A12C0FA93C2}" dt="2021-05-17T08:13:13.012" v="380" actId="255"/>
        <pc:sldMkLst>
          <pc:docMk/>
          <pc:sldMk cId="2222658692" sldId="649"/>
        </pc:sldMkLst>
        <pc:spChg chg="mod">
          <ac:chgData name="Soumita Sengupta" userId="4afa6ce1-cb01-46c2-8538-4650222f0c96" providerId="ADAL" clId="{8571DC48-0C12-45E0-9BF7-0A12C0FA93C2}" dt="2021-05-17T08:13:13.012" v="380" actId="255"/>
          <ac:spMkLst>
            <pc:docMk/>
            <pc:sldMk cId="2222658692" sldId="649"/>
            <ac:spMk id="4" creationId="{F4E4F34F-F15D-4726-AF4D-1FA5CD8F58BF}"/>
          </ac:spMkLst>
        </pc:spChg>
      </pc:sldChg>
      <pc:sldChg chg="modSp add mod">
        <pc:chgData name="Soumita Sengupta" userId="4afa6ce1-cb01-46c2-8538-4650222f0c96" providerId="ADAL" clId="{8571DC48-0C12-45E0-9BF7-0A12C0FA93C2}" dt="2021-05-17T08:13:22.381" v="381" actId="255"/>
        <pc:sldMkLst>
          <pc:docMk/>
          <pc:sldMk cId="510060166" sldId="650"/>
        </pc:sldMkLst>
        <pc:spChg chg="mod">
          <ac:chgData name="Soumita Sengupta" userId="4afa6ce1-cb01-46c2-8538-4650222f0c96" providerId="ADAL" clId="{8571DC48-0C12-45E0-9BF7-0A12C0FA93C2}" dt="2021-05-17T08:13:22.381" v="381" actId="255"/>
          <ac:spMkLst>
            <pc:docMk/>
            <pc:sldMk cId="510060166" sldId="650"/>
            <ac:spMk id="4" creationId="{F4E4F34F-F15D-4726-AF4D-1FA5CD8F58BF}"/>
          </ac:spMkLst>
        </pc:spChg>
      </pc:sldChg>
      <pc:sldChg chg="modSp add mod">
        <pc:chgData name="Soumita Sengupta" userId="4afa6ce1-cb01-46c2-8538-4650222f0c96" providerId="ADAL" clId="{8571DC48-0C12-45E0-9BF7-0A12C0FA93C2}" dt="2021-05-17T08:13:34.911" v="382" actId="255"/>
        <pc:sldMkLst>
          <pc:docMk/>
          <pc:sldMk cId="1129792128" sldId="666"/>
        </pc:sldMkLst>
        <pc:graphicFrameChg chg="modGraphic">
          <ac:chgData name="Soumita Sengupta" userId="4afa6ce1-cb01-46c2-8538-4650222f0c96" providerId="ADAL" clId="{8571DC48-0C12-45E0-9BF7-0A12C0FA93C2}" dt="2021-05-17T08:13:34.911" v="382" actId="255"/>
          <ac:graphicFrameMkLst>
            <pc:docMk/>
            <pc:sldMk cId="1129792128" sldId="666"/>
            <ac:graphicFrameMk id="9" creationId="{222BB22A-E973-4FDC-98D3-193C87729AB0}"/>
          </ac:graphicFrameMkLst>
        </pc:graphicFrameChg>
      </pc:sldChg>
      <pc:sldChg chg="modSp mod">
        <pc:chgData name="Soumita Sengupta" userId="4afa6ce1-cb01-46c2-8538-4650222f0c96" providerId="ADAL" clId="{8571DC48-0C12-45E0-9BF7-0A12C0FA93C2}" dt="2021-05-17T14:26:58.164" v="450" actId="207"/>
        <pc:sldMkLst>
          <pc:docMk/>
          <pc:sldMk cId="2849411837" sldId="668"/>
        </pc:sldMkLst>
        <pc:spChg chg="mod">
          <ac:chgData name="Soumita Sengupta" userId="4afa6ce1-cb01-46c2-8538-4650222f0c96" providerId="ADAL" clId="{8571DC48-0C12-45E0-9BF7-0A12C0FA93C2}" dt="2021-05-17T14:26:58.164" v="450" actId="207"/>
          <ac:spMkLst>
            <pc:docMk/>
            <pc:sldMk cId="2849411837" sldId="668"/>
            <ac:spMk id="3" creationId="{00000000-0000-0000-0000-000000000000}"/>
          </ac:spMkLst>
        </pc:spChg>
        <pc:spChg chg="mod">
          <ac:chgData name="Soumita Sengupta" userId="4afa6ce1-cb01-46c2-8538-4650222f0c96" providerId="ADAL" clId="{8571DC48-0C12-45E0-9BF7-0A12C0FA93C2}" dt="2021-05-17T14:26:58.164" v="450" actId="207"/>
          <ac:spMkLst>
            <pc:docMk/>
            <pc:sldMk cId="2849411837" sldId="668"/>
            <ac:spMk id="4" creationId="{00000000-0000-0000-0000-000000000000}"/>
          </ac:spMkLst>
        </pc:spChg>
      </pc:sldChg>
      <pc:sldChg chg="modSp mod">
        <pc:chgData name="Soumita Sengupta" userId="4afa6ce1-cb01-46c2-8538-4650222f0c96" providerId="ADAL" clId="{8571DC48-0C12-45E0-9BF7-0A12C0FA93C2}" dt="2021-05-17T14:27:04.682" v="451" actId="207"/>
        <pc:sldMkLst>
          <pc:docMk/>
          <pc:sldMk cId="1823865472" sldId="669"/>
        </pc:sldMkLst>
        <pc:spChg chg="mod">
          <ac:chgData name="Soumita Sengupta" userId="4afa6ce1-cb01-46c2-8538-4650222f0c96" providerId="ADAL" clId="{8571DC48-0C12-45E0-9BF7-0A12C0FA93C2}" dt="2021-05-17T14:27:04.682" v="451" actId="207"/>
          <ac:spMkLst>
            <pc:docMk/>
            <pc:sldMk cId="1823865472" sldId="669"/>
            <ac:spMk id="3" creationId="{00000000-0000-0000-0000-000000000000}"/>
          </ac:spMkLst>
        </pc:spChg>
        <pc:spChg chg="mod">
          <ac:chgData name="Soumita Sengupta" userId="4afa6ce1-cb01-46c2-8538-4650222f0c96" providerId="ADAL" clId="{8571DC48-0C12-45E0-9BF7-0A12C0FA93C2}" dt="2021-05-17T14:27:04.682" v="451" actId="207"/>
          <ac:spMkLst>
            <pc:docMk/>
            <pc:sldMk cId="1823865472" sldId="669"/>
            <ac:spMk id="4" creationId="{00000000-0000-0000-0000-000000000000}"/>
          </ac:spMkLst>
        </pc:spChg>
      </pc:sldChg>
      <pc:sldChg chg="modSp mod">
        <pc:chgData name="Soumita Sengupta" userId="4afa6ce1-cb01-46c2-8538-4650222f0c96" providerId="ADAL" clId="{8571DC48-0C12-45E0-9BF7-0A12C0FA93C2}" dt="2021-05-17T14:27:13.458" v="452" actId="207"/>
        <pc:sldMkLst>
          <pc:docMk/>
          <pc:sldMk cId="3322344175" sldId="670"/>
        </pc:sldMkLst>
        <pc:spChg chg="mod">
          <ac:chgData name="Soumita Sengupta" userId="4afa6ce1-cb01-46c2-8538-4650222f0c96" providerId="ADAL" clId="{8571DC48-0C12-45E0-9BF7-0A12C0FA93C2}" dt="2021-05-17T14:27:13.458" v="452" actId="207"/>
          <ac:spMkLst>
            <pc:docMk/>
            <pc:sldMk cId="3322344175" sldId="670"/>
            <ac:spMk id="3" creationId="{00000000-0000-0000-0000-000000000000}"/>
          </ac:spMkLst>
        </pc:spChg>
        <pc:spChg chg="mod">
          <ac:chgData name="Soumita Sengupta" userId="4afa6ce1-cb01-46c2-8538-4650222f0c96" providerId="ADAL" clId="{8571DC48-0C12-45E0-9BF7-0A12C0FA93C2}" dt="2021-05-17T14:27:13.458" v="452" actId="207"/>
          <ac:spMkLst>
            <pc:docMk/>
            <pc:sldMk cId="3322344175" sldId="670"/>
            <ac:spMk id="4" creationId="{00000000-0000-0000-0000-000000000000}"/>
          </ac:spMkLst>
        </pc:spChg>
      </pc:sldChg>
      <pc:sldChg chg="modSp mod">
        <pc:chgData name="Soumita Sengupta" userId="4afa6ce1-cb01-46c2-8538-4650222f0c96" providerId="ADAL" clId="{8571DC48-0C12-45E0-9BF7-0A12C0FA93C2}" dt="2021-05-17T14:27:23.081" v="453" actId="207"/>
        <pc:sldMkLst>
          <pc:docMk/>
          <pc:sldMk cId="1858348461" sldId="671"/>
        </pc:sldMkLst>
        <pc:spChg chg="mod">
          <ac:chgData name="Soumita Sengupta" userId="4afa6ce1-cb01-46c2-8538-4650222f0c96" providerId="ADAL" clId="{8571DC48-0C12-45E0-9BF7-0A12C0FA93C2}" dt="2021-05-17T14:27:23.081" v="453" actId="207"/>
          <ac:spMkLst>
            <pc:docMk/>
            <pc:sldMk cId="1858348461" sldId="671"/>
            <ac:spMk id="3" creationId="{00000000-0000-0000-0000-000000000000}"/>
          </ac:spMkLst>
        </pc:spChg>
        <pc:spChg chg="mod">
          <ac:chgData name="Soumita Sengupta" userId="4afa6ce1-cb01-46c2-8538-4650222f0c96" providerId="ADAL" clId="{8571DC48-0C12-45E0-9BF7-0A12C0FA93C2}" dt="2021-05-17T14:27:23.081" v="453" actId="207"/>
          <ac:spMkLst>
            <pc:docMk/>
            <pc:sldMk cId="1858348461" sldId="671"/>
            <ac:spMk id="4" creationId="{00000000-0000-0000-0000-000000000000}"/>
          </ac:spMkLst>
        </pc:spChg>
      </pc:sldChg>
      <pc:sldChg chg="modSp mod">
        <pc:chgData name="Soumita Sengupta" userId="4afa6ce1-cb01-46c2-8538-4650222f0c96" providerId="ADAL" clId="{8571DC48-0C12-45E0-9BF7-0A12C0FA93C2}" dt="2021-05-17T14:27:44.487" v="455" actId="207"/>
        <pc:sldMkLst>
          <pc:docMk/>
          <pc:sldMk cId="2643689726" sldId="673"/>
        </pc:sldMkLst>
        <pc:spChg chg="mod">
          <ac:chgData name="Soumita Sengupta" userId="4afa6ce1-cb01-46c2-8538-4650222f0c96" providerId="ADAL" clId="{8571DC48-0C12-45E0-9BF7-0A12C0FA93C2}" dt="2021-05-17T14:27:44.487" v="455" actId="207"/>
          <ac:spMkLst>
            <pc:docMk/>
            <pc:sldMk cId="2643689726" sldId="673"/>
            <ac:spMk id="4" creationId="{00000000-0000-0000-0000-000000000000}"/>
          </ac:spMkLst>
        </pc:spChg>
        <pc:spChg chg="mod">
          <ac:chgData name="Soumita Sengupta" userId="4afa6ce1-cb01-46c2-8538-4650222f0c96" providerId="ADAL" clId="{8571DC48-0C12-45E0-9BF7-0A12C0FA93C2}" dt="2021-05-17T14:27:44.487" v="455" actId="207"/>
          <ac:spMkLst>
            <pc:docMk/>
            <pc:sldMk cId="2643689726" sldId="673"/>
            <ac:spMk id="11" creationId="{00000000-0000-0000-0000-000000000000}"/>
          </ac:spMkLst>
        </pc:spChg>
      </pc:sldChg>
      <pc:sldChg chg="modSp mod">
        <pc:chgData name="Soumita Sengupta" userId="4afa6ce1-cb01-46c2-8538-4650222f0c96" providerId="ADAL" clId="{8571DC48-0C12-45E0-9BF7-0A12C0FA93C2}" dt="2021-05-17T14:27:52.417" v="456" actId="207"/>
        <pc:sldMkLst>
          <pc:docMk/>
          <pc:sldMk cId="1058378958" sldId="674"/>
        </pc:sldMkLst>
        <pc:spChg chg="mod">
          <ac:chgData name="Soumita Sengupta" userId="4afa6ce1-cb01-46c2-8538-4650222f0c96" providerId="ADAL" clId="{8571DC48-0C12-45E0-9BF7-0A12C0FA93C2}" dt="2021-05-17T14:27:52.417" v="456" actId="207"/>
          <ac:spMkLst>
            <pc:docMk/>
            <pc:sldMk cId="1058378958" sldId="674"/>
            <ac:spMk id="3" creationId="{00000000-0000-0000-0000-000000000000}"/>
          </ac:spMkLst>
        </pc:spChg>
        <pc:spChg chg="mod">
          <ac:chgData name="Soumita Sengupta" userId="4afa6ce1-cb01-46c2-8538-4650222f0c96" providerId="ADAL" clId="{8571DC48-0C12-45E0-9BF7-0A12C0FA93C2}" dt="2021-05-17T14:27:52.417" v="456" actId="207"/>
          <ac:spMkLst>
            <pc:docMk/>
            <pc:sldMk cId="1058378958" sldId="674"/>
            <ac:spMk id="4" creationId="{00000000-0000-0000-0000-000000000000}"/>
          </ac:spMkLst>
        </pc:spChg>
      </pc:sldChg>
      <pc:sldChg chg="modSp mod">
        <pc:chgData name="Soumita Sengupta" userId="4afa6ce1-cb01-46c2-8538-4650222f0c96" providerId="ADAL" clId="{8571DC48-0C12-45E0-9BF7-0A12C0FA93C2}" dt="2021-05-17T14:28:04.465" v="458" actId="207"/>
        <pc:sldMkLst>
          <pc:docMk/>
          <pc:sldMk cId="1466538347" sldId="675"/>
        </pc:sldMkLst>
        <pc:spChg chg="mod">
          <ac:chgData name="Soumita Sengupta" userId="4afa6ce1-cb01-46c2-8538-4650222f0c96" providerId="ADAL" clId="{8571DC48-0C12-45E0-9BF7-0A12C0FA93C2}" dt="2021-05-17T14:28:04.465" v="458" actId="207"/>
          <ac:spMkLst>
            <pc:docMk/>
            <pc:sldMk cId="1466538347" sldId="675"/>
            <ac:spMk id="3" creationId="{00000000-0000-0000-0000-000000000000}"/>
          </ac:spMkLst>
        </pc:spChg>
        <pc:spChg chg="mod">
          <ac:chgData name="Soumita Sengupta" userId="4afa6ce1-cb01-46c2-8538-4650222f0c96" providerId="ADAL" clId="{8571DC48-0C12-45E0-9BF7-0A12C0FA93C2}" dt="2021-05-17T14:28:04.465" v="458" actId="207"/>
          <ac:spMkLst>
            <pc:docMk/>
            <pc:sldMk cId="1466538347" sldId="675"/>
            <ac:spMk id="4" creationId="{00000000-0000-0000-0000-000000000000}"/>
          </ac:spMkLst>
        </pc:spChg>
      </pc:sldChg>
      <pc:sldChg chg="modSp add mod">
        <pc:chgData name="Soumita Sengupta" userId="4afa6ce1-cb01-46c2-8538-4650222f0c96" providerId="ADAL" clId="{8571DC48-0C12-45E0-9BF7-0A12C0FA93C2}" dt="2021-05-17T07:53:26.578" v="214" actId="255"/>
        <pc:sldMkLst>
          <pc:docMk/>
          <pc:sldMk cId="1877917348" sldId="682"/>
        </pc:sldMkLst>
        <pc:spChg chg="mod">
          <ac:chgData name="Soumita Sengupta" userId="4afa6ce1-cb01-46c2-8538-4650222f0c96" providerId="ADAL" clId="{8571DC48-0C12-45E0-9BF7-0A12C0FA93C2}" dt="2021-05-17T07:53:26.578" v="214" actId="255"/>
          <ac:spMkLst>
            <pc:docMk/>
            <pc:sldMk cId="1877917348" sldId="682"/>
            <ac:spMk id="12" creationId="{0F937505-1157-4EED-9D93-F565D545DFE4}"/>
          </ac:spMkLst>
        </pc:spChg>
      </pc:sldChg>
      <pc:sldChg chg="modSp mod">
        <pc:chgData name="Soumita Sengupta" userId="4afa6ce1-cb01-46c2-8538-4650222f0c96" providerId="ADAL" clId="{8571DC48-0C12-45E0-9BF7-0A12C0FA93C2}" dt="2021-05-17T14:10:55.020" v="430" actId="207"/>
        <pc:sldMkLst>
          <pc:docMk/>
          <pc:sldMk cId="1349535947" sldId="690"/>
        </pc:sldMkLst>
        <pc:spChg chg="mod">
          <ac:chgData name="Soumita Sengupta" userId="4afa6ce1-cb01-46c2-8538-4650222f0c96" providerId="ADAL" clId="{8571DC48-0C12-45E0-9BF7-0A12C0FA93C2}" dt="2021-05-17T14:10:55.020" v="430" actId="207"/>
          <ac:spMkLst>
            <pc:docMk/>
            <pc:sldMk cId="1349535947" sldId="690"/>
            <ac:spMk id="4" creationId="{00000000-0000-0000-0000-000000000000}"/>
          </ac:spMkLst>
        </pc:spChg>
        <pc:spChg chg="mod">
          <ac:chgData name="Soumita Sengupta" userId="4afa6ce1-cb01-46c2-8538-4650222f0c96" providerId="ADAL" clId="{8571DC48-0C12-45E0-9BF7-0A12C0FA93C2}" dt="2021-05-17T14:10:55.020" v="430" actId="207"/>
          <ac:spMkLst>
            <pc:docMk/>
            <pc:sldMk cId="1349535947" sldId="690"/>
            <ac:spMk id="6" creationId="{00000000-0000-0000-0000-000000000000}"/>
          </ac:spMkLst>
        </pc:spChg>
      </pc:sldChg>
      <pc:sldChg chg="modSp mod">
        <pc:chgData name="Soumita Sengupta" userId="4afa6ce1-cb01-46c2-8538-4650222f0c96" providerId="ADAL" clId="{8571DC48-0C12-45E0-9BF7-0A12C0FA93C2}" dt="2021-05-17T14:24:28.705" v="435" actId="207"/>
        <pc:sldMkLst>
          <pc:docMk/>
          <pc:sldMk cId="2783950847" sldId="691"/>
        </pc:sldMkLst>
        <pc:spChg chg="mod">
          <ac:chgData name="Soumita Sengupta" userId="4afa6ce1-cb01-46c2-8538-4650222f0c96" providerId="ADAL" clId="{8571DC48-0C12-45E0-9BF7-0A12C0FA93C2}" dt="2021-05-17T14:24:28.705" v="435" actId="207"/>
          <ac:spMkLst>
            <pc:docMk/>
            <pc:sldMk cId="2783950847" sldId="691"/>
            <ac:spMk id="4" creationId="{00000000-0000-0000-0000-000000000000}"/>
          </ac:spMkLst>
        </pc:spChg>
        <pc:spChg chg="mod">
          <ac:chgData name="Soumita Sengupta" userId="4afa6ce1-cb01-46c2-8538-4650222f0c96" providerId="ADAL" clId="{8571DC48-0C12-45E0-9BF7-0A12C0FA93C2}" dt="2021-05-17T14:24:28.705" v="435" actId="207"/>
          <ac:spMkLst>
            <pc:docMk/>
            <pc:sldMk cId="2783950847" sldId="691"/>
            <ac:spMk id="8" creationId="{00000000-0000-0000-0000-000000000000}"/>
          </ac:spMkLst>
        </pc:spChg>
      </pc:sldChg>
      <pc:sldChg chg="modSp mod">
        <pc:chgData name="Soumita Sengupta" userId="4afa6ce1-cb01-46c2-8538-4650222f0c96" providerId="ADAL" clId="{8571DC48-0C12-45E0-9BF7-0A12C0FA93C2}" dt="2021-05-17T14:24:39.308" v="436" actId="207"/>
        <pc:sldMkLst>
          <pc:docMk/>
          <pc:sldMk cId="3881707545" sldId="692"/>
        </pc:sldMkLst>
        <pc:spChg chg="mod">
          <ac:chgData name="Soumita Sengupta" userId="4afa6ce1-cb01-46c2-8538-4650222f0c96" providerId="ADAL" clId="{8571DC48-0C12-45E0-9BF7-0A12C0FA93C2}" dt="2021-05-17T14:24:39.308" v="436" actId="207"/>
          <ac:spMkLst>
            <pc:docMk/>
            <pc:sldMk cId="3881707545" sldId="692"/>
            <ac:spMk id="4" creationId="{00000000-0000-0000-0000-000000000000}"/>
          </ac:spMkLst>
        </pc:spChg>
        <pc:spChg chg="mod">
          <ac:chgData name="Soumita Sengupta" userId="4afa6ce1-cb01-46c2-8538-4650222f0c96" providerId="ADAL" clId="{8571DC48-0C12-45E0-9BF7-0A12C0FA93C2}" dt="2021-05-17T14:24:39.308" v="436" actId="207"/>
          <ac:spMkLst>
            <pc:docMk/>
            <pc:sldMk cId="3881707545" sldId="692"/>
            <ac:spMk id="6" creationId="{00000000-0000-0000-0000-000000000000}"/>
          </ac:spMkLst>
        </pc:spChg>
      </pc:sldChg>
      <pc:sldChg chg="modSp mod">
        <pc:chgData name="Soumita Sengupta" userId="4afa6ce1-cb01-46c2-8538-4650222f0c96" providerId="ADAL" clId="{8571DC48-0C12-45E0-9BF7-0A12C0FA93C2}" dt="2021-05-17T14:24:46.010" v="437" actId="207"/>
        <pc:sldMkLst>
          <pc:docMk/>
          <pc:sldMk cId="732789534" sldId="693"/>
        </pc:sldMkLst>
        <pc:spChg chg="mod">
          <ac:chgData name="Soumita Sengupta" userId="4afa6ce1-cb01-46c2-8538-4650222f0c96" providerId="ADAL" clId="{8571DC48-0C12-45E0-9BF7-0A12C0FA93C2}" dt="2021-05-17T14:24:46.010" v="437" actId="207"/>
          <ac:spMkLst>
            <pc:docMk/>
            <pc:sldMk cId="732789534" sldId="693"/>
            <ac:spMk id="4" creationId="{00000000-0000-0000-0000-000000000000}"/>
          </ac:spMkLst>
        </pc:spChg>
        <pc:spChg chg="mod">
          <ac:chgData name="Soumita Sengupta" userId="4afa6ce1-cb01-46c2-8538-4650222f0c96" providerId="ADAL" clId="{8571DC48-0C12-45E0-9BF7-0A12C0FA93C2}" dt="2021-05-17T14:24:46.010" v="437" actId="207"/>
          <ac:spMkLst>
            <pc:docMk/>
            <pc:sldMk cId="732789534" sldId="693"/>
            <ac:spMk id="7" creationId="{00000000-0000-0000-0000-000000000000}"/>
          </ac:spMkLst>
        </pc:spChg>
      </pc:sldChg>
      <pc:sldChg chg="modSp mod">
        <pc:chgData name="Soumita Sengupta" userId="4afa6ce1-cb01-46c2-8538-4650222f0c96" providerId="ADAL" clId="{8571DC48-0C12-45E0-9BF7-0A12C0FA93C2}" dt="2021-05-17T14:24:52.498" v="438" actId="207"/>
        <pc:sldMkLst>
          <pc:docMk/>
          <pc:sldMk cId="1650069667" sldId="694"/>
        </pc:sldMkLst>
        <pc:spChg chg="mod">
          <ac:chgData name="Soumita Sengupta" userId="4afa6ce1-cb01-46c2-8538-4650222f0c96" providerId="ADAL" clId="{8571DC48-0C12-45E0-9BF7-0A12C0FA93C2}" dt="2021-05-17T14:24:52.498" v="438" actId="207"/>
          <ac:spMkLst>
            <pc:docMk/>
            <pc:sldMk cId="1650069667" sldId="694"/>
            <ac:spMk id="4" creationId="{00000000-0000-0000-0000-000000000000}"/>
          </ac:spMkLst>
        </pc:spChg>
        <pc:spChg chg="mod">
          <ac:chgData name="Soumita Sengupta" userId="4afa6ce1-cb01-46c2-8538-4650222f0c96" providerId="ADAL" clId="{8571DC48-0C12-45E0-9BF7-0A12C0FA93C2}" dt="2021-05-17T14:24:52.498" v="438" actId="207"/>
          <ac:spMkLst>
            <pc:docMk/>
            <pc:sldMk cId="1650069667" sldId="694"/>
            <ac:spMk id="6" creationId="{00000000-0000-0000-0000-000000000000}"/>
          </ac:spMkLst>
        </pc:spChg>
      </pc:sldChg>
      <pc:sldChg chg="modSp mod">
        <pc:chgData name="Soumita Sengupta" userId="4afa6ce1-cb01-46c2-8538-4650222f0c96" providerId="ADAL" clId="{8571DC48-0C12-45E0-9BF7-0A12C0FA93C2}" dt="2021-05-17T14:25:13.504" v="440" actId="207"/>
        <pc:sldMkLst>
          <pc:docMk/>
          <pc:sldMk cId="2989975256" sldId="697"/>
        </pc:sldMkLst>
        <pc:spChg chg="mod">
          <ac:chgData name="Soumita Sengupta" userId="4afa6ce1-cb01-46c2-8538-4650222f0c96" providerId="ADAL" clId="{8571DC48-0C12-45E0-9BF7-0A12C0FA93C2}" dt="2021-05-17T14:25:13.504" v="440" actId="207"/>
          <ac:spMkLst>
            <pc:docMk/>
            <pc:sldMk cId="2989975256" sldId="697"/>
            <ac:spMk id="4" creationId="{00000000-0000-0000-0000-000000000000}"/>
          </ac:spMkLst>
        </pc:spChg>
        <pc:spChg chg="mod">
          <ac:chgData name="Soumita Sengupta" userId="4afa6ce1-cb01-46c2-8538-4650222f0c96" providerId="ADAL" clId="{8571DC48-0C12-45E0-9BF7-0A12C0FA93C2}" dt="2021-05-17T14:25:13.504" v="440" actId="207"/>
          <ac:spMkLst>
            <pc:docMk/>
            <pc:sldMk cId="2989975256" sldId="697"/>
            <ac:spMk id="7" creationId="{00000000-0000-0000-0000-000000000000}"/>
          </ac:spMkLst>
        </pc:spChg>
      </pc:sldChg>
      <pc:sldChg chg="modSp mod">
        <pc:chgData name="Soumita Sengupta" userId="4afa6ce1-cb01-46c2-8538-4650222f0c96" providerId="ADAL" clId="{8571DC48-0C12-45E0-9BF7-0A12C0FA93C2}" dt="2021-05-17T14:25:25.552" v="441" actId="207"/>
        <pc:sldMkLst>
          <pc:docMk/>
          <pc:sldMk cId="2833213052" sldId="700"/>
        </pc:sldMkLst>
        <pc:spChg chg="mod">
          <ac:chgData name="Soumita Sengupta" userId="4afa6ce1-cb01-46c2-8538-4650222f0c96" providerId="ADAL" clId="{8571DC48-0C12-45E0-9BF7-0A12C0FA93C2}" dt="2021-05-17T14:25:25.552" v="441" actId="207"/>
          <ac:spMkLst>
            <pc:docMk/>
            <pc:sldMk cId="2833213052" sldId="700"/>
            <ac:spMk id="4" creationId="{00000000-0000-0000-0000-000000000000}"/>
          </ac:spMkLst>
        </pc:spChg>
        <pc:spChg chg="mod">
          <ac:chgData name="Soumita Sengupta" userId="4afa6ce1-cb01-46c2-8538-4650222f0c96" providerId="ADAL" clId="{8571DC48-0C12-45E0-9BF7-0A12C0FA93C2}" dt="2021-05-17T14:25:25.552" v="441" actId="207"/>
          <ac:spMkLst>
            <pc:docMk/>
            <pc:sldMk cId="2833213052" sldId="700"/>
            <ac:spMk id="9" creationId="{00000000-0000-0000-0000-000000000000}"/>
          </ac:spMkLst>
        </pc:spChg>
      </pc:sldChg>
      <pc:sldChg chg="modSp mod">
        <pc:chgData name="Soumita Sengupta" userId="4afa6ce1-cb01-46c2-8538-4650222f0c96" providerId="ADAL" clId="{8571DC48-0C12-45E0-9BF7-0A12C0FA93C2}" dt="2021-05-17T14:25:36.017" v="442" actId="207"/>
        <pc:sldMkLst>
          <pc:docMk/>
          <pc:sldMk cId="67063222" sldId="701"/>
        </pc:sldMkLst>
        <pc:spChg chg="mod">
          <ac:chgData name="Soumita Sengupta" userId="4afa6ce1-cb01-46c2-8538-4650222f0c96" providerId="ADAL" clId="{8571DC48-0C12-45E0-9BF7-0A12C0FA93C2}" dt="2021-05-17T14:25:36.017" v="442" actId="207"/>
          <ac:spMkLst>
            <pc:docMk/>
            <pc:sldMk cId="67063222" sldId="701"/>
            <ac:spMk id="4" creationId="{00000000-0000-0000-0000-000000000000}"/>
          </ac:spMkLst>
        </pc:spChg>
        <pc:spChg chg="mod">
          <ac:chgData name="Soumita Sengupta" userId="4afa6ce1-cb01-46c2-8538-4650222f0c96" providerId="ADAL" clId="{8571DC48-0C12-45E0-9BF7-0A12C0FA93C2}" dt="2021-05-17T14:25:36.017" v="442" actId="207"/>
          <ac:spMkLst>
            <pc:docMk/>
            <pc:sldMk cId="67063222" sldId="701"/>
            <ac:spMk id="6" creationId="{00000000-0000-0000-0000-000000000000}"/>
          </ac:spMkLst>
        </pc:spChg>
      </pc:sldChg>
      <pc:sldChg chg="modSp mod">
        <pc:chgData name="Soumita Sengupta" userId="4afa6ce1-cb01-46c2-8538-4650222f0c96" providerId="ADAL" clId="{8571DC48-0C12-45E0-9BF7-0A12C0FA93C2}" dt="2021-05-17T14:25:44.974" v="443" actId="207"/>
        <pc:sldMkLst>
          <pc:docMk/>
          <pc:sldMk cId="394688444" sldId="703"/>
        </pc:sldMkLst>
        <pc:spChg chg="mod">
          <ac:chgData name="Soumita Sengupta" userId="4afa6ce1-cb01-46c2-8538-4650222f0c96" providerId="ADAL" clId="{8571DC48-0C12-45E0-9BF7-0A12C0FA93C2}" dt="2021-05-17T14:25:44.974" v="443" actId="207"/>
          <ac:spMkLst>
            <pc:docMk/>
            <pc:sldMk cId="394688444" sldId="703"/>
            <ac:spMk id="4" creationId="{00000000-0000-0000-0000-000000000000}"/>
          </ac:spMkLst>
        </pc:spChg>
        <pc:spChg chg="mod">
          <ac:chgData name="Soumita Sengupta" userId="4afa6ce1-cb01-46c2-8538-4650222f0c96" providerId="ADAL" clId="{8571DC48-0C12-45E0-9BF7-0A12C0FA93C2}" dt="2021-05-17T14:25:44.974" v="443" actId="207"/>
          <ac:spMkLst>
            <pc:docMk/>
            <pc:sldMk cId="394688444" sldId="703"/>
            <ac:spMk id="7" creationId="{00000000-0000-0000-0000-000000000000}"/>
          </ac:spMkLst>
        </pc:spChg>
      </pc:sldChg>
      <pc:sldChg chg="modSp mod">
        <pc:chgData name="Soumita Sengupta" userId="4afa6ce1-cb01-46c2-8538-4650222f0c96" providerId="ADAL" clId="{8571DC48-0C12-45E0-9BF7-0A12C0FA93C2}" dt="2021-05-17T14:25:56.273" v="444" actId="207"/>
        <pc:sldMkLst>
          <pc:docMk/>
          <pc:sldMk cId="2847207556" sldId="705"/>
        </pc:sldMkLst>
        <pc:spChg chg="mod">
          <ac:chgData name="Soumita Sengupta" userId="4afa6ce1-cb01-46c2-8538-4650222f0c96" providerId="ADAL" clId="{8571DC48-0C12-45E0-9BF7-0A12C0FA93C2}" dt="2021-05-17T14:25:56.273" v="444" actId="207"/>
          <ac:spMkLst>
            <pc:docMk/>
            <pc:sldMk cId="2847207556" sldId="705"/>
            <ac:spMk id="4" creationId="{00000000-0000-0000-0000-000000000000}"/>
          </ac:spMkLst>
        </pc:spChg>
        <pc:spChg chg="mod">
          <ac:chgData name="Soumita Sengupta" userId="4afa6ce1-cb01-46c2-8538-4650222f0c96" providerId="ADAL" clId="{8571DC48-0C12-45E0-9BF7-0A12C0FA93C2}" dt="2021-05-17T14:25:56.273" v="444" actId="207"/>
          <ac:spMkLst>
            <pc:docMk/>
            <pc:sldMk cId="2847207556" sldId="705"/>
            <ac:spMk id="7" creationId="{00000000-0000-0000-0000-000000000000}"/>
          </ac:spMkLst>
        </pc:spChg>
      </pc:sldChg>
      <pc:sldChg chg="modSp mod">
        <pc:chgData name="Soumita Sengupta" userId="4afa6ce1-cb01-46c2-8538-4650222f0c96" providerId="ADAL" clId="{8571DC48-0C12-45E0-9BF7-0A12C0FA93C2}" dt="2021-05-17T14:26:06.487" v="445" actId="207"/>
        <pc:sldMkLst>
          <pc:docMk/>
          <pc:sldMk cId="1118961763" sldId="707"/>
        </pc:sldMkLst>
        <pc:spChg chg="mod">
          <ac:chgData name="Soumita Sengupta" userId="4afa6ce1-cb01-46c2-8538-4650222f0c96" providerId="ADAL" clId="{8571DC48-0C12-45E0-9BF7-0A12C0FA93C2}" dt="2021-05-17T14:26:06.487" v="445" actId="207"/>
          <ac:spMkLst>
            <pc:docMk/>
            <pc:sldMk cId="1118961763" sldId="707"/>
            <ac:spMk id="3" creationId="{00000000-0000-0000-0000-000000000000}"/>
          </ac:spMkLst>
        </pc:spChg>
        <pc:spChg chg="mod">
          <ac:chgData name="Soumita Sengupta" userId="4afa6ce1-cb01-46c2-8538-4650222f0c96" providerId="ADAL" clId="{8571DC48-0C12-45E0-9BF7-0A12C0FA93C2}" dt="2021-05-17T14:26:06.487" v="445" actId="207"/>
          <ac:spMkLst>
            <pc:docMk/>
            <pc:sldMk cId="1118961763" sldId="707"/>
            <ac:spMk id="4" creationId="{00000000-0000-0000-0000-000000000000}"/>
          </ac:spMkLst>
        </pc:spChg>
      </pc:sldChg>
      <pc:sldChg chg="modSp add mod">
        <pc:chgData name="Soumita Sengupta" userId="4afa6ce1-cb01-46c2-8538-4650222f0c96" providerId="ADAL" clId="{8571DC48-0C12-45E0-9BF7-0A12C0FA93C2}" dt="2021-05-17T07:52:12.156" v="204" actId="255"/>
        <pc:sldMkLst>
          <pc:docMk/>
          <pc:sldMk cId="3842062754" sldId="708"/>
        </pc:sldMkLst>
        <pc:spChg chg="mod">
          <ac:chgData name="Soumita Sengupta" userId="4afa6ce1-cb01-46c2-8538-4650222f0c96" providerId="ADAL" clId="{8571DC48-0C12-45E0-9BF7-0A12C0FA93C2}" dt="2021-05-17T07:52:12.156" v="204" actId="255"/>
          <ac:spMkLst>
            <pc:docMk/>
            <pc:sldMk cId="3842062754" sldId="708"/>
            <ac:spMk id="9" creationId="{C829424C-EB90-4078-9780-334180C92A44}"/>
          </ac:spMkLst>
        </pc:spChg>
      </pc:sldChg>
      <pc:sldChg chg="modSp add mod">
        <pc:chgData name="Soumita Sengupta" userId="4afa6ce1-cb01-46c2-8538-4650222f0c96" providerId="ADAL" clId="{8571DC48-0C12-45E0-9BF7-0A12C0FA93C2}" dt="2021-05-17T07:52:52.626" v="211" actId="255"/>
        <pc:sldMkLst>
          <pc:docMk/>
          <pc:sldMk cId="1385205329" sldId="709"/>
        </pc:sldMkLst>
        <pc:spChg chg="mod">
          <ac:chgData name="Soumita Sengupta" userId="4afa6ce1-cb01-46c2-8538-4650222f0c96" providerId="ADAL" clId="{8571DC48-0C12-45E0-9BF7-0A12C0FA93C2}" dt="2021-05-17T07:52:38.266" v="208" actId="108"/>
          <ac:spMkLst>
            <pc:docMk/>
            <pc:sldMk cId="1385205329" sldId="709"/>
            <ac:spMk id="7" creationId="{00000000-0000-0000-0000-000000000000}"/>
          </ac:spMkLst>
        </pc:spChg>
        <pc:spChg chg="mod">
          <ac:chgData name="Soumita Sengupta" userId="4afa6ce1-cb01-46c2-8538-4650222f0c96" providerId="ADAL" clId="{8571DC48-0C12-45E0-9BF7-0A12C0FA93C2}" dt="2021-05-17T07:52:52.626" v="211" actId="255"/>
          <ac:spMkLst>
            <pc:docMk/>
            <pc:sldMk cId="1385205329" sldId="709"/>
            <ac:spMk id="8" creationId="{00000000-0000-0000-0000-000000000000}"/>
          </ac:spMkLst>
        </pc:spChg>
        <pc:spChg chg="mod">
          <ac:chgData name="Soumita Sengupta" userId="4afa6ce1-cb01-46c2-8538-4650222f0c96" providerId="ADAL" clId="{8571DC48-0C12-45E0-9BF7-0A12C0FA93C2}" dt="2021-05-17T07:52:34.518" v="207" actId="255"/>
          <ac:spMkLst>
            <pc:docMk/>
            <pc:sldMk cId="1385205329" sldId="709"/>
            <ac:spMk id="9" creationId="{00000000-0000-0000-0000-000000000000}"/>
          </ac:spMkLst>
        </pc:spChg>
        <pc:spChg chg="mod">
          <ac:chgData name="Soumita Sengupta" userId="4afa6ce1-cb01-46c2-8538-4650222f0c96" providerId="ADAL" clId="{8571DC48-0C12-45E0-9BF7-0A12C0FA93C2}" dt="2021-05-17T07:52:24.782" v="205" actId="255"/>
          <ac:spMkLst>
            <pc:docMk/>
            <pc:sldMk cId="1385205329" sldId="709"/>
            <ac:spMk id="24" creationId="{5A094092-DCD5-406E-8F9B-0F61BA059679}"/>
          </ac:spMkLst>
        </pc:spChg>
        <pc:grpChg chg="mod">
          <ac:chgData name="Soumita Sengupta" userId="4afa6ce1-cb01-46c2-8538-4650222f0c96" providerId="ADAL" clId="{8571DC48-0C12-45E0-9BF7-0A12C0FA93C2}" dt="2021-05-17T07:52:29.582" v="206" actId="1076"/>
          <ac:grpSpMkLst>
            <pc:docMk/>
            <pc:sldMk cId="1385205329" sldId="709"/>
            <ac:grpSpMk id="6" creationId="{00000000-0000-0000-0000-000000000000}"/>
          </ac:grpSpMkLst>
        </pc:grpChg>
        <pc:cxnChg chg="mod">
          <ac:chgData name="Soumita Sengupta" userId="4afa6ce1-cb01-46c2-8538-4650222f0c96" providerId="ADAL" clId="{8571DC48-0C12-45E0-9BF7-0A12C0FA93C2}" dt="2021-05-17T07:52:42.717" v="210" actId="1076"/>
          <ac:cxnSpMkLst>
            <pc:docMk/>
            <pc:sldMk cId="1385205329" sldId="709"/>
            <ac:cxnSpMk id="12" creationId="{00000000-0000-0000-0000-000000000000}"/>
          </ac:cxnSpMkLst>
        </pc:cxnChg>
      </pc:sldChg>
      <pc:sldChg chg="modSp add mod">
        <pc:chgData name="Soumita Sengupta" userId="4afa6ce1-cb01-46c2-8538-4650222f0c96" providerId="ADAL" clId="{8571DC48-0C12-45E0-9BF7-0A12C0FA93C2}" dt="2021-05-17T07:53:19.194" v="213" actId="1076"/>
        <pc:sldMkLst>
          <pc:docMk/>
          <pc:sldMk cId="3511327653" sldId="710"/>
        </pc:sldMkLst>
        <pc:spChg chg="mod">
          <ac:chgData name="Soumita Sengupta" userId="4afa6ce1-cb01-46c2-8538-4650222f0c96" providerId="ADAL" clId="{8571DC48-0C12-45E0-9BF7-0A12C0FA93C2}" dt="2021-05-17T07:53:15.161" v="212" actId="255"/>
          <ac:spMkLst>
            <pc:docMk/>
            <pc:sldMk cId="3511327653" sldId="710"/>
            <ac:spMk id="9" creationId="{CAC0A44E-D839-4216-9819-497A9C2405C9}"/>
          </ac:spMkLst>
        </pc:spChg>
        <pc:picChg chg="mod">
          <ac:chgData name="Soumita Sengupta" userId="4afa6ce1-cb01-46c2-8538-4650222f0c96" providerId="ADAL" clId="{8571DC48-0C12-45E0-9BF7-0A12C0FA93C2}" dt="2021-05-17T07:53:19.194" v="213" actId="1076"/>
          <ac:picMkLst>
            <pc:docMk/>
            <pc:sldMk cId="3511327653" sldId="710"/>
            <ac:picMk id="18" creationId="{25667177-F0E8-431A-A951-387734D1278B}"/>
          </ac:picMkLst>
        </pc:picChg>
      </pc:sldChg>
      <pc:sldChg chg="add">
        <pc:chgData name="Soumita Sengupta" userId="4afa6ce1-cb01-46c2-8538-4650222f0c96" providerId="ADAL" clId="{8571DC48-0C12-45E0-9BF7-0A12C0FA93C2}" dt="2021-05-17T07:40:54.334" v="77"/>
        <pc:sldMkLst>
          <pc:docMk/>
          <pc:sldMk cId="3137745536" sldId="712"/>
        </pc:sldMkLst>
      </pc:sldChg>
      <pc:sldChg chg="modSp add mod">
        <pc:chgData name="Soumita Sengupta" userId="4afa6ce1-cb01-46c2-8538-4650222f0c96" providerId="ADAL" clId="{8571DC48-0C12-45E0-9BF7-0A12C0FA93C2}" dt="2021-05-17T07:54:16.110" v="223" actId="255"/>
        <pc:sldMkLst>
          <pc:docMk/>
          <pc:sldMk cId="2872170972" sldId="713"/>
        </pc:sldMkLst>
        <pc:spChg chg="mod">
          <ac:chgData name="Soumita Sengupta" userId="4afa6ce1-cb01-46c2-8538-4650222f0c96" providerId="ADAL" clId="{8571DC48-0C12-45E0-9BF7-0A12C0FA93C2}" dt="2021-05-17T07:54:16.110" v="223" actId="255"/>
          <ac:spMkLst>
            <pc:docMk/>
            <pc:sldMk cId="2872170972" sldId="713"/>
            <ac:spMk id="10" creationId="{B7FD3CA6-DC05-4792-A74E-5F93C8650C55}"/>
          </ac:spMkLst>
        </pc:spChg>
      </pc:sldChg>
      <pc:sldChg chg="delSp modSp add mod">
        <pc:chgData name="Soumita Sengupta" userId="4afa6ce1-cb01-46c2-8538-4650222f0c96" providerId="ADAL" clId="{8571DC48-0C12-45E0-9BF7-0A12C0FA93C2}" dt="2021-05-17T07:54:37.039" v="228" actId="1076"/>
        <pc:sldMkLst>
          <pc:docMk/>
          <pc:sldMk cId="910368742" sldId="714"/>
        </pc:sldMkLst>
        <pc:spChg chg="mod">
          <ac:chgData name="Soumita Sengupta" userId="4afa6ce1-cb01-46c2-8538-4650222f0c96" providerId="ADAL" clId="{8571DC48-0C12-45E0-9BF7-0A12C0FA93C2}" dt="2021-05-17T07:54:37.039" v="228" actId="1076"/>
          <ac:spMkLst>
            <pc:docMk/>
            <pc:sldMk cId="910368742" sldId="714"/>
            <ac:spMk id="2" creationId="{00000000-0000-0000-0000-000000000000}"/>
          </ac:spMkLst>
        </pc:spChg>
        <pc:spChg chg="del">
          <ac:chgData name="Soumita Sengupta" userId="4afa6ce1-cb01-46c2-8538-4650222f0c96" providerId="ADAL" clId="{8571DC48-0C12-45E0-9BF7-0A12C0FA93C2}" dt="2021-05-17T07:54:23.189" v="225" actId="478"/>
          <ac:spMkLst>
            <pc:docMk/>
            <pc:sldMk cId="910368742" sldId="714"/>
            <ac:spMk id="7" creationId="{E06A3024-9699-41E9-A854-B2DD7C6FFFC9}"/>
          </ac:spMkLst>
        </pc:spChg>
        <pc:graphicFrameChg chg="mod modGraphic">
          <ac:chgData name="Soumita Sengupta" userId="4afa6ce1-cb01-46c2-8538-4650222f0c96" providerId="ADAL" clId="{8571DC48-0C12-45E0-9BF7-0A12C0FA93C2}" dt="2021-05-17T07:54:36.168" v="227" actId="1076"/>
          <ac:graphicFrameMkLst>
            <pc:docMk/>
            <pc:sldMk cId="910368742" sldId="714"/>
            <ac:graphicFrameMk id="8" creationId="{00000000-0000-0000-0000-000000000000}"/>
          </ac:graphicFrameMkLst>
        </pc:graphicFrameChg>
      </pc:sldChg>
      <pc:sldChg chg="modSp add mod">
        <pc:chgData name="Soumita Sengupta" userId="4afa6ce1-cb01-46c2-8538-4650222f0c96" providerId="ADAL" clId="{8571DC48-0C12-45E0-9BF7-0A12C0FA93C2}" dt="2021-05-17T07:55:05.731" v="232" actId="255"/>
        <pc:sldMkLst>
          <pc:docMk/>
          <pc:sldMk cId="2173025332" sldId="716"/>
        </pc:sldMkLst>
        <pc:spChg chg="mod">
          <ac:chgData name="Soumita Sengupta" userId="4afa6ce1-cb01-46c2-8538-4650222f0c96" providerId="ADAL" clId="{8571DC48-0C12-45E0-9BF7-0A12C0FA93C2}" dt="2021-05-17T07:55:05.731" v="232" actId="255"/>
          <ac:spMkLst>
            <pc:docMk/>
            <pc:sldMk cId="2173025332" sldId="716"/>
            <ac:spMk id="10" creationId="{7D0B2512-BAC7-46ED-ADB2-CE95C460C63E}"/>
          </ac:spMkLst>
        </pc:spChg>
      </pc:sldChg>
      <pc:sldChg chg="modSp add mod">
        <pc:chgData name="Soumita Sengupta" userId="4afa6ce1-cb01-46c2-8538-4650222f0c96" providerId="ADAL" clId="{8571DC48-0C12-45E0-9BF7-0A12C0FA93C2}" dt="2021-05-19T10:05:33.968" v="503" actId="20577"/>
        <pc:sldMkLst>
          <pc:docMk/>
          <pc:sldMk cId="4197784673" sldId="718"/>
        </pc:sldMkLst>
        <pc:spChg chg="mod">
          <ac:chgData name="Soumita Sengupta" userId="4afa6ce1-cb01-46c2-8538-4650222f0c96" providerId="ADAL" clId="{8571DC48-0C12-45E0-9BF7-0A12C0FA93C2}" dt="2021-05-17T08:14:41.711" v="395" actId="20577"/>
          <ac:spMkLst>
            <pc:docMk/>
            <pc:sldMk cId="4197784673" sldId="718"/>
            <ac:spMk id="3" creationId="{00000000-0000-0000-0000-000000000000}"/>
          </ac:spMkLst>
        </pc:spChg>
        <pc:spChg chg="mod">
          <ac:chgData name="Soumita Sengupta" userId="4afa6ce1-cb01-46c2-8538-4650222f0c96" providerId="ADAL" clId="{8571DC48-0C12-45E0-9BF7-0A12C0FA93C2}" dt="2021-05-17T08:14:37.039" v="391" actId="207"/>
          <ac:spMkLst>
            <pc:docMk/>
            <pc:sldMk cId="4197784673" sldId="718"/>
            <ac:spMk id="4" creationId="{00000000-0000-0000-0000-000000000000}"/>
          </ac:spMkLst>
        </pc:spChg>
        <pc:spChg chg="mod">
          <ac:chgData name="Soumita Sengupta" userId="4afa6ce1-cb01-46c2-8538-4650222f0c96" providerId="ADAL" clId="{8571DC48-0C12-45E0-9BF7-0A12C0FA93C2}" dt="2021-05-19T10:05:33.968" v="503" actId="20577"/>
          <ac:spMkLst>
            <pc:docMk/>
            <pc:sldMk cId="4197784673" sldId="718"/>
            <ac:spMk id="9" creationId="{D11A8CCA-639A-414F-B2FE-CAF887B0982C}"/>
          </ac:spMkLst>
        </pc:spChg>
      </pc:sldChg>
      <pc:sldChg chg="modSp mod">
        <pc:chgData name="Soumita Sengupta" userId="4afa6ce1-cb01-46c2-8538-4650222f0c96" providerId="ADAL" clId="{8571DC48-0C12-45E0-9BF7-0A12C0FA93C2}" dt="2021-05-17T08:15:21.583" v="403" actId="207"/>
        <pc:sldMkLst>
          <pc:docMk/>
          <pc:sldMk cId="1817621787" sldId="719"/>
        </pc:sldMkLst>
        <pc:spChg chg="mod">
          <ac:chgData name="Soumita Sengupta" userId="4afa6ce1-cb01-46c2-8538-4650222f0c96" providerId="ADAL" clId="{8571DC48-0C12-45E0-9BF7-0A12C0FA93C2}" dt="2021-05-17T08:15:08.930" v="402" actId="20577"/>
          <ac:spMkLst>
            <pc:docMk/>
            <pc:sldMk cId="1817621787" sldId="719"/>
            <ac:spMk id="3" creationId="{00000000-0000-0000-0000-000000000000}"/>
          </ac:spMkLst>
        </pc:spChg>
        <pc:spChg chg="mod">
          <ac:chgData name="Soumita Sengupta" userId="4afa6ce1-cb01-46c2-8538-4650222f0c96" providerId="ADAL" clId="{8571DC48-0C12-45E0-9BF7-0A12C0FA93C2}" dt="2021-05-17T08:15:21.583" v="403" actId="207"/>
          <ac:spMkLst>
            <pc:docMk/>
            <pc:sldMk cId="1817621787" sldId="719"/>
            <ac:spMk id="4" creationId="{00000000-0000-0000-0000-000000000000}"/>
          </ac:spMkLst>
        </pc:spChg>
      </pc:sldChg>
      <pc:sldChg chg="modSp mod">
        <pc:chgData name="Soumita Sengupta" userId="4afa6ce1-cb01-46c2-8538-4650222f0c96" providerId="ADAL" clId="{8571DC48-0C12-45E0-9BF7-0A12C0FA93C2}" dt="2021-05-17T08:15:36.305" v="407" actId="20577"/>
        <pc:sldMkLst>
          <pc:docMk/>
          <pc:sldMk cId="2472564179" sldId="720"/>
        </pc:sldMkLst>
        <pc:spChg chg="mod">
          <ac:chgData name="Soumita Sengupta" userId="4afa6ce1-cb01-46c2-8538-4650222f0c96" providerId="ADAL" clId="{8571DC48-0C12-45E0-9BF7-0A12C0FA93C2}" dt="2021-05-17T08:15:36.305" v="407" actId="20577"/>
          <ac:spMkLst>
            <pc:docMk/>
            <pc:sldMk cId="2472564179" sldId="720"/>
            <ac:spMk id="3" creationId="{00000000-0000-0000-0000-000000000000}"/>
          </ac:spMkLst>
        </pc:spChg>
        <pc:spChg chg="mod">
          <ac:chgData name="Soumita Sengupta" userId="4afa6ce1-cb01-46c2-8538-4650222f0c96" providerId="ADAL" clId="{8571DC48-0C12-45E0-9BF7-0A12C0FA93C2}" dt="2021-05-17T08:15:32.040" v="405" actId="207"/>
          <ac:spMkLst>
            <pc:docMk/>
            <pc:sldMk cId="2472564179" sldId="720"/>
            <ac:spMk id="4" creationId="{00000000-0000-0000-0000-000000000000}"/>
          </ac:spMkLst>
        </pc:spChg>
      </pc:sldChg>
      <pc:sldChg chg="modSp mod">
        <pc:chgData name="Soumita Sengupta" userId="4afa6ce1-cb01-46c2-8538-4650222f0c96" providerId="ADAL" clId="{8571DC48-0C12-45E0-9BF7-0A12C0FA93C2}" dt="2021-05-17T11:13:46.171" v="413" actId="20577"/>
        <pc:sldMkLst>
          <pc:docMk/>
          <pc:sldMk cId="2557363682" sldId="726"/>
        </pc:sldMkLst>
        <pc:spChg chg="mod">
          <ac:chgData name="Soumita Sengupta" userId="4afa6ce1-cb01-46c2-8538-4650222f0c96" providerId="ADAL" clId="{8571DC48-0C12-45E0-9BF7-0A12C0FA93C2}" dt="2021-05-17T11:13:46.171" v="413" actId="20577"/>
          <ac:spMkLst>
            <pc:docMk/>
            <pc:sldMk cId="2557363682" sldId="726"/>
            <ac:spMk id="3" creationId="{00000000-0000-0000-0000-000000000000}"/>
          </ac:spMkLst>
        </pc:spChg>
        <pc:spChg chg="mod">
          <ac:chgData name="Soumita Sengupta" userId="4afa6ce1-cb01-46c2-8538-4650222f0c96" providerId="ADAL" clId="{8571DC48-0C12-45E0-9BF7-0A12C0FA93C2}" dt="2021-05-17T11:13:41.828" v="411" actId="207"/>
          <ac:spMkLst>
            <pc:docMk/>
            <pc:sldMk cId="2557363682" sldId="726"/>
            <ac:spMk id="4" creationId="{00000000-0000-0000-0000-000000000000}"/>
          </ac:spMkLst>
        </pc:spChg>
      </pc:sldChg>
      <pc:sldChg chg="modSp mod">
        <pc:chgData name="Soumita Sengupta" userId="4afa6ce1-cb01-46c2-8538-4650222f0c96" providerId="ADAL" clId="{8571DC48-0C12-45E0-9BF7-0A12C0FA93C2}" dt="2021-05-17T11:44:07.253" v="417" actId="207"/>
        <pc:sldMkLst>
          <pc:docMk/>
          <pc:sldMk cId="2533192149" sldId="727"/>
        </pc:sldMkLst>
        <pc:spChg chg="mod">
          <ac:chgData name="Soumita Sengupta" userId="4afa6ce1-cb01-46c2-8538-4650222f0c96" providerId="ADAL" clId="{8571DC48-0C12-45E0-9BF7-0A12C0FA93C2}" dt="2021-05-17T11:44:03.117" v="416" actId="207"/>
          <ac:spMkLst>
            <pc:docMk/>
            <pc:sldMk cId="2533192149" sldId="727"/>
            <ac:spMk id="3" creationId="{00000000-0000-0000-0000-000000000000}"/>
          </ac:spMkLst>
        </pc:spChg>
        <pc:spChg chg="mod">
          <ac:chgData name="Soumita Sengupta" userId="4afa6ce1-cb01-46c2-8538-4650222f0c96" providerId="ADAL" clId="{8571DC48-0C12-45E0-9BF7-0A12C0FA93C2}" dt="2021-05-17T11:44:07.253" v="417" actId="207"/>
          <ac:spMkLst>
            <pc:docMk/>
            <pc:sldMk cId="2533192149" sldId="727"/>
            <ac:spMk id="4" creationId="{00000000-0000-0000-0000-000000000000}"/>
          </ac:spMkLst>
        </pc:spChg>
      </pc:sldChg>
      <pc:sldChg chg="modSp mod">
        <pc:chgData name="Soumita Sengupta" userId="4afa6ce1-cb01-46c2-8538-4650222f0c96" providerId="ADAL" clId="{8571DC48-0C12-45E0-9BF7-0A12C0FA93C2}" dt="2021-05-17T11:43:57.618" v="415" actId="207"/>
        <pc:sldMkLst>
          <pc:docMk/>
          <pc:sldMk cId="1657360727" sldId="729"/>
        </pc:sldMkLst>
        <pc:spChg chg="mod">
          <ac:chgData name="Soumita Sengupta" userId="4afa6ce1-cb01-46c2-8538-4650222f0c96" providerId="ADAL" clId="{8571DC48-0C12-45E0-9BF7-0A12C0FA93C2}" dt="2021-05-17T11:43:53.167" v="414" actId="207"/>
          <ac:spMkLst>
            <pc:docMk/>
            <pc:sldMk cId="1657360727" sldId="729"/>
            <ac:spMk id="3" creationId="{00000000-0000-0000-0000-000000000000}"/>
          </ac:spMkLst>
        </pc:spChg>
        <pc:spChg chg="mod">
          <ac:chgData name="Soumita Sengupta" userId="4afa6ce1-cb01-46c2-8538-4650222f0c96" providerId="ADAL" clId="{8571DC48-0C12-45E0-9BF7-0A12C0FA93C2}" dt="2021-05-17T11:43:57.618" v="415" actId="207"/>
          <ac:spMkLst>
            <pc:docMk/>
            <pc:sldMk cId="1657360727" sldId="729"/>
            <ac:spMk id="4" creationId="{00000000-0000-0000-0000-000000000000}"/>
          </ac:spMkLst>
        </pc:spChg>
      </pc:sldChg>
      <pc:sldChg chg="modSp mod">
        <pc:chgData name="Soumita Sengupta" userId="4afa6ce1-cb01-46c2-8538-4650222f0c96" providerId="ADAL" clId="{8571DC48-0C12-45E0-9BF7-0A12C0FA93C2}" dt="2021-05-17T08:14:56.412" v="399" actId="20577"/>
        <pc:sldMkLst>
          <pc:docMk/>
          <pc:sldMk cId="452156479" sldId="736"/>
        </pc:sldMkLst>
        <pc:spChg chg="mod">
          <ac:chgData name="Soumita Sengupta" userId="4afa6ce1-cb01-46c2-8538-4650222f0c96" providerId="ADAL" clId="{8571DC48-0C12-45E0-9BF7-0A12C0FA93C2}" dt="2021-05-17T08:14:56.412" v="399" actId="20577"/>
          <ac:spMkLst>
            <pc:docMk/>
            <pc:sldMk cId="452156479" sldId="736"/>
            <ac:spMk id="3" creationId="{00000000-0000-0000-0000-000000000000}"/>
          </ac:spMkLst>
        </pc:spChg>
        <pc:spChg chg="mod">
          <ac:chgData name="Soumita Sengupta" userId="4afa6ce1-cb01-46c2-8538-4650222f0c96" providerId="ADAL" clId="{8571DC48-0C12-45E0-9BF7-0A12C0FA93C2}" dt="2021-05-17T08:14:51.711" v="397" actId="207"/>
          <ac:spMkLst>
            <pc:docMk/>
            <pc:sldMk cId="452156479" sldId="736"/>
            <ac:spMk id="4" creationId="{00000000-0000-0000-0000-000000000000}"/>
          </ac:spMkLst>
        </pc:spChg>
      </pc:sldChg>
      <pc:sldChg chg="modSp mod">
        <pc:chgData name="Soumita Sengupta" userId="4afa6ce1-cb01-46c2-8538-4650222f0c96" providerId="ADAL" clId="{8571DC48-0C12-45E0-9BF7-0A12C0FA93C2}" dt="2021-05-17T14:27:58.333" v="457" actId="207"/>
        <pc:sldMkLst>
          <pc:docMk/>
          <pc:sldMk cId="506531162" sldId="786"/>
        </pc:sldMkLst>
        <pc:spChg chg="mod">
          <ac:chgData name="Soumita Sengupta" userId="4afa6ce1-cb01-46c2-8538-4650222f0c96" providerId="ADAL" clId="{8571DC48-0C12-45E0-9BF7-0A12C0FA93C2}" dt="2021-05-17T14:27:58.333" v="457" actId="207"/>
          <ac:spMkLst>
            <pc:docMk/>
            <pc:sldMk cId="506531162" sldId="786"/>
            <ac:spMk id="3" creationId="{00000000-0000-0000-0000-000000000000}"/>
          </ac:spMkLst>
        </pc:spChg>
        <pc:spChg chg="mod">
          <ac:chgData name="Soumita Sengupta" userId="4afa6ce1-cb01-46c2-8538-4650222f0c96" providerId="ADAL" clId="{8571DC48-0C12-45E0-9BF7-0A12C0FA93C2}" dt="2021-05-17T14:27:58.333" v="457" actId="207"/>
          <ac:spMkLst>
            <pc:docMk/>
            <pc:sldMk cId="506531162" sldId="786"/>
            <ac:spMk id="4" creationId="{00000000-0000-0000-0000-000000000000}"/>
          </ac:spMkLst>
        </pc:spChg>
      </pc:sldChg>
      <pc:sldChg chg="modSp mod">
        <pc:chgData name="Soumita Sengupta" userId="4afa6ce1-cb01-46c2-8538-4650222f0c96" providerId="ADAL" clId="{8571DC48-0C12-45E0-9BF7-0A12C0FA93C2}" dt="2021-05-17T14:29:43.107" v="470" actId="207"/>
        <pc:sldMkLst>
          <pc:docMk/>
          <pc:sldMk cId="1187423674" sldId="788"/>
        </pc:sldMkLst>
        <pc:spChg chg="mod">
          <ac:chgData name="Soumita Sengupta" userId="4afa6ce1-cb01-46c2-8538-4650222f0c96" providerId="ADAL" clId="{8571DC48-0C12-45E0-9BF7-0A12C0FA93C2}" dt="2021-05-17T14:29:43.107" v="470" actId="207"/>
          <ac:spMkLst>
            <pc:docMk/>
            <pc:sldMk cId="1187423674" sldId="788"/>
            <ac:spMk id="3" creationId="{00000000-0000-0000-0000-000000000000}"/>
          </ac:spMkLst>
        </pc:spChg>
        <pc:spChg chg="mod">
          <ac:chgData name="Soumita Sengupta" userId="4afa6ce1-cb01-46c2-8538-4650222f0c96" providerId="ADAL" clId="{8571DC48-0C12-45E0-9BF7-0A12C0FA93C2}" dt="2021-05-17T14:29:43.107" v="470" actId="207"/>
          <ac:spMkLst>
            <pc:docMk/>
            <pc:sldMk cId="1187423674" sldId="788"/>
            <ac:spMk id="4" creationId="{00000000-0000-0000-0000-000000000000}"/>
          </ac:spMkLst>
        </pc:spChg>
      </pc:sldChg>
      <pc:sldChg chg="modSp mod">
        <pc:chgData name="Soumita Sengupta" userId="4afa6ce1-cb01-46c2-8538-4650222f0c96" providerId="ADAL" clId="{8571DC48-0C12-45E0-9BF7-0A12C0FA93C2}" dt="2021-05-17T14:30:14.336" v="473" actId="207"/>
        <pc:sldMkLst>
          <pc:docMk/>
          <pc:sldMk cId="2446929124" sldId="789"/>
        </pc:sldMkLst>
        <pc:spChg chg="mod">
          <ac:chgData name="Soumita Sengupta" userId="4afa6ce1-cb01-46c2-8538-4650222f0c96" providerId="ADAL" clId="{8571DC48-0C12-45E0-9BF7-0A12C0FA93C2}" dt="2021-05-17T14:30:14.336" v="473" actId="207"/>
          <ac:spMkLst>
            <pc:docMk/>
            <pc:sldMk cId="2446929124" sldId="789"/>
            <ac:spMk id="3" creationId="{00000000-0000-0000-0000-000000000000}"/>
          </ac:spMkLst>
        </pc:spChg>
        <pc:spChg chg="mod">
          <ac:chgData name="Soumita Sengupta" userId="4afa6ce1-cb01-46c2-8538-4650222f0c96" providerId="ADAL" clId="{8571DC48-0C12-45E0-9BF7-0A12C0FA93C2}" dt="2021-05-17T14:30:14.336" v="473" actId="207"/>
          <ac:spMkLst>
            <pc:docMk/>
            <pc:sldMk cId="2446929124" sldId="789"/>
            <ac:spMk id="4" creationId="{00000000-0000-0000-0000-000000000000}"/>
          </ac:spMkLst>
        </pc:spChg>
      </pc:sldChg>
      <pc:sldChg chg="modSp mod">
        <pc:chgData name="Soumita Sengupta" userId="4afa6ce1-cb01-46c2-8538-4650222f0c96" providerId="ADAL" clId="{8571DC48-0C12-45E0-9BF7-0A12C0FA93C2}" dt="2021-05-17T14:30:28.004" v="475" actId="207"/>
        <pc:sldMkLst>
          <pc:docMk/>
          <pc:sldMk cId="3045271607" sldId="794"/>
        </pc:sldMkLst>
        <pc:spChg chg="mod">
          <ac:chgData name="Soumita Sengupta" userId="4afa6ce1-cb01-46c2-8538-4650222f0c96" providerId="ADAL" clId="{8571DC48-0C12-45E0-9BF7-0A12C0FA93C2}" dt="2021-05-17T14:30:28.004" v="475" actId="207"/>
          <ac:spMkLst>
            <pc:docMk/>
            <pc:sldMk cId="3045271607" sldId="794"/>
            <ac:spMk id="2" creationId="{B6B893F1-DEDB-4CFF-8DD4-069CEAC32E9F}"/>
          </ac:spMkLst>
        </pc:spChg>
        <pc:spChg chg="mod">
          <ac:chgData name="Soumita Sengupta" userId="4afa6ce1-cb01-46c2-8538-4650222f0c96" providerId="ADAL" clId="{8571DC48-0C12-45E0-9BF7-0A12C0FA93C2}" dt="2021-05-17T14:30:28.004" v="475" actId="207"/>
          <ac:spMkLst>
            <pc:docMk/>
            <pc:sldMk cId="3045271607" sldId="794"/>
            <ac:spMk id="4" creationId="{00000000-0000-0000-0000-000000000000}"/>
          </ac:spMkLst>
        </pc:spChg>
      </pc:sldChg>
      <pc:sldChg chg="modSp mod">
        <pc:chgData name="Soumita Sengupta" userId="4afa6ce1-cb01-46c2-8538-4650222f0c96" providerId="ADAL" clId="{8571DC48-0C12-45E0-9BF7-0A12C0FA93C2}" dt="2021-05-17T14:31:17.847" v="482" actId="207"/>
        <pc:sldMkLst>
          <pc:docMk/>
          <pc:sldMk cId="2268596285" sldId="796"/>
        </pc:sldMkLst>
        <pc:spChg chg="mod">
          <ac:chgData name="Soumita Sengupta" userId="4afa6ce1-cb01-46c2-8538-4650222f0c96" providerId="ADAL" clId="{8571DC48-0C12-45E0-9BF7-0A12C0FA93C2}" dt="2021-05-17T14:31:17.847" v="482" actId="207"/>
          <ac:spMkLst>
            <pc:docMk/>
            <pc:sldMk cId="2268596285" sldId="796"/>
            <ac:spMk id="3" creationId="{00000000-0000-0000-0000-000000000000}"/>
          </ac:spMkLst>
        </pc:spChg>
        <pc:spChg chg="mod">
          <ac:chgData name="Soumita Sengupta" userId="4afa6ce1-cb01-46c2-8538-4650222f0c96" providerId="ADAL" clId="{8571DC48-0C12-45E0-9BF7-0A12C0FA93C2}" dt="2021-05-17T14:31:17.847" v="482" actId="207"/>
          <ac:spMkLst>
            <pc:docMk/>
            <pc:sldMk cId="2268596285" sldId="796"/>
            <ac:spMk id="4" creationId="{00000000-0000-0000-0000-000000000000}"/>
          </ac:spMkLst>
        </pc:spChg>
      </pc:sldChg>
      <pc:sldChg chg="delSp modSp add mod">
        <pc:chgData name="Soumita Sengupta" userId="4afa6ce1-cb01-46c2-8538-4650222f0c96" providerId="ADAL" clId="{8571DC48-0C12-45E0-9BF7-0A12C0FA93C2}" dt="2021-05-17T08:02:59.805" v="285" actId="14100"/>
        <pc:sldMkLst>
          <pc:docMk/>
          <pc:sldMk cId="575536835" sldId="803"/>
        </pc:sldMkLst>
        <pc:spChg chg="del">
          <ac:chgData name="Soumita Sengupta" userId="4afa6ce1-cb01-46c2-8538-4650222f0c96" providerId="ADAL" clId="{8571DC48-0C12-45E0-9BF7-0A12C0FA93C2}" dt="2021-05-17T08:02:50.577" v="283" actId="478"/>
          <ac:spMkLst>
            <pc:docMk/>
            <pc:sldMk cId="575536835" sldId="803"/>
            <ac:spMk id="4" creationId="{A3463CF8-8BCB-4377-AA0B-4621F7D8AE0C}"/>
          </ac:spMkLst>
        </pc:spChg>
        <pc:picChg chg="mod">
          <ac:chgData name="Soumita Sengupta" userId="4afa6ce1-cb01-46c2-8538-4650222f0c96" providerId="ADAL" clId="{8571DC48-0C12-45E0-9BF7-0A12C0FA93C2}" dt="2021-05-17T08:02:59.805" v="285" actId="14100"/>
          <ac:picMkLst>
            <pc:docMk/>
            <pc:sldMk cId="575536835" sldId="803"/>
            <ac:picMk id="3" creationId="{5E024CFF-27F7-46E9-A925-A686773E0814}"/>
          </ac:picMkLst>
        </pc:picChg>
      </pc:sldChg>
      <pc:sldChg chg="modSp add mod">
        <pc:chgData name="Soumita Sengupta" userId="4afa6ce1-cb01-46c2-8538-4650222f0c96" providerId="ADAL" clId="{8571DC48-0C12-45E0-9BF7-0A12C0FA93C2}" dt="2021-05-17T08:10:42.124" v="359" actId="255"/>
        <pc:sldMkLst>
          <pc:docMk/>
          <pc:sldMk cId="3221674416" sldId="804"/>
        </pc:sldMkLst>
        <pc:spChg chg="mod">
          <ac:chgData name="Soumita Sengupta" userId="4afa6ce1-cb01-46c2-8538-4650222f0c96" providerId="ADAL" clId="{8571DC48-0C12-45E0-9BF7-0A12C0FA93C2}" dt="2021-05-17T08:10:42.124" v="359" actId="255"/>
          <ac:spMkLst>
            <pc:docMk/>
            <pc:sldMk cId="3221674416" sldId="804"/>
            <ac:spMk id="7" creationId="{0B72E019-94C1-4A3A-A0D3-022823597E78}"/>
          </ac:spMkLst>
        </pc:spChg>
      </pc:sldChg>
      <pc:sldChg chg="modSp add mod">
        <pc:chgData name="Soumita Sengupta" userId="4afa6ce1-cb01-46c2-8538-4650222f0c96" providerId="ADAL" clId="{8571DC48-0C12-45E0-9BF7-0A12C0FA93C2}" dt="2021-05-17T08:11:09.217" v="361" actId="255"/>
        <pc:sldMkLst>
          <pc:docMk/>
          <pc:sldMk cId="87442308" sldId="805"/>
        </pc:sldMkLst>
        <pc:graphicFrameChg chg="modGraphic">
          <ac:chgData name="Soumita Sengupta" userId="4afa6ce1-cb01-46c2-8538-4650222f0c96" providerId="ADAL" clId="{8571DC48-0C12-45E0-9BF7-0A12C0FA93C2}" dt="2021-05-17T08:11:09.217" v="361" actId="255"/>
          <ac:graphicFrameMkLst>
            <pc:docMk/>
            <pc:sldMk cId="87442308" sldId="805"/>
            <ac:graphicFrameMk id="2" creationId="{DC5C2772-D9D5-4388-B2F1-7EA90C6313BD}"/>
          </ac:graphicFrameMkLst>
        </pc:graphicFrameChg>
      </pc:sldChg>
      <pc:sldChg chg="modSp add mod">
        <pc:chgData name="Soumita Sengupta" userId="4afa6ce1-cb01-46c2-8538-4650222f0c96" providerId="ADAL" clId="{8571DC48-0C12-45E0-9BF7-0A12C0FA93C2}" dt="2021-05-17T07:55:12.746" v="233" actId="255"/>
        <pc:sldMkLst>
          <pc:docMk/>
          <pc:sldMk cId="2726919898" sldId="808"/>
        </pc:sldMkLst>
        <pc:spChg chg="mod">
          <ac:chgData name="Soumita Sengupta" userId="4afa6ce1-cb01-46c2-8538-4650222f0c96" providerId="ADAL" clId="{8571DC48-0C12-45E0-9BF7-0A12C0FA93C2}" dt="2021-05-17T07:55:12.746" v="233" actId="255"/>
          <ac:spMkLst>
            <pc:docMk/>
            <pc:sldMk cId="2726919898" sldId="808"/>
            <ac:spMk id="5" creationId="{B50CAA43-3A66-42AD-BD02-B4ED241630EB}"/>
          </ac:spMkLst>
        </pc:spChg>
      </pc:sldChg>
      <pc:sldChg chg="delSp modSp add mod">
        <pc:chgData name="Soumita Sengupta" userId="4afa6ce1-cb01-46c2-8538-4650222f0c96" providerId="ADAL" clId="{8571DC48-0C12-45E0-9BF7-0A12C0FA93C2}" dt="2021-05-17T07:55:21.144" v="235" actId="1076"/>
        <pc:sldMkLst>
          <pc:docMk/>
          <pc:sldMk cId="3656546334" sldId="809"/>
        </pc:sldMkLst>
        <pc:spChg chg="del">
          <ac:chgData name="Soumita Sengupta" userId="4afa6ce1-cb01-46c2-8538-4650222f0c96" providerId="ADAL" clId="{8571DC48-0C12-45E0-9BF7-0A12C0FA93C2}" dt="2021-05-17T07:55:17.231" v="234" actId="478"/>
          <ac:spMkLst>
            <pc:docMk/>
            <pc:sldMk cId="3656546334" sldId="809"/>
            <ac:spMk id="5" creationId="{494129F0-0C96-4798-8EA4-10A75556D1D1}"/>
          </ac:spMkLst>
        </pc:spChg>
        <pc:picChg chg="mod">
          <ac:chgData name="Soumita Sengupta" userId="4afa6ce1-cb01-46c2-8538-4650222f0c96" providerId="ADAL" clId="{8571DC48-0C12-45E0-9BF7-0A12C0FA93C2}" dt="2021-05-17T07:55:21.144" v="235" actId="1076"/>
          <ac:picMkLst>
            <pc:docMk/>
            <pc:sldMk cId="3656546334" sldId="809"/>
            <ac:picMk id="6" creationId="{B30D35B2-5BB4-408C-BBFD-25860A50F806}"/>
          </ac:picMkLst>
        </pc:picChg>
      </pc:sldChg>
      <pc:sldChg chg="modSp add mod">
        <pc:chgData name="Soumita Sengupta" userId="4afa6ce1-cb01-46c2-8538-4650222f0c96" providerId="ADAL" clId="{8571DC48-0C12-45E0-9BF7-0A12C0FA93C2}" dt="2021-05-17T07:55:28.470" v="236" actId="255"/>
        <pc:sldMkLst>
          <pc:docMk/>
          <pc:sldMk cId="3895102673" sldId="810"/>
        </pc:sldMkLst>
        <pc:graphicFrameChg chg="modGraphic">
          <ac:chgData name="Soumita Sengupta" userId="4afa6ce1-cb01-46c2-8538-4650222f0c96" providerId="ADAL" clId="{8571DC48-0C12-45E0-9BF7-0A12C0FA93C2}" dt="2021-05-17T07:55:28.470" v="236" actId="255"/>
          <ac:graphicFrameMkLst>
            <pc:docMk/>
            <pc:sldMk cId="3895102673" sldId="810"/>
            <ac:graphicFrameMk id="6" creationId="{481890CE-25FF-45FB-BB69-50F4B7602E72}"/>
          </ac:graphicFrameMkLst>
        </pc:graphicFrameChg>
      </pc:sldChg>
      <pc:sldChg chg="modSp add mod">
        <pc:chgData name="Soumita Sengupta" userId="4afa6ce1-cb01-46c2-8538-4650222f0c96" providerId="ADAL" clId="{8571DC48-0C12-45E0-9BF7-0A12C0FA93C2}" dt="2021-05-17T07:55:36.171" v="237" actId="255"/>
        <pc:sldMkLst>
          <pc:docMk/>
          <pc:sldMk cId="2442620785" sldId="811"/>
        </pc:sldMkLst>
        <pc:spChg chg="mod">
          <ac:chgData name="Soumita Sengupta" userId="4afa6ce1-cb01-46c2-8538-4650222f0c96" providerId="ADAL" clId="{8571DC48-0C12-45E0-9BF7-0A12C0FA93C2}" dt="2021-05-17T07:55:36.171" v="237" actId="255"/>
          <ac:spMkLst>
            <pc:docMk/>
            <pc:sldMk cId="2442620785" sldId="811"/>
            <ac:spMk id="3" creationId="{E3BCB881-357B-4526-BAE1-86EA729377AB}"/>
          </ac:spMkLst>
        </pc:spChg>
      </pc:sldChg>
      <pc:sldChg chg="modSp add mod">
        <pc:chgData name="Soumita Sengupta" userId="4afa6ce1-cb01-46c2-8538-4650222f0c96" providerId="ADAL" clId="{8571DC48-0C12-45E0-9BF7-0A12C0FA93C2}" dt="2021-05-17T08:07:03.438" v="330" actId="255"/>
        <pc:sldMkLst>
          <pc:docMk/>
          <pc:sldMk cId="1600615961" sldId="822"/>
        </pc:sldMkLst>
        <pc:spChg chg="mod">
          <ac:chgData name="Soumita Sengupta" userId="4afa6ce1-cb01-46c2-8538-4650222f0c96" providerId="ADAL" clId="{8571DC48-0C12-45E0-9BF7-0A12C0FA93C2}" dt="2021-05-17T08:07:03.438" v="330" actId="255"/>
          <ac:spMkLst>
            <pc:docMk/>
            <pc:sldMk cId="1600615961" sldId="822"/>
            <ac:spMk id="3" creationId="{B4500808-5F5E-49FF-A305-D29A6EAA1F84}"/>
          </ac:spMkLst>
        </pc:spChg>
      </pc:sldChg>
      <pc:sldChg chg="modSp add mod">
        <pc:chgData name="Soumita Sengupta" userId="4afa6ce1-cb01-46c2-8538-4650222f0c96" providerId="ADAL" clId="{8571DC48-0C12-45E0-9BF7-0A12C0FA93C2}" dt="2021-05-17T08:10:28.802" v="357" actId="255"/>
        <pc:sldMkLst>
          <pc:docMk/>
          <pc:sldMk cId="646275432" sldId="823"/>
        </pc:sldMkLst>
        <pc:spChg chg="mod">
          <ac:chgData name="Soumita Sengupta" userId="4afa6ce1-cb01-46c2-8538-4650222f0c96" providerId="ADAL" clId="{8571DC48-0C12-45E0-9BF7-0A12C0FA93C2}" dt="2021-05-17T08:10:28.802" v="357" actId="255"/>
          <ac:spMkLst>
            <pc:docMk/>
            <pc:sldMk cId="646275432" sldId="823"/>
            <ac:spMk id="3" creationId="{5B8D11AD-2B0A-4874-8EDF-0B0A4249EA19}"/>
          </ac:spMkLst>
        </pc:spChg>
      </pc:sldChg>
      <pc:sldChg chg="modSp add mod">
        <pc:chgData name="Soumita Sengupta" userId="4afa6ce1-cb01-46c2-8538-4650222f0c96" providerId="ADAL" clId="{8571DC48-0C12-45E0-9BF7-0A12C0FA93C2}" dt="2021-05-17T08:13:42.650" v="383" actId="255"/>
        <pc:sldMkLst>
          <pc:docMk/>
          <pc:sldMk cId="609144779" sldId="824"/>
        </pc:sldMkLst>
        <pc:spChg chg="mod">
          <ac:chgData name="Soumita Sengupta" userId="4afa6ce1-cb01-46c2-8538-4650222f0c96" providerId="ADAL" clId="{8571DC48-0C12-45E0-9BF7-0A12C0FA93C2}" dt="2021-05-17T08:13:42.650" v="383" actId="255"/>
          <ac:spMkLst>
            <pc:docMk/>
            <pc:sldMk cId="609144779" sldId="824"/>
            <ac:spMk id="3" creationId="{6F716428-61CB-48A6-8545-3E3A4352687C}"/>
          </ac:spMkLst>
        </pc:spChg>
      </pc:sldChg>
      <pc:sldChg chg="modSp add mod">
        <pc:chgData name="Soumita Sengupta" userId="4afa6ce1-cb01-46c2-8538-4650222f0c96" providerId="ADAL" clId="{8571DC48-0C12-45E0-9BF7-0A12C0FA93C2}" dt="2021-05-17T08:09:41.331" v="351" actId="255"/>
        <pc:sldMkLst>
          <pc:docMk/>
          <pc:sldMk cId="2061984971" sldId="826"/>
        </pc:sldMkLst>
        <pc:spChg chg="mod">
          <ac:chgData name="Soumita Sengupta" userId="4afa6ce1-cb01-46c2-8538-4650222f0c96" providerId="ADAL" clId="{8571DC48-0C12-45E0-9BF7-0A12C0FA93C2}" dt="2021-05-17T08:09:41.331" v="351" actId="255"/>
          <ac:spMkLst>
            <pc:docMk/>
            <pc:sldMk cId="2061984971" sldId="826"/>
            <ac:spMk id="8" creationId="{E96BC069-80C4-4E2C-879E-60DBA0F7F2ED}"/>
          </ac:spMkLst>
        </pc:spChg>
      </pc:sldChg>
      <pc:sldChg chg="modSp add mod">
        <pc:chgData name="Soumita Sengupta" userId="4afa6ce1-cb01-46c2-8538-4650222f0c96" providerId="ADAL" clId="{8571DC48-0C12-45E0-9BF7-0A12C0FA93C2}" dt="2021-05-17T08:09:54.821" v="353" actId="255"/>
        <pc:sldMkLst>
          <pc:docMk/>
          <pc:sldMk cId="2916609019" sldId="827"/>
        </pc:sldMkLst>
        <pc:graphicFrameChg chg="modGraphic">
          <ac:chgData name="Soumita Sengupta" userId="4afa6ce1-cb01-46c2-8538-4650222f0c96" providerId="ADAL" clId="{8571DC48-0C12-45E0-9BF7-0A12C0FA93C2}" dt="2021-05-17T08:09:54.821" v="353" actId="255"/>
          <ac:graphicFrameMkLst>
            <pc:docMk/>
            <pc:sldMk cId="2916609019" sldId="827"/>
            <ac:graphicFrameMk id="3" creationId="{11D88108-9287-4D8B-938B-AA71EA97AA22}"/>
          </ac:graphicFrameMkLst>
        </pc:graphicFrameChg>
      </pc:sldChg>
      <pc:sldChg chg="modSp add mod">
        <pc:chgData name="Soumita Sengupta" userId="4afa6ce1-cb01-46c2-8538-4650222f0c96" providerId="ADAL" clId="{8571DC48-0C12-45E0-9BF7-0A12C0FA93C2}" dt="2021-05-17T08:10:07.365" v="355" actId="1076"/>
        <pc:sldMkLst>
          <pc:docMk/>
          <pc:sldMk cId="3965900230" sldId="828"/>
        </pc:sldMkLst>
        <pc:spChg chg="mod">
          <ac:chgData name="Soumita Sengupta" userId="4afa6ce1-cb01-46c2-8538-4650222f0c96" providerId="ADAL" clId="{8571DC48-0C12-45E0-9BF7-0A12C0FA93C2}" dt="2021-05-17T08:10:01.938" v="354" actId="255"/>
          <ac:spMkLst>
            <pc:docMk/>
            <pc:sldMk cId="3965900230" sldId="828"/>
            <ac:spMk id="8" creationId="{5621D60E-E3B9-4AB3-AD1E-A94BF04F6A6F}"/>
          </ac:spMkLst>
        </pc:spChg>
        <pc:picChg chg="mod">
          <ac:chgData name="Soumita Sengupta" userId="4afa6ce1-cb01-46c2-8538-4650222f0c96" providerId="ADAL" clId="{8571DC48-0C12-45E0-9BF7-0A12C0FA93C2}" dt="2021-05-17T08:10:07.365" v="355" actId="1076"/>
          <ac:picMkLst>
            <pc:docMk/>
            <pc:sldMk cId="3965900230" sldId="828"/>
            <ac:picMk id="13" creationId="{78BD1AA3-6004-4A49-AFEC-C20618AE9F51}"/>
          </ac:picMkLst>
        </pc:picChg>
      </pc:sldChg>
      <pc:sldChg chg="delSp add mod">
        <pc:chgData name="Soumita Sengupta" userId="4afa6ce1-cb01-46c2-8538-4650222f0c96" providerId="ADAL" clId="{8571DC48-0C12-45E0-9BF7-0A12C0FA93C2}" dt="2021-05-17T08:10:10.889" v="356" actId="478"/>
        <pc:sldMkLst>
          <pc:docMk/>
          <pc:sldMk cId="860800460" sldId="829"/>
        </pc:sldMkLst>
        <pc:spChg chg="del">
          <ac:chgData name="Soumita Sengupta" userId="4afa6ce1-cb01-46c2-8538-4650222f0c96" providerId="ADAL" clId="{8571DC48-0C12-45E0-9BF7-0A12C0FA93C2}" dt="2021-05-17T08:10:10.889" v="356" actId="478"/>
          <ac:spMkLst>
            <pc:docMk/>
            <pc:sldMk cId="860800460" sldId="829"/>
            <ac:spMk id="7" creationId="{150923D7-94AA-4134-A111-B1335F1821E8}"/>
          </ac:spMkLst>
        </pc:spChg>
      </pc:sldChg>
      <pc:sldChg chg="modSp add mod">
        <pc:chgData name="Soumita Sengupta" userId="4afa6ce1-cb01-46c2-8538-4650222f0c96" providerId="ADAL" clId="{8571DC48-0C12-45E0-9BF7-0A12C0FA93C2}" dt="2021-05-17T07:55:45.508" v="238" actId="255"/>
        <pc:sldMkLst>
          <pc:docMk/>
          <pc:sldMk cId="1968607313" sldId="833"/>
        </pc:sldMkLst>
        <pc:spChg chg="mod">
          <ac:chgData name="Soumita Sengupta" userId="4afa6ce1-cb01-46c2-8538-4650222f0c96" providerId="ADAL" clId="{8571DC48-0C12-45E0-9BF7-0A12C0FA93C2}" dt="2021-05-17T07:55:45.508" v="238" actId="255"/>
          <ac:spMkLst>
            <pc:docMk/>
            <pc:sldMk cId="1968607313" sldId="833"/>
            <ac:spMk id="5" creationId="{445D67D0-4691-432C-88C9-3640C742AC85}"/>
          </ac:spMkLst>
        </pc:spChg>
      </pc:sldChg>
      <pc:sldChg chg="delSp add mod">
        <pc:chgData name="Soumita Sengupta" userId="4afa6ce1-cb01-46c2-8538-4650222f0c96" providerId="ADAL" clId="{8571DC48-0C12-45E0-9BF7-0A12C0FA93C2}" dt="2021-05-17T07:55:50.060" v="239" actId="478"/>
        <pc:sldMkLst>
          <pc:docMk/>
          <pc:sldMk cId="3495316257" sldId="834"/>
        </pc:sldMkLst>
        <pc:spChg chg="del">
          <ac:chgData name="Soumita Sengupta" userId="4afa6ce1-cb01-46c2-8538-4650222f0c96" providerId="ADAL" clId="{8571DC48-0C12-45E0-9BF7-0A12C0FA93C2}" dt="2021-05-17T07:55:50.060" v="239" actId="478"/>
          <ac:spMkLst>
            <pc:docMk/>
            <pc:sldMk cId="3495316257" sldId="834"/>
            <ac:spMk id="6" creationId="{B327EC43-BEA8-4487-B7B9-1934EA9CA847}"/>
          </ac:spMkLst>
        </pc:spChg>
      </pc:sldChg>
      <pc:sldChg chg="delSp modSp add mod">
        <pc:chgData name="Soumita Sengupta" userId="4afa6ce1-cb01-46c2-8538-4650222f0c96" providerId="ADAL" clId="{8571DC48-0C12-45E0-9BF7-0A12C0FA93C2}" dt="2021-05-17T07:56:11.999" v="244" actId="255"/>
        <pc:sldMkLst>
          <pc:docMk/>
          <pc:sldMk cId="3157366253" sldId="835"/>
        </pc:sldMkLst>
        <pc:spChg chg="del">
          <ac:chgData name="Soumita Sengupta" userId="4afa6ce1-cb01-46c2-8538-4650222f0c96" providerId="ADAL" clId="{8571DC48-0C12-45E0-9BF7-0A12C0FA93C2}" dt="2021-05-17T07:56:00.002" v="241" actId="478"/>
          <ac:spMkLst>
            <pc:docMk/>
            <pc:sldMk cId="3157366253" sldId="835"/>
            <ac:spMk id="19" creationId="{A5FC24B9-9878-4DB4-9EE4-B9FCC8AEFB3F}"/>
          </ac:spMkLst>
        </pc:spChg>
        <pc:graphicFrameChg chg="mod modGraphic">
          <ac:chgData name="Soumita Sengupta" userId="4afa6ce1-cb01-46c2-8538-4650222f0c96" providerId="ADAL" clId="{8571DC48-0C12-45E0-9BF7-0A12C0FA93C2}" dt="2021-05-17T07:56:11.999" v="244" actId="255"/>
          <ac:graphicFrameMkLst>
            <pc:docMk/>
            <pc:sldMk cId="3157366253" sldId="835"/>
            <ac:graphicFrameMk id="14" creationId="{3A4118D9-CAD0-4F66-A0D9-F487607F75D9}"/>
          </ac:graphicFrameMkLst>
        </pc:graphicFrameChg>
        <pc:picChg chg="del">
          <ac:chgData name="Soumita Sengupta" userId="4afa6ce1-cb01-46c2-8538-4650222f0c96" providerId="ADAL" clId="{8571DC48-0C12-45E0-9BF7-0A12C0FA93C2}" dt="2021-05-17T07:56:05.784" v="243" actId="478"/>
          <ac:picMkLst>
            <pc:docMk/>
            <pc:sldMk cId="3157366253" sldId="835"/>
            <ac:picMk id="13" creationId="{8F253502-2546-4976-9C61-334B3EC965E5}"/>
          </ac:picMkLst>
        </pc:picChg>
      </pc:sldChg>
      <pc:sldChg chg="modSp add mod">
        <pc:chgData name="Soumita Sengupta" userId="4afa6ce1-cb01-46c2-8538-4650222f0c96" providerId="ADAL" clId="{8571DC48-0C12-45E0-9BF7-0A12C0FA93C2}" dt="2021-05-17T07:57:04.020" v="253" actId="255"/>
        <pc:sldMkLst>
          <pc:docMk/>
          <pc:sldMk cId="116401671" sldId="837"/>
        </pc:sldMkLst>
        <pc:spChg chg="mod">
          <ac:chgData name="Soumita Sengupta" userId="4afa6ce1-cb01-46c2-8538-4650222f0c96" providerId="ADAL" clId="{8571DC48-0C12-45E0-9BF7-0A12C0FA93C2}" dt="2021-05-17T07:57:04.020" v="253" actId="255"/>
          <ac:spMkLst>
            <pc:docMk/>
            <pc:sldMk cId="116401671" sldId="837"/>
            <ac:spMk id="9" creationId="{A00E67FA-A4EE-40F7-85D8-50E3B0674054}"/>
          </ac:spMkLst>
        </pc:spChg>
      </pc:sldChg>
      <pc:sldChg chg="delSp add mod">
        <pc:chgData name="Soumita Sengupta" userId="4afa6ce1-cb01-46c2-8538-4650222f0c96" providerId="ADAL" clId="{8571DC48-0C12-45E0-9BF7-0A12C0FA93C2}" dt="2021-05-17T07:57:09.865" v="254" actId="478"/>
        <pc:sldMkLst>
          <pc:docMk/>
          <pc:sldMk cId="2218938682" sldId="838"/>
        </pc:sldMkLst>
        <pc:spChg chg="del">
          <ac:chgData name="Soumita Sengupta" userId="4afa6ce1-cb01-46c2-8538-4650222f0c96" providerId="ADAL" clId="{8571DC48-0C12-45E0-9BF7-0A12C0FA93C2}" dt="2021-05-17T07:57:09.865" v="254" actId="478"/>
          <ac:spMkLst>
            <pc:docMk/>
            <pc:sldMk cId="2218938682" sldId="838"/>
            <ac:spMk id="12" creationId="{F4490707-E03E-4CAA-80BA-BEEB5BE88E80}"/>
          </ac:spMkLst>
        </pc:spChg>
      </pc:sldChg>
      <pc:sldChg chg="modSp add mod">
        <pc:chgData name="Soumita Sengupta" userId="4afa6ce1-cb01-46c2-8538-4650222f0c96" providerId="ADAL" clId="{8571DC48-0C12-45E0-9BF7-0A12C0FA93C2}" dt="2021-05-17T07:57:20.771" v="255" actId="255"/>
        <pc:sldMkLst>
          <pc:docMk/>
          <pc:sldMk cId="3790829099" sldId="839"/>
        </pc:sldMkLst>
        <pc:spChg chg="mod">
          <ac:chgData name="Soumita Sengupta" userId="4afa6ce1-cb01-46c2-8538-4650222f0c96" providerId="ADAL" clId="{8571DC48-0C12-45E0-9BF7-0A12C0FA93C2}" dt="2021-05-17T07:57:20.771" v="255" actId="255"/>
          <ac:spMkLst>
            <pc:docMk/>
            <pc:sldMk cId="3790829099" sldId="839"/>
            <ac:spMk id="8" creationId="{DACCB307-5C02-4A9A-AF72-19C2486007BA}"/>
          </ac:spMkLst>
        </pc:spChg>
      </pc:sldChg>
      <pc:sldChg chg="delSp modSp add mod">
        <pc:chgData name="Soumita Sengupta" userId="4afa6ce1-cb01-46c2-8538-4650222f0c96" providerId="ADAL" clId="{8571DC48-0C12-45E0-9BF7-0A12C0FA93C2}" dt="2021-05-17T07:59:15.981" v="261" actId="14100"/>
        <pc:sldMkLst>
          <pc:docMk/>
          <pc:sldMk cId="137161310" sldId="840"/>
        </pc:sldMkLst>
        <pc:spChg chg="del">
          <ac:chgData name="Soumita Sengupta" userId="4afa6ce1-cb01-46c2-8538-4650222f0c96" providerId="ADAL" clId="{8571DC48-0C12-45E0-9BF7-0A12C0FA93C2}" dt="2021-05-17T07:57:28.543" v="257" actId="478"/>
          <ac:spMkLst>
            <pc:docMk/>
            <pc:sldMk cId="137161310" sldId="840"/>
            <ac:spMk id="8" creationId="{8C1AE506-EB37-47B9-A7F3-0F9792A9A809}"/>
          </ac:spMkLst>
        </pc:spChg>
        <pc:graphicFrameChg chg="mod modGraphic">
          <ac:chgData name="Soumita Sengupta" userId="4afa6ce1-cb01-46c2-8538-4650222f0c96" providerId="ADAL" clId="{8571DC48-0C12-45E0-9BF7-0A12C0FA93C2}" dt="2021-05-17T07:59:15.981" v="261" actId="14100"/>
          <ac:graphicFrameMkLst>
            <pc:docMk/>
            <pc:sldMk cId="137161310" sldId="840"/>
            <ac:graphicFrameMk id="11" creationId="{00000000-0000-0000-0000-000000000000}"/>
          </ac:graphicFrameMkLst>
        </pc:graphicFrameChg>
      </pc:sldChg>
      <pc:sldChg chg="add">
        <pc:chgData name="Soumita Sengupta" userId="4afa6ce1-cb01-46c2-8538-4650222f0c96" providerId="ADAL" clId="{8571DC48-0C12-45E0-9BF7-0A12C0FA93C2}" dt="2021-05-17T07:42:23.367" v="87"/>
        <pc:sldMkLst>
          <pc:docMk/>
          <pc:sldMk cId="2895645912" sldId="841"/>
        </pc:sldMkLst>
      </pc:sldChg>
      <pc:sldChg chg="modSp add mod">
        <pc:chgData name="Soumita Sengupta" userId="4afa6ce1-cb01-46c2-8538-4650222f0c96" providerId="ADAL" clId="{8571DC48-0C12-45E0-9BF7-0A12C0FA93C2}" dt="2021-05-17T08:00:02.133" v="262" actId="255"/>
        <pc:sldMkLst>
          <pc:docMk/>
          <pc:sldMk cId="3451605243" sldId="842"/>
        </pc:sldMkLst>
        <pc:spChg chg="mod">
          <ac:chgData name="Soumita Sengupta" userId="4afa6ce1-cb01-46c2-8538-4650222f0c96" providerId="ADAL" clId="{8571DC48-0C12-45E0-9BF7-0A12C0FA93C2}" dt="2021-05-17T08:00:02.133" v="262" actId="255"/>
          <ac:spMkLst>
            <pc:docMk/>
            <pc:sldMk cId="3451605243" sldId="842"/>
            <ac:spMk id="14" creationId="{60926F56-508D-4B66-A05B-9D9BB349F622}"/>
          </ac:spMkLst>
        </pc:spChg>
      </pc:sldChg>
      <pc:sldChg chg="modSp add mod">
        <pc:chgData name="Soumita Sengupta" userId="4afa6ce1-cb01-46c2-8538-4650222f0c96" providerId="ADAL" clId="{8571DC48-0C12-45E0-9BF7-0A12C0FA93C2}" dt="2021-05-17T08:00:12.858" v="263" actId="255"/>
        <pc:sldMkLst>
          <pc:docMk/>
          <pc:sldMk cId="3520553567" sldId="843"/>
        </pc:sldMkLst>
        <pc:spChg chg="mod">
          <ac:chgData name="Soumita Sengupta" userId="4afa6ce1-cb01-46c2-8538-4650222f0c96" providerId="ADAL" clId="{8571DC48-0C12-45E0-9BF7-0A12C0FA93C2}" dt="2021-05-17T08:00:12.858" v="263" actId="255"/>
          <ac:spMkLst>
            <pc:docMk/>
            <pc:sldMk cId="3520553567" sldId="843"/>
            <ac:spMk id="15" creationId="{7D26FD34-6322-4E27-B77A-82EB5974D5A2}"/>
          </ac:spMkLst>
        </pc:spChg>
      </pc:sldChg>
      <pc:sldChg chg="modSp add mod">
        <pc:chgData name="Soumita Sengupta" userId="4afa6ce1-cb01-46c2-8538-4650222f0c96" providerId="ADAL" clId="{8571DC48-0C12-45E0-9BF7-0A12C0FA93C2}" dt="2021-05-17T08:09:27.749" v="349" actId="255"/>
        <pc:sldMkLst>
          <pc:docMk/>
          <pc:sldMk cId="739307135" sldId="845"/>
        </pc:sldMkLst>
        <pc:spChg chg="mod">
          <ac:chgData name="Soumita Sengupta" userId="4afa6ce1-cb01-46c2-8538-4650222f0c96" providerId="ADAL" clId="{8571DC48-0C12-45E0-9BF7-0A12C0FA93C2}" dt="2021-05-17T08:09:27.749" v="349" actId="255"/>
          <ac:spMkLst>
            <pc:docMk/>
            <pc:sldMk cId="739307135" sldId="845"/>
            <ac:spMk id="7" creationId="{150923D7-94AA-4134-A111-B1335F1821E8}"/>
          </ac:spMkLst>
        </pc:spChg>
      </pc:sldChg>
      <pc:sldChg chg="modSp add mod">
        <pc:chgData name="Soumita Sengupta" userId="4afa6ce1-cb01-46c2-8538-4650222f0c96" providerId="ADAL" clId="{8571DC48-0C12-45E0-9BF7-0A12C0FA93C2}" dt="2021-05-17T08:09:06.619" v="347" actId="255"/>
        <pc:sldMkLst>
          <pc:docMk/>
          <pc:sldMk cId="2149126909" sldId="846"/>
        </pc:sldMkLst>
        <pc:spChg chg="mod">
          <ac:chgData name="Soumita Sengupta" userId="4afa6ce1-cb01-46c2-8538-4650222f0c96" providerId="ADAL" clId="{8571DC48-0C12-45E0-9BF7-0A12C0FA93C2}" dt="2021-05-17T08:09:06.619" v="347" actId="255"/>
          <ac:spMkLst>
            <pc:docMk/>
            <pc:sldMk cId="2149126909" sldId="846"/>
            <ac:spMk id="6" creationId="{A3F287DC-D56A-4E57-B0A7-8EAAD987EBAD}"/>
          </ac:spMkLst>
        </pc:spChg>
      </pc:sldChg>
      <pc:sldChg chg="modSp add mod">
        <pc:chgData name="Soumita Sengupta" userId="4afa6ce1-cb01-46c2-8538-4650222f0c96" providerId="ADAL" clId="{8571DC48-0C12-45E0-9BF7-0A12C0FA93C2}" dt="2021-05-17T08:09:34.156" v="350" actId="255"/>
        <pc:sldMkLst>
          <pc:docMk/>
          <pc:sldMk cId="3396759169" sldId="847"/>
        </pc:sldMkLst>
        <pc:graphicFrameChg chg="modGraphic">
          <ac:chgData name="Soumita Sengupta" userId="4afa6ce1-cb01-46c2-8538-4650222f0c96" providerId="ADAL" clId="{8571DC48-0C12-45E0-9BF7-0A12C0FA93C2}" dt="2021-05-17T08:09:34.156" v="350" actId="255"/>
          <ac:graphicFrameMkLst>
            <pc:docMk/>
            <pc:sldMk cId="3396759169" sldId="847"/>
            <ac:graphicFrameMk id="3" creationId="{2781A68D-375E-4BAE-8822-16AB46BEF5C1}"/>
          </ac:graphicFrameMkLst>
        </pc:graphicFrameChg>
      </pc:sldChg>
      <pc:sldChg chg="delSp add mod">
        <pc:chgData name="Soumita Sengupta" userId="4afa6ce1-cb01-46c2-8538-4650222f0c96" providerId="ADAL" clId="{8571DC48-0C12-45E0-9BF7-0A12C0FA93C2}" dt="2021-05-17T08:09:46.711" v="352" actId="478"/>
        <pc:sldMkLst>
          <pc:docMk/>
          <pc:sldMk cId="2403941356" sldId="848"/>
        </pc:sldMkLst>
        <pc:spChg chg="del">
          <ac:chgData name="Soumita Sengupta" userId="4afa6ce1-cb01-46c2-8538-4650222f0c96" providerId="ADAL" clId="{8571DC48-0C12-45E0-9BF7-0A12C0FA93C2}" dt="2021-05-17T08:09:46.711" v="352" actId="478"/>
          <ac:spMkLst>
            <pc:docMk/>
            <pc:sldMk cId="2403941356" sldId="848"/>
            <ac:spMk id="12" creationId="{4297C765-D0C1-4FBC-9B83-10C29ECCC0F9}"/>
          </ac:spMkLst>
        </pc:spChg>
      </pc:sldChg>
      <pc:sldChg chg="del">
        <pc:chgData name="Soumita Sengupta" userId="4afa6ce1-cb01-46c2-8538-4650222f0c96" providerId="ADAL" clId="{8571DC48-0C12-45E0-9BF7-0A12C0FA93C2}" dt="2021-05-17T14:32:44.972" v="495" actId="47"/>
        <pc:sldMkLst>
          <pc:docMk/>
          <pc:sldMk cId="3282653662" sldId="867"/>
        </pc:sldMkLst>
      </pc:sldChg>
      <pc:sldChg chg="modSp mod">
        <pc:chgData name="Soumita Sengupta" userId="4afa6ce1-cb01-46c2-8538-4650222f0c96" providerId="ADAL" clId="{8571DC48-0C12-45E0-9BF7-0A12C0FA93C2}" dt="2021-05-17T14:32:58.662" v="496" actId="207"/>
        <pc:sldMkLst>
          <pc:docMk/>
          <pc:sldMk cId="254607577" sldId="868"/>
        </pc:sldMkLst>
        <pc:spChg chg="mod">
          <ac:chgData name="Soumita Sengupta" userId="4afa6ce1-cb01-46c2-8538-4650222f0c96" providerId="ADAL" clId="{8571DC48-0C12-45E0-9BF7-0A12C0FA93C2}" dt="2021-05-17T14:32:58.662" v="496" actId="207"/>
          <ac:spMkLst>
            <pc:docMk/>
            <pc:sldMk cId="254607577" sldId="868"/>
            <ac:spMk id="3" creationId="{00000000-0000-0000-0000-000000000000}"/>
          </ac:spMkLst>
        </pc:spChg>
        <pc:spChg chg="mod">
          <ac:chgData name="Soumita Sengupta" userId="4afa6ce1-cb01-46c2-8538-4650222f0c96" providerId="ADAL" clId="{8571DC48-0C12-45E0-9BF7-0A12C0FA93C2}" dt="2021-05-17T14:32:58.662" v="496" actId="207"/>
          <ac:spMkLst>
            <pc:docMk/>
            <pc:sldMk cId="254607577" sldId="868"/>
            <ac:spMk id="4" creationId="{00000000-0000-0000-0000-000000000000}"/>
          </ac:spMkLst>
        </pc:spChg>
      </pc:sldChg>
      <pc:sldChg chg="modSp mod">
        <pc:chgData name="Soumita Sengupta" userId="4afa6ce1-cb01-46c2-8538-4650222f0c96" providerId="ADAL" clId="{8571DC48-0C12-45E0-9BF7-0A12C0FA93C2}" dt="2021-05-17T14:33:32.147" v="497" actId="207"/>
        <pc:sldMkLst>
          <pc:docMk/>
          <pc:sldMk cId="1693671457" sldId="869"/>
        </pc:sldMkLst>
        <pc:spChg chg="mod">
          <ac:chgData name="Soumita Sengupta" userId="4afa6ce1-cb01-46c2-8538-4650222f0c96" providerId="ADAL" clId="{8571DC48-0C12-45E0-9BF7-0A12C0FA93C2}" dt="2021-05-17T14:33:32.147" v="497" actId="207"/>
          <ac:spMkLst>
            <pc:docMk/>
            <pc:sldMk cId="1693671457" sldId="869"/>
            <ac:spMk id="4" creationId="{0F44E4FA-AE31-4042-8C71-0A7D8636397F}"/>
          </ac:spMkLst>
        </pc:spChg>
        <pc:spChg chg="mod">
          <ac:chgData name="Soumita Sengupta" userId="4afa6ce1-cb01-46c2-8538-4650222f0c96" providerId="ADAL" clId="{8571DC48-0C12-45E0-9BF7-0A12C0FA93C2}" dt="2021-05-17T14:33:32.147" v="497" actId="207"/>
          <ac:spMkLst>
            <pc:docMk/>
            <pc:sldMk cId="1693671457" sldId="869"/>
            <ac:spMk id="5" creationId="{D1C828E8-8E33-4814-A1B2-4FA0028A8013}"/>
          </ac:spMkLst>
        </pc:spChg>
      </pc:sldChg>
      <pc:sldChg chg="modSp mod">
        <pc:chgData name="Soumita Sengupta" userId="4afa6ce1-cb01-46c2-8538-4650222f0c96" providerId="ADAL" clId="{8571DC48-0C12-45E0-9BF7-0A12C0FA93C2}" dt="2021-05-17T14:33:39.807" v="498" actId="207"/>
        <pc:sldMkLst>
          <pc:docMk/>
          <pc:sldMk cId="2521651456" sldId="870"/>
        </pc:sldMkLst>
        <pc:spChg chg="mod">
          <ac:chgData name="Soumita Sengupta" userId="4afa6ce1-cb01-46c2-8538-4650222f0c96" providerId="ADAL" clId="{8571DC48-0C12-45E0-9BF7-0A12C0FA93C2}" dt="2021-05-17T14:33:39.807" v="498" actId="207"/>
          <ac:spMkLst>
            <pc:docMk/>
            <pc:sldMk cId="2521651456" sldId="870"/>
            <ac:spMk id="2" creationId="{D2965F05-2471-447C-97CD-B93193FE76F8}"/>
          </ac:spMkLst>
        </pc:spChg>
        <pc:spChg chg="mod">
          <ac:chgData name="Soumita Sengupta" userId="4afa6ce1-cb01-46c2-8538-4650222f0c96" providerId="ADAL" clId="{8571DC48-0C12-45E0-9BF7-0A12C0FA93C2}" dt="2021-05-17T14:33:39.807" v="498" actId="207"/>
          <ac:spMkLst>
            <pc:docMk/>
            <pc:sldMk cId="2521651456" sldId="870"/>
            <ac:spMk id="4" creationId="{00000000-0000-0000-0000-000000000000}"/>
          </ac:spMkLst>
        </pc:spChg>
      </pc:sldChg>
      <pc:sldChg chg="modSp add mod">
        <pc:chgData name="Soumita Sengupta" userId="4afa6ce1-cb01-46c2-8538-4650222f0c96" providerId="ADAL" clId="{8571DC48-0C12-45E0-9BF7-0A12C0FA93C2}" dt="2021-05-17T14:33:50.087" v="499" actId="207"/>
        <pc:sldMkLst>
          <pc:docMk/>
          <pc:sldMk cId="2056228496" sldId="872"/>
        </pc:sldMkLst>
        <pc:spChg chg="mod">
          <ac:chgData name="Soumita Sengupta" userId="4afa6ce1-cb01-46c2-8538-4650222f0c96" providerId="ADAL" clId="{8571DC48-0C12-45E0-9BF7-0A12C0FA93C2}" dt="2021-05-17T14:33:50.087" v="499" actId="207"/>
          <ac:spMkLst>
            <pc:docMk/>
            <pc:sldMk cId="2056228496" sldId="872"/>
            <ac:spMk id="2" creationId="{F8F412AC-0085-4638-B895-893A5B1D530B}"/>
          </ac:spMkLst>
        </pc:spChg>
        <pc:spChg chg="mod">
          <ac:chgData name="Soumita Sengupta" userId="4afa6ce1-cb01-46c2-8538-4650222f0c96" providerId="ADAL" clId="{8571DC48-0C12-45E0-9BF7-0A12C0FA93C2}" dt="2021-05-17T14:33:50.087" v="499" actId="207"/>
          <ac:spMkLst>
            <pc:docMk/>
            <pc:sldMk cId="2056228496" sldId="872"/>
            <ac:spMk id="3" creationId="{F67EAD20-C271-4DEE-B7C2-CCC79CE8AB23}"/>
          </ac:spMkLst>
        </pc:spChg>
        <pc:spChg chg="mod">
          <ac:chgData name="Soumita Sengupta" userId="4afa6ce1-cb01-46c2-8538-4650222f0c96" providerId="ADAL" clId="{8571DC48-0C12-45E0-9BF7-0A12C0FA93C2}" dt="2021-05-17T07:38:17.733" v="56" actId="255"/>
          <ac:spMkLst>
            <pc:docMk/>
            <pc:sldMk cId="2056228496" sldId="872"/>
            <ac:spMk id="5" creationId="{B50CAA43-3A66-42AD-BD02-B4ED241630EB}"/>
          </ac:spMkLst>
        </pc:spChg>
      </pc:sldChg>
      <pc:sldChg chg="delSp add mod">
        <pc:chgData name="Soumita Sengupta" userId="4afa6ce1-cb01-46c2-8538-4650222f0c96" providerId="ADAL" clId="{8571DC48-0C12-45E0-9BF7-0A12C0FA93C2}" dt="2021-05-17T07:38:32.932" v="57" actId="478"/>
        <pc:sldMkLst>
          <pc:docMk/>
          <pc:sldMk cId="2816898881" sldId="873"/>
        </pc:sldMkLst>
        <pc:spChg chg="del">
          <ac:chgData name="Soumita Sengupta" userId="4afa6ce1-cb01-46c2-8538-4650222f0c96" providerId="ADAL" clId="{8571DC48-0C12-45E0-9BF7-0A12C0FA93C2}" dt="2021-05-17T07:38:32.932" v="57" actId="478"/>
          <ac:spMkLst>
            <pc:docMk/>
            <pc:sldMk cId="2816898881" sldId="873"/>
            <ac:spMk id="10" creationId="{7132211E-35E2-42C8-B7EE-6C792F6E2A09}"/>
          </ac:spMkLst>
        </pc:spChg>
      </pc:sldChg>
      <pc:sldChg chg="modSp add mod">
        <pc:chgData name="Soumita Sengupta" userId="4afa6ce1-cb01-46c2-8538-4650222f0c96" providerId="ADAL" clId="{8571DC48-0C12-45E0-9BF7-0A12C0FA93C2}" dt="2021-05-17T07:38:49.668" v="59" actId="255"/>
        <pc:sldMkLst>
          <pc:docMk/>
          <pc:sldMk cId="53408869" sldId="874"/>
        </pc:sldMkLst>
        <pc:spChg chg="mod">
          <ac:chgData name="Soumita Sengupta" userId="4afa6ce1-cb01-46c2-8538-4650222f0c96" providerId="ADAL" clId="{8571DC48-0C12-45E0-9BF7-0A12C0FA93C2}" dt="2021-05-17T07:38:49.668" v="59" actId="255"/>
          <ac:spMkLst>
            <pc:docMk/>
            <pc:sldMk cId="53408869" sldId="874"/>
            <ac:spMk id="3" creationId="{10A61534-B4CA-4007-8750-502B9A30D959}"/>
          </ac:spMkLst>
        </pc:spChg>
      </pc:sldChg>
      <pc:sldChg chg="modSp add mod">
        <pc:chgData name="Soumita Sengupta" userId="4afa6ce1-cb01-46c2-8538-4650222f0c96" providerId="ADAL" clId="{8571DC48-0C12-45E0-9BF7-0A12C0FA93C2}" dt="2021-05-17T07:39:26.968" v="61" actId="2711"/>
        <pc:sldMkLst>
          <pc:docMk/>
          <pc:sldMk cId="1332674554" sldId="875"/>
        </pc:sldMkLst>
        <pc:spChg chg="mod">
          <ac:chgData name="Soumita Sengupta" userId="4afa6ce1-cb01-46c2-8538-4650222f0c96" providerId="ADAL" clId="{8571DC48-0C12-45E0-9BF7-0A12C0FA93C2}" dt="2021-05-17T07:39:06.195" v="60" actId="255"/>
          <ac:spMkLst>
            <pc:docMk/>
            <pc:sldMk cId="1332674554" sldId="875"/>
            <ac:spMk id="2" creationId="{087FF39E-82A2-4417-8732-85A562218D67}"/>
          </ac:spMkLst>
        </pc:spChg>
        <pc:spChg chg="mod">
          <ac:chgData name="Soumita Sengupta" userId="4afa6ce1-cb01-46c2-8538-4650222f0c96" providerId="ADAL" clId="{8571DC48-0C12-45E0-9BF7-0A12C0FA93C2}" dt="2021-05-17T07:39:26.968" v="61" actId="2711"/>
          <ac:spMkLst>
            <pc:docMk/>
            <pc:sldMk cId="1332674554" sldId="875"/>
            <ac:spMk id="7" creationId="{00000000-0000-0000-0000-000000000000}"/>
          </ac:spMkLst>
        </pc:spChg>
      </pc:sldChg>
      <pc:sldChg chg="modSp add mod">
        <pc:chgData name="Soumita Sengupta" userId="4afa6ce1-cb01-46c2-8538-4650222f0c96" providerId="ADAL" clId="{8571DC48-0C12-45E0-9BF7-0A12C0FA93C2}" dt="2021-05-17T07:51:52.484" v="203" actId="5793"/>
        <pc:sldMkLst>
          <pc:docMk/>
          <pc:sldMk cId="202006007" sldId="879"/>
        </pc:sldMkLst>
        <pc:spChg chg="mod">
          <ac:chgData name="Soumita Sengupta" userId="4afa6ce1-cb01-46c2-8538-4650222f0c96" providerId="ADAL" clId="{8571DC48-0C12-45E0-9BF7-0A12C0FA93C2}" dt="2021-05-17T07:51:52.484" v="203" actId="5793"/>
          <ac:spMkLst>
            <pc:docMk/>
            <pc:sldMk cId="202006007" sldId="879"/>
            <ac:spMk id="5" creationId="{70407E3C-70AF-4CC3-9567-50F4E8EB1618}"/>
          </ac:spMkLst>
        </pc:spChg>
      </pc:sldChg>
      <pc:sldChg chg="modSp mod">
        <pc:chgData name="Soumita Sengupta" userId="4afa6ce1-cb01-46c2-8538-4650222f0c96" providerId="ADAL" clId="{8571DC48-0C12-45E0-9BF7-0A12C0FA93C2}" dt="2021-05-17T14:27:33.891" v="454" actId="207"/>
        <pc:sldMkLst>
          <pc:docMk/>
          <pc:sldMk cId="1639061617" sldId="880"/>
        </pc:sldMkLst>
        <pc:spChg chg="mod">
          <ac:chgData name="Soumita Sengupta" userId="4afa6ce1-cb01-46c2-8538-4650222f0c96" providerId="ADAL" clId="{8571DC48-0C12-45E0-9BF7-0A12C0FA93C2}" dt="2021-05-17T14:27:33.891" v="454" actId="207"/>
          <ac:spMkLst>
            <pc:docMk/>
            <pc:sldMk cId="1639061617" sldId="880"/>
            <ac:spMk id="3" creationId="{00000000-0000-0000-0000-000000000000}"/>
          </ac:spMkLst>
        </pc:spChg>
        <pc:spChg chg="mod">
          <ac:chgData name="Soumita Sengupta" userId="4afa6ce1-cb01-46c2-8538-4650222f0c96" providerId="ADAL" clId="{8571DC48-0C12-45E0-9BF7-0A12C0FA93C2}" dt="2021-05-17T14:27:33.891" v="454" actId="207"/>
          <ac:spMkLst>
            <pc:docMk/>
            <pc:sldMk cId="1639061617" sldId="880"/>
            <ac:spMk id="4" creationId="{00000000-0000-0000-0000-000000000000}"/>
          </ac:spMkLst>
        </pc:spChg>
      </pc:sldChg>
      <pc:sldChg chg="modSp mod">
        <pc:chgData name="Soumita Sengupta" userId="4afa6ce1-cb01-46c2-8538-4650222f0c96" providerId="ADAL" clId="{8571DC48-0C12-45E0-9BF7-0A12C0FA93C2}" dt="2021-05-17T14:28:21.765" v="461" actId="207"/>
        <pc:sldMkLst>
          <pc:docMk/>
          <pc:sldMk cId="2139875260" sldId="881"/>
        </pc:sldMkLst>
        <pc:spChg chg="mod">
          <ac:chgData name="Soumita Sengupta" userId="4afa6ce1-cb01-46c2-8538-4650222f0c96" providerId="ADAL" clId="{8571DC48-0C12-45E0-9BF7-0A12C0FA93C2}" dt="2021-05-17T14:28:21.765" v="461" actId="207"/>
          <ac:spMkLst>
            <pc:docMk/>
            <pc:sldMk cId="2139875260" sldId="881"/>
            <ac:spMk id="3" creationId="{00000000-0000-0000-0000-000000000000}"/>
          </ac:spMkLst>
        </pc:spChg>
        <pc:spChg chg="mod">
          <ac:chgData name="Soumita Sengupta" userId="4afa6ce1-cb01-46c2-8538-4650222f0c96" providerId="ADAL" clId="{8571DC48-0C12-45E0-9BF7-0A12C0FA93C2}" dt="2021-05-17T14:28:21.765" v="461" actId="207"/>
          <ac:spMkLst>
            <pc:docMk/>
            <pc:sldMk cId="2139875260" sldId="881"/>
            <ac:spMk id="4" creationId="{00000000-0000-0000-0000-000000000000}"/>
          </ac:spMkLst>
        </pc:spChg>
      </pc:sldChg>
      <pc:sldChg chg="modSp mod">
        <pc:chgData name="Soumita Sengupta" userId="4afa6ce1-cb01-46c2-8538-4650222f0c96" providerId="ADAL" clId="{8571DC48-0C12-45E0-9BF7-0A12C0FA93C2}" dt="2021-05-17T14:28:40.884" v="463" actId="207"/>
        <pc:sldMkLst>
          <pc:docMk/>
          <pc:sldMk cId="2047864383" sldId="883"/>
        </pc:sldMkLst>
        <pc:spChg chg="mod">
          <ac:chgData name="Soumita Sengupta" userId="4afa6ce1-cb01-46c2-8538-4650222f0c96" providerId="ADAL" clId="{8571DC48-0C12-45E0-9BF7-0A12C0FA93C2}" dt="2021-05-17T14:28:40.884" v="463" actId="207"/>
          <ac:spMkLst>
            <pc:docMk/>
            <pc:sldMk cId="2047864383" sldId="883"/>
            <ac:spMk id="2" creationId="{D7229EAB-2797-4C92-B9F3-E1A52FD16017}"/>
          </ac:spMkLst>
        </pc:spChg>
        <pc:spChg chg="mod">
          <ac:chgData name="Soumita Sengupta" userId="4afa6ce1-cb01-46c2-8538-4650222f0c96" providerId="ADAL" clId="{8571DC48-0C12-45E0-9BF7-0A12C0FA93C2}" dt="2021-05-17T14:28:40.884" v="463" actId="207"/>
          <ac:spMkLst>
            <pc:docMk/>
            <pc:sldMk cId="2047864383" sldId="883"/>
            <ac:spMk id="4" creationId="{00000000-0000-0000-0000-000000000000}"/>
          </ac:spMkLst>
        </pc:spChg>
      </pc:sldChg>
      <pc:sldChg chg="modSp mod">
        <pc:chgData name="Soumita Sengupta" userId="4afa6ce1-cb01-46c2-8538-4650222f0c96" providerId="ADAL" clId="{8571DC48-0C12-45E0-9BF7-0A12C0FA93C2}" dt="2021-05-17T14:28:48.469" v="464" actId="207"/>
        <pc:sldMkLst>
          <pc:docMk/>
          <pc:sldMk cId="3568281701" sldId="884"/>
        </pc:sldMkLst>
        <pc:spChg chg="mod">
          <ac:chgData name="Soumita Sengupta" userId="4afa6ce1-cb01-46c2-8538-4650222f0c96" providerId="ADAL" clId="{8571DC48-0C12-45E0-9BF7-0A12C0FA93C2}" dt="2021-05-17T14:28:48.469" v="464" actId="207"/>
          <ac:spMkLst>
            <pc:docMk/>
            <pc:sldMk cId="3568281701" sldId="884"/>
            <ac:spMk id="2" creationId="{D7229EAB-2797-4C92-B9F3-E1A52FD16017}"/>
          </ac:spMkLst>
        </pc:spChg>
        <pc:spChg chg="mod">
          <ac:chgData name="Soumita Sengupta" userId="4afa6ce1-cb01-46c2-8538-4650222f0c96" providerId="ADAL" clId="{8571DC48-0C12-45E0-9BF7-0A12C0FA93C2}" dt="2021-05-17T14:28:48.469" v="464" actId="207"/>
          <ac:spMkLst>
            <pc:docMk/>
            <pc:sldMk cId="3568281701" sldId="884"/>
            <ac:spMk id="4" creationId="{00000000-0000-0000-0000-000000000000}"/>
          </ac:spMkLst>
        </pc:spChg>
      </pc:sldChg>
      <pc:sldChg chg="modSp mod">
        <pc:chgData name="Soumita Sengupta" userId="4afa6ce1-cb01-46c2-8538-4650222f0c96" providerId="ADAL" clId="{8571DC48-0C12-45E0-9BF7-0A12C0FA93C2}" dt="2021-05-17T14:28:54.669" v="465" actId="207"/>
        <pc:sldMkLst>
          <pc:docMk/>
          <pc:sldMk cId="3658751047" sldId="885"/>
        </pc:sldMkLst>
        <pc:spChg chg="mod">
          <ac:chgData name="Soumita Sengupta" userId="4afa6ce1-cb01-46c2-8538-4650222f0c96" providerId="ADAL" clId="{8571DC48-0C12-45E0-9BF7-0A12C0FA93C2}" dt="2021-05-17T14:28:54.669" v="465" actId="207"/>
          <ac:spMkLst>
            <pc:docMk/>
            <pc:sldMk cId="3658751047" sldId="885"/>
            <ac:spMk id="2" creationId="{D7229EAB-2797-4C92-B9F3-E1A52FD16017}"/>
          </ac:spMkLst>
        </pc:spChg>
        <pc:spChg chg="mod">
          <ac:chgData name="Soumita Sengupta" userId="4afa6ce1-cb01-46c2-8538-4650222f0c96" providerId="ADAL" clId="{8571DC48-0C12-45E0-9BF7-0A12C0FA93C2}" dt="2021-05-17T14:28:54.669" v="465" actId="207"/>
          <ac:spMkLst>
            <pc:docMk/>
            <pc:sldMk cId="3658751047" sldId="885"/>
            <ac:spMk id="4" creationId="{00000000-0000-0000-0000-000000000000}"/>
          </ac:spMkLst>
        </pc:spChg>
      </pc:sldChg>
      <pc:sldChg chg="modSp mod">
        <pc:chgData name="Soumita Sengupta" userId="4afa6ce1-cb01-46c2-8538-4650222f0c96" providerId="ADAL" clId="{8571DC48-0C12-45E0-9BF7-0A12C0FA93C2}" dt="2021-05-17T14:29:01.348" v="466" actId="207"/>
        <pc:sldMkLst>
          <pc:docMk/>
          <pc:sldMk cId="225487929" sldId="886"/>
        </pc:sldMkLst>
        <pc:spChg chg="mod">
          <ac:chgData name="Soumita Sengupta" userId="4afa6ce1-cb01-46c2-8538-4650222f0c96" providerId="ADAL" clId="{8571DC48-0C12-45E0-9BF7-0A12C0FA93C2}" dt="2021-05-17T14:29:01.348" v="466" actId="207"/>
          <ac:spMkLst>
            <pc:docMk/>
            <pc:sldMk cId="225487929" sldId="886"/>
            <ac:spMk id="2" creationId="{D7229EAB-2797-4C92-B9F3-E1A52FD16017}"/>
          </ac:spMkLst>
        </pc:spChg>
        <pc:spChg chg="mod">
          <ac:chgData name="Soumita Sengupta" userId="4afa6ce1-cb01-46c2-8538-4650222f0c96" providerId="ADAL" clId="{8571DC48-0C12-45E0-9BF7-0A12C0FA93C2}" dt="2021-05-17T14:29:01.348" v="466" actId="207"/>
          <ac:spMkLst>
            <pc:docMk/>
            <pc:sldMk cId="225487929" sldId="886"/>
            <ac:spMk id="4" creationId="{00000000-0000-0000-0000-000000000000}"/>
          </ac:spMkLst>
        </pc:spChg>
      </pc:sldChg>
      <pc:sldChg chg="modSp mod">
        <pc:chgData name="Soumita Sengupta" userId="4afa6ce1-cb01-46c2-8538-4650222f0c96" providerId="ADAL" clId="{8571DC48-0C12-45E0-9BF7-0A12C0FA93C2}" dt="2021-05-17T14:29:08.172" v="467" actId="207"/>
        <pc:sldMkLst>
          <pc:docMk/>
          <pc:sldMk cId="1268566176" sldId="887"/>
        </pc:sldMkLst>
        <pc:spChg chg="mod">
          <ac:chgData name="Soumita Sengupta" userId="4afa6ce1-cb01-46c2-8538-4650222f0c96" providerId="ADAL" clId="{8571DC48-0C12-45E0-9BF7-0A12C0FA93C2}" dt="2021-05-17T14:29:08.172" v="467" actId="207"/>
          <ac:spMkLst>
            <pc:docMk/>
            <pc:sldMk cId="1268566176" sldId="887"/>
            <ac:spMk id="2" creationId="{D7229EAB-2797-4C92-B9F3-E1A52FD16017}"/>
          </ac:spMkLst>
        </pc:spChg>
        <pc:spChg chg="mod">
          <ac:chgData name="Soumita Sengupta" userId="4afa6ce1-cb01-46c2-8538-4650222f0c96" providerId="ADAL" clId="{8571DC48-0C12-45E0-9BF7-0A12C0FA93C2}" dt="2021-05-17T14:29:08.172" v="467" actId="207"/>
          <ac:spMkLst>
            <pc:docMk/>
            <pc:sldMk cId="1268566176" sldId="887"/>
            <ac:spMk id="4" creationId="{00000000-0000-0000-0000-000000000000}"/>
          </ac:spMkLst>
        </pc:spChg>
      </pc:sldChg>
      <pc:sldChg chg="modSp mod">
        <pc:chgData name="Soumita Sengupta" userId="4afa6ce1-cb01-46c2-8538-4650222f0c96" providerId="ADAL" clId="{8571DC48-0C12-45E0-9BF7-0A12C0FA93C2}" dt="2021-05-17T14:30:34.004" v="476" actId="207"/>
        <pc:sldMkLst>
          <pc:docMk/>
          <pc:sldMk cId="2990392643" sldId="889"/>
        </pc:sldMkLst>
        <pc:spChg chg="mod">
          <ac:chgData name="Soumita Sengupta" userId="4afa6ce1-cb01-46c2-8538-4650222f0c96" providerId="ADAL" clId="{8571DC48-0C12-45E0-9BF7-0A12C0FA93C2}" dt="2021-05-17T14:30:34.004" v="476" actId="207"/>
          <ac:spMkLst>
            <pc:docMk/>
            <pc:sldMk cId="2990392643" sldId="889"/>
            <ac:spMk id="2" creationId="{B6B893F1-DEDB-4CFF-8DD4-069CEAC32E9F}"/>
          </ac:spMkLst>
        </pc:spChg>
        <pc:spChg chg="mod">
          <ac:chgData name="Soumita Sengupta" userId="4afa6ce1-cb01-46c2-8538-4650222f0c96" providerId="ADAL" clId="{8571DC48-0C12-45E0-9BF7-0A12C0FA93C2}" dt="2021-05-17T14:30:34.004" v="476" actId="207"/>
          <ac:spMkLst>
            <pc:docMk/>
            <pc:sldMk cId="2990392643" sldId="889"/>
            <ac:spMk id="4" creationId="{00000000-0000-0000-0000-000000000000}"/>
          </ac:spMkLst>
        </pc:spChg>
      </pc:sldChg>
      <pc:sldChg chg="modSp mod">
        <pc:chgData name="Soumita Sengupta" userId="4afa6ce1-cb01-46c2-8538-4650222f0c96" providerId="ADAL" clId="{8571DC48-0C12-45E0-9BF7-0A12C0FA93C2}" dt="2021-05-17T14:30:39.835" v="477" actId="207"/>
        <pc:sldMkLst>
          <pc:docMk/>
          <pc:sldMk cId="4152093735" sldId="890"/>
        </pc:sldMkLst>
        <pc:spChg chg="mod">
          <ac:chgData name="Soumita Sengupta" userId="4afa6ce1-cb01-46c2-8538-4650222f0c96" providerId="ADAL" clId="{8571DC48-0C12-45E0-9BF7-0A12C0FA93C2}" dt="2021-05-17T14:30:39.835" v="477" actId="207"/>
          <ac:spMkLst>
            <pc:docMk/>
            <pc:sldMk cId="4152093735" sldId="890"/>
            <ac:spMk id="2" creationId="{B6B893F1-DEDB-4CFF-8DD4-069CEAC32E9F}"/>
          </ac:spMkLst>
        </pc:spChg>
        <pc:spChg chg="mod">
          <ac:chgData name="Soumita Sengupta" userId="4afa6ce1-cb01-46c2-8538-4650222f0c96" providerId="ADAL" clId="{8571DC48-0C12-45E0-9BF7-0A12C0FA93C2}" dt="2021-05-17T14:30:39.835" v="477" actId="207"/>
          <ac:spMkLst>
            <pc:docMk/>
            <pc:sldMk cId="4152093735" sldId="890"/>
            <ac:spMk id="4" creationId="{00000000-0000-0000-0000-000000000000}"/>
          </ac:spMkLst>
        </pc:spChg>
      </pc:sldChg>
      <pc:sldChg chg="modSp mod">
        <pc:chgData name="Soumita Sengupta" userId="4afa6ce1-cb01-46c2-8538-4650222f0c96" providerId="ADAL" clId="{8571DC48-0C12-45E0-9BF7-0A12C0FA93C2}" dt="2021-05-17T14:32:00.213" v="488" actId="207"/>
        <pc:sldMkLst>
          <pc:docMk/>
          <pc:sldMk cId="3419036602" sldId="891"/>
        </pc:sldMkLst>
        <pc:spChg chg="mod">
          <ac:chgData name="Soumita Sengupta" userId="4afa6ce1-cb01-46c2-8538-4650222f0c96" providerId="ADAL" clId="{8571DC48-0C12-45E0-9BF7-0A12C0FA93C2}" dt="2021-05-17T14:32:00.213" v="488" actId="207"/>
          <ac:spMkLst>
            <pc:docMk/>
            <pc:sldMk cId="3419036602" sldId="891"/>
            <ac:spMk id="2" creationId="{D2965F05-2471-447C-97CD-B93193FE76F8}"/>
          </ac:spMkLst>
        </pc:spChg>
        <pc:spChg chg="mod">
          <ac:chgData name="Soumita Sengupta" userId="4afa6ce1-cb01-46c2-8538-4650222f0c96" providerId="ADAL" clId="{8571DC48-0C12-45E0-9BF7-0A12C0FA93C2}" dt="2021-05-17T14:32:00.213" v="488" actId="207"/>
          <ac:spMkLst>
            <pc:docMk/>
            <pc:sldMk cId="3419036602" sldId="891"/>
            <ac:spMk id="4" creationId="{00000000-0000-0000-0000-000000000000}"/>
          </ac:spMkLst>
        </pc:spChg>
      </pc:sldChg>
      <pc:sldChg chg="modSp mod">
        <pc:chgData name="Soumita Sengupta" userId="4afa6ce1-cb01-46c2-8538-4650222f0c96" providerId="ADAL" clId="{8571DC48-0C12-45E0-9BF7-0A12C0FA93C2}" dt="2021-05-17T14:32:06.656" v="489" actId="207"/>
        <pc:sldMkLst>
          <pc:docMk/>
          <pc:sldMk cId="2610132345" sldId="892"/>
        </pc:sldMkLst>
        <pc:spChg chg="mod">
          <ac:chgData name="Soumita Sengupta" userId="4afa6ce1-cb01-46c2-8538-4650222f0c96" providerId="ADAL" clId="{8571DC48-0C12-45E0-9BF7-0A12C0FA93C2}" dt="2021-05-17T14:32:06.656" v="489" actId="207"/>
          <ac:spMkLst>
            <pc:docMk/>
            <pc:sldMk cId="2610132345" sldId="892"/>
            <ac:spMk id="2" creationId="{D2965F05-2471-447C-97CD-B93193FE76F8}"/>
          </ac:spMkLst>
        </pc:spChg>
        <pc:spChg chg="mod">
          <ac:chgData name="Soumita Sengupta" userId="4afa6ce1-cb01-46c2-8538-4650222f0c96" providerId="ADAL" clId="{8571DC48-0C12-45E0-9BF7-0A12C0FA93C2}" dt="2021-05-17T14:32:06.656" v="489" actId="207"/>
          <ac:spMkLst>
            <pc:docMk/>
            <pc:sldMk cId="2610132345" sldId="892"/>
            <ac:spMk id="4" creationId="{00000000-0000-0000-0000-000000000000}"/>
          </ac:spMkLst>
        </pc:spChg>
      </pc:sldChg>
      <pc:sldChg chg="modSp mod">
        <pc:chgData name="Soumita Sengupta" userId="4afa6ce1-cb01-46c2-8538-4650222f0c96" providerId="ADAL" clId="{8571DC48-0C12-45E0-9BF7-0A12C0FA93C2}" dt="2021-05-17T14:32:13.142" v="490" actId="207"/>
        <pc:sldMkLst>
          <pc:docMk/>
          <pc:sldMk cId="44910485" sldId="893"/>
        </pc:sldMkLst>
        <pc:spChg chg="mod">
          <ac:chgData name="Soumita Sengupta" userId="4afa6ce1-cb01-46c2-8538-4650222f0c96" providerId="ADAL" clId="{8571DC48-0C12-45E0-9BF7-0A12C0FA93C2}" dt="2021-05-17T14:32:13.142" v="490" actId="207"/>
          <ac:spMkLst>
            <pc:docMk/>
            <pc:sldMk cId="44910485" sldId="893"/>
            <ac:spMk id="2" creationId="{D2965F05-2471-447C-97CD-B93193FE76F8}"/>
          </ac:spMkLst>
        </pc:spChg>
        <pc:spChg chg="mod">
          <ac:chgData name="Soumita Sengupta" userId="4afa6ce1-cb01-46c2-8538-4650222f0c96" providerId="ADAL" clId="{8571DC48-0C12-45E0-9BF7-0A12C0FA93C2}" dt="2021-05-17T14:32:13.142" v="490" actId="207"/>
          <ac:spMkLst>
            <pc:docMk/>
            <pc:sldMk cId="44910485" sldId="893"/>
            <ac:spMk id="4" creationId="{00000000-0000-0000-0000-000000000000}"/>
          </ac:spMkLst>
        </pc:spChg>
      </pc:sldChg>
      <pc:sldChg chg="modSp mod">
        <pc:chgData name="Soumita Sengupta" userId="4afa6ce1-cb01-46c2-8538-4650222f0c96" providerId="ADAL" clId="{8571DC48-0C12-45E0-9BF7-0A12C0FA93C2}" dt="2021-05-17T14:32:19.826" v="491" actId="207"/>
        <pc:sldMkLst>
          <pc:docMk/>
          <pc:sldMk cId="3136716027" sldId="894"/>
        </pc:sldMkLst>
        <pc:spChg chg="mod">
          <ac:chgData name="Soumita Sengupta" userId="4afa6ce1-cb01-46c2-8538-4650222f0c96" providerId="ADAL" clId="{8571DC48-0C12-45E0-9BF7-0A12C0FA93C2}" dt="2021-05-17T14:32:19.826" v="491" actId="207"/>
          <ac:spMkLst>
            <pc:docMk/>
            <pc:sldMk cId="3136716027" sldId="894"/>
            <ac:spMk id="2" creationId="{D2965F05-2471-447C-97CD-B93193FE76F8}"/>
          </ac:spMkLst>
        </pc:spChg>
        <pc:spChg chg="mod">
          <ac:chgData name="Soumita Sengupta" userId="4afa6ce1-cb01-46c2-8538-4650222f0c96" providerId="ADAL" clId="{8571DC48-0C12-45E0-9BF7-0A12C0FA93C2}" dt="2021-05-17T14:32:19.826" v="491" actId="207"/>
          <ac:spMkLst>
            <pc:docMk/>
            <pc:sldMk cId="3136716027" sldId="894"/>
            <ac:spMk id="4" creationId="{00000000-0000-0000-0000-000000000000}"/>
          </ac:spMkLst>
        </pc:spChg>
      </pc:sldChg>
      <pc:sldChg chg="delSp add mod">
        <pc:chgData name="Soumita Sengupta" userId="4afa6ce1-cb01-46c2-8538-4650222f0c96" providerId="ADAL" clId="{8571DC48-0C12-45E0-9BF7-0A12C0FA93C2}" dt="2021-05-17T07:38:41.608" v="58" actId="478"/>
        <pc:sldMkLst>
          <pc:docMk/>
          <pc:sldMk cId="1567628064" sldId="895"/>
        </pc:sldMkLst>
        <pc:spChg chg="del">
          <ac:chgData name="Soumita Sengupta" userId="4afa6ce1-cb01-46c2-8538-4650222f0c96" providerId="ADAL" clId="{8571DC48-0C12-45E0-9BF7-0A12C0FA93C2}" dt="2021-05-17T07:38:41.608" v="58" actId="478"/>
          <ac:spMkLst>
            <pc:docMk/>
            <pc:sldMk cId="1567628064" sldId="895"/>
            <ac:spMk id="10" creationId="{7132211E-35E2-42C8-B7EE-6C792F6E2A09}"/>
          </ac:spMkLst>
        </pc:spChg>
      </pc:sldChg>
      <pc:sldChg chg="delSp modSp add mod">
        <pc:chgData name="Soumita Sengupta" userId="4afa6ce1-cb01-46c2-8538-4650222f0c96" providerId="ADAL" clId="{8571DC48-0C12-45E0-9BF7-0A12C0FA93C2}" dt="2021-05-17T07:53:44.035" v="218" actId="255"/>
        <pc:sldMkLst>
          <pc:docMk/>
          <pc:sldMk cId="3581655586" sldId="897"/>
        </pc:sldMkLst>
        <pc:spChg chg="del">
          <ac:chgData name="Soumita Sengupta" userId="4afa6ce1-cb01-46c2-8538-4650222f0c96" providerId="ADAL" clId="{8571DC48-0C12-45E0-9BF7-0A12C0FA93C2}" dt="2021-05-17T07:53:32.514" v="216" actId="478"/>
          <ac:spMkLst>
            <pc:docMk/>
            <pc:sldMk cId="3581655586" sldId="897"/>
            <ac:spMk id="3" creationId="{0F173469-94E6-4FFB-804E-333660EDA01C}"/>
          </ac:spMkLst>
        </pc:spChg>
        <pc:graphicFrameChg chg="mod modGraphic">
          <ac:chgData name="Soumita Sengupta" userId="4afa6ce1-cb01-46c2-8538-4650222f0c96" providerId="ADAL" clId="{8571DC48-0C12-45E0-9BF7-0A12C0FA93C2}" dt="2021-05-17T07:53:44.035" v="218" actId="255"/>
          <ac:graphicFrameMkLst>
            <pc:docMk/>
            <pc:sldMk cId="3581655586" sldId="897"/>
            <ac:graphicFrameMk id="6" creationId="{B8FC2794-22D6-4020-A9A3-1F1BA81495E4}"/>
          </ac:graphicFrameMkLst>
        </pc:graphicFrameChg>
      </pc:sldChg>
      <pc:sldChg chg="delSp modSp add mod">
        <pc:chgData name="Soumita Sengupta" userId="4afa6ce1-cb01-46c2-8538-4650222f0c96" providerId="ADAL" clId="{8571DC48-0C12-45E0-9BF7-0A12C0FA93C2}" dt="2021-05-17T07:54:06.595" v="222" actId="1076"/>
        <pc:sldMkLst>
          <pc:docMk/>
          <pc:sldMk cId="2881927986" sldId="898"/>
        </pc:sldMkLst>
        <pc:spChg chg="del">
          <ac:chgData name="Soumita Sengupta" userId="4afa6ce1-cb01-46c2-8538-4650222f0c96" providerId="ADAL" clId="{8571DC48-0C12-45E0-9BF7-0A12C0FA93C2}" dt="2021-05-17T07:53:54.020" v="220" actId="478"/>
          <ac:spMkLst>
            <pc:docMk/>
            <pc:sldMk cId="2881927986" sldId="898"/>
            <ac:spMk id="3" creationId="{0F173469-94E6-4FFB-804E-333660EDA01C}"/>
          </ac:spMkLst>
        </pc:spChg>
        <pc:graphicFrameChg chg="mod modGraphic">
          <ac:chgData name="Soumita Sengupta" userId="4afa6ce1-cb01-46c2-8538-4650222f0c96" providerId="ADAL" clId="{8571DC48-0C12-45E0-9BF7-0A12C0FA93C2}" dt="2021-05-17T07:54:06.595" v="222" actId="1076"/>
          <ac:graphicFrameMkLst>
            <pc:docMk/>
            <pc:sldMk cId="2881927986" sldId="898"/>
            <ac:graphicFrameMk id="6" creationId="{B8FC2794-22D6-4020-A9A3-1F1BA81495E4}"/>
          </ac:graphicFrameMkLst>
        </pc:graphicFrameChg>
      </pc:sldChg>
      <pc:sldChg chg="delSp modSp add mod">
        <pc:chgData name="Soumita Sengupta" userId="4afa6ce1-cb01-46c2-8538-4650222f0c96" providerId="ADAL" clId="{8571DC48-0C12-45E0-9BF7-0A12C0FA93C2}" dt="2021-05-17T07:54:59.315" v="231" actId="255"/>
        <pc:sldMkLst>
          <pc:docMk/>
          <pc:sldMk cId="2274002417" sldId="900"/>
        </pc:sldMkLst>
        <pc:spChg chg="del">
          <ac:chgData name="Soumita Sengupta" userId="4afa6ce1-cb01-46c2-8538-4650222f0c96" providerId="ADAL" clId="{8571DC48-0C12-45E0-9BF7-0A12C0FA93C2}" dt="2021-05-17T07:54:46.535" v="230" actId="478"/>
          <ac:spMkLst>
            <pc:docMk/>
            <pc:sldMk cId="2274002417" sldId="900"/>
            <ac:spMk id="7" creationId="{E06A3024-9699-41E9-A854-B2DD7C6FFFC9}"/>
          </ac:spMkLst>
        </pc:spChg>
        <pc:graphicFrameChg chg="modGraphic">
          <ac:chgData name="Soumita Sengupta" userId="4afa6ce1-cb01-46c2-8538-4650222f0c96" providerId="ADAL" clId="{8571DC48-0C12-45E0-9BF7-0A12C0FA93C2}" dt="2021-05-17T07:54:59.315" v="231" actId="255"/>
          <ac:graphicFrameMkLst>
            <pc:docMk/>
            <pc:sldMk cId="2274002417" sldId="900"/>
            <ac:graphicFrameMk id="8" creationId="{00000000-0000-0000-0000-000000000000}"/>
          </ac:graphicFrameMkLst>
        </pc:graphicFrameChg>
      </pc:sldChg>
      <pc:sldChg chg="delSp modSp add mod">
        <pc:chgData name="Soumita Sengupta" userId="4afa6ce1-cb01-46c2-8538-4650222f0c96" providerId="ADAL" clId="{8571DC48-0C12-45E0-9BF7-0A12C0FA93C2}" dt="2021-05-17T07:56:54.798" v="252" actId="1076"/>
        <pc:sldMkLst>
          <pc:docMk/>
          <pc:sldMk cId="764318788" sldId="902"/>
        </pc:sldMkLst>
        <pc:spChg chg="del">
          <ac:chgData name="Soumita Sengupta" userId="4afa6ce1-cb01-46c2-8538-4650222f0c96" providerId="ADAL" clId="{8571DC48-0C12-45E0-9BF7-0A12C0FA93C2}" dt="2021-05-17T07:56:32.056" v="248" actId="478"/>
          <ac:spMkLst>
            <pc:docMk/>
            <pc:sldMk cId="764318788" sldId="902"/>
            <ac:spMk id="19" creationId="{A5FC24B9-9878-4DB4-9EE4-B9FCC8AEFB3F}"/>
          </ac:spMkLst>
        </pc:spChg>
        <pc:graphicFrameChg chg="mod modGraphic">
          <ac:chgData name="Soumita Sengupta" userId="4afa6ce1-cb01-46c2-8538-4650222f0c96" providerId="ADAL" clId="{8571DC48-0C12-45E0-9BF7-0A12C0FA93C2}" dt="2021-05-17T07:56:54.798" v="252" actId="1076"/>
          <ac:graphicFrameMkLst>
            <pc:docMk/>
            <pc:sldMk cId="764318788" sldId="902"/>
            <ac:graphicFrameMk id="14" creationId="{3A4118D9-CAD0-4F66-A0D9-F487607F75D9}"/>
          </ac:graphicFrameMkLst>
        </pc:graphicFrameChg>
        <pc:picChg chg="del">
          <ac:chgData name="Soumita Sengupta" userId="4afa6ce1-cb01-46c2-8538-4650222f0c96" providerId="ADAL" clId="{8571DC48-0C12-45E0-9BF7-0A12C0FA93C2}" dt="2021-05-17T07:56:18.097" v="245" actId="478"/>
          <ac:picMkLst>
            <pc:docMk/>
            <pc:sldMk cId="764318788" sldId="902"/>
            <ac:picMk id="13" creationId="{8F253502-2546-4976-9C61-334B3EC965E5}"/>
          </ac:picMkLst>
        </pc:picChg>
      </pc:sldChg>
      <pc:sldChg chg="delSp modSp add mod">
        <pc:chgData name="Soumita Sengupta" userId="4afa6ce1-cb01-46c2-8538-4650222f0c96" providerId="ADAL" clId="{8571DC48-0C12-45E0-9BF7-0A12C0FA93C2}" dt="2021-05-17T08:01:09.767" v="273" actId="1076"/>
        <pc:sldMkLst>
          <pc:docMk/>
          <pc:sldMk cId="1489738380" sldId="903"/>
        </pc:sldMkLst>
        <pc:spChg chg="del">
          <ac:chgData name="Soumita Sengupta" userId="4afa6ce1-cb01-46c2-8538-4650222f0c96" providerId="ADAL" clId="{8571DC48-0C12-45E0-9BF7-0A12C0FA93C2}" dt="2021-05-17T08:01:04.487" v="272" actId="478"/>
          <ac:spMkLst>
            <pc:docMk/>
            <pc:sldMk cId="1489738380" sldId="903"/>
            <ac:spMk id="3" creationId="{1E93E0B9-106D-4E01-947D-9B58393568E4}"/>
          </ac:spMkLst>
        </pc:spChg>
        <pc:graphicFrameChg chg="mod modGraphic">
          <ac:chgData name="Soumita Sengupta" userId="4afa6ce1-cb01-46c2-8538-4650222f0c96" providerId="ADAL" clId="{8571DC48-0C12-45E0-9BF7-0A12C0FA93C2}" dt="2021-05-17T08:01:09.767" v="273" actId="1076"/>
          <ac:graphicFrameMkLst>
            <pc:docMk/>
            <pc:sldMk cId="1489738380" sldId="903"/>
            <ac:graphicFrameMk id="6" creationId="{DC81A6CF-0F67-4199-91FC-10F3938EFF67}"/>
          </ac:graphicFrameMkLst>
        </pc:graphicFrameChg>
      </pc:sldChg>
      <pc:sldChg chg="delSp modSp add mod">
        <pc:chgData name="Soumita Sengupta" userId="4afa6ce1-cb01-46c2-8538-4650222f0c96" providerId="ADAL" clId="{8571DC48-0C12-45E0-9BF7-0A12C0FA93C2}" dt="2021-05-17T08:01:42.629" v="279" actId="14100"/>
        <pc:sldMkLst>
          <pc:docMk/>
          <pc:sldMk cId="3148603224" sldId="904"/>
        </pc:sldMkLst>
        <pc:spChg chg="del">
          <ac:chgData name="Soumita Sengupta" userId="4afa6ce1-cb01-46c2-8538-4650222f0c96" providerId="ADAL" clId="{8571DC48-0C12-45E0-9BF7-0A12C0FA93C2}" dt="2021-05-17T08:01:28.862" v="276" actId="478"/>
          <ac:spMkLst>
            <pc:docMk/>
            <pc:sldMk cId="3148603224" sldId="904"/>
            <ac:spMk id="3" creationId="{1E93E0B9-106D-4E01-947D-9B58393568E4}"/>
          </ac:spMkLst>
        </pc:spChg>
        <pc:graphicFrameChg chg="mod modGraphic">
          <ac:chgData name="Soumita Sengupta" userId="4afa6ce1-cb01-46c2-8538-4650222f0c96" providerId="ADAL" clId="{8571DC48-0C12-45E0-9BF7-0A12C0FA93C2}" dt="2021-05-17T08:01:42.629" v="279" actId="14100"/>
          <ac:graphicFrameMkLst>
            <pc:docMk/>
            <pc:sldMk cId="3148603224" sldId="904"/>
            <ac:graphicFrameMk id="6" creationId="{DC81A6CF-0F67-4199-91FC-10F3938EFF67}"/>
          </ac:graphicFrameMkLst>
        </pc:graphicFrameChg>
      </pc:sldChg>
      <pc:sldChg chg="delSp add mod">
        <pc:chgData name="Soumita Sengupta" userId="4afa6ce1-cb01-46c2-8538-4650222f0c96" providerId="ADAL" clId="{8571DC48-0C12-45E0-9BF7-0A12C0FA93C2}" dt="2021-05-17T08:03:35.518" v="290" actId="478"/>
        <pc:sldMkLst>
          <pc:docMk/>
          <pc:sldMk cId="1190720650" sldId="905"/>
        </pc:sldMkLst>
        <pc:spChg chg="del">
          <ac:chgData name="Soumita Sengupta" userId="4afa6ce1-cb01-46c2-8538-4650222f0c96" providerId="ADAL" clId="{8571DC48-0C12-45E0-9BF7-0A12C0FA93C2}" dt="2021-05-17T08:03:35.518" v="290" actId="478"/>
          <ac:spMkLst>
            <pc:docMk/>
            <pc:sldMk cId="1190720650" sldId="905"/>
            <ac:spMk id="3" creationId="{72ABD603-5A1F-4618-A9D6-FFA011CCE180}"/>
          </ac:spMkLst>
        </pc:spChg>
      </pc:sldChg>
      <pc:sldChg chg="delSp add mod">
        <pc:chgData name="Soumita Sengupta" userId="4afa6ce1-cb01-46c2-8538-4650222f0c96" providerId="ADAL" clId="{8571DC48-0C12-45E0-9BF7-0A12C0FA93C2}" dt="2021-05-17T08:08:49.922" v="345" actId="478"/>
        <pc:sldMkLst>
          <pc:docMk/>
          <pc:sldMk cId="2516332578" sldId="906"/>
        </pc:sldMkLst>
        <pc:spChg chg="del">
          <ac:chgData name="Soumita Sengupta" userId="4afa6ce1-cb01-46c2-8538-4650222f0c96" providerId="ADAL" clId="{8571DC48-0C12-45E0-9BF7-0A12C0FA93C2}" dt="2021-05-17T08:08:49.922" v="345" actId="478"/>
          <ac:spMkLst>
            <pc:docMk/>
            <pc:sldMk cId="2516332578" sldId="906"/>
            <ac:spMk id="7" creationId="{1954F96B-73D4-4F31-BD4C-4E3AE69DBAE2}"/>
          </ac:spMkLst>
        </pc:spChg>
      </pc:sldChg>
      <pc:sldChg chg="modSp add mod">
        <pc:chgData name="Soumita Sengupta" userId="4afa6ce1-cb01-46c2-8538-4650222f0c96" providerId="ADAL" clId="{8571DC48-0C12-45E0-9BF7-0A12C0FA93C2}" dt="2021-05-17T08:09:19.771" v="348" actId="255"/>
        <pc:sldMkLst>
          <pc:docMk/>
          <pc:sldMk cId="2973615240" sldId="907"/>
        </pc:sldMkLst>
        <pc:spChg chg="mod">
          <ac:chgData name="Soumita Sengupta" userId="4afa6ce1-cb01-46c2-8538-4650222f0c96" providerId="ADAL" clId="{8571DC48-0C12-45E0-9BF7-0A12C0FA93C2}" dt="2021-05-17T08:09:19.771" v="348" actId="255"/>
          <ac:spMkLst>
            <pc:docMk/>
            <pc:sldMk cId="2973615240" sldId="907"/>
            <ac:spMk id="6" creationId="{A3F287DC-D56A-4E57-B0A7-8EAAD987EBAD}"/>
          </ac:spMkLst>
        </pc:spChg>
      </pc:sldChg>
      <pc:sldChg chg="modSp add mod">
        <pc:chgData name="Soumita Sengupta" userId="4afa6ce1-cb01-46c2-8538-4650222f0c96" providerId="ADAL" clId="{8571DC48-0C12-45E0-9BF7-0A12C0FA93C2}" dt="2021-05-17T08:11:18.961" v="362" actId="255"/>
        <pc:sldMkLst>
          <pc:docMk/>
          <pc:sldMk cId="1602332024" sldId="908"/>
        </pc:sldMkLst>
        <pc:graphicFrameChg chg="modGraphic">
          <ac:chgData name="Soumita Sengupta" userId="4afa6ce1-cb01-46c2-8538-4650222f0c96" providerId="ADAL" clId="{8571DC48-0C12-45E0-9BF7-0A12C0FA93C2}" dt="2021-05-17T08:11:18.961" v="362" actId="255"/>
          <ac:graphicFrameMkLst>
            <pc:docMk/>
            <pc:sldMk cId="1602332024" sldId="908"/>
            <ac:graphicFrameMk id="2" creationId="{DC5C2772-D9D5-4388-B2F1-7EA90C6313BD}"/>
          </ac:graphicFrameMkLst>
        </pc:graphicFrameChg>
      </pc:sldChg>
      <pc:sldChg chg="modSp add mod">
        <pc:chgData name="Soumita Sengupta" userId="4afa6ce1-cb01-46c2-8538-4650222f0c96" providerId="ADAL" clId="{8571DC48-0C12-45E0-9BF7-0A12C0FA93C2}" dt="2021-05-17T08:11:26.757" v="363" actId="255"/>
        <pc:sldMkLst>
          <pc:docMk/>
          <pc:sldMk cId="2713866988" sldId="909"/>
        </pc:sldMkLst>
        <pc:graphicFrameChg chg="modGraphic">
          <ac:chgData name="Soumita Sengupta" userId="4afa6ce1-cb01-46c2-8538-4650222f0c96" providerId="ADAL" clId="{8571DC48-0C12-45E0-9BF7-0A12C0FA93C2}" dt="2021-05-17T08:11:26.757" v="363" actId="255"/>
          <ac:graphicFrameMkLst>
            <pc:docMk/>
            <pc:sldMk cId="2713866988" sldId="909"/>
            <ac:graphicFrameMk id="2" creationId="{DC5C2772-D9D5-4388-B2F1-7EA90C6313BD}"/>
          </ac:graphicFrameMkLst>
        </pc:graphicFrameChg>
      </pc:sldChg>
      <pc:sldChg chg="modSp add mod">
        <pc:chgData name="Soumita Sengupta" userId="4afa6ce1-cb01-46c2-8538-4650222f0c96" providerId="ADAL" clId="{8571DC48-0C12-45E0-9BF7-0A12C0FA93C2}" dt="2021-05-17T08:11:33.609" v="364" actId="255"/>
        <pc:sldMkLst>
          <pc:docMk/>
          <pc:sldMk cId="959984758" sldId="910"/>
        </pc:sldMkLst>
        <pc:graphicFrameChg chg="modGraphic">
          <ac:chgData name="Soumita Sengupta" userId="4afa6ce1-cb01-46c2-8538-4650222f0c96" providerId="ADAL" clId="{8571DC48-0C12-45E0-9BF7-0A12C0FA93C2}" dt="2021-05-17T08:11:33.609" v="364" actId="255"/>
          <ac:graphicFrameMkLst>
            <pc:docMk/>
            <pc:sldMk cId="959984758" sldId="910"/>
            <ac:graphicFrameMk id="2" creationId="{DC5C2772-D9D5-4388-B2F1-7EA90C6313BD}"/>
          </ac:graphicFrameMkLst>
        </pc:graphicFrameChg>
      </pc:sldChg>
      <pc:sldChg chg="modSp add mod">
        <pc:chgData name="Soumita Sengupta" userId="4afa6ce1-cb01-46c2-8538-4650222f0c96" providerId="ADAL" clId="{8571DC48-0C12-45E0-9BF7-0A12C0FA93C2}" dt="2021-05-17T08:11:41.166" v="365" actId="255"/>
        <pc:sldMkLst>
          <pc:docMk/>
          <pc:sldMk cId="2701152022" sldId="911"/>
        </pc:sldMkLst>
        <pc:graphicFrameChg chg="modGraphic">
          <ac:chgData name="Soumita Sengupta" userId="4afa6ce1-cb01-46c2-8538-4650222f0c96" providerId="ADAL" clId="{8571DC48-0C12-45E0-9BF7-0A12C0FA93C2}" dt="2021-05-17T08:11:41.166" v="365" actId="255"/>
          <ac:graphicFrameMkLst>
            <pc:docMk/>
            <pc:sldMk cId="2701152022" sldId="911"/>
            <ac:graphicFrameMk id="2" creationId="{DC5C2772-D9D5-4388-B2F1-7EA90C6313BD}"/>
          </ac:graphicFrameMkLst>
        </pc:graphicFrameChg>
      </pc:sldChg>
      <pc:sldChg chg="modSp add mod">
        <pc:chgData name="Soumita Sengupta" userId="4afa6ce1-cb01-46c2-8538-4650222f0c96" providerId="ADAL" clId="{8571DC48-0C12-45E0-9BF7-0A12C0FA93C2}" dt="2021-05-17T08:12:12.916" v="372" actId="255"/>
        <pc:sldMkLst>
          <pc:docMk/>
          <pc:sldMk cId="7820174" sldId="912"/>
        </pc:sldMkLst>
        <pc:spChg chg="mod">
          <ac:chgData name="Soumita Sengupta" userId="4afa6ce1-cb01-46c2-8538-4650222f0c96" providerId="ADAL" clId="{8571DC48-0C12-45E0-9BF7-0A12C0FA93C2}" dt="2021-05-17T08:12:06.683" v="371" actId="5793"/>
          <ac:spMkLst>
            <pc:docMk/>
            <pc:sldMk cId="7820174" sldId="912"/>
            <ac:spMk id="4" creationId="{F4E4F34F-F15D-4726-AF4D-1FA5CD8F58BF}"/>
          </ac:spMkLst>
        </pc:spChg>
        <pc:graphicFrameChg chg="modGraphic">
          <ac:chgData name="Soumita Sengupta" userId="4afa6ce1-cb01-46c2-8538-4650222f0c96" providerId="ADAL" clId="{8571DC48-0C12-45E0-9BF7-0A12C0FA93C2}" dt="2021-05-17T08:12:12.916" v="372" actId="255"/>
          <ac:graphicFrameMkLst>
            <pc:docMk/>
            <pc:sldMk cId="7820174" sldId="912"/>
            <ac:graphicFrameMk id="2" creationId="{2642B3FD-5C34-48FC-B8E5-690AA32692D5}"/>
          </ac:graphicFrameMkLst>
        </pc:graphicFrameChg>
      </pc:sldChg>
      <pc:sldChg chg="modSp add mod">
        <pc:chgData name="Soumita Sengupta" userId="4afa6ce1-cb01-46c2-8538-4650222f0c96" providerId="ADAL" clId="{8571DC48-0C12-45E0-9BF7-0A12C0FA93C2}" dt="2021-05-17T08:07:47.534" v="339" actId="255"/>
        <pc:sldMkLst>
          <pc:docMk/>
          <pc:sldMk cId="2358187163" sldId="913"/>
        </pc:sldMkLst>
        <pc:graphicFrameChg chg="modGraphic">
          <ac:chgData name="Soumita Sengupta" userId="4afa6ce1-cb01-46c2-8538-4650222f0c96" providerId="ADAL" clId="{8571DC48-0C12-45E0-9BF7-0A12C0FA93C2}" dt="2021-05-17T08:07:47.534" v="339" actId="255"/>
          <ac:graphicFrameMkLst>
            <pc:docMk/>
            <pc:sldMk cId="2358187163" sldId="913"/>
            <ac:graphicFrameMk id="11" creationId="{A3945B2E-C426-4C5D-8B03-6DE41A0A4D0A}"/>
          </ac:graphicFrameMkLst>
        </pc:graphicFrameChg>
      </pc:sldChg>
      <pc:sldChg chg="modSp add mod">
        <pc:chgData name="Soumita Sengupta" userId="4afa6ce1-cb01-46c2-8538-4650222f0c96" providerId="ADAL" clId="{8571DC48-0C12-45E0-9BF7-0A12C0FA93C2}" dt="2021-05-17T08:08:02.012" v="340" actId="255"/>
        <pc:sldMkLst>
          <pc:docMk/>
          <pc:sldMk cId="1544824064" sldId="914"/>
        </pc:sldMkLst>
        <pc:graphicFrameChg chg="modGraphic">
          <ac:chgData name="Soumita Sengupta" userId="4afa6ce1-cb01-46c2-8538-4650222f0c96" providerId="ADAL" clId="{8571DC48-0C12-45E0-9BF7-0A12C0FA93C2}" dt="2021-05-17T08:08:02.012" v="340" actId="255"/>
          <ac:graphicFrameMkLst>
            <pc:docMk/>
            <pc:sldMk cId="1544824064" sldId="914"/>
            <ac:graphicFrameMk id="11" creationId="{A3945B2E-C426-4C5D-8B03-6DE41A0A4D0A}"/>
          </ac:graphicFrameMkLst>
        </pc:graphicFrameChg>
      </pc:sldChg>
      <pc:sldChg chg="modSp add mod">
        <pc:chgData name="Soumita Sengupta" userId="4afa6ce1-cb01-46c2-8538-4650222f0c96" providerId="ADAL" clId="{8571DC48-0C12-45E0-9BF7-0A12C0FA93C2}" dt="2021-05-17T08:08:21.542" v="341" actId="255"/>
        <pc:sldMkLst>
          <pc:docMk/>
          <pc:sldMk cId="3465040682" sldId="915"/>
        </pc:sldMkLst>
        <pc:graphicFrameChg chg="modGraphic">
          <ac:chgData name="Soumita Sengupta" userId="4afa6ce1-cb01-46c2-8538-4650222f0c96" providerId="ADAL" clId="{8571DC48-0C12-45E0-9BF7-0A12C0FA93C2}" dt="2021-05-17T08:08:21.542" v="341" actId="255"/>
          <ac:graphicFrameMkLst>
            <pc:docMk/>
            <pc:sldMk cId="3465040682" sldId="915"/>
            <ac:graphicFrameMk id="11" creationId="{A3945B2E-C426-4C5D-8B03-6DE41A0A4D0A}"/>
          </ac:graphicFrameMkLst>
        </pc:graphicFrameChg>
      </pc:sldChg>
      <pc:sldChg chg="modSp add mod">
        <pc:chgData name="Soumita Sengupta" userId="4afa6ce1-cb01-46c2-8538-4650222f0c96" providerId="ADAL" clId="{8571DC48-0C12-45E0-9BF7-0A12C0FA93C2}" dt="2021-05-17T08:08:33.498" v="342" actId="255"/>
        <pc:sldMkLst>
          <pc:docMk/>
          <pc:sldMk cId="3794074273" sldId="916"/>
        </pc:sldMkLst>
        <pc:graphicFrameChg chg="modGraphic">
          <ac:chgData name="Soumita Sengupta" userId="4afa6ce1-cb01-46c2-8538-4650222f0c96" providerId="ADAL" clId="{8571DC48-0C12-45E0-9BF7-0A12C0FA93C2}" dt="2021-05-17T08:08:33.498" v="342" actId="255"/>
          <ac:graphicFrameMkLst>
            <pc:docMk/>
            <pc:sldMk cId="3794074273" sldId="916"/>
            <ac:graphicFrameMk id="11" creationId="{A3945B2E-C426-4C5D-8B03-6DE41A0A4D0A}"/>
          </ac:graphicFrameMkLst>
        </pc:graphicFrameChg>
      </pc:sldChg>
      <pc:sldChg chg="modSp add mod">
        <pc:chgData name="Soumita Sengupta" userId="4afa6ce1-cb01-46c2-8538-4650222f0c96" providerId="ADAL" clId="{8571DC48-0C12-45E0-9BF7-0A12C0FA93C2}" dt="2021-05-17T08:08:40.468" v="343" actId="255"/>
        <pc:sldMkLst>
          <pc:docMk/>
          <pc:sldMk cId="187595524" sldId="917"/>
        </pc:sldMkLst>
        <pc:graphicFrameChg chg="modGraphic">
          <ac:chgData name="Soumita Sengupta" userId="4afa6ce1-cb01-46c2-8538-4650222f0c96" providerId="ADAL" clId="{8571DC48-0C12-45E0-9BF7-0A12C0FA93C2}" dt="2021-05-17T08:08:40.468" v="343" actId="255"/>
          <ac:graphicFrameMkLst>
            <pc:docMk/>
            <pc:sldMk cId="187595524" sldId="917"/>
            <ac:graphicFrameMk id="11" creationId="{A3945B2E-C426-4C5D-8B03-6DE41A0A4D0A}"/>
          </ac:graphicFrameMkLst>
        </pc:graphicFrameChg>
      </pc:sldChg>
      <pc:sldChg chg="modSp add mod">
        <pc:chgData name="Soumita Sengupta" userId="4afa6ce1-cb01-46c2-8538-4650222f0c96" providerId="ADAL" clId="{8571DC48-0C12-45E0-9BF7-0A12C0FA93C2}" dt="2021-05-17T08:06:10.898" v="319" actId="255"/>
        <pc:sldMkLst>
          <pc:docMk/>
          <pc:sldMk cId="2852893372" sldId="918"/>
        </pc:sldMkLst>
        <pc:spChg chg="mod">
          <ac:chgData name="Soumita Sengupta" userId="4afa6ce1-cb01-46c2-8538-4650222f0c96" providerId="ADAL" clId="{8571DC48-0C12-45E0-9BF7-0A12C0FA93C2}" dt="2021-05-17T08:06:10.898" v="319" actId="255"/>
          <ac:spMkLst>
            <pc:docMk/>
            <pc:sldMk cId="2852893372" sldId="918"/>
            <ac:spMk id="3" creationId="{4C64D9EE-6F8B-4B3E-ABB4-6F757C789B02}"/>
          </ac:spMkLst>
        </pc:spChg>
        <pc:graphicFrameChg chg="modGraphic">
          <ac:chgData name="Soumita Sengupta" userId="4afa6ce1-cb01-46c2-8538-4650222f0c96" providerId="ADAL" clId="{8571DC48-0C12-45E0-9BF7-0A12C0FA93C2}" dt="2021-05-17T08:06:01.445" v="316" actId="255"/>
          <ac:graphicFrameMkLst>
            <pc:docMk/>
            <pc:sldMk cId="2852893372" sldId="918"/>
            <ac:graphicFrameMk id="13" creationId="{7FBA5FBA-0A9D-4348-8990-EB87C93F97DE}"/>
          </ac:graphicFrameMkLst>
        </pc:graphicFrameChg>
      </pc:sldChg>
      <pc:sldChg chg="delSp add mod">
        <pc:chgData name="Soumita Sengupta" userId="4afa6ce1-cb01-46c2-8538-4650222f0c96" providerId="ADAL" clId="{8571DC48-0C12-45E0-9BF7-0A12C0FA93C2}" dt="2021-05-17T08:05:18.370" v="309" actId="478"/>
        <pc:sldMkLst>
          <pc:docMk/>
          <pc:sldMk cId="2759954250" sldId="919"/>
        </pc:sldMkLst>
        <pc:spChg chg="del">
          <ac:chgData name="Soumita Sengupta" userId="4afa6ce1-cb01-46c2-8538-4650222f0c96" providerId="ADAL" clId="{8571DC48-0C12-45E0-9BF7-0A12C0FA93C2}" dt="2021-05-17T08:05:18.370" v="309" actId="478"/>
          <ac:spMkLst>
            <pc:docMk/>
            <pc:sldMk cId="2759954250" sldId="919"/>
            <ac:spMk id="3" creationId="{4C64D9EE-6F8B-4B3E-ABB4-6F757C789B02}"/>
          </ac:spMkLst>
        </pc:spChg>
      </pc:sldChg>
      <pc:sldChg chg="modSp mod">
        <pc:chgData name="Soumita Sengupta" userId="4afa6ce1-cb01-46c2-8538-4650222f0c96" providerId="ADAL" clId="{8571DC48-0C12-45E0-9BF7-0A12C0FA93C2}" dt="2021-05-17T14:17:26.007" v="433" actId="207"/>
        <pc:sldMkLst>
          <pc:docMk/>
          <pc:sldMk cId="3295062282" sldId="927"/>
        </pc:sldMkLst>
        <pc:spChg chg="mod">
          <ac:chgData name="Soumita Sengupta" userId="4afa6ce1-cb01-46c2-8538-4650222f0c96" providerId="ADAL" clId="{8571DC48-0C12-45E0-9BF7-0A12C0FA93C2}" dt="2021-05-17T14:17:26.007" v="433" actId="207"/>
          <ac:spMkLst>
            <pc:docMk/>
            <pc:sldMk cId="3295062282" sldId="927"/>
            <ac:spMk id="4" creationId="{00000000-0000-0000-0000-000000000000}"/>
          </ac:spMkLst>
        </pc:spChg>
        <pc:spChg chg="mod">
          <ac:chgData name="Soumita Sengupta" userId="4afa6ce1-cb01-46c2-8538-4650222f0c96" providerId="ADAL" clId="{8571DC48-0C12-45E0-9BF7-0A12C0FA93C2}" dt="2021-05-17T14:17:26.007" v="433" actId="207"/>
          <ac:spMkLst>
            <pc:docMk/>
            <pc:sldMk cId="3295062282" sldId="927"/>
            <ac:spMk id="8" creationId="{00000000-0000-0000-0000-000000000000}"/>
          </ac:spMkLst>
        </pc:spChg>
      </pc:sldChg>
      <pc:sldChg chg="modSp mod">
        <pc:chgData name="Soumita Sengupta" userId="4afa6ce1-cb01-46c2-8538-4650222f0c96" providerId="ADAL" clId="{8571DC48-0C12-45E0-9BF7-0A12C0FA93C2}" dt="2021-05-17T14:25:01.339" v="439" actId="207"/>
        <pc:sldMkLst>
          <pc:docMk/>
          <pc:sldMk cId="2217130885" sldId="928"/>
        </pc:sldMkLst>
        <pc:spChg chg="mod">
          <ac:chgData name="Soumita Sengupta" userId="4afa6ce1-cb01-46c2-8538-4650222f0c96" providerId="ADAL" clId="{8571DC48-0C12-45E0-9BF7-0A12C0FA93C2}" dt="2021-05-17T14:25:01.339" v="439" actId="207"/>
          <ac:spMkLst>
            <pc:docMk/>
            <pc:sldMk cId="2217130885" sldId="928"/>
            <ac:spMk id="3" creationId="{00000000-0000-0000-0000-000000000000}"/>
          </ac:spMkLst>
        </pc:spChg>
        <pc:spChg chg="mod">
          <ac:chgData name="Soumita Sengupta" userId="4afa6ce1-cb01-46c2-8538-4650222f0c96" providerId="ADAL" clId="{8571DC48-0C12-45E0-9BF7-0A12C0FA93C2}" dt="2021-05-17T14:25:01.339" v="439" actId="207"/>
          <ac:spMkLst>
            <pc:docMk/>
            <pc:sldMk cId="2217130885" sldId="928"/>
            <ac:spMk id="4" creationId="{00000000-0000-0000-0000-000000000000}"/>
          </ac:spMkLst>
        </pc:spChg>
      </pc:sldChg>
      <pc:sldChg chg="add del">
        <pc:chgData name="Soumita Sengupta" userId="4afa6ce1-cb01-46c2-8538-4650222f0c96" providerId="ADAL" clId="{8571DC48-0C12-45E0-9BF7-0A12C0FA93C2}" dt="2021-05-13T07:14:07.320" v="28" actId="47"/>
        <pc:sldMkLst>
          <pc:docMk/>
          <pc:sldMk cId="2293632716" sldId="928"/>
        </pc:sldMkLst>
      </pc:sldChg>
      <pc:sldChg chg="modSp mod">
        <pc:chgData name="Soumita Sengupta" userId="4afa6ce1-cb01-46c2-8538-4650222f0c96" providerId="ADAL" clId="{8571DC48-0C12-45E0-9BF7-0A12C0FA93C2}" dt="2021-05-17T14:26:30.900" v="447" actId="207"/>
        <pc:sldMkLst>
          <pc:docMk/>
          <pc:sldMk cId="1748012018" sldId="929"/>
        </pc:sldMkLst>
        <pc:spChg chg="mod">
          <ac:chgData name="Soumita Sengupta" userId="4afa6ce1-cb01-46c2-8538-4650222f0c96" providerId="ADAL" clId="{8571DC48-0C12-45E0-9BF7-0A12C0FA93C2}" dt="2021-05-17T14:26:30.900" v="447" actId="207"/>
          <ac:spMkLst>
            <pc:docMk/>
            <pc:sldMk cId="1748012018" sldId="929"/>
            <ac:spMk id="3" creationId="{00000000-0000-0000-0000-000000000000}"/>
          </ac:spMkLst>
        </pc:spChg>
        <pc:spChg chg="mod">
          <ac:chgData name="Soumita Sengupta" userId="4afa6ce1-cb01-46c2-8538-4650222f0c96" providerId="ADAL" clId="{8571DC48-0C12-45E0-9BF7-0A12C0FA93C2}" dt="2021-05-17T14:26:30.900" v="447" actId="207"/>
          <ac:spMkLst>
            <pc:docMk/>
            <pc:sldMk cId="1748012018" sldId="929"/>
            <ac:spMk id="4" creationId="{00000000-0000-0000-0000-000000000000}"/>
          </ac:spMkLst>
        </pc:spChg>
        <pc:picChg chg="mod">
          <ac:chgData name="Soumita Sengupta" userId="4afa6ce1-cb01-46c2-8538-4650222f0c96" providerId="ADAL" clId="{8571DC48-0C12-45E0-9BF7-0A12C0FA93C2}" dt="2021-05-17T14:26:20.813" v="446" actId="1076"/>
          <ac:picMkLst>
            <pc:docMk/>
            <pc:sldMk cId="1748012018" sldId="929"/>
            <ac:picMk id="7" creationId="{00000000-0000-0000-0000-000000000000}"/>
          </ac:picMkLst>
        </pc:picChg>
      </pc:sldChg>
      <pc:sldChg chg="modSp mod">
        <pc:chgData name="Soumita Sengupta" userId="4afa6ce1-cb01-46c2-8538-4650222f0c96" providerId="ADAL" clId="{8571DC48-0C12-45E0-9BF7-0A12C0FA93C2}" dt="2021-05-17T14:26:37.650" v="448" actId="207"/>
        <pc:sldMkLst>
          <pc:docMk/>
          <pc:sldMk cId="2923169041" sldId="930"/>
        </pc:sldMkLst>
        <pc:spChg chg="mod">
          <ac:chgData name="Soumita Sengupta" userId="4afa6ce1-cb01-46c2-8538-4650222f0c96" providerId="ADAL" clId="{8571DC48-0C12-45E0-9BF7-0A12C0FA93C2}" dt="2021-05-17T14:26:37.650" v="448" actId="207"/>
          <ac:spMkLst>
            <pc:docMk/>
            <pc:sldMk cId="2923169041" sldId="930"/>
            <ac:spMk id="3" creationId="{00000000-0000-0000-0000-000000000000}"/>
          </ac:spMkLst>
        </pc:spChg>
        <pc:spChg chg="mod">
          <ac:chgData name="Soumita Sengupta" userId="4afa6ce1-cb01-46c2-8538-4650222f0c96" providerId="ADAL" clId="{8571DC48-0C12-45E0-9BF7-0A12C0FA93C2}" dt="2021-05-17T14:26:37.650" v="448" actId="207"/>
          <ac:spMkLst>
            <pc:docMk/>
            <pc:sldMk cId="2923169041" sldId="930"/>
            <ac:spMk id="4" creationId="{00000000-0000-0000-0000-000000000000}"/>
          </ac:spMkLst>
        </pc:spChg>
      </pc:sldChg>
      <pc:sldChg chg="delSp modSp mod">
        <pc:chgData name="Soumita Sengupta" userId="4afa6ce1-cb01-46c2-8538-4650222f0c96" providerId="ADAL" clId="{8571DC48-0C12-45E0-9BF7-0A12C0FA93C2}" dt="2021-05-17T14:32:42.347" v="494" actId="478"/>
        <pc:sldMkLst>
          <pc:docMk/>
          <pc:sldMk cId="76057407" sldId="932"/>
        </pc:sldMkLst>
        <pc:spChg chg="del mod">
          <ac:chgData name="Soumita Sengupta" userId="4afa6ce1-cb01-46c2-8538-4650222f0c96" providerId="ADAL" clId="{8571DC48-0C12-45E0-9BF7-0A12C0FA93C2}" dt="2021-05-17T14:32:42.347" v="494" actId="478"/>
          <ac:spMkLst>
            <pc:docMk/>
            <pc:sldMk cId="76057407" sldId="932"/>
            <ac:spMk id="6" creationId="{ACF74E89-6063-4157-9510-8886E863938D}"/>
          </ac:spMkLst>
        </pc:spChg>
        <pc:spChg chg="del mod">
          <ac:chgData name="Soumita Sengupta" userId="4afa6ce1-cb01-46c2-8538-4650222f0c96" providerId="ADAL" clId="{8571DC48-0C12-45E0-9BF7-0A12C0FA93C2}" dt="2021-05-17T14:32:42.347" v="494" actId="478"/>
          <ac:spMkLst>
            <pc:docMk/>
            <pc:sldMk cId="76057407" sldId="932"/>
            <ac:spMk id="7" creationId="{59F76BAE-676B-4225-A7F6-B3B2E4A625C6}"/>
          </ac:spMkLst>
        </pc:spChg>
      </pc:sldChg>
      <pc:sldChg chg="modSp add mod">
        <pc:chgData name="Soumita Sengupta" userId="4afa6ce1-cb01-46c2-8538-4650222f0c96" providerId="ADAL" clId="{8571DC48-0C12-45E0-9BF7-0A12C0FA93C2}" dt="2021-05-17T07:37:40.111" v="54" actId="1076"/>
        <pc:sldMkLst>
          <pc:docMk/>
          <pc:sldMk cId="714188267" sldId="935"/>
        </pc:sldMkLst>
        <pc:spChg chg="mod">
          <ac:chgData name="Soumita Sengupta" userId="4afa6ce1-cb01-46c2-8538-4650222f0c96" providerId="ADAL" clId="{8571DC48-0C12-45E0-9BF7-0A12C0FA93C2}" dt="2021-05-17T07:37:40.111" v="54" actId="1076"/>
          <ac:spMkLst>
            <pc:docMk/>
            <pc:sldMk cId="714188267" sldId="935"/>
            <ac:spMk id="2" creationId="{57983F62-BBB9-431B-A37F-BDA0DC7153F6}"/>
          </ac:spMkLst>
        </pc:spChg>
      </pc:sldChg>
      <pc:sldChg chg="modSp add mod">
        <pc:chgData name="Soumita Sengupta" userId="4afa6ce1-cb01-46c2-8538-4650222f0c96" providerId="ADAL" clId="{8571DC48-0C12-45E0-9BF7-0A12C0FA93C2}" dt="2021-05-17T07:40:28.633" v="76" actId="1076"/>
        <pc:sldMkLst>
          <pc:docMk/>
          <pc:sldMk cId="3232398204" sldId="936"/>
        </pc:sldMkLst>
        <pc:spChg chg="mod">
          <ac:chgData name="Soumita Sengupta" userId="4afa6ce1-cb01-46c2-8538-4650222f0c96" providerId="ADAL" clId="{8571DC48-0C12-45E0-9BF7-0A12C0FA93C2}" dt="2021-05-17T07:40:28.633" v="76" actId="1076"/>
          <ac:spMkLst>
            <pc:docMk/>
            <pc:sldMk cId="3232398204" sldId="936"/>
            <ac:spMk id="2" creationId="{57983F62-BBB9-431B-A37F-BDA0DC7153F6}"/>
          </ac:spMkLst>
        </pc:spChg>
      </pc:sldChg>
      <pc:sldChg chg="modSp add mod">
        <pc:chgData name="Soumita Sengupta" userId="4afa6ce1-cb01-46c2-8538-4650222f0c96" providerId="ADAL" clId="{8571DC48-0C12-45E0-9BF7-0A12C0FA93C2}" dt="2021-05-17T07:41:22.603" v="81"/>
        <pc:sldMkLst>
          <pc:docMk/>
          <pc:sldMk cId="3642712085" sldId="937"/>
        </pc:sldMkLst>
        <pc:spChg chg="mod">
          <ac:chgData name="Soumita Sengupta" userId="4afa6ce1-cb01-46c2-8538-4650222f0c96" providerId="ADAL" clId="{8571DC48-0C12-45E0-9BF7-0A12C0FA93C2}" dt="2021-05-17T07:41:22.603" v="81"/>
          <ac:spMkLst>
            <pc:docMk/>
            <pc:sldMk cId="3642712085" sldId="937"/>
            <ac:spMk id="2" creationId="{57983F62-BBB9-431B-A37F-BDA0DC7153F6}"/>
          </ac:spMkLst>
        </pc:spChg>
      </pc:sldChg>
      <pc:sldChg chg="add del">
        <pc:chgData name="Soumita Sengupta" userId="4afa6ce1-cb01-46c2-8538-4650222f0c96" providerId="ADAL" clId="{8571DC48-0C12-45E0-9BF7-0A12C0FA93C2}" dt="2021-05-17T07:39:56.330" v="64"/>
        <pc:sldMkLst>
          <pc:docMk/>
          <pc:sldMk cId="3900075977" sldId="937"/>
        </pc:sldMkLst>
      </pc:sldChg>
      <pc:sldChg chg="modSp add mod">
        <pc:chgData name="Soumita Sengupta" userId="4afa6ce1-cb01-46c2-8538-4650222f0c96" providerId="ADAL" clId="{8571DC48-0C12-45E0-9BF7-0A12C0FA93C2}" dt="2021-05-17T07:42:00.350" v="86"/>
        <pc:sldMkLst>
          <pc:docMk/>
          <pc:sldMk cId="7191770" sldId="938"/>
        </pc:sldMkLst>
        <pc:spChg chg="mod">
          <ac:chgData name="Soumita Sengupta" userId="4afa6ce1-cb01-46c2-8538-4650222f0c96" providerId="ADAL" clId="{8571DC48-0C12-45E0-9BF7-0A12C0FA93C2}" dt="2021-05-17T07:42:00.350" v="86"/>
          <ac:spMkLst>
            <pc:docMk/>
            <pc:sldMk cId="7191770" sldId="938"/>
            <ac:spMk id="2" creationId="{57983F62-BBB9-431B-A37F-BDA0DC7153F6}"/>
          </ac:spMkLst>
        </pc:spChg>
      </pc:sldChg>
      <pc:sldChg chg="modSp add mod">
        <pc:chgData name="Soumita Sengupta" userId="4afa6ce1-cb01-46c2-8538-4650222f0c96" providerId="ADAL" clId="{8571DC48-0C12-45E0-9BF7-0A12C0FA93C2}" dt="2021-05-17T07:43:01.862" v="110"/>
        <pc:sldMkLst>
          <pc:docMk/>
          <pc:sldMk cId="1629828719" sldId="939"/>
        </pc:sldMkLst>
        <pc:spChg chg="mod">
          <ac:chgData name="Soumita Sengupta" userId="4afa6ce1-cb01-46c2-8538-4650222f0c96" providerId="ADAL" clId="{8571DC48-0C12-45E0-9BF7-0A12C0FA93C2}" dt="2021-05-17T07:43:01.862" v="110"/>
          <ac:spMkLst>
            <pc:docMk/>
            <pc:sldMk cId="1629828719" sldId="939"/>
            <ac:spMk id="2" creationId="{57983F62-BBB9-431B-A37F-BDA0DC7153F6}"/>
          </ac:spMkLst>
        </pc:spChg>
      </pc:sldChg>
      <pc:sldChg chg="modSp add mod">
        <pc:chgData name="Soumita Sengupta" userId="4afa6ce1-cb01-46c2-8538-4650222f0c96" providerId="ADAL" clId="{8571DC48-0C12-45E0-9BF7-0A12C0FA93C2}" dt="2021-05-17T07:43:58.816" v="115"/>
        <pc:sldMkLst>
          <pc:docMk/>
          <pc:sldMk cId="2290130803" sldId="940"/>
        </pc:sldMkLst>
        <pc:spChg chg="mod">
          <ac:chgData name="Soumita Sengupta" userId="4afa6ce1-cb01-46c2-8538-4650222f0c96" providerId="ADAL" clId="{8571DC48-0C12-45E0-9BF7-0A12C0FA93C2}" dt="2021-05-17T07:43:58.816" v="115"/>
          <ac:spMkLst>
            <pc:docMk/>
            <pc:sldMk cId="2290130803" sldId="940"/>
            <ac:spMk id="2" creationId="{57983F62-BBB9-431B-A37F-BDA0DC7153F6}"/>
          </ac:spMkLst>
        </pc:spChg>
      </pc:sldChg>
      <pc:sldChg chg="modSp add mod">
        <pc:chgData name="Soumita Sengupta" userId="4afa6ce1-cb01-46c2-8538-4650222f0c96" providerId="ADAL" clId="{8571DC48-0C12-45E0-9BF7-0A12C0FA93C2}" dt="2021-05-17T07:46:14.290" v="120"/>
        <pc:sldMkLst>
          <pc:docMk/>
          <pc:sldMk cId="2474761129" sldId="941"/>
        </pc:sldMkLst>
        <pc:spChg chg="mod">
          <ac:chgData name="Soumita Sengupta" userId="4afa6ce1-cb01-46c2-8538-4650222f0c96" providerId="ADAL" clId="{8571DC48-0C12-45E0-9BF7-0A12C0FA93C2}" dt="2021-05-17T07:46:14.290" v="120"/>
          <ac:spMkLst>
            <pc:docMk/>
            <pc:sldMk cId="2474761129" sldId="941"/>
            <ac:spMk id="2" creationId="{57983F62-BBB9-431B-A37F-BDA0DC7153F6}"/>
          </ac:spMkLst>
        </pc:spChg>
      </pc:sldChg>
      <pc:sldChg chg="modSp add mod">
        <pc:chgData name="Soumita Sengupta" userId="4afa6ce1-cb01-46c2-8538-4650222f0c96" providerId="ADAL" clId="{8571DC48-0C12-45E0-9BF7-0A12C0FA93C2}" dt="2021-05-17T07:46:40.316" v="143" actId="20577"/>
        <pc:sldMkLst>
          <pc:docMk/>
          <pc:sldMk cId="3331102589" sldId="942"/>
        </pc:sldMkLst>
        <pc:spChg chg="mod">
          <ac:chgData name="Soumita Sengupta" userId="4afa6ce1-cb01-46c2-8538-4650222f0c96" providerId="ADAL" clId="{8571DC48-0C12-45E0-9BF7-0A12C0FA93C2}" dt="2021-05-17T07:46:40.316" v="143" actId="20577"/>
          <ac:spMkLst>
            <pc:docMk/>
            <pc:sldMk cId="3331102589" sldId="942"/>
            <ac:spMk id="2" creationId="{57983F62-BBB9-431B-A37F-BDA0DC7153F6}"/>
          </ac:spMkLst>
        </pc:spChg>
      </pc:sldChg>
      <pc:sldChg chg="modSp add mod">
        <pc:chgData name="Soumita Sengupta" userId="4afa6ce1-cb01-46c2-8538-4650222f0c96" providerId="ADAL" clId="{8571DC48-0C12-45E0-9BF7-0A12C0FA93C2}" dt="2021-05-17T07:49:56.210" v="171" actId="20577"/>
        <pc:sldMkLst>
          <pc:docMk/>
          <pc:sldMk cId="1168179596" sldId="943"/>
        </pc:sldMkLst>
        <pc:spChg chg="mod">
          <ac:chgData name="Soumita Sengupta" userId="4afa6ce1-cb01-46c2-8538-4650222f0c96" providerId="ADAL" clId="{8571DC48-0C12-45E0-9BF7-0A12C0FA93C2}" dt="2021-05-17T07:49:56.210" v="171" actId="20577"/>
          <ac:spMkLst>
            <pc:docMk/>
            <pc:sldMk cId="1168179596" sldId="943"/>
            <ac:spMk id="2" creationId="{57983F62-BBB9-431B-A37F-BDA0DC7153F6}"/>
          </ac:spMkLst>
        </pc:spChg>
      </pc:sldChg>
      <pc:sldChg chg="modSp add mod">
        <pc:chgData name="Soumita Sengupta" userId="4afa6ce1-cb01-46c2-8538-4650222f0c96" providerId="ADAL" clId="{8571DC48-0C12-45E0-9BF7-0A12C0FA93C2}" dt="2021-05-17T07:51:10.480" v="195" actId="20577"/>
        <pc:sldMkLst>
          <pc:docMk/>
          <pc:sldMk cId="2402883476" sldId="944"/>
        </pc:sldMkLst>
        <pc:spChg chg="mod">
          <ac:chgData name="Soumita Sengupta" userId="4afa6ce1-cb01-46c2-8538-4650222f0c96" providerId="ADAL" clId="{8571DC48-0C12-45E0-9BF7-0A12C0FA93C2}" dt="2021-05-17T07:51:10.480" v="195" actId="20577"/>
          <ac:spMkLst>
            <pc:docMk/>
            <pc:sldMk cId="2402883476" sldId="944"/>
            <ac:spMk id="2" creationId="{57983F62-BBB9-431B-A37F-BDA0DC7153F6}"/>
          </ac:spMkLst>
        </pc:spChg>
      </pc:sldChg>
      <pc:sldMasterChg chg="modSp delSldLayout">
        <pc:chgData name="Soumita Sengupta" userId="4afa6ce1-cb01-46c2-8538-4650222f0c96" providerId="ADAL" clId="{8571DC48-0C12-45E0-9BF7-0A12C0FA93C2}" dt="2021-05-17T14:32:44.972" v="495" actId="47"/>
        <pc:sldMasterMkLst>
          <pc:docMk/>
          <pc:sldMasterMk cId="1029875623" sldId="2147483678"/>
        </pc:sldMasterMkLst>
        <pc:spChg chg="mod">
          <ac:chgData name="Soumita Sengupta" userId="4afa6ce1-cb01-46c2-8538-4650222f0c96" providerId="ADAL" clId="{8571DC48-0C12-45E0-9BF7-0A12C0FA93C2}" dt="2021-05-17T14:13:55.165" v="432" actId="207"/>
          <ac:spMkLst>
            <pc:docMk/>
            <pc:sldMasterMk cId="1029875623" sldId="2147483678"/>
            <ac:spMk id="10" creationId="{93E6BF79-D03F-4EC1-99A8-F7AB036C42D1}"/>
          </ac:spMkLst>
        </pc:spChg>
        <pc:spChg chg="mod">
          <ac:chgData name="Soumita Sengupta" userId="4afa6ce1-cb01-46c2-8538-4650222f0c96" providerId="ADAL" clId="{8571DC48-0C12-45E0-9BF7-0A12C0FA93C2}" dt="2021-05-17T14:13:52.744" v="431" actId="207"/>
          <ac:spMkLst>
            <pc:docMk/>
            <pc:sldMasterMk cId="1029875623" sldId="2147483678"/>
            <ac:spMk id="11" creationId="{E41563B2-506F-49E4-8762-C6EAB193E7BF}"/>
          </ac:spMkLst>
        </pc:spChg>
        <pc:sldLayoutChg chg="del">
          <pc:chgData name="Soumita Sengupta" userId="4afa6ce1-cb01-46c2-8538-4650222f0c96" providerId="ADAL" clId="{8571DC48-0C12-45E0-9BF7-0A12C0FA93C2}" dt="2021-05-13T07:14:07.320" v="28" actId="47"/>
          <pc:sldLayoutMkLst>
            <pc:docMk/>
            <pc:sldMasterMk cId="1029875623" sldId="2147483678"/>
            <pc:sldLayoutMk cId="934370269" sldId="2147483717"/>
          </pc:sldLayoutMkLst>
        </pc:sldLayoutChg>
        <pc:sldLayoutChg chg="del">
          <pc:chgData name="Soumita Sengupta" userId="4afa6ce1-cb01-46c2-8538-4650222f0c96" providerId="ADAL" clId="{8571DC48-0C12-45E0-9BF7-0A12C0FA93C2}" dt="2021-05-17T14:32:44.972" v="495" actId="47"/>
          <pc:sldLayoutMkLst>
            <pc:docMk/>
            <pc:sldMasterMk cId="1029875623" sldId="2147483678"/>
            <pc:sldLayoutMk cId="2069565354" sldId="2147483719"/>
          </pc:sldLayoutMkLst>
        </pc:sldLayoutChg>
      </pc:sldMasterChg>
      <pc:sldMasterChg chg="new mod addSldLayout">
        <pc:chgData name="Soumita Sengupta" userId="4afa6ce1-cb01-46c2-8538-4650222f0c96" providerId="ADAL" clId="{8571DC48-0C12-45E0-9BF7-0A12C0FA93C2}" dt="2021-05-17T14:23:26.206" v="434" actId="6938"/>
        <pc:sldMasterMkLst>
          <pc:docMk/>
          <pc:sldMasterMk cId="2471958374" sldId="2147483720"/>
        </pc:sldMasterMkLst>
        <pc:sldLayoutChg chg="new replId">
          <pc:chgData name="Soumita Sengupta" userId="4afa6ce1-cb01-46c2-8538-4650222f0c96" providerId="ADAL" clId="{8571DC48-0C12-45E0-9BF7-0A12C0FA93C2}" dt="2021-05-17T14:23:26.206" v="434" actId="6938"/>
          <pc:sldLayoutMkLst>
            <pc:docMk/>
            <pc:sldMasterMk cId="2471958374" sldId="2147483720"/>
            <pc:sldLayoutMk cId="3216596316" sldId="2147483721"/>
          </pc:sldLayoutMkLst>
        </pc:sldLayoutChg>
        <pc:sldLayoutChg chg="new replId">
          <pc:chgData name="Soumita Sengupta" userId="4afa6ce1-cb01-46c2-8538-4650222f0c96" providerId="ADAL" clId="{8571DC48-0C12-45E0-9BF7-0A12C0FA93C2}" dt="2021-05-17T14:23:26.206" v="434" actId="6938"/>
          <pc:sldLayoutMkLst>
            <pc:docMk/>
            <pc:sldMasterMk cId="2471958374" sldId="2147483720"/>
            <pc:sldLayoutMk cId="4182010491" sldId="2147483722"/>
          </pc:sldLayoutMkLst>
        </pc:sldLayoutChg>
        <pc:sldLayoutChg chg="new replId">
          <pc:chgData name="Soumita Sengupta" userId="4afa6ce1-cb01-46c2-8538-4650222f0c96" providerId="ADAL" clId="{8571DC48-0C12-45E0-9BF7-0A12C0FA93C2}" dt="2021-05-17T14:23:26.206" v="434" actId="6938"/>
          <pc:sldLayoutMkLst>
            <pc:docMk/>
            <pc:sldMasterMk cId="2471958374" sldId="2147483720"/>
            <pc:sldLayoutMk cId="3691724575" sldId="2147483723"/>
          </pc:sldLayoutMkLst>
        </pc:sldLayoutChg>
        <pc:sldLayoutChg chg="new replId">
          <pc:chgData name="Soumita Sengupta" userId="4afa6ce1-cb01-46c2-8538-4650222f0c96" providerId="ADAL" clId="{8571DC48-0C12-45E0-9BF7-0A12C0FA93C2}" dt="2021-05-17T14:23:26.206" v="434" actId="6938"/>
          <pc:sldLayoutMkLst>
            <pc:docMk/>
            <pc:sldMasterMk cId="2471958374" sldId="2147483720"/>
            <pc:sldLayoutMk cId="2269854787" sldId="2147483724"/>
          </pc:sldLayoutMkLst>
        </pc:sldLayoutChg>
        <pc:sldLayoutChg chg="new replId">
          <pc:chgData name="Soumita Sengupta" userId="4afa6ce1-cb01-46c2-8538-4650222f0c96" providerId="ADAL" clId="{8571DC48-0C12-45E0-9BF7-0A12C0FA93C2}" dt="2021-05-17T14:23:26.206" v="434" actId="6938"/>
          <pc:sldLayoutMkLst>
            <pc:docMk/>
            <pc:sldMasterMk cId="2471958374" sldId="2147483720"/>
            <pc:sldLayoutMk cId="1511202819" sldId="2147483725"/>
          </pc:sldLayoutMkLst>
        </pc:sldLayoutChg>
        <pc:sldLayoutChg chg="new replId">
          <pc:chgData name="Soumita Sengupta" userId="4afa6ce1-cb01-46c2-8538-4650222f0c96" providerId="ADAL" clId="{8571DC48-0C12-45E0-9BF7-0A12C0FA93C2}" dt="2021-05-17T14:23:26.206" v="434" actId="6938"/>
          <pc:sldLayoutMkLst>
            <pc:docMk/>
            <pc:sldMasterMk cId="2471958374" sldId="2147483720"/>
            <pc:sldLayoutMk cId="1309786358" sldId="2147483726"/>
          </pc:sldLayoutMkLst>
        </pc:sldLayoutChg>
        <pc:sldLayoutChg chg="new replId">
          <pc:chgData name="Soumita Sengupta" userId="4afa6ce1-cb01-46c2-8538-4650222f0c96" providerId="ADAL" clId="{8571DC48-0C12-45E0-9BF7-0A12C0FA93C2}" dt="2021-05-17T14:23:26.206" v="434" actId="6938"/>
          <pc:sldLayoutMkLst>
            <pc:docMk/>
            <pc:sldMasterMk cId="2471958374" sldId="2147483720"/>
            <pc:sldLayoutMk cId="204264909" sldId="2147483727"/>
          </pc:sldLayoutMkLst>
        </pc:sldLayoutChg>
        <pc:sldLayoutChg chg="new replId">
          <pc:chgData name="Soumita Sengupta" userId="4afa6ce1-cb01-46c2-8538-4650222f0c96" providerId="ADAL" clId="{8571DC48-0C12-45E0-9BF7-0A12C0FA93C2}" dt="2021-05-17T14:23:26.206" v="434" actId="6938"/>
          <pc:sldLayoutMkLst>
            <pc:docMk/>
            <pc:sldMasterMk cId="2471958374" sldId="2147483720"/>
            <pc:sldLayoutMk cId="1608343070" sldId="2147483728"/>
          </pc:sldLayoutMkLst>
        </pc:sldLayoutChg>
        <pc:sldLayoutChg chg="new replId">
          <pc:chgData name="Soumita Sengupta" userId="4afa6ce1-cb01-46c2-8538-4650222f0c96" providerId="ADAL" clId="{8571DC48-0C12-45E0-9BF7-0A12C0FA93C2}" dt="2021-05-17T14:23:26.206" v="434" actId="6938"/>
          <pc:sldLayoutMkLst>
            <pc:docMk/>
            <pc:sldMasterMk cId="2471958374" sldId="2147483720"/>
            <pc:sldLayoutMk cId="1550141794" sldId="2147483729"/>
          </pc:sldLayoutMkLst>
        </pc:sldLayoutChg>
        <pc:sldLayoutChg chg="new replId">
          <pc:chgData name="Soumita Sengupta" userId="4afa6ce1-cb01-46c2-8538-4650222f0c96" providerId="ADAL" clId="{8571DC48-0C12-45E0-9BF7-0A12C0FA93C2}" dt="2021-05-17T14:23:26.206" v="434" actId="6938"/>
          <pc:sldLayoutMkLst>
            <pc:docMk/>
            <pc:sldMasterMk cId="2471958374" sldId="2147483720"/>
            <pc:sldLayoutMk cId="22519817" sldId="2147483730"/>
          </pc:sldLayoutMkLst>
        </pc:sldLayoutChg>
        <pc:sldLayoutChg chg="new replId">
          <pc:chgData name="Soumita Sengupta" userId="4afa6ce1-cb01-46c2-8538-4650222f0c96" providerId="ADAL" clId="{8571DC48-0C12-45E0-9BF7-0A12C0FA93C2}" dt="2021-05-17T14:23:26.206" v="434" actId="6938"/>
          <pc:sldLayoutMkLst>
            <pc:docMk/>
            <pc:sldMasterMk cId="2471958374" sldId="2147483720"/>
            <pc:sldLayoutMk cId="3094758414" sldId="2147483731"/>
          </pc:sldLayoutMkLst>
        </pc:sldLayoutChg>
      </pc:sldMasterChg>
    </pc:docChg>
  </pc:docChgLst>
  <pc:docChgLst>
    <pc:chgData name="Soumita Sengupta" userId="4afa6ce1-cb01-46c2-8538-4650222f0c96" providerId="ADAL" clId="{36A5475D-3ADB-4C86-A0F2-D5010D2E9340}"/>
    <pc:docChg chg="undo custSel addSld delSld modSld">
      <pc:chgData name="Soumita Sengupta" userId="4afa6ce1-cb01-46c2-8538-4650222f0c96" providerId="ADAL" clId="{36A5475D-3ADB-4C86-A0F2-D5010D2E9340}" dt="2021-06-23T13:16:03.695" v="2375" actId="1076"/>
      <pc:docMkLst>
        <pc:docMk/>
      </pc:docMkLst>
      <pc:sldChg chg="modSp mod">
        <pc:chgData name="Soumita Sengupta" userId="4afa6ce1-cb01-46c2-8538-4650222f0c96" providerId="ADAL" clId="{36A5475D-3ADB-4C86-A0F2-D5010D2E9340}" dt="2021-06-23T11:27:34.481" v="809" actId="20577"/>
        <pc:sldMkLst>
          <pc:docMk/>
          <pc:sldMk cId="1912468287" sldId="260"/>
        </pc:sldMkLst>
        <pc:spChg chg="mod">
          <ac:chgData name="Soumita Sengupta" userId="4afa6ce1-cb01-46c2-8538-4650222f0c96" providerId="ADAL" clId="{36A5475D-3ADB-4C86-A0F2-D5010D2E9340}" dt="2021-06-23T11:27:34.481" v="809" actId="20577"/>
          <ac:spMkLst>
            <pc:docMk/>
            <pc:sldMk cId="1912468287" sldId="260"/>
            <ac:spMk id="5" creationId="{00000000-0000-0000-0000-000000000000}"/>
          </ac:spMkLst>
        </pc:spChg>
      </pc:sldChg>
      <pc:sldChg chg="addSp delSp modSp add del mod">
        <pc:chgData name="Soumita Sengupta" userId="4afa6ce1-cb01-46c2-8538-4650222f0c96" providerId="ADAL" clId="{36A5475D-3ADB-4C86-A0F2-D5010D2E9340}" dt="2021-06-18T14:13:20.608" v="137" actId="1076"/>
        <pc:sldMkLst>
          <pc:docMk/>
          <pc:sldMk cId="3916458465" sldId="274"/>
        </pc:sldMkLst>
        <pc:spChg chg="mod">
          <ac:chgData name="Soumita Sengupta" userId="4afa6ce1-cb01-46c2-8538-4650222f0c96" providerId="ADAL" clId="{36A5475D-3ADB-4C86-A0F2-D5010D2E9340}" dt="2021-06-18T14:13:14.943" v="136" actId="255"/>
          <ac:spMkLst>
            <pc:docMk/>
            <pc:sldMk cId="3916458465" sldId="274"/>
            <ac:spMk id="10" creationId="{00000000-0000-0000-0000-000000000000}"/>
          </ac:spMkLst>
        </pc:spChg>
        <pc:picChg chg="del">
          <ac:chgData name="Soumita Sengupta" userId="4afa6ce1-cb01-46c2-8538-4650222f0c96" providerId="ADAL" clId="{36A5475D-3ADB-4C86-A0F2-D5010D2E9340}" dt="2021-06-17T13:07:39.917" v="43" actId="478"/>
          <ac:picMkLst>
            <pc:docMk/>
            <pc:sldMk cId="3916458465" sldId="274"/>
            <ac:picMk id="3" creationId="{00000000-0000-0000-0000-000000000000}"/>
          </ac:picMkLst>
        </pc:picChg>
        <pc:picChg chg="add mod">
          <ac:chgData name="Soumita Sengupta" userId="4afa6ce1-cb01-46c2-8538-4650222f0c96" providerId="ADAL" clId="{36A5475D-3ADB-4C86-A0F2-D5010D2E9340}" dt="2021-06-18T14:13:20.608" v="137" actId="1076"/>
          <ac:picMkLst>
            <pc:docMk/>
            <pc:sldMk cId="3916458465" sldId="274"/>
            <ac:picMk id="6" creationId="{9A531B62-B554-496E-88F1-A1FCA4057395}"/>
          </ac:picMkLst>
        </pc:picChg>
      </pc:sldChg>
      <pc:sldChg chg="modSp add del mod">
        <pc:chgData name="Soumita Sengupta" userId="4afa6ce1-cb01-46c2-8538-4650222f0c96" providerId="ADAL" clId="{36A5475D-3ADB-4C86-A0F2-D5010D2E9340}" dt="2021-06-23T11:33:53.255" v="810" actId="13926"/>
        <pc:sldMkLst>
          <pc:docMk/>
          <pc:sldMk cId="1769911636" sldId="275"/>
        </pc:sldMkLst>
        <pc:spChg chg="mod">
          <ac:chgData name="Soumita Sengupta" userId="4afa6ce1-cb01-46c2-8538-4650222f0c96" providerId="ADAL" clId="{36A5475D-3ADB-4C86-A0F2-D5010D2E9340}" dt="2021-06-23T11:33:53.255" v="810" actId="13926"/>
          <ac:spMkLst>
            <pc:docMk/>
            <pc:sldMk cId="1769911636" sldId="275"/>
            <ac:spMk id="9" creationId="{00000000-0000-0000-0000-000000000000}"/>
          </ac:spMkLst>
        </pc:spChg>
      </pc:sldChg>
      <pc:sldChg chg="modSp add mod">
        <pc:chgData name="Soumita Sengupta" userId="4afa6ce1-cb01-46c2-8538-4650222f0c96" providerId="ADAL" clId="{36A5475D-3ADB-4C86-A0F2-D5010D2E9340}" dt="2021-06-18T11:36:07.746" v="108" actId="13926"/>
        <pc:sldMkLst>
          <pc:docMk/>
          <pc:sldMk cId="3249280852" sldId="276"/>
        </pc:sldMkLst>
        <pc:spChg chg="mod">
          <ac:chgData name="Soumita Sengupta" userId="4afa6ce1-cb01-46c2-8538-4650222f0c96" providerId="ADAL" clId="{36A5475D-3ADB-4C86-A0F2-D5010D2E9340}" dt="2021-06-18T11:36:07.746" v="108" actId="13926"/>
          <ac:spMkLst>
            <pc:docMk/>
            <pc:sldMk cId="3249280852" sldId="276"/>
            <ac:spMk id="2" creationId="{00000000-0000-0000-0000-000000000000}"/>
          </ac:spMkLst>
        </pc:spChg>
      </pc:sldChg>
      <pc:sldChg chg="modSp add del mod">
        <pc:chgData name="Soumita Sengupta" userId="4afa6ce1-cb01-46c2-8538-4650222f0c96" providerId="ADAL" clId="{36A5475D-3ADB-4C86-A0F2-D5010D2E9340}" dt="2021-06-23T11:43:27.878" v="1178" actId="47"/>
        <pc:sldMkLst>
          <pc:docMk/>
          <pc:sldMk cId="273729914" sldId="278"/>
        </pc:sldMkLst>
        <pc:spChg chg="mod">
          <ac:chgData name="Soumita Sengupta" userId="4afa6ce1-cb01-46c2-8538-4650222f0c96" providerId="ADAL" clId="{36A5475D-3ADB-4C86-A0F2-D5010D2E9340}" dt="2021-06-18T14:18:39.307" v="373" actId="13926"/>
          <ac:spMkLst>
            <pc:docMk/>
            <pc:sldMk cId="273729914" sldId="278"/>
            <ac:spMk id="2" creationId="{00000000-0000-0000-0000-000000000000}"/>
          </ac:spMkLst>
        </pc:spChg>
        <pc:spChg chg="mod">
          <ac:chgData name="Soumita Sengupta" userId="4afa6ce1-cb01-46c2-8538-4650222f0c96" providerId="ADAL" clId="{36A5475D-3ADB-4C86-A0F2-D5010D2E9340}" dt="2021-06-23T11:35:39.055" v="880" actId="20577"/>
          <ac:spMkLst>
            <pc:docMk/>
            <pc:sldMk cId="273729914" sldId="278"/>
            <ac:spMk id="9" creationId="{00000000-0000-0000-0000-000000000000}"/>
          </ac:spMkLst>
        </pc:spChg>
      </pc:sldChg>
      <pc:sldChg chg="modSp add del mod">
        <pc:chgData name="Soumita Sengupta" userId="4afa6ce1-cb01-46c2-8538-4650222f0c96" providerId="ADAL" clId="{36A5475D-3ADB-4C86-A0F2-D5010D2E9340}" dt="2021-06-23T12:22:32.055" v="1906" actId="20577"/>
        <pc:sldMkLst>
          <pc:docMk/>
          <pc:sldMk cId="269360884" sldId="279"/>
        </pc:sldMkLst>
        <pc:spChg chg="mod">
          <ac:chgData name="Soumita Sengupta" userId="4afa6ce1-cb01-46c2-8538-4650222f0c96" providerId="ADAL" clId="{36A5475D-3ADB-4C86-A0F2-D5010D2E9340}" dt="2021-06-23T11:50:00.372" v="1264" actId="13926"/>
          <ac:spMkLst>
            <pc:docMk/>
            <pc:sldMk cId="269360884" sldId="279"/>
            <ac:spMk id="2" creationId="{00000000-0000-0000-0000-000000000000}"/>
          </ac:spMkLst>
        </pc:spChg>
        <pc:spChg chg="mod">
          <ac:chgData name="Soumita Sengupta" userId="4afa6ce1-cb01-46c2-8538-4650222f0c96" providerId="ADAL" clId="{36A5475D-3ADB-4C86-A0F2-D5010D2E9340}" dt="2021-06-23T12:22:32.055" v="1906" actId="20577"/>
          <ac:spMkLst>
            <pc:docMk/>
            <pc:sldMk cId="269360884" sldId="279"/>
            <ac:spMk id="10" creationId="{00000000-0000-0000-0000-000000000000}"/>
          </ac:spMkLst>
        </pc:spChg>
      </pc:sldChg>
      <pc:sldChg chg="addSp delSp modSp add mod">
        <pc:chgData name="Soumita Sengupta" userId="4afa6ce1-cb01-46c2-8538-4650222f0c96" providerId="ADAL" clId="{36A5475D-3ADB-4C86-A0F2-D5010D2E9340}" dt="2021-06-23T12:24:15.811" v="2002" actId="1076"/>
        <pc:sldMkLst>
          <pc:docMk/>
          <pc:sldMk cId="3621967906" sldId="280"/>
        </pc:sldMkLst>
        <pc:spChg chg="add del mod">
          <ac:chgData name="Soumita Sengupta" userId="4afa6ce1-cb01-46c2-8538-4650222f0c96" providerId="ADAL" clId="{36A5475D-3ADB-4C86-A0F2-D5010D2E9340}" dt="2021-06-23T11:41:23.591" v="1084"/>
          <ac:spMkLst>
            <pc:docMk/>
            <pc:sldMk cId="3621967906" sldId="280"/>
            <ac:spMk id="8" creationId="{C6683A8D-8FB9-42EE-84AA-5B5B8FA4F597}"/>
          </ac:spMkLst>
        </pc:spChg>
        <pc:spChg chg="mod">
          <ac:chgData name="Soumita Sengupta" userId="4afa6ce1-cb01-46c2-8538-4650222f0c96" providerId="ADAL" clId="{36A5475D-3ADB-4C86-A0F2-D5010D2E9340}" dt="2021-06-23T12:24:15.811" v="2002" actId="1076"/>
          <ac:spMkLst>
            <pc:docMk/>
            <pc:sldMk cId="3621967906" sldId="280"/>
            <ac:spMk id="9" creationId="{00000000-0000-0000-0000-000000000000}"/>
          </ac:spMkLst>
        </pc:spChg>
      </pc:sldChg>
      <pc:sldChg chg="add del">
        <pc:chgData name="Soumita Sengupta" userId="4afa6ce1-cb01-46c2-8538-4650222f0c96" providerId="ADAL" clId="{36A5475D-3ADB-4C86-A0F2-D5010D2E9340}" dt="2021-06-23T12:24:25.628" v="2003" actId="47"/>
        <pc:sldMkLst>
          <pc:docMk/>
          <pc:sldMk cId="3384384337" sldId="281"/>
        </pc:sldMkLst>
      </pc:sldChg>
      <pc:sldChg chg="modSp add del mod">
        <pc:chgData name="Soumita Sengupta" userId="4afa6ce1-cb01-46c2-8538-4650222f0c96" providerId="ADAL" clId="{36A5475D-3ADB-4C86-A0F2-D5010D2E9340}" dt="2021-06-23T12:26:06.717" v="2005" actId="47"/>
        <pc:sldMkLst>
          <pc:docMk/>
          <pc:sldMk cId="1365856972" sldId="282"/>
        </pc:sldMkLst>
        <pc:spChg chg="mod">
          <ac:chgData name="Soumita Sengupta" userId="4afa6ce1-cb01-46c2-8538-4650222f0c96" providerId="ADAL" clId="{36A5475D-3ADB-4C86-A0F2-D5010D2E9340}" dt="2021-06-23T12:25:57.021" v="2004" actId="6549"/>
          <ac:spMkLst>
            <pc:docMk/>
            <pc:sldMk cId="1365856972" sldId="282"/>
            <ac:spMk id="9" creationId="{00000000-0000-0000-0000-000000000000}"/>
          </ac:spMkLst>
        </pc:spChg>
      </pc:sldChg>
      <pc:sldChg chg="add del">
        <pc:chgData name="Soumita Sengupta" userId="4afa6ce1-cb01-46c2-8538-4650222f0c96" providerId="ADAL" clId="{36A5475D-3ADB-4C86-A0F2-D5010D2E9340}" dt="2021-06-23T12:26:10.084" v="2006" actId="47"/>
        <pc:sldMkLst>
          <pc:docMk/>
          <pc:sldMk cId="2959855628" sldId="283"/>
        </pc:sldMkLst>
      </pc:sldChg>
      <pc:sldChg chg="add del">
        <pc:chgData name="Soumita Sengupta" userId="4afa6ce1-cb01-46c2-8538-4650222f0c96" providerId="ADAL" clId="{36A5475D-3ADB-4C86-A0F2-D5010D2E9340}" dt="2021-06-23T12:30:58.109" v="2080" actId="2696"/>
        <pc:sldMkLst>
          <pc:docMk/>
          <pc:sldMk cId="2822785928" sldId="285"/>
        </pc:sldMkLst>
      </pc:sldChg>
      <pc:sldChg chg="addSp delSp modSp add mod">
        <pc:chgData name="Soumita Sengupta" userId="4afa6ce1-cb01-46c2-8538-4650222f0c96" providerId="ADAL" clId="{36A5475D-3ADB-4C86-A0F2-D5010D2E9340}" dt="2021-06-23T12:34:33.338" v="2179" actId="208"/>
        <pc:sldMkLst>
          <pc:docMk/>
          <pc:sldMk cId="2998439583" sldId="286"/>
        </pc:sldMkLst>
        <pc:spChg chg="mod">
          <ac:chgData name="Soumita Sengupta" userId="4afa6ce1-cb01-46c2-8538-4650222f0c96" providerId="ADAL" clId="{36A5475D-3ADB-4C86-A0F2-D5010D2E9340}" dt="2021-06-23T12:33:58.390" v="2170" actId="20577"/>
          <ac:spMkLst>
            <pc:docMk/>
            <pc:sldMk cId="2998439583" sldId="286"/>
            <ac:spMk id="2" creationId="{00000000-0000-0000-0000-000000000000}"/>
          </ac:spMkLst>
        </pc:spChg>
        <pc:spChg chg="add del">
          <ac:chgData name="Soumita Sengupta" userId="4afa6ce1-cb01-46c2-8538-4650222f0c96" providerId="ADAL" clId="{36A5475D-3ADB-4C86-A0F2-D5010D2E9340}" dt="2021-06-23T12:34:24.958" v="2173"/>
          <ac:spMkLst>
            <pc:docMk/>
            <pc:sldMk cId="2998439583" sldId="286"/>
            <ac:spMk id="5" creationId="{DAF38F27-62AE-4A72-AE69-C80C27FD3581}"/>
          </ac:spMkLst>
        </pc:spChg>
        <pc:picChg chg="add mod">
          <ac:chgData name="Soumita Sengupta" userId="4afa6ce1-cb01-46c2-8538-4650222f0c96" providerId="ADAL" clId="{36A5475D-3ADB-4C86-A0F2-D5010D2E9340}" dt="2021-06-23T12:34:33.338" v="2179" actId="208"/>
          <ac:picMkLst>
            <pc:docMk/>
            <pc:sldMk cId="2998439583" sldId="286"/>
            <ac:picMk id="6" creationId="{6E2A7E2F-FFAB-461D-BF9E-D3F8ABAEC706}"/>
          </ac:picMkLst>
        </pc:picChg>
        <pc:picChg chg="del">
          <ac:chgData name="Soumita Sengupta" userId="4afa6ce1-cb01-46c2-8538-4650222f0c96" providerId="ADAL" clId="{36A5475D-3ADB-4C86-A0F2-D5010D2E9340}" dt="2021-06-23T12:34:01.188" v="2171" actId="478"/>
          <ac:picMkLst>
            <pc:docMk/>
            <pc:sldMk cId="2998439583" sldId="286"/>
            <ac:picMk id="15" creationId="{36C82030-3C6A-4F09-ACFD-5CE2627DF551}"/>
          </ac:picMkLst>
        </pc:picChg>
      </pc:sldChg>
      <pc:sldChg chg="addSp delSp modSp add mod">
        <pc:chgData name="Soumita Sengupta" userId="4afa6ce1-cb01-46c2-8538-4650222f0c96" providerId="ADAL" clId="{36A5475D-3ADB-4C86-A0F2-D5010D2E9340}" dt="2021-06-23T12:41:09.488" v="2249" actId="1076"/>
        <pc:sldMkLst>
          <pc:docMk/>
          <pc:sldMk cId="2747257436" sldId="287"/>
        </pc:sldMkLst>
        <pc:spChg chg="mod">
          <ac:chgData name="Soumita Sengupta" userId="4afa6ce1-cb01-46c2-8538-4650222f0c96" providerId="ADAL" clId="{36A5475D-3ADB-4C86-A0F2-D5010D2E9340}" dt="2021-06-23T12:40:34.073" v="2240" actId="20577"/>
          <ac:spMkLst>
            <pc:docMk/>
            <pc:sldMk cId="2747257436" sldId="287"/>
            <ac:spMk id="2" creationId="{00000000-0000-0000-0000-000000000000}"/>
          </ac:spMkLst>
        </pc:spChg>
        <pc:spChg chg="add del">
          <ac:chgData name="Soumita Sengupta" userId="4afa6ce1-cb01-46c2-8538-4650222f0c96" providerId="ADAL" clId="{36A5475D-3ADB-4C86-A0F2-D5010D2E9340}" dt="2021-06-23T12:39:40.807" v="2226"/>
          <ac:spMkLst>
            <pc:docMk/>
            <pc:sldMk cId="2747257436" sldId="287"/>
            <ac:spMk id="5" creationId="{41867F17-8006-4C0D-BC8D-FB5060AB98EF}"/>
          </ac:spMkLst>
        </pc:spChg>
        <pc:spChg chg="add del">
          <ac:chgData name="Soumita Sengupta" userId="4afa6ce1-cb01-46c2-8538-4650222f0c96" providerId="ADAL" clId="{36A5475D-3ADB-4C86-A0F2-D5010D2E9340}" dt="2021-06-23T12:41:01.322" v="2243"/>
          <ac:spMkLst>
            <pc:docMk/>
            <pc:sldMk cId="2747257436" sldId="287"/>
            <ac:spMk id="8" creationId="{E40D4C6E-C740-46DD-B603-3683DDB170C2}"/>
          </ac:spMkLst>
        </pc:spChg>
        <pc:picChg chg="del">
          <ac:chgData name="Soumita Sengupta" userId="4afa6ce1-cb01-46c2-8538-4650222f0c96" providerId="ADAL" clId="{36A5475D-3ADB-4C86-A0F2-D5010D2E9340}" dt="2021-06-23T12:38:15.931" v="2219" actId="478"/>
          <ac:picMkLst>
            <pc:docMk/>
            <pc:sldMk cId="2747257436" sldId="287"/>
            <ac:picMk id="6" creationId="{3525355F-7AA3-453B-A921-FFF4727F8363}"/>
          </ac:picMkLst>
        </pc:picChg>
        <pc:picChg chg="add del mod">
          <ac:chgData name="Soumita Sengupta" userId="4afa6ce1-cb01-46c2-8538-4650222f0c96" providerId="ADAL" clId="{36A5475D-3ADB-4C86-A0F2-D5010D2E9340}" dt="2021-06-23T12:40:35.734" v="2241" actId="478"/>
          <ac:picMkLst>
            <pc:docMk/>
            <pc:sldMk cId="2747257436" sldId="287"/>
            <ac:picMk id="7" creationId="{34CE5381-B826-4240-AFC6-C4F2E7432677}"/>
          </ac:picMkLst>
        </pc:picChg>
        <pc:picChg chg="add mod">
          <ac:chgData name="Soumita Sengupta" userId="4afa6ce1-cb01-46c2-8538-4650222f0c96" providerId="ADAL" clId="{36A5475D-3ADB-4C86-A0F2-D5010D2E9340}" dt="2021-06-23T12:41:09.488" v="2249" actId="1076"/>
          <ac:picMkLst>
            <pc:docMk/>
            <pc:sldMk cId="2747257436" sldId="287"/>
            <ac:picMk id="9" creationId="{A7762DBD-9FB0-46E1-88FB-8EC324A6B3FC}"/>
          </ac:picMkLst>
        </pc:picChg>
      </pc:sldChg>
      <pc:sldChg chg="addSp delSp modSp add mod">
        <pc:chgData name="Soumita Sengupta" userId="4afa6ce1-cb01-46c2-8538-4650222f0c96" providerId="ADAL" clId="{36A5475D-3ADB-4C86-A0F2-D5010D2E9340}" dt="2021-06-23T12:44:21.183" v="2325" actId="208"/>
        <pc:sldMkLst>
          <pc:docMk/>
          <pc:sldMk cId="497692830" sldId="288"/>
        </pc:sldMkLst>
        <pc:spChg chg="mod">
          <ac:chgData name="Soumita Sengupta" userId="4afa6ce1-cb01-46c2-8538-4650222f0c96" providerId="ADAL" clId="{36A5475D-3ADB-4C86-A0F2-D5010D2E9340}" dt="2021-06-23T12:43:19.485" v="2321" actId="20577"/>
          <ac:spMkLst>
            <pc:docMk/>
            <pc:sldMk cId="497692830" sldId="288"/>
            <ac:spMk id="2" creationId="{00000000-0000-0000-0000-000000000000}"/>
          </ac:spMkLst>
        </pc:spChg>
        <pc:picChg chg="del">
          <ac:chgData name="Soumita Sengupta" userId="4afa6ce1-cb01-46c2-8538-4650222f0c96" providerId="ADAL" clId="{36A5475D-3ADB-4C86-A0F2-D5010D2E9340}" dt="2021-06-23T12:43:06.818" v="2272" actId="478"/>
          <ac:picMkLst>
            <pc:docMk/>
            <pc:sldMk cId="497692830" sldId="288"/>
            <ac:picMk id="6" creationId="{DBB9FEF3-CF3F-4ECB-9F53-E316FAB0227E}"/>
          </ac:picMkLst>
        </pc:picChg>
        <pc:picChg chg="add mod">
          <ac:chgData name="Soumita Sengupta" userId="4afa6ce1-cb01-46c2-8538-4650222f0c96" providerId="ADAL" clId="{36A5475D-3ADB-4C86-A0F2-D5010D2E9340}" dt="2021-06-23T12:44:21.183" v="2325" actId="208"/>
          <ac:picMkLst>
            <pc:docMk/>
            <pc:sldMk cId="497692830" sldId="288"/>
            <ac:picMk id="7" creationId="{912463E7-14CC-4AEE-8BA2-1E4635BA35A2}"/>
          </ac:picMkLst>
        </pc:picChg>
      </pc:sldChg>
      <pc:sldChg chg="addSp delSp modSp add mod">
        <pc:chgData name="Soumita Sengupta" userId="4afa6ce1-cb01-46c2-8538-4650222f0c96" providerId="ADAL" clId="{36A5475D-3ADB-4C86-A0F2-D5010D2E9340}" dt="2021-06-23T13:16:03.695" v="2375" actId="1076"/>
        <pc:sldMkLst>
          <pc:docMk/>
          <pc:sldMk cId="1690934009" sldId="289"/>
        </pc:sldMkLst>
        <pc:spChg chg="mod">
          <ac:chgData name="Soumita Sengupta" userId="4afa6ce1-cb01-46c2-8538-4650222f0c96" providerId="ADAL" clId="{36A5475D-3ADB-4C86-A0F2-D5010D2E9340}" dt="2021-06-23T12:44:56.071" v="2332" actId="20577"/>
          <ac:spMkLst>
            <pc:docMk/>
            <pc:sldMk cId="1690934009" sldId="289"/>
            <ac:spMk id="2" creationId="{00000000-0000-0000-0000-000000000000}"/>
          </ac:spMkLst>
        </pc:spChg>
        <pc:spChg chg="add del">
          <ac:chgData name="Soumita Sengupta" userId="4afa6ce1-cb01-46c2-8538-4650222f0c96" providerId="ADAL" clId="{36A5475D-3ADB-4C86-A0F2-D5010D2E9340}" dt="2021-06-23T12:44:59.857" v="2335"/>
          <ac:spMkLst>
            <pc:docMk/>
            <pc:sldMk cId="1690934009" sldId="289"/>
            <ac:spMk id="5" creationId="{D5B99B6F-6255-435D-B94B-730BF9B0F14A}"/>
          </ac:spMkLst>
        </pc:spChg>
        <pc:spChg chg="add mod">
          <ac:chgData name="Soumita Sengupta" userId="4afa6ce1-cb01-46c2-8538-4650222f0c96" providerId="ADAL" clId="{36A5475D-3ADB-4C86-A0F2-D5010D2E9340}" dt="2021-06-23T13:16:01.224" v="2374" actId="1076"/>
          <ac:spMkLst>
            <pc:docMk/>
            <pc:sldMk cId="1690934009" sldId="289"/>
            <ac:spMk id="11" creationId="{7122915E-D11E-46AF-A363-B6E15F52BEFF}"/>
          </ac:spMkLst>
        </pc:spChg>
        <pc:picChg chg="add mod">
          <ac:chgData name="Soumita Sengupta" userId="4afa6ce1-cb01-46c2-8538-4650222f0c96" providerId="ADAL" clId="{36A5475D-3ADB-4C86-A0F2-D5010D2E9340}" dt="2021-06-23T13:16:03.695" v="2375" actId="1076"/>
          <ac:picMkLst>
            <pc:docMk/>
            <pc:sldMk cId="1690934009" sldId="289"/>
            <ac:picMk id="6" creationId="{A7719E5C-64AB-4F91-AC94-647AB66CC114}"/>
          </ac:picMkLst>
        </pc:picChg>
        <pc:picChg chg="add mod">
          <ac:chgData name="Soumita Sengupta" userId="4afa6ce1-cb01-46c2-8538-4650222f0c96" providerId="ADAL" clId="{36A5475D-3ADB-4C86-A0F2-D5010D2E9340}" dt="2021-06-23T12:46:38.516" v="2370" actId="1076"/>
          <ac:picMkLst>
            <pc:docMk/>
            <pc:sldMk cId="1690934009" sldId="289"/>
            <ac:picMk id="8" creationId="{55FBBF07-C4A9-426A-A748-7D603913DFE7}"/>
          </ac:picMkLst>
        </pc:picChg>
        <pc:picChg chg="del mod">
          <ac:chgData name="Soumita Sengupta" userId="4afa6ce1-cb01-46c2-8538-4650222f0c96" providerId="ADAL" clId="{36A5475D-3ADB-4C86-A0F2-D5010D2E9340}" dt="2021-06-23T12:44:57.646" v="2333" actId="478"/>
          <ac:picMkLst>
            <pc:docMk/>
            <pc:sldMk cId="1690934009" sldId="289"/>
            <ac:picMk id="10" creationId="{00000000-0000-0000-0000-000000000000}"/>
          </ac:picMkLst>
        </pc:picChg>
      </pc:sldChg>
      <pc:sldChg chg="add del">
        <pc:chgData name="Soumita Sengupta" userId="4afa6ce1-cb01-46c2-8538-4650222f0c96" providerId="ADAL" clId="{36A5475D-3ADB-4C86-A0F2-D5010D2E9340}" dt="2021-06-17T13:04:15.939" v="41"/>
        <pc:sldMkLst>
          <pc:docMk/>
          <pc:sldMk cId="3987752600" sldId="290"/>
        </pc:sldMkLst>
      </pc:sldChg>
      <pc:sldChg chg="del">
        <pc:chgData name="Soumita Sengupta" userId="4afa6ce1-cb01-46c2-8538-4650222f0c96" providerId="ADAL" clId="{36A5475D-3ADB-4C86-A0F2-D5010D2E9340}" dt="2021-06-17T11:27:08.600" v="14" actId="47"/>
        <pc:sldMkLst>
          <pc:docMk/>
          <pc:sldMk cId="1095455151" sldId="303"/>
        </pc:sldMkLst>
      </pc:sldChg>
      <pc:sldChg chg="modSp mod">
        <pc:chgData name="Soumita Sengupta" userId="4afa6ce1-cb01-46c2-8538-4650222f0c96" providerId="ADAL" clId="{36A5475D-3ADB-4C86-A0F2-D5010D2E9340}" dt="2021-06-17T11:27:03.932" v="8" actId="20577"/>
        <pc:sldMkLst>
          <pc:docMk/>
          <pc:sldMk cId="2584036331" sldId="339"/>
        </pc:sldMkLst>
        <pc:spChg chg="mod">
          <ac:chgData name="Soumita Sengupta" userId="4afa6ce1-cb01-46c2-8538-4650222f0c96" providerId="ADAL" clId="{36A5475D-3ADB-4C86-A0F2-D5010D2E9340}" dt="2021-06-17T11:27:03.932" v="8" actId="20577"/>
          <ac:spMkLst>
            <pc:docMk/>
            <pc:sldMk cId="2584036331" sldId="339"/>
            <ac:spMk id="5" creationId="{6D1A1596-A8D7-4C1A-8956-0FA40A84EFCA}"/>
          </ac:spMkLst>
        </pc:spChg>
      </pc:sldChg>
      <pc:sldChg chg="addSp delSp modSp add mod">
        <pc:chgData name="Soumita Sengupta" userId="4afa6ce1-cb01-46c2-8538-4650222f0c96" providerId="ADAL" clId="{36A5475D-3ADB-4C86-A0F2-D5010D2E9340}" dt="2021-06-23T12:28:47.046" v="2030" actId="208"/>
        <pc:sldMkLst>
          <pc:docMk/>
          <pc:sldMk cId="2306519255" sldId="912"/>
        </pc:sldMkLst>
        <pc:spChg chg="mod">
          <ac:chgData name="Soumita Sengupta" userId="4afa6ce1-cb01-46c2-8538-4650222f0c96" providerId="ADAL" clId="{36A5475D-3ADB-4C86-A0F2-D5010D2E9340}" dt="2021-06-23T12:28:06.461" v="2023" actId="5793"/>
          <ac:spMkLst>
            <pc:docMk/>
            <pc:sldMk cId="2306519255" sldId="912"/>
            <ac:spMk id="2" creationId="{00000000-0000-0000-0000-000000000000}"/>
          </ac:spMkLst>
        </pc:spChg>
        <pc:spChg chg="add del">
          <ac:chgData name="Soumita Sengupta" userId="4afa6ce1-cb01-46c2-8538-4650222f0c96" providerId="ADAL" clId="{36A5475D-3ADB-4C86-A0F2-D5010D2E9340}" dt="2021-06-23T12:28:38.828" v="2026"/>
          <ac:spMkLst>
            <pc:docMk/>
            <pc:sldMk cId="2306519255" sldId="912"/>
            <ac:spMk id="5" creationId="{0EE74282-AE66-4DA2-9CD2-8EDFA75FDD6F}"/>
          </ac:spMkLst>
        </pc:spChg>
        <pc:picChg chg="add mod">
          <ac:chgData name="Soumita Sengupta" userId="4afa6ce1-cb01-46c2-8538-4650222f0c96" providerId="ADAL" clId="{36A5475D-3ADB-4C86-A0F2-D5010D2E9340}" dt="2021-06-23T12:28:47.046" v="2030" actId="208"/>
          <ac:picMkLst>
            <pc:docMk/>
            <pc:sldMk cId="2306519255" sldId="912"/>
            <ac:picMk id="6" creationId="{B08067EB-D6CB-4440-B2F9-65D1D1721410}"/>
          </ac:picMkLst>
        </pc:picChg>
        <pc:picChg chg="del mod">
          <ac:chgData name="Soumita Sengupta" userId="4afa6ce1-cb01-46c2-8538-4650222f0c96" providerId="ADAL" clId="{36A5475D-3ADB-4C86-A0F2-D5010D2E9340}" dt="2021-06-23T12:28:08.886" v="2024" actId="478"/>
          <ac:picMkLst>
            <pc:docMk/>
            <pc:sldMk cId="2306519255" sldId="912"/>
            <ac:picMk id="8" creationId="{00000000-0000-0000-0000-000000000000}"/>
          </ac:picMkLst>
        </pc:picChg>
      </pc:sldChg>
      <pc:sldChg chg="modSp mod">
        <pc:chgData name="Soumita Sengupta" userId="4afa6ce1-cb01-46c2-8538-4650222f0c96" providerId="ADAL" clId="{36A5475D-3ADB-4C86-A0F2-D5010D2E9340}" dt="2021-06-17T11:29:55.644" v="40" actId="1076"/>
        <pc:sldMkLst>
          <pc:docMk/>
          <pc:sldMk cId="3693191466" sldId="1327"/>
        </pc:sldMkLst>
        <pc:spChg chg="mod">
          <ac:chgData name="Soumita Sengupta" userId="4afa6ce1-cb01-46c2-8538-4650222f0c96" providerId="ADAL" clId="{36A5475D-3ADB-4C86-A0F2-D5010D2E9340}" dt="2021-06-17T11:29:55.644" v="40" actId="1076"/>
          <ac:spMkLst>
            <pc:docMk/>
            <pc:sldMk cId="3693191466" sldId="1327"/>
            <ac:spMk id="2" creationId="{57983F62-BBB9-431B-A37F-BDA0DC7153F6}"/>
          </ac:spMkLst>
        </pc:spChg>
      </pc:sldChg>
      <pc:sldChg chg="modSp add mod">
        <pc:chgData name="Soumita Sengupta" userId="4afa6ce1-cb01-46c2-8538-4650222f0c96" providerId="ADAL" clId="{36A5475D-3ADB-4C86-A0F2-D5010D2E9340}" dt="2021-06-23T12:22:48.133" v="1907" actId="12"/>
        <pc:sldMkLst>
          <pc:docMk/>
          <pc:sldMk cId="3560475705" sldId="1328"/>
        </pc:sldMkLst>
        <pc:spChg chg="mod">
          <ac:chgData name="Soumita Sengupta" userId="4afa6ce1-cb01-46c2-8538-4650222f0c96" providerId="ADAL" clId="{36A5475D-3ADB-4C86-A0F2-D5010D2E9340}" dt="2021-06-23T12:12:02.491" v="1610" actId="13926"/>
          <ac:spMkLst>
            <pc:docMk/>
            <pc:sldMk cId="3560475705" sldId="1328"/>
            <ac:spMk id="2" creationId="{00000000-0000-0000-0000-000000000000}"/>
          </ac:spMkLst>
        </pc:spChg>
        <pc:spChg chg="mod">
          <ac:chgData name="Soumita Sengupta" userId="4afa6ce1-cb01-46c2-8538-4650222f0c96" providerId="ADAL" clId="{36A5475D-3ADB-4C86-A0F2-D5010D2E9340}" dt="2021-06-23T12:22:48.133" v="1907" actId="12"/>
          <ac:spMkLst>
            <pc:docMk/>
            <pc:sldMk cId="3560475705" sldId="1328"/>
            <ac:spMk id="10" creationId="{00000000-0000-0000-0000-000000000000}"/>
          </ac:spMkLst>
        </pc:spChg>
      </pc:sldChg>
      <pc:sldChg chg="del">
        <pc:chgData name="Soumita Sengupta" userId="4afa6ce1-cb01-46c2-8538-4650222f0c96" providerId="ADAL" clId="{36A5475D-3ADB-4C86-A0F2-D5010D2E9340}" dt="2021-06-17T11:27:10.790" v="19" actId="47"/>
        <pc:sldMkLst>
          <pc:docMk/>
          <pc:sldMk cId="4051698625" sldId="1328"/>
        </pc:sldMkLst>
      </pc:sldChg>
      <pc:sldChg chg="addSp delSp modSp add mod">
        <pc:chgData name="Soumita Sengupta" userId="4afa6ce1-cb01-46c2-8538-4650222f0c96" providerId="ADAL" clId="{36A5475D-3ADB-4C86-A0F2-D5010D2E9340}" dt="2021-06-23T12:29:29.741" v="2057" actId="1076"/>
        <pc:sldMkLst>
          <pc:docMk/>
          <pc:sldMk cId="42831603" sldId="1329"/>
        </pc:sldMkLst>
        <pc:spChg chg="mod">
          <ac:chgData name="Soumita Sengupta" userId="4afa6ce1-cb01-46c2-8538-4650222f0c96" providerId="ADAL" clId="{36A5475D-3ADB-4C86-A0F2-D5010D2E9340}" dt="2021-06-23T12:29:00.243" v="2047" actId="5793"/>
          <ac:spMkLst>
            <pc:docMk/>
            <pc:sldMk cId="42831603" sldId="1329"/>
            <ac:spMk id="2" creationId="{00000000-0000-0000-0000-000000000000}"/>
          </ac:spMkLst>
        </pc:spChg>
        <pc:spChg chg="add del">
          <ac:chgData name="Soumita Sengupta" userId="4afa6ce1-cb01-46c2-8538-4650222f0c96" providerId="ADAL" clId="{36A5475D-3ADB-4C86-A0F2-D5010D2E9340}" dt="2021-06-23T12:29:14.560" v="2050"/>
          <ac:spMkLst>
            <pc:docMk/>
            <pc:sldMk cId="42831603" sldId="1329"/>
            <ac:spMk id="5" creationId="{61AB3965-B13A-4252-98F5-349D20D576DC}"/>
          </ac:spMkLst>
        </pc:spChg>
        <pc:picChg chg="del">
          <ac:chgData name="Soumita Sengupta" userId="4afa6ce1-cb01-46c2-8538-4650222f0c96" providerId="ADAL" clId="{36A5475D-3ADB-4C86-A0F2-D5010D2E9340}" dt="2021-06-23T12:29:11.911" v="2048" actId="478"/>
          <ac:picMkLst>
            <pc:docMk/>
            <pc:sldMk cId="42831603" sldId="1329"/>
            <ac:picMk id="6" creationId="{B08067EB-D6CB-4440-B2F9-65D1D1721410}"/>
          </ac:picMkLst>
        </pc:picChg>
        <pc:picChg chg="add mod">
          <ac:chgData name="Soumita Sengupta" userId="4afa6ce1-cb01-46c2-8538-4650222f0c96" providerId="ADAL" clId="{36A5475D-3ADB-4C86-A0F2-D5010D2E9340}" dt="2021-06-23T12:29:29.741" v="2057" actId="1076"/>
          <ac:picMkLst>
            <pc:docMk/>
            <pc:sldMk cId="42831603" sldId="1329"/>
            <ac:picMk id="7" creationId="{82EEFCFA-916F-4EFE-BB3E-73A80EC1A1C5}"/>
          </ac:picMkLst>
        </pc:picChg>
      </pc:sldChg>
      <pc:sldChg chg="del">
        <pc:chgData name="Soumita Sengupta" userId="4afa6ce1-cb01-46c2-8538-4650222f0c96" providerId="ADAL" clId="{36A5475D-3ADB-4C86-A0F2-D5010D2E9340}" dt="2021-06-17T11:27:07.396" v="9" actId="47"/>
        <pc:sldMkLst>
          <pc:docMk/>
          <pc:sldMk cId="4227866224" sldId="1329"/>
        </pc:sldMkLst>
      </pc:sldChg>
      <pc:sldChg chg="addSp modSp add del mod">
        <pc:chgData name="Soumita Sengupta" userId="4afa6ce1-cb01-46c2-8538-4650222f0c96" providerId="ADAL" clId="{36A5475D-3ADB-4C86-A0F2-D5010D2E9340}" dt="2021-06-23T12:30:56.272" v="2079" actId="2696"/>
        <pc:sldMkLst>
          <pc:docMk/>
          <pc:sldMk cId="602120299" sldId="1330"/>
        </pc:sldMkLst>
        <pc:spChg chg="mod">
          <ac:chgData name="Soumita Sengupta" userId="4afa6ce1-cb01-46c2-8538-4650222f0c96" providerId="ADAL" clId="{36A5475D-3ADB-4C86-A0F2-D5010D2E9340}" dt="2021-06-23T12:30:42.333" v="2076" actId="21"/>
          <ac:spMkLst>
            <pc:docMk/>
            <pc:sldMk cId="602120299" sldId="1330"/>
            <ac:spMk id="2" creationId="{00000000-0000-0000-0000-000000000000}"/>
          </ac:spMkLst>
        </pc:spChg>
        <pc:spChg chg="add mod">
          <ac:chgData name="Soumita Sengupta" userId="4afa6ce1-cb01-46c2-8538-4650222f0c96" providerId="ADAL" clId="{36A5475D-3ADB-4C86-A0F2-D5010D2E9340}" dt="2021-06-23T12:30:47.214" v="2078" actId="1076"/>
          <ac:spMkLst>
            <pc:docMk/>
            <pc:sldMk cId="602120299" sldId="1330"/>
            <ac:spMk id="8" creationId="{20E7A16B-F7DA-48B7-B45A-84B44240D0C7}"/>
          </ac:spMkLst>
        </pc:spChg>
        <pc:picChg chg="mod">
          <ac:chgData name="Soumita Sengupta" userId="4afa6ce1-cb01-46c2-8538-4650222f0c96" providerId="ADAL" clId="{36A5475D-3ADB-4C86-A0F2-D5010D2E9340}" dt="2021-06-23T12:30:45.244" v="2077" actId="1076"/>
          <ac:picMkLst>
            <pc:docMk/>
            <pc:sldMk cId="602120299" sldId="1330"/>
            <ac:picMk id="7" creationId="{82EEFCFA-916F-4EFE-BB3E-73A80EC1A1C5}"/>
          </ac:picMkLst>
        </pc:picChg>
      </pc:sldChg>
      <pc:sldChg chg="del">
        <pc:chgData name="Soumita Sengupta" userId="4afa6ce1-cb01-46c2-8538-4650222f0c96" providerId="ADAL" clId="{36A5475D-3ADB-4C86-A0F2-D5010D2E9340}" dt="2021-06-17T11:27:08.083" v="12" actId="47"/>
        <pc:sldMkLst>
          <pc:docMk/>
          <pc:sldMk cId="2689733765" sldId="1330"/>
        </pc:sldMkLst>
      </pc:sldChg>
      <pc:sldChg chg="addSp delSp modSp add mod">
        <pc:chgData name="Soumita Sengupta" userId="4afa6ce1-cb01-46c2-8538-4650222f0c96" providerId="ADAL" clId="{36A5475D-3ADB-4C86-A0F2-D5010D2E9340}" dt="2021-06-23T12:32:43.233" v="2136" actId="1076"/>
        <pc:sldMkLst>
          <pc:docMk/>
          <pc:sldMk cId="4042070132" sldId="1330"/>
        </pc:sldMkLst>
        <pc:spChg chg="add del">
          <ac:chgData name="Soumita Sengupta" userId="4afa6ce1-cb01-46c2-8538-4650222f0c96" providerId="ADAL" clId="{36A5475D-3ADB-4C86-A0F2-D5010D2E9340}" dt="2021-06-23T12:32:01.984" v="2105"/>
          <ac:spMkLst>
            <pc:docMk/>
            <pc:sldMk cId="4042070132" sldId="1330"/>
            <ac:spMk id="5" creationId="{901E5E06-2270-474F-9D8B-FAA5B742249D}"/>
          </ac:spMkLst>
        </pc:spChg>
        <pc:spChg chg="add mod">
          <ac:chgData name="Soumita Sengupta" userId="4afa6ce1-cb01-46c2-8538-4650222f0c96" providerId="ADAL" clId="{36A5475D-3ADB-4C86-A0F2-D5010D2E9340}" dt="2021-06-23T12:32:37.741" v="2135" actId="2711"/>
          <ac:spMkLst>
            <pc:docMk/>
            <pc:sldMk cId="4042070132" sldId="1330"/>
            <ac:spMk id="8" creationId="{2AA84AE1-921B-4893-B6C8-9BA72B24D2FB}"/>
          </ac:spMkLst>
        </pc:spChg>
        <pc:picChg chg="add mod">
          <ac:chgData name="Soumita Sengupta" userId="4afa6ce1-cb01-46c2-8538-4650222f0c96" providerId="ADAL" clId="{36A5475D-3ADB-4C86-A0F2-D5010D2E9340}" dt="2021-06-23T12:32:43.233" v="2136" actId="1076"/>
          <ac:picMkLst>
            <pc:docMk/>
            <pc:sldMk cId="4042070132" sldId="1330"/>
            <ac:picMk id="6" creationId="{D46540CB-95AC-4F87-879D-6452D53FA385}"/>
          </ac:picMkLst>
        </pc:picChg>
        <pc:picChg chg="del">
          <ac:chgData name="Soumita Sengupta" userId="4afa6ce1-cb01-46c2-8538-4650222f0c96" providerId="ADAL" clId="{36A5475D-3ADB-4C86-A0F2-D5010D2E9340}" dt="2021-06-23T12:31:09.315" v="2082" actId="478"/>
          <ac:picMkLst>
            <pc:docMk/>
            <pc:sldMk cId="4042070132" sldId="1330"/>
            <ac:picMk id="7" creationId="{82EEFCFA-916F-4EFE-BB3E-73A80EC1A1C5}"/>
          </ac:picMkLst>
        </pc:picChg>
      </pc:sldChg>
      <pc:sldChg chg="addSp delSp modSp add mod">
        <pc:chgData name="Soumita Sengupta" userId="4afa6ce1-cb01-46c2-8538-4650222f0c96" providerId="ADAL" clId="{36A5475D-3ADB-4C86-A0F2-D5010D2E9340}" dt="2021-06-23T12:35:05.521" v="2188" actId="208"/>
        <pc:sldMkLst>
          <pc:docMk/>
          <pc:sldMk cId="3744767317" sldId="1331"/>
        </pc:sldMkLst>
        <pc:spChg chg="add del">
          <ac:chgData name="Soumita Sengupta" userId="4afa6ce1-cb01-46c2-8538-4650222f0c96" providerId="ADAL" clId="{36A5475D-3ADB-4C86-A0F2-D5010D2E9340}" dt="2021-06-23T12:34:58.761" v="2183"/>
          <ac:spMkLst>
            <pc:docMk/>
            <pc:sldMk cId="3744767317" sldId="1331"/>
            <ac:spMk id="5" creationId="{6CDC2C1C-F19B-4522-A931-4694F5F3E785}"/>
          </ac:spMkLst>
        </pc:spChg>
        <pc:picChg chg="del">
          <ac:chgData name="Soumita Sengupta" userId="4afa6ce1-cb01-46c2-8538-4650222f0c96" providerId="ADAL" clId="{36A5475D-3ADB-4C86-A0F2-D5010D2E9340}" dt="2021-06-23T12:34:56.011" v="2181" actId="478"/>
          <ac:picMkLst>
            <pc:docMk/>
            <pc:sldMk cId="3744767317" sldId="1331"/>
            <ac:picMk id="6" creationId="{6E2A7E2F-FFAB-461D-BF9E-D3F8ABAEC706}"/>
          </ac:picMkLst>
        </pc:picChg>
        <pc:picChg chg="add mod">
          <ac:chgData name="Soumita Sengupta" userId="4afa6ce1-cb01-46c2-8538-4650222f0c96" providerId="ADAL" clId="{36A5475D-3ADB-4C86-A0F2-D5010D2E9340}" dt="2021-06-23T12:35:05.521" v="2188" actId="208"/>
          <ac:picMkLst>
            <pc:docMk/>
            <pc:sldMk cId="3744767317" sldId="1331"/>
            <ac:picMk id="7" creationId="{4F0F5168-8C85-4992-97B8-024A416A267C}"/>
          </ac:picMkLst>
        </pc:picChg>
      </pc:sldChg>
      <pc:sldChg chg="del">
        <pc:chgData name="Soumita Sengupta" userId="4afa6ce1-cb01-46c2-8538-4650222f0c96" providerId="ADAL" clId="{36A5475D-3ADB-4C86-A0F2-D5010D2E9340}" dt="2021-06-17T11:27:10.151" v="17" actId="47"/>
        <pc:sldMkLst>
          <pc:docMk/>
          <pc:sldMk cId="3825885641" sldId="1331"/>
        </pc:sldMkLst>
      </pc:sldChg>
      <pc:sldChg chg="del">
        <pc:chgData name="Soumita Sengupta" userId="4afa6ce1-cb01-46c2-8538-4650222f0c96" providerId="ADAL" clId="{36A5475D-3ADB-4C86-A0F2-D5010D2E9340}" dt="2021-06-17T11:27:10.991" v="20" actId="47"/>
        <pc:sldMkLst>
          <pc:docMk/>
          <pc:sldMk cId="3080214361" sldId="1332"/>
        </pc:sldMkLst>
      </pc:sldChg>
      <pc:sldChg chg="addSp delSp modSp add mod">
        <pc:chgData name="Soumita Sengupta" userId="4afa6ce1-cb01-46c2-8538-4650222f0c96" providerId="ADAL" clId="{36A5475D-3ADB-4C86-A0F2-D5010D2E9340}" dt="2021-06-23T12:35:41.127" v="2197" actId="208"/>
        <pc:sldMkLst>
          <pc:docMk/>
          <pc:sldMk cId="3523257164" sldId="1332"/>
        </pc:sldMkLst>
        <pc:spChg chg="add del">
          <ac:chgData name="Soumita Sengupta" userId="4afa6ce1-cb01-46c2-8538-4650222f0c96" providerId="ADAL" clId="{36A5475D-3ADB-4C86-A0F2-D5010D2E9340}" dt="2021-06-23T12:35:34.772" v="2192"/>
          <ac:spMkLst>
            <pc:docMk/>
            <pc:sldMk cId="3523257164" sldId="1332"/>
            <ac:spMk id="5" creationId="{D285A1D1-1773-4AB9-B225-D9848DE10097}"/>
          </ac:spMkLst>
        </pc:spChg>
        <pc:picChg chg="add mod">
          <ac:chgData name="Soumita Sengupta" userId="4afa6ce1-cb01-46c2-8538-4650222f0c96" providerId="ADAL" clId="{36A5475D-3ADB-4C86-A0F2-D5010D2E9340}" dt="2021-06-23T12:35:41.127" v="2197" actId="208"/>
          <ac:picMkLst>
            <pc:docMk/>
            <pc:sldMk cId="3523257164" sldId="1332"/>
            <ac:picMk id="6" creationId="{CD1A3F25-98FC-4AA5-B1EE-D82AE4A13688}"/>
          </ac:picMkLst>
        </pc:picChg>
        <pc:picChg chg="del">
          <ac:chgData name="Soumita Sengupta" userId="4afa6ce1-cb01-46c2-8538-4650222f0c96" providerId="ADAL" clId="{36A5475D-3ADB-4C86-A0F2-D5010D2E9340}" dt="2021-06-23T12:35:31.895" v="2190" actId="478"/>
          <ac:picMkLst>
            <pc:docMk/>
            <pc:sldMk cId="3523257164" sldId="1332"/>
            <ac:picMk id="7" creationId="{4F0F5168-8C85-4992-97B8-024A416A267C}"/>
          </ac:picMkLst>
        </pc:picChg>
      </pc:sldChg>
      <pc:sldChg chg="addSp delSp modSp add mod">
        <pc:chgData name="Soumita Sengupta" userId="4afa6ce1-cb01-46c2-8538-4650222f0c96" providerId="ADAL" clId="{36A5475D-3ADB-4C86-A0F2-D5010D2E9340}" dt="2021-06-23T12:36:02.713" v="2205" actId="208"/>
        <pc:sldMkLst>
          <pc:docMk/>
          <pc:sldMk cId="2835351086" sldId="1333"/>
        </pc:sldMkLst>
        <pc:spChg chg="add del">
          <ac:chgData name="Soumita Sengupta" userId="4afa6ce1-cb01-46c2-8538-4650222f0c96" providerId="ADAL" clId="{36A5475D-3ADB-4C86-A0F2-D5010D2E9340}" dt="2021-06-23T12:35:57.607" v="2201"/>
          <ac:spMkLst>
            <pc:docMk/>
            <pc:sldMk cId="2835351086" sldId="1333"/>
            <ac:spMk id="5" creationId="{2EE94A37-BDF6-4151-8044-928716A7FC26}"/>
          </ac:spMkLst>
        </pc:spChg>
        <pc:picChg chg="del">
          <ac:chgData name="Soumita Sengupta" userId="4afa6ce1-cb01-46c2-8538-4650222f0c96" providerId="ADAL" clId="{36A5475D-3ADB-4C86-A0F2-D5010D2E9340}" dt="2021-06-23T12:35:54.987" v="2199" actId="478"/>
          <ac:picMkLst>
            <pc:docMk/>
            <pc:sldMk cId="2835351086" sldId="1333"/>
            <ac:picMk id="6" creationId="{CD1A3F25-98FC-4AA5-B1EE-D82AE4A13688}"/>
          </ac:picMkLst>
        </pc:picChg>
        <pc:picChg chg="add mod">
          <ac:chgData name="Soumita Sengupta" userId="4afa6ce1-cb01-46c2-8538-4650222f0c96" providerId="ADAL" clId="{36A5475D-3ADB-4C86-A0F2-D5010D2E9340}" dt="2021-06-23T12:36:02.713" v="2205" actId="208"/>
          <ac:picMkLst>
            <pc:docMk/>
            <pc:sldMk cId="2835351086" sldId="1333"/>
            <ac:picMk id="7" creationId="{3FE4B06F-076E-49D6-AA85-9BB12BB99D23}"/>
          </ac:picMkLst>
        </pc:picChg>
      </pc:sldChg>
      <pc:sldChg chg="del">
        <pc:chgData name="Soumita Sengupta" userId="4afa6ce1-cb01-46c2-8538-4650222f0c96" providerId="ADAL" clId="{36A5475D-3ADB-4C86-A0F2-D5010D2E9340}" dt="2021-06-17T11:27:11.856" v="25" actId="47"/>
        <pc:sldMkLst>
          <pc:docMk/>
          <pc:sldMk cId="3051288005" sldId="1333"/>
        </pc:sldMkLst>
      </pc:sldChg>
      <pc:sldChg chg="addSp delSp modSp add mod">
        <pc:chgData name="Soumita Sengupta" userId="4afa6ce1-cb01-46c2-8538-4650222f0c96" providerId="ADAL" clId="{36A5475D-3ADB-4C86-A0F2-D5010D2E9340}" dt="2021-06-23T12:37:03.495" v="2215" actId="1076"/>
        <pc:sldMkLst>
          <pc:docMk/>
          <pc:sldMk cId="826410433" sldId="1334"/>
        </pc:sldMkLst>
        <pc:spChg chg="add del">
          <ac:chgData name="Soumita Sengupta" userId="4afa6ce1-cb01-46c2-8538-4650222f0c96" providerId="ADAL" clId="{36A5475D-3ADB-4C86-A0F2-D5010D2E9340}" dt="2021-06-23T12:36:54.719" v="2209"/>
          <ac:spMkLst>
            <pc:docMk/>
            <pc:sldMk cId="826410433" sldId="1334"/>
            <ac:spMk id="5" creationId="{E4FFD85F-A35E-46F5-9746-CF02985C0E8A}"/>
          </ac:spMkLst>
        </pc:spChg>
        <pc:spChg chg="mod">
          <ac:chgData name="Soumita Sengupta" userId="4afa6ce1-cb01-46c2-8538-4650222f0c96" providerId="ADAL" clId="{36A5475D-3ADB-4C86-A0F2-D5010D2E9340}" dt="2021-06-23T12:37:01.945" v="2214" actId="20577"/>
          <ac:spMkLst>
            <pc:docMk/>
            <pc:sldMk cId="826410433" sldId="1334"/>
            <ac:spMk id="8" creationId="{00000000-0000-0000-0000-000000000000}"/>
          </ac:spMkLst>
        </pc:spChg>
        <pc:picChg chg="add mod">
          <ac:chgData name="Soumita Sengupta" userId="4afa6ce1-cb01-46c2-8538-4650222f0c96" providerId="ADAL" clId="{36A5475D-3ADB-4C86-A0F2-D5010D2E9340}" dt="2021-06-23T12:37:03.495" v="2215" actId="1076"/>
          <ac:picMkLst>
            <pc:docMk/>
            <pc:sldMk cId="826410433" sldId="1334"/>
            <ac:picMk id="6" creationId="{C1CC93A0-198E-4479-818C-D639E028C917}"/>
          </ac:picMkLst>
        </pc:picChg>
        <pc:picChg chg="del">
          <ac:chgData name="Soumita Sengupta" userId="4afa6ce1-cb01-46c2-8538-4650222f0c96" providerId="ADAL" clId="{36A5475D-3ADB-4C86-A0F2-D5010D2E9340}" dt="2021-06-23T12:36:51.614" v="2207" actId="478"/>
          <ac:picMkLst>
            <pc:docMk/>
            <pc:sldMk cId="826410433" sldId="1334"/>
            <ac:picMk id="7" creationId="{3FE4B06F-076E-49D6-AA85-9BB12BB99D23}"/>
          </ac:picMkLst>
        </pc:picChg>
      </pc:sldChg>
      <pc:sldChg chg="del">
        <pc:chgData name="Soumita Sengupta" userId="4afa6ce1-cb01-46c2-8538-4650222f0c96" providerId="ADAL" clId="{36A5475D-3ADB-4C86-A0F2-D5010D2E9340}" dt="2021-06-17T11:27:12.025" v="26" actId="47"/>
        <pc:sldMkLst>
          <pc:docMk/>
          <pc:sldMk cId="3612439745" sldId="1334"/>
        </pc:sldMkLst>
      </pc:sldChg>
      <pc:sldChg chg="del">
        <pc:chgData name="Soumita Sengupta" userId="4afa6ce1-cb01-46c2-8538-4650222f0c96" providerId="ADAL" clId="{36A5475D-3ADB-4C86-A0F2-D5010D2E9340}" dt="2021-06-17T11:27:12.226" v="27" actId="47"/>
        <pc:sldMkLst>
          <pc:docMk/>
          <pc:sldMk cId="4631750" sldId="1335"/>
        </pc:sldMkLst>
      </pc:sldChg>
      <pc:sldChg chg="add">
        <pc:chgData name="Soumita Sengupta" userId="4afa6ce1-cb01-46c2-8538-4650222f0c96" providerId="ADAL" clId="{36A5475D-3ADB-4C86-A0F2-D5010D2E9340}" dt="2021-06-23T12:40:27.181" v="2233" actId="2890"/>
        <pc:sldMkLst>
          <pc:docMk/>
          <pc:sldMk cId="1172614157" sldId="1335"/>
        </pc:sldMkLst>
      </pc:sldChg>
      <pc:sldChg chg="del">
        <pc:chgData name="Soumita Sengupta" userId="4afa6ce1-cb01-46c2-8538-4650222f0c96" providerId="ADAL" clId="{36A5475D-3ADB-4C86-A0F2-D5010D2E9340}" dt="2021-06-17T11:27:12.394" v="28" actId="47"/>
        <pc:sldMkLst>
          <pc:docMk/>
          <pc:sldMk cId="736621240" sldId="1336"/>
        </pc:sldMkLst>
      </pc:sldChg>
      <pc:sldChg chg="addSp delSp modSp add mod">
        <pc:chgData name="Soumita Sengupta" userId="4afa6ce1-cb01-46c2-8538-4650222f0c96" providerId="ADAL" clId="{36A5475D-3ADB-4C86-A0F2-D5010D2E9340}" dt="2021-06-23T12:41:54.508" v="2271" actId="5793"/>
        <pc:sldMkLst>
          <pc:docMk/>
          <pc:sldMk cId="1838583949" sldId="1336"/>
        </pc:sldMkLst>
        <pc:spChg chg="mod">
          <ac:chgData name="Soumita Sengupta" userId="4afa6ce1-cb01-46c2-8538-4650222f0c96" providerId="ADAL" clId="{36A5475D-3ADB-4C86-A0F2-D5010D2E9340}" dt="2021-06-23T12:41:54.508" v="2271" actId="5793"/>
          <ac:spMkLst>
            <pc:docMk/>
            <pc:sldMk cId="1838583949" sldId="1336"/>
            <ac:spMk id="2" creationId="{00000000-0000-0000-0000-000000000000}"/>
          </ac:spMkLst>
        </pc:spChg>
        <pc:spChg chg="add del">
          <ac:chgData name="Soumita Sengupta" userId="4afa6ce1-cb01-46c2-8538-4650222f0c96" providerId="ADAL" clId="{36A5475D-3ADB-4C86-A0F2-D5010D2E9340}" dt="2021-06-23T12:41:41.834" v="2253"/>
          <ac:spMkLst>
            <pc:docMk/>
            <pc:sldMk cId="1838583949" sldId="1336"/>
            <ac:spMk id="5" creationId="{ACE29150-FB53-4AD1-B0BD-8E59EB3D8521}"/>
          </ac:spMkLst>
        </pc:spChg>
        <pc:picChg chg="add mod">
          <ac:chgData name="Soumita Sengupta" userId="4afa6ce1-cb01-46c2-8538-4650222f0c96" providerId="ADAL" clId="{36A5475D-3ADB-4C86-A0F2-D5010D2E9340}" dt="2021-06-23T12:41:48.550" v="2257" actId="208"/>
          <ac:picMkLst>
            <pc:docMk/>
            <pc:sldMk cId="1838583949" sldId="1336"/>
            <ac:picMk id="6" creationId="{B7CF53F7-F774-4FD1-9A1E-E51D39F11791}"/>
          </ac:picMkLst>
        </pc:picChg>
        <pc:picChg chg="del">
          <ac:chgData name="Soumita Sengupta" userId="4afa6ce1-cb01-46c2-8538-4650222f0c96" providerId="ADAL" clId="{36A5475D-3ADB-4C86-A0F2-D5010D2E9340}" dt="2021-06-23T12:41:38.616" v="2251" actId="478"/>
          <ac:picMkLst>
            <pc:docMk/>
            <pc:sldMk cId="1838583949" sldId="1336"/>
            <ac:picMk id="9" creationId="{A7762DBD-9FB0-46E1-88FB-8EC324A6B3FC}"/>
          </ac:picMkLst>
        </pc:picChg>
      </pc:sldChg>
      <pc:sldChg chg="del">
        <pc:chgData name="Soumita Sengupta" userId="4afa6ce1-cb01-46c2-8538-4650222f0c96" providerId="ADAL" clId="{36A5475D-3ADB-4C86-A0F2-D5010D2E9340}" dt="2021-06-17T11:27:13.082" v="29" actId="47"/>
        <pc:sldMkLst>
          <pc:docMk/>
          <pc:sldMk cId="2486887644" sldId="1337"/>
        </pc:sldMkLst>
      </pc:sldChg>
      <pc:sldChg chg="del">
        <pc:chgData name="Soumita Sengupta" userId="4afa6ce1-cb01-46c2-8538-4650222f0c96" providerId="ADAL" clId="{36A5475D-3ADB-4C86-A0F2-D5010D2E9340}" dt="2021-06-17T11:27:14.288" v="30" actId="47"/>
        <pc:sldMkLst>
          <pc:docMk/>
          <pc:sldMk cId="2283558231" sldId="1338"/>
        </pc:sldMkLst>
      </pc:sldChg>
      <pc:sldChg chg="del">
        <pc:chgData name="Soumita Sengupta" userId="4afa6ce1-cb01-46c2-8538-4650222f0c96" providerId="ADAL" clId="{36A5475D-3ADB-4C86-A0F2-D5010D2E9340}" dt="2021-06-17T11:27:09.132" v="15" actId="47"/>
        <pc:sldMkLst>
          <pc:docMk/>
          <pc:sldMk cId="2506302366" sldId="1339"/>
        </pc:sldMkLst>
      </pc:sldChg>
      <pc:sldChg chg="del">
        <pc:chgData name="Soumita Sengupta" userId="4afa6ce1-cb01-46c2-8538-4650222f0c96" providerId="ADAL" clId="{36A5475D-3ADB-4C86-A0F2-D5010D2E9340}" dt="2021-06-17T11:27:08.284" v="13" actId="47"/>
        <pc:sldMkLst>
          <pc:docMk/>
          <pc:sldMk cId="3821216101" sldId="1340"/>
        </pc:sldMkLst>
      </pc:sldChg>
      <pc:sldChg chg="del">
        <pc:chgData name="Soumita Sengupta" userId="4afa6ce1-cb01-46c2-8538-4650222f0c96" providerId="ADAL" clId="{36A5475D-3ADB-4C86-A0F2-D5010D2E9340}" dt="2021-06-17T11:27:11.138" v="21" actId="47"/>
        <pc:sldMkLst>
          <pc:docMk/>
          <pc:sldMk cId="2288279991" sldId="1341"/>
        </pc:sldMkLst>
      </pc:sldChg>
      <pc:sldChg chg="del">
        <pc:chgData name="Soumita Sengupta" userId="4afa6ce1-cb01-46c2-8538-4650222f0c96" providerId="ADAL" clId="{36A5475D-3ADB-4C86-A0F2-D5010D2E9340}" dt="2021-06-17T11:27:11.524" v="23" actId="47"/>
        <pc:sldMkLst>
          <pc:docMk/>
          <pc:sldMk cId="4156669174" sldId="1342"/>
        </pc:sldMkLst>
      </pc:sldChg>
      <pc:sldChg chg="del">
        <pc:chgData name="Soumita Sengupta" userId="4afa6ce1-cb01-46c2-8538-4650222f0c96" providerId="ADAL" clId="{36A5475D-3ADB-4C86-A0F2-D5010D2E9340}" dt="2021-06-17T11:27:11.708" v="24" actId="47"/>
        <pc:sldMkLst>
          <pc:docMk/>
          <pc:sldMk cId="3268168444" sldId="1343"/>
        </pc:sldMkLst>
      </pc:sldChg>
      <pc:sldChg chg="del">
        <pc:chgData name="Soumita Sengupta" userId="4afa6ce1-cb01-46c2-8538-4650222f0c96" providerId="ADAL" clId="{36A5475D-3ADB-4C86-A0F2-D5010D2E9340}" dt="2021-06-17T11:27:11.354" v="22" actId="47"/>
        <pc:sldMkLst>
          <pc:docMk/>
          <pc:sldMk cId="580919392" sldId="1344"/>
        </pc:sldMkLst>
      </pc:sldChg>
      <pc:sldMasterChg chg="delSldLayout">
        <pc:chgData name="Soumita Sengupta" userId="4afa6ce1-cb01-46c2-8538-4650222f0c96" providerId="ADAL" clId="{36A5475D-3ADB-4C86-A0F2-D5010D2E9340}" dt="2021-06-17T11:27:08.284" v="13" actId="47"/>
        <pc:sldMasterMkLst>
          <pc:docMk/>
          <pc:sldMasterMk cId="1029875623" sldId="2147483678"/>
        </pc:sldMasterMkLst>
        <pc:sldLayoutChg chg="del">
          <pc:chgData name="Soumita Sengupta" userId="4afa6ce1-cb01-46c2-8538-4650222f0c96" providerId="ADAL" clId="{36A5475D-3ADB-4C86-A0F2-D5010D2E9340}" dt="2021-06-17T11:27:08.284" v="13" actId="47"/>
          <pc:sldLayoutMkLst>
            <pc:docMk/>
            <pc:sldMasterMk cId="1029875623" sldId="2147483678"/>
            <pc:sldLayoutMk cId="2205136909" sldId="2147483732"/>
          </pc:sldLayoutMkLst>
        </pc:sldLayoutChg>
      </pc:sldMasterChg>
    </pc:docChg>
  </pc:docChgLst>
  <pc:docChgLst>
    <pc:chgData name="Soumita Sengupta" userId="4afa6ce1-cb01-46c2-8538-4650222f0c96" providerId="ADAL" clId="{B0AE7DB9-0830-4674-80CF-8FE714AF9B7B}"/>
    <pc:docChg chg="undo custSel addSld delSld modSld sldOrd">
      <pc:chgData name="Soumita Sengupta" userId="4afa6ce1-cb01-46c2-8538-4650222f0c96" providerId="ADAL" clId="{B0AE7DB9-0830-4674-80CF-8FE714AF9B7B}" dt="2021-05-31T12:13:12.331" v="575" actId="5793"/>
      <pc:docMkLst>
        <pc:docMk/>
      </pc:docMkLst>
      <pc:sldChg chg="addSp delSp modSp mod">
        <pc:chgData name="Soumita Sengupta" userId="4afa6ce1-cb01-46c2-8538-4650222f0c96" providerId="ADAL" clId="{B0AE7DB9-0830-4674-80CF-8FE714AF9B7B}" dt="2021-05-31T11:19:45.865" v="9" actId="478"/>
        <pc:sldMkLst>
          <pc:docMk/>
          <pc:sldMk cId="3505707011" sldId="258"/>
        </pc:sldMkLst>
        <pc:spChg chg="mod">
          <ac:chgData name="Soumita Sengupta" userId="4afa6ce1-cb01-46c2-8538-4650222f0c96" providerId="ADAL" clId="{B0AE7DB9-0830-4674-80CF-8FE714AF9B7B}" dt="2021-05-31T11:19:35.964" v="7"/>
          <ac:spMkLst>
            <pc:docMk/>
            <pc:sldMk cId="3505707011" sldId="258"/>
            <ac:spMk id="5" creationId="{00000000-0000-0000-0000-000000000000}"/>
          </ac:spMkLst>
        </pc:spChg>
        <pc:spChg chg="del">
          <ac:chgData name="Soumita Sengupta" userId="4afa6ce1-cb01-46c2-8538-4650222f0c96" providerId="ADAL" clId="{B0AE7DB9-0830-4674-80CF-8FE714AF9B7B}" dt="2021-05-31T11:19:39.941" v="8" actId="478"/>
          <ac:spMkLst>
            <pc:docMk/>
            <pc:sldMk cId="3505707011" sldId="258"/>
            <ac:spMk id="6" creationId="{59C3A4C2-17E3-4EC2-B0BA-CBC8305B62A2}"/>
          </ac:spMkLst>
        </pc:spChg>
        <pc:spChg chg="add del mod">
          <ac:chgData name="Soumita Sengupta" userId="4afa6ce1-cb01-46c2-8538-4650222f0c96" providerId="ADAL" clId="{B0AE7DB9-0830-4674-80CF-8FE714AF9B7B}" dt="2021-05-31T11:19:45.865" v="9" actId="478"/>
          <ac:spMkLst>
            <pc:docMk/>
            <pc:sldMk cId="3505707011" sldId="258"/>
            <ac:spMk id="8" creationId="{C391CAAB-3BDD-4CDC-80A7-0F622274AB5C}"/>
          </ac:spMkLst>
        </pc:spChg>
      </pc:sldChg>
      <pc:sldChg chg="addSp delSp modSp add mod">
        <pc:chgData name="Soumita Sengupta" userId="4afa6ce1-cb01-46c2-8538-4650222f0c96" providerId="ADAL" clId="{B0AE7DB9-0830-4674-80CF-8FE714AF9B7B}" dt="2021-05-31T12:13:12.331" v="575" actId="5793"/>
        <pc:sldMkLst>
          <pc:docMk/>
          <pc:sldMk cId="4213263748" sldId="268"/>
        </pc:sldMkLst>
        <pc:spChg chg="add del">
          <ac:chgData name="Soumita Sengupta" userId="4afa6ce1-cb01-46c2-8538-4650222f0c96" providerId="ADAL" clId="{B0AE7DB9-0830-4674-80CF-8FE714AF9B7B}" dt="2021-05-31T12:12:47.362" v="568"/>
          <ac:spMkLst>
            <pc:docMk/>
            <pc:sldMk cId="4213263748" sldId="268"/>
            <ac:spMk id="3" creationId="{33E0D7C3-92D8-45C1-AE4F-4471581FD895}"/>
          </ac:spMkLst>
        </pc:spChg>
        <pc:spChg chg="mod">
          <ac:chgData name="Soumita Sengupta" userId="4afa6ce1-cb01-46c2-8538-4650222f0c96" providerId="ADAL" clId="{B0AE7DB9-0830-4674-80CF-8FE714AF9B7B}" dt="2021-05-31T12:13:12.331" v="575" actId="5793"/>
          <ac:spMkLst>
            <pc:docMk/>
            <pc:sldMk cId="4213263748" sldId="268"/>
            <ac:spMk id="9" creationId="{00000000-0000-0000-0000-000000000000}"/>
          </ac:spMkLst>
        </pc:spChg>
        <pc:picChg chg="add mod">
          <ac:chgData name="Soumita Sengupta" userId="4afa6ce1-cb01-46c2-8538-4650222f0c96" providerId="ADAL" clId="{B0AE7DB9-0830-4674-80CF-8FE714AF9B7B}" dt="2021-05-31T12:13:09.453" v="573" actId="1076"/>
          <ac:picMkLst>
            <pc:docMk/>
            <pc:sldMk cId="4213263748" sldId="268"/>
            <ac:picMk id="5" creationId="{D2C807F8-B2A0-4B46-A61D-3733CA446D42}"/>
          </ac:picMkLst>
        </pc:picChg>
      </pc:sldChg>
      <pc:sldChg chg="modSp add mod">
        <pc:chgData name="Soumita Sengupta" userId="4afa6ce1-cb01-46c2-8538-4650222f0c96" providerId="ADAL" clId="{B0AE7DB9-0830-4674-80CF-8FE714AF9B7B}" dt="2021-05-31T11:24:16.557" v="223" actId="255"/>
        <pc:sldMkLst>
          <pc:docMk/>
          <pc:sldMk cId="458674981" sldId="269"/>
        </pc:sldMkLst>
        <pc:spChg chg="mod">
          <ac:chgData name="Soumita Sengupta" userId="4afa6ce1-cb01-46c2-8538-4650222f0c96" providerId="ADAL" clId="{B0AE7DB9-0830-4674-80CF-8FE714AF9B7B}" dt="2021-05-31T11:24:16.557" v="223" actId="255"/>
          <ac:spMkLst>
            <pc:docMk/>
            <pc:sldMk cId="458674981" sldId="269"/>
            <ac:spMk id="10" creationId="{00000000-0000-0000-0000-000000000000}"/>
          </ac:spMkLst>
        </pc:spChg>
      </pc:sldChg>
      <pc:sldChg chg="modSp add mod">
        <pc:chgData name="Soumita Sengupta" userId="4afa6ce1-cb01-46c2-8538-4650222f0c96" providerId="ADAL" clId="{B0AE7DB9-0830-4674-80CF-8FE714AF9B7B}" dt="2021-05-31T11:24:23.712" v="224" actId="255"/>
        <pc:sldMkLst>
          <pc:docMk/>
          <pc:sldMk cId="2152186373" sldId="270"/>
        </pc:sldMkLst>
        <pc:spChg chg="mod">
          <ac:chgData name="Soumita Sengupta" userId="4afa6ce1-cb01-46c2-8538-4650222f0c96" providerId="ADAL" clId="{B0AE7DB9-0830-4674-80CF-8FE714AF9B7B}" dt="2021-05-31T11:24:23.712" v="224" actId="255"/>
          <ac:spMkLst>
            <pc:docMk/>
            <pc:sldMk cId="2152186373" sldId="270"/>
            <ac:spMk id="3" creationId="{0637C1A2-011F-49DB-90F2-9F5006489823}"/>
          </ac:spMkLst>
        </pc:spChg>
      </pc:sldChg>
      <pc:sldChg chg="delSp modSp add mod">
        <pc:chgData name="Soumita Sengupta" userId="4afa6ce1-cb01-46c2-8538-4650222f0c96" providerId="ADAL" clId="{B0AE7DB9-0830-4674-80CF-8FE714AF9B7B}" dt="2021-05-31T11:53:20.718" v="230" actId="478"/>
        <pc:sldMkLst>
          <pc:docMk/>
          <pc:sldMk cId="2097761920" sldId="272"/>
        </pc:sldMkLst>
        <pc:spChg chg="mod">
          <ac:chgData name="Soumita Sengupta" userId="4afa6ce1-cb01-46c2-8538-4650222f0c96" providerId="ADAL" clId="{B0AE7DB9-0830-4674-80CF-8FE714AF9B7B}" dt="2021-05-31T11:24:48.888" v="229" actId="5793"/>
          <ac:spMkLst>
            <pc:docMk/>
            <pc:sldMk cId="2097761920" sldId="272"/>
            <ac:spMk id="9" creationId="{00000000-0000-0000-0000-000000000000}"/>
          </ac:spMkLst>
        </pc:spChg>
        <pc:spChg chg="del">
          <ac:chgData name="Soumita Sengupta" userId="4afa6ce1-cb01-46c2-8538-4650222f0c96" providerId="ADAL" clId="{B0AE7DB9-0830-4674-80CF-8FE714AF9B7B}" dt="2021-05-31T11:53:20.718" v="230" actId="478"/>
          <ac:spMkLst>
            <pc:docMk/>
            <pc:sldMk cId="2097761920" sldId="272"/>
            <ac:spMk id="14" creationId="{00000000-0000-0000-0000-000000000000}"/>
          </ac:spMkLst>
        </pc:spChg>
      </pc:sldChg>
      <pc:sldChg chg="del">
        <pc:chgData name="Soumita Sengupta" userId="4afa6ce1-cb01-46c2-8538-4650222f0c96" providerId="ADAL" clId="{B0AE7DB9-0830-4674-80CF-8FE714AF9B7B}" dt="2021-05-31T11:20:41.185" v="10" actId="47"/>
        <pc:sldMkLst>
          <pc:docMk/>
          <pc:sldMk cId="3879588154" sldId="290"/>
        </pc:sldMkLst>
      </pc:sldChg>
      <pc:sldChg chg="del">
        <pc:chgData name="Soumita Sengupta" userId="4afa6ce1-cb01-46c2-8538-4650222f0c96" providerId="ADAL" clId="{B0AE7DB9-0830-4674-80CF-8FE714AF9B7B}" dt="2021-05-31T11:20:58.478" v="20" actId="47"/>
        <pc:sldMkLst>
          <pc:docMk/>
          <pc:sldMk cId="2478915525" sldId="296"/>
        </pc:sldMkLst>
      </pc:sldChg>
      <pc:sldChg chg="del">
        <pc:chgData name="Soumita Sengupta" userId="4afa6ce1-cb01-46c2-8538-4650222f0c96" providerId="ADAL" clId="{B0AE7DB9-0830-4674-80CF-8FE714AF9B7B}" dt="2021-05-31T11:20:58.927" v="21" actId="47"/>
        <pc:sldMkLst>
          <pc:docMk/>
          <pc:sldMk cId="1092620403" sldId="297"/>
        </pc:sldMkLst>
      </pc:sldChg>
      <pc:sldChg chg="del">
        <pc:chgData name="Soumita Sengupta" userId="4afa6ce1-cb01-46c2-8538-4650222f0c96" providerId="ADAL" clId="{B0AE7DB9-0830-4674-80CF-8FE714AF9B7B}" dt="2021-05-31T11:20:59.197" v="22" actId="47"/>
        <pc:sldMkLst>
          <pc:docMk/>
          <pc:sldMk cId="665055627" sldId="298"/>
        </pc:sldMkLst>
      </pc:sldChg>
      <pc:sldChg chg="del">
        <pc:chgData name="Soumita Sengupta" userId="4afa6ce1-cb01-46c2-8538-4650222f0c96" providerId="ADAL" clId="{B0AE7DB9-0830-4674-80CF-8FE714AF9B7B}" dt="2021-05-31T11:20:59.482" v="23" actId="47"/>
        <pc:sldMkLst>
          <pc:docMk/>
          <pc:sldMk cId="3976154013" sldId="300"/>
        </pc:sldMkLst>
      </pc:sldChg>
      <pc:sldChg chg="modSp mod">
        <pc:chgData name="Soumita Sengupta" userId="4afa6ce1-cb01-46c2-8538-4650222f0c96" providerId="ADAL" clId="{B0AE7DB9-0830-4674-80CF-8FE714AF9B7B}" dt="2021-05-31T11:17:21.153" v="2"/>
        <pc:sldMkLst>
          <pc:docMk/>
          <pc:sldMk cId="2584036331" sldId="339"/>
        </pc:sldMkLst>
        <pc:spChg chg="mod">
          <ac:chgData name="Soumita Sengupta" userId="4afa6ce1-cb01-46c2-8538-4650222f0c96" providerId="ADAL" clId="{B0AE7DB9-0830-4674-80CF-8FE714AF9B7B}" dt="2021-05-31T11:17:21.153" v="2"/>
          <ac:spMkLst>
            <pc:docMk/>
            <pc:sldMk cId="2584036331" sldId="339"/>
            <ac:spMk id="5" creationId="{6D1A1596-A8D7-4C1A-8956-0FA40A84EFCA}"/>
          </ac:spMkLst>
        </pc:spChg>
      </pc:sldChg>
      <pc:sldChg chg="del">
        <pc:chgData name="Soumita Sengupta" userId="4afa6ce1-cb01-46c2-8538-4650222f0c96" providerId="ADAL" clId="{B0AE7DB9-0830-4674-80CF-8FE714AF9B7B}" dt="2021-05-31T11:21:02.373" v="34" actId="47"/>
        <pc:sldMkLst>
          <pc:docMk/>
          <pc:sldMk cId="1746907881" sldId="473"/>
        </pc:sldMkLst>
      </pc:sldChg>
      <pc:sldChg chg="del">
        <pc:chgData name="Soumita Sengupta" userId="4afa6ce1-cb01-46c2-8538-4650222f0c96" providerId="ADAL" clId="{B0AE7DB9-0830-4674-80CF-8FE714AF9B7B}" dt="2021-05-31T11:21:03.338" v="38" actId="47"/>
        <pc:sldMkLst>
          <pc:docMk/>
          <pc:sldMk cId="98495870" sldId="476"/>
        </pc:sldMkLst>
      </pc:sldChg>
      <pc:sldChg chg="del">
        <pc:chgData name="Soumita Sengupta" userId="4afa6ce1-cb01-46c2-8538-4650222f0c96" providerId="ADAL" clId="{B0AE7DB9-0830-4674-80CF-8FE714AF9B7B}" dt="2021-05-31T11:21:04.727" v="44" actId="47"/>
        <pc:sldMkLst>
          <pc:docMk/>
          <pc:sldMk cId="1973532725" sldId="479"/>
        </pc:sldMkLst>
      </pc:sldChg>
      <pc:sldChg chg="del">
        <pc:chgData name="Soumita Sengupta" userId="4afa6ce1-cb01-46c2-8538-4650222f0c96" providerId="ADAL" clId="{B0AE7DB9-0830-4674-80CF-8FE714AF9B7B}" dt="2021-05-31T11:21:08.461" v="58" actId="47"/>
        <pc:sldMkLst>
          <pc:docMk/>
          <pc:sldMk cId="4081721116" sldId="482"/>
        </pc:sldMkLst>
      </pc:sldChg>
      <pc:sldChg chg="modSp mod">
        <pc:chgData name="Soumita Sengupta" userId="4afa6ce1-cb01-46c2-8538-4650222f0c96" providerId="ADAL" clId="{B0AE7DB9-0830-4674-80CF-8FE714AF9B7B}" dt="2021-05-31T11:18:09.543" v="5"/>
        <pc:sldMkLst>
          <pc:docMk/>
          <pc:sldMk cId="247062728" sldId="492"/>
        </pc:sldMkLst>
        <pc:spChg chg="mod">
          <ac:chgData name="Soumita Sengupta" userId="4afa6ce1-cb01-46c2-8538-4650222f0c96" providerId="ADAL" clId="{B0AE7DB9-0830-4674-80CF-8FE714AF9B7B}" dt="2021-05-31T11:18:09.543" v="5"/>
          <ac:spMkLst>
            <pc:docMk/>
            <pc:sldMk cId="247062728" sldId="492"/>
            <ac:spMk id="2" creationId="{57983F62-BBB9-431B-A37F-BDA0DC7153F6}"/>
          </ac:spMkLst>
        </pc:spChg>
      </pc:sldChg>
      <pc:sldChg chg="del">
        <pc:chgData name="Soumita Sengupta" userId="4afa6ce1-cb01-46c2-8538-4650222f0c96" providerId="ADAL" clId="{B0AE7DB9-0830-4674-80CF-8FE714AF9B7B}" dt="2021-05-31T11:21:05.366" v="47" actId="47"/>
        <pc:sldMkLst>
          <pc:docMk/>
          <pc:sldMk cId="3513540522" sldId="493"/>
        </pc:sldMkLst>
      </pc:sldChg>
      <pc:sldChg chg="del">
        <pc:chgData name="Soumita Sengupta" userId="4afa6ce1-cb01-46c2-8538-4650222f0c96" providerId="ADAL" clId="{B0AE7DB9-0830-4674-80CF-8FE714AF9B7B}" dt="2021-05-31T11:21:08.847" v="59" actId="47"/>
        <pc:sldMkLst>
          <pc:docMk/>
          <pc:sldMk cId="3201109162" sldId="495"/>
        </pc:sldMkLst>
      </pc:sldChg>
      <pc:sldChg chg="del">
        <pc:chgData name="Soumita Sengupta" userId="4afa6ce1-cb01-46c2-8538-4650222f0c96" providerId="ADAL" clId="{B0AE7DB9-0830-4674-80CF-8FE714AF9B7B}" dt="2021-05-31T11:21:09.063" v="60" actId="47"/>
        <pc:sldMkLst>
          <pc:docMk/>
          <pc:sldMk cId="2730795599" sldId="496"/>
        </pc:sldMkLst>
      </pc:sldChg>
      <pc:sldChg chg="del">
        <pc:chgData name="Soumita Sengupta" userId="4afa6ce1-cb01-46c2-8538-4650222f0c96" providerId="ADAL" clId="{B0AE7DB9-0830-4674-80CF-8FE714AF9B7B}" dt="2021-05-31T11:21:09.549" v="62" actId="47"/>
        <pc:sldMkLst>
          <pc:docMk/>
          <pc:sldMk cId="4235573198" sldId="497"/>
        </pc:sldMkLst>
      </pc:sldChg>
      <pc:sldChg chg="del">
        <pc:chgData name="Soumita Sengupta" userId="4afa6ce1-cb01-46c2-8538-4650222f0c96" providerId="ADAL" clId="{B0AE7DB9-0830-4674-80CF-8FE714AF9B7B}" dt="2021-05-31T11:21:10.042" v="64" actId="47"/>
        <pc:sldMkLst>
          <pc:docMk/>
          <pc:sldMk cId="3201341972" sldId="498"/>
        </pc:sldMkLst>
      </pc:sldChg>
      <pc:sldChg chg="del">
        <pc:chgData name="Soumita Sengupta" userId="4afa6ce1-cb01-46c2-8538-4650222f0c96" providerId="ADAL" clId="{B0AE7DB9-0830-4674-80CF-8FE714AF9B7B}" dt="2021-05-31T11:21:11.369" v="70" actId="47"/>
        <pc:sldMkLst>
          <pc:docMk/>
          <pc:sldMk cId="51554605" sldId="502"/>
        </pc:sldMkLst>
      </pc:sldChg>
      <pc:sldChg chg="del">
        <pc:chgData name="Soumita Sengupta" userId="4afa6ce1-cb01-46c2-8538-4650222f0c96" providerId="ADAL" clId="{B0AE7DB9-0830-4674-80CF-8FE714AF9B7B}" dt="2021-05-31T11:21:11.569" v="71" actId="47"/>
        <pc:sldMkLst>
          <pc:docMk/>
          <pc:sldMk cId="966716634" sldId="503"/>
        </pc:sldMkLst>
      </pc:sldChg>
      <pc:sldChg chg="del">
        <pc:chgData name="Soumita Sengupta" userId="4afa6ce1-cb01-46c2-8538-4650222f0c96" providerId="ADAL" clId="{B0AE7DB9-0830-4674-80CF-8FE714AF9B7B}" dt="2021-05-31T11:21:11.769" v="72" actId="47"/>
        <pc:sldMkLst>
          <pc:docMk/>
          <pc:sldMk cId="1902268106" sldId="504"/>
        </pc:sldMkLst>
      </pc:sldChg>
      <pc:sldChg chg="del">
        <pc:chgData name="Soumita Sengupta" userId="4afa6ce1-cb01-46c2-8538-4650222f0c96" providerId="ADAL" clId="{B0AE7DB9-0830-4674-80CF-8FE714AF9B7B}" dt="2021-05-31T11:21:12.132" v="74" actId="47"/>
        <pc:sldMkLst>
          <pc:docMk/>
          <pc:sldMk cId="4046367649" sldId="505"/>
        </pc:sldMkLst>
      </pc:sldChg>
      <pc:sldChg chg="del">
        <pc:chgData name="Soumita Sengupta" userId="4afa6ce1-cb01-46c2-8538-4650222f0c96" providerId="ADAL" clId="{B0AE7DB9-0830-4674-80CF-8FE714AF9B7B}" dt="2021-05-31T11:21:12.401" v="75" actId="47"/>
        <pc:sldMkLst>
          <pc:docMk/>
          <pc:sldMk cId="3681553546" sldId="506"/>
        </pc:sldMkLst>
      </pc:sldChg>
      <pc:sldChg chg="del">
        <pc:chgData name="Soumita Sengupta" userId="4afa6ce1-cb01-46c2-8538-4650222f0c96" providerId="ADAL" clId="{B0AE7DB9-0830-4674-80CF-8FE714AF9B7B}" dt="2021-05-31T11:21:12.787" v="77" actId="47"/>
        <pc:sldMkLst>
          <pc:docMk/>
          <pc:sldMk cId="3736971921" sldId="507"/>
        </pc:sldMkLst>
      </pc:sldChg>
      <pc:sldChg chg="del">
        <pc:chgData name="Soumita Sengupta" userId="4afa6ce1-cb01-46c2-8538-4650222f0c96" providerId="ADAL" clId="{B0AE7DB9-0830-4674-80CF-8FE714AF9B7B}" dt="2021-05-31T11:21:14.122" v="82" actId="47"/>
        <pc:sldMkLst>
          <pc:docMk/>
          <pc:sldMk cId="125891335" sldId="510"/>
        </pc:sldMkLst>
      </pc:sldChg>
      <pc:sldChg chg="del">
        <pc:chgData name="Soumita Sengupta" userId="4afa6ce1-cb01-46c2-8538-4650222f0c96" providerId="ADAL" clId="{B0AE7DB9-0830-4674-80CF-8FE714AF9B7B}" dt="2021-05-31T11:21:14.338" v="83" actId="47"/>
        <pc:sldMkLst>
          <pc:docMk/>
          <pc:sldMk cId="4105329583" sldId="511"/>
        </pc:sldMkLst>
      </pc:sldChg>
      <pc:sldChg chg="del">
        <pc:chgData name="Soumita Sengupta" userId="4afa6ce1-cb01-46c2-8538-4650222f0c96" providerId="ADAL" clId="{B0AE7DB9-0830-4674-80CF-8FE714AF9B7B}" dt="2021-05-31T11:21:14.577" v="84" actId="47"/>
        <pc:sldMkLst>
          <pc:docMk/>
          <pc:sldMk cId="1263259725" sldId="512"/>
        </pc:sldMkLst>
      </pc:sldChg>
      <pc:sldChg chg="del">
        <pc:chgData name="Soumita Sengupta" userId="4afa6ce1-cb01-46c2-8538-4650222f0c96" providerId="ADAL" clId="{B0AE7DB9-0830-4674-80CF-8FE714AF9B7B}" dt="2021-05-31T11:21:14.824" v="85" actId="47"/>
        <pc:sldMkLst>
          <pc:docMk/>
          <pc:sldMk cId="1013096958" sldId="513"/>
        </pc:sldMkLst>
      </pc:sldChg>
      <pc:sldChg chg="del">
        <pc:chgData name="Soumita Sengupta" userId="4afa6ce1-cb01-46c2-8538-4650222f0c96" providerId="ADAL" clId="{B0AE7DB9-0830-4674-80CF-8FE714AF9B7B}" dt="2021-05-31T11:21:15.063" v="86" actId="47"/>
        <pc:sldMkLst>
          <pc:docMk/>
          <pc:sldMk cId="376726005" sldId="514"/>
        </pc:sldMkLst>
      </pc:sldChg>
      <pc:sldChg chg="del">
        <pc:chgData name="Soumita Sengupta" userId="4afa6ce1-cb01-46c2-8538-4650222f0c96" providerId="ADAL" clId="{B0AE7DB9-0830-4674-80CF-8FE714AF9B7B}" dt="2021-05-31T11:21:15.479" v="88" actId="47"/>
        <pc:sldMkLst>
          <pc:docMk/>
          <pc:sldMk cId="2413661491" sldId="515"/>
        </pc:sldMkLst>
      </pc:sldChg>
      <pc:sldChg chg="del">
        <pc:chgData name="Soumita Sengupta" userId="4afa6ce1-cb01-46c2-8538-4650222f0c96" providerId="ADAL" clId="{B0AE7DB9-0830-4674-80CF-8FE714AF9B7B}" dt="2021-05-31T11:21:15.943" v="90" actId="47"/>
        <pc:sldMkLst>
          <pc:docMk/>
          <pc:sldMk cId="1605938043" sldId="527"/>
        </pc:sldMkLst>
      </pc:sldChg>
      <pc:sldChg chg="del">
        <pc:chgData name="Soumita Sengupta" userId="4afa6ce1-cb01-46c2-8538-4650222f0c96" providerId="ADAL" clId="{B0AE7DB9-0830-4674-80CF-8FE714AF9B7B}" dt="2021-05-31T11:21:16.181" v="91" actId="47"/>
        <pc:sldMkLst>
          <pc:docMk/>
          <pc:sldMk cId="4105988392" sldId="528"/>
        </pc:sldMkLst>
      </pc:sldChg>
      <pc:sldChg chg="del">
        <pc:chgData name="Soumita Sengupta" userId="4afa6ce1-cb01-46c2-8538-4650222f0c96" providerId="ADAL" clId="{B0AE7DB9-0830-4674-80CF-8FE714AF9B7B}" dt="2021-05-31T11:21:16.381" v="92" actId="47"/>
        <pc:sldMkLst>
          <pc:docMk/>
          <pc:sldMk cId="2600651979" sldId="529"/>
        </pc:sldMkLst>
      </pc:sldChg>
      <pc:sldChg chg="del">
        <pc:chgData name="Soumita Sengupta" userId="4afa6ce1-cb01-46c2-8538-4650222f0c96" providerId="ADAL" clId="{B0AE7DB9-0830-4674-80CF-8FE714AF9B7B}" dt="2021-05-31T11:21:17.569" v="97" actId="47"/>
        <pc:sldMkLst>
          <pc:docMk/>
          <pc:sldMk cId="3709622581" sldId="538"/>
        </pc:sldMkLst>
      </pc:sldChg>
      <pc:sldChg chg="del">
        <pc:chgData name="Soumita Sengupta" userId="4afa6ce1-cb01-46c2-8538-4650222f0c96" providerId="ADAL" clId="{B0AE7DB9-0830-4674-80CF-8FE714AF9B7B}" dt="2021-05-31T11:21:27.985" v="139" actId="47"/>
        <pc:sldMkLst>
          <pc:docMk/>
          <pc:sldMk cId="2752539856" sldId="596"/>
        </pc:sldMkLst>
      </pc:sldChg>
      <pc:sldChg chg="del">
        <pc:chgData name="Soumita Sengupta" userId="4afa6ce1-cb01-46c2-8538-4650222f0c96" providerId="ADAL" clId="{B0AE7DB9-0830-4674-80CF-8FE714AF9B7B}" dt="2021-05-31T11:21:28.238" v="140" actId="47"/>
        <pc:sldMkLst>
          <pc:docMk/>
          <pc:sldMk cId="1366182979" sldId="597"/>
        </pc:sldMkLst>
      </pc:sldChg>
      <pc:sldChg chg="del">
        <pc:chgData name="Soumita Sengupta" userId="4afa6ce1-cb01-46c2-8538-4650222f0c96" providerId="ADAL" clId="{B0AE7DB9-0830-4674-80CF-8FE714AF9B7B}" dt="2021-05-31T11:21:28.857" v="143" actId="47"/>
        <pc:sldMkLst>
          <pc:docMk/>
          <pc:sldMk cId="2739226745" sldId="599"/>
        </pc:sldMkLst>
      </pc:sldChg>
      <pc:sldChg chg="del">
        <pc:chgData name="Soumita Sengupta" userId="4afa6ce1-cb01-46c2-8538-4650222f0c96" providerId="ADAL" clId="{B0AE7DB9-0830-4674-80CF-8FE714AF9B7B}" dt="2021-05-31T11:21:29.342" v="144" actId="47"/>
        <pc:sldMkLst>
          <pc:docMk/>
          <pc:sldMk cId="1306066386" sldId="600"/>
        </pc:sldMkLst>
      </pc:sldChg>
      <pc:sldChg chg="del ord">
        <pc:chgData name="Soumita Sengupta" userId="4afa6ce1-cb01-46c2-8538-4650222f0c96" providerId="ADAL" clId="{B0AE7DB9-0830-4674-80CF-8FE714AF9B7B}" dt="2021-05-31T11:22:31.375" v="149" actId="47"/>
        <pc:sldMkLst>
          <pc:docMk/>
          <pc:sldMk cId="536837091" sldId="601"/>
        </pc:sldMkLst>
      </pc:sldChg>
      <pc:sldChg chg="del">
        <pc:chgData name="Soumita Sengupta" userId="4afa6ce1-cb01-46c2-8538-4650222f0c96" providerId="ADAL" clId="{B0AE7DB9-0830-4674-80CF-8FE714AF9B7B}" dt="2021-05-31T11:23:02.945" v="151" actId="47"/>
        <pc:sldMkLst>
          <pc:docMk/>
          <pc:sldMk cId="3069890481" sldId="602"/>
        </pc:sldMkLst>
      </pc:sldChg>
      <pc:sldChg chg="del">
        <pc:chgData name="Soumita Sengupta" userId="4afa6ce1-cb01-46c2-8538-4650222f0c96" providerId="ADAL" clId="{B0AE7DB9-0830-4674-80CF-8FE714AF9B7B}" dt="2021-05-31T11:23:03.463" v="152" actId="47"/>
        <pc:sldMkLst>
          <pc:docMk/>
          <pc:sldMk cId="1654328000" sldId="603"/>
        </pc:sldMkLst>
      </pc:sldChg>
      <pc:sldChg chg="del">
        <pc:chgData name="Soumita Sengupta" userId="4afa6ce1-cb01-46c2-8538-4650222f0c96" providerId="ADAL" clId="{B0AE7DB9-0830-4674-80CF-8FE714AF9B7B}" dt="2021-05-31T11:23:04.381" v="154" actId="47"/>
        <pc:sldMkLst>
          <pc:docMk/>
          <pc:sldMk cId="390194341" sldId="604"/>
        </pc:sldMkLst>
      </pc:sldChg>
      <pc:sldChg chg="del">
        <pc:chgData name="Soumita Sengupta" userId="4afa6ce1-cb01-46c2-8538-4650222f0c96" providerId="ADAL" clId="{B0AE7DB9-0830-4674-80CF-8FE714AF9B7B}" dt="2021-05-31T11:23:04.920" v="155" actId="47"/>
        <pc:sldMkLst>
          <pc:docMk/>
          <pc:sldMk cId="1727804845" sldId="605"/>
        </pc:sldMkLst>
      </pc:sldChg>
      <pc:sldChg chg="del">
        <pc:chgData name="Soumita Sengupta" userId="4afa6ce1-cb01-46c2-8538-4650222f0c96" providerId="ADAL" clId="{B0AE7DB9-0830-4674-80CF-8FE714AF9B7B}" dt="2021-05-31T11:23:05.383" v="156" actId="47"/>
        <pc:sldMkLst>
          <pc:docMk/>
          <pc:sldMk cId="4150797766" sldId="606"/>
        </pc:sldMkLst>
      </pc:sldChg>
      <pc:sldChg chg="del">
        <pc:chgData name="Soumita Sengupta" userId="4afa6ce1-cb01-46c2-8538-4650222f0c96" providerId="ADAL" clId="{B0AE7DB9-0830-4674-80CF-8FE714AF9B7B}" dt="2021-05-31T11:23:06.671" v="158" actId="47"/>
        <pc:sldMkLst>
          <pc:docMk/>
          <pc:sldMk cId="2998912537" sldId="608"/>
        </pc:sldMkLst>
      </pc:sldChg>
      <pc:sldChg chg="del">
        <pc:chgData name="Soumita Sengupta" userId="4afa6ce1-cb01-46c2-8538-4650222f0c96" providerId="ADAL" clId="{B0AE7DB9-0830-4674-80CF-8FE714AF9B7B}" dt="2021-05-31T11:23:07.207" v="160" actId="47"/>
        <pc:sldMkLst>
          <pc:docMk/>
          <pc:sldMk cId="2513612184" sldId="609"/>
        </pc:sldMkLst>
      </pc:sldChg>
      <pc:sldChg chg="del">
        <pc:chgData name="Soumita Sengupta" userId="4afa6ce1-cb01-46c2-8538-4650222f0c96" providerId="ADAL" clId="{B0AE7DB9-0830-4674-80CF-8FE714AF9B7B}" dt="2021-05-31T11:23:07.025" v="159" actId="47"/>
        <pc:sldMkLst>
          <pc:docMk/>
          <pc:sldMk cId="2469314218" sldId="610"/>
        </pc:sldMkLst>
      </pc:sldChg>
      <pc:sldChg chg="del">
        <pc:chgData name="Soumita Sengupta" userId="4afa6ce1-cb01-46c2-8538-4650222f0c96" providerId="ADAL" clId="{B0AE7DB9-0830-4674-80CF-8FE714AF9B7B}" dt="2021-05-31T11:23:07.704" v="161" actId="47"/>
        <pc:sldMkLst>
          <pc:docMk/>
          <pc:sldMk cId="1649629401" sldId="611"/>
        </pc:sldMkLst>
      </pc:sldChg>
      <pc:sldChg chg="del">
        <pc:chgData name="Soumita Sengupta" userId="4afa6ce1-cb01-46c2-8538-4650222f0c96" providerId="ADAL" clId="{B0AE7DB9-0830-4674-80CF-8FE714AF9B7B}" dt="2021-05-31T11:23:07.927" v="162" actId="47"/>
        <pc:sldMkLst>
          <pc:docMk/>
          <pc:sldMk cId="3588579200" sldId="612"/>
        </pc:sldMkLst>
      </pc:sldChg>
      <pc:sldChg chg="del">
        <pc:chgData name="Soumita Sengupta" userId="4afa6ce1-cb01-46c2-8538-4650222f0c96" providerId="ADAL" clId="{B0AE7DB9-0830-4674-80CF-8FE714AF9B7B}" dt="2021-05-31T11:23:08.206" v="163" actId="47"/>
        <pc:sldMkLst>
          <pc:docMk/>
          <pc:sldMk cId="918964389" sldId="613"/>
        </pc:sldMkLst>
      </pc:sldChg>
      <pc:sldChg chg="del">
        <pc:chgData name="Soumita Sengupta" userId="4afa6ce1-cb01-46c2-8538-4650222f0c96" providerId="ADAL" clId="{B0AE7DB9-0830-4674-80CF-8FE714AF9B7B}" dt="2021-05-31T11:23:08.429" v="164" actId="47"/>
        <pc:sldMkLst>
          <pc:docMk/>
          <pc:sldMk cId="1152959613" sldId="614"/>
        </pc:sldMkLst>
      </pc:sldChg>
      <pc:sldChg chg="del">
        <pc:chgData name="Soumita Sengupta" userId="4afa6ce1-cb01-46c2-8538-4650222f0c96" providerId="ADAL" clId="{B0AE7DB9-0830-4674-80CF-8FE714AF9B7B}" dt="2021-05-31T11:23:09.247" v="166" actId="47"/>
        <pc:sldMkLst>
          <pc:docMk/>
          <pc:sldMk cId="4180479736" sldId="615"/>
        </pc:sldMkLst>
      </pc:sldChg>
      <pc:sldChg chg="del">
        <pc:chgData name="Soumita Sengupta" userId="4afa6ce1-cb01-46c2-8538-4650222f0c96" providerId="ADAL" clId="{B0AE7DB9-0830-4674-80CF-8FE714AF9B7B}" dt="2021-05-31T11:23:09.595" v="167" actId="47"/>
        <pc:sldMkLst>
          <pc:docMk/>
          <pc:sldMk cId="945563877" sldId="616"/>
        </pc:sldMkLst>
      </pc:sldChg>
      <pc:sldChg chg="del">
        <pc:chgData name="Soumita Sengupta" userId="4afa6ce1-cb01-46c2-8538-4650222f0c96" providerId="ADAL" clId="{B0AE7DB9-0830-4674-80CF-8FE714AF9B7B}" dt="2021-05-31T11:23:09.849" v="168" actId="47"/>
        <pc:sldMkLst>
          <pc:docMk/>
          <pc:sldMk cId="3378954170" sldId="618"/>
        </pc:sldMkLst>
      </pc:sldChg>
      <pc:sldChg chg="del">
        <pc:chgData name="Soumita Sengupta" userId="4afa6ce1-cb01-46c2-8538-4650222f0c96" providerId="ADAL" clId="{B0AE7DB9-0830-4674-80CF-8FE714AF9B7B}" dt="2021-05-31T11:23:10.397" v="169" actId="47"/>
        <pc:sldMkLst>
          <pc:docMk/>
          <pc:sldMk cId="3175453255" sldId="619"/>
        </pc:sldMkLst>
      </pc:sldChg>
      <pc:sldChg chg="del">
        <pc:chgData name="Soumita Sengupta" userId="4afa6ce1-cb01-46c2-8538-4650222f0c96" providerId="ADAL" clId="{B0AE7DB9-0830-4674-80CF-8FE714AF9B7B}" dt="2021-05-31T11:23:12.102" v="172" actId="47"/>
        <pc:sldMkLst>
          <pc:docMk/>
          <pc:sldMk cId="1796439600" sldId="622"/>
        </pc:sldMkLst>
      </pc:sldChg>
      <pc:sldChg chg="del">
        <pc:chgData name="Soumita Sengupta" userId="4afa6ce1-cb01-46c2-8538-4650222f0c96" providerId="ADAL" clId="{B0AE7DB9-0830-4674-80CF-8FE714AF9B7B}" dt="2021-05-31T11:23:12.604" v="173" actId="47"/>
        <pc:sldMkLst>
          <pc:docMk/>
          <pc:sldMk cId="3566022154" sldId="623"/>
        </pc:sldMkLst>
      </pc:sldChg>
      <pc:sldChg chg="del">
        <pc:chgData name="Soumita Sengupta" userId="4afa6ce1-cb01-46c2-8538-4650222f0c96" providerId="ADAL" clId="{B0AE7DB9-0830-4674-80CF-8FE714AF9B7B}" dt="2021-05-31T11:23:14.192" v="176" actId="47"/>
        <pc:sldMkLst>
          <pc:docMk/>
          <pc:sldMk cId="4149358472" sldId="625"/>
        </pc:sldMkLst>
      </pc:sldChg>
      <pc:sldChg chg="del">
        <pc:chgData name="Soumita Sengupta" userId="4afa6ce1-cb01-46c2-8538-4650222f0c96" providerId="ADAL" clId="{B0AE7DB9-0830-4674-80CF-8FE714AF9B7B}" dt="2021-05-31T11:23:14.647" v="177" actId="47"/>
        <pc:sldMkLst>
          <pc:docMk/>
          <pc:sldMk cId="2979335379" sldId="626"/>
        </pc:sldMkLst>
      </pc:sldChg>
      <pc:sldChg chg="del">
        <pc:chgData name="Soumita Sengupta" userId="4afa6ce1-cb01-46c2-8538-4650222f0c96" providerId="ADAL" clId="{B0AE7DB9-0830-4674-80CF-8FE714AF9B7B}" dt="2021-05-31T11:23:15.064" v="178" actId="47"/>
        <pc:sldMkLst>
          <pc:docMk/>
          <pc:sldMk cId="2143778835" sldId="627"/>
        </pc:sldMkLst>
      </pc:sldChg>
      <pc:sldChg chg="del">
        <pc:chgData name="Soumita Sengupta" userId="4afa6ce1-cb01-46c2-8538-4650222f0c96" providerId="ADAL" clId="{B0AE7DB9-0830-4674-80CF-8FE714AF9B7B}" dt="2021-05-31T11:23:16.032" v="179" actId="47"/>
        <pc:sldMkLst>
          <pc:docMk/>
          <pc:sldMk cId="1840417079" sldId="628"/>
        </pc:sldMkLst>
      </pc:sldChg>
      <pc:sldChg chg="del">
        <pc:chgData name="Soumita Sengupta" userId="4afa6ce1-cb01-46c2-8538-4650222f0c96" providerId="ADAL" clId="{B0AE7DB9-0830-4674-80CF-8FE714AF9B7B}" dt="2021-05-31T11:23:18.972" v="185" actId="47"/>
        <pc:sldMkLst>
          <pc:docMk/>
          <pc:sldMk cId="96484799" sldId="633"/>
        </pc:sldMkLst>
      </pc:sldChg>
      <pc:sldChg chg="del">
        <pc:chgData name="Soumita Sengupta" userId="4afa6ce1-cb01-46c2-8538-4650222f0c96" providerId="ADAL" clId="{B0AE7DB9-0830-4674-80CF-8FE714AF9B7B}" dt="2021-05-31T11:23:19.991" v="187" actId="47"/>
        <pc:sldMkLst>
          <pc:docMk/>
          <pc:sldMk cId="4018720682" sldId="634"/>
        </pc:sldMkLst>
      </pc:sldChg>
      <pc:sldChg chg="del">
        <pc:chgData name="Soumita Sengupta" userId="4afa6ce1-cb01-46c2-8538-4650222f0c96" providerId="ADAL" clId="{B0AE7DB9-0830-4674-80CF-8FE714AF9B7B}" dt="2021-05-31T11:23:26.962" v="199" actId="47"/>
        <pc:sldMkLst>
          <pc:docMk/>
          <pc:sldMk cId="1101439345" sldId="636"/>
        </pc:sldMkLst>
      </pc:sldChg>
      <pc:sldChg chg="del">
        <pc:chgData name="Soumita Sengupta" userId="4afa6ce1-cb01-46c2-8538-4650222f0c96" providerId="ADAL" clId="{B0AE7DB9-0830-4674-80CF-8FE714AF9B7B}" dt="2021-05-31T11:23:27.934" v="201" actId="47"/>
        <pc:sldMkLst>
          <pc:docMk/>
          <pc:sldMk cId="583779290" sldId="637"/>
        </pc:sldMkLst>
      </pc:sldChg>
      <pc:sldChg chg="del">
        <pc:chgData name="Soumita Sengupta" userId="4afa6ce1-cb01-46c2-8538-4650222f0c96" providerId="ADAL" clId="{B0AE7DB9-0830-4674-80CF-8FE714AF9B7B}" dt="2021-05-31T11:23:28.482" v="202" actId="47"/>
        <pc:sldMkLst>
          <pc:docMk/>
          <pc:sldMk cId="4285856727" sldId="638"/>
        </pc:sldMkLst>
      </pc:sldChg>
      <pc:sldChg chg="del">
        <pc:chgData name="Soumita Sengupta" userId="4afa6ce1-cb01-46c2-8538-4650222f0c96" providerId="ADAL" clId="{B0AE7DB9-0830-4674-80CF-8FE714AF9B7B}" dt="2021-05-31T11:23:31.173" v="208" actId="47"/>
        <pc:sldMkLst>
          <pc:docMk/>
          <pc:sldMk cId="994777911" sldId="642"/>
        </pc:sldMkLst>
      </pc:sldChg>
      <pc:sldChg chg="del">
        <pc:chgData name="Soumita Sengupta" userId="4afa6ce1-cb01-46c2-8538-4650222f0c96" providerId="ADAL" clId="{B0AE7DB9-0830-4674-80CF-8FE714AF9B7B}" dt="2021-05-31T11:23:31.891" v="209" actId="47"/>
        <pc:sldMkLst>
          <pc:docMk/>
          <pc:sldMk cId="2095642720" sldId="643"/>
        </pc:sldMkLst>
      </pc:sldChg>
      <pc:sldChg chg="del">
        <pc:chgData name="Soumita Sengupta" userId="4afa6ce1-cb01-46c2-8538-4650222f0c96" providerId="ADAL" clId="{B0AE7DB9-0830-4674-80CF-8FE714AF9B7B}" dt="2021-05-31T11:23:32.630" v="211" actId="47"/>
        <pc:sldMkLst>
          <pc:docMk/>
          <pc:sldMk cId="1181531667" sldId="644"/>
        </pc:sldMkLst>
      </pc:sldChg>
      <pc:sldChg chg="del">
        <pc:chgData name="Soumita Sengupta" userId="4afa6ce1-cb01-46c2-8538-4650222f0c96" providerId="ADAL" clId="{B0AE7DB9-0830-4674-80CF-8FE714AF9B7B}" dt="2021-05-31T11:23:32.995" v="212" actId="47"/>
        <pc:sldMkLst>
          <pc:docMk/>
          <pc:sldMk cId="3152158587" sldId="645"/>
        </pc:sldMkLst>
      </pc:sldChg>
      <pc:sldChg chg="del">
        <pc:chgData name="Soumita Sengupta" userId="4afa6ce1-cb01-46c2-8538-4650222f0c96" providerId="ADAL" clId="{B0AE7DB9-0830-4674-80CF-8FE714AF9B7B}" dt="2021-05-31T11:23:33.390" v="213" actId="47"/>
        <pc:sldMkLst>
          <pc:docMk/>
          <pc:sldMk cId="3694302526" sldId="646"/>
        </pc:sldMkLst>
      </pc:sldChg>
      <pc:sldChg chg="del">
        <pc:chgData name="Soumita Sengupta" userId="4afa6ce1-cb01-46c2-8538-4650222f0c96" providerId="ADAL" clId="{B0AE7DB9-0830-4674-80CF-8FE714AF9B7B}" dt="2021-05-31T11:23:33.715" v="214" actId="47"/>
        <pc:sldMkLst>
          <pc:docMk/>
          <pc:sldMk cId="3358312975" sldId="647"/>
        </pc:sldMkLst>
      </pc:sldChg>
      <pc:sldChg chg="del">
        <pc:chgData name="Soumita Sengupta" userId="4afa6ce1-cb01-46c2-8538-4650222f0c96" providerId="ADAL" clId="{B0AE7DB9-0830-4674-80CF-8FE714AF9B7B}" dt="2021-05-31T11:23:34.265" v="215" actId="47"/>
        <pc:sldMkLst>
          <pc:docMk/>
          <pc:sldMk cId="2361541675" sldId="648"/>
        </pc:sldMkLst>
      </pc:sldChg>
      <pc:sldChg chg="del">
        <pc:chgData name="Soumita Sengupta" userId="4afa6ce1-cb01-46c2-8538-4650222f0c96" providerId="ADAL" clId="{B0AE7DB9-0830-4674-80CF-8FE714AF9B7B}" dt="2021-05-31T11:23:34.616" v="216" actId="47"/>
        <pc:sldMkLst>
          <pc:docMk/>
          <pc:sldMk cId="2222658692" sldId="649"/>
        </pc:sldMkLst>
      </pc:sldChg>
      <pc:sldChg chg="del">
        <pc:chgData name="Soumita Sengupta" userId="4afa6ce1-cb01-46c2-8538-4650222f0c96" providerId="ADAL" clId="{B0AE7DB9-0830-4674-80CF-8FE714AF9B7B}" dt="2021-05-31T11:23:34.983" v="217" actId="47"/>
        <pc:sldMkLst>
          <pc:docMk/>
          <pc:sldMk cId="510060166" sldId="650"/>
        </pc:sldMkLst>
      </pc:sldChg>
      <pc:sldChg chg="del">
        <pc:chgData name="Soumita Sengupta" userId="4afa6ce1-cb01-46c2-8538-4650222f0c96" providerId="ADAL" clId="{B0AE7DB9-0830-4674-80CF-8FE714AF9B7B}" dt="2021-05-31T11:23:35.500" v="218" actId="47"/>
        <pc:sldMkLst>
          <pc:docMk/>
          <pc:sldMk cId="1129792128" sldId="666"/>
        </pc:sldMkLst>
      </pc:sldChg>
      <pc:sldChg chg="del">
        <pc:chgData name="Soumita Sengupta" userId="4afa6ce1-cb01-46c2-8538-4650222f0c96" providerId="ADAL" clId="{B0AE7DB9-0830-4674-80CF-8FE714AF9B7B}" dt="2021-05-31T11:21:05.784" v="49" actId="47"/>
        <pc:sldMkLst>
          <pc:docMk/>
          <pc:sldMk cId="2849411837" sldId="668"/>
        </pc:sldMkLst>
      </pc:sldChg>
      <pc:sldChg chg="del">
        <pc:chgData name="Soumita Sengupta" userId="4afa6ce1-cb01-46c2-8538-4650222f0c96" providerId="ADAL" clId="{B0AE7DB9-0830-4674-80CF-8FE714AF9B7B}" dt="2021-05-31T11:21:06.001" v="50" actId="47"/>
        <pc:sldMkLst>
          <pc:docMk/>
          <pc:sldMk cId="1823865472" sldId="669"/>
        </pc:sldMkLst>
      </pc:sldChg>
      <pc:sldChg chg="del">
        <pc:chgData name="Soumita Sengupta" userId="4afa6ce1-cb01-46c2-8538-4650222f0c96" providerId="ADAL" clId="{B0AE7DB9-0830-4674-80CF-8FE714AF9B7B}" dt="2021-05-31T11:21:06.231" v="51" actId="47"/>
        <pc:sldMkLst>
          <pc:docMk/>
          <pc:sldMk cId="3322344175" sldId="670"/>
        </pc:sldMkLst>
      </pc:sldChg>
      <pc:sldChg chg="del">
        <pc:chgData name="Soumita Sengupta" userId="4afa6ce1-cb01-46c2-8538-4650222f0c96" providerId="ADAL" clId="{B0AE7DB9-0830-4674-80CF-8FE714AF9B7B}" dt="2021-05-31T11:21:06.764" v="52" actId="47"/>
        <pc:sldMkLst>
          <pc:docMk/>
          <pc:sldMk cId="1858348461" sldId="671"/>
        </pc:sldMkLst>
      </pc:sldChg>
      <pc:sldChg chg="del">
        <pc:chgData name="Soumita Sengupta" userId="4afa6ce1-cb01-46c2-8538-4650222f0c96" providerId="ADAL" clId="{B0AE7DB9-0830-4674-80CF-8FE714AF9B7B}" dt="2021-05-31T11:21:07.535" v="54" actId="47"/>
        <pc:sldMkLst>
          <pc:docMk/>
          <pc:sldMk cId="2643689726" sldId="673"/>
        </pc:sldMkLst>
      </pc:sldChg>
      <pc:sldChg chg="del">
        <pc:chgData name="Soumita Sengupta" userId="4afa6ce1-cb01-46c2-8538-4650222f0c96" providerId="ADAL" clId="{B0AE7DB9-0830-4674-80CF-8FE714AF9B7B}" dt="2021-05-31T11:21:07.759" v="55" actId="47"/>
        <pc:sldMkLst>
          <pc:docMk/>
          <pc:sldMk cId="1058378958" sldId="674"/>
        </pc:sldMkLst>
      </pc:sldChg>
      <pc:sldChg chg="del">
        <pc:chgData name="Soumita Sengupta" userId="4afa6ce1-cb01-46c2-8538-4650222f0c96" providerId="ADAL" clId="{B0AE7DB9-0830-4674-80CF-8FE714AF9B7B}" dt="2021-05-31T11:21:08.223" v="57" actId="47"/>
        <pc:sldMkLst>
          <pc:docMk/>
          <pc:sldMk cId="1466538347" sldId="675"/>
        </pc:sldMkLst>
      </pc:sldChg>
      <pc:sldChg chg="del">
        <pc:chgData name="Soumita Sengupta" userId="4afa6ce1-cb01-46c2-8538-4650222f0c96" providerId="ADAL" clId="{B0AE7DB9-0830-4674-80CF-8FE714AF9B7B}" dt="2021-05-31T11:21:22.327" v="113" actId="47"/>
        <pc:sldMkLst>
          <pc:docMk/>
          <pc:sldMk cId="1877917348" sldId="682"/>
        </pc:sldMkLst>
      </pc:sldChg>
      <pc:sldChg chg="del">
        <pc:chgData name="Soumita Sengupta" userId="4afa6ce1-cb01-46c2-8538-4650222f0c96" providerId="ADAL" clId="{B0AE7DB9-0830-4674-80CF-8FE714AF9B7B}" dt="2021-05-31T11:21:00.099" v="25" actId="47"/>
        <pc:sldMkLst>
          <pc:docMk/>
          <pc:sldMk cId="1349535947" sldId="690"/>
        </pc:sldMkLst>
      </pc:sldChg>
      <pc:sldChg chg="del">
        <pc:chgData name="Soumita Sengupta" userId="4afa6ce1-cb01-46c2-8538-4650222f0c96" providerId="ADAL" clId="{B0AE7DB9-0830-4674-80CF-8FE714AF9B7B}" dt="2021-05-31T11:21:00.632" v="27" actId="47"/>
        <pc:sldMkLst>
          <pc:docMk/>
          <pc:sldMk cId="2783950847" sldId="691"/>
        </pc:sldMkLst>
      </pc:sldChg>
      <pc:sldChg chg="del">
        <pc:chgData name="Soumita Sengupta" userId="4afa6ce1-cb01-46c2-8538-4650222f0c96" providerId="ADAL" clId="{B0AE7DB9-0830-4674-80CF-8FE714AF9B7B}" dt="2021-05-31T11:21:00.854" v="28" actId="47"/>
        <pc:sldMkLst>
          <pc:docMk/>
          <pc:sldMk cId="3881707545" sldId="692"/>
        </pc:sldMkLst>
      </pc:sldChg>
      <pc:sldChg chg="del">
        <pc:chgData name="Soumita Sengupta" userId="4afa6ce1-cb01-46c2-8538-4650222f0c96" providerId="ADAL" clId="{B0AE7DB9-0830-4674-80CF-8FE714AF9B7B}" dt="2021-05-31T11:21:01.102" v="29" actId="47"/>
        <pc:sldMkLst>
          <pc:docMk/>
          <pc:sldMk cId="732789534" sldId="693"/>
        </pc:sldMkLst>
      </pc:sldChg>
      <pc:sldChg chg="del">
        <pc:chgData name="Soumita Sengupta" userId="4afa6ce1-cb01-46c2-8538-4650222f0c96" providerId="ADAL" clId="{B0AE7DB9-0830-4674-80CF-8FE714AF9B7B}" dt="2021-05-31T11:21:01.386" v="30" actId="47"/>
        <pc:sldMkLst>
          <pc:docMk/>
          <pc:sldMk cId="1650069667" sldId="694"/>
        </pc:sldMkLst>
      </pc:sldChg>
      <pc:sldChg chg="del">
        <pc:chgData name="Soumita Sengupta" userId="4afa6ce1-cb01-46c2-8538-4650222f0c96" providerId="ADAL" clId="{B0AE7DB9-0830-4674-80CF-8FE714AF9B7B}" dt="2021-05-31T11:21:01.571" v="31" actId="47"/>
        <pc:sldMkLst>
          <pc:docMk/>
          <pc:sldMk cId="3977964455" sldId="695"/>
        </pc:sldMkLst>
      </pc:sldChg>
      <pc:sldChg chg="del">
        <pc:chgData name="Soumita Sengupta" userId="4afa6ce1-cb01-46c2-8538-4650222f0c96" providerId="ADAL" clId="{B0AE7DB9-0830-4674-80CF-8FE714AF9B7B}" dt="2021-05-31T11:21:02.119" v="33" actId="47"/>
        <pc:sldMkLst>
          <pc:docMk/>
          <pc:sldMk cId="2989975256" sldId="697"/>
        </pc:sldMkLst>
      </pc:sldChg>
      <pc:sldChg chg="del">
        <pc:chgData name="Soumita Sengupta" userId="4afa6ce1-cb01-46c2-8538-4650222f0c96" providerId="ADAL" clId="{B0AE7DB9-0830-4674-80CF-8FE714AF9B7B}" dt="2021-05-31T11:21:02.673" v="35" actId="47"/>
        <pc:sldMkLst>
          <pc:docMk/>
          <pc:sldMk cId="3242929" sldId="699"/>
        </pc:sldMkLst>
      </pc:sldChg>
      <pc:sldChg chg="del">
        <pc:chgData name="Soumita Sengupta" userId="4afa6ce1-cb01-46c2-8538-4650222f0c96" providerId="ADAL" clId="{B0AE7DB9-0830-4674-80CF-8FE714AF9B7B}" dt="2021-05-31T11:21:02.936" v="36" actId="47"/>
        <pc:sldMkLst>
          <pc:docMk/>
          <pc:sldMk cId="2833213052" sldId="700"/>
        </pc:sldMkLst>
      </pc:sldChg>
      <pc:sldChg chg="del">
        <pc:chgData name="Soumita Sengupta" userId="4afa6ce1-cb01-46c2-8538-4650222f0c96" providerId="ADAL" clId="{B0AE7DB9-0830-4674-80CF-8FE714AF9B7B}" dt="2021-05-31T11:21:03.106" v="37" actId="47"/>
        <pc:sldMkLst>
          <pc:docMk/>
          <pc:sldMk cId="67063222" sldId="701"/>
        </pc:sldMkLst>
      </pc:sldChg>
      <pc:sldChg chg="del">
        <pc:chgData name="Soumita Sengupta" userId="4afa6ce1-cb01-46c2-8538-4650222f0c96" providerId="ADAL" clId="{B0AE7DB9-0830-4674-80CF-8FE714AF9B7B}" dt="2021-05-31T11:21:03.608" v="39" actId="47"/>
        <pc:sldMkLst>
          <pc:docMk/>
          <pc:sldMk cId="394688444" sldId="703"/>
        </pc:sldMkLst>
      </pc:sldChg>
      <pc:sldChg chg="del">
        <pc:chgData name="Soumita Sengupta" userId="4afa6ce1-cb01-46c2-8538-4650222f0c96" providerId="ADAL" clId="{B0AE7DB9-0830-4674-80CF-8FE714AF9B7B}" dt="2021-05-31T11:21:03.862" v="40" actId="47"/>
        <pc:sldMkLst>
          <pc:docMk/>
          <pc:sldMk cId="2559343463" sldId="704"/>
        </pc:sldMkLst>
      </pc:sldChg>
      <pc:sldChg chg="del">
        <pc:chgData name="Soumita Sengupta" userId="4afa6ce1-cb01-46c2-8538-4650222f0c96" providerId="ADAL" clId="{B0AE7DB9-0830-4674-80CF-8FE714AF9B7B}" dt="2021-05-31T11:21:04.043" v="41" actId="47"/>
        <pc:sldMkLst>
          <pc:docMk/>
          <pc:sldMk cId="2847207556" sldId="705"/>
        </pc:sldMkLst>
      </pc:sldChg>
      <pc:sldChg chg="del">
        <pc:chgData name="Soumita Sengupta" userId="4afa6ce1-cb01-46c2-8538-4650222f0c96" providerId="ADAL" clId="{B0AE7DB9-0830-4674-80CF-8FE714AF9B7B}" dt="2021-05-31T11:21:04.210" v="42" actId="47"/>
        <pc:sldMkLst>
          <pc:docMk/>
          <pc:sldMk cId="2525000584" sldId="706"/>
        </pc:sldMkLst>
      </pc:sldChg>
      <pc:sldChg chg="del">
        <pc:chgData name="Soumita Sengupta" userId="4afa6ce1-cb01-46c2-8538-4650222f0c96" providerId="ADAL" clId="{B0AE7DB9-0830-4674-80CF-8FE714AF9B7B}" dt="2021-05-31T11:21:04.464" v="43" actId="47"/>
        <pc:sldMkLst>
          <pc:docMk/>
          <pc:sldMk cId="1118961763" sldId="707"/>
        </pc:sldMkLst>
      </pc:sldChg>
      <pc:sldChg chg="del">
        <pc:chgData name="Soumita Sengupta" userId="4afa6ce1-cb01-46c2-8538-4650222f0c96" providerId="ADAL" clId="{B0AE7DB9-0830-4674-80CF-8FE714AF9B7B}" dt="2021-05-31T11:21:21.641" v="110" actId="47"/>
        <pc:sldMkLst>
          <pc:docMk/>
          <pc:sldMk cId="3842062754" sldId="708"/>
        </pc:sldMkLst>
      </pc:sldChg>
      <pc:sldChg chg="del">
        <pc:chgData name="Soumita Sengupta" userId="4afa6ce1-cb01-46c2-8538-4650222f0c96" providerId="ADAL" clId="{B0AE7DB9-0830-4674-80CF-8FE714AF9B7B}" dt="2021-05-31T11:21:21.857" v="111" actId="47"/>
        <pc:sldMkLst>
          <pc:docMk/>
          <pc:sldMk cId="1385205329" sldId="709"/>
        </pc:sldMkLst>
      </pc:sldChg>
      <pc:sldChg chg="del">
        <pc:chgData name="Soumita Sengupta" userId="4afa6ce1-cb01-46c2-8538-4650222f0c96" providerId="ADAL" clId="{B0AE7DB9-0830-4674-80CF-8FE714AF9B7B}" dt="2021-05-31T11:21:22.111" v="112" actId="47"/>
        <pc:sldMkLst>
          <pc:docMk/>
          <pc:sldMk cId="3511327653" sldId="710"/>
        </pc:sldMkLst>
      </pc:sldChg>
      <pc:sldChg chg="del">
        <pc:chgData name="Soumita Sengupta" userId="4afa6ce1-cb01-46c2-8538-4650222f0c96" providerId="ADAL" clId="{B0AE7DB9-0830-4674-80CF-8FE714AF9B7B}" dt="2021-05-31T11:21:23.012" v="116" actId="47"/>
        <pc:sldMkLst>
          <pc:docMk/>
          <pc:sldMk cId="3137745536" sldId="712"/>
        </pc:sldMkLst>
      </pc:sldChg>
      <pc:sldChg chg="del">
        <pc:chgData name="Soumita Sengupta" userId="4afa6ce1-cb01-46c2-8538-4650222f0c96" providerId="ADAL" clId="{B0AE7DB9-0830-4674-80CF-8FE714AF9B7B}" dt="2021-05-31T11:21:23.244" v="117" actId="47"/>
        <pc:sldMkLst>
          <pc:docMk/>
          <pc:sldMk cId="2872170972" sldId="713"/>
        </pc:sldMkLst>
      </pc:sldChg>
      <pc:sldChg chg="del">
        <pc:chgData name="Soumita Sengupta" userId="4afa6ce1-cb01-46c2-8538-4650222f0c96" providerId="ADAL" clId="{B0AE7DB9-0830-4674-80CF-8FE714AF9B7B}" dt="2021-05-31T11:21:23.461" v="118" actId="47"/>
        <pc:sldMkLst>
          <pc:docMk/>
          <pc:sldMk cId="910368742" sldId="714"/>
        </pc:sldMkLst>
      </pc:sldChg>
      <pc:sldChg chg="del">
        <pc:chgData name="Soumita Sengupta" userId="4afa6ce1-cb01-46c2-8538-4650222f0c96" providerId="ADAL" clId="{B0AE7DB9-0830-4674-80CF-8FE714AF9B7B}" dt="2021-05-31T11:21:23.862" v="120" actId="47"/>
        <pc:sldMkLst>
          <pc:docMk/>
          <pc:sldMk cId="2173025332" sldId="716"/>
        </pc:sldMkLst>
      </pc:sldChg>
      <pc:sldChg chg="del">
        <pc:chgData name="Soumita Sengupta" userId="4afa6ce1-cb01-46c2-8538-4650222f0c96" providerId="ADAL" clId="{B0AE7DB9-0830-4674-80CF-8FE714AF9B7B}" dt="2021-05-31T11:20:42.505" v="11" actId="47"/>
        <pc:sldMkLst>
          <pc:docMk/>
          <pc:sldMk cId="4197784673" sldId="718"/>
        </pc:sldMkLst>
      </pc:sldChg>
      <pc:sldChg chg="del">
        <pc:chgData name="Soumita Sengupta" userId="4afa6ce1-cb01-46c2-8538-4650222f0c96" providerId="ADAL" clId="{B0AE7DB9-0830-4674-80CF-8FE714AF9B7B}" dt="2021-05-31T11:20:43.531" v="13" actId="47"/>
        <pc:sldMkLst>
          <pc:docMk/>
          <pc:sldMk cId="1817621787" sldId="719"/>
        </pc:sldMkLst>
      </pc:sldChg>
      <pc:sldChg chg="del">
        <pc:chgData name="Soumita Sengupta" userId="4afa6ce1-cb01-46c2-8538-4650222f0c96" providerId="ADAL" clId="{B0AE7DB9-0830-4674-80CF-8FE714AF9B7B}" dt="2021-05-31T11:20:44.674" v="14" actId="47"/>
        <pc:sldMkLst>
          <pc:docMk/>
          <pc:sldMk cId="2472564179" sldId="720"/>
        </pc:sldMkLst>
      </pc:sldChg>
      <pc:sldChg chg="del">
        <pc:chgData name="Soumita Sengupta" userId="4afa6ce1-cb01-46c2-8538-4650222f0c96" providerId="ADAL" clId="{B0AE7DB9-0830-4674-80CF-8FE714AF9B7B}" dt="2021-05-31T11:20:55.371" v="15" actId="47"/>
        <pc:sldMkLst>
          <pc:docMk/>
          <pc:sldMk cId="2557363682" sldId="726"/>
        </pc:sldMkLst>
      </pc:sldChg>
      <pc:sldChg chg="del">
        <pc:chgData name="Soumita Sengupta" userId="4afa6ce1-cb01-46c2-8538-4650222f0c96" providerId="ADAL" clId="{B0AE7DB9-0830-4674-80CF-8FE714AF9B7B}" dt="2021-05-31T11:20:56.505" v="17" actId="47"/>
        <pc:sldMkLst>
          <pc:docMk/>
          <pc:sldMk cId="2533192149" sldId="727"/>
        </pc:sldMkLst>
      </pc:sldChg>
      <pc:sldChg chg="del">
        <pc:chgData name="Soumita Sengupta" userId="4afa6ce1-cb01-46c2-8538-4650222f0c96" providerId="ADAL" clId="{B0AE7DB9-0830-4674-80CF-8FE714AF9B7B}" dt="2021-05-31T11:20:56.944" v="18" actId="47"/>
        <pc:sldMkLst>
          <pc:docMk/>
          <pc:sldMk cId="267288945" sldId="728"/>
        </pc:sldMkLst>
      </pc:sldChg>
      <pc:sldChg chg="del">
        <pc:chgData name="Soumita Sengupta" userId="4afa6ce1-cb01-46c2-8538-4650222f0c96" providerId="ADAL" clId="{B0AE7DB9-0830-4674-80CF-8FE714AF9B7B}" dt="2021-05-31T11:20:56.042" v="16" actId="47"/>
        <pc:sldMkLst>
          <pc:docMk/>
          <pc:sldMk cId="1657360727" sldId="729"/>
        </pc:sldMkLst>
      </pc:sldChg>
      <pc:sldChg chg="del">
        <pc:chgData name="Soumita Sengupta" userId="4afa6ce1-cb01-46c2-8538-4650222f0c96" providerId="ADAL" clId="{B0AE7DB9-0830-4674-80CF-8FE714AF9B7B}" dt="2021-05-31T11:20:43.059" v="12" actId="47"/>
        <pc:sldMkLst>
          <pc:docMk/>
          <pc:sldMk cId="452156479" sldId="736"/>
        </pc:sldMkLst>
      </pc:sldChg>
      <pc:sldChg chg="del">
        <pc:chgData name="Soumita Sengupta" userId="4afa6ce1-cb01-46c2-8538-4650222f0c96" providerId="ADAL" clId="{B0AE7DB9-0830-4674-80CF-8FE714AF9B7B}" dt="2021-05-31T11:23:02.375" v="150" actId="47"/>
        <pc:sldMkLst>
          <pc:docMk/>
          <pc:sldMk cId="1013292222" sldId="737"/>
        </pc:sldMkLst>
      </pc:sldChg>
      <pc:sldChg chg="del">
        <pc:chgData name="Soumita Sengupta" userId="4afa6ce1-cb01-46c2-8538-4650222f0c96" providerId="ADAL" clId="{B0AE7DB9-0830-4674-80CF-8FE714AF9B7B}" dt="2021-05-31T11:20:58.062" v="19" actId="47"/>
        <pc:sldMkLst>
          <pc:docMk/>
          <pc:sldMk cId="481063857" sldId="738"/>
        </pc:sldMkLst>
      </pc:sldChg>
      <pc:sldChg chg="del">
        <pc:chgData name="Soumita Sengupta" userId="4afa6ce1-cb01-46c2-8538-4650222f0c96" providerId="ADAL" clId="{B0AE7DB9-0830-4674-80CF-8FE714AF9B7B}" dt="2021-05-31T11:20:59.783" v="24" actId="47"/>
        <pc:sldMkLst>
          <pc:docMk/>
          <pc:sldMk cId="1233064520" sldId="739"/>
        </pc:sldMkLst>
      </pc:sldChg>
      <pc:sldChg chg="del">
        <pc:chgData name="Soumita Sengupta" userId="4afa6ce1-cb01-46c2-8538-4650222f0c96" providerId="ADAL" clId="{B0AE7DB9-0830-4674-80CF-8FE714AF9B7B}" dt="2021-05-31T11:21:07.991" v="56" actId="47"/>
        <pc:sldMkLst>
          <pc:docMk/>
          <pc:sldMk cId="506531162" sldId="786"/>
        </pc:sldMkLst>
      </pc:sldChg>
      <pc:sldChg chg="del">
        <pc:chgData name="Soumita Sengupta" userId="4afa6ce1-cb01-46c2-8538-4650222f0c96" providerId="ADAL" clId="{B0AE7DB9-0830-4674-80CF-8FE714AF9B7B}" dt="2021-05-31T11:21:11.985" v="73" actId="47"/>
        <pc:sldMkLst>
          <pc:docMk/>
          <pc:sldMk cId="1187423674" sldId="788"/>
        </pc:sldMkLst>
      </pc:sldChg>
      <pc:sldChg chg="del">
        <pc:chgData name="Soumita Sengupta" userId="4afa6ce1-cb01-46c2-8538-4650222f0c96" providerId="ADAL" clId="{B0AE7DB9-0830-4674-80CF-8FE714AF9B7B}" dt="2021-05-31T11:21:12.617" v="76" actId="47"/>
        <pc:sldMkLst>
          <pc:docMk/>
          <pc:sldMk cId="2446929124" sldId="789"/>
        </pc:sldMkLst>
      </pc:sldChg>
      <pc:sldChg chg="del">
        <pc:chgData name="Soumita Sengupta" userId="4afa6ce1-cb01-46c2-8538-4650222f0c96" providerId="ADAL" clId="{B0AE7DB9-0830-4674-80CF-8FE714AF9B7B}" dt="2021-05-31T11:21:13.419" v="79" actId="47"/>
        <pc:sldMkLst>
          <pc:docMk/>
          <pc:sldMk cId="3045271607" sldId="794"/>
        </pc:sldMkLst>
      </pc:sldChg>
      <pc:sldChg chg="del">
        <pc:chgData name="Soumita Sengupta" userId="4afa6ce1-cb01-46c2-8538-4650222f0c96" providerId="ADAL" clId="{B0AE7DB9-0830-4674-80CF-8FE714AF9B7B}" dt="2021-05-31T11:21:15.279" v="87" actId="47"/>
        <pc:sldMkLst>
          <pc:docMk/>
          <pc:sldMk cId="2268596285" sldId="796"/>
        </pc:sldMkLst>
      </pc:sldChg>
      <pc:sldChg chg="del">
        <pc:chgData name="Soumita Sengupta" userId="4afa6ce1-cb01-46c2-8538-4650222f0c96" providerId="ADAL" clId="{B0AE7DB9-0830-4674-80CF-8FE714AF9B7B}" dt="2021-05-31T11:21:29.944" v="145" actId="47"/>
        <pc:sldMkLst>
          <pc:docMk/>
          <pc:sldMk cId="575536835" sldId="803"/>
        </pc:sldMkLst>
      </pc:sldChg>
      <pc:sldChg chg="del">
        <pc:chgData name="Soumita Sengupta" userId="4afa6ce1-cb01-46c2-8538-4650222f0c96" providerId="ADAL" clId="{B0AE7DB9-0830-4674-80CF-8FE714AF9B7B}" dt="2021-05-31T11:23:27.463" v="200" actId="47"/>
        <pc:sldMkLst>
          <pc:docMk/>
          <pc:sldMk cId="3221674416" sldId="804"/>
        </pc:sldMkLst>
      </pc:sldChg>
      <pc:sldChg chg="del">
        <pc:chgData name="Soumita Sengupta" userId="4afa6ce1-cb01-46c2-8538-4650222f0c96" providerId="ADAL" clId="{B0AE7DB9-0830-4674-80CF-8FE714AF9B7B}" dt="2021-05-31T11:23:28.967" v="203" actId="47"/>
        <pc:sldMkLst>
          <pc:docMk/>
          <pc:sldMk cId="87442308" sldId="805"/>
        </pc:sldMkLst>
      </pc:sldChg>
      <pc:sldChg chg="del">
        <pc:chgData name="Soumita Sengupta" userId="4afa6ce1-cb01-46c2-8538-4650222f0c96" providerId="ADAL" clId="{B0AE7DB9-0830-4674-80CF-8FE714AF9B7B}" dt="2021-05-31T11:21:24.332" v="122" actId="47"/>
        <pc:sldMkLst>
          <pc:docMk/>
          <pc:sldMk cId="2726919898" sldId="808"/>
        </pc:sldMkLst>
      </pc:sldChg>
      <pc:sldChg chg="del">
        <pc:chgData name="Soumita Sengupta" userId="4afa6ce1-cb01-46c2-8538-4650222f0c96" providerId="ADAL" clId="{B0AE7DB9-0830-4674-80CF-8FE714AF9B7B}" dt="2021-05-31T11:21:24.585" v="123" actId="47"/>
        <pc:sldMkLst>
          <pc:docMk/>
          <pc:sldMk cId="3656546334" sldId="809"/>
        </pc:sldMkLst>
      </pc:sldChg>
      <pc:sldChg chg="del">
        <pc:chgData name="Soumita Sengupta" userId="4afa6ce1-cb01-46c2-8538-4650222f0c96" providerId="ADAL" clId="{B0AE7DB9-0830-4674-80CF-8FE714AF9B7B}" dt="2021-05-31T11:21:24.786" v="124" actId="47"/>
        <pc:sldMkLst>
          <pc:docMk/>
          <pc:sldMk cId="3895102673" sldId="810"/>
        </pc:sldMkLst>
      </pc:sldChg>
      <pc:sldChg chg="del">
        <pc:chgData name="Soumita Sengupta" userId="4afa6ce1-cb01-46c2-8538-4650222f0c96" providerId="ADAL" clId="{B0AE7DB9-0830-4674-80CF-8FE714AF9B7B}" dt="2021-05-31T11:21:24.901" v="125" actId="47"/>
        <pc:sldMkLst>
          <pc:docMk/>
          <pc:sldMk cId="2442620785" sldId="811"/>
        </pc:sldMkLst>
      </pc:sldChg>
      <pc:sldChg chg="del">
        <pc:chgData name="Soumita Sengupta" userId="4afa6ce1-cb01-46c2-8538-4650222f0c96" providerId="ADAL" clId="{B0AE7DB9-0830-4674-80CF-8FE714AF9B7B}" dt="2021-05-31T11:23:13.120" v="174" actId="47"/>
        <pc:sldMkLst>
          <pc:docMk/>
          <pc:sldMk cId="1600615961" sldId="822"/>
        </pc:sldMkLst>
      </pc:sldChg>
      <pc:sldChg chg="del">
        <pc:chgData name="Soumita Sengupta" userId="4afa6ce1-cb01-46c2-8538-4650222f0c96" providerId="ADAL" clId="{B0AE7DB9-0830-4674-80CF-8FE714AF9B7B}" dt="2021-05-31T11:23:25.503" v="197" actId="47"/>
        <pc:sldMkLst>
          <pc:docMk/>
          <pc:sldMk cId="646275432" sldId="823"/>
        </pc:sldMkLst>
      </pc:sldChg>
      <pc:sldChg chg="del">
        <pc:chgData name="Soumita Sengupta" userId="4afa6ce1-cb01-46c2-8538-4650222f0c96" providerId="ADAL" clId="{B0AE7DB9-0830-4674-80CF-8FE714AF9B7B}" dt="2021-05-31T11:23:35.917" v="219" actId="47"/>
        <pc:sldMkLst>
          <pc:docMk/>
          <pc:sldMk cId="609144779" sldId="824"/>
        </pc:sldMkLst>
      </pc:sldChg>
      <pc:sldChg chg="del">
        <pc:chgData name="Soumita Sengupta" userId="4afa6ce1-cb01-46c2-8538-4650222f0c96" providerId="ADAL" clId="{B0AE7DB9-0830-4674-80CF-8FE714AF9B7B}" dt="2021-05-31T11:23:22.450" v="192" actId="47"/>
        <pc:sldMkLst>
          <pc:docMk/>
          <pc:sldMk cId="2061984971" sldId="826"/>
        </pc:sldMkLst>
      </pc:sldChg>
      <pc:sldChg chg="del">
        <pc:chgData name="Soumita Sengupta" userId="4afa6ce1-cb01-46c2-8538-4650222f0c96" providerId="ADAL" clId="{B0AE7DB9-0830-4674-80CF-8FE714AF9B7B}" dt="2021-05-31T11:23:23.715" v="194" actId="47"/>
        <pc:sldMkLst>
          <pc:docMk/>
          <pc:sldMk cId="2916609019" sldId="827"/>
        </pc:sldMkLst>
      </pc:sldChg>
      <pc:sldChg chg="del">
        <pc:chgData name="Soumita Sengupta" userId="4afa6ce1-cb01-46c2-8538-4650222f0c96" providerId="ADAL" clId="{B0AE7DB9-0830-4674-80CF-8FE714AF9B7B}" dt="2021-05-31T11:23:24.169" v="195" actId="47"/>
        <pc:sldMkLst>
          <pc:docMk/>
          <pc:sldMk cId="3965900230" sldId="828"/>
        </pc:sldMkLst>
      </pc:sldChg>
      <pc:sldChg chg="del">
        <pc:chgData name="Soumita Sengupta" userId="4afa6ce1-cb01-46c2-8538-4650222f0c96" providerId="ADAL" clId="{B0AE7DB9-0830-4674-80CF-8FE714AF9B7B}" dt="2021-05-31T11:23:24.986" v="196" actId="47"/>
        <pc:sldMkLst>
          <pc:docMk/>
          <pc:sldMk cId="860800460" sldId="829"/>
        </pc:sldMkLst>
      </pc:sldChg>
      <pc:sldChg chg="del">
        <pc:chgData name="Soumita Sengupta" userId="4afa6ce1-cb01-46c2-8538-4650222f0c96" providerId="ADAL" clId="{B0AE7DB9-0830-4674-80CF-8FE714AF9B7B}" dt="2021-05-31T11:21:25.433" v="127" actId="47"/>
        <pc:sldMkLst>
          <pc:docMk/>
          <pc:sldMk cId="1968607313" sldId="833"/>
        </pc:sldMkLst>
      </pc:sldChg>
      <pc:sldChg chg="del">
        <pc:chgData name="Soumita Sengupta" userId="4afa6ce1-cb01-46c2-8538-4650222f0c96" providerId="ADAL" clId="{B0AE7DB9-0830-4674-80CF-8FE714AF9B7B}" dt="2021-05-31T11:21:25.649" v="128" actId="47"/>
        <pc:sldMkLst>
          <pc:docMk/>
          <pc:sldMk cId="3495316257" sldId="834"/>
        </pc:sldMkLst>
      </pc:sldChg>
      <pc:sldChg chg="del">
        <pc:chgData name="Soumita Sengupta" userId="4afa6ce1-cb01-46c2-8538-4650222f0c96" providerId="ADAL" clId="{B0AE7DB9-0830-4674-80CF-8FE714AF9B7B}" dt="2021-05-31T11:21:25.865" v="129" actId="47"/>
        <pc:sldMkLst>
          <pc:docMk/>
          <pc:sldMk cId="3157366253" sldId="835"/>
        </pc:sldMkLst>
      </pc:sldChg>
      <pc:sldChg chg="del">
        <pc:chgData name="Soumita Sengupta" userId="4afa6ce1-cb01-46c2-8538-4650222f0c96" providerId="ADAL" clId="{B0AE7DB9-0830-4674-80CF-8FE714AF9B7B}" dt="2021-05-31T11:21:26.466" v="131" actId="47"/>
        <pc:sldMkLst>
          <pc:docMk/>
          <pc:sldMk cId="116401671" sldId="837"/>
        </pc:sldMkLst>
      </pc:sldChg>
      <pc:sldChg chg="del">
        <pc:chgData name="Soumita Sengupta" userId="4afa6ce1-cb01-46c2-8538-4650222f0c96" providerId="ADAL" clId="{B0AE7DB9-0830-4674-80CF-8FE714AF9B7B}" dt="2021-05-31T11:21:26.650" v="132" actId="47"/>
        <pc:sldMkLst>
          <pc:docMk/>
          <pc:sldMk cId="2218938682" sldId="838"/>
        </pc:sldMkLst>
      </pc:sldChg>
      <pc:sldChg chg="del">
        <pc:chgData name="Soumita Sengupta" userId="4afa6ce1-cb01-46c2-8538-4650222f0c96" providerId="ADAL" clId="{B0AE7DB9-0830-4674-80CF-8FE714AF9B7B}" dt="2021-05-31T11:21:26.867" v="133" actId="47"/>
        <pc:sldMkLst>
          <pc:docMk/>
          <pc:sldMk cId="3790829099" sldId="839"/>
        </pc:sldMkLst>
      </pc:sldChg>
      <pc:sldChg chg="del">
        <pc:chgData name="Soumita Sengupta" userId="4afa6ce1-cb01-46c2-8538-4650222f0c96" providerId="ADAL" clId="{B0AE7DB9-0830-4674-80CF-8FE714AF9B7B}" dt="2021-05-31T11:21:27.052" v="134" actId="47"/>
        <pc:sldMkLst>
          <pc:docMk/>
          <pc:sldMk cId="137161310" sldId="840"/>
        </pc:sldMkLst>
      </pc:sldChg>
      <pc:sldChg chg="del">
        <pc:chgData name="Soumita Sengupta" userId="4afa6ce1-cb01-46c2-8538-4650222f0c96" providerId="ADAL" clId="{B0AE7DB9-0830-4674-80CF-8FE714AF9B7B}" dt="2021-05-31T11:21:27.237" v="135" actId="47"/>
        <pc:sldMkLst>
          <pc:docMk/>
          <pc:sldMk cId="2895645912" sldId="841"/>
        </pc:sldMkLst>
      </pc:sldChg>
      <pc:sldChg chg="del">
        <pc:chgData name="Soumita Sengupta" userId="4afa6ce1-cb01-46c2-8538-4650222f0c96" providerId="ADAL" clId="{B0AE7DB9-0830-4674-80CF-8FE714AF9B7B}" dt="2021-05-31T11:21:27.422" v="136" actId="47"/>
        <pc:sldMkLst>
          <pc:docMk/>
          <pc:sldMk cId="3451605243" sldId="842"/>
        </pc:sldMkLst>
      </pc:sldChg>
      <pc:sldChg chg="del">
        <pc:chgData name="Soumita Sengupta" userId="4afa6ce1-cb01-46c2-8538-4650222f0c96" providerId="ADAL" clId="{B0AE7DB9-0830-4674-80CF-8FE714AF9B7B}" dt="2021-05-31T11:21:27.607" v="137" actId="47"/>
        <pc:sldMkLst>
          <pc:docMk/>
          <pc:sldMk cId="3520553567" sldId="843"/>
        </pc:sldMkLst>
      </pc:sldChg>
      <pc:sldChg chg="del">
        <pc:chgData name="Soumita Sengupta" userId="4afa6ce1-cb01-46c2-8538-4650222f0c96" providerId="ADAL" clId="{B0AE7DB9-0830-4674-80CF-8FE714AF9B7B}" dt="2021-05-31T11:23:21.395" v="190" actId="47"/>
        <pc:sldMkLst>
          <pc:docMk/>
          <pc:sldMk cId="739307135" sldId="845"/>
        </pc:sldMkLst>
      </pc:sldChg>
      <pc:sldChg chg="del">
        <pc:chgData name="Soumita Sengupta" userId="4afa6ce1-cb01-46c2-8538-4650222f0c96" providerId="ADAL" clId="{B0AE7DB9-0830-4674-80CF-8FE714AF9B7B}" dt="2021-05-31T11:23:20.446" v="188" actId="47"/>
        <pc:sldMkLst>
          <pc:docMk/>
          <pc:sldMk cId="2149126909" sldId="846"/>
        </pc:sldMkLst>
      </pc:sldChg>
      <pc:sldChg chg="del">
        <pc:chgData name="Soumita Sengupta" userId="4afa6ce1-cb01-46c2-8538-4650222f0c96" providerId="ADAL" clId="{B0AE7DB9-0830-4674-80CF-8FE714AF9B7B}" dt="2021-05-31T11:23:21.865" v="191" actId="47"/>
        <pc:sldMkLst>
          <pc:docMk/>
          <pc:sldMk cId="3396759169" sldId="847"/>
        </pc:sldMkLst>
      </pc:sldChg>
      <pc:sldChg chg="del">
        <pc:chgData name="Soumita Sengupta" userId="4afa6ce1-cb01-46c2-8538-4650222f0c96" providerId="ADAL" clId="{B0AE7DB9-0830-4674-80CF-8FE714AF9B7B}" dt="2021-05-31T11:23:22.898" v="193" actId="47"/>
        <pc:sldMkLst>
          <pc:docMk/>
          <pc:sldMk cId="2403941356" sldId="848"/>
        </pc:sldMkLst>
      </pc:sldChg>
      <pc:sldChg chg="del">
        <pc:chgData name="Soumita Sengupta" userId="4afa6ce1-cb01-46c2-8538-4650222f0c96" providerId="ADAL" clId="{B0AE7DB9-0830-4674-80CF-8FE714AF9B7B}" dt="2021-05-31T11:21:18.601" v="100" actId="47"/>
        <pc:sldMkLst>
          <pc:docMk/>
          <pc:sldMk cId="254607577" sldId="868"/>
        </pc:sldMkLst>
      </pc:sldChg>
      <pc:sldChg chg="del">
        <pc:chgData name="Soumita Sengupta" userId="4afa6ce1-cb01-46c2-8538-4650222f0c96" providerId="ADAL" clId="{B0AE7DB9-0830-4674-80CF-8FE714AF9B7B}" dt="2021-05-31T11:21:18.934" v="101" actId="47"/>
        <pc:sldMkLst>
          <pc:docMk/>
          <pc:sldMk cId="1693671457" sldId="869"/>
        </pc:sldMkLst>
      </pc:sldChg>
      <pc:sldChg chg="del">
        <pc:chgData name="Soumita Sengupta" userId="4afa6ce1-cb01-46c2-8538-4650222f0c96" providerId="ADAL" clId="{B0AE7DB9-0830-4674-80CF-8FE714AF9B7B}" dt="2021-05-31T11:21:19.187" v="102" actId="47"/>
        <pc:sldMkLst>
          <pc:docMk/>
          <pc:sldMk cId="2521651456" sldId="870"/>
        </pc:sldMkLst>
      </pc:sldChg>
      <pc:sldChg chg="del">
        <pc:chgData name="Soumita Sengupta" userId="4afa6ce1-cb01-46c2-8538-4650222f0c96" providerId="ADAL" clId="{B0AE7DB9-0830-4674-80CF-8FE714AF9B7B}" dt="2021-05-31T11:21:19.989" v="104" actId="47"/>
        <pc:sldMkLst>
          <pc:docMk/>
          <pc:sldMk cId="2056228496" sldId="872"/>
        </pc:sldMkLst>
      </pc:sldChg>
      <pc:sldChg chg="del">
        <pc:chgData name="Soumita Sengupta" userId="4afa6ce1-cb01-46c2-8538-4650222f0c96" providerId="ADAL" clId="{B0AE7DB9-0830-4674-80CF-8FE714AF9B7B}" dt="2021-05-31T11:21:20.320" v="105" actId="47"/>
        <pc:sldMkLst>
          <pc:docMk/>
          <pc:sldMk cId="2816898881" sldId="873"/>
        </pc:sldMkLst>
      </pc:sldChg>
      <pc:sldChg chg="del">
        <pc:chgData name="Soumita Sengupta" userId="4afa6ce1-cb01-46c2-8538-4650222f0c96" providerId="ADAL" clId="{B0AE7DB9-0830-4674-80CF-8FE714AF9B7B}" dt="2021-05-31T11:21:20.869" v="107" actId="47"/>
        <pc:sldMkLst>
          <pc:docMk/>
          <pc:sldMk cId="53408869" sldId="874"/>
        </pc:sldMkLst>
      </pc:sldChg>
      <pc:sldChg chg="del">
        <pc:chgData name="Soumita Sengupta" userId="4afa6ce1-cb01-46c2-8538-4650222f0c96" providerId="ADAL" clId="{B0AE7DB9-0830-4674-80CF-8FE714AF9B7B}" dt="2021-05-31T11:21:21.123" v="108" actId="47"/>
        <pc:sldMkLst>
          <pc:docMk/>
          <pc:sldMk cId="1332674554" sldId="875"/>
        </pc:sldMkLst>
      </pc:sldChg>
      <pc:sldChg chg="del">
        <pc:chgData name="Soumita Sengupta" userId="4afa6ce1-cb01-46c2-8538-4650222f0c96" providerId="ADAL" clId="{B0AE7DB9-0830-4674-80CF-8FE714AF9B7B}" dt="2021-05-31T11:23:37.762" v="221" actId="47"/>
        <pc:sldMkLst>
          <pc:docMk/>
          <pc:sldMk cId="202006007" sldId="879"/>
        </pc:sldMkLst>
      </pc:sldChg>
      <pc:sldChg chg="del">
        <pc:chgData name="Soumita Sengupta" userId="4afa6ce1-cb01-46c2-8538-4650222f0c96" providerId="ADAL" clId="{B0AE7DB9-0830-4674-80CF-8FE714AF9B7B}" dt="2021-05-31T11:21:06.789" v="53" actId="47"/>
        <pc:sldMkLst>
          <pc:docMk/>
          <pc:sldMk cId="1639061617" sldId="880"/>
        </pc:sldMkLst>
      </pc:sldChg>
      <pc:sldChg chg="del">
        <pc:chgData name="Soumita Sengupta" userId="4afa6ce1-cb01-46c2-8538-4650222f0c96" providerId="ADAL" clId="{B0AE7DB9-0830-4674-80CF-8FE714AF9B7B}" dt="2021-05-31T11:21:09.342" v="61" actId="47"/>
        <pc:sldMkLst>
          <pc:docMk/>
          <pc:sldMk cId="2139875260" sldId="881"/>
        </pc:sldMkLst>
      </pc:sldChg>
      <pc:sldChg chg="del">
        <pc:chgData name="Soumita Sengupta" userId="4afa6ce1-cb01-46c2-8538-4650222f0c96" providerId="ADAL" clId="{B0AE7DB9-0830-4674-80CF-8FE714AF9B7B}" dt="2021-05-31T11:21:09.828" v="63" actId="47"/>
        <pc:sldMkLst>
          <pc:docMk/>
          <pc:sldMk cId="4074590590" sldId="882"/>
        </pc:sldMkLst>
      </pc:sldChg>
      <pc:sldChg chg="del">
        <pc:chgData name="Soumita Sengupta" userId="4afa6ce1-cb01-46c2-8538-4650222f0c96" providerId="ADAL" clId="{B0AE7DB9-0830-4674-80CF-8FE714AF9B7B}" dt="2021-05-31T11:21:10.283" v="65" actId="47"/>
        <pc:sldMkLst>
          <pc:docMk/>
          <pc:sldMk cId="2047864383" sldId="883"/>
        </pc:sldMkLst>
      </pc:sldChg>
      <pc:sldChg chg="del">
        <pc:chgData name="Soumita Sengupta" userId="4afa6ce1-cb01-46c2-8538-4650222f0c96" providerId="ADAL" clId="{B0AE7DB9-0830-4674-80CF-8FE714AF9B7B}" dt="2021-05-31T11:21:10.568" v="66" actId="47"/>
        <pc:sldMkLst>
          <pc:docMk/>
          <pc:sldMk cId="3568281701" sldId="884"/>
        </pc:sldMkLst>
      </pc:sldChg>
      <pc:sldChg chg="del">
        <pc:chgData name="Soumita Sengupta" userId="4afa6ce1-cb01-46c2-8538-4650222f0c96" providerId="ADAL" clId="{B0AE7DB9-0830-4674-80CF-8FE714AF9B7B}" dt="2021-05-31T11:21:10.783" v="67" actId="47"/>
        <pc:sldMkLst>
          <pc:docMk/>
          <pc:sldMk cId="3658751047" sldId="885"/>
        </pc:sldMkLst>
      </pc:sldChg>
      <pc:sldChg chg="del">
        <pc:chgData name="Soumita Sengupta" userId="4afa6ce1-cb01-46c2-8538-4650222f0c96" providerId="ADAL" clId="{B0AE7DB9-0830-4674-80CF-8FE714AF9B7B}" dt="2021-05-31T11:21:10.984" v="68" actId="47"/>
        <pc:sldMkLst>
          <pc:docMk/>
          <pc:sldMk cId="225487929" sldId="886"/>
        </pc:sldMkLst>
      </pc:sldChg>
      <pc:sldChg chg="del">
        <pc:chgData name="Soumita Sengupta" userId="4afa6ce1-cb01-46c2-8538-4650222f0c96" providerId="ADAL" clId="{B0AE7DB9-0830-4674-80CF-8FE714AF9B7B}" dt="2021-05-31T11:21:11.199" v="69" actId="47"/>
        <pc:sldMkLst>
          <pc:docMk/>
          <pc:sldMk cId="1268566176" sldId="887"/>
        </pc:sldMkLst>
      </pc:sldChg>
      <pc:sldChg chg="del">
        <pc:chgData name="Soumita Sengupta" userId="4afa6ce1-cb01-46c2-8538-4650222f0c96" providerId="ADAL" clId="{B0AE7DB9-0830-4674-80CF-8FE714AF9B7B}" dt="2021-05-31T11:21:13.072" v="78" actId="47"/>
        <pc:sldMkLst>
          <pc:docMk/>
          <pc:sldMk cId="2151746763" sldId="888"/>
        </pc:sldMkLst>
      </pc:sldChg>
      <pc:sldChg chg="del">
        <pc:chgData name="Soumita Sengupta" userId="4afa6ce1-cb01-46c2-8538-4650222f0c96" providerId="ADAL" clId="{B0AE7DB9-0830-4674-80CF-8FE714AF9B7B}" dt="2021-05-31T11:21:13.673" v="80" actId="47"/>
        <pc:sldMkLst>
          <pc:docMk/>
          <pc:sldMk cId="2990392643" sldId="889"/>
        </pc:sldMkLst>
      </pc:sldChg>
      <pc:sldChg chg="del">
        <pc:chgData name="Soumita Sengupta" userId="4afa6ce1-cb01-46c2-8538-4650222f0c96" providerId="ADAL" clId="{B0AE7DB9-0830-4674-80CF-8FE714AF9B7B}" dt="2021-05-31T11:21:13.889" v="81" actId="47"/>
        <pc:sldMkLst>
          <pc:docMk/>
          <pc:sldMk cId="4152093735" sldId="890"/>
        </pc:sldMkLst>
      </pc:sldChg>
      <pc:sldChg chg="del">
        <pc:chgData name="Soumita Sengupta" userId="4afa6ce1-cb01-46c2-8538-4650222f0c96" providerId="ADAL" clId="{B0AE7DB9-0830-4674-80CF-8FE714AF9B7B}" dt="2021-05-31T11:21:16.566" v="93" actId="47"/>
        <pc:sldMkLst>
          <pc:docMk/>
          <pc:sldMk cId="3419036602" sldId="891"/>
        </pc:sldMkLst>
      </pc:sldChg>
      <pc:sldChg chg="del">
        <pc:chgData name="Soumita Sengupta" userId="4afa6ce1-cb01-46c2-8538-4650222f0c96" providerId="ADAL" clId="{B0AE7DB9-0830-4674-80CF-8FE714AF9B7B}" dt="2021-05-31T11:21:16.744" v="94" actId="47"/>
        <pc:sldMkLst>
          <pc:docMk/>
          <pc:sldMk cId="2610132345" sldId="892"/>
        </pc:sldMkLst>
      </pc:sldChg>
      <pc:sldChg chg="del">
        <pc:chgData name="Soumita Sengupta" userId="4afa6ce1-cb01-46c2-8538-4650222f0c96" providerId="ADAL" clId="{B0AE7DB9-0830-4674-80CF-8FE714AF9B7B}" dt="2021-05-31T11:21:16.945" v="95" actId="47"/>
        <pc:sldMkLst>
          <pc:docMk/>
          <pc:sldMk cId="44910485" sldId="893"/>
        </pc:sldMkLst>
      </pc:sldChg>
      <pc:sldChg chg="del">
        <pc:chgData name="Soumita Sengupta" userId="4afa6ce1-cb01-46c2-8538-4650222f0c96" providerId="ADAL" clId="{B0AE7DB9-0830-4674-80CF-8FE714AF9B7B}" dt="2021-05-31T11:21:17.167" v="96" actId="47"/>
        <pc:sldMkLst>
          <pc:docMk/>
          <pc:sldMk cId="3136716027" sldId="894"/>
        </pc:sldMkLst>
      </pc:sldChg>
      <pc:sldChg chg="del">
        <pc:chgData name="Soumita Sengupta" userId="4afa6ce1-cb01-46c2-8538-4650222f0c96" providerId="ADAL" clId="{B0AE7DB9-0830-4674-80CF-8FE714AF9B7B}" dt="2021-05-31T11:21:20.606" v="106" actId="47"/>
        <pc:sldMkLst>
          <pc:docMk/>
          <pc:sldMk cId="1567628064" sldId="895"/>
        </pc:sldMkLst>
      </pc:sldChg>
      <pc:sldChg chg="del">
        <pc:chgData name="Soumita Sengupta" userId="4afa6ce1-cb01-46c2-8538-4650222f0c96" providerId="ADAL" clId="{B0AE7DB9-0830-4674-80CF-8FE714AF9B7B}" dt="2021-05-31T11:21:22.527" v="114" actId="47"/>
        <pc:sldMkLst>
          <pc:docMk/>
          <pc:sldMk cId="3581655586" sldId="897"/>
        </pc:sldMkLst>
      </pc:sldChg>
      <pc:sldChg chg="del">
        <pc:chgData name="Soumita Sengupta" userId="4afa6ce1-cb01-46c2-8538-4650222f0c96" providerId="ADAL" clId="{B0AE7DB9-0830-4674-80CF-8FE714AF9B7B}" dt="2021-05-31T11:21:22.781" v="115" actId="47"/>
        <pc:sldMkLst>
          <pc:docMk/>
          <pc:sldMk cId="2881927986" sldId="898"/>
        </pc:sldMkLst>
      </pc:sldChg>
      <pc:sldChg chg="del">
        <pc:chgData name="Soumita Sengupta" userId="4afa6ce1-cb01-46c2-8538-4650222f0c96" providerId="ADAL" clId="{B0AE7DB9-0830-4674-80CF-8FE714AF9B7B}" dt="2021-05-31T11:21:23.684" v="119" actId="47"/>
        <pc:sldMkLst>
          <pc:docMk/>
          <pc:sldMk cId="2274002417" sldId="900"/>
        </pc:sldMkLst>
      </pc:sldChg>
      <pc:sldChg chg="del">
        <pc:chgData name="Soumita Sengupta" userId="4afa6ce1-cb01-46c2-8538-4650222f0c96" providerId="ADAL" clId="{B0AE7DB9-0830-4674-80CF-8FE714AF9B7B}" dt="2021-05-31T11:21:26.281" v="130" actId="47"/>
        <pc:sldMkLst>
          <pc:docMk/>
          <pc:sldMk cId="764318788" sldId="902"/>
        </pc:sldMkLst>
      </pc:sldChg>
      <pc:sldChg chg="del">
        <pc:chgData name="Soumita Sengupta" userId="4afa6ce1-cb01-46c2-8538-4650222f0c96" providerId="ADAL" clId="{B0AE7DB9-0830-4674-80CF-8FE714AF9B7B}" dt="2021-05-31T11:21:28.455" v="141" actId="47"/>
        <pc:sldMkLst>
          <pc:docMk/>
          <pc:sldMk cId="1489738380" sldId="903"/>
        </pc:sldMkLst>
      </pc:sldChg>
      <pc:sldChg chg="del">
        <pc:chgData name="Soumita Sengupta" userId="4afa6ce1-cb01-46c2-8538-4650222f0c96" providerId="ADAL" clId="{B0AE7DB9-0830-4674-80CF-8FE714AF9B7B}" dt="2021-05-31T11:21:28.687" v="142" actId="47"/>
        <pc:sldMkLst>
          <pc:docMk/>
          <pc:sldMk cId="3148603224" sldId="904"/>
        </pc:sldMkLst>
      </pc:sldChg>
      <pc:sldChg chg="del">
        <pc:chgData name="Soumita Sengupta" userId="4afa6ce1-cb01-46c2-8538-4650222f0c96" providerId="ADAL" clId="{B0AE7DB9-0830-4674-80CF-8FE714AF9B7B}" dt="2021-05-31T11:23:03.895" v="153" actId="47"/>
        <pc:sldMkLst>
          <pc:docMk/>
          <pc:sldMk cId="1190720650" sldId="905"/>
        </pc:sldMkLst>
      </pc:sldChg>
      <pc:sldChg chg="del">
        <pc:chgData name="Soumita Sengupta" userId="4afa6ce1-cb01-46c2-8538-4650222f0c96" providerId="ADAL" clId="{B0AE7DB9-0830-4674-80CF-8FE714AF9B7B}" dt="2021-05-31T11:23:19.474" v="186" actId="47"/>
        <pc:sldMkLst>
          <pc:docMk/>
          <pc:sldMk cId="2516332578" sldId="906"/>
        </pc:sldMkLst>
      </pc:sldChg>
      <pc:sldChg chg="del">
        <pc:chgData name="Soumita Sengupta" userId="4afa6ce1-cb01-46c2-8538-4650222f0c96" providerId="ADAL" clId="{B0AE7DB9-0830-4674-80CF-8FE714AF9B7B}" dt="2021-05-31T11:23:20.932" v="189" actId="47"/>
        <pc:sldMkLst>
          <pc:docMk/>
          <pc:sldMk cId="2973615240" sldId="907"/>
        </pc:sldMkLst>
      </pc:sldChg>
      <pc:sldChg chg="del">
        <pc:chgData name="Soumita Sengupta" userId="4afa6ce1-cb01-46c2-8538-4650222f0c96" providerId="ADAL" clId="{B0AE7DB9-0830-4674-80CF-8FE714AF9B7B}" dt="2021-05-31T11:23:29.384" v="204" actId="47"/>
        <pc:sldMkLst>
          <pc:docMk/>
          <pc:sldMk cId="1602332024" sldId="908"/>
        </pc:sldMkLst>
      </pc:sldChg>
      <pc:sldChg chg="del">
        <pc:chgData name="Soumita Sengupta" userId="4afa6ce1-cb01-46c2-8538-4650222f0c96" providerId="ADAL" clId="{B0AE7DB9-0830-4674-80CF-8FE714AF9B7B}" dt="2021-05-31T11:23:29.870" v="205" actId="47"/>
        <pc:sldMkLst>
          <pc:docMk/>
          <pc:sldMk cId="2713866988" sldId="909"/>
        </pc:sldMkLst>
      </pc:sldChg>
      <pc:sldChg chg="del">
        <pc:chgData name="Soumita Sengupta" userId="4afa6ce1-cb01-46c2-8538-4650222f0c96" providerId="ADAL" clId="{B0AE7DB9-0830-4674-80CF-8FE714AF9B7B}" dt="2021-05-31T11:23:30.302" v="206" actId="47"/>
        <pc:sldMkLst>
          <pc:docMk/>
          <pc:sldMk cId="959984758" sldId="910"/>
        </pc:sldMkLst>
      </pc:sldChg>
      <pc:sldChg chg="del">
        <pc:chgData name="Soumita Sengupta" userId="4afa6ce1-cb01-46c2-8538-4650222f0c96" providerId="ADAL" clId="{B0AE7DB9-0830-4674-80CF-8FE714AF9B7B}" dt="2021-05-31T11:23:30.788" v="207" actId="47"/>
        <pc:sldMkLst>
          <pc:docMk/>
          <pc:sldMk cId="2701152022" sldId="911"/>
        </pc:sldMkLst>
      </pc:sldChg>
      <pc:sldChg chg="del">
        <pc:chgData name="Soumita Sengupta" userId="4afa6ce1-cb01-46c2-8538-4650222f0c96" providerId="ADAL" clId="{B0AE7DB9-0830-4674-80CF-8FE714AF9B7B}" dt="2021-05-31T11:23:32.293" v="210" actId="47"/>
        <pc:sldMkLst>
          <pc:docMk/>
          <pc:sldMk cId="7820174" sldId="912"/>
        </pc:sldMkLst>
      </pc:sldChg>
      <pc:sldChg chg="del">
        <pc:chgData name="Soumita Sengupta" userId="4afa6ce1-cb01-46c2-8538-4650222f0c96" providerId="ADAL" clId="{B0AE7DB9-0830-4674-80CF-8FE714AF9B7B}" dt="2021-05-31T11:23:16.452" v="180" actId="47"/>
        <pc:sldMkLst>
          <pc:docMk/>
          <pc:sldMk cId="2358187163" sldId="913"/>
        </pc:sldMkLst>
      </pc:sldChg>
      <pc:sldChg chg="del">
        <pc:chgData name="Soumita Sengupta" userId="4afa6ce1-cb01-46c2-8538-4650222f0c96" providerId="ADAL" clId="{B0AE7DB9-0830-4674-80CF-8FE714AF9B7B}" dt="2021-05-31T11:23:16.931" v="181" actId="47"/>
        <pc:sldMkLst>
          <pc:docMk/>
          <pc:sldMk cId="1544824064" sldId="914"/>
        </pc:sldMkLst>
      </pc:sldChg>
      <pc:sldChg chg="del">
        <pc:chgData name="Soumita Sengupta" userId="4afa6ce1-cb01-46c2-8538-4650222f0c96" providerId="ADAL" clId="{B0AE7DB9-0830-4674-80CF-8FE714AF9B7B}" dt="2021-05-31T11:23:17.433" v="182" actId="47"/>
        <pc:sldMkLst>
          <pc:docMk/>
          <pc:sldMk cId="3465040682" sldId="915"/>
        </pc:sldMkLst>
      </pc:sldChg>
      <pc:sldChg chg="del">
        <pc:chgData name="Soumita Sengupta" userId="4afa6ce1-cb01-46c2-8538-4650222f0c96" providerId="ADAL" clId="{B0AE7DB9-0830-4674-80CF-8FE714AF9B7B}" dt="2021-05-31T11:23:17.902" v="183" actId="47"/>
        <pc:sldMkLst>
          <pc:docMk/>
          <pc:sldMk cId="3794074273" sldId="916"/>
        </pc:sldMkLst>
      </pc:sldChg>
      <pc:sldChg chg="del">
        <pc:chgData name="Soumita Sengupta" userId="4afa6ce1-cb01-46c2-8538-4650222f0c96" providerId="ADAL" clId="{B0AE7DB9-0830-4674-80CF-8FE714AF9B7B}" dt="2021-05-31T11:23:18.435" v="184" actId="47"/>
        <pc:sldMkLst>
          <pc:docMk/>
          <pc:sldMk cId="187595524" sldId="917"/>
        </pc:sldMkLst>
      </pc:sldChg>
      <pc:sldChg chg="del">
        <pc:chgData name="Soumita Sengupta" userId="4afa6ce1-cb01-46c2-8538-4650222f0c96" providerId="ADAL" clId="{B0AE7DB9-0830-4674-80CF-8FE714AF9B7B}" dt="2021-05-31T11:23:10.799" v="170" actId="47"/>
        <pc:sldMkLst>
          <pc:docMk/>
          <pc:sldMk cId="2852893372" sldId="918"/>
        </pc:sldMkLst>
      </pc:sldChg>
      <pc:sldChg chg="del">
        <pc:chgData name="Soumita Sengupta" userId="4afa6ce1-cb01-46c2-8538-4650222f0c96" providerId="ADAL" clId="{B0AE7DB9-0830-4674-80CF-8FE714AF9B7B}" dt="2021-05-31T11:23:08.893" v="165" actId="47"/>
        <pc:sldMkLst>
          <pc:docMk/>
          <pc:sldMk cId="2759954250" sldId="919"/>
        </pc:sldMkLst>
      </pc:sldChg>
      <pc:sldChg chg="del">
        <pc:chgData name="Soumita Sengupta" userId="4afa6ce1-cb01-46c2-8538-4650222f0c96" providerId="ADAL" clId="{B0AE7DB9-0830-4674-80CF-8FE714AF9B7B}" dt="2021-05-31T11:21:00.385" v="26" actId="47"/>
        <pc:sldMkLst>
          <pc:docMk/>
          <pc:sldMk cId="3295062282" sldId="927"/>
        </pc:sldMkLst>
      </pc:sldChg>
      <pc:sldChg chg="del">
        <pc:chgData name="Soumita Sengupta" userId="4afa6ce1-cb01-46c2-8538-4650222f0c96" providerId="ADAL" clId="{B0AE7DB9-0830-4674-80CF-8FE714AF9B7B}" dt="2021-05-31T11:21:01.919" v="32" actId="47"/>
        <pc:sldMkLst>
          <pc:docMk/>
          <pc:sldMk cId="2217130885" sldId="928"/>
        </pc:sldMkLst>
      </pc:sldChg>
      <pc:sldChg chg="del">
        <pc:chgData name="Soumita Sengupta" userId="4afa6ce1-cb01-46c2-8538-4650222f0c96" providerId="ADAL" clId="{B0AE7DB9-0830-4674-80CF-8FE714AF9B7B}" dt="2021-05-31T11:21:04.981" v="45" actId="47"/>
        <pc:sldMkLst>
          <pc:docMk/>
          <pc:sldMk cId="1748012018" sldId="929"/>
        </pc:sldMkLst>
      </pc:sldChg>
      <pc:sldChg chg="del">
        <pc:chgData name="Soumita Sengupta" userId="4afa6ce1-cb01-46c2-8538-4650222f0c96" providerId="ADAL" clId="{B0AE7DB9-0830-4674-80CF-8FE714AF9B7B}" dt="2021-05-31T11:21:05.213" v="46" actId="47"/>
        <pc:sldMkLst>
          <pc:docMk/>
          <pc:sldMk cId="2923169041" sldId="930"/>
        </pc:sldMkLst>
      </pc:sldChg>
      <pc:sldChg chg="del">
        <pc:chgData name="Soumita Sengupta" userId="4afa6ce1-cb01-46c2-8538-4650222f0c96" providerId="ADAL" clId="{B0AE7DB9-0830-4674-80CF-8FE714AF9B7B}" dt="2021-05-31T11:21:05.582" v="48" actId="47"/>
        <pc:sldMkLst>
          <pc:docMk/>
          <pc:sldMk cId="1035846895" sldId="931"/>
        </pc:sldMkLst>
      </pc:sldChg>
      <pc:sldChg chg="del">
        <pc:chgData name="Soumita Sengupta" userId="4afa6ce1-cb01-46c2-8538-4650222f0c96" providerId="ADAL" clId="{B0AE7DB9-0830-4674-80CF-8FE714AF9B7B}" dt="2021-05-31T11:21:17.832" v="98" actId="47"/>
        <pc:sldMkLst>
          <pc:docMk/>
          <pc:sldMk cId="76057407" sldId="932"/>
        </pc:sldMkLst>
      </pc:sldChg>
      <pc:sldChg chg="del">
        <pc:chgData name="Soumita Sengupta" userId="4afa6ce1-cb01-46c2-8538-4650222f0c96" providerId="ADAL" clId="{B0AE7DB9-0830-4674-80CF-8FE714AF9B7B}" dt="2021-05-31T11:21:15.696" v="89" actId="47"/>
        <pc:sldMkLst>
          <pc:docMk/>
          <pc:sldMk cId="571070298" sldId="933"/>
        </pc:sldMkLst>
      </pc:sldChg>
      <pc:sldChg chg="del">
        <pc:chgData name="Soumita Sengupta" userId="4afa6ce1-cb01-46c2-8538-4650222f0c96" providerId="ADAL" clId="{B0AE7DB9-0830-4674-80CF-8FE714AF9B7B}" dt="2021-05-31T11:21:18.263" v="99" actId="47"/>
        <pc:sldMkLst>
          <pc:docMk/>
          <pc:sldMk cId="4227295208" sldId="934"/>
        </pc:sldMkLst>
      </pc:sldChg>
      <pc:sldChg chg="del">
        <pc:chgData name="Soumita Sengupta" userId="4afa6ce1-cb01-46c2-8538-4650222f0c96" providerId="ADAL" clId="{B0AE7DB9-0830-4674-80CF-8FE714AF9B7B}" dt="2021-05-31T11:21:19.651" v="103" actId="47"/>
        <pc:sldMkLst>
          <pc:docMk/>
          <pc:sldMk cId="714188267" sldId="935"/>
        </pc:sldMkLst>
      </pc:sldChg>
      <pc:sldChg chg="del">
        <pc:chgData name="Soumita Sengupta" userId="4afa6ce1-cb01-46c2-8538-4650222f0c96" providerId="ADAL" clId="{B0AE7DB9-0830-4674-80CF-8FE714AF9B7B}" dt="2021-05-31T11:21:21.340" v="109" actId="47"/>
        <pc:sldMkLst>
          <pc:docMk/>
          <pc:sldMk cId="3232398204" sldId="936"/>
        </pc:sldMkLst>
      </pc:sldChg>
      <pc:sldChg chg="del">
        <pc:chgData name="Soumita Sengupta" userId="4afa6ce1-cb01-46c2-8538-4650222f0c96" providerId="ADAL" clId="{B0AE7DB9-0830-4674-80CF-8FE714AF9B7B}" dt="2021-05-31T11:21:24.116" v="121" actId="47"/>
        <pc:sldMkLst>
          <pc:docMk/>
          <pc:sldMk cId="3642712085" sldId="937"/>
        </pc:sldMkLst>
      </pc:sldChg>
      <pc:sldChg chg="del">
        <pc:chgData name="Soumita Sengupta" userId="4afa6ce1-cb01-46c2-8538-4650222f0c96" providerId="ADAL" clId="{B0AE7DB9-0830-4674-80CF-8FE714AF9B7B}" dt="2021-05-31T11:21:25.180" v="126" actId="47"/>
        <pc:sldMkLst>
          <pc:docMk/>
          <pc:sldMk cId="7191770" sldId="938"/>
        </pc:sldMkLst>
      </pc:sldChg>
      <pc:sldChg chg="del">
        <pc:chgData name="Soumita Sengupta" userId="4afa6ce1-cb01-46c2-8538-4650222f0c96" providerId="ADAL" clId="{B0AE7DB9-0830-4674-80CF-8FE714AF9B7B}" dt="2021-05-31T11:21:27.784" v="138" actId="47"/>
        <pc:sldMkLst>
          <pc:docMk/>
          <pc:sldMk cId="1629828719" sldId="939"/>
        </pc:sldMkLst>
      </pc:sldChg>
      <pc:sldChg chg="del">
        <pc:chgData name="Soumita Sengupta" userId="4afa6ce1-cb01-46c2-8538-4650222f0c96" providerId="ADAL" clId="{B0AE7DB9-0830-4674-80CF-8FE714AF9B7B}" dt="2021-05-31T11:23:06.169" v="157" actId="47"/>
        <pc:sldMkLst>
          <pc:docMk/>
          <pc:sldMk cId="2290130803" sldId="940"/>
        </pc:sldMkLst>
      </pc:sldChg>
      <pc:sldChg chg="del">
        <pc:chgData name="Soumita Sengupta" userId="4afa6ce1-cb01-46c2-8538-4650222f0c96" providerId="ADAL" clId="{B0AE7DB9-0830-4674-80CF-8FE714AF9B7B}" dt="2021-05-31T11:23:11.803" v="171" actId="47"/>
        <pc:sldMkLst>
          <pc:docMk/>
          <pc:sldMk cId="2474761129" sldId="941"/>
        </pc:sldMkLst>
      </pc:sldChg>
      <pc:sldChg chg="del">
        <pc:chgData name="Soumita Sengupta" userId="4afa6ce1-cb01-46c2-8538-4650222f0c96" providerId="ADAL" clId="{B0AE7DB9-0830-4674-80CF-8FE714AF9B7B}" dt="2021-05-31T11:23:13.643" v="175" actId="47"/>
        <pc:sldMkLst>
          <pc:docMk/>
          <pc:sldMk cId="3331102589" sldId="942"/>
        </pc:sldMkLst>
      </pc:sldChg>
      <pc:sldChg chg="del">
        <pc:chgData name="Soumita Sengupta" userId="4afa6ce1-cb01-46c2-8538-4650222f0c96" providerId="ADAL" clId="{B0AE7DB9-0830-4674-80CF-8FE714AF9B7B}" dt="2021-05-31T11:23:26.592" v="198" actId="47"/>
        <pc:sldMkLst>
          <pc:docMk/>
          <pc:sldMk cId="1168179596" sldId="943"/>
        </pc:sldMkLst>
      </pc:sldChg>
      <pc:sldChg chg="del">
        <pc:chgData name="Soumita Sengupta" userId="4afa6ce1-cb01-46c2-8538-4650222f0c96" providerId="ADAL" clId="{B0AE7DB9-0830-4674-80CF-8FE714AF9B7B}" dt="2021-05-31T11:23:36.550" v="220" actId="47"/>
        <pc:sldMkLst>
          <pc:docMk/>
          <pc:sldMk cId="2402883476" sldId="944"/>
        </pc:sldMkLst>
      </pc:sldChg>
      <pc:sldChg chg="modSp add mod">
        <pc:chgData name="Soumita Sengupta" userId="4afa6ce1-cb01-46c2-8538-4650222f0c96" providerId="ADAL" clId="{B0AE7DB9-0830-4674-80CF-8FE714AF9B7B}" dt="2021-05-31T12:10:05.012" v="561" actId="20577"/>
        <pc:sldMkLst>
          <pc:docMk/>
          <pc:sldMk cId="2658743009" sldId="1320"/>
        </pc:sldMkLst>
        <pc:spChg chg="mod">
          <ac:chgData name="Soumita Sengupta" userId="4afa6ce1-cb01-46c2-8538-4650222f0c96" providerId="ADAL" clId="{B0AE7DB9-0830-4674-80CF-8FE714AF9B7B}" dt="2021-05-31T11:24:35.847" v="225" actId="255"/>
          <ac:spMkLst>
            <pc:docMk/>
            <pc:sldMk cId="2658743009" sldId="1320"/>
            <ac:spMk id="3" creationId="{0637C1A2-011F-49DB-90F2-9F5006489823}"/>
          </ac:spMkLst>
        </pc:spChg>
        <pc:graphicFrameChg chg="mod modGraphic">
          <ac:chgData name="Soumita Sengupta" userId="4afa6ce1-cb01-46c2-8538-4650222f0c96" providerId="ADAL" clId="{B0AE7DB9-0830-4674-80CF-8FE714AF9B7B}" dt="2021-05-31T12:10:05.012" v="561" actId="20577"/>
          <ac:graphicFrameMkLst>
            <pc:docMk/>
            <pc:sldMk cId="2658743009" sldId="1320"/>
            <ac:graphicFrameMk id="10" creationId="{00000000-0000-0000-0000-000000000000}"/>
          </ac:graphicFrameMkLst>
        </pc:graphicFrameChg>
      </pc:sldChg>
      <pc:sldMasterChg chg="delSldLayout">
        <pc:chgData name="Soumita Sengupta" userId="4afa6ce1-cb01-46c2-8538-4650222f0c96" providerId="ADAL" clId="{B0AE7DB9-0830-4674-80CF-8FE714AF9B7B}" dt="2021-05-31T11:21:27.237" v="135" actId="47"/>
        <pc:sldMasterMkLst>
          <pc:docMk/>
          <pc:sldMasterMk cId="1029875623" sldId="2147483678"/>
        </pc:sldMasterMkLst>
        <pc:sldLayoutChg chg="del">
          <pc:chgData name="Soumita Sengupta" userId="4afa6ce1-cb01-46c2-8538-4650222f0c96" providerId="ADAL" clId="{B0AE7DB9-0830-4674-80CF-8FE714AF9B7B}" dt="2021-05-31T11:21:27.237" v="135" actId="47"/>
          <pc:sldLayoutMkLst>
            <pc:docMk/>
            <pc:sldMasterMk cId="1029875623" sldId="2147483678"/>
            <pc:sldLayoutMk cId="2170229222" sldId="2147483718"/>
          </pc:sldLayoutMkLst>
        </pc:sldLayoutChg>
      </pc:sldMasterChg>
    </pc:docChg>
  </pc:docChgLst>
  <pc:docChgLst>
    <pc:chgData name="Shrivan Hirakani" userId="S::shrivan.hirakani@alepo.com::69466441-1916-4231-8c4d-c9c4342b6f93" providerId="AD" clId="Web-{E9F167B3-AE1D-9172-C51A-75D3E4BDAEBE}"/>
    <pc:docChg chg="modSld">
      <pc:chgData name="Shrivan Hirakani" userId="S::shrivan.hirakani@alepo.com::69466441-1916-4231-8c4d-c9c4342b6f93" providerId="AD" clId="Web-{E9F167B3-AE1D-9172-C51A-75D3E4BDAEBE}" dt="2021-09-13T11:23:30.062" v="1162" actId="20577"/>
      <pc:docMkLst>
        <pc:docMk/>
      </pc:docMkLst>
      <pc:sldChg chg="modNotes">
        <pc:chgData name="Shrivan Hirakani" userId="S::shrivan.hirakani@alepo.com::69466441-1916-4231-8c4d-c9c4342b6f93" providerId="AD" clId="Web-{E9F167B3-AE1D-9172-C51A-75D3E4BDAEBE}" dt="2021-09-13T10:38:38.543" v="251"/>
        <pc:sldMkLst>
          <pc:docMk/>
          <pc:sldMk cId="2022988253" sldId="1368"/>
        </pc:sldMkLst>
      </pc:sldChg>
      <pc:sldChg chg="modNotes">
        <pc:chgData name="Shrivan Hirakani" userId="S::shrivan.hirakani@alepo.com::69466441-1916-4231-8c4d-c9c4342b6f93" providerId="AD" clId="Web-{E9F167B3-AE1D-9172-C51A-75D3E4BDAEBE}" dt="2021-09-13T10:52:38.454" v="499"/>
        <pc:sldMkLst>
          <pc:docMk/>
          <pc:sldMk cId="2820363447" sldId="1370"/>
        </pc:sldMkLst>
      </pc:sldChg>
      <pc:sldChg chg="modNotes">
        <pc:chgData name="Shrivan Hirakani" userId="S::shrivan.hirakani@alepo.com::69466441-1916-4231-8c4d-c9c4342b6f93" providerId="AD" clId="Web-{E9F167B3-AE1D-9172-C51A-75D3E4BDAEBE}" dt="2021-09-13T10:38:29.731" v="249"/>
        <pc:sldMkLst>
          <pc:docMk/>
          <pc:sldMk cId="405368737" sldId="1372"/>
        </pc:sldMkLst>
      </pc:sldChg>
      <pc:sldChg chg="modSp modNotes">
        <pc:chgData name="Shrivan Hirakani" userId="S::shrivan.hirakani@alepo.com::69466441-1916-4231-8c4d-c9c4342b6f93" providerId="AD" clId="Web-{E9F167B3-AE1D-9172-C51A-75D3E4BDAEBE}" dt="2021-09-13T10:51:41.640" v="471"/>
        <pc:sldMkLst>
          <pc:docMk/>
          <pc:sldMk cId="4092918692" sldId="1378"/>
        </pc:sldMkLst>
        <pc:spChg chg="mod">
          <ac:chgData name="Shrivan Hirakani" userId="S::shrivan.hirakani@alepo.com::69466441-1916-4231-8c4d-c9c4342b6f93" providerId="AD" clId="Web-{E9F167B3-AE1D-9172-C51A-75D3E4BDAEBE}" dt="2021-09-13T10:41:40.954" v="341" actId="20577"/>
          <ac:spMkLst>
            <pc:docMk/>
            <pc:sldMk cId="4092918692" sldId="1378"/>
            <ac:spMk id="5" creationId="{B3F41200-3D7D-4D9F-8AC7-CB92286A2D1C}"/>
          </ac:spMkLst>
        </pc:spChg>
      </pc:sldChg>
      <pc:sldChg chg="modNotes">
        <pc:chgData name="Shrivan Hirakani" userId="S::shrivan.hirakani@alepo.com::69466441-1916-4231-8c4d-c9c4342b6f93" providerId="AD" clId="Web-{E9F167B3-AE1D-9172-C51A-75D3E4BDAEBE}" dt="2021-09-13T11:06:14.006" v="942"/>
        <pc:sldMkLst>
          <pc:docMk/>
          <pc:sldMk cId="3707851873" sldId="1380"/>
        </pc:sldMkLst>
      </pc:sldChg>
      <pc:sldChg chg="modNotes">
        <pc:chgData name="Shrivan Hirakani" userId="S::shrivan.hirakani@alepo.com::69466441-1916-4231-8c4d-c9c4342b6f93" providerId="AD" clId="Web-{E9F167B3-AE1D-9172-C51A-75D3E4BDAEBE}" dt="2021-09-13T11:08:51.306" v="1003"/>
        <pc:sldMkLst>
          <pc:docMk/>
          <pc:sldMk cId="2583246691" sldId="1381"/>
        </pc:sldMkLst>
      </pc:sldChg>
      <pc:sldChg chg="modNotes">
        <pc:chgData name="Shrivan Hirakani" userId="S::shrivan.hirakani@alepo.com::69466441-1916-4231-8c4d-c9c4342b6f93" providerId="AD" clId="Web-{E9F167B3-AE1D-9172-C51A-75D3E4BDAEBE}" dt="2021-09-13T11:09:13.026" v="1029"/>
        <pc:sldMkLst>
          <pc:docMk/>
          <pc:sldMk cId="3919086805" sldId="1387"/>
        </pc:sldMkLst>
      </pc:sldChg>
      <pc:sldChg chg="modNotes">
        <pc:chgData name="Shrivan Hirakani" userId="S::shrivan.hirakani@alepo.com::69466441-1916-4231-8c4d-c9c4342b6f93" providerId="AD" clId="Web-{E9F167B3-AE1D-9172-C51A-75D3E4BDAEBE}" dt="2021-09-13T11:14:05.081" v="1155"/>
        <pc:sldMkLst>
          <pc:docMk/>
          <pc:sldMk cId="3377984629" sldId="1389"/>
        </pc:sldMkLst>
      </pc:sldChg>
      <pc:sldChg chg="modSp">
        <pc:chgData name="Shrivan Hirakani" userId="S::shrivan.hirakani@alepo.com::69466441-1916-4231-8c4d-c9c4342b6f93" providerId="AD" clId="Web-{E9F167B3-AE1D-9172-C51A-75D3E4BDAEBE}" dt="2021-09-13T11:18:15.008" v="1160" actId="20577"/>
        <pc:sldMkLst>
          <pc:docMk/>
          <pc:sldMk cId="2095373314" sldId="1391"/>
        </pc:sldMkLst>
        <pc:spChg chg="mod">
          <ac:chgData name="Shrivan Hirakani" userId="S::shrivan.hirakani@alepo.com::69466441-1916-4231-8c4d-c9c4342b6f93" providerId="AD" clId="Web-{E9F167B3-AE1D-9172-C51A-75D3E4BDAEBE}" dt="2021-09-13T11:18:15.008" v="1160" actId="20577"/>
          <ac:spMkLst>
            <pc:docMk/>
            <pc:sldMk cId="2095373314" sldId="1391"/>
            <ac:spMk id="5" creationId="{B3F41200-3D7D-4D9F-8AC7-CB92286A2D1C}"/>
          </ac:spMkLst>
        </pc:spChg>
      </pc:sldChg>
      <pc:sldChg chg="modSp">
        <pc:chgData name="Shrivan Hirakani" userId="S::shrivan.hirakani@alepo.com::69466441-1916-4231-8c4d-c9c4342b6f93" providerId="AD" clId="Web-{E9F167B3-AE1D-9172-C51A-75D3E4BDAEBE}" dt="2021-09-13T11:23:30.062" v="1162" actId="20577"/>
        <pc:sldMkLst>
          <pc:docMk/>
          <pc:sldMk cId="4093179960" sldId="1409"/>
        </pc:sldMkLst>
        <pc:spChg chg="mod">
          <ac:chgData name="Shrivan Hirakani" userId="S::shrivan.hirakani@alepo.com::69466441-1916-4231-8c4d-c9c4342b6f93" providerId="AD" clId="Web-{E9F167B3-AE1D-9172-C51A-75D3E4BDAEBE}" dt="2021-09-13T11:23:30.062" v="1162" actId="20577"/>
          <ac:spMkLst>
            <pc:docMk/>
            <pc:sldMk cId="4093179960" sldId="1409"/>
            <ac:spMk id="5" creationId="{B3F41200-3D7D-4D9F-8AC7-CB92286A2D1C}"/>
          </ac:spMkLst>
        </pc:spChg>
      </pc:sldChg>
    </pc:docChg>
  </pc:docChgLst>
  <pc:docChgLst>
    <pc:chgData name="Soumita Sengupta" userId="4afa6ce1-cb01-46c2-8538-4650222f0c96" providerId="ADAL" clId="{C57B405C-1328-424D-990D-2F85E0044F4C}"/>
    <pc:docChg chg="undo custSel addSld delSld modSld sldOrd">
      <pc:chgData name="Soumita Sengupta" userId="4afa6ce1-cb01-46c2-8538-4650222f0c96" providerId="ADAL" clId="{C57B405C-1328-424D-990D-2F85E0044F4C}" dt="2021-06-16T12:04:53.610" v="4101" actId="14100"/>
      <pc:docMkLst>
        <pc:docMk/>
      </pc:docMkLst>
      <pc:sldChg chg="modSp mod">
        <pc:chgData name="Soumita Sengupta" userId="4afa6ce1-cb01-46c2-8538-4650222f0c96" providerId="ADAL" clId="{C57B405C-1328-424D-990D-2F85E0044F4C}" dt="2021-06-16T11:23:13.240" v="3677" actId="13926"/>
        <pc:sldMkLst>
          <pc:docMk/>
          <pc:sldMk cId="1912468287" sldId="260"/>
        </pc:sldMkLst>
        <pc:spChg chg="mod">
          <ac:chgData name="Soumita Sengupta" userId="4afa6ce1-cb01-46c2-8538-4650222f0c96" providerId="ADAL" clId="{C57B405C-1328-424D-990D-2F85E0044F4C}" dt="2021-06-16T07:07:18.630" v="2655" actId="13926"/>
          <ac:spMkLst>
            <pc:docMk/>
            <pc:sldMk cId="1912468287" sldId="260"/>
            <ac:spMk id="2" creationId="{00000000-0000-0000-0000-000000000000}"/>
          </ac:spMkLst>
        </pc:spChg>
        <pc:spChg chg="mod">
          <ac:chgData name="Soumita Sengupta" userId="4afa6ce1-cb01-46c2-8538-4650222f0c96" providerId="ADAL" clId="{C57B405C-1328-424D-990D-2F85E0044F4C}" dt="2021-06-16T11:23:13.240" v="3677" actId="13926"/>
          <ac:spMkLst>
            <pc:docMk/>
            <pc:sldMk cId="1912468287" sldId="260"/>
            <ac:spMk id="5" creationId="{00000000-0000-0000-0000-000000000000}"/>
          </ac:spMkLst>
        </pc:spChg>
      </pc:sldChg>
      <pc:sldChg chg="addSp delSp modSp add mod">
        <pc:chgData name="Soumita Sengupta" userId="4afa6ce1-cb01-46c2-8538-4650222f0c96" providerId="ADAL" clId="{C57B405C-1328-424D-990D-2F85E0044F4C}" dt="2021-06-09T10:24:56.237" v="326" actId="1076"/>
        <pc:sldMkLst>
          <pc:docMk/>
          <pc:sldMk cId="3916458465" sldId="274"/>
        </pc:sldMkLst>
        <pc:spChg chg="mod">
          <ac:chgData name="Soumita Sengupta" userId="4afa6ce1-cb01-46c2-8538-4650222f0c96" providerId="ADAL" clId="{C57B405C-1328-424D-990D-2F85E0044F4C}" dt="2021-06-09T10:24:53.515" v="325" actId="255"/>
          <ac:spMkLst>
            <pc:docMk/>
            <pc:sldMk cId="3916458465" sldId="274"/>
            <ac:spMk id="10" creationId="{00000000-0000-0000-0000-000000000000}"/>
          </ac:spMkLst>
        </pc:spChg>
        <pc:picChg chg="del">
          <ac:chgData name="Soumita Sengupta" userId="4afa6ce1-cb01-46c2-8538-4650222f0c96" providerId="ADAL" clId="{C57B405C-1328-424D-990D-2F85E0044F4C}" dt="2021-06-09T10:24:17.535" v="316" actId="478"/>
          <ac:picMkLst>
            <pc:docMk/>
            <pc:sldMk cId="3916458465" sldId="274"/>
            <ac:picMk id="3" creationId="{00000000-0000-0000-0000-000000000000}"/>
          </ac:picMkLst>
        </pc:picChg>
        <pc:picChg chg="add mod">
          <ac:chgData name="Soumita Sengupta" userId="4afa6ce1-cb01-46c2-8538-4650222f0c96" providerId="ADAL" clId="{C57B405C-1328-424D-990D-2F85E0044F4C}" dt="2021-06-09T10:24:56.237" v="326" actId="1076"/>
          <ac:picMkLst>
            <pc:docMk/>
            <pc:sldMk cId="3916458465" sldId="274"/>
            <ac:picMk id="6" creationId="{E4A348C4-31AD-4742-93F8-EE15910F376B}"/>
          </ac:picMkLst>
        </pc:picChg>
      </pc:sldChg>
      <pc:sldChg chg="modSp add mod">
        <pc:chgData name="Soumita Sengupta" userId="4afa6ce1-cb01-46c2-8538-4650222f0c96" providerId="ADAL" clId="{C57B405C-1328-424D-990D-2F85E0044F4C}" dt="2021-06-16T11:46:51.549" v="3883" actId="5793"/>
        <pc:sldMkLst>
          <pc:docMk/>
          <pc:sldMk cId="1769911636" sldId="275"/>
        </pc:sldMkLst>
        <pc:spChg chg="mod">
          <ac:chgData name="Soumita Sengupta" userId="4afa6ce1-cb01-46c2-8538-4650222f0c96" providerId="ADAL" clId="{C57B405C-1328-424D-990D-2F85E0044F4C}" dt="2021-06-16T11:46:51.549" v="3883" actId="5793"/>
          <ac:spMkLst>
            <pc:docMk/>
            <pc:sldMk cId="1769911636" sldId="275"/>
            <ac:spMk id="9" creationId="{00000000-0000-0000-0000-000000000000}"/>
          </ac:spMkLst>
        </pc:spChg>
      </pc:sldChg>
      <pc:sldChg chg="add del">
        <pc:chgData name="Soumita Sengupta" userId="4afa6ce1-cb01-46c2-8538-4650222f0c96" providerId="ADAL" clId="{C57B405C-1328-424D-990D-2F85E0044F4C}" dt="2021-06-09T10:14:32.047" v="294" actId="47"/>
        <pc:sldMkLst>
          <pc:docMk/>
          <pc:sldMk cId="3249280852" sldId="276"/>
        </pc:sldMkLst>
      </pc:sldChg>
      <pc:sldChg chg="modSp add mod">
        <pc:chgData name="Soumita Sengupta" userId="4afa6ce1-cb01-46c2-8538-4650222f0c96" providerId="ADAL" clId="{C57B405C-1328-424D-990D-2F85E0044F4C}" dt="2021-06-16T07:34:56.523" v="3093" actId="13926"/>
        <pc:sldMkLst>
          <pc:docMk/>
          <pc:sldMk cId="269360884" sldId="279"/>
        </pc:sldMkLst>
        <pc:spChg chg="mod">
          <ac:chgData name="Soumita Sengupta" userId="4afa6ce1-cb01-46c2-8538-4650222f0c96" providerId="ADAL" clId="{C57B405C-1328-424D-990D-2F85E0044F4C}" dt="2021-06-16T07:34:56.523" v="3093" actId="13926"/>
          <ac:spMkLst>
            <pc:docMk/>
            <pc:sldMk cId="269360884" sldId="279"/>
            <ac:spMk id="2" creationId="{00000000-0000-0000-0000-000000000000}"/>
          </ac:spMkLst>
        </pc:spChg>
        <pc:spChg chg="mod">
          <ac:chgData name="Soumita Sengupta" userId="4afa6ce1-cb01-46c2-8538-4650222f0c96" providerId="ADAL" clId="{C57B405C-1328-424D-990D-2F85E0044F4C}" dt="2021-06-09T12:10:08.128" v="2157" actId="20577"/>
          <ac:spMkLst>
            <pc:docMk/>
            <pc:sldMk cId="269360884" sldId="279"/>
            <ac:spMk id="10" creationId="{00000000-0000-0000-0000-000000000000}"/>
          </ac:spMkLst>
        </pc:spChg>
      </pc:sldChg>
      <pc:sldChg chg="add del">
        <pc:chgData name="Soumita Sengupta" userId="4afa6ce1-cb01-46c2-8538-4650222f0c96" providerId="ADAL" clId="{C57B405C-1328-424D-990D-2F85E0044F4C}" dt="2021-06-09T12:07:28.332" v="2028" actId="47"/>
        <pc:sldMkLst>
          <pc:docMk/>
          <pc:sldMk cId="3621967906" sldId="280"/>
        </pc:sldMkLst>
      </pc:sldChg>
      <pc:sldChg chg="add del">
        <pc:chgData name="Soumita Sengupta" userId="4afa6ce1-cb01-46c2-8538-4650222f0c96" providerId="ADAL" clId="{C57B405C-1328-424D-990D-2F85E0044F4C}" dt="2021-06-09T12:10:45.969" v="2159" actId="47"/>
        <pc:sldMkLst>
          <pc:docMk/>
          <pc:sldMk cId="3384384337" sldId="281"/>
        </pc:sldMkLst>
      </pc:sldChg>
      <pc:sldChg chg="add del">
        <pc:chgData name="Soumita Sengupta" userId="4afa6ce1-cb01-46c2-8538-4650222f0c96" providerId="ADAL" clId="{C57B405C-1328-424D-990D-2F85E0044F4C}" dt="2021-06-09T12:11:17.738" v="2160" actId="47"/>
        <pc:sldMkLst>
          <pc:docMk/>
          <pc:sldMk cId="1365856972" sldId="282"/>
        </pc:sldMkLst>
      </pc:sldChg>
      <pc:sldChg chg="add del">
        <pc:chgData name="Soumita Sengupta" userId="4afa6ce1-cb01-46c2-8538-4650222f0c96" providerId="ADAL" clId="{C57B405C-1328-424D-990D-2F85E0044F4C}" dt="2021-06-09T12:10:40.562" v="2158" actId="47"/>
        <pc:sldMkLst>
          <pc:docMk/>
          <pc:sldMk cId="2959855628" sldId="283"/>
        </pc:sldMkLst>
      </pc:sldChg>
      <pc:sldChg chg="add del">
        <pc:chgData name="Soumita Sengupta" userId="4afa6ce1-cb01-46c2-8538-4650222f0c96" providerId="ADAL" clId="{C57B405C-1328-424D-990D-2F85E0044F4C}" dt="2021-06-09T12:12:59.350" v="2199" actId="47"/>
        <pc:sldMkLst>
          <pc:docMk/>
          <pc:sldMk cId="2822785928" sldId="285"/>
        </pc:sldMkLst>
      </pc:sldChg>
      <pc:sldChg chg="add del">
        <pc:chgData name="Soumita Sengupta" userId="4afa6ce1-cb01-46c2-8538-4650222f0c96" providerId="ADAL" clId="{C57B405C-1328-424D-990D-2F85E0044F4C}" dt="2021-06-09T12:13:00.052" v="2200" actId="47"/>
        <pc:sldMkLst>
          <pc:docMk/>
          <pc:sldMk cId="2998439583" sldId="286"/>
        </pc:sldMkLst>
      </pc:sldChg>
      <pc:sldChg chg="add del">
        <pc:chgData name="Soumita Sengupta" userId="4afa6ce1-cb01-46c2-8538-4650222f0c96" providerId="ADAL" clId="{C57B405C-1328-424D-990D-2F85E0044F4C}" dt="2021-06-09T12:13:00.729" v="2201" actId="47"/>
        <pc:sldMkLst>
          <pc:docMk/>
          <pc:sldMk cId="2747257436" sldId="287"/>
        </pc:sldMkLst>
      </pc:sldChg>
      <pc:sldChg chg="add del">
        <pc:chgData name="Soumita Sengupta" userId="4afa6ce1-cb01-46c2-8538-4650222f0c96" providerId="ADAL" clId="{C57B405C-1328-424D-990D-2F85E0044F4C}" dt="2021-06-09T12:13:01.532" v="2202" actId="47"/>
        <pc:sldMkLst>
          <pc:docMk/>
          <pc:sldMk cId="497692830" sldId="288"/>
        </pc:sldMkLst>
      </pc:sldChg>
      <pc:sldChg chg="add del">
        <pc:chgData name="Soumita Sengupta" userId="4afa6ce1-cb01-46c2-8538-4650222f0c96" providerId="ADAL" clId="{C57B405C-1328-424D-990D-2F85E0044F4C}" dt="2021-06-09T12:13:02.154" v="2203" actId="47"/>
        <pc:sldMkLst>
          <pc:docMk/>
          <pc:sldMk cId="1690934009" sldId="289"/>
        </pc:sldMkLst>
      </pc:sldChg>
      <pc:sldChg chg="addSp delSp modSp add mod">
        <pc:chgData name="Soumita Sengupta" userId="4afa6ce1-cb01-46c2-8538-4650222f0c96" providerId="ADAL" clId="{C57B405C-1328-424D-990D-2F85E0044F4C}" dt="2021-06-16T12:04:53.610" v="4101" actId="14100"/>
        <pc:sldMkLst>
          <pc:docMk/>
          <pc:sldMk cId="3987752600" sldId="290"/>
        </pc:sldMkLst>
        <pc:spChg chg="del">
          <ac:chgData name="Soumita Sengupta" userId="4afa6ce1-cb01-46c2-8538-4650222f0c96" providerId="ADAL" clId="{C57B405C-1328-424D-990D-2F85E0044F4C}" dt="2021-06-16T12:02:19.995" v="4075" actId="478"/>
          <ac:spMkLst>
            <pc:docMk/>
            <pc:sldMk cId="3987752600" sldId="290"/>
            <ac:spMk id="8" creationId="{00000000-0000-0000-0000-000000000000}"/>
          </ac:spMkLst>
        </pc:spChg>
        <pc:spChg chg="mod">
          <ac:chgData name="Soumita Sengupta" userId="4afa6ce1-cb01-46c2-8538-4650222f0c96" providerId="ADAL" clId="{C57B405C-1328-424D-990D-2F85E0044F4C}" dt="2021-06-16T12:03:07.441" v="4091" actId="5793"/>
          <ac:spMkLst>
            <pc:docMk/>
            <pc:sldMk cId="3987752600" sldId="290"/>
            <ac:spMk id="10" creationId="{00000000-0000-0000-0000-000000000000}"/>
          </ac:spMkLst>
        </pc:spChg>
        <pc:picChg chg="add mod modCrop">
          <ac:chgData name="Soumita Sengupta" userId="4afa6ce1-cb01-46c2-8538-4650222f0c96" providerId="ADAL" clId="{C57B405C-1328-424D-990D-2F85E0044F4C}" dt="2021-06-16T12:04:53.610" v="4101" actId="14100"/>
          <ac:picMkLst>
            <pc:docMk/>
            <pc:sldMk cId="3987752600" sldId="290"/>
            <ac:picMk id="6" creationId="{B86AD456-61DC-4EA6-BEE6-55B865514880}"/>
          </ac:picMkLst>
        </pc:picChg>
      </pc:sldChg>
      <pc:sldChg chg="modSp add mod">
        <pc:chgData name="Soumita Sengupta" userId="4afa6ce1-cb01-46c2-8538-4650222f0c96" providerId="ADAL" clId="{C57B405C-1328-424D-990D-2F85E0044F4C}" dt="2021-06-16T11:59:56.455" v="4073" actId="207"/>
        <pc:sldMkLst>
          <pc:docMk/>
          <pc:sldMk cId="1095455151" sldId="303"/>
        </pc:sldMkLst>
        <pc:spChg chg="mod">
          <ac:chgData name="Soumita Sengupta" userId="4afa6ce1-cb01-46c2-8538-4650222f0c96" providerId="ADAL" clId="{C57B405C-1328-424D-990D-2F85E0044F4C}" dt="2021-06-09T11:06:53.245" v="538"/>
          <ac:spMkLst>
            <pc:docMk/>
            <pc:sldMk cId="1095455151" sldId="303"/>
            <ac:spMk id="2" creationId="{00000000-0000-0000-0000-000000000000}"/>
          </ac:spMkLst>
        </pc:spChg>
        <pc:spChg chg="mod">
          <ac:chgData name="Soumita Sengupta" userId="4afa6ce1-cb01-46c2-8538-4650222f0c96" providerId="ADAL" clId="{C57B405C-1328-424D-990D-2F85E0044F4C}" dt="2021-06-16T11:59:56.455" v="4073" actId="207"/>
          <ac:spMkLst>
            <pc:docMk/>
            <pc:sldMk cId="1095455151" sldId="303"/>
            <ac:spMk id="5" creationId="{00000000-0000-0000-0000-000000000000}"/>
          </ac:spMkLst>
        </pc:spChg>
      </pc:sldChg>
      <pc:sldChg chg="modSp mod">
        <pc:chgData name="Soumita Sengupta" userId="4afa6ce1-cb01-46c2-8538-4650222f0c96" providerId="ADAL" clId="{C57B405C-1328-424D-990D-2F85E0044F4C}" dt="2021-06-09T10:16:11.493" v="315" actId="20577"/>
        <pc:sldMkLst>
          <pc:docMk/>
          <pc:sldMk cId="2584036331" sldId="339"/>
        </pc:sldMkLst>
        <pc:spChg chg="mod">
          <ac:chgData name="Soumita Sengupta" userId="4afa6ce1-cb01-46c2-8538-4650222f0c96" providerId="ADAL" clId="{C57B405C-1328-424D-990D-2F85E0044F4C}" dt="2021-06-09T10:16:11.493" v="315" actId="20577"/>
          <ac:spMkLst>
            <pc:docMk/>
            <pc:sldMk cId="2584036331" sldId="339"/>
            <ac:spMk id="5" creationId="{6D1A1596-A8D7-4C1A-8956-0FA40A84EFCA}"/>
          </ac:spMkLst>
        </pc:spChg>
      </pc:sldChg>
      <pc:sldChg chg="del">
        <pc:chgData name="Soumita Sengupta" userId="4afa6ce1-cb01-46c2-8538-4650222f0c96" providerId="ADAL" clId="{C57B405C-1328-424D-990D-2F85E0044F4C}" dt="2021-06-09T04:55:23.658" v="25" actId="47"/>
        <pc:sldMkLst>
          <pc:docMk/>
          <pc:sldMk cId="1212641514" sldId="881"/>
        </pc:sldMkLst>
      </pc:sldChg>
      <pc:sldChg chg="del">
        <pc:chgData name="Soumita Sengupta" userId="4afa6ce1-cb01-46c2-8538-4650222f0c96" providerId="ADAL" clId="{C57B405C-1328-424D-990D-2F85E0044F4C}" dt="2021-06-09T04:55:22.972" v="24" actId="47"/>
        <pc:sldMkLst>
          <pc:docMk/>
          <pc:sldMk cId="1491434200" sldId="882"/>
        </pc:sldMkLst>
      </pc:sldChg>
      <pc:sldChg chg="del">
        <pc:chgData name="Soumita Sengupta" userId="4afa6ce1-cb01-46c2-8538-4650222f0c96" providerId="ADAL" clId="{C57B405C-1328-424D-990D-2F85E0044F4C}" dt="2021-06-09T04:55:25.073" v="26" actId="47"/>
        <pc:sldMkLst>
          <pc:docMk/>
          <pc:sldMk cId="3274614110" sldId="883"/>
        </pc:sldMkLst>
      </pc:sldChg>
      <pc:sldChg chg="del">
        <pc:chgData name="Soumita Sengupta" userId="4afa6ce1-cb01-46c2-8538-4650222f0c96" providerId="ADAL" clId="{C57B405C-1328-424D-990D-2F85E0044F4C}" dt="2021-06-09T04:55:25.489" v="27" actId="47"/>
        <pc:sldMkLst>
          <pc:docMk/>
          <pc:sldMk cId="2860083836" sldId="884"/>
        </pc:sldMkLst>
      </pc:sldChg>
      <pc:sldChg chg="del">
        <pc:chgData name="Soumita Sengupta" userId="4afa6ce1-cb01-46c2-8538-4650222f0c96" providerId="ADAL" clId="{C57B405C-1328-424D-990D-2F85E0044F4C}" dt="2021-06-09T04:55:26.027" v="28" actId="47"/>
        <pc:sldMkLst>
          <pc:docMk/>
          <pc:sldMk cId="1217453013" sldId="885"/>
        </pc:sldMkLst>
      </pc:sldChg>
      <pc:sldChg chg="del">
        <pc:chgData name="Soumita Sengupta" userId="4afa6ce1-cb01-46c2-8538-4650222f0c96" providerId="ADAL" clId="{C57B405C-1328-424D-990D-2F85E0044F4C}" dt="2021-06-09T04:55:26.513" v="29" actId="47"/>
        <pc:sldMkLst>
          <pc:docMk/>
          <pc:sldMk cId="864205736" sldId="886"/>
        </pc:sldMkLst>
      </pc:sldChg>
      <pc:sldChg chg="del">
        <pc:chgData name="Soumita Sengupta" userId="4afa6ce1-cb01-46c2-8538-4650222f0c96" providerId="ADAL" clId="{C57B405C-1328-424D-990D-2F85E0044F4C}" dt="2021-06-09T04:55:26.884" v="30" actId="47"/>
        <pc:sldMkLst>
          <pc:docMk/>
          <pc:sldMk cId="3930354458" sldId="887"/>
        </pc:sldMkLst>
      </pc:sldChg>
      <pc:sldChg chg="del">
        <pc:chgData name="Soumita Sengupta" userId="4afa6ce1-cb01-46c2-8538-4650222f0c96" providerId="ADAL" clId="{C57B405C-1328-424D-990D-2F85E0044F4C}" dt="2021-06-09T04:55:27.705" v="32" actId="47"/>
        <pc:sldMkLst>
          <pc:docMk/>
          <pc:sldMk cId="3369415015" sldId="888"/>
        </pc:sldMkLst>
      </pc:sldChg>
      <pc:sldChg chg="del">
        <pc:chgData name="Soumita Sengupta" userId="4afa6ce1-cb01-46c2-8538-4650222f0c96" providerId="ADAL" clId="{C57B405C-1328-424D-990D-2F85E0044F4C}" dt="2021-06-09T04:55:27.261" v="31" actId="47"/>
        <pc:sldMkLst>
          <pc:docMk/>
          <pc:sldMk cId="1235970176" sldId="889"/>
        </pc:sldMkLst>
      </pc:sldChg>
      <pc:sldChg chg="del">
        <pc:chgData name="Soumita Sengupta" userId="4afa6ce1-cb01-46c2-8538-4650222f0c96" providerId="ADAL" clId="{C57B405C-1328-424D-990D-2F85E0044F4C}" dt="2021-06-09T04:55:28.275" v="33" actId="47"/>
        <pc:sldMkLst>
          <pc:docMk/>
          <pc:sldMk cId="2775940916" sldId="890"/>
        </pc:sldMkLst>
      </pc:sldChg>
      <pc:sldChg chg="del">
        <pc:chgData name="Soumita Sengupta" userId="4afa6ce1-cb01-46c2-8538-4650222f0c96" providerId="ADAL" clId="{C57B405C-1328-424D-990D-2F85E0044F4C}" dt="2021-06-09T04:55:28.625" v="34" actId="47"/>
        <pc:sldMkLst>
          <pc:docMk/>
          <pc:sldMk cId="1653010389" sldId="891"/>
        </pc:sldMkLst>
      </pc:sldChg>
      <pc:sldChg chg="del">
        <pc:chgData name="Soumita Sengupta" userId="4afa6ce1-cb01-46c2-8538-4650222f0c96" providerId="ADAL" clId="{C57B405C-1328-424D-990D-2F85E0044F4C}" dt="2021-06-09T04:55:29.871" v="36" actId="47"/>
        <pc:sldMkLst>
          <pc:docMk/>
          <pc:sldMk cId="1390551958" sldId="892"/>
        </pc:sldMkLst>
      </pc:sldChg>
      <pc:sldChg chg="del">
        <pc:chgData name="Soumita Sengupta" userId="4afa6ce1-cb01-46c2-8538-4650222f0c96" providerId="ADAL" clId="{C57B405C-1328-424D-990D-2F85E0044F4C}" dt="2021-06-09T04:55:29.034" v="35" actId="47"/>
        <pc:sldMkLst>
          <pc:docMk/>
          <pc:sldMk cId="744508730" sldId="893"/>
        </pc:sldMkLst>
      </pc:sldChg>
      <pc:sldChg chg="del">
        <pc:chgData name="Soumita Sengupta" userId="4afa6ce1-cb01-46c2-8538-4650222f0c96" providerId="ADAL" clId="{C57B405C-1328-424D-990D-2F85E0044F4C}" dt="2021-06-09T04:55:30.177" v="37" actId="47"/>
        <pc:sldMkLst>
          <pc:docMk/>
          <pc:sldMk cId="3073096925" sldId="894"/>
        </pc:sldMkLst>
      </pc:sldChg>
      <pc:sldChg chg="del">
        <pc:chgData name="Soumita Sengupta" userId="4afa6ce1-cb01-46c2-8538-4650222f0c96" providerId="ADAL" clId="{C57B405C-1328-424D-990D-2F85E0044F4C}" dt="2021-06-09T04:55:30.744" v="38" actId="47"/>
        <pc:sldMkLst>
          <pc:docMk/>
          <pc:sldMk cId="1291504349" sldId="895"/>
        </pc:sldMkLst>
      </pc:sldChg>
      <pc:sldChg chg="del">
        <pc:chgData name="Soumita Sengupta" userId="4afa6ce1-cb01-46c2-8538-4650222f0c96" providerId="ADAL" clId="{C57B405C-1328-424D-990D-2F85E0044F4C}" dt="2021-06-09T04:55:31.450" v="40" actId="47"/>
        <pc:sldMkLst>
          <pc:docMk/>
          <pc:sldMk cId="3548325935" sldId="896"/>
        </pc:sldMkLst>
      </pc:sldChg>
      <pc:sldChg chg="del">
        <pc:chgData name="Soumita Sengupta" userId="4afa6ce1-cb01-46c2-8538-4650222f0c96" providerId="ADAL" clId="{C57B405C-1328-424D-990D-2F85E0044F4C}" dt="2021-06-09T04:55:31.051" v="39" actId="47"/>
        <pc:sldMkLst>
          <pc:docMk/>
          <pc:sldMk cId="2692143165" sldId="897"/>
        </pc:sldMkLst>
      </pc:sldChg>
      <pc:sldChg chg="del">
        <pc:chgData name="Soumita Sengupta" userId="4afa6ce1-cb01-46c2-8538-4650222f0c96" providerId="ADAL" clId="{C57B405C-1328-424D-990D-2F85E0044F4C}" dt="2021-06-09T04:55:31.957" v="41" actId="47"/>
        <pc:sldMkLst>
          <pc:docMk/>
          <pc:sldMk cId="554284285" sldId="898"/>
        </pc:sldMkLst>
      </pc:sldChg>
      <pc:sldChg chg="del">
        <pc:chgData name="Soumita Sengupta" userId="4afa6ce1-cb01-46c2-8538-4650222f0c96" providerId="ADAL" clId="{C57B405C-1328-424D-990D-2F85E0044F4C}" dt="2021-06-09T04:55:32.419" v="42" actId="47"/>
        <pc:sldMkLst>
          <pc:docMk/>
          <pc:sldMk cId="2350677783" sldId="899"/>
        </pc:sldMkLst>
      </pc:sldChg>
      <pc:sldChg chg="del">
        <pc:chgData name="Soumita Sengupta" userId="4afa6ce1-cb01-46c2-8538-4650222f0c96" providerId="ADAL" clId="{C57B405C-1328-424D-990D-2F85E0044F4C}" dt="2021-06-09T04:55:33.004" v="43" actId="47"/>
        <pc:sldMkLst>
          <pc:docMk/>
          <pc:sldMk cId="3785164751" sldId="900"/>
        </pc:sldMkLst>
      </pc:sldChg>
      <pc:sldChg chg="del">
        <pc:chgData name="Soumita Sengupta" userId="4afa6ce1-cb01-46c2-8538-4650222f0c96" providerId="ADAL" clId="{C57B405C-1328-424D-990D-2F85E0044F4C}" dt="2021-06-09T04:55:33.504" v="44" actId="47"/>
        <pc:sldMkLst>
          <pc:docMk/>
          <pc:sldMk cId="4293752383" sldId="901"/>
        </pc:sldMkLst>
      </pc:sldChg>
      <pc:sldChg chg="del">
        <pc:chgData name="Soumita Sengupta" userId="4afa6ce1-cb01-46c2-8538-4650222f0c96" providerId="ADAL" clId="{C57B405C-1328-424D-990D-2F85E0044F4C}" dt="2021-06-09T04:55:33.927" v="45" actId="47"/>
        <pc:sldMkLst>
          <pc:docMk/>
          <pc:sldMk cId="3357936513" sldId="902"/>
        </pc:sldMkLst>
      </pc:sldChg>
      <pc:sldChg chg="del">
        <pc:chgData name="Soumita Sengupta" userId="4afa6ce1-cb01-46c2-8538-4650222f0c96" providerId="ADAL" clId="{C57B405C-1328-424D-990D-2F85E0044F4C}" dt="2021-06-09T04:55:34.324" v="46" actId="47"/>
        <pc:sldMkLst>
          <pc:docMk/>
          <pc:sldMk cId="1027484415" sldId="903"/>
        </pc:sldMkLst>
      </pc:sldChg>
      <pc:sldChg chg="del">
        <pc:chgData name="Soumita Sengupta" userId="4afa6ce1-cb01-46c2-8538-4650222f0c96" providerId="ADAL" clId="{C57B405C-1328-424D-990D-2F85E0044F4C}" dt="2021-06-09T04:55:34.666" v="47" actId="47"/>
        <pc:sldMkLst>
          <pc:docMk/>
          <pc:sldMk cId="414747998" sldId="904"/>
        </pc:sldMkLst>
      </pc:sldChg>
      <pc:sldChg chg="del">
        <pc:chgData name="Soumita Sengupta" userId="4afa6ce1-cb01-46c2-8538-4650222f0c96" providerId="ADAL" clId="{C57B405C-1328-424D-990D-2F85E0044F4C}" dt="2021-06-09T04:55:35.042" v="48" actId="47"/>
        <pc:sldMkLst>
          <pc:docMk/>
          <pc:sldMk cId="953297308" sldId="905"/>
        </pc:sldMkLst>
      </pc:sldChg>
      <pc:sldChg chg="del">
        <pc:chgData name="Soumita Sengupta" userId="4afa6ce1-cb01-46c2-8538-4650222f0c96" providerId="ADAL" clId="{C57B405C-1328-424D-990D-2F85E0044F4C}" dt="2021-06-09T04:55:35.428" v="49" actId="47"/>
        <pc:sldMkLst>
          <pc:docMk/>
          <pc:sldMk cId="3855319927" sldId="906"/>
        </pc:sldMkLst>
      </pc:sldChg>
      <pc:sldChg chg="del">
        <pc:chgData name="Soumita Sengupta" userId="4afa6ce1-cb01-46c2-8538-4650222f0c96" providerId="ADAL" clId="{C57B405C-1328-424D-990D-2F85E0044F4C}" dt="2021-06-09T04:55:35.869" v="50" actId="47"/>
        <pc:sldMkLst>
          <pc:docMk/>
          <pc:sldMk cId="455529772" sldId="907"/>
        </pc:sldMkLst>
      </pc:sldChg>
      <pc:sldChg chg="del">
        <pc:chgData name="Soumita Sengupta" userId="4afa6ce1-cb01-46c2-8538-4650222f0c96" providerId="ADAL" clId="{C57B405C-1328-424D-990D-2F85E0044F4C}" dt="2021-06-09T04:55:36.192" v="51" actId="47"/>
        <pc:sldMkLst>
          <pc:docMk/>
          <pc:sldMk cId="1317934090" sldId="908"/>
        </pc:sldMkLst>
      </pc:sldChg>
      <pc:sldChg chg="del">
        <pc:chgData name="Soumita Sengupta" userId="4afa6ce1-cb01-46c2-8538-4650222f0c96" providerId="ADAL" clId="{C57B405C-1328-424D-990D-2F85E0044F4C}" dt="2021-06-09T04:55:36.478" v="52" actId="47"/>
        <pc:sldMkLst>
          <pc:docMk/>
          <pc:sldMk cId="3362010297" sldId="909"/>
        </pc:sldMkLst>
      </pc:sldChg>
      <pc:sldChg chg="del">
        <pc:chgData name="Soumita Sengupta" userId="4afa6ce1-cb01-46c2-8538-4650222f0c96" providerId="ADAL" clId="{C57B405C-1328-424D-990D-2F85E0044F4C}" dt="2021-06-09T04:55:36.775" v="53" actId="47"/>
        <pc:sldMkLst>
          <pc:docMk/>
          <pc:sldMk cId="2860101323" sldId="910"/>
        </pc:sldMkLst>
      </pc:sldChg>
      <pc:sldChg chg="del">
        <pc:chgData name="Soumita Sengupta" userId="4afa6ce1-cb01-46c2-8538-4650222f0c96" providerId="ADAL" clId="{C57B405C-1328-424D-990D-2F85E0044F4C}" dt="2021-06-09T04:55:37.060" v="54" actId="47"/>
        <pc:sldMkLst>
          <pc:docMk/>
          <pc:sldMk cId="1849334363" sldId="911"/>
        </pc:sldMkLst>
      </pc:sldChg>
      <pc:sldChg chg="add del">
        <pc:chgData name="Soumita Sengupta" userId="4afa6ce1-cb01-46c2-8538-4650222f0c96" providerId="ADAL" clId="{C57B405C-1328-424D-990D-2F85E0044F4C}" dt="2021-06-09T12:12:57.996" v="2198" actId="47"/>
        <pc:sldMkLst>
          <pc:docMk/>
          <pc:sldMk cId="2306519255" sldId="912"/>
        </pc:sldMkLst>
      </pc:sldChg>
      <pc:sldChg chg="del">
        <pc:chgData name="Soumita Sengupta" userId="4afa6ce1-cb01-46c2-8538-4650222f0c96" providerId="ADAL" clId="{C57B405C-1328-424D-990D-2F85E0044F4C}" dt="2021-06-09T04:55:37.351" v="55" actId="47"/>
        <pc:sldMkLst>
          <pc:docMk/>
          <pc:sldMk cId="3559517792" sldId="912"/>
        </pc:sldMkLst>
      </pc:sldChg>
      <pc:sldChg chg="del">
        <pc:chgData name="Soumita Sengupta" userId="4afa6ce1-cb01-46c2-8538-4650222f0c96" providerId="ADAL" clId="{C57B405C-1328-424D-990D-2F85E0044F4C}" dt="2021-06-09T04:55:37.996" v="56" actId="47"/>
        <pc:sldMkLst>
          <pc:docMk/>
          <pc:sldMk cId="1995712021" sldId="913"/>
        </pc:sldMkLst>
      </pc:sldChg>
      <pc:sldChg chg="del">
        <pc:chgData name="Soumita Sengupta" userId="4afa6ce1-cb01-46c2-8538-4650222f0c96" providerId="ADAL" clId="{C57B405C-1328-424D-990D-2F85E0044F4C}" dt="2021-06-09T04:55:39.801" v="57" actId="47"/>
        <pc:sldMkLst>
          <pc:docMk/>
          <pc:sldMk cId="3460310019" sldId="914"/>
        </pc:sldMkLst>
      </pc:sldChg>
      <pc:sldChg chg="modSp new mod">
        <pc:chgData name="Soumita Sengupta" userId="4afa6ce1-cb01-46c2-8538-4650222f0c96" providerId="ADAL" clId="{C57B405C-1328-424D-990D-2F85E0044F4C}" dt="2021-06-16T12:02:36.671" v="4085" actId="20577"/>
        <pc:sldMkLst>
          <pc:docMk/>
          <pc:sldMk cId="4051698625" sldId="1328"/>
        </pc:sldMkLst>
        <pc:spChg chg="mod">
          <ac:chgData name="Soumita Sengupta" userId="4afa6ce1-cb01-46c2-8538-4650222f0c96" providerId="ADAL" clId="{C57B405C-1328-424D-990D-2F85E0044F4C}" dt="2021-06-15T13:21:29.886" v="2222" actId="20577"/>
          <ac:spMkLst>
            <pc:docMk/>
            <pc:sldMk cId="4051698625" sldId="1328"/>
            <ac:spMk id="2" creationId="{28798FC0-737C-4EAE-92DC-7EE712C795F3}"/>
          </ac:spMkLst>
        </pc:spChg>
        <pc:spChg chg="mod">
          <ac:chgData name="Soumita Sengupta" userId="4afa6ce1-cb01-46c2-8538-4650222f0c96" providerId="ADAL" clId="{C57B405C-1328-424D-990D-2F85E0044F4C}" dt="2021-06-16T12:02:36.671" v="4085" actId="20577"/>
          <ac:spMkLst>
            <pc:docMk/>
            <pc:sldMk cId="4051698625" sldId="1328"/>
            <ac:spMk id="3" creationId="{D3677530-8219-4DBE-89C3-233B723060F9}"/>
          </ac:spMkLst>
        </pc:spChg>
      </pc:sldChg>
      <pc:sldChg chg="modSp add mod">
        <pc:chgData name="Soumita Sengupta" userId="4afa6ce1-cb01-46c2-8538-4650222f0c96" providerId="ADAL" clId="{C57B405C-1328-424D-990D-2F85E0044F4C}" dt="2021-06-09T10:10:12.012" v="267" actId="20577"/>
        <pc:sldMkLst>
          <pc:docMk/>
          <pc:sldMk cId="4227866224" sldId="1329"/>
        </pc:sldMkLst>
        <pc:spChg chg="mod">
          <ac:chgData name="Soumita Sengupta" userId="4afa6ce1-cb01-46c2-8538-4650222f0c96" providerId="ADAL" clId="{C57B405C-1328-424D-990D-2F85E0044F4C}" dt="2021-06-09T10:10:12.012" v="267" actId="20577"/>
          <ac:spMkLst>
            <pc:docMk/>
            <pc:sldMk cId="4227866224" sldId="1329"/>
            <ac:spMk id="2" creationId="{57983F62-BBB9-431B-A37F-BDA0DC7153F6}"/>
          </ac:spMkLst>
        </pc:spChg>
      </pc:sldChg>
      <pc:sldChg chg="addSp delSp modSp add mod ord">
        <pc:chgData name="Soumita Sengupta" userId="4afa6ce1-cb01-46c2-8538-4650222f0c96" providerId="ADAL" clId="{C57B405C-1328-424D-990D-2F85E0044F4C}" dt="2021-06-16T07:34:00.208" v="3086" actId="208"/>
        <pc:sldMkLst>
          <pc:docMk/>
          <pc:sldMk cId="2689733765" sldId="1330"/>
        </pc:sldMkLst>
        <pc:spChg chg="mod">
          <ac:chgData name="Soumita Sengupta" userId="4afa6ce1-cb01-46c2-8538-4650222f0c96" providerId="ADAL" clId="{C57B405C-1328-424D-990D-2F85E0044F4C}" dt="2021-06-09T10:29:59.765" v="363" actId="20577"/>
          <ac:spMkLst>
            <pc:docMk/>
            <pc:sldMk cId="2689733765" sldId="1330"/>
            <ac:spMk id="2" creationId="{00000000-0000-0000-0000-000000000000}"/>
          </ac:spMkLst>
        </pc:spChg>
        <pc:spChg chg="add mod">
          <ac:chgData name="Soumita Sengupta" userId="4afa6ce1-cb01-46c2-8538-4650222f0c96" providerId="ADAL" clId="{C57B405C-1328-424D-990D-2F85E0044F4C}" dt="2021-06-16T07:33:31.698" v="3084" actId="1076"/>
          <ac:spMkLst>
            <pc:docMk/>
            <pc:sldMk cId="2689733765" sldId="1330"/>
            <ac:spMk id="3" creationId="{61FA9E22-AAAB-44A6-9D64-B7EAD08FDD32}"/>
          </ac:spMkLst>
        </pc:spChg>
        <pc:spChg chg="mod">
          <ac:chgData name="Soumita Sengupta" userId="4afa6ce1-cb01-46c2-8538-4650222f0c96" providerId="ADAL" clId="{C57B405C-1328-424D-990D-2F85E0044F4C}" dt="2021-06-16T07:31:59.784" v="2959" actId="20577"/>
          <ac:spMkLst>
            <pc:docMk/>
            <pc:sldMk cId="2689733765" sldId="1330"/>
            <ac:spMk id="14" creationId="{00000000-0000-0000-0000-000000000000}"/>
          </ac:spMkLst>
        </pc:spChg>
        <pc:picChg chg="del">
          <ac:chgData name="Soumita Sengupta" userId="4afa6ce1-cb01-46c2-8538-4650222f0c96" providerId="ADAL" clId="{C57B405C-1328-424D-990D-2F85E0044F4C}" dt="2021-06-09T10:30:01.926" v="364" actId="478"/>
          <ac:picMkLst>
            <pc:docMk/>
            <pc:sldMk cId="2689733765" sldId="1330"/>
            <ac:picMk id="5" creationId="{00000000-0000-0000-0000-000000000000}"/>
          </ac:picMkLst>
        </pc:picChg>
        <pc:picChg chg="add del mod">
          <ac:chgData name="Soumita Sengupta" userId="4afa6ce1-cb01-46c2-8538-4650222f0c96" providerId="ADAL" clId="{C57B405C-1328-424D-990D-2F85E0044F4C}" dt="2021-06-16T07:30:36.678" v="2844" actId="478"/>
          <ac:picMkLst>
            <pc:docMk/>
            <pc:sldMk cId="2689733765" sldId="1330"/>
            <ac:picMk id="6" creationId="{FB68FA30-584D-461E-8C69-71D17EE9A70F}"/>
          </ac:picMkLst>
        </pc:picChg>
        <pc:picChg chg="add mod">
          <ac:chgData name="Soumita Sengupta" userId="4afa6ce1-cb01-46c2-8538-4650222f0c96" providerId="ADAL" clId="{C57B405C-1328-424D-990D-2F85E0044F4C}" dt="2021-06-16T07:34:00.208" v="3086" actId="208"/>
          <ac:picMkLst>
            <pc:docMk/>
            <pc:sldMk cId="2689733765" sldId="1330"/>
            <ac:picMk id="8" creationId="{848608D3-9C9F-469E-9BDF-8E1AD1B5C678}"/>
          </ac:picMkLst>
        </pc:picChg>
      </pc:sldChg>
      <pc:sldChg chg="addSp delSp modSp add del mod">
        <pc:chgData name="Soumita Sengupta" userId="4afa6ce1-cb01-46c2-8538-4650222f0c96" providerId="ADAL" clId="{C57B405C-1328-424D-990D-2F85E0044F4C}" dt="2021-06-09T11:06:56.100" v="539" actId="47"/>
        <pc:sldMkLst>
          <pc:docMk/>
          <pc:sldMk cId="1394899550" sldId="1331"/>
        </pc:sldMkLst>
        <pc:spChg chg="mod">
          <ac:chgData name="Soumita Sengupta" userId="4afa6ce1-cb01-46c2-8538-4650222f0c96" providerId="ADAL" clId="{C57B405C-1328-424D-990D-2F85E0044F4C}" dt="2021-06-09T11:06:47.413" v="537" actId="21"/>
          <ac:spMkLst>
            <pc:docMk/>
            <pc:sldMk cId="1394899550" sldId="1331"/>
            <ac:spMk id="2" creationId="{00000000-0000-0000-0000-000000000000}"/>
          </ac:spMkLst>
        </pc:spChg>
        <pc:spChg chg="add mod">
          <ac:chgData name="Soumita Sengupta" userId="4afa6ce1-cb01-46c2-8538-4650222f0c96" providerId="ADAL" clId="{C57B405C-1328-424D-990D-2F85E0044F4C}" dt="2021-06-09T11:03:57.136" v="395" actId="1076"/>
          <ac:spMkLst>
            <pc:docMk/>
            <pc:sldMk cId="1394899550" sldId="1331"/>
            <ac:spMk id="8" creationId="{06DEB593-1BBD-4DA3-AD88-16D6485A3E6E}"/>
          </ac:spMkLst>
        </pc:spChg>
        <pc:spChg chg="add mod">
          <ac:chgData name="Soumita Sengupta" userId="4afa6ce1-cb01-46c2-8538-4650222f0c96" providerId="ADAL" clId="{C57B405C-1328-424D-990D-2F85E0044F4C}" dt="2021-06-09T11:06:21.195" v="535" actId="21"/>
          <ac:spMkLst>
            <pc:docMk/>
            <pc:sldMk cId="1394899550" sldId="1331"/>
            <ac:spMk id="9" creationId="{1E1FE280-35BD-4B25-B76C-D4A3BE3458AB}"/>
          </ac:spMkLst>
        </pc:spChg>
        <pc:spChg chg="mod">
          <ac:chgData name="Soumita Sengupta" userId="4afa6ce1-cb01-46c2-8538-4650222f0c96" providerId="ADAL" clId="{C57B405C-1328-424D-990D-2F85E0044F4C}" dt="2021-06-09T11:04:06.460" v="398" actId="14100"/>
          <ac:spMkLst>
            <pc:docMk/>
            <pc:sldMk cId="1394899550" sldId="1331"/>
            <ac:spMk id="14" creationId="{00000000-0000-0000-0000-000000000000}"/>
          </ac:spMkLst>
        </pc:spChg>
        <pc:picChg chg="del">
          <ac:chgData name="Soumita Sengupta" userId="4afa6ce1-cb01-46c2-8538-4650222f0c96" providerId="ADAL" clId="{C57B405C-1328-424D-990D-2F85E0044F4C}" dt="2021-06-09T11:03:33.410" v="373" actId="478"/>
          <ac:picMkLst>
            <pc:docMk/>
            <pc:sldMk cId="1394899550" sldId="1331"/>
            <ac:picMk id="6" creationId="{FB68FA30-584D-461E-8C69-71D17EE9A70F}"/>
          </ac:picMkLst>
        </pc:picChg>
      </pc:sldChg>
      <pc:sldChg chg="modSp add mod">
        <pc:chgData name="Soumita Sengupta" userId="4afa6ce1-cb01-46c2-8538-4650222f0c96" providerId="ADAL" clId="{C57B405C-1328-424D-990D-2F85E0044F4C}" dt="2021-06-09T12:12:53.874" v="2197" actId="20577"/>
        <pc:sldMkLst>
          <pc:docMk/>
          <pc:sldMk cId="3825885641" sldId="1331"/>
        </pc:sldMkLst>
        <pc:spChg chg="mod">
          <ac:chgData name="Soumita Sengupta" userId="4afa6ce1-cb01-46c2-8538-4650222f0c96" providerId="ADAL" clId="{C57B405C-1328-424D-990D-2F85E0044F4C}" dt="2021-06-09T12:12:53.874" v="2197" actId="20577"/>
          <ac:spMkLst>
            <pc:docMk/>
            <pc:sldMk cId="3825885641" sldId="1331"/>
            <ac:spMk id="2" creationId="{57983F62-BBB9-431B-A37F-BDA0DC7153F6}"/>
          </ac:spMkLst>
        </pc:spChg>
      </pc:sldChg>
      <pc:sldChg chg="modSp add mod">
        <pc:chgData name="Soumita Sengupta" userId="4afa6ce1-cb01-46c2-8538-4650222f0c96" providerId="ADAL" clId="{C57B405C-1328-424D-990D-2F85E0044F4C}" dt="2021-06-16T07:49:40.235" v="3138" actId="27636"/>
        <pc:sldMkLst>
          <pc:docMk/>
          <pc:sldMk cId="3080214361" sldId="1332"/>
        </pc:sldMkLst>
        <pc:spChg chg="mod">
          <ac:chgData name="Soumita Sengupta" userId="4afa6ce1-cb01-46c2-8538-4650222f0c96" providerId="ADAL" clId="{C57B405C-1328-424D-990D-2F85E0044F4C}" dt="2021-06-15T13:22:14.398" v="2262" actId="20577"/>
          <ac:spMkLst>
            <pc:docMk/>
            <pc:sldMk cId="3080214361" sldId="1332"/>
            <ac:spMk id="2" creationId="{28798FC0-737C-4EAE-92DC-7EE712C795F3}"/>
          </ac:spMkLst>
        </pc:spChg>
        <pc:spChg chg="mod">
          <ac:chgData name="Soumita Sengupta" userId="4afa6ce1-cb01-46c2-8538-4650222f0c96" providerId="ADAL" clId="{C57B405C-1328-424D-990D-2F85E0044F4C}" dt="2021-06-16T07:49:40.235" v="3138" actId="27636"/>
          <ac:spMkLst>
            <pc:docMk/>
            <pc:sldMk cId="3080214361" sldId="1332"/>
            <ac:spMk id="3" creationId="{D3677530-8219-4DBE-89C3-233B723060F9}"/>
          </ac:spMkLst>
        </pc:spChg>
      </pc:sldChg>
      <pc:sldChg chg="modSp add mod ord">
        <pc:chgData name="Soumita Sengupta" userId="4afa6ce1-cb01-46c2-8538-4650222f0c96" providerId="ADAL" clId="{C57B405C-1328-424D-990D-2F85E0044F4C}" dt="2021-06-15T13:22:55.235" v="2285" actId="20577"/>
        <pc:sldMkLst>
          <pc:docMk/>
          <pc:sldMk cId="3051288005" sldId="1333"/>
        </pc:sldMkLst>
        <pc:spChg chg="mod">
          <ac:chgData name="Soumita Sengupta" userId="4afa6ce1-cb01-46c2-8538-4650222f0c96" providerId="ADAL" clId="{C57B405C-1328-424D-990D-2F85E0044F4C}" dt="2021-06-15T13:22:55.235" v="2285" actId="20577"/>
          <ac:spMkLst>
            <pc:docMk/>
            <pc:sldMk cId="3051288005" sldId="1333"/>
            <ac:spMk id="2" creationId="{57983F62-BBB9-431B-A37F-BDA0DC7153F6}"/>
          </ac:spMkLst>
        </pc:spChg>
      </pc:sldChg>
      <pc:sldChg chg="modSp add mod">
        <pc:chgData name="Soumita Sengupta" userId="4afa6ce1-cb01-46c2-8538-4650222f0c96" providerId="ADAL" clId="{C57B405C-1328-424D-990D-2F85E0044F4C}" dt="2021-06-15T13:26:49.185" v="2344" actId="20577"/>
        <pc:sldMkLst>
          <pc:docMk/>
          <pc:sldMk cId="3612439745" sldId="1334"/>
        </pc:sldMkLst>
        <pc:spChg chg="mod">
          <ac:chgData name="Soumita Sengupta" userId="4afa6ce1-cb01-46c2-8538-4650222f0c96" providerId="ADAL" clId="{C57B405C-1328-424D-990D-2F85E0044F4C}" dt="2021-06-15T13:26:49.185" v="2344" actId="20577"/>
          <ac:spMkLst>
            <pc:docMk/>
            <pc:sldMk cId="3612439745" sldId="1334"/>
            <ac:spMk id="2" creationId="{57983F62-BBB9-431B-A37F-BDA0DC7153F6}"/>
          </ac:spMkLst>
        </pc:spChg>
      </pc:sldChg>
      <pc:sldChg chg="modSp add mod">
        <pc:chgData name="Soumita Sengupta" userId="4afa6ce1-cb01-46c2-8538-4650222f0c96" providerId="ADAL" clId="{C57B405C-1328-424D-990D-2F85E0044F4C}" dt="2021-06-15T13:27:14.199" v="2367" actId="20577"/>
        <pc:sldMkLst>
          <pc:docMk/>
          <pc:sldMk cId="4631750" sldId="1335"/>
        </pc:sldMkLst>
        <pc:spChg chg="mod">
          <ac:chgData name="Soumita Sengupta" userId="4afa6ce1-cb01-46c2-8538-4650222f0c96" providerId="ADAL" clId="{C57B405C-1328-424D-990D-2F85E0044F4C}" dt="2021-06-15T13:27:14.199" v="2367" actId="20577"/>
          <ac:spMkLst>
            <pc:docMk/>
            <pc:sldMk cId="4631750" sldId="1335"/>
            <ac:spMk id="2" creationId="{57983F62-BBB9-431B-A37F-BDA0DC7153F6}"/>
          </ac:spMkLst>
        </pc:spChg>
      </pc:sldChg>
      <pc:sldChg chg="modSp add mod">
        <pc:chgData name="Soumita Sengupta" userId="4afa6ce1-cb01-46c2-8538-4650222f0c96" providerId="ADAL" clId="{C57B405C-1328-424D-990D-2F85E0044F4C}" dt="2021-06-15T13:27:39.767" v="2385" actId="20577"/>
        <pc:sldMkLst>
          <pc:docMk/>
          <pc:sldMk cId="736621240" sldId="1336"/>
        </pc:sldMkLst>
        <pc:spChg chg="mod">
          <ac:chgData name="Soumita Sengupta" userId="4afa6ce1-cb01-46c2-8538-4650222f0c96" providerId="ADAL" clId="{C57B405C-1328-424D-990D-2F85E0044F4C}" dt="2021-06-15T13:27:39.767" v="2385" actId="20577"/>
          <ac:spMkLst>
            <pc:docMk/>
            <pc:sldMk cId="736621240" sldId="1336"/>
            <ac:spMk id="2" creationId="{57983F62-BBB9-431B-A37F-BDA0DC7153F6}"/>
          </ac:spMkLst>
        </pc:spChg>
      </pc:sldChg>
      <pc:sldChg chg="modSp add mod">
        <pc:chgData name="Soumita Sengupta" userId="4afa6ce1-cb01-46c2-8538-4650222f0c96" providerId="ADAL" clId="{C57B405C-1328-424D-990D-2F85E0044F4C}" dt="2021-06-15T13:27:48.312" v="2393" actId="20577"/>
        <pc:sldMkLst>
          <pc:docMk/>
          <pc:sldMk cId="2486887644" sldId="1337"/>
        </pc:sldMkLst>
        <pc:spChg chg="mod">
          <ac:chgData name="Soumita Sengupta" userId="4afa6ce1-cb01-46c2-8538-4650222f0c96" providerId="ADAL" clId="{C57B405C-1328-424D-990D-2F85E0044F4C}" dt="2021-06-15T13:27:48.312" v="2393" actId="20577"/>
          <ac:spMkLst>
            <pc:docMk/>
            <pc:sldMk cId="2486887644" sldId="1337"/>
            <ac:spMk id="2" creationId="{57983F62-BBB9-431B-A37F-BDA0DC7153F6}"/>
          </ac:spMkLst>
        </pc:spChg>
      </pc:sldChg>
      <pc:sldChg chg="modSp add mod">
        <pc:chgData name="Soumita Sengupta" userId="4afa6ce1-cb01-46c2-8538-4650222f0c96" providerId="ADAL" clId="{C57B405C-1328-424D-990D-2F85E0044F4C}" dt="2021-06-15T13:27:58.861" v="2411" actId="20577"/>
        <pc:sldMkLst>
          <pc:docMk/>
          <pc:sldMk cId="2283558231" sldId="1338"/>
        </pc:sldMkLst>
        <pc:spChg chg="mod">
          <ac:chgData name="Soumita Sengupta" userId="4afa6ce1-cb01-46c2-8538-4650222f0c96" providerId="ADAL" clId="{C57B405C-1328-424D-990D-2F85E0044F4C}" dt="2021-06-15T13:27:58.861" v="2411" actId="20577"/>
          <ac:spMkLst>
            <pc:docMk/>
            <pc:sldMk cId="2283558231" sldId="1338"/>
            <ac:spMk id="2" creationId="{57983F62-BBB9-431B-A37F-BDA0DC7153F6}"/>
          </ac:spMkLst>
        </pc:spChg>
      </pc:sldChg>
      <pc:sldChg chg="addSp delSp modSp new mod">
        <pc:chgData name="Soumita Sengupta" userId="4afa6ce1-cb01-46c2-8538-4650222f0c96" providerId="ADAL" clId="{C57B405C-1328-424D-990D-2F85E0044F4C}" dt="2021-06-16T11:54:29.583" v="3938" actId="113"/>
        <pc:sldMkLst>
          <pc:docMk/>
          <pc:sldMk cId="2506302366" sldId="1339"/>
        </pc:sldMkLst>
        <pc:spChg chg="add del mod">
          <ac:chgData name="Soumita Sengupta" userId="4afa6ce1-cb01-46c2-8538-4650222f0c96" providerId="ADAL" clId="{C57B405C-1328-424D-990D-2F85E0044F4C}" dt="2021-06-16T10:45:40.497" v="3485" actId="20577"/>
          <ac:spMkLst>
            <pc:docMk/>
            <pc:sldMk cId="2506302366" sldId="1339"/>
            <ac:spMk id="2" creationId="{E95A8B90-5061-4744-9826-2849E3B2A867}"/>
          </ac:spMkLst>
        </pc:spChg>
        <pc:spChg chg="add del mod">
          <ac:chgData name="Soumita Sengupta" userId="4afa6ce1-cb01-46c2-8538-4650222f0c96" providerId="ADAL" clId="{C57B405C-1328-424D-990D-2F85E0044F4C}" dt="2021-06-16T11:54:29.583" v="3938" actId="113"/>
          <ac:spMkLst>
            <pc:docMk/>
            <pc:sldMk cId="2506302366" sldId="1339"/>
            <ac:spMk id="3" creationId="{1F4513C0-A900-4713-B675-AB3D1A29BA83}"/>
          </ac:spMkLst>
        </pc:spChg>
        <pc:spChg chg="add del mod">
          <ac:chgData name="Soumita Sengupta" userId="4afa6ce1-cb01-46c2-8538-4650222f0c96" providerId="ADAL" clId="{C57B405C-1328-424D-990D-2F85E0044F4C}" dt="2021-06-16T07:34:17.815" v="3089" actId="21"/>
          <ac:spMkLst>
            <pc:docMk/>
            <pc:sldMk cId="2506302366" sldId="1339"/>
            <ac:spMk id="7" creationId="{54D2CCC2-3600-4A14-8B5A-D9019646CACE}"/>
          </ac:spMkLst>
        </pc:spChg>
        <pc:spChg chg="add del mod">
          <ac:chgData name="Soumita Sengupta" userId="4afa6ce1-cb01-46c2-8538-4650222f0c96" providerId="ADAL" clId="{C57B405C-1328-424D-990D-2F85E0044F4C}" dt="2021-06-16T10:44:36.297" v="3456" actId="478"/>
          <ac:spMkLst>
            <pc:docMk/>
            <pc:sldMk cId="2506302366" sldId="1339"/>
            <ac:spMk id="10" creationId="{E237D4EA-2AE9-4E33-8D4F-A2DB802C5EB2}"/>
          </ac:spMkLst>
        </pc:spChg>
        <pc:spChg chg="mod">
          <ac:chgData name="Soumita Sengupta" userId="4afa6ce1-cb01-46c2-8538-4650222f0c96" providerId="ADAL" clId="{C57B405C-1328-424D-990D-2F85E0044F4C}" dt="2021-06-16T11:53:42.628" v="3928"/>
          <ac:spMkLst>
            <pc:docMk/>
            <pc:sldMk cId="2506302366" sldId="1339"/>
            <ac:spMk id="13" creationId="{475280A6-B1E5-40D1-B75D-03E16BA4205C}"/>
          </ac:spMkLst>
        </pc:spChg>
        <pc:spChg chg="mod">
          <ac:chgData name="Soumita Sengupta" userId="4afa6ce1-cb01-46c2-8538-4650222f0c96" providerId="ADAL" clId="{C57B405C-1328-424D-990D-2F85E0044F4C}" dt="2021-06-16T11:54:00.888" v="3933"/>
          <ac:spMkLst>
            <pc:docMk/>
            <pc:sldMk cId="2506302366" sldId="1339"/>
            <ac:spMk id="16" creationId="{40D8307D-6FB2-45FE-A214-86F479E834DF}"/>
          </ac:spMkLst>
        </pc:spChg>
        <pc:grpChg chg="add mod">
          <ac:chgData name="Soumita Sengupta" userId="4afa6ce1-cb01-46c2-8538-4650222f0c96" providerId="ADAL" clId="{C57B405C-1328-424D-990D-2F85E0044F4C}" dt="2021-06-16T11:53:49.303" v="3931" actId="1076"/>
          <ac:grpSpMkLst>
            <pc:docMk/>
            <pc:sldMk cId="2506302366" sldId="1339"/>
            <ac:grpSpMk id="11" creationId="{A2E79D37-8624-425A-B97A-72802C97AFA5}"/>
          </ac:grpSpMkLst>
        </pc:grpChg>
        <pc:grpChg chg="add mod">
          <ac:chgData name="Soumita Sengupta" userId="4afa6ce1-cb01-46c2-8538-4650222f0c96" providerId="ADAL" clId="{C57B405C-1328-424D-990D-2F85E0044F4C}" dt="2021-06-16T11:54:03.336" v="3934" actId="1076"/>
          <ac:grpSpMkLst>
            <pc:docMk/>
            <pc:sldMk cId="2506302366" sldId="1339"/>
            <ac:grpSpMk id="14" creationId="{0BEFA503-B366-46D0-A7E6-31F9E43619F1}"/>
          </ac:grpSpMkLst>
        </pc:grpChg>
        <pc:picChg chg="add del mod">
          <ac:chgData name="Soumita Sengupta" userId="4afa6ce1-cb01-46c2-8538-4650222f0c96" providerId="ADAL" clId="{C57B405C-1328-424D-990D-2F85E0044F4C}" dt="2021-06-16T10:24:31.861" v="3227"/>
          <ac:picMkLst>
            <pc:docMk/>
            <pc:sldMk cId="2506302366" sldId="1339"/>
            <ac:picMk id="8" creationId="{8391410F-900A-4B35-B0F2-88AAA2FDC488}"/>
          </ac:picMkLst>
        </pc:picChg>
        <pc:picChg chg="mod">
          <ac:chgData name="Soumita Sengupta" userId="4afa6ce1-cb01-46c2-8538-4650222f0c96" providerId="ADAL" clId="{C57B405C-1328-424D-990D-2F85E0044F4C}" dt="2021-06-16T11:53:42.628" v="3928"/>
          <ac:picMkLst>
            <pc:docMk/>
            <pc:sldMk cId="2506302366" sldId="1339"/>
            <ac:picMk id="12" creationId="{A0C1E231-2060-445F-8674-BF4FB6904AB9}"/>
          </ac:picMkLst>
        </pc:picChg>
        <pc:picChg chg="mod">
          <ac:chgData name="Soumita Sengupta" userId="4afa6ce1-cb01-46c2-8538-4650222f0c96" providerId="ADAL" clId="{C57B405C-1328-424D-990D-2F85E0044F4C}" dt="2021-06-16T11:54:00.888" v="3933"/>
          <ac:picMkLst>
            <pc:docMk/>
            <pc:sldMk cId="2506302366" sldId="1339"/>
            <ac:picMk id="15" creationId="{DE9EFFD6-8658-47CF-85DB-4A7B940D88A6}"/>
          </ac:picMkLst>
        </pc:picChg>
        <pc:cxnChg chg="add mod">
          <ac:chgData name="Soumita Sengupta" userId="4afa6ce1-cb01-46c2-8538-4650222f0c96" providerId="ADAL" clId="{C57B405C-1328-424D-990D-2F85E0044F4C}" dt="2021-06-16T11:54:11.654" v="3936" actId="1076"/>
          <ac:cxnSpMkLst>
            <pc:docMk/>
            <pc:sldMk cId="2506302366" sldId="1339"/>
            <ac:cxnSpMk id="17" creationId="{0712C3FE-6689-4A6F-B858-F53755022945}"/>
          </ac:cxnSpMkLst>
        </pc:cxnChg>
      </pc:sldChg>
      <pc:sldChg chg="new del">
        <pc:chgData name="Soumita Sengupta" userId="4afa6ce1-cb01-46c2-8538-4650222f0c96" providerId="ADAL" clId="{C57B405C-1328-424D-990D-2F85E0044F4C}" dt="2021-06-16T07:30:20.125" v="2842" actId="47"/>
        <pc:sldMkLst>
          <pc:docMk/>
          <pc:sldMk cId="1179560997" sldId="1340"/>
        </pc:sldMkLst>
      </pc:sldChg>
      <pc:sldChg chg="addSp modSp add mod">
        <pc:chgData name="Soumita Sengupta" userId="4afa6ce1-cb01-46c2-8538-4650222f0c96" providerId="ADAL" clId="{C57B405C-1328-424D-990D-2F85E0044F4C}" dt="2021-06-16T07:33:51.624" v="3085" actId="1076"/>
        <pc:sldMkLst>
          <pc:docMk/>
          <pc:sldMk cId="3821216101" sldId="1340"/>
        </pc:sldMkLst>
        <pc:spChg chg="add mod">
          <ac:chgData name="Soumita Sengupta" userId="4afa6ce1-cb01-46c2-8538-4650222f0c96" providerId="ADAL" clId="{C57B405C-1328-424D-990D-2F85E0044F4C}" dt="2021-06-16T07:32:45.267" v="3074" actId="20577"/>
          <ac:spMkLst>
            <pc:docMk/>
            <pc:sldMk cId="3821216101" sldId="1340"/>
            <ac:spMk id="8" creationId="{036C0413-D8F6-46EA-AB44-E5486C40922F}"/>
          </ac:spMkLst>
        </pc:spChg>
        <pc:picChg chg="mod">
          <ac:chgData name="Soumita Sengupta" userId="4afa6ce1-cb01-46c2-8538-4650222f0c96" providerId="ADAL" clId="{C57B405C-1328-424D-990D-2F85E0044F4C}" dt="2021-06-16T07:33:51.624" v="3085" actId="1076"/>
          <ac:picMkLst>
            <pc:docMk/>
            <pc:sldMk cId="3821216101" sldId="1340"/>
            <ac:picMk id="6" creationId="{FB68FA30-584D-461E-8C69-71D17EE9A70F}"/>
          </ac:picMkLst>
        </pc:picChg>
      </pc:sldChg>
      <pc:sldChg chg="modSp add mod">
        <pc:chgData name="Soumita Sengupta" userId="4afa6ce1-cb01-46c2-8538-4650222f0c96" providerId="ADAL" clId="{C57B405C-1328-424D-990D-2F85E0044F4C}" dt="2021-06-16T07:51:58.463" v="3146"/>
        <pc:sldMkLst>
          <pc:docMk/>
          <pc:sldMk cId="2288279991" sldId="1341"/>
        </pc:sldMkLst>
        <pc:spChg chg="mod">
          <ac:chgData name="Soumita Sengupta" userId="4afa6ce1-cb01-46c2-8538-4650222f0c96" providerId="ADAL" clId="{C57B405C-1328-424D-990D-2F85E0044F4C}" dt="2021-06-16T07:51:58.463" v="3146"/>
          <ac:spMkLst>
            <pc:docMk/>
            <pc:sldMk cId="2288279991" sldId="1341"/>
            <ac:spMk id="3" creationId="{D3677530-8219-4DBE-89C3-233B723060F9}"/>
          </ac:spMkLst>
        </pc:spChg>
      </pc:sldChg>
      <pc:sldChg chg="modSp add mod">
        <pc:chgData name="Soumita Sengupta" userId="4afa6ce1-cb01-46c2-8538-4650222f0c96" providerId="ADAL" clId="{C57B405C-1328-424D-990D-2F85E0044F4C}" dt="2021-06-16T07:55:20.399" v="3180"/>
        <pc:sldMkLst>
          <pc:docMk/>
          <pc:sldMk cId="4156669174" sldId="1342"/>
        </pc:sldMkLst>
        <pc:spChg chg="mod">
          <ac:chgData name="Soumita Sengupta" userId="4afa6ce1-cb01-46c2-8538-4650222f0c96" providerId="ADAL" clId="{C57B405C-1328-424D-990D-2F85E0044F4C}" dt="2021-06-16T07:53:13.684" v="3174" actId="20577"/>
          <ac:spMkLst>
            <pc:docMk/>
            <pc:sldMk cId="4156669174" sldId="1342"/>
            <ac:spMk id="2" creationId="{28798FC0-737C-4EAE-92DC-7EE712C795F3}"/>
          </ac:spMkLst>
        </pc:spChg>
        <pc:spChg chg="mod">
          <ac:chgData name="Soumita Sengupta" userId="4afa6ce1-cb01-46c2-8538-4650222f0c96" providerId="ADAL" clId="{C57B405C-1328-424D-990D-2F85E0044F4C}" dt="2021-06-16T07:55:20.399" v="3180"/>
          <ac:spMkLst>
            <pc:docMk/>
            <pc:sldMk cId="4156669174" sldId="1342"/>
            <ac:spMk id="3" creationId="{D3677530-8219-4DBE-89C3-233B723060F9}"/>
          </ac:spMkLst>
        </pc:spChg>
      </pc:sldChg>
      <pc:sldChg chg="modSp add mod">
        <pc:chgData name="Soumita Sengupta" userId="4afa6ce1-cb01-46c2-8538-4650222f0c96" providerId="ADAL" clId="{C57B405C-1328-424D-990D-2F85E0044F4C}" dt="2021-06-16T08:00:22.955" v="3196" actId="27636"/>
        <pc:sldMkLst>
          <pc:docMk/>
          <pc:sldMk cId="3268168444" sldId="1343"/>
        </pc:sldMkLst>
        <pc:spChg chg="mod">
          <ac:chgData name="Soumita Sengupta" userId="4afa6ce1-cb01-46c2-8538-4650222f0c96" providerId="ADAL" clId="{C57B405C-1328-424D-990D-2F85E0044F4C}" dt="2021-06-16T08:00:22.955" v="3196" actId="27636"/>
          <ac:spMkLst>
            <pc:docMk/>
            <pc:sldMk cId="3268168444" sldId="1343"/>
            <ac:spMk id="3" creationId="{D3677530-8219-4DBE-89C3-233B723060F9}"/>
          </ac:spMkLst>
        </pc:spChg>
      </pc:sldChg>
      <pc:sldChg chg="modSp add mod">
        <pc:chgData name="Soumita Sengupta" userId="4afa6ce1-cb01-46c2-8538-4650222f0c96" providerId="ADAL" clId="{C57B405C-1328-424D-990D-2F85E0044F4C}" dt="2021-06-16T07:58:49.064" v="3190" actId="20577"/>
        <pc:sldMkLst>
          <pc:docMk/>
          <pc:sldMk cId="580919392" sldId="1344"/>
        </pc:sldMkLst>
        <pc:spChg chg="mod">
          <ac:chgData name="Soumita Sengupta" userId="4afa6ce1-cb01-46c2-8538-4650222f0c96" providerId="ADAL" clId="{C57B405C-1328-424D-990D-2F85E0044F4C}" dt="2021-06-16T07:58:49.064" v="3190" actId="20577"/>
          <ac:spMkLst>
            <pc:docMk/>
            <pc:sldMk cId="580919392" sldId="1344"/>
            <ac:spMk id="3" creationId="{D3677530-8219-4DBE-89C3-233B723060F9}"/>
          </ac:spMkLst>
        </pc:spChg>
      </pc:sldChg>
      <pc:sldChg chg="addSp delSp modSp add del mod">
        <pc:chgData name="Soumita Sengupta" userId="4afa6ce1-cb01-46c2-8538-4650222f0c96" providerId="ADAL" clId="{C57B405C-1328-424D-990D-2F85E0044F4C}" dt="2021-06-16T11:54:20.018" v="3937" actId="47"/>
        <pc:sldMkLst>
          <pc:docMk/>
          <pc:sldMk cId="3246622478" sldId="1345"/>
        </pc:sldMkLst>
        <pc:spChg chg="mod">
          <ac:chgData name="Soumita Sengupta" userId="4afa6ce1-cb01-46c2-8538-4650222f0c96" providerId="ADAL" clId="{C57B405C-1328-424D-990D-2F85E0044F4C}" dt="2021-06-16T10:45:56.372" v="3489" actId="20577"/>
          <ac:spMkLst>
            <pc:docMk/>
            <pc:sldMk cId="3246622478" sldId="1345"/>
            <ac:spMk id="2" creationId="{E95A8B90-5061-4744-9826-2849E3B2A867}"/>
          </ac:spMkLst>
        </pc:spChg>
        <pc:spChg chg="mod">
          <ac:chgData name="Soumita Sengupta" userId="4afa6ce1-cb01-46c2-8538-4650222f0c96" providerId="ADAL" clId="{C57B405C-1328-424D-990D-2F85E0044F4C}" dt="2021-06-16T10:21:04.359" v="3199" actId="6549"/>
          <ac:spMkLst>
            <pc:docMk/>
            <pc:sldMk cId="3246622478" sldId="1345"/>
            <ac:spMk id="3" creationId="{1F4513C0-A900-4713-B675-AB3D1A29BA83}"/>
          </ac:spMkLst>
        </pc:spChg>
        <pc:spChg chg="add mod">
          <ac:chgData name="Soumita Sengupta" userId="4afa6ce1-cb01-46c2-8538-4650222f0c96" providerId="ADAL" clId="{C57B405C-1328-424D-990D-2F85E0044F4C}" dt="2021-06-16T11:53:57.541" v="3932" actId="164"/>
          <ac:spMkLst>
            <pc:docMk/>
            <pc:sldMk cId="3246622478" sldId="1345"/>
            <ac:spMk id="11" creationId="{675A5BEB-2D29-4E38-B825-25A99B709C97}"/>
          </ac:spMkLst>
        </pc:spChg>
        <pc:spChg chg="add mod">
          <ac:chgData name="Soumita Sengupta" userId="4afa6ce1-cb01-46c2-8538-4650222f0c96" providerId="ADAL" clId="{C57B405C-1328-424D-990D-2F85E0044F4C}" dt="2021-06-16T11:53:38.842" v="3927" actId="164"/>
          <ac:spMkLst>
            <pc:docMk/>
            <pc:sldMk cId="3246622478" sldId="1345"/>
            <ac:spMk id="12" creationId="{4859AC53-D239-4CD0-B5A3-D10C7BDF9453}"/>
          </ac:spMkLst>
        </pc:spChg>
        <pc:spChg chg="add mod">
          <ac:chgData name="Soumita Sengupta" userId="4afa6ce1-cb01-46c2-8538-4650222f0c96" providerId="ADAL" clId="{C57B405C-1328-424D-990D-2F85E0044F4C}" dt="2021-06-16T10:45:22.294" v="3483" actId="20577"/>
          <ac:spMkLst>
            <pc:docMk/>
            <pc:sldMk cId="3246622478" sldId="1345"/>
            <ac:spMk id="15" creationId="{ECB37FA7-C883-4753-8BDF-C1D36917B631}"/>
          </ac:spMkLst>
        </pc:spChg>
        <pc:spChg chg="add mod">
          <ac:chgData name="Soumita Sengupta" userId="4afa6ce1-cb01-46c2-8538-4650222f0c96" providerId="ADAL" clId="{C57B405C-1328-424D-990D-2F85E0044F4C}" dt="2021-06-16T10:45:53.906" v="3488" actId="20577"/>
          <ac:spMkLst>
            <pc:docMk/>
            <pc:sldMk cId="3246622478" sldId="1345"/>
            <ac:spMk id="16" creationId="{35AFCF8D-7764-4DA9-976D-0BDF001D6981}"/>
          </ac:spMkLst>
        </pc:spChg>
        <pc:grpChg chg="add mod">
          <ac:chgData name="Soumita Sengupta" userId="4afa6ce1-cb01-46c2-8538-4650222f0c96" providerId="ADAL" clId="{C57B405C-1328-424D-990D-2F85E0044F4C}" dt="2021-06-16T11:53:38.842" v="3927" actId="164"/>
          <ac:grpSpMkLst>
            <pc:docMk/>
            <pc:sldMk cId="3246622478" sldId="1345"/>
            <ac:grpSpMk id="17" creationId="{F2AB39D3-B298-4A06-976C-3C7FB653B6FA}"/>
          </ac:grpSpMkLst>
        </pc:grpChg>
        <pc:grpChg chg="add mod">
          <ac:chgData name="Soumita Sengupta" userId="4afa6ce1-cb01-46c2-8538-4650222f0c96" providerId="ADAL" clId="{C57B405C-1328-424D-990D-2F85E0044F4C}" dt="2021-06-16T11:53:57.541" v="3932" actId="164"/>
          <ac:grpSpMkLst>
            <pc:docMk/>
            <pc:sldMk cId="3246622478" sldId="1345"/>
            <ac:grpSpMk id="18" creationId="{A5EF4831-AACC-432F-A855-836A76953998}"/>
          </ac:grpSpMkLst>
        </pc:grpChg>
        <pc:picChg chg="add del mod modCrop">
          <ac:chgData name="Soumita Sengupta" userId="4afa6ce1-cb01-46c2-8538-4650222f0c96" providerId="ADAL" clId="{C57B405C-1328-424D-990D-2F85E0044F4C}" dt="2021-06-16T10:21:25.579" v="3204" actId="478"/>
          <ac:picMkLst>
            <pc:docMk/>
            <pc:sldMk cId="3246622478" sldId="1345"/>
            <ac:picMk id="7" creationId="{82CB9201-C8B6-46D8-9010-39B274FD080D}"/>
          </ac:picMkLst>
        </pc:picChg>
        <pc:picChg chg="add del mod modCrop">
          <ac:chgData name="Soumita Sengupta" userId="4afa6ce1-cb01-46c2-8538-4650222f0c96" providerId="ADAL" clId="{C57B405C-1328-424D-990D-2F85E0044F4C}" dt="2021-06-16T11:53:38.842" v="3927" actId="164"/>
          <ac:picMkLst>
            <pc:docMk/>
            <pc:sldMk cId="3246622478" sldId="1345"/>
            <ac:picMk id="9" creationId="{C239A9D0-7359-4FF7-B896-6FF8D6A0FA69}"/>
          </ac:picMkLst>
        </pc:picChg>
        <pc:picChg chg="add mod">
          <ac:chgData name="Soumita Sengupta" userId="4afa6ce1-cb01-46c2-8538-4650222f0c96" providerId="ADAL" clId="{C57B405C-1328-424D-990D-2F85E0044F4C}" dt="2021-06-16T11:53:57.541" v="3932" actId="164"/>
          <ac:picMkLst>
            <pc:docMk/>
            <pc:sldMk cId="3246622478" sldId="1345"/>
            <ac:picMk id="10" creationId="{20FE40E0-A7D3-4B11-AB38-7F752B9F1CED}"/>
          </ac:picMkLst>
        </pc:picChg>
        <pc:cxnChg chg="add mod">
          <ac:chgData name="Soumita Sengupta" userId="4afa6ce1-cb01-46c2-8538-4650222f0c96" providerId="ADAL" clId="{C57B405C-1328-424D-990D-2F85E0044F4C}" dt="2021-06-16T10:29:44.743" v="3273" actId="1076"/>
          <ac:cxnSpMkLst>
            <pc:docMk/>
            <pc:sldMk cId="3246622478" sldId="1345"/>
            <ac:cxnSpMk id="14" creationId="{4E37A35F-9082-4ADF-8278-49A1D6FB5858}"/>
          </ac:cxnSpMkLst>
        </pc:cxnChg>
      </pc:sldChg>
      <pc:sldChg chg="addSp delSp modSp new del mod">
        <pc:chgData name="Soumita Sengupta" userId="4afa6ce1-cb01-46c2-8538-4650222f0c96" providerId="ADAL" clId="{C57B405C-1328-424D-990D-2F85E0044F4C}" dt="2021-06-16T10:28:13.504" v="3258" actId="47"/>
        <pc:sldMkLst>
          <pc:docMk/>
          <pc:sldMk cId="3493942679" sldId="1346"/>
        </pc:sldMkLst>
        <pc:spChg chg="del">
          <ac:chgData name="Soumita Sengupta" userId="4afa6ce1-cb01-46c2-8538-4650222f0c96" providerId="ADAL" clId="{C57B405C-1328-424D-990D-2F85E0044F4C}" dt="2021-06-16T10:23:11.147" v="3212" actId="22"/>
          <ac:spMkLst>
            <pc:docMk/>
            <pc:sldMk cId="3493942679" sldId="1346"/>
            <ac:spMk id="3" creationId="{0438EA1F-BC57-4CC6-8820-A978FE1B2A96}"/>
          </ac:spMkLst>
        </pc:spChg>
        <pc:spChg chg="add mod">
          <ac:chgData name="Soumita Sengupta" userId="4afa6ce1-cb01-46c2-8538-4650222f0c96" providerId="ADAL" clId="{C57B405C-1328-424D-990D-2F85E0044F4C}" dt="2021-06-16T10:24:48.253" v="3231" actId="21"/>
          <ac:spMkLst>
            <pc:docMk/>
            <pc:sldMk cId="3493942679" sldId="1346"/>
            <ac:spMk id="9" creationId="{91CEF07F-EA01-48BB-BEFD-5EB28195DB5D}"/>
          </ac:spMkLst>
        </pc:spChg>
        <pc:picChg chg="add del mod ord modCrop">
          <ac:chgData name="Soumita Sengupta" userId="4afa6ce1-cb01-46c2-8538-4650222f0c96" providerId="ADAL" clId="{C57B405C-1328-424D-990D-2F85E0044F4C}" dt="2021-06-16T10:24:48.253" v="3231" actId="21"/>
          <ac:picMkLst>
            <pc:docMk/>
            <pc:sldMk cId="3493942679" sldId="1346"/>
            <ac:picMk id="7" creationId="{9CC70AC0-A6BB-4BBD-9897-221C4ED76452}"/>
          </ac:picMkLst>
        </pc:picChg>
      </pc:sldChg>
    </pc:docChg>
  </pc:docChgLst>
  <pc:docChgLst>
    <pc:chgData name="Soumita Sengupta" userId="4afa6ce1-cb01-46c2-8538-4650222f0c96" providerId="ADAL" clId="{2571C0C7-060E-48EE-9E7D-00F1E2A5D45C}"/>
    <pc:docChg chg="undo custSel addSld delSld modSld sldOrd modMainMaster">
      <pc:chgData name="Soumita Sengupta" userId="4afa6ce1-cb01-46c2-8538-4650222f0c96" providerId="ADAL" clId="{2571C0C7-060E-48EE-9E7D-00F1E2A5D45C}" dt="2021-06-24T11:15:39.967" v="148" actId="207"/>
      <pc:docMkLst>
        <pc:docMk/>
      </pc:docMkLst>
      <pc:sldChg chg="del">
        <pc:chgData name="Soumita Sengupta" userId="4afa6ce1-cb01-46c2-8538-4650222f0c96" providerId="ADAL" clId="{2571C0C7-060E-48EE-9E7D-00F1E2A5D45C}" dt="2021-06-24T08:49:04.858" v="70" actId="47"/>
        <pc:sldMkLst>
          <pc:docMk/>
          <pc:sldMk cId="1912468287" sldId="260"/>
        </pc:sldMkLst>
      </pc:sldChg>
      <pc:sldChg chg="del">
        <pc:chgData name="Soumita Sengupta" userId="4afa6ce1-cb01-46c2-8538-4650222f0c96" providerId="ADAL" clId="{2571C0C7-060E-48EE-9E7D-00F1E2A5D45C}" dt="2021-06-24T08:30:15.381" v="21" actId="47"/>
        <pc:sldMkLst>
          <pc:docMk/>
          <pc:sldMk cId="3916458465" sldId="274"/>
        </pc:sldMkLst>
      </pc:sldChg>
      <pc:sldChg chg="del">
        <pc:chgData name="Soumita Sengupta" userId="4afa6ce1-cb01-46c2-8538-4650222f0c96" providerId="ADAL" clId="{2571C0C7-060E-48EE-9E7D-00F1E2A5D45C}" dt="2021-06-24T08:30:15.544" v="22" actId="47"/>
        <pc:sldMkLst>
          <pc:docMk/>
          <pc:sldMk cId="1769911636" sldId="275"/>
        </pc:sldMkLst>
      </pc:sldChg>
      <pc:sldChg chg="del">
        <pc:chgData name="Soumita Sengupta" userId="4afa6ce1-cb01-46c2-8538-4650222f0c96" providerId="ADAL" clId="{2571C0C7-060E-48EE-9E7D-00F1E2A5D45C}" dt="2021-06-24T08:30:15.698" v="23" actId="47"/>
        <pc:sldMkLst>
          <pc:docMk/>
          <pc:sldMk cId="3249280852" sldId="276"/>
        </pc:sldMkLst>
      </pc:sldChg>
      <pc:sldChg chg="del">
        <pc:chgData name="Soumita Sengupta" userId="4afa6ce1-cb01-46c2-8538-4650222f0c96" providerId="ADAL" clId="{2571C0C7-060E-48EE-9E7D-00F1E2A5D45C}" dt="2021-06-24T08:30:15.866" v="24" actId="47"/>
        <pc:sldMkLst>
          <pc:docMk/>
          <pc:sldMk cId="269360884" sldId="279"/>
        </pc:sldMkLst>
      </pc:sldChg>
      <pc:sldChg chg="del">
        <pc:chgData name="Soumita Sengupta" userId="4afa6ce1-cb01-46c2-8538-4650222f0c96" providerId="ADAL" clId="{2571C0C7-060E-48EE-9E7D-00F1E2A5D45C}" dt="2021-06-24T08:30:16.214" v="26" actId="47"/>
        <pc:sldMkLst>
          <pc:docMk/>
          <pc:sldMk cId="3621967906" sldId="280"/>
        </pc:sldMkLst>
      </pc:sldChg>
      <pc:sldChg chg="del">
        <pc:chgData name="Soumita Sengupta" userId="4afa6ce1-cb01-46c2-8538-4650222f0c96" providerId="ADAL" clId="{2571C0C7-060E-48EE-9E7D-00F1E2A5D45C}" dt="2021-06-24T08:30:16.853" v="30" actId="47"/>
        <pc:sldMkLst>
          <pc:docMk/>
          <pc:sldMk cId="2998439583" sldId="286"/>
        </pc:sldMkLst>
      </pc:sldChg>
      <pc:sldChg chg="del">
        <pc:chgData name="Soumita Sengupta" userId="4afa6ce1-cb01-46c2-8538-4650222f0c96" providerId="ADAL" clId="{2571C0C7-060E-48EE-9E7D-00F1E2A5D45C}" dt="2021-06-24T08:30:18.156" v="35" actId="47"/>
        <pc:sldMkLst>
          <pc:docMk/>
          <pc:sldMk cId="2747257436" sldId="287"/>
        </pc:sldMkLst>
      </pc:sldChg>
      <pc:sldChg chg="del">
        <pc:chgData name="Soumita Sengupta" userId="4afa6ce1-cb01-46c2-8538-4650222f0c96" providerId="ADAL" clId="{2571C0C7-060E-48EE-9E7D-00F1E2A5D45C}" dt="2021-06-24T08:30:18.938" v="38" actId="47"/>
        <pc:sldMkLst>
          <pc:docMk/>
          <pc:sldMk cId="497692830" sldId="288"/>
        </pc:sldMkLst>
      </pc:sldChg>
      <pc:sldChg chg="del">
        <pc:chgData name="Soumita Sengupta" userId="4afa6ce1-cb01-46c2-8538-4650222f0c96" providerId="ADAL" clId="{2571C0C7-060E-48EE-9E7D-00F1E2A5D45C}" dt="2021-06-24T08:30:19.593" v="39" actId="47"/>
        <pc:sldMkLst>
          <pc:docMk/>
          <pc:sldMk cId="1690934009" sldId="289"/>
        </pc:sldMkLst>
      </pc:sldChg>
      <pc:sldChg chg="del">
        <pc:chgData name="Soumita Sengupta" userId="4afa6ce1-cb01-46c2-8538-4650222f0c96" providerId="ADAL" clId="{2571C0C7-060E-48EE-9E7D-00F1E2A5D45C}" dt="2021-06-24T08:30:20.546" v="40" actId="47"/>
        <pc:sldMkLst>
          <pc:docMk/>
          <pc:sldMk cId="3987752600" sldId="290"/>
        </pc:sldMkLst>
      </pc:sldChg>
      <pc:sldChg chg="modSp mod">
        <pc:chgData name="Soumita Sengupta" userId="4afa6ce1-cb01-46c2-8538-4650222f0c96" providerId="ADAL" clId="{2571C0C7-060E-48EE-9E7D-00F1E2A5D45C}" dt="2021-06-24T08:30:12.618" v="20" actId="20577"/>
        <pc:sldMkLst>
          <pc:docMk/>
          <pc:sldMk cId="2584036331" sldId="339"/>
        </pc:sldMkLst>
        <pc:spChg chg="mod">
          <ac:chgData name="Soumita Sengupta" userId="4afa6ce1-cb01-46c2-8538-4650222f0c96" providerId="ADAL" clId="{2571C0C7-060E-48EE-9E7D-00F1E2A5D45C}" dt="2021-06-24T08:30:12.618" v="20" actId="20577"/>
          <ac:spMkLst>
            <pc:docMk/>
            <pc:sldMk cId="2584036331" sldId="339"/>
            <ac:spMk id="5" creationId="{6D1A1596-A8D7-4C1A-8956-0FA40A84EFCA}"/>
          </ac:spMkLst>
        </pc:spChg>
      </pc:sldChg>
      <pc:sldChg chg="modSp add mod">
        <pc:chgData name="Soumita Sengupta" userId="4afa6ce1-cb01-46c2-8538-4650222f0c96" providerId="ADAL" clId="{2571C0C7-060E-48EE-9E7D-00F1E2A5D45C}" dt="2021-06-24T08:54:08.320" v="76" actId="255"/>
        <pc:sldMkLst>
          <pc:docMk/>
          <pc:sldMk cId="3006812007" sldId="727"/>
        </pc:sldMkLst>
        <pc:spChg chg="mod">
          <ac:chgData name="Soumita Sengupta" userId="4afa6ce1-cb01-46c2-8538-4650222f0c96" providerId="ADAL" clId="{2571C0C7-060E-48EE-9E7D-00F1E2A5D45C}" dt="2021-06-24T08:54:08.320" v="76" actId="255"/>
          <ac:spMkLst>
            <pc:docMk/>
            <pc:sldMk cId="3006812007" sldId="727"/>
            <ac:spMk id="3" creationId="{00000000-0000-0000-0000-000000000000}"/>
          </ac:spMkLst>
        </pc:spChg>
        <pc:spChg chg="mod">
          <ac:chgData name="Soumita Sengupta" userId="4afa6ce1-cb01-46c2-8538-4650222f0c96" providerId="ADAL" clId="{2571C0C7-060E-48EE-9E7D-00F1E2A5D45C}" dt="2021-06-24T08:51:45.036" v="74" actId="207"/>
          <ac:spMkLst>
            <pc:docMk/>
            <pc:sldMk cId="3006812007" sldId="727"/>
            <ac:spMk id="4" creationId="{00000000-0000-0000-0000-000000000000}"/>
          </ac:spMkLst>
        </pc:spChg>
        <pc:spChg chg="mod">
          <ac:chgData name="Soumita Sengupta" userId="4afa6ce1-cb01-46c2-8538-4650222f0c96" providerId="ADAL" clId="{2571C0C7-060E-48EE-9E7D-00F1E2A5D45C}" dt="2021-06-24T08:51:43.117" v="73" actId="207"/>
          <ac:spMkLst>
            <pc:docMk/>
            <pc:sldMk cId="3006812007" sldId="727"/>
            <ac:spMk id="6" creationId="{00000000-0000-0000-0000-000000000000}"/>
          </ac:spMkLst>
        </pc:spChg>
      </pc:sldChg>
      <pc:sldChg chg="delSp modSp add mod">
        <pc:chgData name="Soumita Sengupta" userId="4afa6ce1-cb01-46c2-8538-4650222f0c96" providerId="ADAL" clId="{2571C0C7-060E-48EE-9E7D-00F1E2A5D45C}" dt="2021-06-24T08:37:54.495" v="46" actId="1076"/>
        <pc:sldMkLst>
          <pc:docMk/>
          <pc:sldMk cId="361969412" sldId="729"/>
        </pc:sldMkLst>
        <pc:spChg chg="del">
          <ac:chgData name="Soumita Sengupta" userId="4afa6ce1-cb01-46c2-8538-4650222f0c96" providerId="ADAL" clId="{2571C0C7-060E-48EE-9E7D-00F1E2A5D45C}" dt="2021-06-24T08:37:49.011" v="44" actId="478"/>
          <ac:spMkLst>
            <pc:docMk/>
            <pc:sldMk cId="361969412" sldId="729"/>
            <ac:spMk id="7" creationId="{09CEF575-2E6E-4C6B-BD54-867FDEAAC162}"/>
          </ac:spMkLst>
        </pc:spChg>
        <pc:picChg chg="mod">
          <ac:chgData name="Soumita Sengupta" userId="4afa6ce1-cb01-46c2-8538-4650222f0c96" providerId="ADAL" clId="{2571C0C7-060E-48EE-9E7D-00F1E2A5D45C}" dt="2021-06-24T08:37:54.495" v="46" actId="1076"/>
          <ac:picMkLst>
            <pc:docMk/>
            <pc:sldMk cId="361969412" sldId="729"/>
            <ac:picMk id="8" creationId="{03BD3932-399E-4A6A-AD03-6057279D9E8C}"/>
          </ac:picMkLst>
        </pc:picChg>
      </pc:sldChg>
      <pc:sldChg chg="modSp add mod">
        <pc:chgData name="Soumita Sengupta" userId="4afa6ce1-cb01-46c2-8538-4650222f0c96" providerId="ADAL" clId="{2571C0C7-060E-48EE-9E7D-00F1E2A5D45C}" dt="2021-06-24T08:54:18.874" v="77" actId="255"/>
        <pc:sldMkLst>
          <pc:docMk/>
          <pc:sldMk cId="1915874701" sldId="730"/>
        </pc:sldMkLst>
        <pc:spChg chg="mod">
          <ac:chgData name="Soumita Sengupta" userId="4afa6ce1-cb01-46c2-8538-4650222f0c96" providerId="ADAL" clId="{2571C0C7-060E-48EE-9E7D-00F1E2A5D45C}" dt="2021-06-24T08:54:18.874" v="77" actId="255"/>
          <ac:spMkLst>
            <pc:docMk/>
            <pc:sldMk cId="1915874701" sldId="730"/>
            <ac:spMk id="3" creationId="{00000000-0000-0000-0000-000000000000}"/>
          </ac:spMkLst>
        </pc:spChg>
      </pc:sldChg>
      <pc:sldChg chg="modSp add mod">
        <pc:chgData name="Soumita Sengupta" userId="4afa6ce1-cb01-46c2-8538-4650222f0c96" providerId="ADAL" clId="{2571C0C7-060E-48EE-9E7D-00F1E2A5D45C}" dt="2021-06-24T08:54:39.173" v="85" actId="5793"/>
        <pc:sldMkLst>
          <pc:docMk/>
          <pc:sldMk cId="1595993787" sldId="731"/>
        </pc:sldMkLst>
        <pc:spChg chg="mod">
          <ac:chgData name="Soumita Sengupta" userId="4afa6ce1-cb01-46c2-8538-4650222f0c96" providerId="ADAL" clId="{2571C0C7-060E-48EE-9E7D-00F1E2A5D45C}" dt="2021-06-24T08:54:39.173" v="85" actId="5793"/>
          <ac:spMkLst>
            <pc:docMk/>
            <pc:sldMk cId="1595993787" sldId="731"/>
            <ac:spMk id="3" creationId="{00000000-0000-0000-0000-000000000000}"/>
          </ac:spMkLst>
        </pc:spChg>
      </pc:sldChg>
      <pc:sldChg chg="modSp add mod">
        <pc:chgData name="Soumita Sengupta" userId="4afa6ce1-cb01-46c2-8538-4650222f0c96" providerId="ADAL" clId="{2571C0C7-060E-48EE-9E7D-00F1E2A5D45C}" dt="2021-06-24T08:54:51.071" v="86" actId="255"/>
        <pc:sldMkLst>
          <pc:docMk/>
          <pc:sldMk cId="2222224942" sldId="732"/>
        </pc:sldMkLst>
        <pc:spChg chg="mod">
          <ac:chgData name="Soumita Sengupta" userId="4afa6ce1-cb01-46c2-8538-4650222f0c96" providerId="ADAL" clId="{2571C0C7-060E-48EE-9E7D-00F1E2A5D45C}" dt="2021-06-24T08:54:51.071" v="86" actId="255"/>
          <ac:spMkLst>
            <pc:docMk/>
            <pc:sldMk cId="2222224942" sldId="732"/>
            <ac:spMk id="3" creationId="{00000000-0000-0000-0000-000000000000}"/>
          </ac:spMkLst>
        </pc:spChg>
      </pc:sldChg>
      <pc:sldChg chg="modSp add mod">
        <pc:chgData name="Soumita Sengupta" userId="4afa6ce1-cb01-46c2-8538-4650222f0c96" providerId="ADAL" clId="{2571C0C7-060E-48EE-9E7D-00F1E2A5D45C}" dt="2021-06-24T08:54:59.615" v="87" actId="255"/>
        <pc:sldMkLst>
          <pc:docMk/>
          <pc:sldMk cId="4207930121" sldId="733"/>
        </pc:sldMkLst>
        <pc:spChg chg="mod">
          <ac:chgData name="Soumita Sengupta" userId="4afa6ce1-cb01-46c2-8538-4650222f0c96" providerId="ADAL" clId="{2571C0C7-060E-48EE-9E7D-00F1E2A5D45C}" dt="2021-06-24T08:54:59.615" v="87" actId="255"/>
          <ac:spMkLst>
            <pc:docMk/>
            <pc:sldMk cId="4207930121" sldId="733"/>
            <ac:spMk id="3" creationId="{00000000-0000-0000-0000-000000000000}"/>
          </ac:spMkLst>
        </pc:spChg>
      </pc:sldChg>
      <pc:sldChg chg="modSp add mod">
        <pc:chgData name="Soumita Sengupta" userId="4afa6ce1-cb01-46c2-8538-4650222f0c96" providerId="ADAL" clId="{2571C0C7-060E-48EE-9E7D-00F1E2A5D45C}" dt="2021-06-24T08:55:15.569" v="88" actId="255"/>
        <pc:sldMkLst>
          <pc:docMk/>
          <pc:sldMk cId="3931385810" sldId="734"/>
        </pc:sldMkLst>
        <pc:spChg chg="mod">
          <ac:chgData name="Soumita Sengupta" userId="4afa6ce1-cb01-46c2-8538-4650222f0c96" providerId="ADAL" clId="{2571C0C7-060E-48EE-9E7D-00F1E2A5D45C}" dt="2021-06-24T08:55:15.569" v="88" actId="255"/>
          <ac:spMkLst>
            <pc:docMk/>
            <pc:sldMk cId="3931385810" sldId="734"/>
            <ac:spMk id="3" creationId="{00000000-0000-0000-0000-000000000000}"/>
          </ac:spMkLst>
        </pc:spChg>
      </pc:sldChg>
      <pc:sldChg chg="modSp add mod">
        <pc:chgData name="Soumita Sengupta" userId="4afa6ce1-cb01-46c2-8538-4650222f0c96" providerId="ADAL" clId="{2571C0C7-060E-48EE-9E7D-00F1E2A5D45C}" dt="2021-06-24T08:55:31.551" v="90" actId="255"/>
        <pc:sldMkLst>
          <pc:docMk/>
          <pc:sldMk cId="2633334292" sldId="735"/>
        </pc:sldMkLst>
        <pc:spChg chg="mod">
          <ac:chgData name="Soumita Sengupta" userId="4afa6ce1-cb01-46c2-8538-4650222f0c96" providerId="ADAL" clId="{2571C0C7-060E-48EE-9E7D-00F1E2A5D45C}" dt="2021-06-24T08:55:31.551" v="90" actId="255"/>
          <ac:spMkLst>
            <pc:docMk/>
            <pc:sldMk cId="2633334292" sldId="735"/>
            <ac:spMk id="5" creationId="{00000000-0000-0000-0000-000000000000}"/>
          </ac:spMkLst>
        </pc:spChg>
      </pc:sldChg>
      <pc:sldChg chg="modSp add mod">
        <pc:chgData name="Soumita Sengupta" userId="4afa6ce1-cb01-46c2-8538-4650222f0c96" providerId="ADAL" clId="{2571C0C7-060E-48EE-9E7D-00F1E2A5D45C}" dt="2021-06-24T08:55:41.178" v="93" actId="5793"/>
        <pc:sldMkLst>
          <pc:docMk/>
          <pc:sldMk cId="2643369656" sldId="736"/>
        </pc:sldMkLst>
        <pc:spChg chg="mod">
          <ac:chgData name="Soumita Sengupta" userId="4afa6ce1-cb01-46c2-8538-4650222f0c96" providerId="ADAL" clId="{2571C0C7-060E-48EE-9E7D-00F1E2A5D45C}" dt="2021-06-24T08:55:41.178" v="93" actId="5793"/>
          <ac:spMkLst>
            <pc:docMk/>
            <pc:sldMk cId="2643369656" sldId="736"/>
            <ac:spMk id="5" creationId="{00000000-0000-0000-0000-000000000000}"/>
          </ac:spMkLst>
        </pc:spChg>
      </pc:sldChg>
      <pc:sldChg chg="modSp add mod">
        <pc:chgData name="Soumita Sengupta" userId="4afa6ce1-cb01-46c2-8538-4650222f0c96" providerId="ADAL" clId="{2571C0C7-060E-48EE-9E7D-00F1E2A5D45C}" dt="2021-06-24T08:55:50.082" v="94" actId="255"/>
        <pc:sldMkLst>
          <pc:docMk/>
          <pc:sldMk cId="3894913924" sldId="737"/>
        </pc:sldMkLst>
        <pc:spChg chg="mod">
          <ac:chgData name="Soumita Sengupta" userId="4afa6ce1-cb01-46c2-8538-4650222f0c96" providerId="ADAL" clId="{2571C0C7-060E-48EE-9E7D-00F1E2A5D45C}" dt="2021-06-24T08:55:50.082" v="94" actId="255"/>
          <ac:spMkLst>
            <pc:docMk/>
            <pc:sldMk cId="3894913924" sldId="737"/>
            <ac:spMk id="5" creationId="{00000000-0000-0000-0000-000000000000}"/>
          </ac:spMkLst>
        </pc:spChg>
      </pc:sldChg>
      <pc:sldChg chg="add del">
        <pc:chgData name="Soumita Sengupta" userId="4afa6ce1-cb01-46c2-8538-4650222f0c96" providerId="ADAL" clId="{2571C0C7-060E-48EE-9E7D-00F1E2A5D45C}" dt="2021-06-24T08:46:14.346" v="56" actId="47"/>
        <pc:sldMkLst>
          <pc:docMk/>
          <pc:sldMk cId="3746418437" sldId="738"/>
        </pc:sldMkLst>
      </pc:sldChg>
      <pc:sldChg chg="modSp add mod">
        <pc:chgData name="Soumita Sengupta" userId="4afa6ce1-cb01-46c2-8538-4650222f0c96" providerId="ADAL" clId="{2571C0C7-060E-48EE-9E7D-00F1E2A5D45C}" dt="2021-06-24T08:56:05.485" v="97" actId="255"/>
        <pc:sldMkLst>
          <pc:docMk/>
          <pc:sldMk cId="4201402383" sldId="739"/>
        </pc:sldMkLst>
        <pc:spChg chg="mod">
          <ac:chgData name="Soumita Sengupta" userId="4afa6ce1-cb01-46c2-8538-4650222f0c96" providerId="ADAL" clId="{2571C0C7-060E-48EE-9E7D-00F1E2A5D45C}" dt="2021-06-24T08:56:05.485" v="97" actId="255"/>
          <ac:spMkLst>
            <pc:docMk/>
            <pc:sldMk cId="4201402383" sldId="739"/>
            <ac:spMk id="5" creationId="{00000000-0000-0000-0000-000000000000}"/>
          </ac:spMkLst>
        </pc:spChg>
      </pc:sldChg>
      <pc:sldChg chg="modSp add mod">
        <pc:chgData name="Soumita Sengupta" userId="4afa6ce1-cb01-46c2-8538-4650222f0c96" providerId="ADAL" clId="{2571C0C7-060E-48EE-9E7D-00F1E2A5D45C}" dt="2021-06-24T08:56:24.276" v="100" actId="255"/>
        <pc:sldMkLst>
          <pc:docMk/>
          <pc:sldMk cId="2355219403" sldId="740"/>
        </pc:sldMkLst>
        <pc:spChg chg="mod">
          <ac:chgData name="Soumita Sengupta" userId="4afa6ce1-cb01-46c2-8538-4650222f0c96" providerId="ADAL" clId="{2571C0C7-060E-48EE-9E7D-00F1E2A5D45C}" dt="2021-06-24T08:56:19.107" v="99" actId="255"/>
          <ac:spMkLst>
            <pc:docMk/>
            <pc:sldMk cId="2355219403" sldId="740"/>
            <ac:spMk id="5" creationId="{00000000-0000-0000-0000-000000000000}"/>
          </ac:spMkLst>
        </pc:spChg>
        <pc:spChg chg="mod">
          <ac:chgData name="Soumita Sengupta" userId="4afa6ce1-cb01-46c2-8538-4650222f0c96" providerId="ADAL" clId="{2571C0C7-060E-48EE-9E7D-00F1E2A5D45C}" dt="2021-06-24T08:56:24.276" v="100" actId="255"/>
          <ac:spMkLst>
            <pc:docMk/>
            <pc:sldMk cId="2355219403" sldId="740"/>
            <ac:spMk id="9" creationId="{800D259A-3A87-4907-96BC-57B74BBE7814}"/>
          </ac:spMkLst>
        </pc:spChg>
      </pc:sldChg>
      <pc:sldChg chg="modSp add mod">
        <pc:chgData name="Soumita Sengupta" userId="4afa6ce1-cb01-46c2-8538-4650222f0c96" providerId="ADAL" clId="{2571C0C7-060E-48EE-9E7D-00F1E2A5D45C}" dt="2021-06-24T08:56:34.337" v="102" actId="1076"/>
        <pc:sldMkLst>
          <pc:docMk/>
          <pc:sldMk cId="3247647825" sldId="741"/>
        </pc:sldMkLst>
        <pc:spChg chg="mod">
          <ac:chgData name="Soumita Sengupta" userId="4afa6ce1-cb01-46c2-8538-4650222f0c96" providerId="ADAL" clId="{2571C0C7-060E-48EE-9E7D-00F1E2A5D45C}" dt="2021-06-24T08:56:31.479" v="101" actId="255"/>
          <ac:spMkLst>
            <pc:docMk/>
            <pc:sldMk cId="3247647825" sldId="741"/>
            <ac:spMk id="5" creationId="{00000000-0000-0000-0000-000000000000}"/>
          </ac:spMkLst>
        </pc:spChg>
        <pc:picChg chg="mod">
          <ac:chgData name="Soumita Sengupta" userId="4afa6ce1-cb01-46c2-8538-4650222f0c96" providerId="ADAL" clId="{2571C0C7-060E-48EE-9E7D-00F1E2A5D45C}" dt="2021-06-24T08:56:34.337" v="102" actId="1076"/>
          <ac:picMkLst>
            <pc:docMk/>
            <pc:sldMk cId="3247647825" sldId="741"/>
            <ac:picMk id="2" creationId="{542C35B7-A39D-499B-8EC2-499A02B01BF5}"/>
          </ac:picMkLst>
        </pc:picChg>
      </pc:sldChg>
      <pc:sldChg chg="modSp add mod">
        <pc:chgData name="Soumita Sengupta" userId="4afa6ce1-cb01-46c2-8538-4650222f0c96" providerId="ADAL" clId="{2571C0C7-060E-48EE-9E7D-00F1E2A5D45C}" dt="2021-06-24T08:56:51.071" v="105" actId="255"/>
        <pc:sldMkLst>
          <pc:docMk/>
          <pc:sldMk cId="524730391" sldId="742"/>
        </pc:sldMkLst>
        <pc:spChg chg="mod">
          <ac:chgData name="Soumita Sengupta" userId="4afa6ce1-cb01-46c2-8538-4650222f0c96" providerId="ADAL" clId="{2571C0C7-060E-48EE-9E7D-00F1E2A5D45C}" dt="2021-06-24T08:56:51.071" v="105" actId="255"/>
          <ac:spMkLst>
            <pc:docMk/>
            <pc:sldMk cId="524730391" sldId="742"/>
            <ac:spMk id="5" creationId="{00000000-0000-0000-0000-000000000000}"/>
          </ac:spMkLst>
        </pc:spChg>
      </pc:sldChg>
      <pc:sldChg chg="modSp add mod">
        <pc:chgData name="Soumita Sengupta" userId="4afa6ce1-cb01-46c2-8538-4650222f0c96" providerId="ADAL" clId="{2571C0C7-060E-48EE-9E7D-00F1E2A5D45C}" dt="2021-06-24T08:57:19.913" v="117" actId="1076"/>
        <pc:sldMkLst>
          <pc:docMk/>
          <pc:sldMk cId="2982867143" sldId="743"/>
        </pc:sldMkLst>
        <pc:spChg chg="mod">
          <ac:chgData name="Soumita Sengupta" userId="4afa6ce1-cb01-46c2-8538-4650222f0c96" providerId="ADAL" clId="{2571C0C7-060E-48EE-9E7D-00F1E2A5D45C}" dt="2021-06-24T08:57:19.913" v="117" actId="1076"/>
          <ac:spMkLst>
            <pc:docMk/>
            <pc:sldMk cId="2982867143" sldId="743"/>
            <ac:spMk id="5" creationId="{00000000-0000-0000-0000-000000000000}"/>
          </ac:spMkLst>
        </pc:spChg>
      </pc:sldChg>
      <pc:sldChg chg="modSp add mod">
        <pc:chgData name="Soumita Sengupta" userId="4afa6ce1-cb01-46c2-8538-4650222f0c96" providerId="ADAL" clId="{2571C0C7-060E-48EE-9E7D-00F1E2A5D45C}" dt="2021-06-24T08:57:31.559" v="119" actId="255"/>
        <pc:sldMkLst>
          <pc:docMk/>
          <pc:sldMk cId="1375910068" sldId="744"/>
        </pc:sldMkLst>
        <pc:spChg chg="mod">
          <ac:chgData name="Soumita Sengupta" userId="4afa6ce1-cb01-46c2-8538-4650222f0c96" providerId="ADAL" clId="{2571C0C7-060E-48EE-9E7D-00F1E2A5D45C}" dt="2021-06-24T08:57:31.559" v="119" actId="255"/>
          <ac:spMkLst>
            <pc:docMk/>
            <pc:sldMk cId="1375910068" sldId="744"/>
            <ac:spMk id="5" creationId="{00000000-0000-0000-0000-000000000000}"/>
          </ac:spMkLst>
        </pc:spChg>
      </pc:sldChg>
      <pc:sldChg chg="modSp add mod">
        <pc:chgData name="Soumita Sengupta" userId="4afa6ce1-cb01-46c2-8538-4650222f0c96" providerId="ADAL" clId="{2571C0C7-060E-48EE-9E7D-00F1E2A5D45C}" dt="2021-06-24T08:57:43.512" v="122" actId="255"/>
        <pc:sldMkLst>
          <pc:docMk/>
          <pc:sldMk cId="1321172283" sldId="745"/>
        </pc:sldMkLst>
        <pc:spChg chg="mod">
          <ac:chgData name="Soumita Sengupta" userId="4afa6ce1-cb01-46c2-8538-4650222f0c96" providerId="ADAL" clId="{2571C0C7-060E-48EE-9E7D-00F1E2A5D45C}" dt="2021-06-24T08:57:43.512" v="122" actId="255"/>
          <ac:spMkLst>
            <pc:docMk/>
            <pc:sldMk cId="1321172283" sldId="745"/>
            <ac:spMk id="5" creationId="{00000000-0000-0000-0000-000000000000}"/>
          </ac:spMkLst>
        </pc:spChg>
      </pc:sldChg>
      <pc:sldChg chg="modSp add mod">
        <pc:chgData name="Soumita Sengupta" userId="4afa6ce1-cb01-46c2-8538-4650222f0c96" providerId="ADAL" clId="{2571C0C7-060E-48EE-9E7D-00F1E2A5D45C}" dt="2021-06-24T08:58:03.637" v="125" actId="1076"/>
        <pc:sldMkLst>
          <pc:docMk/>
          <pc:sldMk cId="591059380" sldId="746"/>
        </pc:sldMkLst>
        <pc:spChg chg="mod">
          <ac:chgData name="Soumita Sengupta" userId="4afa6ce1-cb01-46c2-8538-4650222f0c96" providerId="ADAL" clId="{2571C0C7-060E-48EE-9E7D-00F1E2A5D45C}" dt="2021-06-24T08:57:57.100" v="124" actId="255"/>
          <ac:spMkLst>
            <pc:docMk/>
            <pc:sldMk cId="591059380" sldId="746"/>
            <ac:spMk id="5" creationId="{00000000-0000-0000-0000-000000000000}"/>
          </ac:spMkLst>
        </pc:spChg>
        <pc:picChg chg="mod">
          <ac:chgData name="Soumita Sengupta" userId="4afa6ce1-cb01-46c2-8538-4650222f0c96" providerId="ADAL" clId="{2571C0C7-060E-48EE-9E7D-00F1E2A5D45C}" dt="2021-06-24T08:58:03.637" v="125" actId="1076"/>
          <ac:picMkLst>
            <pc:docMk/>
            <pc:sldMk cId="591059380" sldId="746"/>
            <ac:picMk id="9" creationId="{00000000-0000-0000-0000-000000000000}"/>
          </ac:picMkLst>
        </pc:picChg>
      </pc:sldChg>
      <pc:sldChg chg="modSp add mod">
        <pc:chgData name="Soumita Sengupta" userId="4afa6ce1-cb01-46c2-8538-4650222f0c96" providerId="ADAL" clId="{2571C0C7-060E-48EE-9E7D-00F1E2A5D45C}" dt="2021-06-24T08:58:08.981" v="126" actId="255"/>
        <pc:sldMkLst>
          <pc:docMk/>
          <pc:sldMk cId="3475117086" sldId="747"/>
        </pc:sldMkLst>
        <pc:spChg chg="mod">
          <ac:chgData name="Soumita Sengupta" userId="4afa6ce1-cb01-46c2-8538-4650222f0c96" providerId="ADAL" clId="{2571C0C7-060E-48EE-9E7D-00F1E2A5D45C}" dt="2021-06-24T08:58:08.981" v="126" actId="255"/>
          <ac:spMkLst>
            <pc:docMk/>
            <pc:sldMk cId="3475117086" sldId="747"/>
            <ac:spMk id="5" creationId="{00000000-0000-0000-0000-000000000000}"/>
          </ac:spMkLst>
        </pc:spChg>
      </pc:sldChg>
      <pc:sldChg chg="modSp add mod">
        <pc:chgData name="Soumita Sengupta" userId="4afa6ce1-cb01-46c2-8538-4650222f0c96" providerId="ADAL" clId="{2571C0C7-060E-48EE-9E7D-00F1E2A5D45C}" dt="2021-06-24T08:58:26.639" v="131" actId="20577"/>
        <pc:sldMkLst>
          <pc:docMk/>
          <pc:sldMk cId="405216084" sldId="748"/>
        </pc:sldMkLst>
        <pc:spChg chg="mod">
          <ac:chgData name="Soumita Sengupta" userId="4afa6ce1-cb01-46c2-8538-4650222f0c96" providerId="ADAL" clId="{2571C0C7-060E-48EE-9E7D-00F1E2A5D45C}" dt="2021-06-24T08:58:26.639" v="131" actId="20577"/>
          <ac:spMkLst>
            <pc:docMk/>
            <pc:sldMk cId="405216084" sldId="748"/>
            <ac:spMk id="5" creationId="{00000000-0000-0000-0000-000000000000}"/>
          </ac:spMkLst>
        </pc:spChg>
      </pc:sldChg>
      <pc:sldChg chg="delSp modSp add mod">
        <pc:chgData name="Soumita Sengupta" userId="4afa6ce1-cb01-46c2-8538-4650222f0c96" providerId="ADAL" clId="{2571C0C7-060E-48EE-9E7D-00F1E2A5D45C}" dt="2021-06-24T08:58:44.551" v="142" actId="1076"/>
        <pc:sldMkLst>
          <pc:docMk/>
          <pc:sldMk cId="3372552821" sldId="749"/>
        </pc:sldMkLst>
        <pc:spChg chg="del">
          <ac:chgData name="Soumita Sengupta" userId="4afa6ce1-cb01-46c2-8538-4650222f0c96" providerId="ADAL" clId="{2571C0C7-060E-48EE-9E7D-00F1E2A5D45C}" dt="2021-06-24T08:45:28.313" v="48" actId="478"/>
          <ac:spMkLst>
            <pc:docMk/>
            <pc:sldMk cId="3372552821" sldId="749"/>
            <ac:spMk id="2" creationId="{99AB7701-456C-4D2E-99AA-9F94D4CA635F}"/>
          </ac:spMkLst>
        </pc:spChg>
        <pc:spChg chg="del">
          <ac:chgData name="Soumita Sengupta" userId="4afa6ce1-cb01-46c2-8538-4650222f0c96" providerId="ADAL" clId="{2571C0C7-060E-48EE-9E7D-00F1E2A5D45C}" dt="2021-06-24T08:45:25.649" v="47" actId="478"/>
          <ac:spMkLst>
            <pc:docMk/>
            <pc:sldMk cId="3372552821" sldId="749"/>
            <ac:spMk id="16" creationId="{00000000-0000-0000-0000-000000000000}"/>
          </ac:spMkLst>
        </pc:spChg>
        <pc:picChg chg="mod">
          <ac:chgData name="Soumita Sengupta" userId="4afa6ce1-cb01-46c2-8538-4650222f0c96" providerId="ADAL" clId="{2571C0C7-060E-48EE-9E7D-00F1E2A5D45C}" dt="2021-06-24T08:58:44.551" v="142" actId="1076"/>
          <ac:picMkLst>
            <pc:docMk/>
            <pc:sldMk cId="3372552821" sldId="749"/>
            <ac:picMk id="8" creationId="{BF708B6C-5834-402C-A0A0-BB62B2F4F7EB}"/>
          </ac:picMkLst>
        </pc:picChg>
      </pc:sldChg>
      <pc:sldChg chg="modSp add mod">
        <pc:chgData name="Soumita Sengupta" userId="4afa6ce1-cb01-46c2-8538-4650222f0c96" providerId="ADAL" clId="{2571C0C7-060E-48EE-9E7D-00F1E2A5D45C}" dt="2021-06-24T08:58:50.075" v="143" actId="255"/>
        <pc:sldMkLst>
          <pc:docMk/>
          <pc:sldMk cId="2342434088" sldId="750"/>
        </pc:sldMkLst>
        <pc:spChg chg="mod">
          <ac:chgData name="Soumita Sengupta" userId="4afa6ce1-cb01-46c2-8538-4650222f0c96" providerId="ADAL" clId="{2571C0C7-060E-48EE-9E7D-00F1E2A5D45C}" dt="2021-06-24T08:58:50.075" v="143" actId="255"/>
          <ac:spMkLst>
            <pc:docMk/>
            <pc:sldMk cId="2342434088" sldId="750"/>
            <ac:spMk id="5" creationId="{00000000-0000-0000-0000-000000000000}"/>
          </ac:spMkLst>
        </pc:spChg>
      </pc:sldChg>
      <pc:sldChg chg="modSp add mod">
        <pc:chgData name="Soumita Sengupta" userId="4afa6ce1-cb01-46c2-8538-4650222f0c96" providerId="ADAL" clId="{2571C0C7-060E-48EE-9E7D-00F1E2A5D45C}" dt="2021-06-24T11:14:16.699" v="145" actId="207"/>
        <pc:sldMkLst>
          <pc:docMk/>
          <pc:sldMk cId="3820407078" sldId="887"/>
        </pc:sldMkLst>
        <pc:spChg chg="mod">
          <ac:chgData name="Soumita Sengupta" userId="4afa6ce1-cb01-46c2-8538-4650222f0c96" providerId="ADAL" clId="{2571C0C7-060E-48EE-9E7D-00F1E2A5D45C}" dt="2021-06-24T11:14:16.699" v="145" actId="207"/>
          <ac:spMkLst>
            <pc:docMk/>
            <pc:sldMk cId="3820407078" sldId="887"/>
            <ac:spMk id="4" creationId="{00000000-0000-0000-0000-000000000000}"/>
          </ac:spMkLst>
        </pc:spChg>
        <pc:spChg chg="mod">
          <ac:chgData name="Soumita Sengupta" userId="4afa6ce1-cb01-46c2-8538-4650222f0c96" providerId="ADAL" clId="{2571C0C7-060E-48EE-9E7D-00F1E2A5D45C}" dt="2021-06-24T09:00:19.668" v="144" actId="255"/>
          <ac:spMkLst>
            <pc:docMk/>
            <pc:sldMk cId="3820407078" sldId="887"/>
            <ac:spMk id="5" creationId="{00000000-0000-0000-0000-000000000000}"/>
          </ac:spMkLst>
        </pc:spChg>
        <pc:spChg chg="mod">
          <ac:chgData name="Soumita Sengupta" userId="4afa6ce1-cb01-46c2-8538-4650222f0c96" providerId="ADAL" clId="{2571C0C7-060E-48EE-9E7D-00F1E2A5D45C}" dt="2021-06-24T11:14:16.699" v="145" actId="207"/>
          <ac:spMkLst>
            <pc:docMk/>
            <pc:sldMk cId="3820407078" sldId="887"/>
            <ac:spMk id="7" creationId="{00000000-0000-0000-0000-000000000000}"/>
          </ac:spMkLst>
        </pc:spChg>
      </pc:sldChg>
      <pc:sldChg chg="modSp add mod">
        <pc:chgData name="Soumita Sengupta" userId="4afa6ce1-cb01-46c2-8538-4650222f0c96" providerId="ADAL" clId="{2571C0C7-060E-48EE-9E7D-00F1E2A5D45C}" dt="2021-06-24T08:54:30.712" v="82" actId="5793"/>
        <pc:sldMkLst>
          <pc:docMk/>
          <pc:sldMk cId="2554462038" sldId="888"/>
        </pc:sldMkLst>
        <pc:spChg chg="mod">
          <ac:chgData name="Soumita Sengupta" userId="4afa6ce1-cb01-46c2-8538-4650222f0c96" providerId="ADAL" clId="{2571C0C7-060E-48EE-9E7D-00F1E2A5D45C}" dt="2021-06-24T08:54:30.712" v="82" actId="5793"/>
          <ac:spMkLst>
            <pc:docMk/>
            <pc:sldMk cId="2554462038" sldId="888"/>
            <ac:spMk id="3" creationId="{00000000-0000-0000-0000-000000000000}"/>
          </ac:spMkLst>
        </pc:spChg>
      </pc:sldChg>
      <pc:sldChg chg="modSp add mod">
        <pc:chgData name="Soumita Sengupta" userId="4afa6ce1-cb01-46c2-8538-4650222f0c96" providerId="ADAL" clId="{2571C0C7-060E-48EE-9E7D-00F1E2A5D45C}" dt="2021-06-24T08:55:21.636" v="89" actId="255"/>
        <pc:sldMkLst>
          <pc:docMk/>
          <pc:sldMk cId="945208216" sldId="889"/>
        </pc:sldMkLst>
        <pc:spChg chg="mod">
          <ac:chgData name="Soumita Sengupta" userId="4afa6ce1-cb01-46c2-8538-4650222f0c96" providerId="ADAL" clId="{2571C0C7-060E-48EE-9E7D-00F1E2A5D45C}" dt="2021-06-24T08:55:21.636" v="89" actId="255"/>
          <ac:spMkLst>
            <pc:docMk/>
            <pc:sldMk cId="945208216" sldId="889"/>
            <ac:spMk id="3" creationId="{00000000-0000-0000-0000-000000000000}"/>
          </ac:spMkLst>
        </pc:spChg>
      </pc:sldChg>
      <pc:sldChg chg="modSp add mod">
        <pc:chgData name="Soumita Sengupta" userId="4afa6ce1-cb01-46c2-8538-4650222f0c96" providerId="ADAL" clId="{2571C0C7-060E-48EE-9E7D-00F1E2A5D45C}" dt="2021-06-24T08:56:09.543" v="98" actId="255"/>
        <pc:sldMkLst>
          <pc:docMk/>
          <pc:sldMk cId="2233172498" sldId="890"/>
        </pc:sldMkLst>
        <pc:spChg chg="mod">
          <ac:chgData name="Soumita Sengupta" userId="4afa6ce1-cb01-46c2-8538-4650222f0c96" providerId="ADAL" clId="{2571C0C7-060E-48EE-9E7D-00F1E2A5D45C}" dt="2021-06-24T08:56:09.543" v="98" actId="255"/>
          <ac:spMkLst>
            <pc:docMk/>
            <pc:sldMk cId="2233172498" sldId="890"/>
            <ac:spMk id="5" creationId="{00000000-0000-0000-0000-000000000000}"/>
          </ac:spMkLst>
        </pc:spChg>
      </pc:sldChg>
      <pc:sldChg chg="modSp add mod">
        <pc:chgData name="Soumita Sengupta" userId="4afa6ce1-cb01-46c2-8538-4650222f0c96" providerId="ADAL" clId="{2571C0C7-060E-48EE-9E7D-00F1E2A5D45C}" dt="2021-06-24T08:56:46.092" v="104" actId="14100"/>
        <pc:sldMkLst>
          <pc:docMk/>
          <pc:sldMk cId="3665284836" sldId="891"/>
        </pc:sldMkLst>
        <pc:spChg chg="mod">
          <ac:chgData name="Soumita Sengupta" userId="4afa6ce1-cb01-46c2-8538-4650222f0c96" providerId="ADAL" clId="{2571C0C7-060E-48EE-9E7D-00F1E2A5D45C}" dt="2021-06-24T08:56:46.092" v="104" actId="14100"/>
          <ac:spMkLst>
            <pc:docMk/>
            <pc:sldMk cId="3665284836" sldId="891"/>
            <ac:spMk id="5" creationId="{00000000-0000-0000-0000-000000000000}"/>
          </ac:spMkLst>
        </pc:spChg>
      </pc:sldChg>
      <pc:sldChg chg="modSp add mod">
        <pc:chgData name="Soumita Sengupta" userId="4afa6ce1-cb01-46c2-8538-4650222f0c96" providerId="ADAL" clId="{2571C0C7-060E-48EE-9E7D-00F1E2A5D45C}" dt="2021-06-24T08:57:26.061" v="118" actId="255"/>
        <pc:sldMkLst>
          <pc:docMk/>
          <pc:sldMk cId="2541011516" sldId="892"/>
        </pc:sldMkLst>
        <pc:spChg chg="mod">
          <ac:chgData name="Soumita Sengupta" userId="4afa6ce1-cb01-46c2-8538-4650222f0c96" providerId="ADAL" clId="{2571C0C7-060E-48EE-9E7D-00F1E2A5D45C}" dt="2021-06-24T08:57:26.061" v="118" actId="255"/>
          <ac:spMkLst>
            <pc:docMk/>
            <pc:sldMk cId="2541011516" sldId="892"/>
            <ac:spMk id="5" creationId="{00000000-0000-0000-0000-000000000000}"/>
          </ac:spMkLst>
        </pc:spChg>
      </pc:sldChg>
      <pc:sldChg chg="modSp add mod">
        <pc:chgData name="Soumita Sengupta" userId="4afa6ce1-cb01-46c2-8538-4650222f0c96" providerId="ADAL" clId="{2571C0C7-060E-48EE-9E7D-00F1E2A5D45C}" dt="2021-06-24T08:57:37.540" v="121" actId="27636"/>
        <pc:sldMkLst>
          <pc:docMk/>
          <pc:sldMk cId="2706045134" sldId="893"/>
        </pc:sldMkLst>
        <pc:spChg chg="mod">
          <ac:chgData name="Soumita Sengupta" userId="4afa6ce1-cb01-46c2-8538-4650222f0c96" providerId="ADAL" clId="{2571C0C7-060E-48EE-9E7D-00F1E2A5D45C}" dt="2021-06-24T08:57:37.540" v="121" actId="27636"/>
          <ac:spMkLst>
            <pc:docMk/>
            <pc:sldMk cId="2706045134" sldId="893"/>
            <ac:spMk id="5" creationId="{00000000-0000-0000-0000-000000000000}"/>
          </ac:spMkLst>
        </pc:spChg>
      </pc:sldChg>
      <pc:sldChg chg="modSp add mod">
        <pc:chgData name="Soumita Sengupta" userId="4afa6ce1-cb01-46c2-8538-4650222f0c96" providerId="ADAL" clId="{2571C0C7-060E-48EE-9E7D-00F1E2A5D45C}" dt="2021-06-24T08:57:50.088" v="123" actId="255"/>
        <pc:sldMkLst>
          <pc:docMk/>
          <pc:sldMk cId="3684676909" sldId="894"/>
        </pc:sldMkLst>
        <pc:spChg chg="mod">
          <ac:chgData name="Soumita Sengupta" userId="4afa6ce1-cb01-46c2-8538-4650222f0c96" providerId="ADAL" clId="{2571C0C7-060E-48EE-9E7D-00F1E2A5D45C}" dt="2021-06-24T08:57:50.088" v="123" actId="255"/>
          <ac:spMkLst>
            <pc:docMk/>
            <pc:sldMk cId="3684676909" sldId="894"/>
            <ac:spMk id="5" creationId="{00000000-0000-0000-0000-000000000000}"/>
          </ac:spMkLst>
        </pc:spChg>
      </pc:sldChg>
      <pc:sldChg chg="modSp add mod">
        <pc:chgData name="Soumita Sengupta" userId="4afa6ce1-cb01-46c2-8538-4650222f0c96" providerId="ADAL" clId="{2571C0C7-060E-48EE-9E7D-00F1E2A5D45C}" dt="2021-06-24T08:58:15.229" v="127" actId="255"/>
        <pc:sldMkLst>
          <pc:docMk/>
          <pc:sldMk cId="240143812" sldId="895"/>
        </pc:sldMkLst>
        <pc:spChg chg="mod">
          <ac:chgData name="Soumita Sengupta" userId="4afa6ce1-cb01-46c2-8538-4650222f0c96" providerId="ADAL" clId="{2571C0C7-060E-48EE-9E7D-00F1E2A5D45C}" dt="2021-06-24T08:58:15.229" v="127" actId="255"/>
          <ac:spMkLst>
            <pc:docMk/>
            <pc:sldMk cId="240143812" sldId="895"/>
            <ac:spMk id="5" creationId="{00000000-0000-0000-0000-000000000000}"/>
          </ac:spMkLst>
        </pc:spChg>
      </pc:sldChg>
      <pc:sldChg chg="modSp add mod">
        <pc:chgData name="Soumita Sengupta" userId="4afa6ce1-cb01-46c2-8538-4650222f0c96" providerId="ADAL" clId="{2571C0C7-060E-48EE-9E7D-00F1E2A5D45C}" dt="2021-06-24T08:58:42.107" v="141" actId="20577"/>
        <pc:sldMkLst>
          <pc:docMk/>
          <pc:sldMk cId="2514170485" sldId="896"/>
        </pc:sldMkLst>
        <pc:spChg chg="mod">
          <ac:chgData name="Soumita Sengupta" userId="4afa6ce1-cb01-46c2-8538-4650222f0c96" providerId="ADAL" clId="{2571C0C7-060E-48EE-9E7D-00F1E2A5D45C}" dt="2021-06-24T08:58:42.107" v="141" actId="20577"/>
          <ac:spMkLst>
            <pc:docMk/>
            <pc:sldMk cId="2514170485" sldId="896"/>
            <ac:spMk id="17" creationId="{00000000-0000-0000-0000-000000000000}"/>
          </ac:spMkLst>
        </pc:spChg>
      </pc:sldChg>
      <pc:sldChg chg="del">
        <pc:chgData name="Soumita Sengupta" userId="4afa6ce1-cb01-46c2-8538-4650222f0c96" providerId="ADAL" clId="{2571C0C7-060E-48EE-9E7D-00F1E2A5D45C}" dt="2021-06-24T08:30:16.383" v="27" actId="47"/>
        <pc:sldMkLst>
          <pc:docMk/>
          <pc:sldMk cId="2306519255" sldId="912"/>
        </pc:sldMkLst>
      </pc:sldChg>
      <pc:sldChg chg="del">
        <pc:chgData name="Soumita Sengupta" userId="4afa6ce1-cb01-46c2-8538-4650222f0c96" providerId="ADAL" clId="{2571C0C7-060E-48EE-9E7D-00F1E2A5D45C}" dt="2021-06-24T08:49:03.386" v="69" actId="47"/>
        <pc:sldMkLst>
          <pc:docMk/>
          <pc:sldMk cId="3693191466" sldId="1327"/>
        </pc:sldMkLst>
      </pc:sldChg>
      <pc:sldChg chg="modSp add mod">
        <pc:chgData name="Soumita Sengupta" userId="4afa6ce1-cb01-46c2-8538-4650222f0c96" providerId="ADAL" clId="{2571C0C7-060E-48EE-9E7D-00F1E2A5D45C}" dt="2021-06-24T08:46:12.648" v="55"/>
        <pc:sldMkLst>
          <pc:docMk/>
          <pc:sldMk cId="260074369" sldId="1328"/>
        </pc:sldMkLst>
        <pc:spChg chg="mod">
          <ac:chgData name="Soumita Sengupta" userId="4afa6ce1-cb01-46c2-8538-4650222f0c96" providerId="ADAL" clId="{2571C0C7-060E-48EE-9E7D-00F1E2A5D45C}" dt="2021-06-24T08:46:12.648" v="55"/>
          <ac:spMkLst>
            <pc:docMk/>
            <pc:sldMk cId="260074369" sldId="1328"/>
            <ac:spMk id="2" creationId="{57983F62-BBB9-431B-A37F-BDA0DC7153F6}"/>
          </ac:spMkLst>
        </pc:spChg>
      </pc:sldChg>
      <pc:sldChg chg="del">
        <pc:chgData name="Soumita Sengupta" userId="4afa6ce1-cb01-46c2-8538-4650222f0c96" providerId="ADAL" clId="{2571C0C7-060E-48EE-9E7D-00F1E2A5D45C}" dt="2021-06-24T08:30:15.998" v="25" actId="47"/>
        <pc:sldMkLst>
          <pc:docMk/>
          <pc:sldMk cId="3560475705" sldId="1328"/>
        </pc:sldMkLst>
      </pc:sldChg>
      <pc:sldChg chg="del">
        <pc:chgData name="Soumita Sengupta" userId="4afa6ce1-cb01-46c2-8538-4650222f0c96" providerId="ADAL" clId="{2571C0C7-060E-48EE-9E7D-00F1E2A5D45C}" dt="2021-06-24T08:30:16.552" v="28" actId="47"/>
        <pc:sldMkLst>
          <pc:docMk/>
          <pc:sldMk cId="42831603" sldId="1329"/>
        </pc:sldMkLst>
      </pc:sldChg>
      <pc:sldChg chg="modSp add mod ord">
        <pc:chgData name="Soumita Sengupta" userId="4afa6ce1-cb01-46c2-8538-4650222f0c96" providerId="ADAL" clId="{2571C0C7-060E-48EE-9E7D-00F1E2A5D45C}" dt="2021-06-24T08:47:17.875" v="63"/>
        <pc:sldMkLst>
          <pc:docMk/>
          <pc:sldMk cId="4294574429" sldId="1329"/>
        </pc:sldMkLst>
        <pc:spChg chg="mod">
          <ac:chgData name="Soumita Sengupta" userId="4afa6ce1-cb01-46c2-8538-4650222f0c96" providerId="ADAL" clId="{2571C0C7-060E-48EE-9E7D-00F1E2A5D45C}" dt="2021-06-24T08:46:56.573" v="61" actId="20577"/>
          <ac:spMkLst>
            <pc:docMk/>
            <pc:sldMk cId="4294574429" sldId="1329"/>
            <ac:spMk id="2" creationId="{57983F62-BBB9-431B-A37F-BDA0DC7153F6}"/>
          </ac:spMkLst>
        </pc:spChg>
      </pc:sldChg>
      <pc:sldChg chg="modSp add mod">
        <pc:chgData name="Soumita Sengupta" userId="4afa6ce1-cb01-46c2-8538-4650222f0c96" providerId="ADAL" clId="{2571C0C7-060E-48EE-9E7D-00F1E2A5D45C}" dt="2021-06-24T08:47:52.229" v="68" actId="20577"/>
        <pc:sldMkLst>
          <pc:docMk/>
          <pc:sldMk cId="1948634782" sldId="1330"/>
        </pc:sldMkLst>
        <pc:spChg chg="mod">
          <ac:chgData name="Soumita Sengupta" userId="4afa6ce1-cb01-46c2-8538-4650222f0c96" providerId="ADAL" clId="{2571C0C7-060E-48EE-9E7D-00F1E2A5D45C}" dt="2021-06-24T08:47:52.229" v="68" actId="20577"/>
          <ac:spMkLst>
            <pc:docMk/>
            <pc:sldMk cId="1948634782" sldId="1330"/>
            <ac:spMk id="2" creationId="{57983F62-BBB9-431B-A37F-BDA0DC7153F6}"/>
          </ac:spMkLst>
        </pc:spChg>
      </pc:sldChg>
      <pc:sldChg chg="del">
        <pc:chgData name="Soumita Sengupta" userId="4afa6ce1-cb01-46c2-8538-4650222f0c96" providerId="ADAL" clId="{2571C0C7-060E-48EE-9E7D-00F1E2A5D45C}" dt="2021-06-24T08:30:16.684" v="29" actId="47"/>
        <pc:sldMkLst>
          <pc:docMk/>
          <pc:sldMk cId="4042070132" sldId="1330"/>
        </pc:sldMkLst>
      </pc:sldChg>
      <pc:sldChg chg="del">
        <pc:chgData name="Soumita Sengupta" userId="4afa6ce1-cb01-46c2-8538-4650222f0c96" providerId="ADAL" clId="{2571C0C7-060E-48EE-9E7D-00F1E2A5D45C}" dt="2021-06-24T08:30:17.016" v="31" actId="47"/>
        <pc:sldMkLst>
          <pc:docMk/>
          <pc:sldMk cId="3744767317" sldId="1331"/>
        </pc:sldMkLst>
      </pc:sldChg>
      <pc:sldChg chg="del">
        <pc:chgData name="Soumita Sengupta" userId="4afa6ce1-cb01-46c2-8538-4650222f0c96" providerId="ADAL" clId="{2571C0C7-060E-48EE-9E7D-00F1E2A5D45C}" dt="2021-06-24T08:30:17.185" v="32" actId="47"/>
        <pc:sldMkLst>
          <pc:docMk/>
          <pc:sldMk cId="3523257164" sldId="1332"/>
        </pc:sldMkLst>
      </pc:sldChg>
      <pc:sldChg chg="del">
        <pc:chgData name="Soumita Sengupta" userId="4afa6ce1-cb01-46c2-8538-4650222f0c96" providerId="ADAL" clId="{2571C0C7-060E-48EE-9E7D-00F1E2A5D45C}" dt="2021-06-24T08:30:17.348" v="33" actId="47"/>
        <pc:sldMkLst>
          <pc:docMk/>
          <pc:sldMk cId="2835351086" sldId="1333"/>
        </pc:sldMkLst>
      </pc:sldChg>
      <pc:sldChg chg="del">
        <pc:chgData name="Soumita Sengupta" userId="4afa6ce1-cb01-46c2-8538-4650222f0c96" providerId="ADAL" clId="{2571C0C7-060E-48EE-9E7D-00F1E2A5D45C}" dt="2021-06-24T08:30:17.517" v="34" actId="47"/>
        <pc:sldMkLst>
          <pc:docMk/>
          <pc:sldMk cId="826410433" sldId="1334"/>
        </pc:sldMkLst>
      </pc:sldChg>
      <pc:sldChg chg="del">
        <pc:chgData name="Soumita Sengupta" userId="4afa6ce1-cb01-46c2-8538-4650222f0c96" providerId="ADAL" clId="{2571C0C7-060E-48EE-9E7D-00F1E2A5D45C}" dt="2021-06-24T08:30:18.590" v="37" actId="47"/>
        <pc:sldMkLst>
          <pc:docMk/>
          <pc:sldMk cId="1172614157" sldId="1335"/>
        </pc:sldMkLst>
      </pc:sldChg>
      <pc:sldChg chg="del">
        <pc:chgData name="Soumita Sengupta" userId="4afa6ce1-cb01-46c2-8538-4650222f0c96" providerId="ADAL" clId="{2571C0C7-060E-48EE-9E7D-00F1E2A5D45C}" dt="2021-06-24T08:30:18.320" v="36" actId="47"/>
        <pc:sldMkLst>
          <pc:docMk/>
          <pc:sldMk cId="1838583949" sldId="1336"/>
        </pc:sldMkLst>
      </pc:sldChg>
      <pc:sldMasterChg chg="modSp delSldLayout modSldLayout">
        <pc:chgData name="Soumita Sengupta" userId="4afa6ce1-cb01-46c2-8538-4650222f0c96" providerId="ADAL" clId="{2571C0C7-060E-48EE-9E7D-00F1E2A5D45C}" dt="2021-06-24T11:15:39.967" v="148" actId="207"/>
        <pc:sldMasterMkLst>
          <pc:docMk/>
          <pc:sldMasterMk cId="1029875623" sldId="2147483678"/>
        </pc:sldMasterMkLst>
        <pc:spChg chg="mod">
          <ac:chgData name="Soumita Sengupta" userId="4afa6ce1-cb01-46c2-8538-4650222f0c96" providerId="ADAL" clId="{2571C0C7-060E-48EE-9E7D-00F1E2A5D45C}" dt="2021-06-24T08:53:27.313" v="75" actId="207"/>
          <ac:spMkLst>
            <pc:docMk/>
            <pc:sldMasterMk cId="1029875623" sldId="2147483678"/>
            <ac:spMk id="10" creationId="{93E6BF79-D03F-4EC1-99A8-F7AB036C42D1}"/>
          </ac:spMkLst>
        </pc:spChg>
        <pc:spChg chg="mod">
          <ac:chgData name="Soumita Sengupta" userId="4afa6ce1-cb01-46c2-8538-4650222f0c96" providerId="ADAL" clId="{2571C0C7-060E-48EE-9E7D-00F1E2A5D45C}" dt="2021-06-24T08:50:33.389" v="72" actId="207"/>
          <ac:spMkLst>
            <pc:docMk/>
            <pc:sldMasterMk cId="1029875623" sldId="2147483678"/>
            <ac:spMk id="11" creationId="{E41563B2-506F-49E4-8762-C6EAB193E7BF}"/>
          </ac:spMkLst>
        </pc:spChg>
        <pc:sldLayoutChg chg="modSp">
          <pc:chgData name="Soumita Sengupta" userId="4afa6ce1-cb01-46c2-8538-4650222f0c96" providerId="ADAL" clId="{2571C0C7-060E-48EE-9E7D-00F1E2A5D45C}" dt="2021-06-24T11:14:46.768" v="146" actId="207"/>
          <pc:sldLayoutMkLst>
            <pc:docMk/>
            <pc:sldMasterMk cId="1029875623" sldId="2147483678"/>
            <pc:sldLayoutMk cId="2439129452" sldId="2147483686"/>
          </pc:sldLayoutMkLst>
          <pc:spChg chg="mod">
            <ac:chgData name="Soumita Sengupta" userId="4afa6ce1-cb01-46c2-8538-4650222f0c96" providerId="ADAL" clId="{2571C0C7-060E-48EE-9E7D-00F1E2A5D45C}" dt="2021-06-24T11:14:46.768" v="146" actId="207"/>
            <ac:spMkLst>
              <pc:docMk/>
              <pc:sldMasterMk cId="1029875623" sldId="2147483678"/>
              <pc:sldLayoutMk cId="2439129452" sldId="2147483686"/>
              <ac:spMk id="5" creationId="{00000000-0000-0000-0000-000000000000}"/>
            </ac:spMkLst>
          </pc:spChg>
          <pc:spChg chg="mod">
            <ac:chgData name="Soumita Sengupta" userId="4afa6ce1-cb01-46c2-8538-4650222f0c96" providerId="ADAL" clId="{2571C0C7-060E-48EE-9E7D-00F1E2A5D45C}" dt="2021-06-24T11:14:46.768" v="146" actId="207"/>
            <ac:spMkLst>
              <pc:docMk/>
              <pc:sldMasterMk cId="1029875623" sldId="2147483678"/>
              <pc:sldLayoutMk cId="2439129452" sldId="2147483686"/>
              <ac:spMk id="6" creationId="{00000000-0000-0000-0000-000000000000}"/>
            </ac:spMkLst>
          </pc:spChg>
        </pc:sldLayoutChg>
        <pc:sldLayoutChg chg="modSp">
          <pc:chgData name="Soumita Sengupta" userId="4afa6ce1-cb01-46c2-8538-4650222f0c96" providerId="ADAL" clId="{2571C0C7-060E-48EE-9E7D-00F1E2A5D45C}" dt="2021-06-24T11:15:39.967" v="148" actId="207"/>
          <pc:sldLayoutMkLst>
            <pc:docMk/>
            <pc:sldMasterMk cId="1029875623" sldId="2147483678"/>
            <pc:sldLayoutMk cId="700349446" sldId="2147483713"/>
          </pc:sldLayoutMkLst>
          <pc:spChg chg="mod">
            <ac:chgData name="Soumita Sengupta" userId="4afa6ce1-cb01-46c2-8538-4650222f0c96" providerId="ADAL" clId="{2571C0C7-060E-48EE-9E7D-00F1E2A5D45C}" dt="2021-06-24T11:15:34.471" v="147" actId="207"/>
            <ac:spMkLst>
              <pc:docMk/>
              <pc:sldMasterMk cId="1029875623" sldId="2147483678"/>
              <pc:sldLayoutMk cId="700349446" sldId="2147483713"/>
              <ac:spMk id="5" creationId="{00000000-0000-0000-0000-000000000000}"/>
            </ac:spMkLst>
          </pc:spChg>
          <pc:spChg chg="mod">
            <ac:chgData name="Soumita Sengupta" userId="4afa6ce1-cb01-46c2-8538-4650222f0c96" providerId="ADAL" clId="{2571C0C7-060E-48EE-9E7D-00F1E2A5D45C}" dt="2021-06-24T11:15:39.967" v="148" actId="207"/>
            <ac:spMkLst>
              <pc:docMk/>
              <pc:sldMasterMk cId="1029875623" sldId="2147483678"/>
              <pc:sldLayoutMk cId="700349446" sldId="2147483713"/>
              <ac:spMk id="6" creationId="{00000000-0000-0000-0000-000000000000}"/>
            </ac:spMkLst>
          </pc:spChg>
        </pc:sldLayoutChg>
        <pc:sldLayoutChg chg="del">
          <pc:chgData name="Soumita Sengupta" userId="4afa6ce1-cb01-46c2-8538-4650222f0c96" providerId="ADAL" clId="{2571C0C7-060E-48EE-9E7D-00F1E2A5D45C}" dt="2021-06-24T08:46:14.346" v="56" actId="47"/>
          <pc:sldLayoutMkLst>
            <pc:docMk/>
            <pc:sldMasterMk cId="1029875623" sldId="2147483678"/>
            <pc:sldLayoutMk cId="1796046941" sldId="2147483732"/>
          </pc:sldLayoutMkLst>
        </pc:sldLayoutChg>
        <pc:sldLayoutChg chg="del">
          <pc:chgData name="Soumita Sengupta" userId="4afa6ce1-cb01-46c2-8538-4650222f0c96" providerId="ADAL" clId="{2571C0C7-060E-48EE-9E7D-00F1E2A5D45C}" dt="2021-06-24T08:30:19.593" v="39" actId="47"/>
          <pc:sldLayoutMkLst>
            <pc:docMk/>
            <pc:sldMasterMk cId="1029875623" sldId="2147483678"/>
            <pc:sldLayoutMk cId="2463364972" sldId="2147483732"/>
          </pc:sldLayoutMkLst>
        </pc:sldLayoutChg>
      </pc:sldMasterChg>
    </pc:docChg>
  </pc:docChgLst>
  <pc:docChgLst>
    <pc:chgData name="Soumita Sengupta" userId="4afa6ce1-cb01-46c2-8538-4650222f0c96" providerId="ADAL" clId="{6D014E28-5AC5-424B-B335-F0A00E851760}"/>
    <pc:docChg chg="undo custSel addSld delSld modSld sldOrd">
      <pc:chgData name="Soumita Sengupta" userId="4afa6ce1-cb01-46c2-8538-4650222f0c96" providerId="ADAL" clId="{6D014E28-5AC5-424B-B335-F0A00E851760}" dt="2021-04-09T06:25:34.661" v="414" actId="47"/>
      <pc:docMkLst>
        <pc:docMk/>
      </pc:docMkLst>
      <pc:sldChg chg="del">
        <pc:chgData name="Soumita Sengupta" userId="4afa6ce1-cb01-46c2-8538-4650222f0c96" providerId="ADAL" clId="{6D014E28-5AC5-424B-B335-F0A00E851760}" dt="2021-04-06T10:33:03.639" v="83" actId="47"/>
        <pc:sldMkLst>
          <pc:docMk/>
          <pc:sldMk cId="897743312" sldId="260"/>
        </pc:sldMkLst>
      </pc:sldChg>
      <pc:sldChg chg="del">
        <pc:chgData name="Soumita Sengupta" userId="4afa6ce1-cb01-46c2-8538-4650222f0c96" providerId="ADAL" clId="{6D014E28-5AC5-424B-B335-F0A00E851760}" dt="2021-04-06T11:12:32.703" v="220" actId="47"/>
        <pc:sldMkLst>
          <pc:docMk/>
          <pc:sldMk cId="633416662" sldId="262"/>
        </pc:sldMkLst>
      </pc:sldChg>
      <pc:sldChg chg="del">
        <pc:chgData name="Soumita Sengupta" userId="4afa6ce1-cb01-46c2-8538-4650222f0c96" providerId="ADAL" clId="{6D014E28-5AC5-424B-B335-F0A00E851760}" dt="2021-04-06T11:14:35.014" v="246" actId="47"/>
        <pc:sldMkLst>
          <pc:docMk/>
          <pc:sldMk cId="446307671" sldId="263"/>
        </pc:sldMkLst>
      </pc:sldChg>
      <pc:sldChg chg="addSp delSp modSp add mod">
        <pc:chgData name="Soumita Sengupta" userId="4afa6ce1-cb01-46c2-8538-4650222f0c96" providerId="ADAL" clId="{6D014E28-5AC5-424B-B335-F0A00E851760}" dt="2021-04-06T11:33:00.895" v="366"/>
        <pc:sldMkLst>
          <pc:docMk/>
          <pc:sldMk cId="4196682678" sldId="286"/>
        </pc:sldMkLst>
        <pc:spChg chg="del">
          <ac:chgData name="Soumita Sengupta" userId="4afa6ce1-cb01-46c2-8538-4650222f0c96" providerId="ADAL" clId="{6D014E28-5AC5-424B-B335-F0A00E851760}" dt="2021-04-06T11:32:57.255" v="364" actId="478"/>
          <ac:spMkLst>
            <pc:docMk/>
            <pc:sldMk cId="4196682678" sldId="286"/>
            <ac:spMk id="2" creationId="{601C711B-9295-4652-9ABE-066D256A2133}"/>
          </ac:spMkLst>
        </pc:spChg>
        <pc:spChg chg="del">
          <ac:chgData name="Soumita Sengupta" userId="4afa6ce1-cb01-46c2-8538-4650222f0c96" providerId="ADAL" clId="{6D014E28-5AC5-424B-B335-F0A00E851760}" dt="2021-04-06T11:32:59.336" v="365" actId="478"/>
          <ac:spMkLst>
            <pc:docMk/>
            <pc:sldMk cId="4196682678" sldId="286"/>
            <ac:spMk id="3" creationId="{69926989-36A1-4026-8037-8E95E7C4CAA4}"/>
          </ac:spMkLst>
        </pc:spChg>
        <pc:spChg chg="add mod">
          <ac:chgData name="Soumita Sengupta" userId="4afa6ce1-cb01-46c2-8538-4650222f0c96" providerId="ADAL" clId="{6D014E28-5AC5-424B-B335-F0A00E851760}" dt="2021-04-06T11:33:00.895" v="366"/>
          <ac:spMkLst>
            <pc:docMk/>
            <pc:sldMk cId="4196682678" sldId="286"/>
            <ac:spMk id="7" creationId="{CC8A216C-C5D2-4688-B2C4-7816EC783D76}"/>
          </ac:spMkLst>
        </pc:spChg>
        <pc:spChg chg="mod">
          <ac:chgData name="Soumita Sengupta" userId="4afa6ce1-cb01-46c2-8538-4650222f0c96" providerId="ADAL" clId="{6D014E28-5AC5-424B-B335-F0A00E851760}" dt="2021-04-06T10:48:54.159" v="192" actId="255"/>
          <ac:spMkLst>
            <pc:docMk/>
            <pc:sldMk cId="4196682678" sldId="286"/>
            <ac:spMk id="10" creationId="{1CEF220F-4F97-4E58-8F35-3888D7A16DD5}"/>
          </ac:spMkLst>
        </pc:spChg>
        <pc:picChg chg="add mod">
          <ac:chgData name="Soumita Sengupta" userId="4afa6ce1-cb01-46c2-8538-4650222f0c96" providerId="ADAL" clId="{6D014E28-5AC5-424B-B335-F0A00E851760}" dt="2021-04-06T11:33:00.895" v="366"/>
          <ac:picMkLst>
            <pc:docMk/>
            <pc:sldMk cId="4196682678" sldId="286"/>
            <ac:picMk id="6" creationId="{2F38D59A-3EDA-4ACD-8BE2-FAD988C40D97}"/>
          </ac:picMkLst>
        </pc:picChg>
      </pc:sldChg>
      <pc:sldChg chg="addSp delSp modSp add del mod">
        <pc:chgData name="Soumita Sengupta" userId="4afa6ce1-cb01-46c2-8538-4650222f0c96" providerId="ADAL" clId="{6D014E28-5AC5-424B-B335-F0A00E851760}" dt="2021-04-09T06:25:33.738" v="413" actId="47"/>
        <pc:sldMkLst>
          <pc:docMk/>
          <pc:sldMk cId="3445965952" sldId="287"/>
        </pc:sldMkLst>
        <pc:spChg chg="del">
          <ac:chgData name="Soumita Sengupta" userId="4afa6ce1-cb01-46c2-8538-4650222f0c96" providerId="ADAL" clId="{6D014E28-5AC5-424B-B335-F0A00E851760}" dt="2021-04-06T11:32:00.503" v="349" actId="478"/>
          <ac:spMkLst>
            <pc:docMk/>
            <pc:sldMk cId="3445965952" sldId="287"/>
            <ac:spMk id="3" creationId="{00000000-0000-0000-0000-000000000000}"/>
          </ac:spMkLst>
        </pc:spChg>
        <pc:spChg chg="del">
          <ac:chgData name="Soumita Sengupta" userId="4afa6ce1-cb01-46c2-8538-4650222f0c96" providerId="ADAL" clId="{6D014E28-5AC5-424B-B335-F0A00E851760}" dt="2021-04-06T11:32:02.609" v="350" actId="478"/>
          <ac:spMkLst>
            <pc:docMk/>
            <pc:sldMk cId="3445965952" sldId="287"/>
            <ac:spMk id="4" creationId="{00000000-0000-0000-0000-000000000000}"/>
          </ac:spMkLst>
        </pc:spChg>
        <pc:spChg chg="add mod">
          <ac:chgData name="Soumita Sengupta" userId="4afa6ce1-cb01-46c2-8538-4650222f0c96" providerId="ADAL" clId="{6D014E28-5AC5-424B-B335-F0A00E851760}" dt="2021-04-06T11:32:04.467" v="351"/>
          <ac:spMkLst>
            <pc:docMk/>
            <pc:sldMk cId="3445965952" sldId="287"/>
            <ac:spMk id="8" creationId="{F946BBD2-C62F-45F5-B703-216EEC30A172}"/>
          </ac:spMkLst>
        </pc:spChg>
        <pc:graphicFrameChg chg="mod">
          <ac:chgData name="Soumita Sengupta" userId="4afa6ce1-cb01-46c2-8538-4650222f0c96" providerId="ADAL" clId="{6D014E28-5AC5-424B-B335-F0A00E851760}" dt="2021-04-06T10:42:18.804" v="159" actId="108"/>
          <ac:graphicFrameMkLst>
            <pc:docMk/>
            <pc:sldMk cId="3445965952" sldId="287"/>
            <ac:graphicFrameMk id="6" creationId="{00000000-0000-0000-0000-000000000000}"/>
          </ac:graphicFrameMkLst>
        </pc:graphicFrameChg>
        <pc:picChg chg="add mod">
          <ac:chgData name="Soumita Sengupta" userId="4afa6ce1-cb01-46c2-8538-4650222f0c96" providerId="ADAL" clId="{6D014E28-5AC5-424B-B335-F0A00E851760}" dt="2021-04-06T11:32:04.467" v="351"/>
          <ac:picMkLst>
            <pc:docMk/>
            <pc:sldMk cId="3445965952" sldId="287"/>
            <ac:picMk id="7" creationId="{2756D2A9-510A-4961-8348-84F9D8FEC4F8}"/>
          </ac:picMkLst>
        </pc:picChg>
      </pc:sldChg>
      <pc:sldChg chg="addSp delSp modSp add del mod">
        <pc:chgData name="Soumita Sengupta" userId="4afa6ce1-cb01-46c2-8538-4650222f0c96" providerId="ADAL" clId="{6D014E28-5AC5-424B-B335-F0A00E851760}" dt="2021-04-09T06:25:34.661" v="414" actId="47"/>
        <pc:sldMkLst>
          <pc:docMk/>
          <pc:sldMk cId="3251029133" sldId="288"/>
        </pc:sldMkLst>
        <pc:spChg chg="del">
          <ac:chgData name="Soumita Sengupta" userId="4afa6ce1-cb01-46c2-8538-4650222f0c96" providerId="ADAL" clId="{6D014E28-5AC5-424B-B335-F0A00E851760}" dt="2021-04-06T11:32:11.846" v="352" actId="478"/>
          <ac:spMkLst>
            <pc:docMk/>
            <pc:sldMk cId="3251029133" sldId="288"/>
            <ac:spMk id="3" creationId="{00000000-0000-0000-0000-000000000000}"/>
          </ac:spMkLst>
        </pc:spChg>
        <pc:spChg chg="del">
          <ac:chgData name="Soumita Sengupta" userId="4afa6ce1-cb01-46c2-8538-4650222f0c96" providerId="ADAL" clId="{6D014E28-5AC5-424B-B335-F0A00E851760}" dt="2021-04-06T11:32:14.376" v="353" actId="478"/>
          <ac:spMkLst>
            <pc:docMk/>
            <pc:sldMk cId="3251029133" sldId="288"/>
            <ac:spMk id="4" creationId="{00000000-0000-0000-0000-000000000000}"/>
          </ac:spMkLst>
        </pc:spChg>
        <pc:spChg chg="add mod">
          <ac:chgData name="Soumita Sengupta" userId="4afa6ce1-cb01-46c2-8538-4650222f0c96" providerId="ADAL" clId="{6D014E28-5AC5-424B-B335-F0A00E851760}" dt="2021-04-06T11:32:16.059" v="354"/>
          <ac:spMkLst>
            <pc:docMk/>
            <pc:sldMk cId="3251029133" sldId="288"/>
            <ac:spMk id="8" creationId="{79399695-8344-4CD9-89EC-1DE36A0A5609}"/>
          </ac:spMkLst>
        </pc:spChg>
        <pc:graphicFrameChg chg="mod modGraphic">
          <ac:chgData name="Soumita Sengupta" userId="4afa6ce1-cb01-46c2-8538-4650222f0c96" providerId="ADAL" clId="{6D014E28-5AC5-424B-B335-F0A00E851760}" dt="2021-04-06T10:42:39.502" v="162" actId="255"/>
          <ac:graphicFrameMkLst>
            <pc:docMk/>
            <pc:sldMk cId="3251029133" sldId="288"/>
            <ac:graphicFrameMk id="6" creationId="{00000000-0000-0000-0000-000000000000}"/>
          </ac:graphicFrameMkLst>
        </pc:graphicFrameChg>
        <pc:picChg chg="add mod">
          <ac:chgData name="Soumita Sengupta" userId="4afa6ce1-cb01-46c2-8538-4650222f0c96" providerId="ADAL" clId="{6D014E28-5AC5-424B-B335-F0A00E851760}" dt="2021-04-06T11:32:16.059" v="354"/>
          <ac:picMkLst>
            <pc:docMk/>
            <pc:sldMk cId="3251029133" sldId="288"/>
            <ac:picMk id="7" creationId="{6C13166F-E210-4A02-9BD9-885CE8179C2A}"/>
          </ac:picMkLst>
        </pc:picChg>
      </pc:sldChg>
      <pc:sldChg chg="addSp delSp modSp add mod">
        <pc:chgData name="Soumita Sengupta" userId="4afa6ce1-cb01-46c2-8538-4650222f0c96" providerId="ADAL" clId="{6D014E28-5AC5-424B-B335-F0A00E851760}" dt="2021-04-06T11:29:52.198" v="318" actId="1076"/>
        <pc:sldMkLst>
          <pc:docMk/>
          <pc:sldMk cId="3879588154" sldId="290"/>
        </pc:sldMkLst>
        <pc:spChg chg="del">
          <ac:chgData name="Soumita Sengupta" userId="4afa6ce1-cb01-46c2-8538-4650222f0c96" providerId="ADAL" clId="{6D014E28-5AC5-424B-B335-F0A00E851760}" dt="2021-04-06T11:29:19.041" v="311" actId="478"/>
          <ac:spMkLst>
            <pc:docMk/>
            <pc:sldMk cId="3879588154" sldId="290"/>
            <ac:spMk id="2" creationId="{D91EEE62-42F2-4F1D-B8A3-FBAD6C650C8E}"/>
          </ac:spMkLst>
        </pc:spChg>
        <pc:spChg chg="del">
          <ac:chgData name="Soumita Sengupta" userId="4afa6ce1-cb01-46c2-8538-4650222f0c96" providerId="ADAL" clId="{6D014E28-5AC5-424B-B335-F0A00E851760}" dt="2021-04-06T11:29:22.653" v="312" actId="478"/>
          <ac:spMkLst>
            <pc:docMk/>
            <pc:sldMk cId="3879588154" sldId="290"/>
            <ac:spMk id="4" creationId="{3444EB40-04FA-4299-92D2-DF45857EA738}"/>
          </ac:spMkLst>
        </pc:spChg>
        <pc:spChg chg="add del mod">
          <ac:chgData name="Soumita Sengupta" userId="4afa6ce1-cb01-46c2-8538-4650222f0c96" providerId="ADAL" clId="{6D014E28-5AC5-424B-B335-F0A00E851760}" dt="2021-04-06T11:29:26.521" v="314"/>
          <ac:spMkLst>
            <pc:docMk/>
            <pc:sldMk cId="3879588154" sldId="290"/>
            <ac:spMk id="6" creationId="{4A68B003-77A7-437B-A30B-46606BC3B75E}"/>
          </ac:spMkLst>
        </pc:spChg>
        <pc:spChg chg="add mod">
          <ac:chgData name="Soumita Sengupta" userId="4afa6ce1-cb01-46c2-8538-4650222f0c96" providerId="ADAL" clId="{6D014E28-5AC5-424B-B335-F0A00E851760}" dt="2021-04-06T11:29:52.198" v="318" actId="1076"/>
          <ac:spMkLst>
            <pc:docMk/>
            <pc:sldMk cId="3879588154" sldId="290"/>
            <ac:spMk id="8" creationId="{8B8D271A-70E6-42E8-9673-1CD0392E2CE6}"/>
          </ac:spMkLst>
        </pc:spChg>
        <pc:spChg chg="del">
          <ac:chgData name="Soumita Sengupta" userId="4afa6ce1-cb01-46c2-8538-4650222f0c96" providerId="ADAL" clId="{6D014E28-5AC5-424B-B335-F0A00E851760}" dt="2021-04-06T10:27:48.707" v="26" actId="478"/>
          <ac:spMkLst>
            <pc:docMk/>
            <pc:sldMk cId="3879588154" sldId="290"/>
            <ac:spMk id="10" creationId="{31F121B9-728B-46F1-B056-A4E564A3B017}"/>
          </ac:spMkLst>
        </pc:spChg>
        <pc:picChg chg="add mod">
          <ac:chgData name="Soumita Sengupta" userId="4afa6ce1-cb01-46c2-8538-4650222f0c96" providerId="ADAL" clId="{6D014E28-5AC5-424B-B335-F0A00E851760}" dt="2021-04-06T11:29:30.627" v="316" actId="1076"/>
          <ac:picMkLst>
            <pc:docMk/>
            <pc:sldMk cId="3879588154" sldId="290"/>
            <ac:picMk id="3" creationId="{07E0BDF4-BE3D-48E3-B3B8-73695475CDBD}"/>
          </ac:picMkLst>
        </pc:picChg>
        <pc:picChg chg="mod">
          <ac:chgData name="Soumita Sengupta" userId="4afa6ce1-cb01-46c2-8538-4650222f0c96" providerId="ADAL" clId="{6D014E28-5AC5-424B-B335-F0A00E851760}" dt="2021-04-06T10:27:53.390" v="27" actId="1076"/>
          <ac:picMkLst>
            <pc:docMk/>
            <pc:sldMk cId="3879588154" sldId="290"/>
            <ac:picMk id="7" creationId="{7F152307-C1F8-47C6-A5BE-D147F2DA68FF}"/>
          </ac:picMkLst>
        </pc:picChg>
      </pc:sldChg>
      <pc:sldChg chg="addSp delSp modSp add mod">
        <pc:chgData name="Soumita Sengupta" userId="4afa6ce1-cb01-46c2-8538-4650222f0c96" providerId="ADAL" clId="{6D014E28-5AC5-424B-B335-F0A00E851760}" dt="2021-04-06T11:30:12.786" v="321"/>
        <pc:sldMkLst>
          <pc:docMk/>
          <pc:sldMk cId="1179459248" sldId="291"/>
        </pc:sldMkLst>
        <pc:spChg chg="del">
          <ac:chgData name="Soumita Sengupta" userId="4afa6ce1-cb01-46c2-8538-4650222f0c96" providerId="ADAL" clId="{6D014E28-5AC5-424B-B335-F0A00E851760}" dt="2021-04-06T11:30:07.448" v="319" actId="478"/>
          <ac:spMkLst>
            <pc:docMk/>
            <pc:sldMk cId="1179459248" sldId="291"/>
            <ac:spMk id="2" creationId="{A5545079-D53D-4204-BC3D-24CFC6CCA960}"/>
          </ac:spMkLst>
        </pc:spChg>
        <pc:spChg chg="del">
          <ac:chgData name="Soumita Sengupta" userId="4afa6ce1-cb01-46c2-8538-4650222f0c96" providerId="ADAL" clId="{6D014E28-5AC5-424B-B335-F0A00E851760}" dt="2021-04-06T11:30:10.766" v="320" actId="478"/>
          <ac:spMkLst>
            <pc:docMk/>
            <pc:sldMk cId="1179459248" sldId="291"/>
            <ac:spMk id="3" creationId="{CF66264A-2F27-4E94-9395-FD5D576B0B85}"/>
          </ac:spMkLst>
        </pc:spChg>
        <pc:spChg chg="add mod">
          <ac:chgData name="Soumita Sengupta" userId="4afa6ce1-cb01-46c2-8538-4650222f0c96" providerId="ADAL" clId="{6D014E28-5AC5-424B-B335-F0A00E851760}" dt="2021-04-06T11:30:12.786" v="321"/>
          <ac:spMkLst>
            <pc:docMk/>
            <pc:sldMk cId="1179459248" sldId="291"/>
            <ac:spMk id="8" creationId="{E5338E6C-3031-4B14-B954-C1758B845F2F}"/>
          </ac:spMkLst>
        </pc:spChg>
        <pc:graphicFrameChg chg="mod">
          <ac:chgData name="Soumita Sengupta" userId="4afa6ce1-cb01-46c2-8538-4650222f0c96" providerId="ADAL" clId="{6D014E28-5AC5-424B-B335-F0A00E851760}" dt="2021-04-06T10:29:10.749" v="42" actId="1076"/>
          <ac:graphicFrameMkLst>
            <pc:docMk/>
            <pc:sldMk cId="1179459248" sldId="291"/>
            <ac:graphicFrameMk id="6" creationId="{00000000-0000-0000-0000-000000000000}"/>
          </ac:graphicFrameMkLst>
        </pc:graphicFrameChg>
        <pc:picChg chg="add mod">
          <ac:chgData name="Soumita Sengupta" userId="4afa6ce1-cb01-46c2-8538-4650222f0c96" providerId="ADAL" clId="{6D014E28-5AC5-424B-B335-F0A00E851760}" dt="2021-04-06T11:30:12.786" v="321"/>
          <ac:picMkLst>
            <pc:docMk/>
            <pc:sldMk cId="1179459248" sldId="291"/>
            <ac:picMk id="7" creationId="{D0CDCA76-7101-49FB-9F61-9458A01E9EB3}"/>
          </ac:picMkLst>
        </pc:picChg>
      </pc:sldChg>
      <pc:sldChg chg="addSp delSp modSp add mod">
        <pc:chgData name="Soumita Sengupta" userId="4afa6ce1-cb01-46c2-8538-4650222f0c96" providerId="ADAL" clId="{6D014E28-5AC5-424B-B335-F0A00E851760}" dt="2021-04-06T11:30:20.285" v="324"/>
        <pc:sldMkLst>
          <pc:docMk/>
          <pc:sldMk cId="4035925901" sldId="292"/>
        </pc:sldMkLst>
        <pc:spChg chg="del">
          <ac:chgData name="Soumita Sengupta" userId="4afa6ce1-cb01-46c2-8538-4650222f0c96" providerId="ADAL" clId="{6D014E28-5AC5-424B-B335-F0A00E851760}" dt="2021-04-06T11:30:16.513" v="322" actId="478"/>
          <ac:spMkLst>
            <pc:docMk/>
            <pc:sldMk cId="4035925901" sldId="292"/>
            <ac:spMk id="3" creationId="{00000000-0000-0000-0000-000000000000}"/>
          </ac:spMkLst>
        </pc:spChg>
        <pc:spChg chg="del">
          <ac:chgData name="Soumita Sengupta" userId="4afa6ce1-cb01-46c2-8538-4650222f0c96" providerId="ADAL" clId="{6D014E28-5AC5-424B-B335-F0A00E851760}" dt="2021-04-06T11:30:18.577" v="323" actId="478"/>
          <ac:spMkLst>
            <pc:docMk/>
            <pc:sldMk cId="4035925901" sldId="292"/>
            <ac:spMk id="4" creationId="{00000000-0000-0000-0000-000000000000}"/>
          </ac:spMkLst>
        </pc:spChg>
        <pc:spChg chg="mod">
          <ac:chgData name="Soumita Sengupta" userId="4afa6ce1-cb01-46c2-8538-4650222f0c96" providerId="ADAL" clId="{6D014E28-5AC5-424B-B335-F0A00E851760}" dt="2021-04-06T10:30:20.641" v="72" actId="5793"/>
          <ac:spMkLst>
            <pc:docMk/>
            <pc:sldMk cId="4035925901" sldId="292"/>
            <ac:spMk id="5" creationId="{00000000-0000-0000-0000-000000000000}"/>
          </ac:spMkLst>
        </pc:spChg>
        <pc:spChg chg="add mod">
          <ac:chgData name="Soumita Sengupta" userId="4afa6ce1-cb01-46c2-8538-4650222f0c96" providerId="ADAL" clId="{6D014E28-5AC5-424B-B335-F0A00E851760}" dt="2021-04-06T11:30:20.285" v="324"/>
          <ac:spMkLst>
            <pc:docMk/>
            <pc:sldMk cId="4035925901" sldId="292"/>
            <ac:spMk id="8" creationId="{CD558720-D4DD-4EFF-9F83-5B3E3F40688A}"/>
          </ac:spMkLst>
        </pc:spChg>
        <pc:graphicFrameChg chg="mod">
          <ac:chgData name="Soumita Sengupta" userId="4afa6ce1-cb01-46c2-8538-4650222f0c96" providerId="ADAL" clId="{6D014E28-5AC5-424B-B335-F0A00E851760}" dt="2021-04-06T10:30:03.025" v="59" actId="108"/>
          <ac:graphicFrameMkLst>
            <pc:docMk/>
            <pc:sldMk cId="4035925901" sldId="292"/>
            <ac:graphicFrameMk id="6" creationId="{00000000-0000-0000-0000-000000000000}"/>
          </ac:graphicFrameMkLst>
        </pc:graphicFrameChg>
        <pc:picChg chg="add mod">
          <ac:chgData name="Soumita Sengupta" userId="4afa6ce1-cb01-46c2-8538-4650222f0c96" providerId="ADAL" clId="{6D014E28-5AC5-424B-B335-F0A00E851760}" dt="2021-04-06T11:30:20.285" v="324"/>
          <ac:picMkLst>
            <pc:docMk/>
            <pc:sldMk cId="4035925901" sldId="292"/>
            <ac:picMk id="7" creationId="{CA1F9789-7C7C-4395-9DC5-7B02EAEC5DD4}"/>
          </ac:picMkLst>
        </pc:picChg>
      </pc:sldChg>
      <pc:sldChg chg="addSp delSp modSp add mod">
        <pc:chgData name="Soumita Sengupta" userId="4afa6ce1-cb01-46c2-8538-4650222f0c96" providerId="ADAL" clId="{6D014E28-5AC5-424B-B335-F0A00E851760}" dt="2021-04-06T11:31:13.617" v="336"/>
        <pc:sldMkLst>
          <pc:docMk/>
          <pc:sldMk cId="1447183784" sldId="293"/>
        </pc:sldMkLst>
        <pc:spChg chg="del">
          <ac:chgData name="Soumita Sengupta" userId="4afa6ce1-cb01-46c2-8538-4650222f0c96" providerId="ADAL" clId="{6D014E28-5AC5-424B-B335-F0A00E851760}" dt="2021-04-06T11:31:09.283" v="334" actId="478"/>
          <ac:spMkLst>
            <pc:docMk/>
            <pc:sldMk cId="1447183784" sldId="293"/>
            <ac:spMk id="3" creationId="{00000000-0000-0000-0000-000000000000}"/>
          </ac:spMkLst>
        </pc:spChg>
        <pc:spChg chg="del">
          <ac:chgData name="Soumita Sengupta" userId="4afa6ce1-cb01-46c2-8538-4650222f0c96" providerId="ADAL" clId="{6D014E28-5AC5-424B-B335-F0A00E851760}" dt="2021-04-06T11:31:11.987" v="335" actId="478"/>
          <ac:spMkLst>
            <pc:docMk/>
            <pc:sldMk cId="1447183784" sldId="293"/>
            <ac:spMk id="4" creationId="{00000000-0000-0000-0000-000000000000}"/>
          </ac:spMkLst>
        </pc:spChg>
        <pc:spChg chg="mod">
          <ac:chgData name="Soumita Sengupta" userId="4afa6ce1-cb01-46c2-8538-4650222f0c96" providerId="ADAL" clId="{6D014E28-5AC5-424B-B335-F0A00E851760}" dt="2021-04-06T10:33:44.983" v="87" actId="27636"/>
          <ac:spMkLst>
            <pc:docMk/>
            <pc:sldMk cId="1447183784" sldId="293"/>
            <ac:spMk id="5" creationId="{00000000-0000-0000-0000-000000000000}"/>
          </ac:spMkLst>
        </pc:spChg>
        <pc:spChg chg="add mod">
          <ac:chgData name="Soumita Sengupta" userId="4afa6ce1-cb01-46c2-8538-4650222f0c96" providerId="ADAL" clId="{6D014E28-5AC5-424B-B335-F0A00E851760}" dt="2021-04-06T11:31:13.617" v="336"/>
          <ac:spMkLst>
            <pc:docMk/>
            <pc:sldMk cId="1447183784" sldId="293"/>
            <ac:spMk id="8" creationId="{DA5ECAA8-14F4-4E16-B435-807A3D718475}"/>
          </ac:spMkLst>
        </pc:spChg>
        <pc:graphicFrameChg chg="mod">
          <ac:chgData name="Soumita Sengupta" userId="4afa6ce1-cb01-46c2-8538-4650222f0c96" providerId="ADAL" clId="{6D014E28-5AC5-424B-B335-F0A00E851760}" dt="2021-04-06T10:35:41.844" v="110" actId="108"/>
          <ac:graphicFrameMkLst>
            <pc:docMk/>
            <pc:sldMk cId="1447183784" sldId="293"/>
            <ac:graphicFrameMk id="6" creationId="{00000000-0000-0000-0000-000000000000}"/>
          </ac:graphicFrameMkLst>
        </pc:graphicFrameChg>
        <pc:picChg chg="add mod">
          <ac:chgData name="Soumita Sengupta" userId="4afa6ce1-cb01-46c2-8538-4650222f0c96" providerId="ADAL" clId="{6D014E28-5AC5-424B-B335-F0A00E851760}" dt="2021-04-06T11:31:13.617" v="336"/>
          <ac:picMkLst>
            <pc:docMk/>
            <pc:sldMk cId="1447183784" sldId="293"/>
            <ac:picMk id="7" creationId="{310ECB26-5718-49CF-8AFF-89EF79FC7A6D}"/>
          </ac:picMkLst>
        </pc:picChg>
      </pc:sldChg>
      <pc:sldChg chg="modSp mod">
        <pc:chgData name="Soumita Sengupta" userId="4afa6ce1-cb01-46c2-8538-4650222f0c96" providerId="ADAL" clId="{6D014E28-5AC5-424B-B335-F0A00E851760}" dt="2021-04-06T10:26:10.949" v="24" actId="20577"/>
        <pc:sldMkLst>
          <pc:docMk/>
          <pc:sldMk cId="2584036331" sldId="339"/>
        </pc:sldMkLst>
        <pc:spChg chg="mod">
          <ac:chgData name="Soumita Sengupta" userId="4afa6ce1-cb01-46c2-8538-4650222f0c96" providerId="ADAL" clId="{6D014E28-5AC5-424B-B335-F0A00E851760}" dt="2021-04-06T10:26:10.949" v="24" actId="20577"/>
          <ac:spMkLst>
            <pc:docMk/>
            <pc:sldMk cId="2584036331" sldId="339"/>
            <ac:spMk id="5" creationId="{6D1A1596-A8D7-4C1A-8956-0FA40A84EFCA}"/>
          </ac:spMkLst>
        </pc:spChg>
      </pc:sldChg>
      <pc:sldChg chg="modSp mod ord">
        <pc:chgData name="Soumita Sengupta" userId="4afa6ce1-cb01-46c2-8538-4650222f0c96" providerId="ADAL" clId="{6D014E28-5AC5-424B-B335-F0A00E851760}" dt="2021-04-06T10:31:23.957" v="79"/>
        <pc:sldMkLst>
          <pc:docMk/>
          <pc:sldMk cId="473323582" sldId="359"/>
        </pc:sldMkLst>
        <pc:spChg chg="mod">
          <ac:chgData name="Soumita Sengupta" userId="4afa6ce1-cb01-46c2-8538-4650222f0c96" providerId="ADAL" clId="{6D014E28-5AC5-424B-B335-F0A00E851760}" dt="2021-04-06T10:31:23.957" v="79"/>
          <ac:spMkLst>
            <pc:docMk/>
            <pc:sldMk cId="473323582" sldId="359"/>
            <ac:spMk id="2" creationId="{57983F62-BBB9-431B-A37F-BDA0DC7153F6}"/>
          </ac:spMkLst>
        </pc:spChg>
      </pc:sldChg>
      <pc:sldChg chg="addSp delSp modSp add mod">
        <pc:chgData name="Soumita Sengupta" userId="4afa6ce1-cb01-46c2-8538-4650222f0c96" providerId="ADAL" clId="{6D014E28-5AC5-424B-B335-F0A00E851760}" dt="2021-04-08T09:04:39.270" v="411" actId="20577"/>
        <pc:sldMkLst>
          <pc:docMk/>
          <pc:sldMk cId="3877073650" sldId="430"/>
        </pc:sldMkLst>
        <pc:spChg chg="del">
          <ac:chgData name="Soumita Sengupta" userId="4afa6ce1-cb01-46c2-8538-4650222f0c96" providerId="ADAL" clId="{6D014E28-5AC5-424B-B335-F0A00E851760}" dt="2021-04-06T11:31:20.616" v="337" actId="478"/>
          <ac:spMkLst>
            <pc:docMk/>
            <pc:sldMk cId="3877073650" sldId="430"/>
            <ac:spMk id="3" creationId="{00000000-0000-0000-0000-000000000000}"/>
          </ac:spMkLst>
        </pc:spChg>
        <pc:spChg chg="del">
          <ac:chgData name="Soumita Sengupta" userId="4afa6ce1-cb01-46c2-8538-4650222f0c96" providerId="ADAL" clId="{6D014E28-5AC5-424B-B335-F0A00E851760}" dt="2021-04-06T11:31:25.503" v="338" actId="478"/>
          <ac:spMkLst>
            <pc:docMk/>
            <pc:sldMk cId="3877073650" sldId="430"/>
            <ac:spMk id="4" creationId="{00000000-0000-0000-0000-000000000000}"/>
          </ac:spMkLst>
        </pc:spChg>
        <pc:spChg chg="mod">
          <ac:chgData name="Soumita Sengupta" userId="4afa6ce1-cb01-46c2-8538-4650222f0c96" providerId="ADAL" clId="{6D014E28-5AC5-424B-B335-F0A00E851760}" dt="2021-04-06T10:40:13.449" v="129" actId="108"/>
          <ac:spMkLst>
            <pc:docMk/>
            <pc:sldMk cId="3877073650" sldId="430"/>
            <ac:spMk id="12" creationId="{1C263E02-A142-4874-9FC3-BD95A9151AC6}"/>
          </ac:spMkLst>
        </pc:spChg>
        <pc:spChg chg="mod">
          <ac:chgData name="Soumita Sengupta" userId="4afa6ce1-cb01-46c2-8538-4650222f0c96" providerId="ADAL" clId="{6D014E28-5AC5-424B-B335-F0A00E851760}" dt="2021-04-06T10:40:08.919" v="128" actId="108"/>
          <ac:spMkLst>
            <pc:docMk/>
            <pc:sldMk cId="3877073650" sldId="430"/>
            <ac:spMk id="14" creationId="{43512C94-6DDC-471B-BD2C-171EC74F8CB2}"/>
          </ac:spMkLst>
        </pc:spChg>
        <pc:spChg chg="mod">
          <ac:chgData name="Soumita Sengupta" userId="4afa6ce1-cb01-46c2-8538-4650222f0c96" providerId="ADAL" clId="{6D014E28-5AC5-424B-B335-F0A00E851760}" dt="2021-04-06T10:40:04.365" v="127" actId="108"/>
          <ac:spMkLst>
            <pc:docMk/>
            <pc:sldMk cId="3877073650" sldId="430"/>
            <ac:spMk id="16" creationId="{6A7CE17C-D6FB-46CF-8557-0A4908E55458}"/>
          </ac:spMkLst>
        </pc:spChg>
        <pc:spChg chg="add mod">
          <ac:chgData name="Soumita Sengupta" userId="4afa6ce1-cb01-46c2-8538-4650222f0c96" providerId="ADAL" clId="{6D014E28-5AC5-424B-B335-F0A00E851760}" dt="2021-04-06T11:31:27.414" v="339"/>
          <ac:spMkLst>
            <pc:docMk/>
            <pc:sldMk cId="3877073650" sldId="430"/>
            <ac:spMk id="20" creationId="{9CB889B1-CF3A-4A1C-8CCD-69D36C5EB271}"/>
          </ac:spMkLst>
        </pc:spChg>
        <pc:graphicFrameChg chg="mod">
          <ac:chgData name="Soumita Sengupta" userId="4afa6ce1-cb01-46c2-8538-4650222f0c96" providerId="ADAL" clId="{6D014E28-5AC5-424B-B335-F0A00E851760}" dt="2021-04-08T09:04:39.270" v="411" actId="20577"/>
          <ac:graphicFrameMkLst>
            <pc:docMk/>
            <pc:sldMk cId="3877073650" sldId="430"/>
            <ac:graphicFrameMk id="6" creationId="{00000000-0000-0000-0000-000000000000}"/>
          </ac:graphicFrameMkLst>
        </pc:graphicFrameChg>
        <pc:picChg chg="add mod">
          <ac:chgData name="Soumita Sengupta" userId="4afa6ce1-cb01-46c2-8538-4650222f0c96" providerId="ADAL" clId="{6D014E28-5AC5-424B-B335-F0A00E851760}" dt="2021-04-06T11:31:27.414" v="339"/>
          <ac:picMkLst>
            <pc:docMk/>
            <pc:sldMk cId="3877073650" sldId="430"/>
            <ac:picMk id="19" creationId="{A3EC2265-0BB0-49EE-9033-C09AF9E6E187}"/>
          </ac:picMkLst>
        </pc:picChg>
      </pc:sldChg>
      <pc:sldChg chg="addSp delSp modSp add mod">
        <pc:chgData name="Soumita Sengupta" userId="4afa6ce1-cb01-46c2-8538-4650222f0c96" providerId="ADAL" clId="{6D014E28-5AC5-424B-B335-F0A00E851760}" dt="2021-04-06T11:31:39.006" v="342"/>
        <pc:sldMkLst>
          <pc:docMk/>
          <pc:sldMk cId="282342653" sldId="431"/>
        </pc:sldMkLst>
        <pc:spChg chg="del">
          <ac:chgData name="Soumita Sengupta" userId="4afa6ce1-cb01-46c2-8538-4650222f0c96" providerId="ADAL" clId="{6D014E28-5AC5-424B-B335-F0A00E851760}" dt="2021-04-06T11:31:34.236" v="340" actId="478"/>
          <ac:spMkLst>
            <pc:docMk/>
            <pc:sldMk cId="282342653" sldId="431"/>
            <ac:spMk id="3" creationId="{00000000-0000-0000-0000-000000000000}"/>
          </ac:spMkLst>
        </pc:spChg>
        <pc:spChg chg="del">
          <ac:chgData name="Soumita Sengupta" userId="4afa6ce1-cb01-46c2-8538-4650222f0c96" providerId="ADAL" clId="{6D014E28-5AC5-424B-B335-F0A00E851760}" dt="2021-04-06T11:31:37.245" v="341" actId="478"/>
          <ac:spMkLst>
            <pc:docMk/>
            <pc:sldMk cId="282342653" sldId="431"/>
            <ac:spMk id="4" creationId="{00000000-0000-0000-0000-000000000000}"/>
          </ac:spMkLst>
        </pc:spChg>
        <pc:spChg chg="mod">
          <ac:chgData name="Soumita Sengupta" userId="4afa6ce1-cb01-46c2-8538-4650222f0c96" providerId="ADAL" clId="{6D014E28-5AC5-424B-B335-F0A00E851760}" dt="2021-04-06T10:40:44.281" v="136" actId="108"/>
          <ac:spMkLst>
            <pc:docMk/>
            <pc:sldMk cId="282342653" sldId="431"/>
            <ac:spMk id="14" creationId="{43512C94-6DDC-471B-BD2C-171EC74F8CB2}"/>
          </ac:spMkLst>
        </pc:spChg>
        <pc:spChg chg="mod">
          <ac:chgData name="Soumita Sengupta" userId="4afa6ce1-cb01-46c2-8538-4650222f0c96" providerId="ADAL" clId="{6D014E28-5AC5-424B-B335-F0A00E851760}" dt="2021-04-06T10:40:31.916" v="135" actId="108"/>
          <ac:spMkLst>
            <pc:docMk/>
            <pc:sldMk cId="282342653" sldId="431"/>
            <ac:spMk id="16" creationId="{6A7CE17C-D6FB-46CF-8557-0A4908E55458}"/>
          </ac:spMkLst>
        </pc:spChg>
        <pc:spChg chg="add mod">
          <ac:chgData name="Soumita Sengupta" userId="4afa6ce1-cb01-46c2-8538-4650222f0c96" providerId="ADAL" clId="{6D014E28-5AC5-424B-B335-F0A00E851760}" dt="2021-04-06T11:31:39.006" v="342"/>
          <ac:spMkLst>
            <pc:docMk/>
            <pc:sldMk cId="282342653" sldId="431"/>
            <ac:spMk id="20" creationId="{E4E4FFAD-140F-40A2-BDA3-E20AC944E184}"/>
          </ac:spMkLst>
        </pc:spChg>
        <pc:graphicFrameChg chg="mod">
          <ac:chgData name="Soumita Sengupta" userId="4afa6ce1-cb01-46c2-8538-4650222f0c96" providerId="ADAL" clId="{6D014E28-5AC5-424B-B335-F0A00E851760}" dt="2021-04-06T10:40:30.271" v="134"/>
          <ac:graphicFrameMkLst>
            <pc:docMk/>
            <pc:sldMk cId="282342653" sldId="431"/>
            <ac:graphicFrameMk id="6" creationId="{00000000-0000-0000-0000-000000000000}"/>
          </ac:graphicFrameMkLst>
        </pc:graphicFrameChg>
        <pc:picChg chg="add mod">
          <ac:chgData name="Soumita Sengupta" userId="4afa6ce1-cb01-46c2-8538-4650222f0c96" providerId="ADAL" clId="{6D014E28-5AC5-424B-B335-F0A00E851760}" dt="2021-04-06T11:31:39.006" v="342"/>
          <ac:picMkLst>
            <pc:docMk/>
            <pc:sldMk cId="282342653" sldId="431"/>
            <ac:picMk id="19" creationId="{288E5FC9-E128-4042-AA5F-4DE03DBA8340}"/>
          </ac:picMkLst>
        </pc:picChg>
      </pc:sldChg>
      <pc:sldChg chg="addSp delSp modSp add mod">
        <pc:chgData name="Soumita Sengupta" userId="4afa6ce1-cb01-46c2-8538-4650222f0c96" providerId="ADAL" clId="{6D014E28-5AC5-424B-B335-F0A00E851760}" dt="2021-04-08T09:03:54.440" v="408" actId="255"/>
        <pc:sldMkLst>
          <pc:docMk/>
          <pc:sldMk cId="892776276" sldId="432"/>
        </pc:sldMkLst>
        <pc:spChg chg="del">
          <ac:chgData name="Soumita Sengupta" userId="4afa6ce1-cb01-46c2-8538-4650222f0c96" providerId="ADAL" clId="{6D014E28-5AC5-424B-B335-F0A00E851760}" dt="2021-04-06T11:31:43.261" v="343" actId="478"/>
          <ac:spMkLst>
            <pc:docMk/>
            <pc:sldMk cId="892776276" sldId="432"/>
            <ac:spMk id="3" creationId="{00000000-0000-0000-0000-000000000000}"/>
          </ac:spMkLst>
        </pc:spChg>
        <pc:spChg chg="del">
          <ac:chgData name="Soumita Sengupta" userId="4afa6ce1-cb01-46c2-8538-4650222f0c96" providerId="ADAL" clId="{6D014E28-5AC5-424B-B335-F0A00E851760}" dt="2021-04-06T11:31:46.216" v="344" actId="478"/>
          <ac:spMkLst>
            <pc:docMk/>
            <pc:sldMk cId="892776276" sldId="432"/>
            <ac:spMk id="4" creationId="{00000000-0000-0000-0000-000000000000}"/>
          </ac:spMkLst>
        </pc:spChg>
        <pc:spChg chg="mod">
          <ac:chgData name="Soumita Sengupta" userId="4afa6ce1-cb01-46c2-8538-4650222f0c96" providerId="ADAL" clId="{6D014E28-5AC5-424B-B335-F0A00E851760}" dt="2021-04-08T09:03:54.440" v="408" actId="255"/>
          <ac:spMkLst>
            <pc:docMk/>
            <pc:sldMk cId="892776276" sldId="432"/>
            <ac:spMk id="27" creationId="{A976FBE3-570A-4551-B721-7E1D4F374A33}"/>
          </ac:spMkLst>
        </pc:spChg>
        <pc:spChg chg="mod">
          <ac:chgData name="Soumita Sengupta" userId="4afa6ce1-cb01-46c2-8538-4650222f0c96" providerId="ADAL" clId="{6D014E28-5AC5-424B-B335-F0A00E851760}" dt="2021-04-06T10:41:18.979" v="146" actId="108"/>
          <ac:spMkLst>
            <pc:docMk/>
            <pc:sldMk cId="892776276" sldId="432"/>
            <ac:spMk id="29" creationId="{1B6F2D4B-3312-4222-A72E-A2918F49E8A5}"/>
          </ac:spMkLst>
        </pc:spChg>
        <pc:spChg chg="mod">
          <ac:chgData name="Soumita Sengupta" userId="4afa6ce1-cb01-46c2-8538-4650222f0c96" providerId="ADAL" clId="{6D014E28-5AC5-424B-B335-F0A00E851760}" dt="2021-04-06T10:41:15.648" v="145" actId="108"/>
          <ac:spMkLst>
            <pc:docMk/>
            <pc:sldMk cId="892776276" sldId="432"/>
            <ac:spMk id="31" creationId="{1F3FC68A-FD16-438A-A393-637E05B7EE5E}"/>
          </ac:spMkLst>
        </pc:spChg>
        <pc:spChg chg="mod">
          <ac:chgData name="Soumita Sengupta" userId="4afa6ce1-cb01-46c2-8538-4650222f0c96" providerId="ADAL" clId="{6D014E28-5AC5-424B-B335-F0A00E851760}" dt="2021-04-06T10:41:12.454" v="144" actId="108"/>
          <ac:spMkLst>
            <pc:docMk/>
            <pc:sldMk cId="892776276" sldId="432"/>
            <ac:spMk id="33" creationId="{1D8CCF16-7D40-4F74-814F-AD21AC8E0F90}"/>
          </ac:spMkLst>
        </pc:spChg>
        <pc:spChg chg="mod">
          <ac:chgData name="Soumita Sengupta" userId="4afa6ce1-cb01-46c2-8538-4650222f0c96" providerId="ADAL" clId="{6D014E28-5AC5-424B-B335-F0A00E851760}" dt="2021-04-06T10:41:08.958" v="143" actId="108"/>
          <ac:spMkLst>
            <pc:docMk/>
            <pc:sldMk cId="892776276" sldId="432"/>
            <ac:spMk id="35" creationId="{90282522-2FCC-488C-8F6B-E7DC3AC867D4}"/>
          </ac:spMkLst>
        </pc:spChg>
        <pc:spChg chg="mod">
          <ac:chgData name="Soumita Sengupta" userId="4afa6ce1-cb01-46c2-8538-4650222f0c96" providerId="ADAL" clId="{6D014E28-5AC5-424B-B335-F0A00E851760}" dt="2021-04-06T10:41:05.173" v="142" actId="108"/>
          <ac:spMkLst>
            <pc:docMk/>
            <pc:sldMk cId="892776276" sldId="432"/>
            <ac:spMk id="37" creationId="{11E8A3D4-9254-4ABE-9A0F-5EF44B7F89D5}"/>
          </ac:spMkLst>
        </pc:spChg>
        <pc:spChg chg="mod">
          <ac:chgData name="Soumita Sengupta" userId="4afa6ce1-cb01-46c2-8538-4650222f0c96" providerId="ADAL" clId="{6D014E28-5AC5-424B-B335-F0A00E851760}" dt="2021-04-06T10:41:01.198" v="141" actId="255"/>
          <ac:spMkLst>
            <pc:docMk/>
            <pc:sldMk cId="892776276" sldId="432"/>
            <ac:spMk id="39" creationId="{8CF89A70-AAC8-4E83-ABC9-192683867934}"/>
          </ac:spMkLst>
        </pc:spChg>
        <pc:spChg chg="add mod">
          <ac:chgData name="Soumita Sengupta" userId="4afa6ce1-cb01-46c2-8538-4650222f0c96" providerId="ADAL" clId="{6D014E28-5AC5-424B-B335-F0A00E851760}" dt="2021-04-06T11:31:48.088" v="345"/>
          <ac:spMkLst>
            <pc:docMk/>
            <pc:sldMk cId="892776276" sldId="432"/>
            <ac:spMk id="44" creationId="{549F388A-B3A7-439C-A66C-B389B06BE3F8}"/>
          </ac:spMkLst>
        </pc:spChg>
        <pc:grpChg chg="mod">
          <ac:chgData name="Soumita Sengupta" userId="4afa6ce1-cb01-46c2-8538-4650222f0c96" providerId="ADAL" clId="{6D014E28-5AC5-424B-B335-F0A00E851760}" dt="2021-04-06T10:41:24.504" v="147" actId="1076"/>
          <ac:grpSpMkLst>
            <pc:docMk/>
            <pc:sldMk cId="892776276" sldId="432"/>
            <ac:grpSpMk id="25" creationId="{EA8FE4E8-5003-4BDC-86EE-BF7795A6EB04}"/>
          </ac:grpSpMkLst>
        </pc:grpChg>
        <pc:graphicFrameChg chg="mod">
          <ac:chgData name="Soumita Sengupta" userId="4afa6ce1-cb01-46c2-8538-4650222f0c96" providerId="ADAL" clId="{6D014E28-5AC5-424B-B335-F0A00E851760}" dt="2021-04-06T10:40:56.494" v="139"/>
          <ac:graphicFrameMkLst>
            <pc:docMk/>
            <pc:sldMk cId="892776276" sldId="432"/>
            <ac:graphicFrameMk id="6" creationId="{00000000-0000-0000-0000-000000000000}"/>
          </ac:graphicFrameMkLst>
        </pc:graphicFrameChg>
        <pc:picChg chg="add mod">
          <ac:chgData name="Soumita Sengupta" userId="4afa6ce1-cb01-46c2-8538-4650222f0c96" providerId="ADAL" clId="{6D014E28-5AC5-424B-B335-F0A00E851760}" dt="2021-04-06T11:31:48.088" v="345"/>
          <ac:picMkLst>
            <pc:docMk/>
            <pc:sldMk cId="892776276" sldId="432"/>
            <ac:picMk id="43" creationId="{12721721-C8B4-4EA7-943E-C06EFAE228C3}"/>
          </ac:picMkLst>
        </pc:picChg>
      </pc:sldChg>
      <pc:sldChg chg="del">
        <pc:chgData name="Soumita Sengupta" userId="4afa6ce1-cb01-46c2-8538-4650222f0c96" providerId="ADAL" clId="{6D014E28-5AC5-424B-B335-F0A00E851760}" dt="2021-04-06T11:12:31.653" v="219" actId="47"/>
        <pc:sldMkLst>
          <pc:docMk/>
          <pc:sldMk cId="536020238" sldId="459"/>
        </pc:sldMkLst>
      </pc:sldChg>
      <pc:sldChg chg="del">
        <pc:chgData name="Soumita Sengupta" userId="4afa6ce1-cb01-46c2-8538-4650222f0c96" providerId="ADAL" clId="{6D014E28-5AC5-424B-B335-F0A00E851760}" dt="2021-04-06T11:14:35.634" v="247" actId="47"/>
        <pc:sldMkLst>
          <pc:docMk/>
          <pc:sldMk cId="2675690424" sldId="460"/>
        </pc:sldMkLst>
      </pc:sldChg>
      <pc:sldChg chg="modSp mod ord">
        <pc:chgData name="Soumita Sengupta" userId="4afa6ce1-cb01-46c2-8538-4650222f0c96" providerId="ADAL" clId="{6D014E28-5AC5-424B-B335-F0A00E851760}" dt="2021-04-06T10:32:54.865" v="82"/>
        <pc:sldMkLst>
          <pc:docMk/>
          <pc:sldMk cId="4158948976" sldId="461"/>
        </pc:sldMkLst>
        <pc:spChg chg="mod">
          <ac:chgData name="Soumita Sengupta" userId="4afa6ce1-cb01-46c2-8538-4650222f0c96" providerId="ADAL" clId="{6D014E28-5AC5-424B-B335-F0A00E851760}" dt="2021-04-06T10:32:54.865" v="82"/>
          <ac:spMkLst>
            <pc:docMk/>
            <pc:sldMk cId="4158948976" sldId="461"/>
            <ac:spMk id="2" creationId="{57983F62-BBB9-431B-A37F-BDA0DC7153F6}"/>
          </ac:spMkLst>
        </pc:spChg>
      </pc:sldChg>
      <pc:sldChg chg="modSp mod ord">
        <pc:chgData name="Soumita Sengupta" userId="4afa6ce1-cb01-46c2-8538-4650222f0c96" providerId="ADAL" clId="{6D014E28-5AC5-424B-B335-F0A00E851760}" dt="2021-04-06T10:44:19.376" v="169"/>
        <pc:sldMkLst>
          <pc:docMk/>
          <pc:sldMk cId="2200198616" sldId="462"/>
        </pc:sldMkLst>
        <pc:spChg chg="mod">
          <ac:chgData name="Soumita Sengupta" userId="4afa6ce1-cb01-46c2-8538-4650222f0c96" providerId="ADAL" clId="{6D014E28-5AC5-424B-B335-F0A00E851760}" dt="2021-04-06T10:44:19.376" v="169"/>
          <ac:spMkLst>
            <pc:docMk/>
            <pc:sldMk cId="2200198616" sldId="462"/>
            <ac:spMk id="2" creationId="{57983F62-BBB9-431B-A37F-BDA0DC7153F6}"/>
          </ac:spMkLst>
        </pc:spChg>
      </pc:sldChg>
      <pc:sldChg chg="del">
        <pc:chgData name="Soumita Sengupta" userId="4afa6ce1-cb01-46c2-8538-4650222f0c96" providerId="ADAL" clId="{6D014E28-5AC5-424B-B335-F0A00E851760}" dt="2021-04-06T11:14:36.415" v="248" actId="47"/>
        <pc:sldMkLst>
          <pc:docMk/>
          <pc:sldMk cId="3508468486" sldId="463"/>
        </pc:sldMkLst>
      </pc:sldChg>
      <pc:sldChg chg="del">
        <pc:chgData name="Soumita Sengupta" userId="4afa6ce1-cb01-46c2-8538-4650222f0c96" providerId="ADAL" clId="{6D014E28-5AC5-424B-B335-F0A00E851760}" dt="2021-04-06T11:14:37.526" v="249" actId="47"/>
        <pc:sldMkLst>
          <pc:docMk/>
          <pc:sldMk cId="1610934708" sldId="464"/>
        </pc:sldMkLst>
      </pc:sldChg>
      <pc:sldChg chg="addSp delSp modSp add mod">
        <pc:chgData name="Soumita Sengupta" userId="4afa6ce1-cb01-46c2-8538-4650222f0c96" providerId="ADAL" clId="{6D014E28-5AC5-424B-B335-F0A00E851760}" dt="2021-04-06T11:30:39.390" v="327"/>
        <pc:sldMkLst>
          <pc:docMk/>
          <pc:sldMk cId="1128901314" sldId="465"/>
        </pc:sldMkLst>
        <pc:spChg chg="del">
          <ac:chgData name="Soumita Sengupta" userId="4afa6ce1-cb01-46c2-8538-4650222f0c96" providerId="ADAL" clId="{6D014E28-5AC5-424B-B335-F0A00E851760}" dt="2021-04-06T11:30:34.715" v="325" actId="478"/>
          <ac:spMkLst>
            <pc:docMk/>
            <pc:sldMk cId="1128901314" sldId="465"/>
            <ac:spMk id="3" creationId="{00000000-0000-0000-0000-000000000000}"/>
          </ac:spMkLst>
        </pc:spChg>
        <pc:spChg chg="del">
          <ac:chgData name="Soumita Sengupta" userId="4afa6ce1-cb01-46c2-8538-4650222f0c96" providerId="ADAL" clId="{6D014E28-5AC5-424B-B335-F0A00E851760}" dt="2021-04-06T11:30:37.216" v="326" actId="478"/>
          <ac:spMkLst>
            <pc:docMk/>
            <pc:sldMk cId="1128901314" sldId="465"/>
            <ac:spMk id="4" creationId="{00000000-0000-0000-0000-000000000000}"/>
          </ac:spMkLst>
        </pc:spChg>
        <pc:spChg chg="add mod">
          <ac:chgData name="Soumita Sengupta" userId="4afa6ce1-cb01-46c2-8538-4650222f0c96" providerId="ADAL" clId="{6D014E28-5AC5-424B-B335-F0A00E851760}" dt="2021-04-06T11:30:39.390" v="327"/>
          <ac:spMkLst>
            <pc:docMk/>
            <pc:sldMk cId="1128901314" sldId="465"/>
            <ac:spMk id="7" creationId="{60ECC8F5-6566-4039-AA5D-67A7DD3A2C61}"/>
          </ac:spMkLst>
        </pc:spChg>
        <pc:graphicFrameChg chg="mod">
          <ac:chgData name="Soumita Sengupta" userId="4afa6ce1-cb01-46c2-8538-4650222f0c96" providerId="ADAL" clId="{6D014E28-5AC5-424B-B335-F0A00E851760}" dt="2021-04-06T10:34:49.371" v="97" actId="108"/>
          <ac:graphicFrameMkLst>
            <pc:docMk/>
            <pc:sldMk cId="1128901314" sldId="465"/>
            <ac:graphicFrameMk id="10" creationId="{00000000-0000-0000-0000-000000000000}"/>
          </ac:graphicFrameMkLst>
        </pc:graphicFrameChg>
        <pc:picChg chg="add mod">
          <ac:chgData name="Soumita Sengupta" userId="4afa6ce1-cb01-46c2-8538-4650222f0c96" providerId="ADAL" clId="{6D014E28-5AC5-424B-B335-F0A00E851760}" dt="2021-04-06T11:30:39.390" v="327"/>
          <ac:picMkLst>
            <pc:docMk/>
            <pc:sldMk cId="1128901314" sldId="465"/>
            <ac:picMk id="6" creationId="{A1E25FBE-AB48-45BB-AFB8-C2A95500FA69}"/>
          </ac:picMkLst>
        </pc:picChg>
      </pc:sldChg>
      <pc:sldChg chg="addSp delSp modSp add mod">
        <pc:chgData name="Soumita Sengupta" userId="4afa6ce1-cb01-46c2-8538-4650222f0c96" providerId="ADAL" clId="{6D014E28-5AC5-424B-B335-F0A00E851760}" dt="2021-04-06T11:30:53.740" v="330"/>
        <pc:sldMkLst>
          <pc:docMk/>
          <pc:sldMk cId="814614294" sldId="466"/>
        </pc:sldMkLst>
        <pc:spChg chg="del">
          <ac:chgData name="Soumita Sengupta" userId="4afa6ce1-cb01-46c2-8538-4650222f0c96" providerId="ADAL" clId="{6D014E28-5AC5-424B-B335-F0A00E851760}" dt="2021-04-06T11:30:47.843" v="328" actId="478"/>
          <ac:spMkLst>
            <pc:docMk/>
            <pc:sldMk cId="814614294" sldId="466"/>
            <ac:spMk id="3" creationId="{00000000-0000-0000-0000-000000000000}"/>
          </ac:spMkLst>
        </pc:spChg>
        <pc:spChg chg="del">
          <ac:chgData name="Soumita Sengupta" userId="4afa6ce1-cb01-46c2-8538-4650222f0c96" providerId="ADAL" clId="{6D014E28-5AC5-424B-B335-F0A00E851760}" dt="2021-04-06T11:30:51.784" v="329" actId="478"/>
          <ac:spMkLst>
            <pc:docMk/>
            <pc:sldMk cId="814614294" sldId="466"/>
            <ac:spMk id="4" creationId="{00000000-0000-0000-0000-000000000000}"/>
          </ac:spMkLst>
        </pc:spChg>
        <pc:spChg chg="mod">
          <ac:chgData name="Soumita Sengupta" userId="4afa6ce1-cb01-46c2-8538-4650222f0c96" providerId="ADAL" clId="{6D014E28-5AC5-424B-B335-F0A00E851760}" dt="2021-04-06T10:33:44.973" v="85" actId="27636"/>
          <ac:spMkLst>
            <pc:docMk/>
            <pc:sldMk cId="814614294" sldId="466"/>
            <ac:spMk id="5" creationId="{00000000-0000-0000-0000-000000000000}"/>
          </ac:spMkLst>
        </pc:spChg>
        <pc:spChg chg="add mod">
          <ac:chgData name="Soumita Sengupta" userId="4afa6ce1-cb01-46c2-8538-4650222f0c96" providerId="ADAL" clId="{6D014E28-5AC5-424B-B335-F0A00E851760}" dt="2021-04-06T11:30:53.740" v="330"/>
          <ac:spMkLst>
            <pc:docMk/>
            <pc:sldMk cId="814614294" sldId="466"/>
            <ac:spMk id="8" creationId="{BDDF7B8A-05AD-453C-A93F-AC67EDDD722B}"/>
          </ac:spMkLst>
        </pc:spChg>
        <pc:graphicFrameChg chg="mod">
          <ac:chgData name="Soumita Sengupta" userId="4afa6ce1-cb01-46c2-8538-4650222f0c96" providerId="ADAL" clId="{6D014E28-5AC5-424B-B335-F0A00E851760}" dt="2021-04-06T10:35:10.673" v="102" actId="108"/>
          <ac:graphicFrameMkLst>
            <pc:docMk/>
            <pc:sldMk cId="814614294" sldId="466"/>
            <ac:graphicFrameMk id="6" creationId="{00000000-0000-0000-0000-000000000000}"/>
          </ac:graphicFrameMkLst>
        </pc:graphicFrameChg>
        <pc:picChg chg="add mod">
          <ac:chgData name="Soumita Sengupta" userId="4afa6ce1-cb01-46c2-8538-4650222f0c96" providerId="ADAL" clId="{6D014E28-5AC5-424B-B335-F0A00E851760}" dt="2021-04-06T11:30:53.740" v="330"/>
          <ac:picMkLst>
            <pc:docMk/>
            <pc:sldMk cId="814614294" sldId="466"/>
            <ac:picMk id="7" creationId="{A7F9965C-674F-4777-813E-EDA2DFE98154}"/>
          </ac:picMkLst>
        </pc:picChg>
      </pc:sldChg>
      <pc:sldChg chg="addSp delSp modSp add mod">
        <pc:chgData name="Soumita Sengupta" userId="4afa6ce1-cb01-46c2-8538-4650222f0c96" providerId="ADAL" clId="{6D014E28-5AC5-424B-B335-F0A00E851760}" dt="2021-04-06T11:31:05.035" v="333"/>
        <pc:sldMkLst>
          <pc:docMk/>
          <pc:sldMk cId="2918944075" sldId="467"/>
        </pc:sldMkLst>
        <pc:spChg chg="del">
          <ac:chgData name="Soumita Sengupta" userId="4afa6ce1-cb01-46c2-8538-4650222f0c96" providerId="ADAL" clId="{6D014E28-5AC5-424B-B335-F0A00E851760}" dt="2021-04-06T11:30:59.936" v="331" actId="478"/>
          <ac:spMkLst>
            <pc:docMk/>
            <pc:sldMk cId="2918944075" sldId="467"/>
            <ac:spMk id="3" creationId="{00000000-0000-0000-0000-000000000000}"/>
          </ac:spMkLst>
        </pc:spChg>
        <pc:spChg chg="del">
          <ac:chgData name="Soumita Sengupta" userId="4afa6ce1-cb01-46c2-8538-4650222f0c96" providerId="ADAL" clId="{6D014E28-5AC5-424B-B335-F0A00E851760}" dt="2021-04-06T11:31:03.206" v="332" actId="478"/>
          <ac:spMkLst>
            <pc:docMk/>
            <pc:sldMk cId="2918944075" sldId="467"/>
            <ac:spMk id="4" creationId="{00000000-0000-0000-0000-000000000000}"/>
          </ac:spMkLst>
        </pc:spChg>
        <pc:spChg chg="mod">
          <ac:chgData name="Soumita Sengupta" userId="4afa6ce1-cb01-46c2-8538-4650222f0c96" providerId="ADAL" clId="{6D014E28-5AC5-424B-B335-F0A00E851760}" dt="2021-04-06T10:33:44.976" v="86" actId="27636"/>
          <ac:spMkLst>
            <pc:docMk/>
            <pc:sldMk cId="2918944075" sldId="467"/>
            <ac:spMk id="5" creationId="{00000000-0000-0000-0000-000000000000}"/>
          </ac:spMkLst>
        </pc:spChg>
        <pc:spChg chg="add mod">
          <ac:chgData name="Soumita Sengupta" userId="4afa6ce1-cb01-46c2-8538-4650222f0c96" providerId="ADAL" clId="{6D014E28-5AC5-424B-B335-F0A00E851760}" dt="2021-04-06T11:31:05.035" v="333"/>
          <ac:spMkLst>
            <pc:docMk/>
            <pc:sldMk cId="2918944075" sldId="467"/>
            <ac:spMk id="8" creationId="{0E90E9AE-D712-43DD-BEEF-E074F1C0741C}"/>
          </ac:spMkLst>
        </pc:spChg>
        <pc:graphicFrameChg chg="mod">
          <ac:chgData name="Soumita Sengupta" userId="4afa6ce1-cb01-46c2-8538-4650222f0c96" providerId="ADAL" clId="{6D014E28-5AC5-424B-B335-F0A00E851760}" dt="2021-04-06T10:35:28.584" v="107" actId="108"/>
          <ac:graphicFrameMkLst>
            <pc:docMk/>
            <pc:sldMk cId="2918944075" sldId="467"/>
            <ac:graphicFrameMk id="6" creationId="{00000000-0000-0000-0000-000000000000}"/>
          </ac:graphicFrameMkLst>
        </pc:graphicFrameChg>
        <pc:picChg chg="add mod">
          <ac:chgData name="Soumita Sengupta" userId="4afa6ce1-cb01-46c2-8538-4650222f0c96" providerId="ADAL" clId="{6D014E28-5AC5-424B-B335-F0A00E851760}" dt="2021-04-06T11:31:05.035" v="333"/>
          <ac:picMkLst>
            <pc:docMk/>
            <pc:sldMk cId="2918944075" sldId="467"/>
            <ac:picMk id="7" creationId="{87A8A8EC-97A0-4F39-B969-8004BBABE137}"/>
          </ac:picMkLst>
        </pc:picChg>
      </pc:sldChg>
      <pc:sldChg chg="modSp add mod ord">
        <pc:chgData name="Soumita Sengupta" userId="4afa6ce1-cb01-46c2-8538-4650222f0c96" providerId="ADAL" clId="{6D014E28-5AC5-424B-B335-F0A00E851760}" dt="2021-04-06T10:38:32.301" v="122" actId="20577"/>
        <pc:sldMkLst>
          <pc:docMk/>
          <pc:sldMk cId="3129535754" sldId="468"/>
        </pc:sldMkLst>
        <pc:spChg chg="mod">
          <ac:chgData name="Soumita Sengupta" userId="4afa6ce1-cb01-46c2-8538-4650222f0c96" providerId="ADAL" clId="{6D014E28-5AC5-424B-B335-F0A00E851760}" dt="2021-04-06T10:38:32.301" v="122" actId="20577"/>
          <ac:spMkLst>
            <pc:docMk/>
            <pc:sldMk cId="3129535754" sldId="468"/>
            <ac:spMk id="2" creationId="{57983F62-BBB9-431B-A37F-BDA0DC7153F6}"/>
          </ac:spMkLst>
        </pc:spChg>
      </pc:sldChg>
      <pc:sldChg chg="add del">
        <pc:chgData name="Soumita Sengupta" userId="4afa6ce1-cb01-46c2-8538-4650222f0c96" providerId="ADAL" clId="{6D014E28-5AC5-424B-B335-F0A00E851760}" dt="2021-04-06T10:38:07.834" v="115" actId="47"/>
        <pc:sldMkLst>
          <pc:docMk/>
          <pc:sldMk cId="1609502928" sldId="469"/>
        </pc:sldMkLst>
      </pc:sldChg>
      <pc:sldChg chg="addSp delSp modSp add mod">
        <pc:chgData name="Soumita Sengupta" userId="4afa6ce1-cb01-46c2-8538-4650222f0c96" providerId="ADAL" clId="{6D014E28-5AC5-424B-B335-F0A00E851760}" dt="2021-04-08T09:05:48.339" v="412" actId="20577"/>
        <pc:sldMkLst>
          <pc:docMk/>
          <pc:sldMk cId="2572882987" sldId="469"/>
        </pc:sldMkLst>
        <pc:spChg chg="del">
          <ac:chgData name="Soumita Sengupta" userId="4afa6ce1-cb01-46c2-8538-4650222f0c96" providerId="ADAL" clId="{6D014E28-5AC5-424B-B335-F0A00E851760}" dt="2021-04-06T11:31:51.748" v="346" actId="478"/>
          <ac:spMkLst>
            <pc:docMk/>
            <pc:sldMk cId="2572882987" sldId="469"/>
            <ac:spMk id="3" creationId="{00000000-0000-0000-0000-000000000000}"/>
          </ac:spMkLst>
        </pc:spChg>
        <pc:spChg chg="del">
          <ac:chgData name="Soumita Sengupta" userId="4afa6ce1-cb01-46c2-8538-4650222f0c96" providerId="ADAL" clId="{6D014E28-5AC5-424B-B335-F0A00E851760}" dt="2021-04-06T11:31:53.963" v="347" actId="478"/>
          <ac:spMkLst>
            <pc:docMk/>
            <pc:sldMk cId="2572882987" sldId="469"/>
            <ac:spMk id="4" creationId="{00000000-0000-0000-0000-000000000000}"/>
          </ac:spMkLst>
        </pc:spChg>
        <pc:spChg chg="add mod">
          <ac:chgData name="Soumita Sengupta" userId="4afa6ce1-cb01-46c2-8538-4650222f0c96" providerId="ADAL" clId="{6D014E28-5AC5-424B-B335-F0A00E851760}" dt="2021-04-06T11:31:56.088" v="348"/>
          <ac:spMkLst>
            <pc:docMk/>
            <pc:sldMk cId="2572882987" sldId="469"/>
            <ac:spMk id="8" creationId="{80F516F6-BFCC-4B30-98C6-CA8DC7BB7A79}"/>
          </ac:spMkLst>
        </pc:spChg>
        <pc:graphicFrameChg chg="mod">
          <ac:chgData name="Soumita Sengupta" userId="4afa6ce1-cb01-46c2-8538-4650222f0c96" providerId="ADAL" clId="{6D014E28-5AC5-424B-B335-F0A00E851760}" dt="2021-04-08T09:05:48.339" v="412" actId="20577"/>
          <ac:graphicFrameMkLst>
            <pc:docMk/>
            <pc:sldMk cId="2572882987" sldId="469"/>
            <ac:graphicFrameMk id="6" creationId="{00000000-0000-0000-0000-000000000000}"/>
          </ac:graphicFrameMkLst>
        </pc:graphicFrameChg>
        <pc:picChg chg="add mod">
          <ac:chgData name="Soumita Sengupta" userId="4afa6ce1-cb01-46c2-8538-4650222f0c96" providerId="ADAL" clId="{6D014E28-5AC5-424B-B335-F0A00E851760}" dt="2021-04-06T11:31:56.088" v="348"/>
          <ac:picMkLst>
            <pc:docMk/>
            <pc:sldMk cId="2572882987" sldId="469"/>
            <ac:picMk id="7" creationId="{441F5ACF-E5F5-44A5-815C-C819F22A6AEC}"/>
          </ac:picMkLst>
        </pc:picChg>
      </pc:sldChg>
      <pc:sldChg chg="addSp delSp modSp add mod">
        <pc:chgData name="Soumita Sengupta" userId="4afa6ce1-cb01-46c2-8538-4650222f0c96" providerId="ADAL" clId="{6D014E28-5AC5-424B-B335-F0A00E851760}" dt="2021-04-06T11:32:29.899" v="357"/>
        <pc:sldMkLst>
          <pc:docMk/>
          <pc:sldMk cId="4174806997" sldId="470"/>
        </pc:sldMkLst>
        <pc:spChg chg="del">
          <ac:chgData name="Soumita Sengupta" userId="4afa6ce1-cb01-46c2-8538-4650222f0c96" providerId="ADAL" clId="{6D014E28-5AC5-424B-B335-F0A00E851760}" dt="2021-04-06T11:32:23.960" v="355" actId="478"/>
          <ac:spMkLst>
            <pc:docMk/>
            <pc:sldMk cId="4174806997" sldId="470"/>
            <ac:spMk id="2" creationId="{4886E191-B9DF-4548-ACFB-30F58B242C75}"/>
          </ac:spMkLst>
        </pc:spChg>
        <pc:spChg chg="del">
          <ac:chgData name="Soumita Sengupta" userId="4afa6ce1-cb01-46c2-8538-4650222f0c96" providerId="ADAL" clId="{6D014E28-5AC5-424B-B335-F0A00E851760}" dt="2021-04-06T10:45:20.271" v="171" actId="478"/>
          <ac:spMkLst>
            <pc:docMk/>
            <pc:sldMk cId="4174806997" sldId="470"/>
            <ac:spMk id="3" creationId="{2403F964-5DD4-4C7C-86C3-BA43436E81BB}"/>
          </ac:spMkLst>
        </pc:spChg>
        <pc:spChg chg="del">
          <ac:chgData name="Soumita Sengupta" userId="4afa6ce1-cb01-46c2-8538-4650222f0c96" providerId="ADAL" clId="{6D014E28-5AC5-424B-B335-F0A00E851760}" dt="2021-04-06T11:32:26.371" v="356" actId="478"/>
          <ac:spMkLst>
            <pc:docMk/>
            <pc:sldMk cId="4174806997" sldId="470"/>
            <ac:spMk id="4" creationId="{9C749F69-CF3B-460F-B6A3-FEA80E5BB57F}"/>
          </ac:spMkLst>
        </pc:spChg>
        <pc:spChg chg="add mod">
          <ac:chgData name="Soumita Sengupta" userId="4afa6ce1-cb01-46c2-8538-4650222f0c96" providerId="ADAL" clId="{6D014E28-5AC5-424B-B335-F0A00E851760}" dt="2021-04-06T11:32:29.899" v="357"/>
          <ac:spMkLst>
            <pc:docMk/>
            <pc:sldMk cId="4174806997" sldId="470"/>
            <ac:spMk id="72" creationId="{D4A13E9E-B546-472E-85B3-EF69B9675427}"/>
          </ac:spMkLst>
        </pc:spChg>
        <pc:picChg chg="add mod">
          <ac:chgData name="Soumita Sengupta" userId="4afa6ce1-cb01-46c2-8538-4650222f0c96" providerId="ADAL" clId="{6D014E28-5AC5-424B-B335-F0A00E851760}" dt="2021-04-06T11:32:29.899" v="357"/>
          <ac:picMkLst>
            <pc:docMk/>
            <pc:sldMk cId="4174806997" sldId="470"/>
            <ac:picMk id="71" creationId="{F533FDEF-B514-4C40-B9CF-1F88F4E588A5}"/>
          </ac:picMkLst>
        </pc:picChg>
      </pc:sldChg>
      <pc:sldChg chg="addSp delSp modSp add mod">
        <pc:chgData name="Soumita Sengupta" userId="4afa6ce1-cb01-46c2-8538-4650222f0c96" providerId="ADAL" clId="{6D014E28-5AC5-424B-B335-F0A00E851760}" dt="2021-04-06T11:32:38.583" v="360"/>
        <pc:sldMkLst>
          <pc:docMk/>
          <pc:sldMk cId="3622205205" sldId="471"/>
        </pc:sldMkLst>
        <pc:spChg chg="del">
          <ac:chgData name="Soumita Sengupta" userId="4afa6ce1-cb01-46c2-8538-4650222f0c96" providerId="ADAL" clId="{6D014E28-5AC5-424B-B335-F0A00E851760}" dt="2021-04-06T11:32:34.564" v="358" actId="478"/>
          <ac:spMkLst>
            <pc:docMk/>
            <pc:sldMk cId="3622205205" sldId="471"/>
            <ac:spMk id="3" creationId="{00000000-0000-0000-0000-000000000000}"/>
          </ac:spMkLst>
        </pc:spChg>
        <pc:spChg chg="del">
          <ac:chgData name="Soumita Sengupta" userId="4afa6ce1-cb01-46c2-8538-4650222f0c96" providerId="ADAL" clId="{6D014E28-5AC5-424B-B335-F0A00E851760}" dt="2021-04-06T11:32:37.346" v="359" actId="478"/>
          <ac:spMkLst>
            <pc:docMk/>
            <pc:sldMk cId="3622205205" sldId="471"/>
            <ac:spMk id="4" creationId="{00000000-0000-0000-0000-000000000000}"/>
          </ac:spMkLst>
        </pc:spChg>
        <pc:spChg chg="del">
          <ac:chgData name="Soumita Sengupta" userId="4afa6ce1-cb01-46c2-8538-4650222f0c96" providerId="ADAL" clId="{6D014E28-5AC5-424B-B335-F0A00E851760}" dt="2021-04-06T10:45:23.860" v="172" actId="478"/>
          <ac:spMkLst>
            <pc:docMk/>
            <pc:sldMk cId="3622205205" sldId="471"/>
            <ac:spMk id="8" creationId="{9A1ADF70-1F4D-4090-9054-400064660638}"/>
          </ac:spMkLst>
        </pc:spChg>
        <pc:spChg chg="add mod">
          <ac:chgData name="Soumita Sengupta" userId="4afa6ce1-cb01-46c2-8538-4650222f0c96" providerId="ADAL" clId="{6D014E28-5AC5-424B-B335-F0A00E851760}" dt="2021-04-06T11:32:38.583" v="360"/>
          <ac:spMkLst>
            <pc:docMk/>
            <pc:sldMk cId="3622205205" sldId="471"/>
            <ac:spMk id="10" creationId="{F0025AC6-18C6-4F12-852A-8E0E8ECD555B}"/>
          </ac:spMkLst>
        </pc:spChg>
        <pc:picChg chg="add mod">
          <ac:chgData name="Soumita Sengupta" userId="4afa6ce1-cb01-46c2-8538-4650222f0c96" providerId="ADAL" clId="{6D014E28-5AC5-424B-B335-F0A00E851760}" dt="2021-04-06T11:32:38.583" v="360"/>
          <ac:picMkLst>
            <pc:docMk/>
            <pc:sldMk cId="3622205205" sldId="471"/>
            <ac:picMk id="9" creationId="{F1B32505-09BB-444D-B029-74B6448CDE46}"/>
          </ac:picMkLst>
        </pc:picChg>
      </pc:sldChg>
      <pc:sldChg chg="addSp delSp modSp add mod">
        <pc:chgData name="Soumita Sengupta" userId="4afa6ce1-cb01-46c2-8538-4650222f0c96" providerId="ADAL" clId="{6D014E28-5AC5-424B-B335-F0A00E851760}" dt="2021-04-06T11:32:49.981" v="363"/>
        <pc:sldMkLst>
          <pc:docMk/>
          <pc:sldMk cId="2123051012" sldId="472"/>
        </pc:sldMkLst>
        <pc:spChg chg="del">
          <ac:chgData name="Soumita Sengupta" userId="4afa6ce1-cb01-46c2-8538-4650222f0c96" providerId="ADAL" clId="{6D014E28-5AC5-424B-B335-F0A00E851760}" dt="2021-04-06T11:32:45.754" v="361" actId="478"/>
          <ac:spMkLst>
            <pc:docMk/>
            <pc:sldMk cId="2123051012" sldId="472"/>
            <ac:spMk id="3" creationId="{00000000-0000-0000-0000-000000000000}"/>
          </ac:spMkLst>
        </pc:spChg>
        <pc:spChg chg="del">
          <ac:chgData name="Soumita Sengupta" userId="4afa6ce1-cb01-46c2-8538-4650222f0c96" providerId="ADAL" clId="{6D014E28-5AC5-424B-B335-F0A00E851760}" dt="2021-04-06T11:32:48.256" v="362" actId="478"/>
          <ac:spMkLst>
            <pc:docMk/>
            <pc:sldMk cId="2123051012" sldId="472"/>
            <ac:spMk id="4" creationId="{00000000-0000-0000-0000-000000000000}"/>
          </ac:spMkLst>
        </pc:spChg>
        <pc:spChg chg="add mod">
          <ac:chgData name="Soumita Sengupta" userId="4afa6ce1-cb01-46c2-8538-4650222f0c96" providerId="ADAL" clId="{6D014E28-5AC5-424B-B335-F0A00E851760}" dt="2021-04-06T11:32:49.981" v="363"/>
          <ac:spMkLst>
            <pc:docMk/>
            <pc:sldMk cId="2123051012" sldId="472"/>
            <ac:spMk id="8" creationId="{5F3E35C0-8567-419F-89B3-0473435A916F}"/>
          </ac:spMkLst>
        </pc:spChg>
        <pc:graphicFrameChg chg="mod">
          <ac:chgData name="Soumita Sengupta" userId="4afa6ce1-cb01-46c2-8538-4650222f0c96" providerId="ADAL" clId="{6D014E28-5AC5-424B-B335-F0A00E851760}" dt="2021-04-06T10:45:59.443" v="178" actId="108"/>
          <ac:graphicFrameMkLst>
            <pc:docMk/>
            <pc:sldMk cId="2123051012" sldId="472"/>
            <ac:graphicFrameMk id="6" creationId="{00000000-0000-0000-0000-000000000000}"/>
          </ac:graphicFrameMkLst>
        </pc:graphicFrameChg>
        <pc:picChg chg="add mod">
          <ac:chgData name="Soumita Sengupta" userId="4afa6ce1-cb01-46c2-8538-4650222f0c96" providerId="ADAL" clId="{6D014E28-5AC5-424B-B335-F0A00E851760}" dt="2021-04-06T11:32:49.981" v="363"/>
          <ac:picMkLst>
            <pc:docMk/>
            <pc:sldMk cId="2123051012" sldId="472"/>
            <ac:picMk id="7" creationId="{5CEF9EEA-AC1D-409D-9251-6AE25E4E8A01}"/>
          </ac:picMkLst>
        </pc:picChg>
      </pc:sldChg>
      <pc:sldChg chg="modSp add mod ord">
        <pc:chgData name="Soumita Sengupta" userId="4afa6ce1-cb01-46c2-8538-4650222f0c96" providerId="ADAL" clId="{6D014E28-5AC5-424B-B335-F0A00E851760}" dt="2021-04-06T10:48:20.574" v="190" actId="20577"/>
        <pc:sldMkLst>
          <pc:docMk/>
          <pc:sldMk cId="1746907881" sldId="473"/>
        </pc:sldMkLst>
        <pc:spChg chg="mod">
          <ac:chgData name="Soumita Sengupta" userId="4afa6ce1-cb01-46c2-8538-4650222f0c96" providerId="ADAL" clId="{6D014E28-5AC5-424B-B335-F0A00E851760}" dt="2021-04-06T10:48:20.574" v="190" actId="20577"/>
          <ac:spMkLst>
            <pc:docMk/>
            <pc:sldMk cId="1746907881" sldId="473"/>
            <ac:spMk id="2" creationId="{57983F62-BBB9-431B-A37F-BDA0DC7153F6}"/>
          </ac:spMkLst>
        </pc:spChg>
      </pc:sldChg>
      <pc:sldChg chg="addSp delSp modSp add mod">
        <pc:chgData name="Soumita Sengupta" userId="4afa6ce1-cb01-46c2-8538-4650222f0c96" providerId="ADAL" clId="{6D014E28-5AC5-424B-B335-F0A00E851760}" dt="2021-04-06T11:33:07.430" v="369"/>
        <pc:sldMkLst>
          <pc:docMk/>
          <pc:sldMk cId="1835273428" sldId="474"/>
        </pc:sldMkLst>
        <pc:spChg chg="del">
          <ac:chgData name="Soumita Sengupta" userId="4afa6ce1-cb01-46c2-8538-4650222f0c96" providerId="ADAL" clId="{6D014E28-5AC5-424B-B335-F0A00E851760}" dt="2021-04-06T11:33:03.926" v="367" actId="478"/>
          <ac:spMkLst>
            <pc:docMk/>
            <pc:sldMk cId="1835273428" sldId="474"/>
            <ac:spMk id="3" creationId="{00000000-0000-0000-0000-000000000000}"/>
          </ac:spMkLst>
        </pc:spChg>
        <pc:spChg chg="del">
          <ac:chgData name="Soumita Sengupta" userId="4afa6ce1-cb01-46c2-8538-4650222f0c96" providerId="ADAL" clId="{6D014E28-5AC5-424B-B335-F0A00E851760}" dt="2021-04-06T11:33:05.866" v="368" actId="478"/>
          <ac:spMkLst>
            <pc:docMk/>
            <pc:sldMk cId="1835273428" sldId="474"/>
            <ac:spMk id="4" creationId="{00000000-0000-0000-0000-000000000000}"/>
          </ac:spMkLst>
        </pc:spChg>
        <pc:spChg chg="add mod">
          <ac:chgData name="Soumita Sengupta" userId="4afa6ce1-cb01-46c2-8538-4650222f0c96" providerId="ADAL" clId="{6D014E28-5AC5-424B-B335-F0A00E851760}" dt="2021-04-06T11:33:07.430" v="369"/>
          <ac:spMkLst>
            <pc:docMk/>
            <pc:sldMk cId="1835273428" sldId="474"/>
            <ac:spMk id="8" creationId="{B44B5F5A-D6D8-49E3-ACF9-93C6BDD36529}"/>
          </ac:spMkLst>
        </pc:spChg>
        <pc:graphicFrameChg chg="mod">
          <ac:chgData name="Soumita Sengupta" userId="4afa6ce1-cb01-46c2-8538-4650222f0c96" providerId="ADAL" clId="{6D014E28-5AC5-424B-B335-F0A00E851760}" dt="2021-04-06T10:49:10.080" v="194" actId="255"/>
          <ac:graphicFrameMkLst>
            <pc:docMk/>
            <pc:sldMk cId="1835273428" sldId="474"/>
            <ac:graphicFrameMk id="6" creationId="{00000000-0000-0000-0000-000000000000}"/>
          </ac:graphicFrameMkLst>
        </pc:graphicFrameChg>
        <pc:picChg chg="add mod">
          <ac:chgData name="Soumita Sengupta" userId="4afa6ce1-cb01-46c2-8538-4650222f0c96" providerId="ADAL" clId="{6D014E28-5AC5-424B-B335-F0A00E851760}" dt="2021-04-06T11:33:07.430" v="369"/>
          <ac:picMkLst>
            <pc:docMk/>
            <pc:sldMk cId="1835273428" sldId="474"/>
            <ac:picMk id="7" creationId="{4F8AA042-E576-47FB-959D-0B2972CDFD2A}"/>
          </ac:picMkLst>
        </pc:picChg>
      </pc:sldChg>
      <pc:sldChg chg="add del">
        <pc:chgData name="Soumita Sengupta" userId="4afa6ce1-cb01-46c2-8538-4650222f0c96" providerId="ADAL" clId="{6D014E28-5AC5-424B-B335-F0A00E851760}" dt="2021-04-06T10:47:19.599" v="183" actId="47"/>
        <pc:sldMkLst>
          <pc:docMk/>
          <pc:sldMk cId="2491786750" sldId="474"/>
        </pc:sldMkLst>
      </pc:sldChg>
      <pc:sldChg chg="addSp delSp modSp add mod">
        <pc:chgData name="Soumita Sengupta" userId="4afa6ce1-cb01-46c2-8538-4650222f0c96" providerId="ADAL" clId="{6D014E28-5AC5-424B-B335-F0A00E851760}" dt="2021-04-06T11:33:14.124" v="372"/>
        <pc:sldMkLst>
          <pc:docMk/>
          <pc:sldMk cId="2933197989" sldId="475"/>
        </pc:sldMkLst>
        <pc:spChg chg="del">
          <ac:chgData name="Soumita Sengupta" userId="4afa6ce1-cb01-46c2-8538-4650222f0c96" providerId="ADAL" clId="{6D014E28-5AC5-424B-B335-F0A00E851760}" dt="2021-04-06T11:33:10.592" v="370" actId="478"/>
          <ac:spMkLst>
            <pc:docMk/>
            <pc:sldMk cId="2933197989" sldId="475"/>
            <ac:spMk id="3" creationId="{00000000-0000-0000-0000-000000000000}"/>
          </ac:spMkLst>
        </pc:spChg>
        <pc:spChg chg="del">
          <ac:chgData name="Soumita Sengupta" userId="4afa6ce1-cb01-46c2-8538-4650222f0c96" providerId="ADAL" clId="{6D014E28-5AC5-424B-B335-F0A00E851760}" dt="2021-04-06T11:33:12.323" v="371" actId="478"/>
          <ac:spMkLst>
            <pc:docMk/>
            <pc:sldMk cId="2933197989" sldId="475"/>
            <ac:spMk id="4" creationId="{00000000-0000-0000-0000-000000000000}"/>
          </ac:spMkLst>
        </pc:spChg>
        <pc:spChg chg="add mod">
          <ac:chgData name="Soumita Sengupta" userId="4afa6ce1-cb01-46c2-8538-4650222f0c96" providerId="ADAL" clId="{6D014E28-5AC5-424B-B335-F0A00E851760}" dt="2021-04-06T11:33:14.124" v="372"/>
          <ac:spMkLst>
            <pc:docMk/>
            <pc:sldMk cId="2933197989" sldId="475"/>
            <ac:spMk id="8" creationId="{0CBB50C2-57C6-404C-82F3-51C751D41AEE}"/>
          </ac:spMkLst>
        </pc:spChg>
        <pc:graphicFrameChg chg="mod">
          <ac:chgData name="Soumita Sengupta" userId="4afa6ce1-cb01-46c2-8538-4650222f0c96" providerId="ADAL" clId="{6D014E28-5AC5-424B-B335-F0A00E851760}" dt="2021-04-06T10:49:52.748" v="199" actId="20577"/>
          <ac:graphicFrameMkLst>
            <pc:docMk/>
            <pc:sldMk cId="2933197989" sldId="475"/>
            <ac:graphicFrameMk id="6" creationId="{00000000-0000-0000-0000-000000000000}"/>
          </ac:graphicFrameMkLst>
        </pc:graphicFrameChg>
        <pc:picChg chg="add mod">
          <ac:chgData name="Soumita Sengupta" userId="4afa6ce1-cb01-46c2-8538-4650222f0c96" providerId="ADAL" clId="{6D014E28-5AC5-424B-B335-F0A00E851760}" dt="2021-04-06T11:33:14.124" v="372"/>
          <ac:picMkLst>
            <pc:docMk/>
            <pc:sldMk cId="2933197989" sldId="475"/>
            <ac:picMk id="7" creationId="{3A01FA65-EB37-470D-A3B4-E351AEA8BAE3}"/>
          </ac:picMkLst>
        </pc:picChg>
      </pc:sldChg>
      <pc:sldChg chg="modSp add mod ord">
        <pc:chgData name="Soumita Sengupta" userId="4afa6ce1-cb01-46c2-8538-4650222f0c96" providerId="ADAL" clId="{6D014E28-5AC5-424B-B335-F0A00E851760}" dt="2021-04-06T11:10:51.771" v="208"/>
        <pc:sldMkLst>
          <pc:docMk/>
          <pc:sldMk cId="98495870" sldId="476"/>
        </pc:sldMkLst>
        <pc:spChg chg="mod">
          <ac:chgData name="Soumita Sengupta" userId="4afa6ce1-cb01-46c2-8538-4650222f0c96" providerId="ADAL" clId="{6D014E28-5AC5-424B-B335-F0A00E851760}" dt="2021-04-06T11:10:51.771" v="208"/>
          <ac:spMkLst>
            <pc:docMk/>
            <pc:sldMk cId="98495870" sldId="476"/>
            <ac:spMk id="2" creationId="{57983F62-BBB9-431B-A37F-BDA0DC7153F6}"/>
          </ac:spMkLst>
        </pc:spChg>
      </pc:sldChg>
      <pc:sldChg chg="addSp delSp modSp add mod">
        <pc:chgData name="Soumita Sengupta" userId="4afa6ce1-cb01-46c2-8538-4650222f0c96" providerId="ADAL" clId="{6D014E28-5AC5-424B-B335-F0A00E851760}" dt="2021-04-06T11:33:26.224" v="375"/>
        <pc:sldMkLst>
          <pc:docMk/>
          <pc:sldMk cId="1241194053" sldId="477"/>
        </pc:sldMkLst>
        <pc:spChg chg="del">
          <ac:chgData name="Soumita Sengupta" userId="4afa6ce1-cb01-46c2-8538-4650222f0c96" providerId="ADAL" clId="{6D014E28-5AC5-424B-B335-F0A00E851760}" dt="2021-04-06T11:33:19.846" v="373" actId="478"/>
          <ac:spMkLst>
            <pc:docMk/>
            <pc:sldMk cId="1241194053" sldId="477"/>
            <ac:spMk id="2" creationId="{5066AD9C-BE1B-4B2E-8657-1705C22F502E}"/>
          </ac:spMkLst>
        </pc:spChg>
        <pc:spChg chg="del">
          <ac:chgData name="Soumita Sengupta" userId="4afa6ce1-cb01-46c2-8538-4650222f0c96" providerId="ADAL" clId="{6D014E28-5AC5-424B-B335-F0A00E851760}" dt="2021-04-06T11:33:22.282" v="374" actId="478"/>
          <ac:spMkLst>
            <pc:docMk/>
            <pc:sldMk cId="1241194053" sldId="477"/>
            <ac:spMk id="3" creationId="{27DFB158-0FF6-4E1B-9032-1C3D1A8681AD}"/>
          </ac:spMkLst>
        </pc:spChg>
        <pc:spChg chg="add mod">
          <ac:chgData name="Soumita Sengupta" userId="4afa6ce1-cb01-46c2-8538-4650222f0c96" providerId="ADAL" clId="{6D014E28-5AC5-424B-B335-F0A00E851760}" dt="2021-04-06T11:33:26.224" v="375"/>
          <ac:spMkLst>
            <pc:docMk/>
            <pc:sldMk cId="1241194053" sldId="477"/>
            <ac:spMk id="7" creationId="{259398D0-A461-435D-BF05-4E2F01123CE3}"/>
          </ac:spMkLst>
        </pc:spChg>
        <pc:spChg chg="mod">
          <ac:chgData name="Soumita Sengupta" userId="4afa6ce1-cb01-46c2-8538-4650222f0c96" providerId="ADAL" clId="{6D014E28-5AC5-424B-B335-F0A00E851760}" dt="2021-04-06T11:11:26.476" v="212" actId="5793"/>
          <ac:spMkLst>
            <pc:docMk/>
            <pc:sldMk cId="1241194053" sldId="477"/>
            <ac:spMk id="11" creationId="{162E94A1-5558-4A1A-88C9-167FC734AE54}"/>
          </ac:spMkLst>
        </pc:spChg>
        <pc:picChg chg="add mod">
          <ac:chgData name="Soumita Sengupta" userId="4afa6ce1-cb01-46c2-8538-4650222f0c96" providerId="ADAL" clId="{6D014E28-5AC5-424B-B335-F0A00E851760}" dt="2021-04-06T11:33:26.224" v="375"/>
          <ac:picMkLst>
            <pc:docMk/>
            <pc:sldMk cId="1241194053" sldId="477"/>
            <ac:picMk id="6" creationId="{DE1594C8-0177-4E35-A831-C1520F25F46C}"/>
          </ac:picMkLst>
        </pc:picChg>
      </pc:sldChg>
      <pc:sldChg chg="add del">
        <pc:chgData name="Soumita Sengupta" userId="4afa6ce1-cb01-46c2-8538-4650222f0c96" providerId="ADAL" clId="{6D014E28-5AC5-424B-B335-F0A00E851760}" dt="2021-04-06T11:10:36.998" v="205" actId="47"/>
        <pc:sldMkLst>
          <pc:docMk/>
          <pc:sldMk cId="2928427033" sldId="477"/>
        </pc:sldMkLst>
      </pc:sldChg>
      <pc:sldChg chg="addSp delSp modSp add mod">
        <pc:chgData name="Soumita Sengupta" userId="4afa6ce1-cb01-46c2-8538-4650222f0c96" providerId="ADAL" clId="{6D014E28-5AC5-424B-B335-F0A00E851760}" dt="2021-04-06T11:33:33.955" v="378"/>
        <pc:sldMkLst>
          <pc:docMk/>
          <pc:sldMk cId="3774298818" sldId="478"/>
        </pc:sldMkLst>
        <pc:spChg chg="del">
          <ac:chgData name="Soumita Sengupta" userId="4afa6ce1-cb01-46c2-8538-4650222f0c96" providerId="ADAL" clId="{6D014E28-5AC5-424B-B335-F0A00E851760}" dt="2021-04-06T11:33:29.969" v="376" actId="478"/>
          <ac:spMkLst>
            <pc:docMk/>
            <pc:sldMk cId="3774298818" sldId="478"/>
            <ac:spMk id="3" creationId="{00000000-0000-0000-0000-000000000000}"/>
          </ac:spMkLst>
        </pc:spChg>
        <pc:spChg chg="del">
          <ac:chgData name="Soumita Sengupta" userId="4afa6ce1-cb01-46c2-8538-4650222f0c96" providerId="ADAL" clId="{6D014E28-5AC5-424B-B335-F0A00E851760}" dt="2021-04-06T11:33:32.181" v="377" actId="478"/>
          <ac:spMkLst>
            <pc:docMk/>
            <pc:sldMk cId="3774298818" sldId="478"/>
            <ac:spMk id="4" creationId="{00000000-0000-0000-0000-000000000000}"/>
          </ac:spMkLst>
        </pc:spChg>
        <pc:spChg chg="add mod">
          <ac:chgData name="Soumita Sengupta" userId="4afa6ce1-cb01-46c2-8538-4650222f0c96" providerId="ADAL" clId="{6D014E28-5AC5-424B-B335-F0A00E851760}" dt="2021-04-06T11:33:33.955" v="378"/>
          <ac:spMkLst>
            <pc:docMk/>
            <pc:sldMk cId="3774298818" sldId="478"/>
            <ac:spMk id="8" creationId="{C128250E-9B4E-43D7-A4F3-3D5F8F213D0E}"/>
          </ac:spMkLst>
        </pc:spChg>
        <pc:graphicFrameChg chg="mod">
          <ac:chgData name="Soumita Sengupta" userId="4afa6ce1-cb01-46c2-8538-4650222f0c96" providerId="ADAL" clId="{6D014E28-5AC5-424B-B335-F0A00E851760}" dt="2021-04-06T11:11:43.136" v="215" actId="20577"/>
          <ac:graphicFrameMkLst>
            <pc:docMk/>
            <pc:sldMk cId="3774298818" sldId="478"/>
            <ac:graphicFrameMk id="6" creationId="{00000000-0000-0000-0000-000000000000}"/>
          </ac:graphicFrameMkLst>
        </pc:graphicFrameChg>
        <pc:picChg chg="add mod">
          <ac:chgData name="Soumita Sengupta" userId="4afa6ce1-cb01-46c2-8538-4650222f0c96" providerId="ADAL" clId="{6D014E28-5AC5-424B-B335-F0A00E851760}" dt="2021-04-06T11:33:33.955" v="378"/>
          <ac:picMkLst>
            <pc:docMk/>
            <pc:sldMk cId="3774298818" sldId="478"/>
            <ac:picMk id="7" creationId="{5E58AFAD-99E0-4795-B897-AF8351AABE30}"/>
          </ac:picMkLst>
        </pc:picChg>
      </pc:sldChg>
      <pc:sldChg chg="modSp add mod ord">
        <pc:chgData name="Soumita Sengupta" userId="4afa6ce1-cb01-46c2-8538-4650222f0c96" providerId="ADAL" clId="{6D014E28-5AC5-424B-B335-F0A00E851760}" dt="2021-04-06T11:12:49.213" v="223"/>
        <pc:sldMkLst>
          <pc:docMk/>
          <pc:sldMk cId="1973532725" sldId="479"/>
        </pc:sldMkLst>
        <pc:spChg chg="mod">
          <ac:chgData name="Soumita Sengupta" userId="4afa6ce1-cb01-46c2-8538-4650222f0c96" providerId="ADAL" clId="{6D014E28-5AC5-424B-B335-F0A00E851760}" dt="2021-04-06T11:12:49.213" v="223"/>
          <ac:spMkLst>
            <pc:docMk/>
            <pc:sldMk cId="1973532725" sldId="479"/>
            <ac:spMk id="2" creationId="{57983F62-BBB9-431B-A37F-BDA0DC7153F6}"/>
          </ac:spMkLst>
        </pc:spChg>
      </pc:sldChg>
      <pc:sldChg chg="addSp delSp modSp add mod">
        <pc:chgData name="Soumita Sengupta" userId="4afa6ce1-cb01-46c2-8538-4650222f0c96" providerId="ADAL" clId="{6D014E28-5AC5-424B-B335-F0A00E851760}" dt="2021-04-06T11:33:43.731" v="381"/>
        <pc:sldMkLst>
          <pc:docMk/>
          <pc:sldMk cId="994147715" sldId="480"/>
        </pc:sldMkLst>
        <pc:spChg chg="del">
          <ac:chgData name="Soumita Sengupta" userId="4afa6ce1-cb01-46c2-8538-4650222f0c96" providerId="ADAL" clId="{6D014E28-5AC5-424B-B335-F0A00E851760}" dt="2021-04-06T11:33:39.254" v="379" actId="478"/>
          <ac:spMkLst>
            <pc:docMk/>
            <pc:sldMk cId="994147715" sldId="480"/>
            <ac:spMk id="3" creationId="{00000000-0000-0000-0000-000000000000}"/>
          </ac:spMkLst>
        </pc:spChg>
        <pc:spChg chg="del">
          <ac:chgData name="Soumita Sengupta" userId="4afa6ce1-cb01-46c2-8538-4650222f0c96" providerId="ADAL" clId="{6D014E28-5AC5-424B-B335-F0A00E851760}" dt="2021-04-06T11:33:42.019" v="380" actId="478"/>
          <ac:spMkLst>
            <pc:docMk/>
            <pc:sldMk cId="994147715" sldId="480"/>
            <ac:spMk id="4" creationId="{00000000-0000-0000-0000-000000000000}"/>
          </ac:spMkLst>
        </pc:spChg>
        <pc:spChg chg="add mod">
          <ac:chgData name="Soumita Sengupta" userId="4afa6ce1-cb01-46c2-8538-4650222f0c96" providerId="ADAL" clId="{6D014E28-5AC5-424B-B335-F0A00E851760}" dt="2021-04-06T11:33:43.731" v="381"/>
          <ac:spMkLst>
            <pc:docMk/>
            <pc:sldMk cId="994147715" sldId="480"/>
            <ac:spMk id="8" creationId="{0F0E0C1C-9526-4817-B14F-AF997FCE8E6E}"/>
          </ac:spMkLst>
        </pc:spChg>
        <pc:graphicFrameChg chg="mod">
          <ac:chgData name="Soumita Sengupta" userId="4afa6ce1-cb01-46c2-8538-4650222f0c96" providerId="ADAL" clId="{6D014E28-5AC5-424B-B335-F0A00E851760}" dt="2021-04-06T11:14:04.852" v="238" actId="108"/>
          <ac:graphicFrameMkLst>
            <pc:docMk/>
            <pc:sldMk cId="994147715" sldId="480"/>
            <ac:graphicFrameMk id="6" creationId="{00000000-0000-0000-0000-000000000000}"/>
          </ac:graphicFrameMkLst>
        </pc:graphicFrameChg>
        <pc:picChg chg="add mod">
          <ac:chgData name="Soumita Sengupta" userId="4afa6ce1-cb01-46c2-8538-4650222f0c96" providerId="ADAL" clId="{6D014E28-5AC5-424B-B335-F0A00E851760}" dt="2021-04-06T11:33:43.731" v="381"/>
          <ac:picMkLst>
            <pc:docMk/>
            <pc:sldMk cId="994147715" sldId="480"/>
            <ac:picMk id="7" creationId="{DCFAA87D-0A1A-4340-AA80-EB95CFF904CA}"/>
          </ac:picMkLst>
        </pc:picChg>
      </pc:sldChg>
      <pc:sldChg chg="addSp delSp modSp add mod">
        <pc:chgData name="Soumita Sengupta" userId="4afa6ce1-cb01-46c2-8538-4650222f0c96" providerId="ADAL" clId="{6D014E28-5AC5-424B-B335-F0A00E851760}" dt="2021-04-06T11:33:51.395" v="384"/>
        <pc:sldMkLst>
          <pc:docMk/>
          <pc:sldMk cId="1207871582" sldId="481"/>
        </pc:sldMkLst>
        <pc:spChg chg="del">
          <ac:chgData name="Soumita Sengupta" userId="4afa6ce1-cb01-46c2-8538-4650222f0c96" providerId="ADAL" clId="{6D014E28-5AC5-424B-B335-F0A00E851760}" dt="2021-04-06T11:33:46.981" v="382" actId="478"/>
          <ac:spMkLst>
            <pc:docMk/>
            <pc:sldMk cId="1207871582" sldId="481"/>
            <ac:spMk id="3" creationId="{00000000-0000-0000-0000-000000000000}"/>
          </ac:spMkLst>
        </pc:spChg>
        <pc:spChg chg="del">
          <ac:chgData name="Soumita Sengupta" userId="4afa6ce1-cb01-46c2-8538-4650222f0c96" providerId="ADAL" clId="{6D014E28-5AC5-424B-B335-F0A00E851760}" dt="2021-04-06T11:33:49.360" v="383" actId="478"/>
          <ac:spMkLst>
            <pc:docMk/>
            <pc:sldMk cId="1207871582" sldId="481"/>
            <ac:spMk id="4" creationId="{00000000-0000-0000-0000-000000000000}"/>
          </ac:spMkLst>
        </pc:spChg>
        <pc:spChg chg="add mod">
          <ac:chgData name="Soumita Sengupta" userId="4afa6ce1-cb01-46c2-8538-4650222f0c96" providerId="ADAL" clId="{6D014E28-5AC5-424B-B335-F0A00E851760}" dt="2021-04-06T11:33:51.395" v="384"/>
          <ac:spMkLst>
            <pc:docMk/>
            <pc:sldMk cId="1207871582" sldId="481"/>
            <ac:spMk id="8" creationId="{484A41C7-1327-4B48-8B68-099849ED7C3F}"/>
          </ac:spMkLst>
        </pc:spChg>
        <pc:graphicFrameChg chg="mod">
          <ac:chgData name="Soumita Sengupta" userId="4afa6ce1-cb01-46c2-8538-4650222f0c96" providerId="ADAL" clId="{6D014E28-5AC5-424B-B335-F0A00E851760}" dt="2021-04-06T11:14:24.769" v="242" actId="108"/>
          <ac:graphicFrameMkLst>
            <pc:docMk/>
            <pc:sldMk cId="1207871582" sldId="481"/>
            <ac:graphicFrameMk id="6" creationId="{00000000-0000-0000-0000-000000000000}"/>
          </ac:graphicFrameMkLst>
        </pc:graphicFrameChg>
        <pc:picChg chg="add mod">
          <ac:chgData name="Soumita Sengupta" userId="4afa6ce1-cb01-46c2-8538-4650222f0c96" providerId="ADAL" clId="{6D014E28-5AC5-424B-B335-F0A00E851760}" dt="2021-04-06T11:33:51.395" v="384"/>
          <ac:picMkLst>
            <pc:docMk/>
            <pc:sldMk cId="1207871582" sldId="481"/>
            <ac:picMk id="7" creationId="{69BB296C-E55E-46D1-94CD-C2D6A43E2B29}"/>
          </ac:picMkLst>
        </pc:picChg>
      </pc:sldChg>
      <pc:sldChg chg="modSp add mod ord">
        <pc:chgData name="Soumita Sengupta" userId="4afa6ce1-cb01-46c2-8538-4650222f0c96" providerId="ADAL" clId="{6D014E28-5AC5-424B-B335-F0A00E851760}" dt="2021-04-06T11:16:13.054" v="255" actId="113"/>
        <pc:sldMkLst>
          <pc:docMk/>
          <pc:sldMk cId="4081721116" sldId="482"/>
        </pc:sldMkLst>
        <pc:spChg chg="mod">
          <ac:chgData name="Soumita Sengupta" userId="4afa6ce1-cb01-46c2-8538-4650222f0c96" providerId="ADAL" clId="{6D014E28-5AC5-424B-B335-F0A00E851760}" dt="2021-04-06T11:16:13.054" v="255" actId="113"/>
          <ac:spMkLst>
            <pc:docMk/>
            <pc:sldMk cId="4081721116" sldId="482"/>
            <ac:spMk id="2" creationId="{57983F62-BBB9-431B-A37F-BDA0DC7153F6}"/>
          </ac:spMkLst>
        </pc:spChg>
      </pc:sldChg>
      <pc:sldChg chg="addSp delSp modSp add mod">
        <pc:chgData name="Soumita Sengupta" userId="4afa6ce1-cb01-46c2-8538-4650222f0c96" providerId="ADAL" clId="{6D014E28-5AC5-424B-B335-F0A00E851760}" dt="2021-04-06T11:34:03.642" v="387"/>
        <pc:sldMkLst>
          <pc:docMk/>
          <pc:sldMk cId="1725077821" sldId="483"/>
        </pc:sldMkLst>
        <pc:spChg chg="del">
          <ac:chgData name="Soumita Sengupta" userId="4afa6ce1-cb01-46c2-8538-4650222f0c96" providerId="ADAL" clId="{6D014E28-5AC5-424B-B335-F0A00E851760}" dt="2021-04-06T11:33:57.501" v="385" actId="478"/>
          <ac:spMkLst>
            <pc:docMk/>
            <pc:sldMk cId="1725077821" sldId="483"/>
            <ac:spMk id="3" creationId="{00000000-0000-0000-0000-000000000000}"/>
          </ac:spMkLst>
        </pc:spChg>
        <pc:spChg chg="del">
          <ac:chgData name="Soumita Sengupta" userId="4afa6ce1-cb01-46c2-8538-4650222f0c96" providerId="ADAL" clId="{6D014E28-5AC5-424B-B335-F0A00E851760}" dt="2021-04-06T11:33:59.696" v="386" actId="478"/>
          <ac:spMkLst>
            <pc:docMk/>
            <pc:sldMk cId="1725077821" sldId="483"/>
            <ac:spMk id="4" creationId="{00000000-0000-0000-0000-000000000000}"/>
          </ac:spMkLst>
        </pc:spChg>
        <pc:spChg chg="add mod">
          <ac:chgData name="Soumita Sengupta" userId="4afa6ce1-cb01-46c2-8538-4650222f0c96" providerId="ADAL" clId="{6D014E28-5AC5-424B-B335-F0A00E851760}" dt="2021-04-06T11:34:03.642" v="387"/>
          <ac:spMkLst>
            <pc:docMk/>
            <pc:sldMk cId="1725077821" sldId="483"/>
            <ac:spMk id="8" creationId="{8F7B7D83-792B-4DE2-BFEF-3B65CB0DE452}"/>
          </ac:spMkLst>
        </pc:spChg>
        <pc:graphicFrameChg chg="mod">
          <ac:chgData name="Soumita Sengupta" userId="4afa6ce1-cb01-46c2-8538-4650222f0c96" providerId="ADAL" clId="{6D014E28-5AC5-424B-B335-F0A00E851760}" dt="2021-04-06T11:16:55.892" v="264" actId="108"/>
          <ac:graphicFrameMkLst>
            <pc:docMk/>
            <pc:sldMk cId="1725077821" sldId="483"/>
            <ac:graphicFrameMk id="6" creationId="{00000000-0000-0000-0000-000000000000}"/>
          </ac:graphicFrameMkLst>
        </pc:graphicFrameChg>
        <pc:picChg chg="add mod">
          <ac:chgData name="Soumita Sengupta" userId="4afa6ce1-cb01-46c2-8538-4650222f0c96" providerId="ADAL" clId="{6D014E28-5AC5-424B-B335-F0A00E851760}" dt="2021-04-06T11:34:03.642" v="387"/>
          <ac:picMkLst>
            <pc:docMk/>
            <pc:sldMk cId="1725077821" sldId="483"/>
            <ac:picMk id="7" creationId="{033D1B5E-8501-40C3-9B5C-534A21B8FC2A}"/>
          </ac:picMkLst>
        </pc:picChg>
      </pc:sldChg>
      <pc:sldChg chg="addSp delSp modSp add mod">
        <pc:chgData name="Soumita Sengupta" userId="4afa6ce1-cb01-46c2-8538-4650222f0c96" providerId="ADAL" clId="{6D014E28-5AC5-424B-B335-F0A00E851760}" dt="2021-04-06T11:34:11.065" v="390"/>
        <pc:sldMkLst>
          <pc:docMk/>
          <pc:sldMk cId="401624613" sldId="484"/>
        </pc:sldMkLst>
        <pc:spChg chg="del">
          <ac:chgData name="Soumita Sengupta" userId="4afa6ce1-cb01-46c2-8538-4650222f0c96" providerId="ADAL" clId="{6D014E28-5AC5-424B-B335-F0A00E851760}" dt="2021-04-06T11:34:07.368" v="388" actId="478"/>
          <ac:spMkLst>
            <pc:docMk/>
            <pc:sldMk cId="401624613" sldId="484"/>
            <ac:spMk id="3" creationId="{00000000-0000-0000-0000-000000000000}"/>
          </ac:spMkLst>
        </pc:spChg>
        <pc:spChg chg="del">
          <ac:chgData name="Soumita Sengupta" userId="4afa6ce1-cb01-46c2-8538-4650222f0c96" providerId="ADAL" clId="{6D014E28-5AC5-424B-B335-F0A00E851760}" dt="2021-04-06T11:34:09.387" v="389" actId="478"/>
          <ac:spMkLst>
            <pc:docMk/>
            <pc:sldMk cId="401624613" sldId="484"/>
            <ac:spMk id="4" creationId="{00000000-0000-0000-0000-000000000000}"/>
          </ac:spMkLst>
        </pc:spChg>
        <pc:spChg chg="add mod">
          <ac:chgData name="Soumita Sengupta" userId="4afa6ce1-cb01-46c2-8538-4650222f0c96" providerId="ADAL" clId="{6D014E28-5AC5-424B-B335-F0A00E851760}" dt="2021-04-06T11:34:11.065" v="390"/>
          <ac:spMkLst>
            <pc:docMk/>
            <pc:sldMk cId="401624613" sldId="484"/>
            <ac:spMk id="8" creationId="{D574F81B-227B-4F8F-8BBA-8437CFC2187D}"/>
          </ac:spMkLst>
        </pc:spChg>
        <pc:graphicFrameChg chg="mod">
          <ac:chgData name="Soumita Sengupta" userId="4afa6ce1-cb01-46c2-8538-4650222f0c96" providerId="ADAL" clId="{6D014E28-5AC5-424B-B335-F0A00E851760}" dt="2021-04-06T11:17:21.464" v="272" actId="108"/>
          <ac:graphicFrameMkLst>
            <pc:docMk/>
            <pc:sldMk cId="401624613" sldId="484"/>
            <ac:graphicFrameMk id="6" creationId="{00000000-0000-0000-0000-000000000000}"/>
          </ac:graphicFrameMkLst>
        </pc:graphicFrameChg>
        <pc:picChg chg="add mod">
          <ac:chgData name="Soumita Sengupta" userId="4afa6ce1-cb01-46c2-8538-4650222f0c96" providerId="ADAL" clId="{6D014E28-5AC5-424B-B335-F0A00E851760}" dt="2021-04-06T11:34:11.065" v="390"/>
          <ac:picMkLst>
            <pc:docMk/>
            <pc:sldMk cId="401624613" sldId="484"/>
            <ac:picMk id="7" creationId="{2F6F01EC-A790-4076-A618-FC637A30FF51}"/>
          </ac:picMkLst>
        </pc:picChg>
      </pc:sldChg>
      <pc:sldChg chg="modSp add del mod ord">
        <pc:chgData name="Soumita Sengupta" userId="4afa6ce1-cb01-46c2-8538-4650222f0c96" providerId="ADAL" clId="{6D014E28-5AC5-424B-B335-F0A00E851760}" dt="2021-04-06T11:18:10.340" v="278" actId="47"/>
        <pc:sldMkLst>
          <pc:docMk/>
          <pc:sldMk cId="3084910297" sldId="485"/>
        </pc:sldMkLst>
        <pc:spChg chg="mod">
          <ac:chgData name="Soumita Sengupta" userId="4afa6ce1-cb01-46c2-8538-4650222f0c96" providerId="ADAL" clId="{6D014E28-5AC5-424B-B335-F0A00E851760}" dt="2021-04-06T11:18:03.209" v="276" actId="6549"/>
          <ac:spMkLst>
            <pc:docMk/>
            <pc:sldMk cId="3084910297" sldId="485"/>
            <ac:spMk id="2" creationId="{57983F62-BBB9-431B-A37F-BDA0DC7153F6}"/>
          </ac:spMkLst>
        </pc:spChg>
      </pc:sldChg>
      <pc:sldChg chg="modSp add del mod">
        <pc:chgData name="Soumita Sengupta" userId="4afa6ce1-cb01-46c2-8538-4650222f0c96" providerId="ADAL" clId="{6D014E28-5AC5-424B-B335-F0A00E851760}" dt="2021-04-08T08:59:39.219" v="403" actId="47"/>
        <pc:sldMkLst>
          <pc:docMk/>
          <pc:sldMk cId="1051422832" sldId="486"/>
        </pc:sldMkLst>
        <pc:spChg chg="mod">
          <ac:chgData name="Soumita Sengupta" userId="4afa6ce1-cb01-46c2-8538-4650222f0c96" providerId="ADAL" clId="{6D014E28-5AC5-424B-B335-F0A00E851760}" dt="2021-04-06T11:18:28.261" v="282"/>
          <ac:spMkLst>
            <pc:docMk/>
            <pc:sldMk cId="1051422832" sldId="486"/>
            <ac:spMk id="2" creationId="{57983F62-BBB9-431B-A37F-BDA0DC7153F6}"/>
          </ac:spMkLst>
        </pc:spChg>
      </pc:sldChg>
      <pc:sldChg chg="addSp delSp modSp add del mod">
        <pc:chgData name="Soumita Sengupta" userId="4afa6ce1-cb01-46c2-8538-4650222f0c96" providerId="ADAL" clId="{6D014E28-5AC5-424B-B335-F0A00E851760}" dt="2021-04-08T08:59:41.082" v="404" actId="47"/>
        <pc:sldMkLst>
          <pc:docMk/>
          <pc:sldMk cId="3301539231" sldId="487"/>
        </pc:sldMkLst>
        <pc:spChg chg="del">
          <ac:chgData name="Soumita Sengupta" userId="4afa6ce1-cb01-46c2-8538-4650222f0c96" providerId="ADAL" clId="{6D014E28-5AC5-424B-B335-F0A00E851760}" dt="2021-04-06T11:34:22.966" v="391" actId="478"/>
          <ac:spMkLst>
            <pc:docMk/>
            <pc:sldMk cId="3301539231" sldId="487"/>
            <ac:spMk id="3" creationId="{00000000-0000-0000-0000-000000000000}"/>
          </ac:spMkLst>
        </pc:spChg>
        <pc:spChg chg="del">
          <ac:chgData name="Soumita Sengupta" userId="4afa6ce1-cb01-46c2-8538-4650222f0c96" providerId="ADAL" clId="{6D014E28-5AC5-424B-B335-F0A00E851760}" dt="2021-04-06T11:34:25.495" v="392" actId="478"/>
          <ac:spMkLst>
            <pc:docMk/>
            <pc:sldMk cId="3301539231" sldId="487"/>
            <ac:spMk id="4" creationId="{00000000-0000-0000-0000-000000000000}"/>
          </ac:spMkLst>
        </pc:spChg>
        <pc:spChg chg="add mod">
          <ac:chgData name="Soumita Sengupta" userId="4afa6ce1-cb01-46c2-8538-4650222f0c96" providerId="ADAL" clId="{6D014E28-5AC5-424B-B335-F0A00E851760}" dt="2021-04-06T11:34:27.026" v="393"/>
          <ac:spMkLst>
            <pc:docMk/>
            <pc:sldMk cId="3301539231" sldId="487"/>
            <ac:spMk id="8" creationId="{01B57924-6E5C-4A16-A9B4-78819B5D0E23}"/>
          </ac:spMkLst>
        </pc:spChg>
        <pc:graphicFrameChg chg="mod">
          <ac:chgData name="Soumita Sengupta" userId="4afa6ce1-cb01-46c2-8538-4650222f0c96" providerId="ADAL" clId="{6D014E28-5AC5-424B-B335-F0A00E851760}" dt="2021-04-06T11:19:17.704" v="293" actId="255"/>
          <ac:graphicFrameMkLst>
            <pc:docMk/>
            <pc:sldMk cId="3301539231" sldId="487"/>
            <ac:graphicFrameMk id="6" creationId="{00000000-0000-0000-0000-000000000000}"/>
          </ac:graphicFrameMkLst>
        </pc:graphicFrameChg>
        <pc:picChg chg="add mod">
          <ac:chgData name="Soumita Sengupta" userId="4afa6ce1-cb01-46c2-8538-4650222f0c96" providerId="ADAL" clId="{6D014E28-5AC5-424B-B335-F0A00E851760}" dt="2021-04-06T11:34:27.026" v="393"/>
          <ac:picMkLst>
            <pc:docMk/>
            <pc:sldMk cId="3301539231" sldId="487"/>
            <ac:picMk id="7" creationId="{441A97DD-C594-4635-877F-61F105504BC4}"/>
          </ac:picMkLst>
        </pc:picChg>
      </pc:sldChg>
      <pc:sldChg chg="addSp delSp modSp add del mod">
        <pc:chgData name="Soumita Sengupta" userId="4afa6ce1-cb01-46c2-8538-4650222f0c96" providerId="ADAL" clId="{6D014E28-5AC5-424B-B335-F0A00E851760}" dt="2021-04-08T08:59:42.101" v="405" actId="47"/>
        <pc:sldMkLst>
          <pc:docMk/>
          <pc:sldMk cId="3075750034" sldId="488"/>
        </pc:sldMkLst>
        <pc:spChg chg="del">
          <ac:chgData name="Soumita Sengupta" userId="4afa6ce1-cb01-46c2-8538-4650222f0c96" providerId="ADAL" clId="{6D014E28-5AC5-424B-B335-F0A00E851760}" dt="2021-04-06T11:34:30.922" v="394" actId="478"/>
          <ac:spMkLst>
            <pc:docMk/>
            <pc:sldMk cId="3075750034" sldId="488"/>
            <ac:spMk id="3" creationId="{00000000-0000-0000-0000-000000000000}"/>
          </ac:spMkLst>
        </pc:spChg>
        <pc:spChg chg="del">
          <ac:chgData name="Soumita Sengupta" userId="4afa6ce1-cb01-46c2-8538-4650222f0c96" providerId="ADAL" clId="{6D014E28-5AC5-424B-B335-F0A00E851760}" dt="2021-04-06T11:34:32.799" v="395" actId="478"/>
          <ac:spMkLst>
            <pc:docMk/>
            <pc:sldMk cId="3075750034" sldId="488"/>
            <ac:spMk id="4" creationId="{00000000-0000-0000-0000-000000000000}"/>
          </ac:spMkLst>
        </pc:spChg>
        <pc:spChg chg="add mod">
          <ac:chgData name="Soumita Sengupta" userId="4afa6ce1-cb01-46c2-8538-4650222f0c96" providerId="ADAL" clId="{6D014E28-5AC5-424B-B335-F0A00E851760}" dt="2021-04-06T11:34:34.441" v="396"/>
          <ac:spMkLst>
            <pc:docMk/>
            <pc:sldMk cId="3075750034" sldId="488"/>
            <ac:spMk id="8" creationId="{39B4C5F5-A2BF-46B4-BD86-C43103F6847E}"/>
          </ac:spMkLst>
        </pc:spChg>
        <pc:graphicFrameChg chg="mod">
          <ac:chgData name="Soumita Sengupta" userId="4afa6ce1-cb01-46c2-8538-4650222f0c96" providerId="ADAL" clId="{6D014E28-5AC5-424B-B335-F0A00E851760}" dt="2021-04-06T11:19:29.147" v="295" actId="255"/>
          <ac:graphicFrameMkLst>
            <pc:docMk/>
            <pc:sldMk cId="3075750034" sldId="488"/>
            <ac:graphicFrameMk id="6" creationId="{00000000-0000-0000-0000-000000000000}"/>
          </ac:graphicFrameMkLst>
        </pc:graphicFrameChg>
        <pc:picChg chg="add mod">
          <ac:chgData name="Soumita Sengupta" userId="4afa6ce1-cb01-46c2-8538-4650222f0c96" providerId="ADAL" clId="{6D014E28-5AC5-424B-B335-F0A00E851760}" dt="2021-04-06T11:34:34.441" v="396"/>
          <ac:picMkLst>
            <pc:docMk/>
            <pc:sldMk cId="3075750034" sldId="488"/>
            <ac:picMk id="7" creationId="{B5662F97-45B6-4308-A44A-03DC56923B94}"/>
          </ac:picMkLst>
        </pc:picChg>
      </pc:sldChg>
      <pc:sldChg chg="modSp add mod ord">
        <pc:chgData name="Soumita Sengupta" userId="4afa6ce1-cb01-46c2-8538-4650222f0c96" providerId="ADAL" clId="{6D014E28-5AC5-424B-B335-F0A00E851760}" dt="2021-04-06T11:20:07.227" v="302"/>
        <pc:sldMkLst>
          <pc:docMk/>
          <pc:sldMk cId="2562816360" sldId="489"/>
        </pc:sldMkLst>
        <pc:spChg chg="mod">
          <ac:chgData name="Soumita Sengupta" userId="4afa6ce1-cb01-46c2-8538-4650222f0c96" providerId="ADAL" clId="{6D014E28-5AC5-424B-B335-F0A00E851760}" dt="2021-04-06T11:20:07.227" v="302"/>
          <ac:spMkLst>
            <pc:docMk/>
            <pc:sldMk cId="2562816360" sldId="489"/>
            <ac:spMk id="2" creationId="{57983F62-BBB9-431B-A37F-BDA0DC7153F6}"/>
          </ac:spMkLst>
        </pc:spChg>
      </pc:sldChg>
      <pc:sldChg chg="addSp delSp modSp add mod">
        <pc:chgData name="Soumita Sengupta" userId="4afa6ce1-cb01-46c2-8538-4650222f0c96" providerId="ADAL" clId="{6D014E28-5AC5-424B-B335-F0A00E851760}" dt="2021-04-06T11:34:44.827" v="399"/>
        <pc:sldMkLst>
          <pc:docMk/>
          <pc:sldMk cId="587301050" sldId="490"/>
        </pc:sldMkLst>
        <pc:spChg chg="del">
          <ac:chgData name="Soumita Sengupta" userId="4afa6ce1-cb01-46c2-8538-4650222f0c96" providerId="ADAL" clId="{6D014E28-5AC5-424B-B335-F0A00E851760}" dt="2021-04-06T11:34:40.622" v="397" actId="478"/>
          <ac:spMkLst>
            <pc:docMk/>
            <pc:sldMk cId="587301050" sldId="490"/>
            <ac:spMk id="3" creationId="{00000000-0000-0000-0000-000000000000}"/>
          </ac:spMkLst>
        </pc:spChg>
        <pc:spChg chg="del">
          <ac:chgData name="Soumita Sengupta" userId="4afa6ce1-cb01-46c2-8538-4650222f0c96" providerId="ADAL" clId="{6D014E28-5AC5-424B-B335-F0A00E851760}" dt="2021-04-06T11:34:42.621" v="398" actId="478"/>
          <ac:spMkLst>
            <pc:docMk/>
            <pc:sldMk cId="587301050" sldId="490"/>
            <ac:spMk id="4" creationId="{00000000-0000-0000-0000-000000000000}"/>
          </ac:spMkLst>
        </pc:spChg>
        <pc:spChg chg="add mod">
          <ac:chgData name="Soumita Sengupta" userId="4afa6ce1-cb01-46c2-8538-4650222f0c96" providerId="ADAL" clId="{6D014E28-5AC5-424B-B335-F0A00E851760}" dt="2021-04-06T11:34:44.827" v="399"/>
          <ac:spMkLst>
            <pc:docMk/>
            <pc:sldMk cId="587301050" sldId="490"/>
            <ac:spMk id="8" creationId="{B5620C1A-C585-44A2-AB24-C74892DCA3EE}"/>
          </ac:spMkLst>
        </pc:spChg>
        <pc:graphicFrameChg chg="mod">
          <ac:chgData name="Soumita Sengupta" userId="4afa6ce1-cb01-46c2-8538-4650222f0c96" providerId="ADAL" clId="{6D014E28-5AC5-424B-B335-F0A00E851760}" dt="2021-04-06T11:20:53.289" v="307" actId="255"/>
          <ac:graphicFrameMkLst>
            <pc:docMk/>
            <pc:sldMk cId="587301050" sldId="490"/>
            <ac:graphicFrameMk id="6" creationId="{00000000-0000-0000-0000-000000000000}"/>
          </ac:graphicFrameMkLst>
        </pc:graphicFrameChg>
        <pc:picChg chg="add mod">
          <ac:chgData name="Soumita Sengupta" userId="4afa6ce1-cb01-46c2-8538-4650222f0c96" providerId="ADAL" clId="{6D014E28-5AC5-424B-B335-F0A00E851760}" dt="2021-04-06T11:34:44.827" v="399"/>
          <ac:picMkLst>
            <pc:docMk/>
            <pc:sldMk cId="587301050" sldId="490"/>
            <ac:picMk id="7" creationId="{BA0AE333-A933-4878-9F5A-472B3B806519}"/>
          </ac:picMkLst>
        </pc:picChg>
      </pc:sldChg>
      <pc:sldChg chg="addSp delSp modSp add mod">
        <pc:chgData name="Soumita Sengupta" userId="4afa6ce1-cb01-46c2-8538-4650222f0c96" providerId="ADAL" clId="{6D014E28-5AC5-424B-B335-F0A00E851760}" dt="2021-04-06T11:34:51.403" v="402"/>
        <pc:sldMkLst>
          <pc:docMk/>
          <pc:sldMk cId="1654427468" sldId="491"/>
        </pc:sldMkLst>
        <pc:spChg chg="del">
          <ac:chgData name="Soumita Sengupta" userId="4afa6ce1-cb01-46c2-8538-4650222f0c96" providerId="ADAL" clId="{6D014E28-5AC5-424B-B335-F0A00E851760}" dt="2021-04-06T11:34:47.739" v="400" actId="478"/>
          <ac:spMkLst>
            <pc:docMk/>
            <pc:sldMk cId="1654427468" sldId="491"/>
            <ac:spMk id="3" creationId="{00000000-0000-0000-0000-000000000000}"/>
          </ac:spMkLst>
        </pc:spChg>
        <pc:spChg chg="del">
          <ac:chgData name="Soumita Sengupta" userId="4afa6ce1-cb01-46c2-8538-4650222f0c96" providerId="ADAL" clId="{6D014E28-5AC5-424B-B335-F0A00E851760}" dt="2021-04-06T11:34:49.571" v="401" actId="478"/>
          <ac:spMkLst>
            <pc:docMk/>
            <pc:sldMk cId="1654427468" sldId="491"/>
            <ac:spMk id="4" creationId="{00000000-0000-0000-0000-000000000000}"/>
          </ac:spMkLst>
        </pc:spChg>
        <pc:spChg chg="add mod">
          <ac:chgData name="Soumita Sengupta" userId="4afa6ce1-cb01-46c2-8538-4650222f0c96" providerId="ADAL" clId="{6D014E28-5AC5-424B-B335-F0A00E851760}" dt="2021-04-06T11:34:51.403" v="402"/>
          <ac:spMkLst>
            <pc:docMk/>
            <pc:sldMk cId="1654427468" sldId="491"/>
            <ac:spMk id="8" creationId="{EFCC832C-E209-4A95-A02D-4FF671F60C42}"/>
          </ac:spMkLst>
        </pc:spChg>
        <pc:graphicFrameChg chg="mod">
          <ac:chgData name="Soumita Sengupta" userId="4afa6ce1-cb01-46c2-8538-4650222f0c96" providerId="ADAL" clId="{6D014E28-5AC5-424B-B335-F0A00E851760}" dt="2021-04-06T11:22:04.255" v="310" actId="255"/>
          <ac:graphicFrameMkLst>
            <pc:docMk/>
            <pc:sldMk cId="1654427468" sldId="491"/>
            <ac:graphicFrameMk id="6" creationId="{00000000-0000-0000-0000-000000000000}"/>
          </ac:graphicFrameMkLst>
        </pc:graphicFrameChg>
        <pc:picChg chg="add mod">
          <ac:chgData name="Soumita Sengupta" userId="4afa6ce1-cb01-46c2-8538-4650222f0c96" providerId="ADAL" clId="{6D014E28-5AC5-424B-B335-F0A00E851760}" dt="2021-04-06T11:34:51.403" v="402"/>
          <ac:picMkLst>
            <pc:docMk/>
            <pc:sldMk cId="1654427468" sldId="491"/>
            <ac:picMk id="7" creationId="{035D253D-EEEA-48CF-8AEC-825C5A976C88}"/>
          </ac:picMkLst>
        </pc:picChg>
      </pc:sldChg>
    </pc:docChg>
  </pc:docChgLst>
  <pc:docChgLst>
    <pc:chgData name="Soumita Sengupta" userId="4afa6ce1-cb01-46c2-8538-4650222f0c96" providerId="ADAL" clId="{5C8D6011-D41D-4BD3-A553-90E5A8EEC12B}"/>
    <pc:docChg chg="undo custSel addSld delSld modSld">
      <pc:chgData name="Soumita Sengupta" userId="4afa6ce1-cb01-46c2-8538-4650222f0c96" providerId="ADAL" clId="{5C8D6011-D41D-4BD3-A553-90E5A8EEC12B}" dt="2021-09-13T13:05:58.297" v="121" actId="1076"/>
      <pc:docMkLst>
        <pc:docMk/>
      </pc:docMkLst>
      <pc:sldChg chg="addSp delSp modSp mod">
        <pc:chgData name="Soumita Sengupta" userId="4afa6ce1-cb01-46c2-8538-4650222f0c96" providerId="ADAL" clId="{5C8D6011-D41D-4BD3-A553-90E5A8EEC12B}" dt="2021-09-08T11:47:08.934" v="2"/>
        <pc:sldMkLst>
          <pc:docMk/>
          <pc:sldMk cId="2584036331" sldId="339"/>
        </pc:sldMkLst>
        <pc:spChg chg="del">
          <ac:chgData name="Soumita Sengupta" userId="4afa6ce1-cb01-46c2-8538-4650222f0c96" providerId="ADAL" clId="{5C8D6011-D41D-4BD3-A553-90E5A8EEC12B}" dt="2021-09-08T11:47:08.019" v="1" actId="478"/>
          <ac:spMkLst>
            <pc:docMk/>
            <pc:sldMk cId="2584036331" sldId="339"/>
            <ac:spMk id="4" creationId="{D8019484-B245-4689-86A6-9DA13F091F6C}"/>
          </ac:spMkLst>
        </pc:spChg>
        <pc:spChg chg="mod">
          <ac:chgData name="Soumita Sengupta" userId="4afa6ce1-cb01-46c2-8538-4650222f0c96" providerId="ADAL" clId="{5C8D6011-D41D-4BD3-A553-90E5A8EEC12B}" dt="2021-09-08T11:46:46.748" v="0"/>
          <ac:spMkLst>
            <pc:docMk/>
            <pc:sldMk cId="2584036331" sldId="339"/>
            <ac:spMk id="6" creationId="{C8FE3195-D3A1-4850-9090-DFEED874F1D9}"/>
          </ac:spMkLst>
        </pc:spChg>
        <pc:picChg chg="add mod">
          <ac:chgData name="Soumita Sengupta" userId="4afa6ce1-cb01-46c2-8538-4650222f0c96" providerId="ADAL" clId="{5C8D6011-D41D-4BD3-A553-90E5A8EEC12B}" dt="2021-09-08T11:47:08.934" v="2"/>
          <ac:picMkLst>
            <pc:docMk/>
            <pc:sldMk cId="2584036331" sldId="339"/>
            <ac:picMk id="7" creationId="{87B1E28C-6CC6-42AB-A7FD-2B4D66CCEF31}"/>
          </ac:picMkLst>
        </pc:picChg>
      </pc:sldChg>
      <pc:sldChg chg="modSp mod">
        <pc:chgData name="Soumita Sengupta" userId="4afa6ce1-cb01-46c2-8538-4650222f0c96" providerId="ADAL" clId="{5C8D6011-D41D-4BD3-A553-90E5A8EEC12B}" dt="2021-09-13T13:02:44.987" v="98" actId="1076"/>
        <pc:sldMkLst>
          <pc:docMk/>
          <pc:sldMk cId="3519504251" sldId="1341"/>
        </pc:sldMkLst>
        <pc:spChg chg="mod">
          <ac:chgData name="Soumita Sengupta" userId="4afa6ce1-cb01-46c2-8538-4650222f0c96" providerId="ADAL" clId="{5C8D6011-D41D-4BD3-A553-90E5A8EEC12B}" dt="2021-09-13T13:02:44.987" v="98" actId="1076"/>
          <ac:spMkLst>
            <pc:docMk/>
            <pc:sldMk cId="3519504251" sldId="1341"/>
            <ac:spMk id="7" creationId="{FC600F77-6B9C-43FF-8107-8038F44704D6}"/>
          </ac:spMkLst>
        </pc:spChg>
      </pc:sldChg>
      <pc:sldChg chg="modSp mod modNotesTx">
        <pc:chgData name="Soumita Sengupta" userId="4afa6ce1-cb01-46c2-8538-4650222f0c96" providerId="ADAL" clId="{5C8D6011-D41D-4BD3-A553-90E5A8EEC12B}" dt="2021-09-13T12:44:54.223" v="95" actId="20577"/>
        <pc:sldMkLst>
          <pc:docMk/>
          <pc:sldMk cId="2820363447" sldId="1370"/>
        </pc:sldMkLst>
        <pc:spChg chg="mod">
          <ac:chgData name="Soumita Sengupta" userId="4afa6ce1-cb01-46c2-8538-4650222f0c96" providerId="ADAL" clId="{5C8D6011-D41D-4BD3-A553-90E5A8EEC12B}" dt="2021-09-13T12:35:07.069" v="8" actId="5793"/>
          <ac:spMkLst>
            <pc:docMk/>
            <pc:sldMk cId="2820363447" sldId="1370"/>
            <ac:spMk id="5" creationId="{B3F41200-3D7D-4D9F-8AC7-CB92286A2D1C}"/>
          </ac:spMkLst>
        </pc:spChg>
      </pc:sldChg>
      <pc:sldChg chg="modSp mod">
        <pc:chgData name="Soumita Sengupta" userId="4afa6ce1-cb01-46c2-8538-4650222f0c96" providerId="ADAL" clId="{5C8D6011-D41D-4BD3-A553-90E5A8EEC12B}" dt="2021-09-13T13:05:08.600" v="116" actId="1076"/>
        <pc:sldMkLst>
          <pc:docMk/>
          <pc:sldMk cId="405368737" sldId="1372"/>
        </pc:sldMkLst>
        <pc:spChg chg="mod">
          <ac:chgData name="Soumita Sengupta" userId="4afa6ce1-cb01-46c2-8538-4650222f0c96" providerId="ADAL" clId="{5C8D6011-D41D-4BD3-A553-90E5A8EEC12B}" dt="2021-09-13T13:05:08.600" v="116" actId="1076"/>
          <ac:spMkLst>
            <pc:docMk/>
            <pc:sldMk cId="405368737" sldId="1372"/>
            <ac:spMk id="5" creationId="{B3F41200-3D7D-4D9F-8AC7-CB92286A2D1C}"/>
          </ac:spMkLst>
        </pc:spChg>
      </pc:sldChg>
      <pc:sldChg chg="modSp mod">
        <pc:chgData name="Soumita Sengupta" userId="4afa6ce1-cb01-46c2-8538-4650222f0c96" providerId="ADAL" clId="{5C8D6011-D41D-4BD3-A553-90E5A8EEC12B}" dt="2021-09-13T13:04:55.894" v="114" actId="20577"/>
        <pc:sldMkLst>
          <pc:docMk/>
          <pc:sldMk cId="2377731136" sldId="1373"/>
        </pc:sldMkLst>
        <pc:spChg chg="mod">
          <ac:chgData name="Soumita Sengupta" userId="4afa6ce1-cb01-46c2-8538-4650222f0c96" providerId="ADAL" clId="{5C8D6011-D41D-4BD3-A553-90E5A8EEC12B}" dt="2021-09-13T13:04:55.894" v="114" actId="20577"/>
          <ac:spMkLst>
            <pc:docMk/>
            <pc:sldMk cId="2377731136" sldId="1373"/>
            <ac:spMk id="5" creationId="{B3F41200-3D7D-4D9F-8AC7-CB92286A2D1C}"/>
          </ac:spMkLst>
        </pc:spChg>
      </pc:sldChg>
      <pc:sldChg chg="modSp mod modNotesTx">
        <pc:chgData name="Soumita Sengupta" userId="4afa6ce1-cb01-46c2-8538-4650222f0c96" providerId="ADAL" clId="{5C8D6011-D41D-4BD3-A553-90E5A8EEC12B}" dt="2021-09-13T12:37:53.854" v="19" actId="5793"/>
        <pc:sldMkLst>
          <pc:docMk/>
          <pc:sldMk cId="4092918692" sldId="1378"/>
        </pc:sldMkLst>
        <pc:spChg chg="mod">
          <ac:chgData name="Soumita Sengupta" userId="4afa6ce1-cb01-46c2-8538-4650222f0c96" providerId="ADAL" clId="{5C8D6011-D41D-4BD3-A553-90E5A8EEC12B}" dt="2021-09-13T12:37:40.104" v="17" actId="108"/>
          <ac:spMkLst>
            <pc:docMk/>
            <pc:sldMk cId="4092918692" sldId="1378"/>
            <ac:spMk id="5" creationId="{B3F41200-3D7D-4D9F-8AC7-CB92286A2D1C}"/>
          </ac:spMkLst>
        </pc:spChg>
      </pc:sldChg>
      <pc:sldChg chg="modSp mod">
        <pc:chgData name="Soumita Sengupta" userId="4afa6ce1-cb01-46c2-8538-4650222f0c96" providerId="ADAL" clId="{5C8D6011-D41D-4BD3-A553-90E5A8EEC12B}" dt="2021-09-13T13:05:41.045" v="119" actId="5793"/>
        <pc:sldMkLst>
          <pc:docMk/>
          <pc:sldMk cId="3919086805" sldId="1387"/>
        </pc:sldMkLst>
        <pc:spChg chg="mod">
          <ac:chgData name="Soumita Sengupta" userId="4afa6ce1-cb01-46c2-8538-4650222f0c96" providerId="ADAL" clId="{5C8D6011-D41D-4BD3-A553-90E5A8EEC12B}" dt="2021-09-13T13:05:41.045" v="119" actId="5793"/>
          <ac:spMkLst>
            <pc:docMk/>
            <pc:sldMk cId="3919086805" sldId="1387"/>
            <ac:spMk id="5" creationId="{B3F41200-3D7D-4D9F-8AC7-CB92286A2D1C}"/>
          </ac:spMkLst>
        </pc:spChg>
      </pc:sldChg>
      <pc:sldChg chg="modSp mod">
        <pc:chgData name="Soumita Sengupta" userId="4afa6ce1-cb01-46c2-8538-4650222f0c96" providerId="ADAL" clId="{5C8D6011-D41D-4BD3-A553-90E5A8EEC12B}" dt="2021-09-13T12:43:34.776" v="72" actId="20577"/>
        <pc:sldMkLst>
          <pc:docMk/>
          <pc:sldMk cId="1128234960" sldId="1388"/>
        </pc:sldMkLst>
        <pc:spChg chg="mod">
          <ac:chgData name="Soumita Sengupta" userId="4afa6ce1-cb01-46c2-8538-4650222f0c96" providerId="ADAL" clId="{5C8D6011-D41D-4BD3-A553-90E5A8EEC12B}" dt="2021-09-13T12:43:34.776" v="72" actId="20577"/>
          <ac:spMkLst>
            <pc:docMk/>
            <pc:sldMk cId="1128234960" sldId="1388"/>
            <ac:spMk id="5" creationId="{B3F41200-3D7D-4D9F-8AC7-CB92286A2D1C}"/>
          </ac:spMkLst>
        </pc:spChg>
      </pc:sldChg>
      <pc:sldChg chg="modSp mod modNotesTx">
        <pc:chgData name="Soumita Sengupta" userId="4afa6ce1-cb01-46c2-8538-4650222f0c96" providerId="ADAL" clId="{5C8D6011-D41D-4BD3-A553-90E5A8EEC12B}" dt="2021-09-13T12:43:52.605" v="80" actId="14"/>
        <pc:sldMkLst>
          <pc:docMk/>
          <pc:sldMk cId="3377984629" sldId="1389"/>
        </pc:sldMkLst>
        <pc:spChg chg="mod">
          <ac:chgData name="Soumita Sengupta" userId="4afa6ce1-cb01-46c2-8538-4650222f0c96" providerId="ADAL" clId="{5C8D6011-D41D-4BD3-A553-90E5A8EEC12B}" dt="2021-09-13T12:43:52.605" v="80" actId="14"/>
          <ac:spMkLst>
            <pc:docMk/>
            <pc:sldMk cId="3377984629" sldId="1389"/>
            <ac:spMk id="5" creationId="{B3F41200-3D7D-4D9F-8AC7-CB92286A2D1C}"/>
          </ac:spMkLst>
        </pc:spChg>
      </pc:sldChg>
      <pc:sldChg chg="modSp mod">
        <pc:chgData name="Soumita Sengupta" userId="4afa6ce1-cb01-46c2-8538-4650222f0c96" providerId="ADAL" clId="{5C8D6011-D41D-4BD3-A553-90E5A8EEC12B}" dt="2021-09-13T12:43:59.589" v="85" actId="20577"/>
        <pc:sldMkLst>
          <pc:docMk/>
          <pc:sldMk cId="3894279056" sldId="1390"/>
        </pc:sldMkLst>
        <pc:spChg chg="mod">
          <ac:chgData name="Soumita Sengupta" userId="4afa6ce1-cb01-46c2-8538-4650222f0c96" providerId="ADAL" clId="{5C8D6011-D41D-4BD3-A553-90E5A8EEC12B}" dt="2021-09-13T12:43:59.589" v="85" actId="20577"/>
          <ac:spMkLst>
            <pc:docMk/>
            <pc:sldMk cId="3894279056" sldId="1390"/>
            <ac:spMk id="5" creationId="{B3F41200-3D7D-4D9F-8AC7-CB92286A2D1C}"/>
          </ac:spMkLst>
        </pc:spChg>
      </pc:sldChg>
      <pc:sldChg chg="modSp mod">
        <pc:chgData name="Soumita Sengupta" userId="4afa6ce1-cb01-46c2-8538-4650222f0c96" providerId="ADAL" clId="{5C8D6011-D41D-4BD3-A553-90E5A8EEC12B}" dt="2021-09-13T12:44:05.480" v="89" actId="20577"/>
        <pc:sldMkLst>
          <pc:docMk/>
          <pc:sldMk cId="2095373314" sldId="1391"/>
        </pc:sldMkLst>
        <pc:spChg chg="mod">
          <ac:chgData name="Soumita Sengupta" userId="4afa6ce1-cb01-46c2-8538-4650222f0c96" providerId="ADAL" clId="{5C8D6011-D41D-4BD3-A553-90E5A8EEC12B}" dt="2021-09-13T12:44:05.480" v="89" actId="20577"/>
          <ac:spMkLst>
            <pc:docMk/>
            <pc:sldMk cId="2095373314" sldId="1391"/>
            <ac:spMk id="5" creationId="{B3F41200-3D7D-4D9F-8AC7-CB92286A2D1C}"/>
          </ac:spMkLst>
        </pc:spChg>
      </pc:sldChg>
      <pc:sldChg chg="del">
        <pc:chgData name="Soumita Sengupta" userId="4afa6ce1-cb01-46c2-8538-4650222f0c96" providerId="ADAL" clId="{5C8D6011-D41D-4BD3-A553-90E5A8EEC12B}" dt="2021-09-13T12:30:42.110" v="3" actId="47"/>
        <pc:sldMkLst>
          <pc:docMk/>
          <pc:sldMk cId="1823510593" sldId="1392"/>
        </pc:sldMkLst>
      </pc:sldChg>
      <pc:sldChg chg="modSp mod">
        <pc:chgData name="Soumita Sengupta" userId="4afa6ce1-cb01-46c2-8538-4650222f0c96" providerId="ADAL" clId="{5C8D6011-D41D-4BD3-A553-90E5A8EEC12B}" dt="2021-09-13T12:44:08.945" v="91" actId="20577"/>
        <pc:sldMkLst>
          <pc:docMk/>
          <pc:sldMk cId="616814079" sldId="1395"/>
        </pc:sldMkLst>
        <pc:spChg chg="mod">
          <ac:chgData name="Soumita Sengupta" userId="4afa6ce1-cb01-46c2-8538-4650222f0c96" providerId="ADAL" clId="{5C8D6011-D41D-4BD3-A553-90E5A8EEC12B}" dt="2021-09-13T12:44:08.945" v="91" actId="20577"/>
          <ac:spMkLst>
            <pc:docMk/>
            <pc:sldMk cId="616814079" sldId="1395"/>
            <ac:spMk id="5" creationId="{B3F41200-3D7D-4D9F-8AC7-CB92286A2D1C}"/>
          </ac:spMkLst>
        </pc:spChg>
      </pc:sldChg>
      <pc:sldChg chg="modSp mod">
        <pc:chgData name="Soumita Sengupta" userId="4afa6ce1-cb01-46c2-8538-4650222f0c96" providerId="ADAL" clId="{5C8D6011-D41D-4BD3-A553-90E5A8EEC12B}" dt="2021-09-13T12:44:16.841" v="93" actId="20577"/>
        <pc:sldMkLst>
          <pc:docMk/>
          <pc:sldMk cId="2576335824" sldId="1396"/>
        </pc:sldMkLst>
        <pc:spChg chg="mod">
          <ac:chgData name="Soumita Sengupta" userId="4afa6ce1-cb01-46c2-8538-4650222f0c96" providerId="ADAL" clId="{5C8D6011-D41D-4BD3-A553-90E5A8EEC12B}" dt="2021-09-13T12:44:16.841" v="93" actId="20577"/>
          <ac:spMkLst>
            <pc:docMk/>
            <pc:sldMk cId="2576335824" sldId="1396"/>
            <ac:spMk id="5" creationId="{B3F41200-3D7D-4D9F-8AC7-CB92286A2D1C}"/>
          </ac:spMkLst>
        </pc:spChg>
      </pc:sldChg>
      <pc:sldChg chg="modSp mod">
        <pc:chgData name="Soumita Sengupta" userId="4afa6ce1-cb01-46c2-8538-4650222f0c96" providerId="ADAL" clId="{5C8D6011-D41D-4BD3-A553-90E5A8EEC12B}" dt="2021-09-13T13:03:36.045" v="102" actId="20577"/>
        <pc:sldMkLst>
          <pc:docMk/>
          <pc:sldMk cId="1136086111" sldId="1423"/>
        </pc:sldMkLst>
        <pc:spChg chg="mod">
          <ac:chgData name="Soumita Sengupta" userId="4afa6ce1-cb01-46c2-8538-4650222f0c96" providerId="ADAL" clId="{5C8D6011-D41D-4BD3-A553-90E5A8EEC12B}" dt="2021-09-13T13:03:36.045" v="102" actId="20577"/>
          <ac:spMkLst>
            <pc:docMk/>
            <pc:sldMk cId="1136086111" sldId="1423"/>
            <ac:spMk id="5" creationId="{B3F41200-3D7D-4D9F-8AC7-CB92286A2D1C}"/>
          </ac:spMkLst>
        </pc:spChg>
      </pc:sldChg>
      <pc:sldChg chg="modSp add mod modNotesTx">
        <pc:chgData name="Soumita Sengupta" userId="4afa6ce1-cb01-46c2-8538-4650222f0c96" providerId="ADAL" clId="{5C8D6011-D41D-4BD3-A553-90E5A8EEC12B}" dt="2021-09-13T13:05:58.297" v="121" actId="1076"/>
        <pc:sldMkLst>
          <pc:docMk/>
          <pc:sldMk cId="402120246" sldId="1435"/>
        </pc:sldMkLst>
        <pc:spChg chg="mod">
          <ac:chgData name="Soumita Sengupta" userId="4afa6ce1-cb01-46c2-8538-4650222f0c96" providerId="ADAL" clId="{5C8D6011-D41D-4BD3-A553-90E5A8EEC12B}" dt="2021-09-13T13:05:54.053" v="120" actId="1076"/>
          <ac:spMkLst>
            <pc:docMk/>
            <pc:sldMk cId="402120246" sldId="1435"/>
            <ac:spMk id="5" creationId="{B3F41200-3D7D-4D9F-8AC7-CB92286A2D1C}"/>
          </ac:spMkLst>
        </pc:spChg>
        <pc:spChg chg="mod">
          <ac:chgData name="Soumita Sengupta" userId="4afa6ce1-cb01-46c2-8538-4650222f0c96" providerId="ADAL" clId="{5C8D6011-D41D-4BD3-A553-90E5A8EEC12B}" dt="2021-09-13T13:05:58.297" v="121" actId="1076"/>
          <ac:spMkLst>
            <pc:docMk/>
            <pc:sldMk cId="402120246" sldId="1435"/>
            <ac:spMk id="11" creationId="{00000000-0000-0000-0000-000000000000}"/>
          </ac:spMkLst>
        </pc:spChg>
      </pc:sldChg>
    </pc:docChg>
  </pc:docChgLst>
  <pc:docChgLst>
    <pc:chgData name="Soumita Sengupta" userId="4afa6ce1-cb01-46c2-8538-4650222f0c96" providerId="ADAL" clId="{E312D671-FF45-4138-89B8-BF1BA535CB03}"/>
    <pc:docChg chg="undo custSel addSld delSld modSld sldOrd">
      <pc:chgData name="Soumita Sengupta" userId="4afa6ce1-cb01-46c2-8538-4650222f0c96" providerId="ADAL" clId="{E312D671-FF45-4138-89B8-BF1BA535CB03}" dt="2021-06-08T10:21:09.048" v="1430" actId="20577"/>
      <pc:docMkLst>
        <pc:docMk/>
      </pc:docMkLst>
      <pc:sldChg chg="modSp add mod">
        <pc:chgData name="Soumita Sengupta" userId="4afa6ce1-cb01-46c2-8538-4650222f0c96" providerId="ADAL" clId="{E312D671-FF45-4138-89B8-BF1BA535CB03}" dt="2021-06-04T11:29:19.598" v="146" actId="1076"/>
        <pc:sldMkLst>
          <pc:docMk/>
          <pc:sldMk cId="1912468287" sldId="260"/>
        </pc:sldMkLst>
        <pc:spChg chg="mod">
          <ac:chgData name="Soumita Sengupta" userId="4afa6ce1-cb01-46c2-8538-4650222f0c96" providerId="ADAL" clId="{E312D671-FF45-4138-89B8-BF1BA535CB03}" dt="2021-06-04T11:29:14.266" v="145" actId="688"/>
          <ac:spMkLst>
            <pc:docMk/>
            <pc:sldMk cId="1912468287" sldId="260"/>
            <ac:spMk id="4" creationId="{00000000-0000-0000-0000-000000000000}"/>
          </ac:spMkLst>
        </pc:spChg>
        <pc:spChg chg="mod">
          <ac:chgData name="Soumita Sengupta" userId="4afa6ce1-cb01-46c2-8538-4650222f0c96" providerId="ADAL" clId="{E312D671-FF45-4138-89B8-BF1BA535CB03}" dt="2021-06-04T11:28:39.185" v="136" actId="1076"/>
          <ac:spMkLst>
            <pc:docMk/>
            <pc:sldMk cId="1912468287" sldId="260"/>
            <ac:spMk id="5" creationId="{00000000-0000-0000-0000-000000000000}"/>
          </ac:spMkLst>
        </pc:spChg>
        <pc:spChg chg="mod">
          <ac:chgData name="Soumita Sengupta" userId="4afa6ce1-cb01-46c2-8538-4650222f0c96" providerId="ADAL" clId="{E312D671-FF45-4138-89B8-BF1BA535CB03}" dt="2021-06-04T11:29:19.598" v="146" actId="1076"/>
          <ac:spMkLst>
            <pc:docMk/>
            <pc:sldMk cId="1912468287" sldId="260"/>
            <ac:spMk id="6" creationId="{00000000-0000-0000-0000-000000000000}"/>
          </ac:spMkLst>
        </pc:spChg>
      </pc:sldChg>
      <pc:sldChg chg="modSp add mod">
        <pc:chgData name="Soumita Sengupta" userId="4afa6ce1-cb01-46c2-8538-4650222f0c96" providerId="ADAL" clId="{E312D671-FF45-4138-89B8-BF1BA535CB03}" dt="2021-06-04T11:29:47.678" v="186" actId="207"/>
        <pc:sldMkLst>
          <pc:docMk/>
          <pc:sldMk cId="1212641514" sldId="881"/>
        </pc:sldMkLst>
        <pc:spChg chg="mod">
          <ac:chgData name="Soumita Sengupta" userId="4afa6ce1-cb01-46c2-8538-4650222f0c96" providerId="ADAL" clId="{E312D671-FF45-4138-89B8-BF1BA535CB03}" dt="2021-06-04T11:23:45.466" v="95" actId="255"/>
          <ac:spMkLst>
            <pc:docMk/>
            <pc:sldMk cId="1212641514" sldId="881"/>
            <ac:spMk id="3" creationId="{8EBF43EF-2B07-47F5-8581-BE0EFCEC3059}"/>
          </ac:spMkLst>
        </pc:spChg>
        <pc:spChg chg="mod">
          <ac:chgData name="Soumita Sengupta" userId="4afa6ce1-cb01-46c2-8538-4650222f0c96" providerId="ADAL" clId="{E312D671-FF45-4138-89B8-BF1BA535CB03}" dt="2021-06-04T11:29:47.678" v="186" actId="207"/>
          <ac:spMkLst>
            <pc:docMk/>
            <pc:sldMk cId="1212641514" sldId="881"/>
            <ac:spMk id="4" creationId="{6D8E2E62-CCA0-4E0C-A248-DF30B281F4BE}"/>
          </ac:spMkLst>
        </pc:spChg>
        <pc:spChg chg="mod">
          <ac:chgData name="Soumita Sengupta" userId="4afa6ce1-cb01-46c2-8538-4650222f0c96" providerId="ADAL" clId="{E312D671-FF45-4138-89B8-BF1BA535CB03}" dt="2021-06-04T11:29:47.678" v="186" actId="207"/>
          <ac:spMkLst>
            <pc:docMk/>
            <pc:sldMk cId="1212641514" sldId="881"/>
            <ac:spMk id="5" creationId="{BA7C92A5-213E-4745-87BD-2CBA254A5FD1}"/>
          </ac:spMkLst>
        </pc:spChg>
      </pc:sldChg>
      <pc:sldChg chg="modSp add mod">
        <pc:chgData name="Soumita Sengupta" userId="4afa6ce1-cb01-46c2-8538-4650222f0c96" providerId="ADAL" clId="{E312D671-FF45-4138-89B8-BF1BA535CB03}" dt="2021-06-04T11:29:36.708" v="168" actId="207"/>
        <pc:sldMkLst>
          <pc:docMk/>
          <pc:sldMk cId="1491434200" sldId="882"/>
        </pc:sldMkLst>
        <pc:spChg chg="mod">
          <ac:chgData name="Soumita Sengupta" userId="4afa6ce1-cb01-46c2-8538-4650222f0c96" providerId="ADAL" clId="{E312D671-FF45-4138-89B8-BF1BA535CB03}" dt="2021-06-04T11:29:25.787" v="147" actId="14100"/>
          <ac:spMkLst>
            <pc:docMk/>
            <pc:sldMk cId="1491434200" sldId="882"/>
            <ac:spMk id="3" creationId="{8EBF43EF-2B07-47F5-8581-BE0EFCEC3059}"/>
          </ac:spMkLst>
        </pc:spChg>
        <pc:spChg chg="mod">
          <ac:chgData name="Soumita Sengupta" userId="4afa6ce1-cb01-46c2-8538-4650222f0c96" providerId="ADAL" clId="{E312D671-FF45-4138-89B8-BF1BA535CB03}" dt="2021-06-04T11:29:36.708" v="168" actId="207"/>
          <ac:spMkLst>
            <pc:docMk/>
            <pc:sldMk cId="1491434200" sldId="882"/>
            <ac:spMk id="4" creationId="{6D8E2E62-CCA0-4E0C-A248-DF30B281F4BE}"/>
          </ac:spMkLst>
        </pc:spChg>
        <pc:spChg chg="mod">
          <ac:chgData name="Soumita Sengupta" userId="4afa6ce1-cb01-46c2-8538-4650222f0c96" providerId="ADAL" clId="{E312D671-FF45-4138-89B8-BF1BA535CB03}" dt="2021-06-04T11:29:36.708" v="168" actId="207"/>
          <ac:spMkLst>
            <pc:docMk/>
            <pc:sldMk cId="1491434200" sldId="882"/>
            <ac:spMk id="5" creationId="{BA7C92A5-213E-4745-87BD-2CBA254A5FD1}"/>
          </ac:spMkLst>
        </pc:spChg>
      </pc:sldChg>
      <pc:sldChg chg="addSp delSp modSp add mod">
        <pc:chgData name="Soumita Sengupta" userId="4afa6ce1-cb01-46c2-8538-4650222f0c96" providerId="ADAL" clId="{E312D671-FF45-4138-89B8-BF1BA535CB03}" dt="2021-06-07T09:04:08.865" v="1098" actId="14100"/>
        <pc:sldMkLst>
          <pc:docMk/>
          <pc:sldMk cId="3274614110" sldId="883"/>
        </pc:sldMkLst>
        <pc:spChg chg="del">
          <ac:chgData name="Soumita Sengupta" userId="4afa6ce1-cb01-46c2-8538-4650222f0c96" providerId="ADAL" clId="{E312D671-FF45-4138-89B8-BF1BA535CB03}" dt="2021-06-04T11:05:55.996" v="21" actId="478"/>
          <ac:spMkLst>
            <pc:docMk/>
            <pc:sldMk cId="3274614110" sldId="883"/>
            <ac:spMk id="3" creationId="{8EBF43EF-2B07-47F5-8581-BE0EFCEC3059}"/>
          </ac:spMkLst>
        </pc:spChg>
        <pc:spChg chg="mod">
          <ac:chgData name="Soumita Sengupta" userId="4afa6ce1-cb01-46c2-8538-4650222f0c96" providerId="ADAL" clId="{E312D671-FF45-4138-89B8-BF1BA535CB03}" dt="2021-06-04T11:30:01.901" v="216" actId="207"/>
          <ac:spMkLst>
            <pc:docMk/>
            <pc:sldMk cId="3274614110" sldId="883"/>
            <ac:spMk id="4" creationId="{6D8E2E62-CCA0-4E0C-A248-DF30B281F4BE}"/>
          </ac:spMkLst>
        </pc:spChg>
        <pc:spChg chg="mod">
          <ac:chgData name="Soumita Sengupta" userId="4afa6ce1-cb01-46c2-8538-4650222f0c96" providerId="ADAL" clId="{E312D671-FF45-4138-89B8-BF1BA535CB03}" dt="2021-06-04T11:30:01.901" v="216" actId="207"/>
          <ac:spMkLst>
            <pc:docMk/>
            <pc:sldMk cId="3274614110" sldId="883"/>
            <ac:spMk id="5" creationId="{BA7C92A5-213E-4745-87BD-2CBA254A5FD1}"/>
          </ac:spMkLst>
        </pc:spChg>
        <pc:picChg chg="del">
          <ac:chgData name="Soumita Sengupta" userId="4afa6ce1-cb01-46c2-8538-4650222f0c96" providerId="ADAL" clId="{E312D671-FF45-4138-89B8-BF1BA535CB03}" dt="2021-06-07T09:02:04.189" v="1090" actId="478"/>
          <ac:picMkLst>
            <pc:docMk/>
            <pc:sldMk cId="3274614110" sldId="883"/>
            <ac:picMk id="6" creationId="{C1626556-FF5A-4454-B82F-3D4C54B0C27F}"/>
          </ac:picMkLst>
        </pc:picChg>
        <pc:picChg chg="add mod">
          <ac:chgData name="Soumita Sengupta" userId="4afa6ce1-cb01-46c2-8538-4650222f0c96" providerId="ADAL" clId="{E312D671-FF45-4138-89B8-BF1BA535CB03}" dt="2021-06-07T09:04:08.865" v="1098" actId="14100"/>
          <ac:picMkLst>
            <pc:docMk/>
            <pc:sldMk cId="3274614110" sldId="883"/>
            <ac:picMk id="7" creationId="{2387C099-5F2E-421C-9965-D2F6476B8A8D}"/>
          </ac:picMkLst>
        </pc:picChg>
      </pc:sldChg>
      <pc:sldChg chg="modSp add mod">
        <pc:chgData name="Soumita Sengupta" userId="4afa6ce1-cb01-46c2-8538-4650222f0c96" providerId="ADAL" clId="{E312D671-FF45-4138-89B8-BF1BA535CB03}" dt="2021-06-08T10:21:09.048" v="1430" actId="20577"/>
        <pc:sldMkLst>
          <pc:docMk/>
          <pc:sldMk cId="2860083836" sldId="884"/>
        </pc:sldMkLst>
        <pc:spChg chg="mod">
          <ac:chgData name="Soumita Sengupta" userId="4afa6ce1-cb01-46c2-8538-4650222f0c96" providerId="ADAL" clId="{E312D671-FF45-4138-89B8-BF1BA535CB03}" dt="2021-06-08T10:21:09.048" v="1430" actId="20577"/>
          <ac:spMkLst>
            <pc:docMk/>
            <pc:sldMk cId="2860083836" sldId="884"/>
            <ac:spMk id="3" creationId="{8EBF43EF-2B07-47F5-8581-BE0EFCEC3059}"/>
          </ac:spMkLst>
        </pc:spChg>
        <pc:spChg chg="mod">
          <ac:chgData name="Soumita Sengupta" userId="4afa6ce1-cb01-46c2-8538-4650222f0c96" providerId="ADAL" clId="{E312D671-FF45-4138-89B8-BF1BA535CB03}" dt="2021-06-04T11:30:41.256" v="240" actId="207"/>
          <ac:spMkLst>
            <pc:docMk/>
            <pc:sldMk cId="2860083836" sldId="884"/>
            <ac:spMk id="4" creationId="{6D8E2E62-CCA0-4E0C-A248-DF30B281F4BE}"/>
          </ac:spMkLst>
        </pc:spChg>
        <pc:spChg chg="mod">
          <ac:chgData name="Soumita Sengupta" userId="4afa6ce1-cb01-46c2-8538-4650222f0c96" providerId="ADAL" clId="{E312D671-FF45-4138-89B8-BF1BA535CB03}" dt="2021-06-04T11:30:41.256" v="240" actId="207"/>
          <ac:spMkLst>
            <pc:docMk/>
            <pc:sldMk cId="2860083836" sldId="884"/>
            <ac:spMk id="5" creationId="{BA7C92A5-213E-4745-87BD-2CBA254A5FD1}"/>
          </ac:spMkLst>
        </pc:spChg>
      </pc:sldChg>
      <pc:sldChg chg="modSp add mod">
        <pc:chgData name="Soumita Sengupta" userId="4afa6ce1-cb01-46c2-8538-4650222f0c96" providerId="ADAL" clId="{E312D671-FF45-4138-89B8-BF1BA535CB03}" dt="2021-06-04T11:31:18.646" v="259" actId="207"/>
        <pc:sldMkLst>
          <pc:docMk/>
          <pc:sldMk cId="1217453013" sldId="885"/>
        </pc:sldMkLst>
        <pc:spChg chg="mod">
          <ac:chgData name="Soumita Sengupta" userId="4afa6ce1-cb01-46c2-8538-4650222f0c96" providerId="ADAL" clId="{E312D671-FF45-4138-89B8-BF1BA535CB03}" dt="2021-06-04T11:24:06.278" v="98" actId="255"/>
          <ac:spMkLst>
            <pc:docMk/>
            <pc:sldMk cId="1217453013" sldId="885"/>
            <ac:spMk id="3" creationId="{8EBF43EF-2B07-47F5-8581-BE0EFCEC3059}"/>
          </ac:spMkLst>
        </pc:spChg>
        <pc:spChg chg="mod">
          <ac:chgData name="Soumita Sengupta" userId="4afa6ce1-cb01-46c2-8538-4650222f0c96" providerId="ADAL" clId="{E312D671-FF45-4138-89B8-BF1BA535CB03}" dt="2021-06-04T11:31:18.646" v="259" actId="207"/>
          <ac:spMkLst>
            <pc:docMk/>
            <pc:sldMk cId="1217453013" sldId="885"/>
            <ac:spMk id="4" creationId="{6D8E2E62-CCA0-4E0C-A248-DF30B281F4BE}"/>
          </ac:spMkLst>
        </pc:spChg>
        <pc:spChg chg="mod">
          <ac:chgData name="Soumita Sengupta" userId="4afa6ce1-cb01-46c2-8538-4650222f0c96" providerId="ADAL" clId="{E312D671-FF45-4138-89B8-BF1BA535CB03}" dt="2021-06-04T11:31:18.646" v="259" actId="207"/>
          <ac:spMkLst>
            <pc:docMk/>
            <pc:sldMk cId="1217453013" sldId="885"/>
            <ac:spMk id="5" creationId="{BA7C92A5-213E-4745-87BD-2CBA254A5FD1}"/>
          </ac:spMkLst>
        </pc:spChg>
      </pc:sldChg>
      <pc:sldChg chg="modSp add mod">
        <pc:chgData name="Soumita Sengupta" userId="4afa6ce1-cb01-46c2-8538-4650222f0c96" providerId="ADAL" clId="{E312D671-FF45-4138-89B8-BF1BA535CB03}" dt="2021-06-04T11:31:29.643" v="289" actId="207"/>
        <pc:sldMkLst>
          <pc:docMk/>
          <pc:sldMk cId="864205736" sldId="886"/>
        </pc:sldMkLst>
        <pc:spChg chg="mod">
          <ac:chgData name="Soumita Sengupta" userId="4afa6ce1-cb01-46c2-8538-4650222f0c96" providerId="ADAL" clId="{E312D671-FF45-4138-89B8-BF1BA535CB03}" dt="2021-06-04T11:24:13.498" v="100" actId="27636"/>
          <ac:spMkLst>
            <pc:docMk/>
            <pc:sldMk cId="864205736" sldId="886"/>
            <ac:spMk id="3" creationId="{8EBF43EF-2B07-47F5-8581-BE0EFCEC3059}"/>
          </ac:spMkLst>
        </pc:spChg>
        <pc:spChg chg="mod">
          <ac:chgData name="Soumita Sengupta" userId="4afa6ce1-cb01-46c2-8538-4650222f0c96" providerId="ADAL" clId="{E312D671-FF45-4138-89B8-BF1BA535CB03}" dt="2021-06-04T11:31:29.643" v="289" actId="207"/>
          <ac:spMkLst>
            <pc:docMk/>
            <pc:sldMk cId="864205736" sldId="886"/>
            <ac:spMk id="4" creationId="{6D8E2E62-CCA0-4E0C-A248-DF30B281F4BE}"/>
          </ac:spMkLst>
        </pc:spChg>
        <pc:spChg chg="mod">
          <ac:chgData name="Soumita Sengupta" userId="4afa6ce1-cb01-46c2-8538-4650222f0c96" providerId="ADAL" clId="{E312D671-FF45-4138-89B8-BF1BA535CB03}" dt="2021-06-04T11:31:29.643" v="289" actId="207"/>
          <ac:spMkLst>
            <pc:docMk/>
            <pc:sldMk cId="864205736" sldId="886"/>
            <ac:spMk id="5" creationId="{BA7C92A5-213E-4745-87BD-2CBA254A5FD1}"/>
          </ac:spMkLst>
        </pc:spChg>
      </pc:sldChg>
      <pc:sldChg chg="modSp add mod">
        <pc:chgData name="Soumita Sengupta" userId="4afa6ce1-cb01-46c2-8538-4650222f0c96" providerId="ADAL" clId="{E312D671-FF45-4138-89B8-BF1BA535CB03}" dt="2021-06-04T11:31:38.928" v="311" actId="207"/>
        <pc:sldMkLst>
          <pc:docMk/>
          <pc:sldMk cId="3930354458" sldId="887"/>
        </pc:sldMkLst>
        <pc:spChg chg="mod">
          <ac:chgData name="Soumita Sengupta" userId="4afa6ce1-cb01-46c2-8538-4650222f0c96" providerId="ADAL" clId="{E312D671-FF45-4138-89B8-BF1BA535CB03}" dt="2021-06-04T11:24:19.398" v="101" actId="255"/>
          <ac:spMkLst>
            <pc:docMk/>
            <pc:sldMk cId="3930354458" sldId="887"/>
            <ac:spMk id="3" creationId="{8EBF43EF-2B07-47F5-8581-BE0EFCEC3059}"/>
          </ac:spMkLst>
        </pc:spChg>
        <pc:spChg chg="mod">
          <ac:chgData name="Soumita Sengupta" userId="4afa6ce1-cb01-46c2-8538-4650222f0c96" providerId="ADAL" clId="{E312D671-FF45-4138-89B8-BF1BA535CB03}" dt="2021-06-04T11:31:38.928" v="311" actId="207"/>
          <ac:spMkLst>
            <pc:docMk/>
            <pc:sldMk cId="3930354458" sldId="887"/>
            <ac:spMk id="4" creationId="{6D8E2E62-CCA0-4E0C-A248-DF30B281F4BE}"/>
          </ac:spMkLst>
        </pc:spChg>
        <pc:spChg chg="mod">
          <ac:chgData name="Soumita Sengupta" userId="4afa6ce1-cb01-46c2-8538-4650222f0c96" providerId="ADAL" clId="{E312D671-FF45-4138-89B8-BF1BA535CB03}" dt="2021-06-04T11:31:38.928" v="311" actId="207"/>
          <ac:spMkLst>
            <pc:docMk/>
            <pc:sldMk cId="3930354458" sldId="887"/>
            <ac:spMk id="5" creationId="{BA7C92A5-213E-4745-87BD-2CBA254A5FD1}"/>
          </ac:spMkLst>
        </pc:spChg>
      </pc:sldChg>
      <pc:sldChg chg="modSp add mod">
        <pc:chgData name="Soumita Sengupta" userId="4afa6ce1-cb01-46c2-8538-4650222f0c96" providerId="ADAL" clId="{E312D671-FF45-4138-89B8-BF1BA535CB03}" dt="2021-06-04T11:32:01.092" v="359" actId="207"/>
        <pc:sldMkLst>
          <pc:docMk/>
          <pc:sldMk cId="3369415015" sldId="888"/>
        </pc:sldMkLst>
        <pc:spChg chg="mod">
          <ac:chgData name="Soumita Sengupta" userId="4afa6ce1-cb01-46c2-8538-4650222f0c96" providerId="ADAL" clId="{E312D671-FF45-4138-89B8-BF1BA535CB03}" dt="2021-06-04T11:24:34.489" v="103" actId="255"/>
          <ac:spMkLst>
            <pc:docMk/>
            <pc:sldMk cId="3369415015" sldId="888"/>
            <ac:spMk id="3" creationId="{8EBF43EF-2B07-47F5-8581-BE0EFCEC3059}"/>
          </ac:spMkLst>
        </pc:spChg>
        <pc:spChg chg="mod">
          <ac:chgData name="Soumita Sengupta" userId="4afa6ce1-cb01-46c2-8538-4650222f0c96" providerId="ADAL" clId="{E312D671-FF45-4138-89B8-BF1BA535CB03}" dt="2021-06-04T11:32:01.092" v="359" actId="207"/>
          <ac:spMkLst>
            <pc:docMk/>
            <pc:sldMk cId="3369415015" sldId="888"/>
            <ac:spMk id="4" creationId="{6D8E2E62-CCA0-4E0C-A248-DF30B281F4BE}"/>
          </ac:spMkLst>
        </pc:spChg>
        <pc:spChg chg="mod">
          <ac:chgData name="Soumita Sengupta" userId="4afa6ce1-cb01-46c2-8538-4650222f0c96" providerId="ADAL" clId="{E312D671-FF45-4138-89B8-BF1BA535CB03}" dt="2021-06-04T11:32:01.092" v="359" actId="207"/>
          <ac:spMkLst>
            <pc:docMk/>
            <pc:sldMk cId="3369415015" sldId="888"/>
            <ac:spMk id="5" creationId="{BA7C92A5-213E-4745-87BD-2CBA254A5FD1}"/>
          </ac:spMkLst>
        </pc:spChg>
        <pc:picChg chg="mod">
          <ac:chgData name="Soumita Sengupta" userId="4afa6ce1-cb01-46c2-8538-4650222f0c96" providerId="ADAL" clId="{E312D671-FF45-4138-89B8-BF1BA535CB03}" dt="2021-06-04T11:31:52.315" v="336" actId="1076"/>
          <ac:picMkLst>
            <pc:docMk/>
            <pc:sldMk cId="3369415015" sldId="888"/>
            <ac:picMk id="6" creationId="{C8729B84-5E4D-4D4B-A018-8EE2052C1CF7}"/>
          </ac:picMkLst>
        </pc:picChg>
      </pc:sldChg>
      <pc:sldChg chg="modSp add mod">
        <pc:chgData name="Soumita Sengupta" userId="4afa6ce1-cb01-46c2-8538-4650222f0c96" providerId="ADAL" clId="{E312D671-FF45-4138-89B8-BF1BA535CB03}" dt="2021-06-04T11:31:47.909" v="335" actId="207"/>
        <pc:sldMkLst>
          <pc:docMk/>
          <pc:sldMk cId="1235970176" sldId="889"/>
        </pc:sldMkLst>
        <pc:spChg chg="mod">
          <ac:chgData name="Soumita Sengupta" userId="4afa6ce1-cb01-46c2-8538-4650222f0c96" providerId="ADAL" clId="{E312D671-FF45-4138-89B8-BF1BA535CB03}" dt="2021-06-04T11:24:27.122" v="102" actId="255"/>
          <ac:spMkLst>
            <pc:docMk/>
            <pc:sldMk cId="1235970176" sldId="889"/>
            <ac:spMk id="3" creationId="{8EBF43EF-2B07-47F5-8581-BE0EFCEC3059}"/>
          </ac:spMkLst>
        </pc:spChg>
        <pc:spChg chg="mod">
          <ac:chgData name="Soumita Sengupta" userId="4afa6ce1-cb01-46c2-8538-4650222f0c96" providerId="ADAL" clId="{E312D671-FF45-4138-89B8-BF1BA535CB03}" dt="2021-06-04T11:31:47.909" v="335" actId="207"/>
          <ac:spMkLst>
            <pc:docMk/>
            <pc:sldMk cId="1235970176" sldId="889"/>
            <ac:spMk id="4" creationId="{6D8E2E62-CCA0-4E0C-A248-DF30B281F4BE}"/>
          </ac:spMkLst>
        </pc:spChg>
        <pc:spChg chg="mod">
          <ac:chgData name="Soumita Sengupta" userId="4afa6ce1-cb01-46c2-8538-4650222f0c96" providerId="ADAL" clId="{E312D671-FF45-4138-89B8-BF1BA535CB03}" dt="2021-06-04T11:31:47.909" v="335" actId="207"/>
          <ac:spMkLst>
            <pc:docMk/>
            <pc:sldMk cId="1235970176" sldId="889"/>
            <ac:spMk id="5" creationId="{BA7C92A5-213E-4745-87BD-2CBA254A5FD1}"/>
          </ac:spMkLst>
        </pc:spChg>
      </pc:sldChg>
      <pc:sldChg chg="addSp delSp modSp add mod">
        <pc:chgData name="Soumita Sengupta" userId="4afa6ce1-cb01-46c2-8538-4650222f0c96" providerId="ADAL" clId="{E312D671-FF45-4138-89B8-BF1BA535CB03}" dt="2021-06-07T09:03:21.357" v="1097" actId="1076"/>
        <pc:sldMkLst>
          <pc:docMk/>
          <pc:sldMk cId="2775940916" sldId="890"/>
        </pc:sldMkLst>
        <pc:spChg chg="mod">
          <ac:chgData name="Soumita Sengupta" userId="4afa6ce1-cb01-46c2-8538-4650222f0c96" providerId="ADAL" clId="{E312D671-FF45-4138-89B8-BF1BA535CB03}" dt="2021-06-07T08:38:51.186" v="1089" actId="1076"/>
          <ac:spMkLst>
            <pc:docMk/>
            <pc:sldMk cId="2775940916" sldId="890"/>
            <ac:spMk id="3" creationId="{8EBF43EF-2B07-47F5-8581-BE0EFCEC3059}"/>
          </ac:spMkLst>
        </pc:spChg>
        <pc:spChg chg="mod">
          <ac:chgData name="Soumita Sengupta" userId="4afa6ce1-cb01-46c2-8538-4650222f0c96" providerId="ADAL" clId="{E312D671-FF45-4138-89B8-BF1BA535CB03}" dt="2021-06-04T11:32:12.128" v="378" actId="207"/>
          <ac:spMkLst>
            <pc:docMk/>
            <pc:sldMk cId="2775940916" sldId="890"/>
            <ac:spMk id="4" creationId="{6D8E2E62-CCA0-4E0C-A248-DF30B281F4BE}"/>
          </ac:spMkLst>
        </pc:spChg>
        <pc:spChg chg="mod">
          <ac:chgData name="Soumita Sengupta" userId="4afa6ce1-cb01-46c2-8538-4650222f0c96" providerId="ADAL" clId="{E312D671-FF45-4138-89B8-BF1BA535CB03}" dt="2021-06-04T11:32:12.128" v="378" actId="207"/>
          <ac:spMkLst>
            <pc:docMk/>
            <pc:sldMk cId="2775940916" sldId="890"/>
            <ac:spMk id="5" creationId="{BA7C92A5-213E-4745-87BD-2CBA254A5FD1}"/>
          </ac:spMkLst>
        </pc:spChg>
        <pc:picChg chg="del">
          <ac:chgData name="Soumita Sengupta" userId="4afa6ce1-cb01-46c2-8538-4650222f0c96" providerId="ADAL" clId="{E312D671-FF45-4138-89B8-BF1BA535CB03}" dt="2021-06-07T08:36:10.128" v="956" actId="478"/>
          <ac:picMkLst>
            <pc:docMk/>
            <pc:sldMk cId="2775940916" sldId="890"/>
            <ac:picMk id="7" creationId="{9A8C2B5C-C698-4E39-A7B6-C29ED4E9E232}"/>
          </ac:picMkLst>
        </pc:picChg>
        <pc:picChg chg="add mod">
          <ac:chgData name="Soumita Sengupta" userId="4afa6ce1-cb01-46c2-8538-4650222f0c96" providerId="ADAL" clId="{E312D671-FF45-4138-89B8-BF1BA535CB03}" dt="2021-06-07T09:03:21.357" v="1097" actId="1076"/>
          <ac:picMkLst>
            <pc:docMk/>
            <pc:sldMk cId="2775940916" sldId="890"/>
            <ac:picMk id="8" creationId="{1EF1512B-D995-48FB-AF9A-023A88D69640}"/>
          </ac:picMkLst>
        </pc:picChg>
      </pc:sldChg>
      <pc:sldChg chg="modSp add mod">
        <pc:chgData name="Soumita Sengupta" userId="4afa6ce1-cb01-46c2-8538-4650222f0c96" providerId="ADAL" clId="{E312D671-FF45-4138-89B8-BF1BA535CB03}" dt="2021-06-04T11:32:22.669" v="395" actId="207"/>
        <pc:sldMkLst>
          <pc:docMk/>
          <pc:sldMk cId="1653010389" sldId="891"/>
        </pc:sldMkLst>
        <pc:spChg chg="mod">
          <ac:chgData name="Soumita Sengupta" userId="4afa6ce1-cb01-46c2-8538-4650222f0c96" providerId="ADAL" clId="{E312D671-FF45-4138-89B8-BF1BA535CB03}" dt="2021-06-04T11:24:48.450" v="105" actId="255"/>
          <ac:spMkLst>
            <pc:docMk/>
            <pc:sldMk cId="1653010389" sldId="891"/>
            <ac:spMk id="3" creationId="{8EBF43EF-2B07-47F5-8581-BE0EFCEC3059}"/>
          </ac:spMkLst>
        </pc:spChg>
        <pc:spChg chg="mod">
          <ac:chgData name="Soumita Sengupta" userId="4afa6ce1-cb01-46c2-8538-4650222f0c96" providerId="ADAL" clId="{E312D671-FF45-4138-89B8-BF1BA535CB03}" dt="2021-06-04T11:32:22.669" v="395" actId="207"/>
          <ac:spMkLst>
            <pc:docMk/>
            <pc:sldMk cId="1653010389" sldId="891"/>
            <ac:spMk id="4" creationId="{6D8E2E62-CCA0-4E0C-A248-DF30B281F4BE}"/>
          </ac:spMkLst>
        </pc:spChg>
        <pc:spChg chg="mod">
          <ac:chgData name="Soumita Sengupta" userId="4afa6ce1-cb01-46c2-8538-4650222f0c96" providerId="ADAL" clId="{E312D671-FF45-4138-89B8-BF1BA535CB03}" dt="2021-06-04T11:32:22.669" v="395" actId="207"/>
          <ac:spMkLst>
            <pc:docMk/>
            <pc:sldMk cId="1653010389" sldId="891"/>
            <ac:spMk id="5" creationId="{BA7C92A5-213E-4745-87BD-2CBA254A5FD1}"/>
          </ac:spMkLst>
        </pc:spChg>
      </pc:sldChg>
      <pc:sldChg chg="modSp add mod">
        <pc:chgData name="Soumita Sengupta" userId="4afa6ce1-cb01-46c2-8538-4650222f0c96" providerId="ADAL" clId="{E312D671-FF45-4138-89B8-BF1BA535CB03}" dt="2021-06-07T08:38:35.223" v="1087" actId="1076"/>
        <pc:sldMkLst>
          <pc:docMk/>
          <pc:sldMk cId="1390551958" sldId="892"/>
        </pc:sldMkLst>
        <pc:spChg chg="mod">
          <ac:chgData name="Soumita Sengupta" userId="4afa6ce1-cb01-46c2-8538-4650222f0c96" providerId="ADAL" clId="{E312D671-FF45-4138-89B8-BF1BA535CB03}" dt="2021-06-04T11:32:47.164" v="421" actId="14100"/>
          <ac:spMkLst>
            <pc:docMk/>
            <pc:sldMk cId="1390551958" sldId="892"/>
            <ac:spMk id="3" creationId="{8EBF43EF-2B07-47F5-8581-BE0EFCEC3059}"/>
          </ac:spMkLst>
        </pc:spChg>
        <pc:spChg chg="mod">
          <ac:chgData name="Soumita Sengupta" userId="4afa6ce1-cb01-46c2-8538-4650222f0c96" providerId="ADAL" clId="{E312D671-FF45-4138-89B8-BF1BA535CB03}" dt="2021-06-04T11:32:55.571" v="443" actId="1035"/>
          <ac:spMkLst>
            <pc:docMk/>
            <pc:sldMk cId="1390551958" sldId="892"/>
            <ac:spMk id="4" creationId="{6D8E2E62-CCA0-4E0C-A248-DF30B281F4BE}"/>
          </ac:spMkLst>
        </pc:spChg>
        <pc:spChg chg="mod">
          <ac:chgData name="Soumita Sengupta" userId="4afa6ce1-cb01-46c2-8538-4650222f0c96" providerId="ADAL" clId="{E312D671-FF45-4138-89B8-BF1BA535CB03}" dt="2021-06-04T11:32:55.571" v="443" actId="1035"/>
          <ac:spMkLst>
            <pc:docMk/>
            <pc:sldMk cId="1390551958" sldId="892"/>
            <ac:spMk id="5" creationId="{BA7C92A5-213E-4745-87BD-2CBA254A5FD1}"/>
          </ac:spMkLst>
        </pc:spChg>
        <pc:graphicFrameChg chg="mod modGraphic">
          <ac:chgData name="Soumita Sengupta" userId="4afa6ce1-cb01-46c2-8538-4650222f0c96" providerId="ADAL" clId="{E312D671-FF45-4138-89B8-BF1BA535CB03}" dt="2021-06-07T08:38:35.223" v="1087" actId="1076"/>
          <ac:graphicFrameMkLst>
            <pc:docMk/>
            <pc:sldMk cId="1390551958" sldId="892"/>
            <ac:graphicFrameMk id="6" creationId="{193B423A-5E51-4431-A771-C1BF2FE92127}"/>
          </ac:graphicFrameMkLst>
        </pc:graphicFrameChg>
      </pc:sldChg>
      <pc:sldChg chg="modSp add mod">
        <pc:chgData name="Soumita Sengupta" userId="4afa6ce1-cb01-46c2-8538-4650222f0c96" providerId="ADAL" clId="{E312D671-FF45-4138-89B8-BF1BA535CB03}" dt="2021-06-04T11:32:36" v="420" actId="207"/>
        <pc:sldMkLst>
          <pc:docMk/>
          <pc:sldMk cId="744508730" sldId="893"/>
        </pc:sldMkLst>
        <pc:spChg chg="mod">
          <ac:chgData name="Soumita Sengupta" userId="4afa6ce1-cb01-46c2-8538-4650222f0c96" providerId="ADAL" clId="{E312D671-FF45-4138-89B8-BF1BA535CB03}" dt="2021-06-04T11:24:56.355" v="106" actId="255"/>
          <ac:spMkLst>
            <pc:docMk/>
            <pc:sldMk cId="744508730" sldId="893"/>
            <ac:spMk id="3" creationId="{8EBF43EF-2B07-47F5-8581-BE0EFCEC3059}"/>
          </ac:spMkLst>
        </pc:spChg>
        <pc:spChg chg="mod">
          <ac:chgData name="Soumita Sengupta" userId="4afa6ce1-cb01-46c2-8538-4650222f0c96" providerId="ADAL" clId="{E312D671-FF45-4138-89B8-BF1BA535CB03}" dt="2021-06-04T11:32:36" v="420" actId="207"/>
          <ac:spMkLst>
            <pc:docMk/>
            <pc:sldMk cId="744508730" sldId="893"/>
            <ac:spMk id="4" creationId="{6D8E2E62-CCA0-4E0C-A248-DF30B281F4BE}"/>
          </ac:spMkLst>
        </pc:spChg>
        <pc:spChg chg="mod">
          <ac:chgData name="Soumita Sengupta" userId="4afa6ce1-cb01-46c2-8538-4650222f0c96" providerId="ADAL" clId="{E312D671-FF45-4138-89B8-BF1BA535CB03}" dt="2021-06-04T11:32:36" v="420" actId="207"/>
          <ac:spMkLst>
            <pc:docMk/>
            <pc:sldMk cId="744508730" sldId="893"/>
            <ac:spMk id="5" creationId="{BA7C92A5-213E-4745-87BD-2CBA254A5FD1}"/>
          </ac:spMkLst>
        </pc:spChg>
        <pc:picChg chg="mod">
          <ac:chgData name="Soumita Sengupta" userId="4afa6ce1-cb01-46c2-8538-4650222f0c96" providerId="ADAL" clId="{E312D671-FF45-4138-89B8-BF1BA535CB03}" dt="2021-06-04T11:32:26.584" v="396" actId="1076"/>
          <ac:picMkLst>
            <pc:docMk/>
            <pc:sldMk cId="744508730" sldId="893"/>
            <ac:picMk id="6" creationId="{3D96E806-0ADC-4420-931A-2FAEC8E799C6}"/>
          </ac:picMkLst>
        </pc:picChg>
      </pc:sldChg>
      <pc:sldChg chg="addSp delSp modSp add mod">
        <pc:chgData name="Soumita Sengupta" userId="4afa6ce1-cb01-46c2-8538-4650222f0c96" providerId="ADAL" clId="{E312D671-FF45-4138-89B8-BF1BA535CB03}" dt="2021-06-07T08:32:06.405" v="955" actId="20577"/>
        <pc:sldMkLst>
          <pc:docMk/>
          <pc:sldMk cId="3073096925" sldId="894"/>
        </pc:sldMkLst>
        <pc:spChg chg="mod">
          <ac:chgData name="Soumita Sengupta" userId="4afa6ce1-cb01-46c2-8538-4650222f0c96" providerId="ADAL" clId="{E312D671-FF45-4138-89B8-BF1BA535CB03}" dt="2021-06-07T08:32:06.405" v="955" actId="20577"/>
          <ac:spMkLst>
            <pc:docMk/>
            <pc:sldMk cId="3073096925" sldId="894"/>
            <ac:spMk id="2" creationId="{CC29CD5A-DA29-4205-87DF-11C938A1CD53}"/>
          </ac:spMkLst>
        </pc:spChg>
        <pc:spChg chg="mod">
          <ac:chgData name="Soumita Sengupta" userId="4afa6ce1-cb01-46c2-8538-4650222f0c96" providerId="ADAL" clId="{E312D671-FF45-4138-89B8-BF1BA535CB03}" dt="2021-06-04T11:25:22.724" v="110" actId="255"/>
          <ac:spMkLst>
            <pc:docMk/>
            <pc:sldMk cId="3073096925" sldId="894"/>
            <ac:spMk id="3" creationId="{8EBF43EF-2B07-47F5-8581-BE0EFCEC3059}"/>
          </ac:spMkLst>
        </pc:spChg>
        <pc:spChg chg="mod">
          <ac:chgData name="Soumita Sengupta" userId="4afa6ce1-cb01-46c2-8538-4650222f0c96" providerId="ADAL" clId="{E312D671-FF45-4138-89B8-BF1BA535CB03}" dt="2021-06-04T11:34:36.261" v="463" actId="207"/>
          <ac:spMkLst>
            <pc:docMk/>
            <pc:sldMk cId="3073096925" sldId="894"/>
            <ac:spMk id="4" creationId="{6D8E2E62-CCA0-4E0C-A248-DF30B281F4BE}"/>
          </ac:spMkLst>
        </pc:spChg>
        <pc:spChg chg="mod">
          <ac:chgData name="Soumita Sengupta" userId="4afa6ce1-cb01-46c2-8538-4650222f0c96" providerId="ADAL" clId="{E312D671-FF45-4138-89B8-BF1BA535CB03}" dt="2021-06-04T11:34:36.261" v="463" actId="207"/>
          <ac:spMkLst>
            <pc:docMk/>
            <pc:sldMk cId="3073096925" sldId="894"/>
            <ac:spMk id="5" creationId="{BA7C92A5-213E-4745-87BD-2CBA254A5FD1}"/>
          </ac:spMkLst>
        </pc:spChg>
        <pc:picChg chg="add mod">
          <ac:chgData name="Soumita Sengupta" userId="4afa6ce1-cb01-46c2-8538-4650222f0c96" providerId="ADAL" clId="{E312D671-FF45-4138-89B8-BF1BA535CB03}" dt="2021-06-07T08:31:56.986" v="951" actId="208"/>
          <ac:picMkLst>
            <pc:docMk/>
            <pc:sldMk cId="3073096925" sldId="894"/>
            <ac:picMk id="7" creationId="{6E56EEC7-6B92-47D3-ADC6-78D5E56BB2B9}"/>
          </ac:picMkLst>
        </pc:picChg>
        <pc:picChg chg="del mod">
          <ac:chgData name="Soumita Sengupta" userId="4afa6ce1-cb01-46c2-8538-4650222f0c96" providerId="ADAL" clId="{E312D671-FF45-4138-89B8-BF1BA535CB03}" dt="2021-06-07T08:31:41.665" v="946" actId="478"/>
          <ac:picMkLst>
            <pc:docMk/>
            <pc:sldMk cId="3073096925" sldId="894"/>
            <ac:picMk id="8" creationId="{A18BC642-C4ED-423B-A428-05B4F5AE4FBA}"/>
          </ac:picMkLst>
        </pc:picChg>
      </pc:sldChg>
      <pc:sldChg chg="modSp add mod">
        <pc:chgData name="Soumita Sengupta" userId="4afa6ce1-cb01-46c2-8538-4650222f0c96" providerId="ADAL" clId="{E312D671-FF45-4138-89B8-BF1BA535CB03}" dt="2021-06-07T08:21:12.196" v="917" actId="20577"/>
        <pc:sldMkLst>
          <pc:docMk/>
          <pc:sldMk cId="1291504349" sldId="895"/>
        </pc:sldMkLst>
        <pc:spChg chg="mod">
          <ac:chgData name="Soumita Sengupta" userId="4afa6ce1-cb01-46c2-8538-4650222f0c96" providerId="ADAL" clId="{E312D671-FF45-4138-89B8-BF1BA535CB03}" dt="2021-06-07T08:21:12.196" v="917" actId="20577"/>
          <ac:spMkLst>
            <pc:docMk/>
            <pc:sldMk cId="1291504349" sldId="895"/>
            <ac:spMk id="2" creationId="{CC29CD5A-DA29-4205-87DF-11C938A1CD53}"/>
          </ac:spMkLst>
        </pc:spChg>
        <pc:spChg chg="mod">
          <ac:chgData name="Soumita Sengupta" userId="4afa6ce1-cb01-46c2-8538-4650222f0c96" providerId="ADAL" clId="{E312D671-FF45-4138-89B8-BF1BA535CB03}" dt="2021-06-04T11:25:30.632" v="111" actId="255"/>
          <ac:spMkLst>
            <pc:docMk/>
            <pc:sldMk cId="1291504349" sldId="895"/>
            <ac:spMk id="3" creationId="{8EBF43EF-2B07-47F5-8581-BE0EFCEC3059}"/>
          </ac:spMkLst>
        </pc:spChg>
        <pc:spChg chg="mod">
          <ac:chgData name="Soumita Sengupta" userId="4afa6ce1-cb01-46c2-8538-4650222f0c96" providerId="ADAL" clId="{E312D671-FF45-4138-89B8-BF1BA535CB03}" dt="2021-06-04T11:34:51.483" v="510" actId="207"/>
          <ac:spMkLst>
            <pc:docMk/>
            <pc:sldMk cId="1291504349" sldId="895"/>
            <ac:spMk id="4" creationId="{6D8E2E62-CCA0-4E0C-A248-DF30B281F4BE}"/>
          </ac:spMkLst>
        </pc:spChg>
        <pc:spChg chg="mod">
          <ac:chgData name="Soumita Sengupta" userId="4afa6ce1-cb01-46c2-8538-4650222f0c96" providerId="ADAL" clId="{E312D671-FF45-4138-89B8-BF1BA535CB03}" dt="2021-06-04T11:34:51.483" v="510" actId="207"/>
          <ac:spMkLst>
            <pc:docMk/>
            <pc:sldMk cId="1291504349" sldId="895"/>
            <ac:spMk id="5" creationId="{BA7C92A5-213E-4745-87BD-2CBA254A5FD1}"/>
          </ac:spMkLst>
        </pc:spChg>
        <pc:picChg chg="mod">
          <ac:chgData name="Soumita Sengupta" userId="4afa6ce1-cb01-46c2-8538-4650222f0c96" providerId="ADAL" clId="{E312D671-FF45-4138-89B8-BF1BA535CB03}" dt="2021-06-07T08:21:09.637" v="916" actId="1076"/>
          <ac:picMkLst>
            <pc:docMk/>
            <pc:sldMk cId="1291504349" sldId="895"/>
            <ac:picMk id="7" creationId="{FE9834AA-7431-4674-9944-4E799A4F07D2}"/>
          </ac:picMkLst>
        </pc:picChg>
      </pc:sldChg>
      <pc:sldChg chg="modSp add mod">
        <pc:chgData name="Soumita Sengupta" userId="4afa6ce1-cb01-46c2-8538-4650222f0c96" providerId="ADAL" clId="{E312D671-FF45-4138-89B8-BF1BA535CB03}" dt="2021-06-04T11:35:14.368" v="566" actId="207"/>
        <pc:sldMkLst>
          <pc:docMk/>
          <pc:sldMk cId="3548325935" sldId="896"/>
        </pc:sldMkLst>
        <pc:spChg chg="mod">
          <ac:chgData name="Soumita Sengupta" userId="4afa6ce1-cb01-46c2-8538-4650222f0c96" providerId="ADAL" clId="{E312D671-FF45-4138-89B8-BF1BA535CB03}" dt="2021-06-04T11:35:14.368" v="566" actId="207"/>
          <ac:spMkLst>
            <pc:docMk/>
            <pc:sldMk cId="3548325935" sldId="896"/>
            <ac:spMk id="4" creationId="{6D8E2E62-CCA0-4E0C-A248-DF30B281F4BE}"/>
          </ac:spMkLst>
        </pc:spChg>
        <pc:spChg chg="mod">
          <ac:chgData name="Soumita Sengupta" userId="4afa6ce1-cb01-46c2-8538-4650222f0c96" providerId="ADAL" clId="{E312D671-FF45-4138-89B8-BF1BA535CB03}" dt="2021-06-04T11:35:14.368" v="566" actId="207"/>
          <ac:spMkLst>
            <pc:docMk/>
            <pc:sldMk cId="3548325935" sldId="896"/>
            <ac:spMk id="5" creationId="{BA7C92A5-213E-4745-87BD-2CBA254A5FD1}"/>
          </ac:spMkLst>
        </pc:spChg>
        <pc:graphicFrameChg chg="modGraphic">
          <ac:chgData name="Soumita Sengupta" userId="4afa6ce1-cb01-46c2-8538-4650222f0c96" providerId="ADAL" clId="{E312D671-FF45-4138-89B8-BF1BA535CB03}" dt="2021-06-04T11:25:40.922" v="113" actId="255"/>
          <ac:graphicFrameMkLst>
            <pc:docMk/>
            <pc:sldMk cId="3548325935" sldId="896"/>
            <ac:graphicFrameMk id="6" creationId="{28170C70-7AFB-4DA4-B2A0-A5393E9AF7D6}"/>
          </ac:graphicFrameMkLst>
        </pc:graphicFrameChg>
      </pc:sldChg>
      <pc:sldChg chg="modSp add mod">
        <pc:chgData name="Soumita Sengupta" userId="4afa6ce1-cb01-46c2-8538-4650222f0c96" providerId="ADAL" clId="{E312D671-FF45-4138-89B8-BF1BA535CB03}" dt="2021-06-04T11:35:05.959" v="540" actId="207"/>
        <pc:sldMkLst>
          <pc:docMk/>
          <pc:sldMk cId="2692143165" sldId="897"/>
        </pc:sldMkLst>
        <pc:spChg chg="mod">
          <ac:chgData name="Soumita Sengupta" userId="4afa6ce1-cb01-46c2-8538-4650222f0c96" providerId="ADAL" clId="{E312D671-FF45-4138-89B8-BF1BA535CB03}" dt="2021-06-04T11:35:05.959" v="540" actId="207"/>
          <ac:spMkLst>
            <pc:docMk/>
            <pc:sldMk cId="2692143165" sldId="897"/>
            <ac:spMk id="4" creationId="{6D8E2E62-CCA0-4E0C-A248-DF30B281F4BE}"/>
          </ac:spMkLst>
        </pc:spChg>
        <pc:spChg chg="mod">
          <ac:chgData name="Soumita Sengupta" userId="4afa6ce1-cb01-46c2-8538-4650222f0c96" providerId="ADAL" clId="{E312D671-FF45-4138-89B8-BF1BA535CB03}" dt="2021-06-04T11:35:05.959" v="540" actId="207"/>
          <ac:spMkLst>
            <pc:docMk/>
            <pc:sldMk cId="2692143165" sldId="897"/>
            <ac:spMk id="5" creationId="{BA7C92A5-213E-4745-87BD-2CBA254A5FD1}"/>
          </ac:spMkLst>
        </pc:spChg>
        <pc:graphicFrameChg chg="modGraphic">
          <ac:chgData name="Soumita Sengupta" userId="4afa6ce1-cb01-46c2-8538-4650222f0c96" providerId="ADAL" clId="{E312D671-FF45-4138-89B8-BF1BA535CB03}" dt="2021-06-04T11:25:36.294" v="112" actId="255"/>
          <ac:graphicFrameMkLst>
            <pc:docMk/>
            <pc:sldMk cId="2692143165" sldId="897"/>
            <ac:graphicFrameMk id="6" creationId="{28170C70-7AFB-4DA4-B2A0-A5393E9AF7D6}"/>
          </ac:graphicFrameMkLst>
        </pc:graphicFrameChg>
      </pc:sldChg>
      <pc:sldChg chg="modSp add mod">
        <pc:chgData name="Soumita Sengupta" userId="4afa6ce1-cb01-46c2-8538-4650222f0c96" providerId="ADAL" clId="{E312D671-FF45-4138-89B8-BF1BA535CB03}" dt="2021-06-04T11:35:22.194" v="589" actId="207"/>
        <pc:sldMkLst>
          <pc:docMk/>
          <pc:sldMk cId="554284285" sldId="898"/>
        </pc:sldMkLst>
        <pc:spChg chg="mod">
          <ac:chgData name="Soumita Sengupta" userId="4afa6ce1-cb01-46c2-8538-4650222f0c96" providerId="ADAL" clId="{E312D671-FF45-4138-89B8-BF1BA535CB03}" dt="2021-06-04T11:35:22.194" v="589" actId="207"/>
          <ac:spMkLst>
            <pc:docMk/>
            <pc:sldMk cId="554284285" sldId="898"/>
            <ac:spMk id="4" creationId="{6D8E2E62-CCA0-4E0C-A248-DF30B281F4BE}"/>
          </ac:spMkLst>
        </pc:spChg>
        <pc:spChg chg="mod">
          <ac:chgData name="Soumita Sengupta" userId="4afa6ce1-cb01-46c2-8538-4650222f0c96" providerId="ADAL" clId="{E312D671-FF45-4138-89B8-BF1BA535CB03}" dt="2021-06-04T11:35:22.194" v="589" actId="207"/>
          <ac:spMkLst>
            <pc:docMk/>
            <pc:sldMk cId="554284285" sldId="898"/>
            <ac:spMk id="5" creationId="{BA7C92A5-213E-4745-87BD-2CBA254A5FD1}"/>
          </ac:spMkLst>
        </pc:spChg>
        <pc:spChg chg="mod">
          <ac:chgData name="Soumita Sengupta" userId="4afa6ce1-cb01-46c2-8538-4650222f0c96" providerId="ADAL" clId="{E312D671-FF45-4138-89B8-BF1BA535CB03}" dt="2021-06-04T11:25:53.341" v="116" actId="255"/>
          <ac:spMkLst>
            <pc:docMk/>
            <pc:sldMk cId="554284285" sldId="898"/>
            <ac:spMk id="7" creationId="{CDFB9A60-0BE4-42AF-8C71-6561C2578D7E}"/>
          </ac:spMkLst>
        </pc:spChg>
        <pc:graphicFrameChg chg="modGraphic">
          <ac:chgData name="Soumita Sengupta" userId="4afa6ce1-cb01-46c2-8538-4650222f0c96" providerId="ADAL" clId="{E312D671-FF45-4138-89B8-BF1BA535CB03}" dt="2021-06-04T11:25:48.518" v="115" actId="2711"/>
          <ac:graphicFrameMkLst>
            <pc:docMk/>
            <pc:sldMk cId="554284285" sldId="898"/>
            <ac:graphicFrameMk id="8" creationId="{ADCB802A-FAE6-42F0-9E8D-5B5CC8015DFC}"/>
          </ac:graphicFrameMkLst>
        </pc:graphicFrameChg>
      </pc:sldChg>
      <pc:sldChg chg="modSp add mod">
        <pc:chgData name="Soumita Sengupta" userId="4afa6ce1-cb01-46c2-8538-4650222f0c96" providerId="ADAL" clId="{E312D671-FF45-4138-89B8-BF1BA535CB03}" dt="2021-06-04T11:35:30.414" v="608" actId="207"/>
        <pc:sldMkLst>
          <pc:docMk/>
          <pc:sldMk cId="2350677783" sldId="899"/>
        </pc:sldMkLst>
        <pc:spChg chg="mod">
          <ac:chgData name="Soumita Sengupta" userId="4afa6ce1-cb01-46c2-8538-4650222f0c96" providerId="ADAL" clId="{E312D671-FF45-4138-89B8-BF1BA535CB03}" dt="2021-06-04T11:35:30.414" v="608" actId="207"/>
          <ac:spMkLst>
            <pc:docMk/>
            <pc:sldMk cId="2350677783" sldId="899"/>
            <ac:spMk id="4" creationId="{6D8E2E62-CCA0-4E0C-A248-DF30B281F4BE}"/>
          </ac:spMkLst>
        </pc:spChg>
        <pc:spChg chg="mod">
          <ac:chgData name="Soumita Sengupta" userId="4afa6ce1-cb01-46c2-8538-4650222f0c96" providerId="ADAL" clId="{E312D671-FF45-4138-89B8-BF1BA535CB03}" dt="2021-06-04T11:35:30.414" v="608" actId="207"/>
          <ac:spMkLst>
            <pc:docMk/>
            <pc:sldMk cId="2350677783" sldId="899"/>
            <ac:spMk id="5" creationId="{BA7C92A5-213E-4745-87BD-2CBA254A5FD1}"/>
          </ac:spMkLst>
        </pc:spChg>
        <pc:spChg chg="mod">
          <ac:chgData name="Soumita Sengupta" userId="4afa6ce1-cb01-46c2-8538-4650222f0c96" providerId="ADAL" clId="{E312D671-FF45-4138-89B8-BF1BA535CB03}" dt="2021-06-04T11:26:03.470" v="118" actId="255"/>
          <ac:spMkLst>
            <pc:docMk/>
            <pc:sldMk cId="2350677783" sldId="899"/>
            <ac:spMk id="7" creationId="{CDFB9A60-0BE4-42AF-8C71-6561C2578D7E}"/>
          </ac:spMkLst>
        </pc:spChg>
        <pc:graphicFrameChg chg="modGraphic">
          <ac:chgData name="Soumita Sengupta" userId="4afa6ce1-cb01-46c2-8538-4650222f0c96" providerId="ADAL" clId="{E312D671-FF45-4138-89B8-BF1BA535CB03}" dt="2021-06-04T11:25:58.638" v="117" actId="255"/>
          <ac:graphicFrameMkLst>
            <pc:docMk/>
            <pc:sldMk cId="2350677783" sldId="899"/>
            <ac:graphicFrameMk id="3" creationId="{4DCE052C-8039-479B-88E8-6EFA96936012}"/>
          </ac:graphicFrameMkLst>
        </pc:graphicFrameChg>
      </pc:sldChg>
      <pc:sldChg chg="modSp add mod">
        <pc:chgData name="Soumita Sengupta" userId="4afa6ce1-cb01-46c2-8538-4650222f0c96" providerId="ADAL" clId="{E312D671-FF45-4138-89B8-BF1BA535CB03}" dt="2021-06-04T11:35:49.357" v="634" actId="207"/>
        <pc:sldMkLst>
          <pc:docMk/>
          <pc:sldMk cId="3785164751" sldId="900"/>
        </pc:sldMkLst>
        <pc:spChg chg="mod">
          <ac:chgData name="Soumita Sengupta" userId="4afa6ce1-cb01-46c2-8538-4650222f0c96" providerId="ADAL" clId="{E312D671-FF45-4138-89B8-BF1BA535CB03}" dt="2021-06-04T11:35:49.357" v="634" actId="207"/>
          <ac:spMkLst>
            <pc:docMk/>
            <pc:sldMk cId="3785164751" sldId="900"/>
            <ac:spMk id="4" creationId="{6D8E2E62-CCA0-4E0C-A248-DF30B281F4BE}"/>
          </ac:spMkLst>
        </pc:spChg>
        <pc:spChg chg="mod">
          <ac:chgData name="Soumita Sengupta" userId="4afa6ce1-cb01-46c2-8538-4650222f0c96" providerId="ADAL" clId="{E312D671-FF45-4138-89B8-BF1BA535CB03}" dt="2021-06-04T11:35:49.357" v="634" actId="207"/>
          <ac:spMkLst>
            <pc:docMk/>
            <pc:sldMk cId="3785164751" sldId="900"/>
            <ac:spMk id="5" creationId="{BA7C92A5-213E-4745-87BD-2CBA254A5FD1}"/>
          </ac:spMkLst>
        </pc:spChg>
        <pc:spChg chg="mod">
          <ac:chgData name="Soumita Sengupta" userId="4afa6ce1-cb01-46c2-8538-4650222f0c96" providerId="ADAL" clId="{E312D671-FF45-4138-89B8-BF1BA535CB03}" dt="2021-06-04T11:26:14.636" v="119" actId="255"/>
          <ac:spMkLst>
            <pc:docMk/>
            <pc:sldMk cId="3785164751" sldId="900"/>
            <ac:spMk id="7" creationId="{CDFB9A60-0BE4-42AF-8C71-6561C2578D7E}"/>
          </ac:spMkLst>
        </pc:spChg>
        <pc:picChg chg="mod">
          <ac:chgData name="Soumita Sengupta" userId="4afa6ce1-cb01-46c2-8538-4650222f0c96" providerId="ADAL" clId="{E312D671-FF45-4138-89B8-BF1BA535CB03}" dt="2021-06-04T11:35:36.118" v="609" actId="1076"/>
          <ac:picMkLst>
            <pc:docMk/>
            <pc:sldMk cId="3785164751" sldId="900"/>
            <ac:picMk id="8" creationId="{D51D1734-DF0C-467F-9648-E211462ECEAB}"/>
          </ac:picMkLst>
        </pc:picChg>
      </pc:sldChg>
      <pc:sldChg chg="modSp add mod">
        <pc:chgData name="Soumita Sengupta" userId="4afa6ce1-cb01-46c2-8538-4650222f0c96" providerId="ADAL" clId="{E312D671-FF45-4138-89B8-BF1BA535CB03}" dt="2021-06-04T11:37:42.973" v="680" actId="1036"/>
        <pc:sldMkLst>
          <pc:docMk/>
          <pc:sldMk cId="4293752383" sldId="901"/>
        </pc:sldMkLst>
        <pc:spChg chg="mod">
          <ac:chgData name="Soumita Sengupta" userId="4afa6ce1-cb01-46c2-8538-4650222f0c96" providerId="ADAL" clId="{E312D671-FF45-4138-89B8-BF1BA535CB03}" dt="2021-06-04T11:37:42.973" v="680" actId="1036"/>
          <ac:spMkLst>
            <pc:docMk/>
            <pc:sldMk cId="4293752383" sldId="901"/>
            <ac:spMk id="4" creationId="{6D8E2E62-CCA0-4E0C-A248-DF30B281F4BE}"/>
          </ac:spMkLst>
        </pc:spChg>
        <pc:spChg chg="mod">
          <ac:chgData name="Soumita Sengupta" userId="4afa6ce1-cb01-46c2-8538-4650222f0c96" providerId="ADAL" clId="{E312D671-FF45-4138-89B8-BF1BA535CB03}" dt="2021-06-04T11:37:42.973" v="680" actId="1036"/>
          <ac:spMkLst>
            <pc:docMk/>
            <pc:sldMk cId="4293752383" sldId="901"/>
            <ac:spMk id="5" creationId="{BA7C92A5-213E-4745-87BD-2CBA254A5FD1}"/>
          </ac:spMkLst>
        </pc:spChg>
        <pc:spChg chg="mod">
          <ac:chgData name="Soumita Sengupta" userId="4afa6ce1-cb01-46c2-8538-4650222f0c96" providerId="ADAL" clId="{E312D671-FF45-4138-89B8-BF1BA535CB03}" dt="2021-06-04T11:26:20.942" v="120" actId="255"/>
          <ac:spMkLst>
            <pc:docMk/>
            <pc:sldMk cId="4293752383" sldId="901"/>
            <ac:spMk id="7" creationId="{CDFB9A60-0BE4-42AF-8C71-6561C2578D7E}"/>
          </ac:spMkLst>
        </pc:spChg>
      </pc:sldChg>
      <pc:sldChg chg="modSp add mod">
        <pc:chgData name="Soumita Sengupta" userId="4afa6ce1-cb01-46c2-8538-4650222f0c96" providerId="ADAL" clId="{E312D671-FF45-4138-89B8-BF1BA535CB03}" dt="2021-06-04T11:37:56.715" v="702" actId="207"/>
        <pc:sldMkLst>
          <pc:docMk/>
          <pc:sldMk cId="3357936513" sldId="902"/>
        </pc:sldMkLst>
        <pc:spChg chg="mod">
          <ac:chgData name="Soumita Sengupta" userId="4afa6ce1-cb01-46c2-8538-4650222f0c96" providerId="ADAL" clId="{E312D671-FF45-4138-89B8-BF1BA535CB03}" dt="2021-06-04T11:37:56.715" v="702" actId="207"/>
          <ac:spMkLst>
            <pc:docMk/>
            <pc:sldMk cId="3357936513" sldId="902"/>
            <ac:spMk id="4" creationId="{6D8E2E62-CCA0-4E0C-A248-DF30B281F4BE}"/>
          </ac:spMkLst>
        </pc:spChg>
        <pc:spChg chg="mod">
          <ac:chgData name="Soumita Sengupta" userId="4afa6ce1-cb01-46c2-8538-4650222f0c96" providerId="ADAL" clId="{E312D671-FF45-4138-89B8-BF1BA535CB03}" dt="2021-06-04T11:37:56.715" v="702" actId="207"/>
          <ac:spMkLst>
            <pc:docMk/>
            <pc:sldMk cId="3357936513" sldId="902"/>
            <ac:spMk id="5" creationId="{BA7C92A5-213E-4745-87BD-2CBA254A5FD1}"/>
          </ac:spMkLst>
        </pc:spChg>
        <pc:spChg chg="mod">
          <ac:chgData name="Soumita Sengupta" userId="4afa6ce1-cb01-46c2-8538-4650222f0c96" providerId="ADAL" clId="{E312D671-FF45-4138-89B8-BF1BA535CB03}" dt="2021-06-04T11:26:29.480" v="122" actId="255"/>
          <ac:spMkLst>
            <pc:docMk/>
            <pc:sldMk cId="3357936513" sldId="902"/>
            <ac:spMk id="7" creationId="{CDFB9A60-0BE4-42AF-8C71-6561C2578D7E}"/>
          </ac:spMkLst>
        </pc:spChg>
      </pc:sldChg>
      <pc:sldChg chg="modSp add mod">
        <pc:chgData name="Soumita Sengupta" userId="4afa6ce1-cb01-46c2-8538-4650222f0c96" providerId="ADAL" clId="{E312D671-FF45-4138-89B8-BF1BA535CB03}" dt="2021-06-04T11:38:08.177" v="722" actId="207"/>
        <pc:sldMkLst>
          <pc:docMk/>
          <pc:sldMk cId="1027484415" sldId="903"/>
        </pc:sldMkLst>
        <pc:spChg chg="mod">
          <ac:chgData name="Soumita Sengupta" userId="4afa6ce1-cb01-46c2-8538-4650222f0c96" providerId="ADAL" clId="{E312D671-FF45-4138-89B8-BF1BA535CB03}" dt="2021-06-04T11:38:08.177" v="722" actId="207"/>
          <ac:spMkLst>
            <pc:docMk/>
            <pc:sldMk cId="1027484415" sldId="903"/>
            <ac:spMk id="4" creationId="{6D8E2E62-CCA0-4E0C-A248-DF30B281F4BE}"/>
          </ac:spMkLst>
        </pc:spChg>
        <pc:spChg chg="mod">
          <ac:chgData name="Soumita Sengupta" userId="4afa6ce1-cb01-46c2-8538-4650222f0c96" providerId="ADAL" clId="{E312D671-FF45-4138-89B8-BF1BA535CB03}" dt="2021-06-04T11:38:08.177" v="722" actId="207"/>
          <ac:spMkLst>
            <pc:docMk/>
            <pc:sldMk cId="1027484415" sldId="903"/>
            <ac:spMk id="5" creationId="{BA7C92A5-213E-4745-87BD-2CBA254A5FD1}"/>
          </ac:spMkLst>
        </pc:spChg>
        <pc:spChg chg="mod">
          <ac:chgData name="Soumita Sengupta" userId="4afa6ce1-cb01-46c2-8538-4650222f0c96" providerId="ADAL" clId="{E312D671-FF45-4138-89B8-BF1BA535CB03}" dt="2021-06-04T11:38:01.132" v="703" actId="14100"/>
          <ac:spMkLst>
            <pc:docMk/>
            <pc:sldMk cId="1027484415" sldId="903"/>
            <ac:spMk id="7" creationId="{CDFB9A60-0BE4-42AF-8C71-6561C2578D7E}"/>
          </ac:spMkLst>
        </pc:spChg>
      </pc:sldChg>
      <pc:sldChg chg="delSp modSp add mod">
        <pc:chgData name="Soumita Sengupta" userId="4afa6ce1-cb01-46c2-8538-4650222f0c96" providerId="ADAL" clId="{E312D671-FF45-4138-89B8-BF1BA535CB03}" dt="2021-06-04T11:38:16.568" v="740" actId="207"/>
        <pc:sldMkLst>
          <pc:docMk/>
          <pc:sldMk cId="414747998" sldId="904"/>
        </pc:sldMkLst>
        <pc:spChg chg="mod">
          <ac:chgData name="Soumita Sengupta" userId="4afa6ce1-cb01-46c2-8538-4650222f0c96" providerId="ADAL" clId="{E312D671-FF45-4138-89B8-BF1BA535CB03}" dt="2021-06-04T11:38:16.568" v="740" actId="207"/>
          <ac:spMkLst>
            <pc:docMk/>
            <pc:sldMk cId="414747998" sldId="904"/>
            <ac:spMk id="4" creationId="{6D8E2E62-CCA0-4E0C-A248-DF30B281F4BE}"/>
          </ac:spMkLst>
        </pc:spChg>
        <pc:spChg chg="mod">
          <ac:chgData name="Soumita Sengupta" userId="4afa6ce1-cb01-46c2-8538-4650222f0c96" providerId="ADAL" clId="{E312D671-FF45-4138-89B8-BF1BA535CB03}" dt="2021-06-04T11:38:16.568" v="740" actId="207"/>
          <ac:spMkLst>
            <pc:docMk/>
            <pc:sldMk cId="414747998" sldId="904"/>
            <ac:spMk id="5" creationId="{BA7C92A5-213E-4745-87BD-2CBA254A5FD1}"/>
          </ac:spMkLst>
        </pc:spChg>
        <pc:spChg chg="del">
          <ac:chgData name="Soumita Sengupta" userId="4afa6ce1-cb01-46c2-8538-4650222f0c96" providerId="ADAL" clId="{E312D671-FF45-4138-89B8-BF1BA535CB03}" dt="2021-06-04T11:26:40.430" v="124" actId="478"/>
          <ac:spMkLst>
            <pc:docMk/>
            <pc:sldMk cId="414747998" sldId="904"/>
            <ac:spMk id="7" creationId="{CDFB9A60-0BE4-42AF-8C71-6561C2578D7E}"/>
          </ac:spMkLst>
        </pc:spChg>
      </pc:sldChg>
      <pc:sldChg chg="modSp add mod">
        <pc:chgData name="Soumita Sengupta" userId="4afa6ce1-cb01-46c2-8538-4650222f0c96" providerId="ADAL" clId="{E312D671-FF45-4138-89B8-BF1BA535CB03}" dt="2021-06-04T11:38:25.267" v="763" actId="207"/>
        <pc:sldMkLst>
          <pc:docMk/>
          <pc:sldMk cId="953297308" sldId="905"/>
        </pc:sldMkLst>
        <pc:spChg chg="mod">
          <ac:chgData name="Soumita Sengupta" userId="4afa6ce1-cb01-46c2-8538-4650222f0c96" providerId="ADAL" clId="{E312D671-FF45-4138-89B8-BF1BA535CB03}" dt="2021-06-04T11:38:25.267" v="763" actId="207"/>
          <ac:spMkLst>
            <pc:docMk/>
            <pc:sldMk cId="953297308" sldId="905"/>
            <ac:spMk id="4" creationId="{6D8E2E62-CCA0-4E0C-A248-DF30B281F4BE}"/>
          </ac:spMkLst>
        </pc:spChg>
        <pc:spChg chg="mod">
          <ac:chgData name="Soumita Sengupta" userId="4afa6ce1-cb01-46c2-8538-4650222f0c96" providerId="ADAL" clId="{E312D671-FF45-4138-89B8-BF1BA535CB03}" dt="2021-06-04T11:38:25.267" v="763" actId="207"/>
          <ac:spMkLst>
            <pc:docMk/>
            <pc:sldMk cId="953297308" sldId="905"/>
            <ac:spMk id="5" creationId="{BA7C92A5-213E-4745-87BD-2CBA254A5FD1}"/>
          </ac:spMkLst>
        </pc:spChg>
        <pc:spChg chg="mod">
          <ac:chgData name="Soumita Sengupta" userId="4afa6ce1-cb01-46c2-8538-4650222f0c96" providerId="ADAL" clId="{E312D671-FF45-4138-89B8-BF1BA535CB03}" dt="2021-06-04T11:27:04.464" v="125" actId="255"/>
          <ac:spMkLst>
            <pc:docMk/>
            <pc:sldMk cId="953297308" sldId="905"/>
            <ac:spMk id="7" creationId="{CDFB9A60-0BE4-42AF-8C71-6561C2578D7E}"/>
          </ac:spMkLst>
        </pc:spChg>
      </pc:sldChg>
      <pc:sldChg chg="modSp add mod">
        <pc:chgData name="Soumita Sengupta" userId="4afa6ce1-cb01-46c2-8538-4650222f0c96" providerId="ADAL" clId="{E312D671-FF45-4138-89B8-BF1BA535CB03}" dt="2021-06-04T11:38:38.962" v="780" actId="207"/>
        <pc:sldMkLst>
          <pc:docMk/>
          <pc:sldMk cId="3855319927" sldId="906"/>
        </pc:sldMkLst>
        <pc:spChg chg="mod">
          <ac:chgData name="Soumita Sengupta" userId="4afa6ce1-cb01-46c2-8538-4650222f0c96" providerId="ADAL" clId="{E312D671-FF45-4138-89B8-BF1BA535CB03}" dt="2021-06-04T11:38:38.962" v="780" actId="207"/>
          <ac:spMkLst>
            <pc:docMk/>
            <pc:sldMk cId="3855319927" sldId="906"/>
            <ac:spMk id="4" creationId="{6D8E2E62-CCA0-4E0C-A248-DF30B281F4BE}"/>
          </ac:spMkLst>
        </pc:spChg>
        <pc:spChg chg="mod">
          <ac:chgData name="Soumita Sengupta" userId="4afa6ce1-cb01-46c2-8538-4650222f0c96" providerId="ADAL" clId="{E312D671-FF45-4138-89B8-BF1BA535CB03}" dt="2021-06-04T11:38:38.962" v="780" actId="207"/>
          <ac:spMkLst>
            <pc:docMk/>
            <pc:sldMk cId="3855319927" sldId="906"/>
            <ac:spMk id="5" creationId="{BA7C92A5-213E-4745-87BD-2CBA254A5FD1}"/>
          </ac:spMkLst>
        </pc:spChg>
        <pc:spChg chg="mod">
          <ac:chgData name="Soumita Sengupta" userId="4afa6ce1-cb01-46c2-8538-4650222f0c96" providerId="ADAL" clId="{E312D671-FF45-4138-89B8-BF1BA535CB03}" dt="2021-06-04T11:27:12.404" v="126" actId="255"/>
          <ac:spMkLst>
            <pc:docMk/>
            <pc:sldMk cId="3855319927" sldId="906"/>
            <ac:spMk id="7" creationId="{CDFB9A60-0BE4-42AF-8C71-6561C2578D7E}"/>
          </ac:spMkLst>
        </pc:spChg>
      </pc:sldChg>
      <pc:sldChg chg="delSp modSp add mod">
        <pc:chgData name="Soumita Sengupta" userId="4afa6ce1-cb01-46c2-8538-4650222f0c96" providerId="ADAL" clId="{E312D671-FF45-4138-89B8-BF1BA535CB03}" dt="2021-06-04T11:38:46.585" v="801" actId="207"/>
        <pc:sldMkLst>
          <pc:docMk/>
          <pc:sldMk cId="455529772" sldId="907"/>
        </pc:sldMkLst>
        <pc:spChg chg="mod">
          <ac:chgData name="Soumita Sengupta" userId="4afa6ce1-cb01-46c2-8538-4650222f0c96" providerId="ADAL" clId="{E312D671-FF45-4138-89B8-BF1BA535CB03}" dt="2021-06-04T11:38:46.585" v="801" actId="207"/>
          <ac:spMkLst>
            <pc:docMk/>
            <pc:sldMk cId="455529772" sldId="907"/>
            <ac:spMk id="4" creationId="{6D8E2E62-CCA0-4E0C-A248-DF30B281F4BE}"/>
          </ac:spMkLst>
        </pc:spChg>
        <pc:spChg chg="mod">
          <ac:chgData name="Soumita Sengupta" userId="4afa6ce1-cb01-46c2-8538-4650222f0c96" providerId="ADAL" clId="{E312D671-FF45-4138-89B8-BF1BA535CB03}" dt="2021-06-04T11:38:46.585" v="801" actId="207"/>
          <ac:spMkLst>
            <pc:docMk/>
            <pc:sldMk cId="455529772" sldId="907"/>
            <ac:spMk id="5" creationId="{BA7C92A5-213E-4745-87BD-2CBA254A5FD1}"/>
          </ac:spMkLst>
        </pc:spChg>
        <pc:spChg chg="del">
          <ac:chgData name="Soumita Sengupta" userId="4afa6ce1-cb01-46c2-8538-4650222f0c96" providerId="ADAL" clId="{E312D671-FF45-4138-89B8-BF1BA535CB03}" dt="2021-06-04T11:19:42.964" v="73" actId="478"/>
          <ac:spMkLst>
            <pc:docMk/>
            <pc:sldMk cId="455529772" sldId="907"/>
            <ac:spMk id="7" creationId="{CDFB9A60-0BE4-42AF-8C71-6561C2578D7E}"/>
          </ac:spMkLst>
        </pc:spChg>
        <pc:picChg chg="mod">
          <ac:chgData name="Soumita Sengupta" userId="4afa6ce1-cb01-46c2-8538-4650222f0c96" providerId="ADAL" clId="{E312D671-FF45-4138-89B8-BF1BA535CB03}" dt="2021-06-04T11:19:45.473" v="74" actId="1076"/>
          <ac:picMkLst>
            <pc:docMk/>
            <pc:sldMk cId="455529772" sldId="907"/>
            <ac:picMk id="6" creationId="{699EAD37-557C-4B2B-8424-831DBAA88FC0}"/>
          </ac:picMkLst>
        </pc:picChg>
      </pc:sldChg>
      <pc:sldChg chg="modSp add mod">
        <pc:chgData name="Soumita Sengupta" userId="4afa6ce1-cb01-46c2-8538-4650222f0c96" providerId="ADAL" clId="{E312D671-FF45-4138-89B8-BF1BA535CB03}" dt="2021-06-04T11:38:57.749" v="829" actId="207"/>
        <pc:sldMkLst>
          <pc:docMk/>
          <pc:sldMk cId="1317934090" sldId="908"/>
        </pc:sldMkLst>
        <pc:spChg chg="mod">
          <ac:chgData name="Soumita Sengupta" userId="4afa6ce1-cb01-46c2-8538-4650222f0c96" providerId="ADAL" clId="{E312D671-FF45-4138-89B8-BF1BA535CB03}" dt="2021-06-04T11:38:57.749" v="829" actId="207"/>
          <ac:spMkLst>
            <pc:docMk/>
            <pc:sldMk cId="1317934090" sldId="908"/>
            <ac:spMk id="4" creationId="{6D8E2E62-CCA0-4E0C-A248-DF30B281F4BE}"/>
          </ac:spMkLst>
        </pc:spChg>
        <pc:spChg chg="mod">
          <ac:chgData name="Soumita Sengupta" userId="4afa6ce1-cb01-46c2-8538-4650222f0c96" providerId="ADAL" clId="{E312D671-FF45-4138-89B8-BF1BA535CB03}" dt="2021-06-04T11:38:57.749" v="829" actId="207"/>
          <ac:spMkLst>
            <pc:docMk/>
            <pc:sldMk cId="1317934090" sldId="908"/>
            <ac:spMk id="5" creationId="{BA7C92A5-213E-4745-87BD-2CBA254A5FD1}"/>
          </ac:spMkLst>
        </pc:spChg>
        <pc:spChg chg="mod">
          <ac:chgData name="Soumita Sengupta" userId="4afa6ce1-cb01-46c2-8538-4650222f0c96" providerId="ADAL" clId="{E312D671-FF45-4138-89B8-BF1BA535CB03}" dt="2021-06-04T11:27:28.019" v="127" actId="255"/>
          <ac:spMkLst>
            <pc:docMk/>
            <pc:sldMk cId="1317934090" sldId="908"/>
            <ac:spMk id="7" creationId="{CDFB9A60-0BE4-42AF-8C71-6561C2578D7E}"/>
          </ac:spMkLst>
        </pc:spChg>
        <pc:picChg chg="mod">
          <ac:chgData name="Soumita Sengupta" userId="4afa6ce1-cb01-46c2-8538-4650222f0c96" providerId="ADAL" clId="{E312D671-FF45-4138-89B8-BF1BA535CB03}" dt="2021-06-04T11:27:31.538" v="128" actId="1076"/>
          <ac:picMkLst>
            <pc:docMk/>
            <pc:sldMk cId="1317934090" sldId="908"/>
            <ac:picMk id="8" creationId="{F69095C3-11DA-436E-B8B8-7CA6B5D33063}"/>
          </ac:picMkLst>
        </pc:picChg>
      </pc:sldChg>
      <pc:sldChg chg="modSp add mod">
        <pc:chgData name="Soumita Sengupta" userId="4afa6ce1-cb01-46c2-8538-4650222f0c96" providerId="ADAL" clId="{E312D671-FF45-4138-89B8-BF1BA535CB03}" dt="2021-06-04T11:39:04.383" v="845" actId="207"/>
        <pc:sldMkLst>
          <pc:docMk/>
          <pc:sldMk cId="3362010297" sldId="909"/>
        </pc:sldMkLst>
        <pc:spChg chg="mod">
          <ac:chgData name="Soumita Sengupta" userId="4afa6ce1-cb01-46c2-8538-4650222f0c96" providerId="ADAL" clId="{E312D671-FF45-4138-89B8-BF1BA535CB03}" dt="2021-06-04T11:39:04.383" v="845" actId="207"/>
          <ac:spMkLst>
            <pc:docMk/>
            <pc:sldMk cId="3362010297" sldId="909"/>
            <ac:spMk id="4" creationId="{6D8E2E62-CCA0-4E0C-A248-DF30B281F4BE}"/>
          </ac:spMkLst>
        </pc:spChg>
        <pc:spChg chg="mod">
          <ac:chgData name="Soumita Sengupta" userId="4afa6ce1-cb01-46c2-8538-4650222f0c96" providerId="ADAL" clId="{E312D671-FF45-4138-89B8-BF1BA535CB03}" dt="2021-06-04T11:39:04.383" v="845" actId="207"/>
          <ac:spMkLst>
            <pc:docMk/>
            <pc:sldMk cId="3362010297" sldId="909"/>
            <ac:spMk id="5" creationId="{BA7C92A5-213E-4745-87BD-2CBA254A5FD1}"/>
          </ac:spMkLst>
        </pc:spChg>
        <pc:spChg chg="mod">
          <ac:chgData name="Soumita Sengupta" userId="4afa6ce1-cb01-46c2-8538-4650222f0c96" providerId="ADAL" clId="{E312D671-FF45-4138-89B8-BF1BA535CB03}" dt="2021-06-04T11:27:38.133" v="129" actId="255"/>
          <ac:spMkLst>
            <pc:docMk/>
            <pc:sldMk cId="3362010297" sldId="909"/>
            <ac:spMk id="7" creationId="{CDFB9A60-0BE4-42AF-8C71-6561C2578D7E}"/>
          </ac:spMkLst>
        </pc:spChg>
        <pc:picChg chg="mod">
          <ac:chgData name="Soumita Sengupta" userId="4afa6ce1-cb01-46c2-8538-4650222f0c96" providerId="ADAL" clId="{E312D671-FF45-4138-89B8-BF1BA535CB03}" dt="2021-06-04T11:27:40.237" v="130" actId="1076"/>
          <ac:picMkLst>
            <pc:docMk/>
            <pc:sldMk cId="3362010297" sldId="909"/>
            <ac:picMk id="9" creationId="{73DEF105-9FC0-4BF1-A27F-CE86890F9970}"/>
          </ac:picMkLst>
        </pc:picChg>
      </pc:sldChg>
      <pc:sldChg chg="modSp add mod">
        <pc:chgData name="Soumita Sengupta" userId="4afa6ce1-cb01-46c2-8538-4650222f0c96" providerId="ADAL" clId="{E312D671-FF45-4138-89B8-BF1BA535CB03}" dt="2021-06-04T11:39:15.905" v="881" actId="207"/>
        <pc:sldMkLst>
          <pc:docMk/>
          <pc:sldMk cId="2860101323" sldId="910"/>
        </pc:sldMkLst>
        <pc:spChg chg="mod">
          <ac:chgData name="Soumita Sengupta" userId="4afa6ce1-cb01-46c2-8538-4650222f0c96" providerId="ADAL" clId="{E312D671-FF45-4138-89B8-BF1BA535CB03}" dt="2021-06-04T11:39:15.905" v="881" actId="207"/>
          <ac:spMkLst>
            <pc:docMk/>
            <pc:sldMk cId="2860101323" sldId="910"/>
            <ac:spMk id="4" creationId="{6D8E2E62-CCA0-4E0C-A248-DF30B281F4BE}"/>
          </ac:spMkLst>
        </pc:spChg>
        <pc:spChg chg="mod">
          <ac:chgData name="Soumita Sengupta" userId="4afa6ce1-cb01-46c2-8538-4650222f0c96" providerId="ADAL" clId="{E312D671-FF45-4138-89B8-BF1BA535CB03}" dt="2021-06-04T11:39:15.905" v="881" actId="207"/>
          <ac:spMkLst>
            <pc:docMk/>
            <pc:sldMk cId="2860101323" sldId="910"/>
            <ac:spMk id="5" creationId="{BA7C92A5-213E-4745-87BD-2CBA254A5FD1}"/>
          </ac:spMkLst>
        </pc:spChg>
        <pc:spChg chg="mod">
          <ac:chgData name="Soumita Sengupta" userId="4afa6ce1-cb01-46c2-8538-4650222f0c96" providerId="ADAL" clId="{E312D671-FF45-4138-89B8-BF1BA535CB03}" dt="2021-06-04T11:27:45.350" v="131" actId="255"/>
          <ac:spMkLst>
            <pc:docMk/>
            <pc:sldMk cId="2860101323" sldId="910"/>
            <ac:spMk id="7" creationId="{CDFB9A60-0BE4-42AF-8C71-6561C2578D7E}"/>
          </ac:spMkLst>
        </pc:spChg>
        <pc:picChg chg="mod">
          <ac:chgData name="Soumita Sengupta" userId="4afa6ce1-cb01-46c2-8538-4650222f0c96" providerId="ADAL" clId="{E312D671-FF45-4138-89B8-BF1BA535CB03}" dt="2021-06-04T11:27:46.870" v="132" actId="1076"/>
          <ac:picMkLst>
            <pc:docMk/>
            <pc:sldMk cId="2860101323" sldId="910"/>
            <ac:picMk id="8" creationId="{9BC3701A-4299-4363-A91E-94158EC825E4}"/>
          </ac:picMkLst>
        </pc:picChg>
      </pc:sldChg>
      <pc:sldChg chg="modSp add mod">
        <pc:chgData name="Soumita Sengupta" userId="4afa6ce1-cb01-46c2-8538-4650222f0c96" providerId="ADAL" clId="{E312D671-FF45-4138-89B8-BF1BA535CB03}" dt="2021-06-04T11:39:23.527" v="900" actId="207"/>
        <pc:sldMkLst>
          <pc:docMk/>
          <pc:sldMk cId="1849334363" sldId="911"/>
        </pc:sldMkLst>
        <pc:spChg chg="mod">
          <ac:chgData name="Soumita Sengupta" userId="4afa6ce1-cb01-46c2-8538-4650222f0c96" providerId="ADAL" clId="{E312D671-FF45-4138-89B8-BF1BA535CB03}" dt="2021-06-04T11:39:23.527" v="900" actId="207"/>
          <ac:spMkLst>
            <pc:docMk/>
            <pc:sldMk cId="1849334363" sldId="911"/>
            <ac:spMk id="4" creationId="{6D8E2E62-CCA0-4E0C-A248-DF30B281F4BE}"/>
          </ac:spMkLst>
        </pc:spChg>
        <pc:spChg chg="mod">
          <ac:chgData name="Soumita Sengupta" userId="4afa6ce1-cb01-46c2-8538-4650222f0c96" providerId="ADAL" clId="{E312D671-FF45-4138-89B8-BF1BA535CB03}" dt="2021-06-04T11:39:23.527" v="900" actId="207"/>
          <ac:spMkLst>
            <pc:docMk/>
            <pc:sldMk cId="1849334363" sldId="911"/>
            <ac:spMk id="5" creationId="{BA7C92A5-213E-4745-87BD-2CBA254A5FD1}"/>
          </ac:spMkLst>
        </pc:spChg>
        <pc:spChg chg="mod">
          <ac:chgData name="Soumita Sengupta" userId="4afa6ce1-cb01-46c2-8538-4650222f0c96" providerId="ADAL" clId="{E312D671-FF45-4138-89B8-BF1BA535CB03}" dt="2021-06-04T11:27:58.127" v="133" actId="255"/>
          <ac:spMkLst>
            <pc:docMk/>
            <pc:sldMk cId="1849334363" sldId="911"/>
            <ac:spMk id="7" creationId="{CDFB9A60-0BE4-42AF-8C71-6561C2578D7E}"/>
          </ac:spMkLst>
        </pc:spChg>
      </pc:sldChg>
      <pc:sldChg chg="addSp delSp modSp add mod">
        <pc:chgData name="Soumita Sengupta" userId="4afa6ce1-cb01-46c2-8538-4650222f0c96" providerId="ADAL" clId="{E312D671-FF45-4138-89B8-BF1BA535CB03}" dt="2021-06-07T08:29:09.718" v="945" actId="20577"/>
        <pc:sldMkLst>
          <pc:docMk/>
          <pc:sldMk cId="3559517792" sldId="912"/>
        </pc:sldMkLst>
        <pc:spChg chg="mod">
          <ac:chgData name="Soumita Sengupta" userId="4afa6ce1-cb01-46c2-8538-4650222f0c96" providerId="ADAL" clId="{E312D671-FF45-4138-89B8-BF1BA535CB03}" dt="2021-06-07T08:29:09.718" v="945" actId="20577"/>
          <ac:spMkLst>
            <pc:docMk/>
            <pc:sldMk cId="3559517792" sldId="912"/>
            <ac:spMk id="2" creationId="{CC29CD5A-DA29-4205-87DF-11C938A1CD53}"/>
          </ac:spMkLst>
        </pc:spChg>
        <pc:spChg chg="mod">
          <ac:chgData name="Soumita Sengupta" userId="4afa6ce1-cb01-46c2-8538-4650222f0c96" providerId="ADAL" clId="{E312D671-FF45-4138-89B8-BF1BA535CB03}" dt="2021-06-04T11:39:36.203" v="903" actId="207"/>
          <ac:spMkLst>
            <pc:docMk/>
            <pc:sldMk cId="3559517792" sldId="912"/>
            <ac:spMk id="4" creationId="{6D8E2E62-CCA0-4E0C-A248-DF30B281F4BE}"/>
          </ac:spMkLst>
        </pc:spChg>
        <pc:spChg chg="mod">
          <ac:chgData name="Soumita Sengupta" userId="4afa6ce1-cb01-46c2-8538-4650222f0c96" providerId="ADAL" clId="{E312D671-FF45-4138-89B8-BF1BA535CB03}" dt="2021-06-04T11:39:36.203" v="903" actId="207"/>
          <ac:spMkLst>
            <pc:docMk/>
            <pc:sldMk cId="3559517792" sldId="912"/>
            <ac:spMk id="5" creationId="{BA7C92A5-213E-4745-87BD-2CBA254A5FD1}"/>
          </ac:spMkLst>
        </pc:spChg>
        <pc:spChg chg="mod">
          <ac:chgData name="Soumita Sengupta" userId="4afa6ce1-cb01-46c2-8538-4650222f0c96" providerId="ADAL" clId="{E312D671-FF45-4138-89B8-BF1BA535CB03}" dt="2021-06-04T11:39:31.719" v="902" actId="255"/>
          <ac:spMkLst>
            <pc:docMk/>
            <pc:sldMk cId="3559517792" sldId="912"/>
            <ac:spMk id="7" creationId="{CDFB9A60-0BE4-42AF-8C71-6561C2578D7E}"/>
          </ac:spMkLst>
        </pc:spChg>
        <pc:picChg chg="add del mod">
          <ac:chgData name="Soumita Sengupta" userId="4afa6ce1-cb01-46c2-8538-4650222f0c96" providerId="ADAL" clId="{E312D671-FF45-4138-89B8-BF1BA535CB03}" dt="2021-06-07T08:27:44.154" v="924" actId="478"/>
          <ac:picMkLst>
            <pc:docMk/>
            <pc:sldMk cId="3559517792" sldId="912"/>
            <ac:picMk id="6" creationId="{2C97A338-A0C2-42EE-9175-D3A50528F6F3}"/>
          </ac:picMkLst>
        </pc:picChg>
        <pc:picChg chg="del mod">
          <ac:chgData name="Soumita Sengupta" userId="4afa6ce1-cb01-46c2-8538-4650222f0c96" providerId="ADAL" clId="{E312D671-FF45-4138-89B8-BF1BA535CB03}" dt="2021-06-07T08:27:30.084" v="918" actId="478"/>
          <ac:picMkLst>
            <pc:docMk/>
            <pc:sldMk cId="3559517792" sldId="912"/>
            <ac:picMk id="8" creationId="{ACB9F473-1D53-4C0A-BCD9-820EF773E585}"/>
          </ac:picMkLst>
        </pc:picChg>
        <pc:picChg chg="add mod">
          <ac:chgData name="Soumita Sengupta" userId="4afa6ce1-cb01-46c2-8538-4650222f0c96" providerId="ADAL" clId="{E312D671-FF45-4138-89B8-BF1BA535CB03}" dt="2021-06-07T08:29:01.435" v="930" actId="208"/>
          <ac:picMkLst>
            <pc:docMk/>
            <pc:sldMk cId="3559517792" sldId="912"/>
            <ac:picMk id="10" creationId="{1E74916A-60FF-4661-952E-716BEC2A2EC4}"/>
          </ac:picMkLst>
        </pc:picChg>
      </pc:sldChg>
      <pc:sldChg chg="modSp add mod">
        <pc:chgData name="Soumita Sengupta" userId="4afa6ce1-cb01-46c2-8538-4650222f0c96" providerId="ADAL" clId="{E312D671-FF45-4138-89B8-BF1BA535CB03}" dt="2021-06-04T11:39:41.201" v="904" actId="207"/>
        <pc:sldMkLst>
          <pc:docMk/>
          <pc:sldMk cId="1995712021" sldId="913"/>
        </pc:sldMkLst>
        <pc:spChg chg="mod">
          <ac:chgData name="Soumita Sengupta" userId="4afa6ce1-cb01-46c2-8538-4650222f0c96" providerId="ADAL" clId="{E312D671-FF45-4138-89B8-BF1BA535CB03}" dt="2021-06-04T11:39:41.201" v="904" actId="207"/>
          <ac:spMkLst>
            <pc:docMk/>
            <pc:sldMk cId="1995712021" sldId="913"/>
            <ac:spMk id="4" creationId="{6D8E2E62-CCA0-4E0C-A248-DF30B281F4BE}"/>
          </ac:spMkLst>
        </pc:spChg>
        <pc:spChg chg="mod">
          <ac:chgData name="Soumita Sengupta" userId="4afa6ce1-cb01-46c2-8538-4650222f0c96" providerId="ADAL" clId="{E312D671-FF45-4138-89B8-BF1BA535CB03}" dt="2021-06-04T11:39:41.201" v="904" actId="207"/>
          <ac:spMkLst>
            <pc:docMk/>
            <pc:sldMk cId="1995712021" sldId="913"/>
            <ac:spMk id="5" creationId="{BA7C92A5-213E-4745-87BD-2CBA254A5FD1}"/>
          </ac:spMkLst>
        </pc:spChg>
        <pc:spChg chg="mod">
          <ac:chgData name="Soumita Sengupta" userId="4afa6ce1-cb01-46c2-8538-4650222f0c96" providerId="ADAL" clId="{E312D671-FF45-4138-89B8-BF1BA535CB03}" dt="2021-06-04T11:28:09.081" v="134" actId="255"/>
          <ac:spMkLst>
            <pc:docMk/>
            <pc:sldMk cId="1995712021" sldId="913"/>
            <ac:spMk id="7" creationId="{CDFB9A60-0BE4-42AF-8C71-6561C2578D7E}"/>
          </ac:spMkLst>
        </pc:spChg>
      </pc:sldChg>
      <pc:sldChg chg="modSp add mod">
        <pc:chgData name="Soumita Sengupta" userId="4afa6ce1-cb01-46c2-8538-4650222f0c96" providerId="ADAL" clId="{E312D671-FF45-4138-89B8-BF1BA535CB03}" dt="2021-06-04T11:39:44.844" v="905" actId="207"/>
        <pc:sldMkLst>
          <pc:docMk/>
          <pc:sldMk cId="3460310019" sldId="914"/>
        </pc:sldMkLst>
        <pc:spChg chg="mod">
          <ac:chgData name="Soumita Sengupta" userId="4afa6ce1-cb01-46c2-8538-4650222f0c96" providerId="ADAL" clId="{E312D671-FF45-4138-89B8-BF1BA535CB03}" dt="2021-06-04T11:39:44.844" v="905" actId="207"/>
          <ac:spMkLst>
            <pc:docMk/>
            <pc:sldMk cId="3460310019" sldId="914"/>
            <ac:spMk id="4" creationId="{6D8E2E62-CCA0-4E0C-A248-DF30B281F4BE}"/>
          </ac:spMkLst>
        </pc:spChg>
        <pc:spChg chg="mod">
          <ac:chgData name="Soumita Sengupta" userId="4afa6ce1-cb01-46c2-8538-4650222f0c96" providerId="ADAL" clId="{E312D671-FF45-4138-89B8-BF1BA535CB03}" dt="2021-06-04T11:39:44.844" v="905" actId="207"/>
          <ac:spMkLst>
            <pc:docMk/>
            <pc:sldMk cId="3460310019" sldId="914"/>
            <ac:spMk id="5" creationId="{BA7C92A5-213E-4745-87BD-2CBA254A5FD1}"/>
          </ac:spMkLst>
        </pc:spChg>
        <pc:spChg chg="mod">
          <ac:chgData name="Soumita Sengupta" userId="4afa6ce1-cb01-46c2-8538-4650222f0c96" providerId="ADAL" clId="{E312D671-FF45-4138-89B8-BF1BA535CB03}" dt="2021-06-04T11:28:16.287" v="135" actId="255"/>
          <ac:spMkLst>
            <pc:docMk/>
            <pc:sldMk cId="3460310019" sldId="914"/>
            <ac:spMk id="7" creationId="{CDFB9A60-0BE4-42AF-8C71-6561C2578D7E}"/>
          </ac:spMkLst>
        </pc:spChg>
      </pc:sldChg>
      <pc:sldChg chg="del">
        <pc:chgData name="Soumita Sengupta" userId="4afa6ce1-cb01-46c2-8538-4650222f0c96" providerId="ADAL" clId="{E312D671-FF45-4138-89B8-BF1BA535CB03}" dt="2021-06-04T11:00:11.316" v="8" actId="47"/>
        <pc:sldMkLst>
          <pc:docMk/>
          <pc:sldMk cId="795492833" sldId="1321"/>
        </pc:sldMkLst>
      </pc:sldChg>
      <pc:sldChg chg="modSp mod ord">
        <pc:chgData name="Soumita Sengupta" userId="4afa6ce1-cb01-46c2-8538-4650222f0c96" providerId="ADAL" clId="{E312D671-FF45-4138-89B8-BF1BA535CB03}" dt="2021-06-04T11:00:09.916" v="7"/>
        <pc:sldMkLst>
          <pc:docMk/>
          <pc:sldMk cId="3693191466" sldId="1327"/>
        </pc:sldMkLst>
        <pc:spChg chg="mod">
          <ac:chgData name="Soumita Sengupta" userId="4afa6ce1-cb01-46c2-8538-4650222f0c96" providerId="ADAL" clId="{E312D671-FF45-4138-89B8-BF1BA535CB03}" dt="2021-06-04T11:00:07.071" v="5" actId="20577"/>
          <ac:spMkLst>
            <pc:docMk/>
            <pc:sldMk cId="3693191466" sldId="1327"/>
            <ac:spMk id="2" creationId="{57983F62-BBB9-431B-A37F-BDA0DC7153F6}"/>
          </ac:spMkLst>
        </pc:spChg>
      </pc:sldChg>
    </pc:docChg>
  </pc:docChgLst>
  <pc:docChgLst>
    <pc:chgData name="Soumita Sengupta" userId="4afa6ce1-cb01-46c2-8538-4650222f0c96" providerId="ADAL" clId="{46DF16B1-DF4E-4810-B0DB-6F1B830FE49B}"/>
    <pc:docChg chg="undo custSel delSld modSld">
      <pc:chgData name="Soumita Sengupta" userId="4afa6ce1-cb01-46c2-8538-4650222f0c96" providerId="ADAL" clId="{46DF16B1-DF4E-4810-B0DB-6F1B830FE49B}" dt="2021-06-01T09:56:50.773" v="22" actId="47"/>
      <pc:docMkLst>
        <pc:docMk/>
      </pc:docMkLst>
      <pc:sldChg chg="del">
        <pc:chgData name="Soumita Sengupta" userId="4afa6ce1-cb01-46c2-8538-4650222f0c96" providerId="ADAL" clId="{46DF16B1-DF4E-4810-B0DB-6F1B830FE49B}" dt="2021-06-01T09:56:45.690" v="8" actId="47"/>
        <pc:sldMkLst>
          <pc:docMk/>
          <pc:sldMk cId="1022635140" sldId="259"/>
        </pc:sldMkLst>
      </pc:sldChg>
      <pc:sldChg chg="del">
        <pc:chgData name="Soumita Sengupta" userId="4afa6ce1-cb01-46c2-8538-4650222f0c96" providerId="ADAL" clId="{46DF16B1-DF4E-4810-B0DB-6F1B830FE49B}" dt="2021-06-01T09:56:46.392" v="12" actId="47"/>
        <pc:sldMkLst>
          <pc:docMk/>
          <pc:sldMk cId="1672968615" sldId="261"/>
        </pc:sldMkLst>
      </pc:sldChg>
      <pc:sldChg chg="del">
        <pc:chgData name="Soumita Sengupta" userId="4afa6ce1-cb01-46c2-8538-4650222f0c96" providerId="ADAL" clId="{46DF16B1-DF4E-4810-B0DB-6F1B830FE49B}" dt="2021-06-01T09:56:47.173" v="13" actId="47"/>
        <pc:sldMkLst>
          <pc:docMk/>
          <pc:sldMk cId="1736851683" sldId="262"/>
        </pc:sldMkLst>
      </pc:sldChg>
      <pc:sldChg chg="del">
        <pc:chgData name="Soumita Sengupta" userId="4afa6ce1-cb01-46c2-8538-4650222f0c96" providerId="ADAL" clId="{46DF16B1-DF4E-4810-B0DB-6F1B830FE49B}" dt="2021-06-01T09:56:49.102" v="14" actId="47"/>
        <pc:sldMkLst>
          <pc:docMk/>
          <pc:sldMk cId="2420192051" sldId="263"/>
        </pc:sldMkLst>
      </pc:sldChg>
      <pc:sldChg chg="del">
        <pc:chgData name="Soumita Sengupta" userId="4afa6ce1-cb01-46c2-8538-4650222f0c96" providerId="ADAL" clId="{46DF16B1-DF4E-4810-B0DB-6F1B830FE49B}" dt="2021-06-01T09:56:49.255" v="15" actId="47"/>
        <pc:sldMkLst>
          <pc:docMk/>
          <pc:sldMk cId="2264191856" sldId="264"/>
        </pc:sldMkLst>
      </pc:sldChg>
      <pc:sldChg chg="del">
        <pc:chgData name="Soumita Sengupta" userId="4afa6ce1-cb01-46c2-8538-4650222f0c96" providerId="ADAL" clId="{46DF16B1-DF4E-4810-B0DB-6F1B830FE49B}" dt="2021-06-01T09:56:49.872" v="17" actId="47"/>
        <pc:sldMkLst>
          <pc:docMk/>
          <pc:sldMk cId="3421038341" sldId="265"/>
        </pc:sldMkLst>
      </pc:sldChg>
      <pc:sldChg chg="del">
        <pc:chgData name="Soumita Sengupta" userId="4afa6ce1-cb01-46c2-8538-4650222f0c96" providerId="ADAL" clId="{46DF16B1-DF4E-4810-B0DB-6F1B830FE49B}" dt="2021-06-01T09:56:50.272" v="19" actId="47"/>
        <pc:sldMkLst>
          <pc:docMk/>
          <pc:sldMk cId="1488796333" sldId="266"/>
        </pc:sldMkLst>
      </pc:sldChg>
      <pc:sldChg chg="del">
        <pc:chgData name="Soumita Sengupta" userId="4afa6ce1-cb01-46c2-8538-4650222f0c96" providerId="ADAL" clId="{46DF16B1-DF4E-4810-B0DB-6F1B830FE49B}" dt="2021-06-01T09:56:49.440" v="16" actId="47"/>
        <pc:sldMkLst>
          <pc:docMk/>
          <pc:sldMk cId="597918064" sldId="273"/>
        </pc:sldMkLst>
      </pc:sldChg>
      <pc:sldChg chg="del">
        <pc:chgData name="Soumita Sengupta" userId="4afa6ce1-cb01-46c2-8538-4650222f0c96" providerId="ADAL" clId="{46DF16B1-DF4E-4810-B0DB-6F1B830FE49B}" dt="2021-06-01T09:56:50.604" v="21" actId="47"/>
        <pc:sldMkLst>
          <pc:docMk/>
          <pc:sldMk cId="2239544602" sldId="275"/>
        </pc:sldMkLst>
      </pc:sldChg>
      <pc:sldChg chg="del">
        <pc:chgData name="Soumita Sengupta" userId="4afa6ce1-cb01-46c2-8538-4650222f0c96" providerId="ADAL" clId="{46DF16B1-DF4E-4810-B0DB-6F1B830FE49B}" dt="2021-06-01T09:56:44.826" v="6" actId="47"/>
        <pc:sldMkLst>
          <pc:docMk/>
          <pc:sldMk cId="1067621467" sldId="296"/>
        </pc:sldMkLst>
      </pc:sldChg>
      <pc:sldChg chg="del">
        <pc:chgData name="Soumita Sengupta" userId="4afa6ce1-cb01-46c2-8538-4650222f0c96" providerId="ADAL" clId="{46DF16B1-DF4E-4810-B0DB-6F1B830FE49B}" dt="2021-06-01T09:56:44.588" v="5" actId="47"/>
        <pc:sldMkLst>
          <pc:docMk/>
          <pc:sldMk cId="423898684" sldId="297"/>
        </pc:sldMkLst>
      </pc:sldChg>
      <pc:sldChg chg="del">
        <pc:chgData name="Soumita Sengupta" userId="4afa6ce1-cb01-46c2-8538-4650222f0c96" providerId="ADAL" clId="{46DF16B1-DF4E-4810-B0DB-6F1B830FE49B}" dt="2021-06-01T09:56:45.875" v="9" actId="47"/>
        <pc:sldMkLst>
          <pc:docMk/>
          <pc:sldMk cId="1391298160" sldId="298"/>
        </pc:sldMkLst>
      </pc:sldChg>
      <pc:sldChg chg="del">
        <pc:chgData name="Soumita Sengupta" userId="4afa6ce1-cb01-46c2-8538-4650222f0c96" providerId="ADAL" clId="{46DF16B1-DF4E-4810-B0DB-6F1B830FE49B}" dt="2021-06-01T09:56:46.022" v="10" actId="47"/>
        <pc:sldMkLst>
          <pc:docMk/>
          <pc:sldMk cId="2991185092" sldId="299"/>
        </pc:sldMkLst>
      </pc:sldChg>
      <pc:sldChg chg="del">
        <pc:chgData name="Soumita Sengupta" userId="4afa6ce1-cb01-46c2-8538-4650222f0c96" providerId="ADAL" clId="{46DF16B1-DF4E-4810-B0DB-6F1B830FE49B}" dt="2021-06-01T09:56:50.088" v="18" actId="47"/>
        <pc:sldMkLst>
          <pc:docMk/>
          <pc:sldMk cId="2793898638" sldId="300"/>
        </pc:sldMkLst>
      </pc:sldChg>
      <pc:sldChg chg="modSp mod">
        <pc:chgData name="Soumita Sengupta" userId="4afa6ce1-cb01-46c2-8538-4650222f0c96" providerId="ADAL" clId="{46DF16B1-DF4E-4810-B0DB-6F1B830FE49B}" dt="2021-06-01T09:56:31.156" v="3" actId="14100"/>
        <pc:sldMkLst>
          <pc:docMk/>
          <pc:sldMk cId="2584036331" sldId="339"/>
        </pc:sldMkLst>
        <pc:spChg chg="mod">
          <ac:chgData name="Soumita Sengupta" userId="4afa6ce1-cb01-46c2-8538-4650222f0c96" providerId="ADAL" clId="{46DF16B1-DF4E-4810-B0DB-6F1B830FE49B}" dt="2021-06-01T09:56:31.156" v="3" actId="14100"/>
          <ac:spMkLst>
            <pc:docMk/>
            <pc:sldMk cId="2584036331" sldId="339"/>
            <ac:spMk id="5" creationId="{6D1A1596-A8D7-4C1A-8956-0FA40A84EFCA}"/>
          </ac:spMkLst>
        </pc:spChg>
      </pc:sldChg>
      <pc:sldChg chg="del">
        <pc:chgData name="Soumita Sengupta" userId="4afa6ce1-cb01-46c2-8538-4650222f0c96" providerId="ADAL" clId="{46DF16B1-DF4E-4810-B0DB-6F1B830FE49B}" dt="2021-06-01T09:56:44.480" v="4" actId="47"/>
        <pc:sldMkLst>
          <pc:docMk/>
          <pc:sldMk cId="473323582" sldId="359"/>
        </pc:sldMkLst>
      </pc:sldChg>
      <pc:sldChg chg="del">
        <pc:chgData name="Soumita Sengupta" userId="4afa6ce1-cb01-46c2-8538-4650222f0c96" providerId="ADAL" clId="{46DF16B1-DF4E-4810-B0DB-6F1B830FE49B}" dt="2021-06-01T09:56:46.176" v="11" actId="47"/>
        <pc:sldMkLst>
          <pc:docMk/>
          <pc:sldMk cId="369802496" sldId="1322"/>
        </pc:sldMkLst>
      </pc:sldChg>
      <pc:sldChg chg="del">
        <pc:chgData name="Soumita Sengupta" userId="4afa6ce1-cb01-46c2-8538-4650222f0c96" providerId="ADAL" clId="{46DF16B1-DF4E-4810-B0DB-6F1B830FE49B}" dt="2021-06-01T09:56:50.441" v="20" actId="47"/>
        <pc:sldMkLst>
          <pc:docMk/>
          <pc:sldMk cId="1209534790" sldId="1324"/>
        </pc:sldMkLst>
      </pc:sldChg>
      <pc:sldChg chg="del">
        <pc:chgData name="Soumita Sengupta" userId="4afa6ce1-cb01-46c2-8538-4650222f0c96" providerId="ADAL" clId="{46DF16B1-DF4E-4810-B0DB-6F1B830FE49B}" dt="2021-06-01T09:56:50.773" v="22" actId="47"/>
        <pc:sldMkLst>
          <pc:docMk/>
          <pc:sldMk cId="3906375660" sldId="1325"/>
        </pc:sldMkLst>
      </pc:sldChg>
      <pc:sldChg chg="del">
        <pc:chgData name="Soumita Sengupta" userId="4afa6ce1-cb01-46c2-8538-4650222f0c96" providerId="ADAL" clId="{46DF16B1-DF4E-4810-B0DB-6F1B830FE49B}" dt="2021-06-01T09:56:45.004" v="7" actId="47"/>
        <pc:sldMkLst>
          <pc:docMk/>
          <pc:sldMk cId="2792125546" sldId="1326"/>
        </pc:sldMkLst>
      </pc:sldChg>
      <pc:sldMasterChg chg="delSldLayout">
        <pc:chgData name="Soumita Sengupta" userId="4afa6ce1-cb01-46c2-8538-4650222f0c96" providerId="ADAL" clId="{46DF16B1-DF4E-4810-B0DB-6F1B830FE49B}" dt="2021-06-01T09:56:46.392" v="12" actId="47"/>
        <pc:sldMasterMkLst>
          <pc:docMk/>
          <pc:sldMasterMk cId="1029875623" sldId="2147483678"/>
        </pc:sldMasterMkLst>
        <pc:sldLayoutChg chg="del">
          <pc:chgData name="Soumita Sengupta" userId="4afa6ce1-cb01-46c2-8538-4650222f0c96" providerId="ADAL" clId="{46DF16B1-DF4E-4810-B0DB-6F1B830FE49B}" dt="2021-06-01T09:56:46.392" v="12" actId="47"/>
          <pc:sldLayoutMkLst>
            <pc:docMk/>
            <pc:sldMasterMk cId="1029875623" sldId="2147483678"/>
            <pc:sldLayoutMk cId="3749695291" sldId="2147483733"/>
          </pc:sldLayoutMkLst>
        </pc:sldLayoutChg>
      </pc:sldMasterChg>
    </pc:docChg>
  </pc:docChgLst>
  <pc:docChgLst>
    <pc:chgData name="Soumita Sengupta" userId="4afa6ce1-cb01-46c2-8538-4650222f0c96" providerId="ADAL" clId="{8449CD3F-2A04-49B2-B290-6E4E10C79A9D}"/>
    <pc:docChg chg="custSel modSld">
      <pc:chgData name="Soumita Sengupta" userId="4afa6ce1-cb01-46c2-8538-4650222f0c96" providerId="ADAL" clId="{8449CD3F-2A04-49B2-B290-6E4E10C79A9D}" dt="2021-09-01T06:18:41.678" v="123" actId="20577"/>
      <pc:docMkLst>
        <pc:docMk/>
      </pc:docMkLst>
      <pc:sldChg chg="addSp delSp modSp mod">
        <pc:chgData name="Soumita Sengupta" userId="4afa6ce1-cb01-46c2-8538-4650222f0c96" providerId="ADAL" clId="{8449CD3F-2A04-49B2-B290-6E4E10C79A9D}" dt="2021-09-01T06:18:41.678" v="123" actId="20577"/>
        <pc:sldMkLst>
          <pc:docMk/>
          <pc:sldMk cId="1912468287" sldId="260"/>
        </pc:sldMkLst>
        <pc:spChg chg="add del">
          <ac:chgData name="Soumita Sengupta" userId="4afa6ce1-cb01-46c2-8538-4650222f0c96" providerId="ADAL" clId="{8449CD3F-2A04-49B2-B290-6E4E10C79A9D}" dt="2021-08-31T11:42:28.293" v="52"/>
          <ac:spMkLst>
            <pc:docMk/>
            <pc:sldMk cId="1912468287" sldId="260"/>
            <ac:spMk id="3" creationId="{3A1F99FA-41EE-4832-B44F-C2F5E48C1E26}"/>
          </ac:spMkLst>
        </pc:spChg>
        <pc:spChg chg="mod">
          <ac:chgData name="Soumita Sengupta" userId="4afa6ce1-cb01-46c2-8538-4650222f0c96" providerId="ADAL" clId="{8449CD3F-2A04-49B2-B290-6E4E10C79A9D}" dt="2021-09-01T06:18:41.678" v="123" actId="20577"/>
          <ac:spMkLst>
            <pc:docMk/>
            <pc:sldMk cId="1912468287" sldId="260"/>
            <ac:spMk id="5" creationId="{00000000-0000-0000-0000-000000000000}"/>
          </ac:spMkLst>
        </pc:spChg>
        <pc:spChg chg="add del">
          <ac:chgData name="Soumita Sengupta" userId="4afa6ce1-cb01-46c2-8538-4650222f0c96" providerId="ADAL" clId="{8449CD3F-2A04-49B2-B290-6E4E10C79A9D}" dt="2021-08-31T11:42:28.293" v="52"/>
          <ac:spMkLst>
            <pc:docMk/>
            <pc:sldMk cId="1912468287" sldId="260"/>
            <ac:spMk id="7" creationId="{7899D7AA-AC9E-4161-BFFC-47D08E784FE8}"/>
          </ac:spMkLst>
        </pc:spChg>
        <pc:spChg chg="add del">
          <ac:chgData name="Soumita Sengupta" userId="4afa6ce1-cb01-46c2-8538-4650222f0c96" providerId="ADAL" clId="{8449CD3F-2A04-49B2-B290-6E4E10C79A9D}" dt="2021-08-31T11:42:28.293" v="52"/>
          <ac:spMkLst>
            <pc:docMk/>
            <pc:sldMk cId="1912468287" sldId="260"/>
            <ac:spMk id="8" creationId="{41EDF948-9A18-4623-9E72-6915AF1DEFA9}"/>
          </ac:spMkLst>
        </pc:spChg>
      </pc:sldChg>
      <pc:sldChg chg="modSp mod">
        <pc:chgData name="Soumita Sengupta" userId="4afa6ce1-cb01-46c2-8538-4650222f0c96" providerId="ADAL" clId="{8449CD3F-2A04-49B2-B290-6E4E10C79A9D}" dt="2021-08-27T10:27:10.781" v="26" actId="20577"/>
        <pc:sldMkLst>
          <pc:docMk/>
          <pc:sldMk cId="2584036331" sldId="339"/>
        </pc:sldMkLst>
        <pc:spChg chg="mod">
          <ac:chgData name="Soumita Sengupta" userId="4afa6ce1-cb01-46c2-8538-4650222f0c96" providerId="ADAL" clId="{8449CD3F-2A04-49B2-B290-6E4E10C79A9D}" dt="2021-08-27T10:27:10.781" v="26" actId="20577"/>
          <ac:spMkLst>
            <pc:docMk/>
            <pc:sldMk cId="2584036331" sldId="339"/>
            <ac:spMk id="5" creationId="{6D1A1596-A8D7-4C1A-8956-0FA40A84EFCA}"/>
          </ac:spMkLst>
        </pc:spChg>
      </pc:sldChg>
    </pc:docChg>
  </pc:docChgLst>
  <pc:docChgLst>
    <pc:chgData name="Soumita Sengupta" userId="4afa6ce1-cb01-46c2-8538-4650222f0c96" providerId="ADAL" clId="{223AD6F7-43E6-4D12-9E97-BB09D3B3238B}"/>
    <pc:docChg chg="delSld">
      <pc:chgData name="Soumita Sengupta" userId="4afa6ce1-cb01-46c2-8538-4650222f0c96" providerId="ADAL" clId="{223AD6F7-43E6-4D12-9E97-BB09D3B3238B}" dt="2021-08-19T10:56:01.414" v="1" actId="47"/>
      <pc:docMkLst>
        <pc:docMk/>
      </pc:docMkLst>
      <pc:sldChg chg="del">
        <pc:chgData name="Soumita Sengupta" userId="4afa6ce1-cb01-46c2-8538-4650222f0c96" providerId="ADAL" clId="{223AD6F7-43E6-4D12-9E97-BB09D3B3238B}" dt="2021-08-19T10:55:56.566" v="0" actId="47"/>
        <pc:sldMkLst>
          <pc:docMk/>
          <pc:sldMk cId="3209581276" sldId="754"/>
        </pc:sldMkLst>
      </pc:sldChg>
      <pc:sldChg chg="del">
        <pc:chgData name="Soumita Sengupta" userId="4afa6ce1-cb01-46c2-8538-4650222f0c96" providerId="ADAL" clId="{223AD6F7-43E6-4D12-9E97-BB09D3B3238B}" dt="2021-08-19T10:56:01.414" v="1" actId="47"/>
        <pc:sldMkLst>
          <pc:docMk/>
          <pc:sldMk cId="3780801346" sldId="897"/>
        </pc:sldMkLst>
      </pc:sldChg>
    </pc:docChg>
  </pc:docChgLst>
  <pc:docChgLst>
    <pc:chgData name="Soumita Sengupta" userId="4afa6ce1-cb01-46c2-8538-4650222f0c96" providerId="ADAL" clId="{0A78EE60-BBCD-4A76-81BC-E7FB80E1D58E}"/>
    <pc:docChg chg="undo redo custSel addSld delSld modSld sldOrd">
      <pc:chgData name="Soumita Sengupta" userId="4afa6ce1-cb01-46c2-8538-4650222f0c96" providerId="ADAL" clId="{0A78EE60-BBCD-4A76-81BC-E7FB80E1D58E}" dt="2021-08-24T03:07:51.702" v="1159" actId="1076"/>
      <pc:docMkLst>
        <pc:docMk/>
      </pc:docMkLst>
      <pc:sldChg chg="modSp mod">
        <pc:chgData name="Soumita Sengupta" userId="4afa6ce1-cb01-46c2-8538-4650222f0c96" providerId="ADAL" clId="{0A78EE60-BBCD-4A76-81BC-E7FB80E1D58E}" dt="2021-08-23T12:26:48.667" v="1146" actId="12"/>
        <pc:sldMkLst>
          <pc:docMk/>
          <pc:sldMk cId="1912468287" sldId="260"/>
        </pc:sldMkLst>
        <pc:spChg chg="mod">
          <ac:chgData name="Soumita Sengupta" userId="4afa6ce1-cb01-46c2-8538-4650222f0c96" providerId="ADAL" clId="{0A78EE60-BBCD-4A76-81BC-E7FB80E1D58E}" dt="2021-08-23T12:26:48.667" v="1146" actId="12"/>
          <ac:spMkLst>
            <pc:docMk/>
            <pc:sldMk cId="1912468287" sldId="260"/>
            <ac:spMk id="5" creationId="{00000000-0000-0000-0000-000000000000}"/>
          </ac:spMkLst>
        </pc:spChg>
      </pc:sldChg>
      <pc:sldChg chg="modSp mod">
        <pc:chgData name="Soumita Sengupta" userId="4afa6ce1-cb01-46c2-8538-4650222f0c96" providerId="ADAL" clId="{0A78EE60-BBCD-4A76-81BC-E7FB80E1D58E}" dt="2021-08-23T12:29:17.416" v="1155" actId="20577"/>
        <pc:sldMkLst>
          <pc:docMk/>
          <pc:sldMk cId="2584036331" sldId="339"/>
        </pc:sldMkLst>
        <pc:spChg chg="mod">
          <ac:chgData name="Soumita Sengupta" userId="4afa6ce1-cb01-46c2-8538-4650222f0c96" providerId="ADAL" clId="{0A78EE60-BBCD-4A76-81BC-E7FB80E1D58E}" dt="2021-08-23T12:29:17.416" v="1155" actId="20577"/>
          <ac:spMkLst>
            <pc:docMk/>
            <pc:sldMk cId="2584036331" sldId="339"/>
            <ac:spMk id="5" creationId="{6D1A1596-A8D7-4C1A-8956-0FA40A84EFCA}"/>
          </ac:spMkLst>
        </pc:spChg>
      </pc:sldChg>
      <pc:sldChg chg="modSp mod">
        <pc:chgData name="Soumita Sengupta" userId="4afa6ce1-cb01-46c2-8538-4650222f0c96" providerId="ADAL" clId="{0A78EE60-BBCD-4A76-81BC-E7FB80E1D58E}" dt="2021-08-20T08:32:52.160" v="19" actId="13926"/>
        <pc:sldMkLst>
          <pc:docMk/>
          <pc:sldMk cId="2863234239" sldId="525"/>
        </pc:sldMkLst>
        <pc:spChg chg="mod">
          <ac:chgData name="Soumita Sengupta" userId="4afa6ce1-cb01-46c2-8538-4650222f0c96" providerId="ADAL" clId="{0A78EE60-BBCD-4A76-81BC-E7FB80E1D58E}" dt="2021-08-20T08:32:52.160" v="19" actId="13926"/>
          <ac:spMkLst>
            <pc:docMk/>
            <pc:sldMk cId="2863234239" sldId="525"/>
            <ac:spMk id="13" creationId="{00000000-0000-0000-0000-000000000000}"/>
          </ac:spMkLst>
        </pc:spChg>
        <pc:spChg chg="mod">
          <ac:chgData name="Soumita Sengupta" userId="4afa6ce1-cb01-46c2-8538-4650222f0c96" providerId="ADAL" clId="{0A78EE60-BBCD-4A76-81BC-E7FB80E1D58E}" dt="2021-08-20T08:32:46.254" v="18" actId="13926"/>
          <ac:spMkLst>
            <pc:docMk/>
            <pc:sldMk cId="2863234239" sldId="525"/>
            <ac:spMk id="24" creationId="{00000000-0000-0000-0000-000000000000}"/>
          </ac:spMkLst>
        </pc:spChg>
      </pc:sldChg>
      <pc:sldChg chg="modSp mod">
        <pc:chgData name="Soumita Sengupta" userId="4afa6ce1-cb01-46c2-8538-4650222f0c96" providerId="ADAL" clId="{0A78EE60-BBCD-4A76-81BC-E7FB80E1D58E}" dt="2021-08-20T08:32:13.491" v="17" actId="33524"/>
        <pc:sldMkLst>
          <pc:docMk/>
          <pc:sldMk cId="3781635149" sldId="752"/>
        </pc:sldMkLst>
        <pc:spChg chg="mod">
          <ac:chgData name="Soumita Sengupta" userId="4afa6ce1-cb01-46c2-8538-4650222f0c96" providerId="ADAL" clId="{0A78EE60-BBCD-4A76-81BC-E7FB80E1D58E}" dt="2021-08-20T08:32:13.491" v="17" actId="33524"/>
          <ac:spMkLst>
            <pc:docMk/>
            <pc:sldMk cId="3781635149" sldId="752"/>
            <ac:spMk id="5" creationId="{00000000-0000-0000-0000-000000000000}"/>
          </ac:spMkLst>
        </pc:spChg>
      </pc:sldChg>
      <pc:sldChg chg="modSp mod modClrScheme chgLayout">
        <pc:chgData name="Soumita Sengupta" userId="4afa6ce1-cb01-46c2-8538-4650222f0c96" providerId="ADAL" clId="{0A78EE60-BBCD-4A76-81BC-E7FB80E1D58E}" dt="2021-08-23T11:40:30.837" v="977" actId="700"/>
        <pc:sldMkLst>
          <pc:docMk/>
          <pc:sldMk cId="3563480216" sldId="756"/>
        </pc:sldMkLst>
        <pc:spChg chg="mod ord">
          <ac:chgData name="Soumita Sengupta" userId="4afa6ce1-cb01-46c2-8538-4650222f0c96" providerId="ADAL" clId="{0A78EE60-BBCD-4A76-81BC-E7FB80E1D58E}" dt="2021-08-23T11:40:30.837" v="977" actId="700"/>
          <ac:spMkLst>
            <pc:docMk/>
            <pc:sldMk cId="3563480216" sldId="756"/>
            <ac:spMk id="3" creationId="{00000000-0000-0000-0000-000000000000}"/>
          </ac:spMkLst>
        </pc:spChg>
        <pc:spChg chg="mod ord">
          <ac:chgData name="Soumita Sengupta" userId="4afa6ce1-cb01-46c2-8538-4650222f0c96" providerId="ADAL" clId="{0A78EE60-BBCD-4A76-81BC-E7FB80E1D58E}" dt="2021-08-23T11:40:30.837" v="977" actId="700"/>
          <ac:spMkLst>
            <pc:docMk/>
            <pc:sldMk cId="3563480216" sldId="756"/>
            <ac:spMk id="4" creationId="{00000000-0000-0000-0000-000000000000}"/>
          </ac:spMkLst>
        </pc:spChg>
        <pc:spChg chg="mod ord">
          <ac:chgData name="Soumita Sengupta" userId="4afa6ce1-cb01-46c2-8538-4650222f0c96" providerId="ADAL" clId="{0A78EE60-BBCD-4A76-81BC-E7FB80E1D58E}" dt="2021-08-23T11:40:30.837" v="977" actId="700"/>
          <ac:spMkLst>
            <pc:docMk/>
            <pc:sldMk cId="3563480216" sldId="756"/>
            <ac:spMk id="5" creationId="{00000000-0000-0000-0000-000000000000}"/>
          </ac:spMkLst>
        </pc:spChg>
        <pc:spChg chg="mod ord">
          <ac:chgData name="Soumita Sengupta" userId="4afa6ce1-cb01-46c2-8538-4650222f0c96" providerId="ADAL" clId="{0A78EE60-BBCD-4A76-81BC-E7FB80E1D58E}" dt="2021-08-23T11:40:30.837" v="977" actId="700"/>
          <ac:spMkLst>
            <pc:docMk/>
            <pc:sldMk cId="3563480216" sldId="756"/>
            <ac:spMk id="11" creationId="{00000000-0000-0000-0000-000000000000}"/>
          </ac:spMkLst>
        </pc:spChg>
      </pc:sldChg>
      <pc:sldChg chg="modSp mod">
        <pc:chgData name="Soumita Sengupta" userId="4afa6ce1-cb01-46c2-8538-4650222f0c96" providerId="ADAL" clId="{0A78EE60-BBCD-4A76-81BC-E7FB80E1D58E}" dt="2021-08-23T11:39:25.753" v="974" actId="1076"/>
        <pc:sldMkLst>
          <pc:docMk/>
          <pc:sldMk cId="2304859679" sldId="759"/>
        </pc:sldMkLst>
        <pc:spChg chg="mod">
          <ac:chgData name="Soumita Sengupta" userId="4afa6ce1-cb01-46c2-8538-4650222f0c96" providerId="ADAL" clId="{0A78EE60-BBCD-4A76-81BC-E7FB80E1D58E}" dt="2021-08-23T11:39:25.753" v="974" actId="1076"/>
          <ac:spMkLst>
            <pc:docMk/>
            <pc:sldMk cId="2304859679" sldId="759"/>
            <ac:spMk id="9" creationId="{00000000-0000-0000-0000-000000000000}"/>
          </ac:spMkLst>
        </pc:spChg>
      </pc:sldChg>
      <pc:sldChg chg="del">
        <pc:chgData name="Soumita Sengupta" userId="4afa6ce1-cb01-46c2-8538-4650222f0c96" providerId="ADAL" clId="{0A78EE60-BBCD-4A76-81BC-E7FB80E1D58E}" dt="2021-08-23T08:39:56.653" v="258" actId="47"/>
        <pc:sldMkLst>
          <pc:docMk/>
          <pc:sldMk cId="1292349193" sldId="898"/>
        </pc:sldMkLst>
      </pc:sldChg>
      <pc:sldChg chg="modSp add del mod">
        <pc:chgData name="Soumita Sengupta" userId="4afa6ce1-cb01-46c2-8538-4650222f0c96" providerId="ADAL" clId="{0A78EE60-BBCD-4A76-81BC-E7FB80E1D58E}" dt="2021-08-20T11:33:21.154" v="224" actId="47"/>
        <pc:sldMkLst>
          <pc:docMk/>
          <pc:sldMk cId="1019518089" sldId="1304"/>
        </pc:sldMkLst>
        <pc:spChg chg="mod">
          <ac:chgData name="Soumita Sengupta" userId="4afa6ce1-cb01-46c2-8538-4650222f0c96" providerId="ADAL" clId="{0A78EE60-BBCD-4A76-81BC-E7FB80E1D58E}" dt="2021-08-20T10:59:49.498" v="215" actId="6549"/>
          <ac:spMkLst>
            <pc:docMk/>
            <pc:sldMk cId="1019518089" sldId="1304"/>
            <ac:spMk id="7" creationId="{00000000-0000-0000-0000-000000000000}"/>
          </ac:spMkLst>
        </pc:spChg>
        <pc:spChg chg="mod">
          <ac:chgData name="Soumita Sengupta" userId="4afa6ce1-cb01-46c2-8538-4650222f0c96" providerId="ADAL" clId="{0A78EE60-BBCD-4A76-81BC-E7FB80E1D58E}" dt="2021-08-20T10:59:29.224" v="213" actId="1076"/>
          <ac:spMkLst>
            <pc:docMk/>
            <pc:sldMk cId="1019518089" sldId="1304"/>
            <ac:spMk id="8" creationId="{00000000-0000-0000-0000-000000000000}"/>
          </ac:spMkLst>
        </pc:spChg>
        <pc:picChg chg="mod">
          <ac:chgData name="Soumita Sengupta" userId="4afa6ce1-cb01-46c2-8538-4650222f0c96" providerId="ADAL" clId="{0A78EE60-BBCD-4A76-81BC-E7FB80E1D58E}" dt="2021-08-20T08:48:58.134" v="55" actId="208"/>
          <ac:picMkLst>
            <pc:docMk/>
            <pc:sldMk cId="1019518089" sldId="1304"/>
            <ac:picMk id="3" creationId="{00000000-0000-0000-0000-000000000000}"/>
          </ac:picMkLst>
        </pc:picChg>
      </pc:sldChg>
      <pc:sldChg chg="modSp add mod">
        <pc:chgData name="Soumita Sengupta" userId="4afa6ce1-cb01-46c2-8538-4650222f0c96" providerId="ADAL" clId="{0A78EE60-BBCD-4A76-81BC-E7FB80E1D58E}" dt="2021-08-20T08:25:50.808" v="6"/>
        <pc:sldMkLst>
          <pc:docMk/>
          <pc:sldMk cId="53564333" sldId="1330"/>
        </pc:sldMkLst>
        <pc:spChg chg="mod">
          <ac:chgData name="Soumita Sengupta" userId="4afa6ce1-cb01-46c2-8538-4650222f0c96" providerId="ADAL" clId="{0A78EE60-BBCD-4A76-81BC-E7FB80E1D58E}" dt="2021-08-20T08:25:50.808" v="6"/>
          <ac:spMkLst>
            <pc:docMk/>
            <pc:sldMk cId="53564333" sldId="1330"/>
            <ac:spMk id="2" creationId="{57983F62-BBB9-431B-A37F-BDA0DC7153F6}"/>
          </ac:spMkLst>
        </pc:spChg>
      </pc:sldChg>
      <pc:sldChg chg="addSp delSp modSp add del mod">
        <pc:chgData name="Soumita Sengupta" userId="4afa6ce1-cb01-46c2-8538-4650222f0c96" providerId="ADAL" clId="{0A78EE60-BBCD-4A76-81BC-E7FB80E1D58E}" dt="2021-08-20T12:56:18.606" v="236" actId="47"/>
        <pc:sldMkLst>
          <pc:docMk/>
          <pc:sldMk cId="2409457827" sldId="1411"/>
        </pc:sldMkLst>
        <pc:spChg chg="mod">
          <ac:chgData name="Soumita Sengupta" userId="4afa6ce1-cb01-46c2-8538-4650222f0c96" providerId="ADAL" clId="{0A78EE60-BBCD-4A76-81BC-E7FB80E1D58E}" dt="2021-08-20T12:55:41.125" v="233" actId="164"/>
          <ac:spMkLst>
            <pc:docMk/>
            <pc:sldMk cId="2409457827" sldId="1411"/>
            <ac:spMk id="2" creationId="{00000000-0000-0000-0000-000000000000}"/>
          </ac:spMkLst>
        </pc:spChg>
        <pc:spChg chg="mod">
          <ac:chgData name="Soumita Sengupta" userId="4afa6ce1-cb01-46c2-8538-4650222f0c96" providerId="ADAL" clId="{0A78EE60-BBCD-4A76-81BC-E7FB80E1D58E}" dt="2021-08-20T12:53:51.649" v="226" actId="1076"/>
          <ac:spMkLst>
            <pc:docMk/>
            <pc:sldMk cId="2409457827" sldId="1411"/>
            <ac:spMk id="4" creationId="{00000000-0000-0000-0000-000000000000}"/>
          </ac:spMkLst>
        </pc:spChg>
        <pc:spChg chg="mod">
          <ac:chgData name="Soumita Sengupta" userId="4afa6ce1-cb01-46c2-8538-4650222f0c96" providerId="ADAL" clId="{0A78EE60-BBCD-4A76-81BC-E7FB80E1D58E}" dt="2021-08-20T10:43:49.535" v="172" actId="255"/>
          <ac:spMkLst>
            <pc:docMk/>
            <pc:sldMk cId="2409457827" sldId="1411"/>
            <ac:spMk id="7" creationId="{00000000-0000-0000-0000-000000000000}"/>
          </ac:spMkLst>
        </pc:spChg>
        <pc:spChg chg="mod">
          <ac:chgData name="Soumita Sengupta" userId="4afa6ce1-cb01-46c2-8538-4650222f0c96" providerId="ADAL" clId="{0A78EE60-BBCD-4A76-81BC-E7FB80E1D58E}" dt="2021-08-20T12:55:07.602" v="229" actId="21"/>
          <ac:spMkLst>
            <pc:docMk/>
            <pc:sldMk cId="2409457827" sldId="1411"/>
            <ac:spMk id="8" creationId="{00000000-0000-0000-0000-000000000000}"/>
          </ac:spMkLst>
        </pc:spChg>
        <pc:spChg chg="mod">
          <ac:chgData name="Soumita Sengupta" userId="4afa6ce1-cb01-46c2-8538-4650222f0c96" providerId="ADAL" clId="{0A78EE60-BBCD-4A76-81BC-E7FB80E1D58E}" dt="2021-08-20T12:55:41.125" v="233" actId="164"/>
          <ac:spMkLst>
            <pc:docMk/>
            <pc:sldMk cId="2409457827" sldId="1411"/>
            <ac:spMk id="10" creationId="{00000000-0000-0000-0000-000000000000}"/>
          </ac:spMkLst>
        </pc:spChg>
        <pc:spChg chg="mod">
          <ac:chgData name="Soumita Sengupta" userId="4afa6ce1-cb01-46c2-8538-4650222f0c96" providerId="ADAL" clId="{0A78EE60-BBCD-4A76-81BC-E7FB80E1D58E}" dt="2021-08-20T12:55:41.125" v="233" actId="164"/>
          <ac:spMkLst>
            <pc:docMk/>
            <pc:sldMk cId="2409457827" sldId="1411"/>
            <ac:spMk id="11" creationId="{00000000-0000-0000-0000-000000000000}"/>
          </ac:spMkLst>
        </pc:spChg>
        <pc:spChg chg="mod">
          <ac:chgData name="Soumita Sengupta" userId="4afa6ce1-cb01-46c2-8538-4650222f0c96" providerId="ADAL" clId="{0A78EE60-BBCD-4A76-81BC-E7FB80E1D58E}" dt="2021-08-20T12:55:41.125" v="233" actId="164"/>
          <ac:spMkLst>
            <pc:docMk/>
            <pc:sldMk cId="2409457827" sldId="1411"/>
            <ac:spMk id="16" creationId="{00000000-0000-0000-0000-000000000000}"/>
          </ac:spMkLst>
        </pc:spChg>
        <pc:spChg chg="add del mod">
          <ac:chgData name="Soumita Sengupta" userId="4afa6ce1-cb01-46c2-8538-4650222f0c96" providerId="ADAL" clId="{0A78EE60-BBCD-4A76-81BC-E7FB80E1D58E}" dt="2021-08-20T08:52:30.256" v="74" actId="478"/>
          <ac:spMkLst>
            <pc:docMk/>
            <pc:sldMk cId="2409457827" sldId="1411"/>
            <ac:spMk id="22" creationId="{00000000-0000-0000-0000-000000000000}"/>
          </ac:spMkLst>
        </pc:spChg>
        <pc:spChg chg="mod">
          <ac:chgData name="Soumita Sengupta" userId="4afa6ce1-cb01-46c2-8538-4650222f0c96" providerId="ADAL" clId="{0A78EE60-BBCD-4A76-81BC-E7FB80E1D58E}" dt="2021-08-20T12:55:41.125" v="233" actId="164"/>
          <ac:spMkLst>
            <pc:docMk/>
            <pc:sldMk cId="2409457827" sldId="1411"/>
            <ac:spMk id="24" creationId="{00000000-0000-0000-0000-000000000000}"/>
          </ac:spMkLst>
        </pc:spChg>
        <pc:spChg chg="add mod">
          <ac:chgData name="Soumita Sengupta" userId="4afa6ce1-cb01-46c2-8538-4650222f0c96" providerId="ADAL" clId="{0A78EE60-BBCD-4A76-81BC-E7FB80E1D58E}" dt="2021-08-20T12:55:41.125" v="233" actId="164"/>
          <ac:spMkLst>
            <pc:docMk/>
            <pc:sldMk cId="2409457827" sldId="1411"/>
            <ac:spMk id="26" creationId="{049D4EA3-BBF3-42BD-830A-D9D6C6DF29AB}"/>
          </ac:spMkLst>
        </pc:spChg>
        <pc:spChg chg="mod">
          <ac:chgData name="Soumita Sengupta" userId="4afa6ce1-cb01-46c2-8538-4650222f0c96" providerId="ADAL" clId="{0A78EE60-BBCD-4A76-81BC-E7FB80E1D58E}" dt="2021-08-20T12:55:41.125" v="233" actId="164"/>
          <ac:spMkLst>
            <pc:docMk/>
            <pc:sldMk cId="2409457827" sldId="1411"/>
            <ac:spMk id="28" creationId="{00000000-0000-0000-0000-000000000000}"/>
          </ac:spMkLst>
        </pc:spChg>
        <pc:spChg chg="add del">
          <ac:chgData name="Soumita Sengupta" userId="4afa6ce1-cb01-46c2-8538-4650222f0c96" providerId="ADAL" clId="{0A78EE60-BBCD-4A76-81BC-E7FB80E1D58E}" dt="2021-08-20T08:59:19.788" v="126" actId="22"/>
          <ac:spMkLst>
            <pc:docMk/>
            <pc:sldMk cId="2409457827" sldId="1411"/>
            <ac:spMk id="29" creationId="{F2465777-2446-40F7-B512-9AE463A7AD18}"/>
          </ac:spMkLst>
        </pc:spChg>
        <pc:spChg chg="add mod">
          <ac:chgData name="Soumita Sengupta" userId="4afa6ce1-cb01-46c2-8538-4650222f0c96" providerId="ADAL" clId="{0A78EE60-BBCD-4A76-81BC-E7FB80E1D58E}" dt="2021-08-20T12:55:41.125" v="233" actId="164"/>
          <ac:spMkLst>
            <pc:docMk/>
            <pc:sldMk cId="2409457827" sldId="1411"/>
            <ac:spMk id="30" creationId="{58F02FE8-42E9-44C3-B760-FD2F36523733}"/>
          </ac:spMkLst>
        </pc:spChg>
        <pc:spChg chg="del mod">
          <ac:chgData name="Soumita Sengupta" userId="4afa6ce1-cb01-46c2-8538-4650222f0c96" providerId="ADAL" clId="{0A78EE60-BBCD-4A76-81BC-E7FB80E1D58E}" dt="2021-08-20T08:52:47.433" v="79" actId="478"/>
          <ac:spMkLst>
            <pc:docMk/>
            <pc:sldMk cId="2409457827" sldId="1411"/>
            <ac:spMk id="31" creationId="{00000000-0000-0000-0000-000000000000}"/>
          </ac:spMkLst>
        </pc:spChg>
        <pc:spChg chg="mod">
          <ac:chgData name="Soumita Sengupta" userId="4afa6ce1-cb01-46c2-8538-4650222f0c96" providerId="ADAL" clId="{0A78EE60-BBCD-4A76-81BC-E7FB80E1D58E}" dt="2021-08-20T12:55:41.125" v="233" actId="164"/>
          <ac:spMkLst>
            <pc:docMk/>
            <pc:sldMk cId="2409457827" sldId="1411"/>
            <ac:spMk id="33" creationId="{00000000-0000-0000-0000-000000000000}"/>
          </ac:spMkLst>
        </pc:spChg>
        <pc:spChg chg="mod">
          <ac:chgData name="Soumita Sengupta" userId="4afa6ce1-cb01-46c2-8538-4650222f0c96" providerId="ADAL" clId="{0A78EE60-BBCD-4A76-81BC-E7FB80E1D58E}" dt="2021-08-20T12:55:41.125" v="233" actId="164"/>
          <ac:spMkLst>
            <pc:docMk/>
            <pc:sldMk cId="2409457827" sldId="1411"/>
            <ac:spMk id="34" creationId="{00000000-0000-0000-0000-000000000000}"/>
          </ac:spMkLst>
        </pc:spChg>
        <pc:spChg chg="mod">
          <ac:chgData name="Soumita Sengupta" userId="4afa6ce1-cb01-46c2-8538-4650222f0c96" providerId="ADAL" clId="{0A78EE60-BBCD-4A76-81BC-E7FB80E1D58E}" dt="2021-08-20T12:55:41.125" v="233" actId="164"/>
          <ac:spMkLst>
            <pc:docMk/>
            <pc:sldMk cId="2409457827" sldId="1411"/>
            <ac:spMk id="35" creationId="{00000000-0000-0000-0000-000000000000}"/>
          </ac:spMkLst>
        </pc:spChg>
        <pc:grpChg chg="add mod">
          <ac:chgData name="Soumita Sengupta" userId="4afa6ce1-cb01-46c2-8538-4650222f0c96" providerId="ADAL" clId="{0A78EE60-BBCD-4A76-81BC-E7FB80E1D58E}" dt="2021-08-20T12:55:41.125" v="233" actId="164"/>
          <ac:grpSpMkLst>
            <pc:docMk/>
            <pc:sldMk cId="2409457827" sldId="1411"/>
            <ac:grpSpMk id="3" creationId="{31D2C36E-F6C5-4FCB-BFF5-6E2F855ED19D}"/>
          </ac:grpSpMkLst>
        </pc:grpChg>
        <pc:cxnChg chg="mod">
          <ac:chgData name="Soumita Sengupta" userId="4afa6ce1-cb01-46c2-8538-4650222f0c96" providerId="ADAL" clId="{0A78EE60-BBCD-4A76-81BC-E7FB80E1D58E}" dt="2021-08-20T12:55:41.125" v="233" actId="164"/>
          <ac:cxnSpMkLst>
            <pc:docMk/>
            <pc:sldMk cId="2409457827" sldId="1411"/>
            <ac:cxnSpMk id="6" creationId="{00000000-0000-0000-0000-000000000000}"/>
          </ac:cxnSpMkLst>
        </pc:cxnChg>
        <pc:cxnChg chg="mod">
          <ac:chgData name="Soumita Sengupta" userId="4afa6ce1-cb01-46c2-8538-4650222f0c96" providerId="ADAL" clId="{0A78EE60-BBCD-4A76-81BC-E7FB80E1D58E}" dt="2021-08-20T12:55:41.125" v="233" actId="164"/>
          <ac:cxnSpMkLst>
            <pc:docMk/>
            <pc:sldMk cId="2409457827" sldId="1411"/>
            <ac:cxnSpMk id="12" creationId="{00000000-0000-0000-0000-000000000000}"/>
          </ac:cxnSpMkLst>
        </pc:cxnChg>
        <pc:cxnChg chg="mod">
          <ac:chgData name="Soumita Sengupta" userId="4afa6ce1-cb01-46c2-8538-4650222f0c96" providerId="ADAL" clId="{0A78EE60-BBCD-4A76-81BC-E7FB80E1D58E}" dt="2021-08-20T12:55:41.125" v="233" actId="164"/>
          <ac:cxnSpMkLst>
            <pc:docMk/>
            <pc:sldMk cId="2409457827" sldId="1411"/>
            <ac:cxnSpMk id="13" creationId="{00000000-0000-0000-0000-000000000000}"/>
          </ac:cxnSpMkLst>
        </pc:cxnChg>
        <pc:cxnChg chg="mod">
          <ac:chgData name="Soumita Sengupta" userId="4afa6ce1-cb01-46c2-8538-4650222f0c96" providerId="ADAL" clId="{0A78EE60-BBCD-4A76-81BC-E7FB80E1D58E}" dt="2021-08-20T12:55:41.125" v="233" actId="164"/>
          <ac:cxnSpMkLst>
            <pc:docMk/>
            <pc:sldMk cId="2409457827" sldId="1411"/>
            <ac:cxnSpMk id="15" creationId="{00000000-0000-0000-0000-000000000000}"/>
          </ac:cxnSpMkLst>
        </pc:cxnChg>
        <pc:cxnChg chg="mod">
          <ac:chgData name="Soumita Sengupta" userId="4afa6ce1-cb01-46c2-8538-4650222f0c96" providerId="ADAL" clId="{0A78EE60-BBCD-4A76-81BC-E7FB80E1D58E}" dt="2021-08-20T12:55:41.125" v="233" actId="164"/>
          <ac:cxnSpMkLst>
            <pc:docMk/>
            <pc:sldMk cId="2409457827" sldId="1411"/>
            <ac:cxnSpMk id="17" creationId="{00000000-0000-0000-0000-000000000000}"/>
          </ac:cxnSpMkLst>
        </pc:cxnChg>
        <pc:cxnChg chg="mod">
          <ac:chgData name="Soumita Sengupta" userId="4afa6ce1-cb01-46c2-8538-4650222f0c96" providerId="ADAL" clId="{0A78EE60-BBCD-4A76-81BC-E7FB80E1D58E}" dt="2021-08-20T12:55:41.125" v="233" actId="164"/>
          <ac:cxnSpMkLst>
            <pc:docMk/>
            <pc:sldMk cId="2409457827" sldId="1411"/>
            <ac:cxnSpMk id="23" creationId="{00000000-0000-0000-0000-000000000000}"/>
          </ac:cxnSpMkLst>
        </pc:cxnChg>
        <pc:cxnChg chg="mod">
          <ac:chgData name="Soumita Sengupta" userId="4afa6ce1-cb01-46c2-8538-4650222f0c96" providerId="ADAL" clId="{0A78EE60-BBCD-4A76-81BC-E7FB80E1D58E}" dt="2021-08-20T12:55:41.125" v="233" actId="164"/>
          <ac:cxnSpMkLst>
            <pc:docMk/>
            <pc:sldMk cId="2409457827" sldId="1411"/>
            <ac:cxnSpMk id="25" creationId="{00000000-0000-0000-0000-000000000000}"/>
          </ac:cxnSpMkLst>
        </pc:cxnChg>
        <pc:cxnChg chg="mod">
          <ac:chgData name="Soumita Sengupta" userId="4afa6ce1-cb01-46c2-8538-4650222f0c96" providerId="ADAL" clId="{0A78EE60-BBCD-4A76-81BC-E7FB80E1D58E}" dt="2021-08-20T12:55:41.125" v="233" actId="164"/>
          <ac:cxnSpMkLst>
            <pc:docMk/>
            <pc:sldMk cId="2409457827" sldId="1411"/>
            <ac:cxnSpMk id="27" creationId="{00000000-0000-0000-0000-000000000000}"/>
          </ac:cxnSpMkLst>
        </pc:cxnChg>
      </pc:sldChg>
      <pc:sldChg chg="addSp modSp add del mod">
        <pc:chgData name="Soumita Sengupta" userId="4afa6ce1-cb01-46c2-8538-4650222f0c96" providerId="ADAL" clId="{0A78EE60-BBCD-4A76-81BC-E7FB80E1D58E}" dt="2021-08-20T12:59:49.809" v="245" actId="47"/>
        <pc:sldMkLst>
          <pc:docMk/>
          <pc:sldMk cId="1722423472" sldId="1412"/>
        </pc:sldMkLst>
        <pc:spChg chg="mod">
          <ac:chgData name="Soumita Sengupta" userId="4afa6ce1-cb01-46c2-8538-4650222f0c96" providerId="ADAL" clId="{0A78EE60-BBCD-4A76-81BC-E7FB80E1D58E}" dt="2021-08-20T12:58:47.735" v="240" actId="164"/>
          <ac:spMkLst>
            <pc:docMk/>
            <pc:sldMk cId="1722423472" sldId="1412"/>
            <ac:spMk id="2" creationId="{00000000-0000-0000-0000-000000000000}"/>
          </ac:spMkLst>
        </pc:spChg>
        <pc:spChg chg="mod">
          <ac:chgData name="Soumita Sengupta" userId="4afa6ce1-cb01-46c2-8538-4650222f0c96" providerId="ADAL" clId="{0A78EE60-BBCD-4A76-81BC-E7FB80E1D58E}" dt="2021-08-20T12:58:47.735" v="240" actId="164"/>
          <ac:spMkLst>
            <pc:docMk/>
            <pc:sldMk cId="1722423472" sldId="1412"/>
            <ac:spMk id="3" creationId="{00000000-0000-0000-0000-000000000000}"/>
          </ac:spMkLst>
        </pc:spChg>
        <pc:spChg chg="mod">
          <ac:chgData name="Soumita Sengupta" userId="4afa6ce1-cb01-46c2-8538-4650222f0c96" providerId="ADAL" clId="{0A78EE60-BBCD-4A76-81BC-E7FB80E1D58E}" dt="2021-08-20T10:52:40.975" v="194" actId="1076"/>
          <ac:spMkLst>
            <pc:docMk/>
            <pc:sldMk cId="1722423472" sldId="1412"/>
            <ac:spMk id="4" creationId="{00000000-0000-0000-0000-000000000000}"/>
          </ac:spMkLst>
        </pc:spChg>
        <pc:spChg chg="mod">
          <ac:chgData name="Soumita Sengupta" userId="4afa6ce1-cb01-46c2-8538-4650222f0c96" providerId="ADAL" clId="{0A78EE60-BBCD-4A76-81BC-E7FB80E1D58E}" dt="2021-08-20T10:51:14.211" v="180" actId="1076"/>
          <ac:spMkLst>
            <pc:docMk/>
            <pc:sldMk cId="1722423472" sldId="1412"/>
            <ac:spMk id="7" creationId="{00000000-0000-0000-0000-000000000000}"/>
          </ac:spMkLst>
        </pc:spChg>
        <pc:spChg chg="mod">
          <ac:chgData name="Soumita Sengupta" userId="4afa6ce1-cb01-46c2-8538-4650222f0c96" providerId="ADAL" clId="{0A78EE60-BBCD-4A76-81BC-E7FB80E1D58E}" dt="2021-08-20T10:44:10.127" v="175" actId="1076"/>
          <ac:spMkLst>
            <pc:docMk/>
            <pc:sldMk cId="1722423472" sldId="1412"/>
            <ac:spMk id="8" creationId="{00000000-0000-0000-0000-000000000000}"/>
          </ac:spMkLst>
        </pc:spChg>
        <pc:spChg chg="mod">
          <ac:chgData name="Soumita Sengupta" userId="4afa6ce1-cb01-46c2-8538-4650222f0c96" providerId="ADAL" clId="{0A78EE60-BBCD-4A76-81BC-E7FB80E1D58E}" dt="2021-08-20T12:58:47.735" v="240" actId="164"/>
          <ac:spMkLst>
            <pc:docMk/>
            <pc:sldMk cId="1722423472" sldId="1412"/>
            <ac:spMk id="10" creationId="{00000000-0000-0000-0000-000000000000}"/>
          </ac:spMkLst>
        </pc:spChg>
        <pc:spChg chg="mod">
          <ac:chgData name="Soumita Sengupta" userId="4afa6ce1-cb01-46c2-8538-4650222f0c96" providerId="ADAL" clId="{0A78EE60-BBCD-4A76-81BC-E7FB80E1D58E}" dt="2021-08-20T12:58:47.735" v="240" actId="164"/>
          <ac:spMkLst>
            <pc:docMk/>
            <pc:sldMk cId="1722423472" sldId="1412"/>
            <ac:spMk id="11" creationId="{00000000-0000-0000-0000-000000000000}"/>
          </ac:spMkLst>
        </pc:spChg>
        <pc:spChg chg="mod">
          <ac:chgData name="Soumita Sengupta" userId="4afa6ce1-cb01-46c2-8538-4650222f0c96" providerId="ADAL" clId="{0A78EE60-BBCD-4A76-81BC-E7FB80E1D58E}" dt="2021-08-20T12:58:47.735" v="240" actId="164"/>
          <ac:spMkLst>
            <pc:docMk/>
            <pc:sldMk cId="1722423472" sldId="1412"/>
            <ac:spMk id="22" creationId="{00000000-0000-0000-0000-000000000000}"/>
          </ac:spMkLst>
        </pc:spChg>
        <pc:spChg chg="mod">
          <ac:chgData name="Soumita Sengupta" userId="4afa6ce1-cb01-46c2-8538-4650222f0c96" providerId="ADAL" clId="{0A78EE60-BBCD-4A76-81BC-E7FB80E1D58E}" dt="2021-08-20T12:58:47.735" v="240" actId="164"/>
          <ac:spMkLst>
            <pc:docMk/>
            <pc:sldMk cId="1722423472" sldId="1412"/>
            <ac:spMk id="24" creationId="{00000000-0000-0000-0000-000000000000}"/>
          </ac:spMkLst>
        </pc:spChg>
        <pc:spChg chg="mod">
          <ac:chgData name="Soumita Sengupta" userId="4afa6ce1-cb01-46c2-8538-4650222f0c96" providerId="ADAL" clId="{0A78EE60-BBCD-4A76-81BC-E7FB80E1D58E}" dt="2021-08-20T12:58:47.735" v="240" actId="164"/>
          <ac:spMkLst>
            <pc:docMk/>
            <pc:sldMk cId="1722423472" sldId="1412"/>
            <ac:spMk id="26" creationId="{00000000-0000-0000-0000-000000000000}"/>
          </ac:spMkLst>
        </pc:spChg>
        <pc:spChg chg="mod">
          <ac:chgData name="Soumita Sengupta" userId="4afa6ce1-cb01-46c2-8538-4650222f0c96" providerId="ADAL" clId="{0A78EE60-BBCD-4A76-81BC-E7FB80E1D58E}" dt="2021-08-20T12:58:47.735" v="240" actId="164"/>
          <ac:spMkLst>
            <pc:docMk/>
            <pc:sldMk cId="1722423472" sldId="1412"/>
            <ac:spMk id="29" creationId="{00000000-0000-0000-0000-000000000000}"/>
          </ac:spMkLst>
        </pc:spChg>
        <pc:spChg chg="mod">
          <ac:chgData name="Soumita Sengupta" userId="4afa6ce1-cb01-46c2-8538-4650222f0c96" providerId="ADAL" clId="{0A78EE60-BBCD-4A76-81BC-E7FB80E1D58E}" dt="2021-08-20T12:58:47.735" v="240" actId="164"/>
          <ac:spMkLst>
            <pc:docMk/>
            <pc:sldMk cId="1722423472" sldId="1412"/>
            <ac:spMk id="35" creationId="{00000000-0000-0000-0000-000000000000}"/>
          </ac:spMkLst>
        </pc:spChg>
        <pc:grpChg chg="add mod">
          <ac:chgData name="Soumita Sengupta" userId="4afa6ce1-cb01-46c2-8538-4650222f0c96" providerId="ADAL" clId="{0A78EE60-BBCD-4A76-81BC-E7FB80E1D58E}" dt="2021-08-20T12:58:47.735" v="240" actId="164"/>
          <ac:grpSpMkLst>
            <pc:docMk/>
            <pc:sldMk cId="1722423472" sldId="1412"/>
            <ac:grpSpMk id="5" creationId="{3A94D4A9-F6A9-4709-BA98-13E70FFFDE6C}"/>
          </ac:grpSpMkLst>
        </pc:grpChg>
        <pc:cxnChg chg="mod">
          <ac:chgData name="Soumita Sengupta" userId="4afa6ce1-cb01-46c2-8538-4650222f0c96" providerId="ADAL" clId="{0A78EE60-BBCD-4A76-81BC-E7FB80E1D58E}" dt="2021-08-20T12:58:47.735" v="240" actId="164"/>
          <ac:cxnSpMkLst>
            <pc:docMk/>
            <pc:sldMk cId="1722423472" sldId="1412"/>
            <ac:cxnSpMk id="6" creationId="{00000000-0000-0000-0000-000000000000}"/>
          </ac:cxnSpMkLst>
        </pc:cxnChg>
        <pc:cxnChg chg="mod">
          <ac:chgData name="Soumita Sengupta" userId="4afa6ce1-cb01-46c2-8538-4650222f0c96" providerId="ADAL" clId="{0A78EE60-BBCD-4A76-81BC-E7FB80E1D58E}" dt="2021-08-20T12:58:47.735" v="240" actId="164"/>
          <ac:cxnSpMkLst>
            <pc:docMk/>
            <pc:sldMk cId="1722423472" sldId="1412"/>
            <ac:cxnSpMk id="12" creationId="{00000000-0000-0000-0000-000000000000}"/>
          </ac:cxnSpMkLst>
        </pc:cxnChg>
        <pc:cxnChg chg="mod">
          <ac:chgData name="Soumita Sengupta" userId="4afa6ce1-cb01-46c2-8538-4650222f0c96" providerId="ADAL" clId="{0A78EE60-BBCD-4A76-81BC-E7FB80E1D58E}" dt="2021-08-20T12:58:47.735" v="240" actId="164"/>
          <ac:cxnSpMkLst>
            <pc:docMk/>
            <pc:sldMk cId="1722423472" sldId="1412"/>
            <ac:cxnSpMk id="13" creationId="{00000000-0000-0000-0000-000000000000}"/>
          </ac:cxnSpMkLst>
        </pc:cxnChg>
        <pc:cxnChg chg="mod">
          <ac:chgData name="Soumita Sengupta" userId="4afa6ce1-cb01-46c2-8538-4650222f0c96" providerId="ADAL" clId="{0A78EE60-BBCD-4A76-81BC-E7FB80E1D58E}" dt="2021-08-20T12:58:47.735" v="240" actId="164"/>
          <ac:cxnSpMkLst>
            <pc:docMk/>
            <pc:sldMk cId="1722423472" sldId="1412"/>
            <ac:cxnSpMk id="17" creationId="{00000000-0000-0000-0000-000000000000}"/>
          </ac:cxnSpMkLst>
        </pc:cxnChg>
        <pc:cxnChg chg="mod">
          <ac:chgData name="Soumita Sengupta" userId="4afa6ce1-cb01-46c2-8538-4650222f0c96" providerId="ADAL" clId="{0A78EE60-BBCD-4A76-81BC-E7FB80E1D58E}" dt="2021-08-20T12:58:47.735" v="240" actId="164"/>
          <ac:cxnSpMkLst>
            <pc:docMk/>
            <pc:sldMk cId="1722423472" sldId="1412"/>
            <ac:cxnSpMk id="23" creationId="{00000000-0000-0000-0000-000000000000}"/>
          </ac:cxnSpMkLst>
        </pc:cxnChg>
      </pc:sldChg>
      <pc:sldChg chg="addSp delSp modSp add mod modClrScheme chgLayout">
        <pc:chgData name="Soumita Sengupta" userId="4afa6ce1-cb01-46c2-8538-4650222f0c96" providerId="ADAL" clId="{0A78EE60-BBCD-4A76-81BC-E7FB80E1D58E}" dt="2021-08-23T11:42:34.916" v="999" actId="11"/>
        <pc:sldMkLst>
          <pc:docMk/>
          <pc:sldMk cId="3054948585" sldId="1413"/>
        </pc:sldMkLst>
        <pc:spChg chg="add del mod ord">
          <ac:chgData name="Soumita Sengupta" userId="4afa6ce1-cb01-46c2-8538-4650222f0c96" providerId="ADAL" clId="{0A78EE60-BBCD-4A76-81BC-E7FB80E1D58E}" dt="2021-08-23T11:41:58.310" v="993" actId="478"/>
          <ac:spMkLst>
            <pc:docMk/>
            <pc:sldMk cId="3054948585" sldId="1413"/>
            <ac:spMk id="2" creationId="{4BFB504E-062C-441A-BC81-4D101061FCD7}"/>
          </ac:spMkLst>
        </pc:spChg>
        <pc:spChg chg="add del mod ord">
          <ac:chgData name="Soumita Sengupta" userId="4afa6ce1-cb01-46c2-8538-4650222f0c96" providerId="ADAL" clId="{0A78EE60-BBCD-4A76-81BC-E7FB80E1D58E}" dt="2021-08-23T11:40:54.192" v="980" actId="478"/>
          <ac:spMkLst>
            <pc:docMk/>
            <pc:sldMk cId="3054948585" sldId="1413"/>
            <ac:spMk id="3" creationId="{6196E8DF-7AFC-446E-B1E8-D9C5A4422411}"/>
          </ac:spMkLst>
        </pc:spChg>
        <pc:spChg chg="mod ord">
          <ac:chgData name="Soumita Sengupta" userId="4afa6ce1-cb01-46c2-8538-4650222f0c96" providerId="ADAL" clId="{0A78EE60-BBCD-4A76-81BC-E7FB80E1D58E}" dt="2021-08-23T11:40:40.306" v="978" actId="700"/>
          <ac:spMkLst>
            <pc:docMk/>
            <pc:sldMk cId="3054948585" sldId="1413"/>
            <ac:spMk id="4" creationId="{00000000-0000-0000-0000-000000000000}"/>
          </ac:spMkLst>
        </pc:spChg>
        <pc:spChg chg="add del mod">
          <ac:chgData name="Soumita Sengupta" userId="4afa6ce1-cb01-46c2-8538-4650222f0c96" providerId="ADAL" clId="{0A78EE60-BBCD-4A76-81BC-E7FB80E1D58E}" dt="2021-08-23T11:42:00.289" v="994" actId="478"/>
          <ac:spMkLst>
            <pc:docMk/>
            <pc:sldMk cId="3054948585" sldId="1413"/>
            <ac:spMk id="6" creationId="{A96024C4-96BC-4F29-8E73-C9410C7DCF43}"/>
          </ac:spMkLst>
        </pc:spChg>
        <pc:spChg chg="mod">
          <ac:chgData name="Soumita Sengupta" userId="4afa6ce1-cb01-46c2-8538-4650222f0c96" providerId="ADAL" clId="{0A78EE60-BBCD-4A76-81BC-E7FB80E1D58E}" dt="2021-08-23T11:42:34.916" v="999" actId="11"/>
          <ac:spMkLst>
            <pc:docMk/>
            <pc:sldMk cId="3054948585" sldId="1413"/>
            <ac:spMk id="7" creationId="{00000000-0000-0000-0000-000000000000}"/>
          </ac:spMkLst>
        </pc:spChg>
        <pc:spChg chg="mod">
          <ac:chgData name="Soumita Sengupta" userId="4afa6ce1-cb01-46c2-8538-4650222f0c96" providerId="ADAL" clId="{0A78EE60-BBCD-4A76-81BC-E7FB80E1D58E}" dt="2021-08-23T11:42:04.146" v="995" actId="1076"/>
          <ac:spMkLst>
            <pc:docMk/>
            <pc:sldMk cId="3054948585" sldId="1413"/>
            <ac:spMk id="8" creationId="{00000000-0000-0000-0000-000000000000}"/>
          </ac:spMkLst>
        </pc:spChg>
        <pc:spChg chg="mod ord">
          <ac:chgData name="Soumita Sengupta" userId="4afa6ce1-cb01-46c2-8538-4650222f0c96" providerId="ADAL" clId="{0A78EE60-BBCD-4A76-81BC-E7FB80E1D58E}" dt="2021-08-23T11:40:40.306" v="978" actId="700"/>
          <ac:spMkLst>
            <pc:docMk/>
            <pc:sldMk cId="3054948585" sldId="1413"/>
            <ac:spMk id="9" creationId="{00000000-0000-0000-0000-000000000000}"/>
          </ac:spMkLst>
        </pc:spChg>
      </pc:sldChg>
      <pc:sldChg chg="addSp delSp modSp add mod modClrScheme chgLayout">
        <pc:chgData name="Soumita Sengupta" userId="4afa6ce1-cb01-46c2-8538-4650222f0c96" providerId="ADAL" clId="{0A78EE60-BBCD-4A76-81BC-E7FB80E1D58E}" dt="2021-08-23T11:43:38.205" v="1004" actId="478"/>
        <pc:sldMkLst>
          <pc:docMk/>
          <pc:sldMk cId="122248758" sldId="1414"/>
        </pc:sldMkLst>
        <pc:spChg chg="mod ord">
          <ac:chgData name="Soumita Sengupta" userId="4afa6ce1-cb01-46c2-8538-4650222f0c96" providerId="ADAL" clId="{0A78EE60-BBCD-4A76-81BC-E7FB80E1D58E}" dt="2021-08-23T11:43:25.377" v="1000" actId="700"/>
          <ac:spMkLst>
            <pc:docMk/>
            <pc:sldMk cId="122248758" sldId="1414"/>
            <ac:spMk id="4" creationId="{00000000-0000-0000-0000-000000000000}"/>
          </ac:spMkLst>
        </pc:spChg>
        <pc:spChg chg="mod">
          <ac:chgData name="Soumita Sengupta" userId="4afa6ce1-cb01-46c2-8538-4650222f0c96" providerId="ADAL" clId="{0A78EE60-BBCD-4A76-81BC-E7FB80E1D58E}" dt="2021-08-23T09:02:02.005" v="319" actId="11"/>
          <ac:spMkLst>
            <pc:docMk/>
            <pc:sldMk cId="122248758" sldId="1414"/>
            <ac:spMk id="7" creationId="{00000000-0000-0000-0000-000000000000}"/>
          </ac:spMkLst>
        </pc:spChg>
        <pc:spChg chg="del">
          <ac:chgData name="Soumita Sengupta" userId="4afa6ce1-cb01-46c2-8538-4650222f0c96" providerId="ADAL" clId="{0A78EE60-BBCD-4A76-81BC-E7FB80E1D58E}" dt="2021-08-23T08:55:21.673" v="282" actId="478"/>
          <ac:spMkLst>
            <pc:docMk/>
            <pc:sldMk cId="122248758" sldId="1414"/>
            <ac:spMk id="8" creationId="{00000000-0000-0000-0000-000000000000}"/>
          </ac:spMkLst>
        </pc:spChg>
        <pc:spChg chg="mod ord">
          <ac:chgData name="Soumita Sengupta" userId="4afa6ce1-cb01-46c2-8538-4650222f0c96" providerId="ADAL" clId="{0A78EE60-BBCD-4A76-81BC-E7FB80E1D58E}" dt="2021-08-23T11:43:25.377" v="1000" actId="700"/>
          <ac:spMkLst>
            <pc:docMk/>
            <pc:sldMk cId="122248758" sldId="1414"/>
            <ac:spMk id="9" creationId="{00000000-0000-0000-0000-000000000000}"/>
          </ac:spMkLst>
        </pc:spChg>
        <pc:spChg chg="add del">
          <ac:chgData name="Soumita Sengupta" userId="4afa6ce1-cb01-46c2-8538-4650222f0c96" providerId="ADAL" clId="{0A78EE60-BBCD-4A76-81BC-E7FB80E1D58E}" dt="2021-08-23T08:55:25.067" v="284" actId="22"/>
          <ac:spMkLst>
            <pc:docMk/>
            <pc:sldMk cId="122248758" sldId="1414"/>
            <ac:spMk id="10" creationId="{069A8DF2-A83E-45FF-B3BD-0E04EEEC0E00}"/>
          </ac:spMkLst>
        </pc:spChg>
        <pc:spChg chg="add del mod">
          <ac:chgData name="Soumita Sengupta" userId="4afa6ce1-cb01-46c2-8538-4650222f0c96" providerId="ADAL" clId="{0A78EE60-BBCD-4A76-81BC-E7FB80E1D58E}" dt="2021-08-23T08:55:36.606" v="287" actId="478"/>
          <ac:spMkLst>
            <pc:docMk/>
            <pc:sldMk cId="122248758" sldId="1414"/>
            <ac:spMk id="11" creationId="{6C61ABAD-9132-42A7-9EB0-24B776BAB1B8}"/>
          </ac:spMkLst>
        </pc:spChg>
        <pc:spChg chg="add del">
          <ac:chgData name="Soumita Sengupta" userId="4afa6ce1-cb01-46c2-8538-4650222f0c96" providerId="ADAL" clId="{0A78EE60-BBCD-4A76-81BC-E7FB80E1D58E}" dt="2021-08-23T08:55:41.758" v="289" actId="22"/>
          <ac:spMkLst>
            <pc:docMk/>
            <pc:sldMk cId="122248758" sldId="1414"/>
            <ac:spMk id="12" creationId="{94B16EFA-3083-4C8F-A263-EA93C8E7DBC5}"/>
          </ac:spMkLst>
        </pc:spChg>
        <pc:spChg chg="add del">
          <ac:chgData name="Soumita Sengupta" userId="4afa6ce1-cb01-46c2-8538-4650222f0c96" providerId="ADAL" clId="{0A78EE60-BBCD-4A76-81BC-E7FB80E1D58E}" dt="2021-08-23T08:55:43.714" v="291" actId="22"/>
          <ac:spMkLst>
            <pc:docMk/>
            <pc:sldMk cId="122248758" sldId="1414"/>
            <ac:spMk id="13" creationId="{24519C8D-489F-4632-9028-F4347C51DC1A}"/>
          </ac:spMkLst>
        </pc:spChg>
        <pc:spChg chg="add del">
          <ac:chgData name="Soumita Sengupta" userId="4afa6ce1-cb01-46c2-8538-4650222f0c96" providerId="ADAL" clId="{0A78EE60-BBCD-4A76-81BC-E7FB80E1D58E}" dt="2021-08-23T08:55:44.865" v="293" actId="22"/>
          <ac:spMkLst>
            <pc:docMk/>
            <pc:sldMk cId="122248758" sldId="1414"/>
            <ac:spMk id="15" creationId="{393AADFF-4FF0-4182-8910-912AA21B634B}"/>
          </ac:spMkLst>
        </pc:spChg>
        <pc:spChg chg="add mod">
          <ac:chgData name="Soumita Sengupta" userId="4afa6ce1-cb01-46c2-8538-4650222f0c96" providerId="ADAL" clId="{0A78EE60-BBCD-4A76-81BC-E7FB80E1D58E}" dt="2021-08-23T11:43:36.067" v="1003" actId="1076"/>
          <ac:spMkLst>
            <pc:docMk/>
            <pc:sldMk cId="122248758" sldId="1414"/>
            <ac:spMk id="17" creationId="{01A46B45-C92B-48C2-95E0-8DE80C508751}"/>
          </ac:spMkLst>
        </pc:spChg>
        <pc:spChg chg="add del mod ord">
          <ac:chgData name="Soumita Sengupta" userId="4afa6ce1-cb01-46c2-8538-4650222f0c96" providerId="ADAL" clId="{0A78EE60-BBCD-4A76-81BC-E7FB80E1D58E}" dt="2021-08-23T11:43:32.424" v="1002" actId="478"/>
          <ac:spMkLst>
            <pc:docMk/>
            <pc:sldMk cId="122248758" sldId="1414"/>
            <ac:spMk id="18" creationId="{8C42DE99-93B4-4275-99FB-01FE0E03BD1A}"/>
          </ac:spMkLst>
        </pc:spChg>
        <pc:spChg chg="add del mod ord">
          <ac:chgData name="Soumita Sengupta" userId="4afa6ce1-cb01-46c2-8538-4650222f0c96" providerId="ADAL" clId="{0A78EE60-BBCD-4A76-81BC-E7FB80E1D58E}" dt="2021-08-23T11:43:38.205" v="1004" actId="478"/>
          <ac:spMkLst>
            <pc:docMk/>
            <pc:sldMk cId="122248758" sldId="1414"/>
            <ac:spMk id="19" creationId="{73C97289-236C-48A1-A75C-7DA994315E48}"/>
          </ac:spMkLst>
        </pc:spChg>
      </pc:sldChg>
      <pc:sldChg chg="addSp delSp modSp add mod modClrScheme chgLayout">
        <pc:chgData name="Soumita Sengupta" userId="4afa6ce1-cb01-46c2-8538-4650222f0c96" providerId="ADAL" clId="{0A78EE60-BBCD-4A76-81BC-E7FB80E1D58E}" dt="2021-08-23T11:46:08.676" v="1008" actId="1076"/>
        <pc:sldMkLst>
          <pc:docMk/>
          <pc:sldMk cId="3465650862" sldId="1415"/>
        </pc:sldMkLst>
        <pc:spChg chg="mod ord">
          <ac:chgData name="Soumita Sengupta" userId="4afa6ce1-cb01-46c2-8538-4650222f0c96" providerId="ADAL" clId="{0A78EE60-BBCD-4A76-81BC-E7FB80E1D58E}" dt="2021-08-23T11:45:55.268" v="1005" actId="700"/>
          <ac:spMkLst>
            <pc:docMk/>
            <pc:sldMk cId="3465650862" sldId="1415"/>
            <ac:spMk id="4" creationId="{00000000-0000-0000-0000-000000000000}"/>
          </ac:spMkLst>
        </pc:spChg>
        <pc:spChg chg="add del mod ord">
          <ac:chgData name="Soumita Sengupta" userId="4afa6ce1-cb01-46c2-8538-4650222f0c96" providerId="ADAL" clId="{0A78EE60-BBCD-4A76-81BC-E7FB80E1D58E}" dt="2021-08-23T11:46:05.103" v="1007" actId="478"/>
          <ac:spMkLst>
            <pc:docMk/>
            <pc:sldMk cId="3465650862" sldId="1415"/>
            <ac:spMk id="6" creationId="{A5E2927A-BBB2-4ABD-AADA-9D23EB4D1EBD}"/>
          </ac:spMkLst>
        </pc:spChg>
        <pc:spChg chg="mod">
          <ac:chgData name="Soumita Sengupta" userId="4afa6ce1-cb01-46c2-8538-4650222f0c96" providerId="ADAL" clId="{0A78EE60-BBCD-4A76-81BC-E7FB80E1D58E}" dt="2021-08-23T11:46:08.676" v="1008" actId="1076"/>
          <ac:spMkLst>
            <pc:docMk/>
            <pc:sldMk cId="3465650862" sldId="1415"/>
            <ac:spMk id="7" creationId="{00000000-0000-0000-0000-000000000000}"/>
          </ac:spMkLst>
        </pc:spChg>
        <pc:spChg chg="mod">
          <ac:chgData name="Soumita Sengupta" userId="4afa6ce1-cb01-46c2-8538-4650222f0c96" providerId="ADAL" clId="{0A78EE60-BBCD-4A76-81BC-E7FB80E1D58E}" dt="2021-08-23T09:02:13.853" v="324"/>
          <ac:spMkLst>
            <pc:docMk/>
            <pc:sldMk cId="3465650862" sldId="1415"/>
            <ac:spMk id="8" creationId="{00000000-0000-0000-0000-000000000000}"/>
          </ac:spMkLst>
        </pc:spChg>
        <pc:spChg chg="mod ord">
          <ac:chgData name="Soumita Sengupta" userId="4afa6ce1-cb01-46c2-8538-4650222f0c96" providerId="ADAL" clId="{0A78EE60-BBCD-4A76-81BC-E7FB80E1D58E}" dt="2021-08-23T11:45:55.268" v="1005" actId="700"/>
          <ac:spMkLst>
            <pc:docMk/>
            <pc:sldMk cId="3465650862" sldId="1415"/>
            <ac:spMk id="9" creationId="{00000000-0000-0000-0000-000000000000}"/>
          </ac:spMkLst>
        </pc:spChg>
        <pc:spChg chg="add del">
          <ac:chgData name="Soumita Sengupta" userId="4afa6ce1-cb01-46c2-8538-4650222f0c96" providerId="ADAL" clId="{0A78EE60-BBCD-4A76-81BC-E7FB80E1D58E}" dt="2021-08-23T09:02:47.746" v="326" actId="22"/>
          <ac:spMkLst>
            <pc:docMk/>
            <pc:sldMk cId="3465650862" sldId="1415"/>
            <ac:spMk id="10" creationId="{BF5884D7-6779-4C36-BD97-A96EDB5D8615}"/>
          </ac:spMkLst>
        </pc:spChg>
        <pc:spChg chg="add del">
          <ac:chgData name="Soumita Sengupta" userId="4afa6ce1-cb01-46c2-8538-4650222f0c96" providerId="ADAL" clId="{0A78EE60-BBCD-4A76-81BC-E7FB80E1D58E}" dt="2021-08-23T09:02:49.095" v="328" actId="22"/>
          <ac:spMkLst>
            <pc:docMk/>
            <pc:sldMk cId="3465650862" sldId="1415"/>
            <ac:spMk id="11" creationId="{2EECAB8A-141D-422A-B3AE-45805516E8E6}"/>
          </ac:spMkLst>
        </pc:spChg>
        <pc:spChg chg="add mod">
          <ac:chgData name="Soumita Sengupta" userId="4afa6ce1-cb01-46c2-8538-4650222f0c96" providerId="ADAL" clId="{0A78EE60-BBCD-4A76-81BC-E7FB80E1D58E}" dt="2021-08-23T09:03:22.994" v="333" actId="1076"/>
          <ac:spMkLst>
            <pc:docMk/>
            <pc:sldMk cId="3465650862" sldId="1415"/>
            <ac:spMk id="12" creationId="{22D153AA-7C04-4067-8571-D3BD8013E971}"/>
          </ac:spMkLst>
        </pc:spChg>
        <pc:spChg chg="add del mod ord">
          <ac:chgData name="Soumita Sengupta" userId="4afa6ce1-cb01-46c2-8538-4650222f0c96" providerId="ADAL" clId="{0A78EE60-BBCD-4A76-81BC-E7FB80E1D58E}" dt="2021-08-23T11:46:02.145" v="1006" actId="478"/>
          <ac:spMkLst>
            <pc:docMk/>
            <pc:sldMk cId="3465650862" sldId="1415"/>
            <ac:spMk id="13" creationId="{6F1449DC-3848-4922-9099-9D165C625889}"/>
          </ac:spMkLst>
        </pc:spChg>
      </pc:sldChg>
      <pc:sldChg chg="addSp delSp modSp add mod">
        <pc:chgData name="Soumita Sengupta" userId="4afa6ce1-cb01-46c2-8538-4650222f0c96" providerId="ADAL" clId="{0A78EE60-BBCD-4A76-81BC-E7FB80E1D58E}" dt="2021-08-20T11:33:17.613" v="223" actId="1076"/>
        <pc:sldMkLst>
          <pc:docMk/>
          <pc:sldMk cId="1798438021" sldId="1416"/>
        </pc:sldMkLst>
        <pc:spChg chg="mod">
          <ac:chgData name="Soumita Sengupta" userId="4afa6ce1-cb01-46c2-8538-4650222f0c96" providerId="ADAL" clId="{0A78EE60-BBCD-4A76-81BC-E7FB80E1D58E}" dt="2021-08-20T10:59:37.684" v="214"/>
          <ac:spMkLst>
            <pc:docMk/>
            <pc:sldMk cId="1798438021" sldId="1416"/>
            <ac:spMk id="2" creationId="{00000000-0000-0000-0000-000000000000}"/>
          </ac:spMkLst>
        </pc:spChg>
        <pc:spChg chg="mod">
          <ac:chgData name="Soumita Sengupta" userId="4afa6ce1-cb01-46c2-8538-4650222f0c96" providerId="ADAL" clId="{0A78EE60-BBCD-4A76-81BC-E7FB80E1D58E}" dt="2021-08-20T11:00:12.860" v="219" actId="14100"/>
          <ac:spMkLst>
            <pc:docMk/>
            <pc:sldMk cId="1798438021" sldId="1416"/>
            <ac:spMk id="5" creationId="{00000000-0000-0000-0000-000000000000}"/>
          </ac:spMkLst>
        </pc:spChg>
        <pc:spChg chg="del mod">
          <ac:chgData name="Soumita Sengupta" userId="4afa6ce1-cb01-46c2-8538-4650222f0c96" providerId="ADAL" clId="{0A78EE60-BBCD-4A76-81BC-E7FB80E1D58E}" dt="2021-08-20T11:33:14.229" v="221" actId="478"/>
          <ac:spMkLst>
            <pc:docMk/>
            <pc:sldMk cId="1798438021" sldId="1416"/>
            <ac:spMk id="6" creationId="{05E7F7E3-9E8C-4121-88D2-4C4B236DAF24}"/>
          </ac:spMkLst>
        </pc:spChg>
        <pc:picChg chg="add mod">
          <ac:chgData name="Soumita Sengupta" userId="4afa6ce1-cb01-46c2-8538-4650222f0c96" providerId="ADAL" clId="{0A78EE60-BBCD-4A76-81BC-E7FB80E1D58E}" dt="2021-08-20T11:33:17.613" v="223" actId="1076"/>
          <ac:picMkLst>
            <pc:docMk/>
            <pc:sldMk cId="1798438021" sldId="1416"/>
            <ac:picMk id="7" creationId="{7C3407F8-93EB-4C75-9B6C-38DCC4322245}"/>
          </ac:picMkLst>
        </pc:picChg>
      </pc:sldChg>
      <pc:sldChg chg="addSp delSp modSp add mod modNotesTx">
        <pc:chgData name="Soumita Sengupta" userId="4afa6ce1-cb01-46c2-8538-4650222f0c96" providerId="ADAL" clId="{0A78EE60-BBCD-4A76-81BC-E7FB80E1D58E}" dt="2021-08-23T08:48:07.819" v="262" actId="255"/>
        <pc:sldMkLst>
          <pc:docMk/>
          <pc:sldMk cId="2922319439" sldId="1417"/>
        </pc:sldMkLst>
        <pc:spChg chg="mod">
          <ac:chgData name="Soumita Sengupta" userId="4afa6ce1-cb01-46c2-8538-4650222f0c96" providerId="ADAL" clId="{0A78EE60-BBCD-4A76-81BC-E7FB80E1D58E}" dt="2021-08-20T12:55:11.653" v="230"/>
          <ac:spMkLst>
            <pc:docMk/>
            <pc:sldMk cId="2922319439" sldId="1417"/>
            <ac:spMk id="2" creationId="{00000000-0000-0000-0000-000000000000}"/>
          </ac:spMkLst>
        </pc:spChg>
        <pc:spChg chg="mod">
          <ac:chgData name="Soumita Sengupta" userId="4afa6ce1-cb01-46c2-8538-4650222f0c96" providerId="ADAL" clId="{0A78EE60-BBCD-4A76-81BC-E7FB80E1D58E}" dt="2021-08-20T12:56:33.425" v="237" actId="1076"/>
          <ac:spMkLst>
            <pc:docMk/>
            <pc:sldMk cId="2922319439" sldId="1417"/>
            <ac:spMk id="5" creationId="{00000000-0000-0000-0000-000000000000}"/>
          </ac:spMkLst>
        </pc:spChg>
        <pc:spChg chg="mod">
          <ac:chgData name="Soumita Sengupta" userId="4afa6ce1-cb01-46c2-8538-4650222f0c96" providerId="ADAL" clId="{0A78EE60-BBCD-4A76-81BC-E7FB80E1D58E}" dt="2021-08-20T12:55:52.495" v="235"/>
          <ac:spMkLst>
            <pc:docMk/>
            <pc:sldMk cId="2922319439" sldId="1417"/>
            <ac:spMk id="9" creationId="{92BBAD37-FEC4-42B3-B139-5A4AA146843A}"/>
          </ac:spMkLst>
        </pc:spChg>
        <pc:spChg chg="mod">
          <ac:chgData name="Soumita Sengupta" userId="4afa6ce1-cb01-46c2-8538-4650222f0c96" providerId="ADAL" clId="{0A78EE60-BBCD-4A76-81BC-E7FB80E1D58E}" dt="2021-08-20T12:55:52.495" v="235"/>
          <ac:spMkLst>
            <pc:docMk/>
            <pc:sldMk cId="2922319439" sldId="1417"/>
            <ac:spMk id="10" creationId="{5F18C57D-223A-4973-9B9F-61DBD7B7D2E7}"/>
          </ac:spMkLst>
        </pc:spChg>
        <pc:spChg chg="mod">
          <ac:chgData name="Soumita Sengupta" userId="4afa6ce1-cb01-46c2-8538-4650222f0c96" providerId="ADAL" clId="{0A78EE60-BBCD-4A76-81BC-E7FB80E1D58E}" dt="2021-08-20T12:55:52.495" v="235"/>
          <ac:spMkLst>
            <pc:docMk/>
            <pc:sldMk cId="2922319439" sldId="1417"/>
            <ac:spMk id="11" creationId="{7C45C755-0ED5-44E1-9E4A-D880AE2FC87E}"/>
          </ac:spMkLst>
        </pc:spChg>
        <pc:spChg chg="mod">
          <ac:chgData name="Soumita Sengupta" userId="4afa6ce1-cb01-46c2-8538-4650222f0c96" providerId="ADAL" clId="{0A78EE60-BBCD-4A76-81BC-E7FB80E1D58E}" dt="2021-08-20T12:55:52.495" v="235"/>
          <ac:spMkLst>
            <pc:docMk/>
            <pc:sldMk cId="2922319439" sldId="1417"/>
            <ac:spMk id="16" creationId="{8EA91E18-B4B1-4C85-9763-153927FB26E3}"/>
          </ac:spMkLst>
        </pc:spChg>
        <pc:spChg chg="mod">
          <ac:chgData name="Soumita Sengupta" userId="4afa6ce1-cb01-46c2-8538-4650222f0c96" providerId="ADAL" clId="{0A78EE60-BBCD-4A76-81BC-E7FB80E1D58E}" dt="2021-08-23T08:45:14.555" v="260" actId="20577"/>
          <ac:spMkLst>
            <pc:docMk/>
            <pc:sldMk cId="2922319439" sldId="1417"/>
            <ac:spMk id="19" creationId="{A23D790B-8461-490F-83F9-6BEA8B4516B2}"/>
          </ac:spMkLst>
        </pc:spChg>
        <pc:spChg chg="mod">
          <ac:chgData name="Soumita Sengupta" userId="4afa6ce1-cb01-46c2-8538-4650222f0c96" providerId="ADAL" clId="{0A78EE60-BBCD-4A76-81BC-E7FB80E1D58E}" dt="2021-08-23T08:48:07.819" v="262" actId="255"/>
          <ac:spMkLst>
            <pc:docMk/>
            <pc:sldMk cId="2922319439" sldId="1417"/>
            <ac:spMk id="22" creationId="{07E2B30F-F86E-4917-9771-560553E5FA0C}"/>
          </ac:spMkLst>
        </pc:spChg>
        <pc:spChg chg="mod">
          <ac:chgData name="Soumita Sengupta" userId="4afa6ce1-cb01-46c2-8538-4650222f0c96" providerId="ADAL" clId="{0A78EE60-BBCD-4A76-81BC-E7FB80E1D58E}" dt="2021-08-20T12:55:52.495" v="235"/>
          <ac:spMkLst>
            <pc:docMk/>
            <pc:sldMk cId="2922319439" sldId="1417"/>
            <ac:spMk id="23" creationId="{517AB679-C0A4-4AF4-B213-DB36C2E7E7D3}"/>
          </ac:spMkLst>
        </pc:spChg>
        <pc:spChg chg="mod">
          <ac:chgData name="Soumita Sengupta" userId="4afa6ce1-cb01-46c2-8538-4650222f0c96" providerId="ADAL" clId="{0A78EE60-BBCD-4A76-81BC-E7FB80E1D58E}" dt="2021-08-20T12:55:52.495" v="235"/>
          <ac:spMkLst>
            <pc:docMk/>
            <pc:sldMk cId="2922319439" sldId="1417"/>
            <ac:spMk id="24" creationId="{D2DABE28-CAE1-4970-A955-0EB0FD0C0794}"/>
          </ac:spMkLst>
        </pc:spChg>
        <pc:spChg chg="mod">
          <ac:chgData name="Soumita Sengupta" userId="4afa6ce1-cb01-46c2-8538-4650222f0c96" providerId="ADAL" clId="{0A78EE60-BBCD-4A76-81BC-E7FB80E1D58E}" dt="2021-08-20T12:55:52.495" v="235"/>
          <ac:spMkLst>
            <pc:docMk/>
            <pc:sldMk cId="2922319439" sldId="1417"/>
            <ac:spMk id="25" creationId="{E12DD977-BCAE-41C5-9DCE-9B07BF50C9EA}"/>
          </ac:spMkLst>
        </pc:spChg>
        <pc:spChg chg="mod">
          <ac:chgData name="Soumita Sengupta" userId="4afa6ce1-cb01-46c2-8538-4650222f0c96" providerId="ADAL" clId="{0A78EE60-BBCD-4A76-81BC-E7FB80E1D58E}" dt="2021-08-23T08:45:16.400" v="261" actId="20577"/>
          <ac:spMkLst>
            <pc:docMk/>
            <pc:sldMk cId="2922319439" sldId="1417"/>
            <ac:spMk id="26" creationId="{5C469254-7DFF-42AF-A743-94813D5D24ED}"/>
          </ac:spMkLst>
        </pc:spChg>
        <pc:spChg chg="mod">
          <ac:chgData name="Soumita Sengupta" userId="4afa6ce1-cb01-46c2-8538-4650222f0c96" providerId="ADAL" clId="{0A78EE60-BBCD-4A76-81BC-E7FB80E1D58E}" dt="2021-08-20T12:55:52.495" v="235"/>
          <ac:spMkLst>
            <pc:docMk/>
            <pc:sldMk cId="2922319439" sldId="1417"/>
            <ac:spMk id="27" creationId="{FA85C00B-2BB2-44D5-AB49-6515E48E63C9}"/>
          </ac:spMkLst>
        </pc:spChg>
        <pc:grpChg chg="add mod">
          <ac:chgData name="Soumita Sengupta" userId="4afa6ce1-cb01-46c2-8538-4650222f0c96" providerId="ADAL" clId="{0A78EE60-BBCD-4A76-81BC-E7FB80E1D58E}" dt="2021-08-20T12:55:52.495" v="235"/>
          <ac:grpSpMkLst>
            <pc:docMk/>
            <pc:sldMk cId="2922319439" sldId="1417"/>
            <ac:grpSpMk id="8" creationId="{DF5FC6ED-8892-474B-AEB1-A18539D7CE42}"/>
          </ac:grpSpMkLst>
        </pc:grpChg>
        <pc:picChg chg="del">
          <ac:chgData name="Soumita Sengupta" userId="4afa6ce1-cb01-46c2-8538-4650222f0c96" providerId="ADAL" clId="{0A78EE60-BBCD-4A76-81BC-E7FB80E1D58E}" dt="2021-08-20T12:55:51.287" v="234" actId="478"/>
          <ac:picMkLst>
            <pc:docMk/>
            <pc:sldMk cId="2922319439" sldId="1417"/>
            <ac:picMk id="7" creationId="{7C3407F8-93EB-4C75-9B6C-38DCC4322245}"/>
          </ac:picMkLst>
        </pc:picChg>
        <pc:cxnChg chg="mod">
          <ac:chgData name="Soumita Sengupta" userId="4afa6ce1-cb01-46c2-8538-4650222f0c96" providerId="ADAL" clId="{0A78EE60-BBCD-4A76-81BC-E7FB80E1D58E}" dt="2021-08-20T12:55:52.495" v="235"/>
          <ac:cxnSpMkLst>
            <pc:docMk/>
            <pc:sldMk cId="2922319439" sldId="1417"/>
            <ac:cxnSpMk id="12" creationId="{4022A6BB-DB0B-4E2B-BF12-25F9DAE18B9F}"/>
          </ac:cxnSpMkLst>
        </pc:cxnChg>
        <pc:cxnChg chg="mod">
          <ac:chgData name="Soumita Sengupta" userId="4afa6ce1-cb01-46c2-8538-4650222f0c96" providerId="ADAL" clId="{0A78EE60-BBCD-4A76-81BC-E7FB80E1D58E}" dt="2021-08-20T12:55:52.495" v="235"/>
          <ac:cxnSpMkLst>
            <pc:docMk/>
            <pc:sldMk cId="2922319439" sldId="1417"/>
            <ac:cxnSpMk id="13" creationId="{97A4F8A6-8F22-48DF-8048-461733626B55}"/>
          </ac:cxnSpMkLst>
        </pc:cxnChg>
        <pc:cxnChg chg="mod">
          <ac:chgData name="Soumita Sengupta" userId="4afa6ce1-cb01-46c2-8538-4650222f0c96" providerId="ADAL" clId="{0A78EE60-BBCD-4A76-81BC-E7FB80E1D58E}" dt="2021-08-20T12:55:52.495" v="235"/>
          <ac:cxnSpMkLst>
            <pc:docMk/>
            <pc:sldMk cId="2922319439" sldId="1417"/>
            <ac:cxnSpMk id="14" creationId="{6FFA3DB7-064E-47CA-80FB-F724077C898A}"/>
          </ac:cxnSpMkLst>
        </pc:cxnChg>
        <pc:cxnChg chg="mod">
          <ac:chgData name="Soumita Sengupta" userId="4afa6ce1-cb01-46c2-8538-4650222f0c96" providerId="ADAL" clId="{0A78EE60-BBCD-4A76-81BC-E7FB80E1D58E}" dt="2021-08-20T12:55:52.495" v="235"/>
          <ac:cxnSpMkLst>
            <pc:docMk/>
            <pc:sldMk cId="2922319439" sldId="1417"/>
            <ac:cxnSpMk id="15" creationId="{360E224E-FF35-4481-A319-6E396FD645A3}"/>
          </ac:cxnSpMkLst>
        </pc:cxnChg>
        <pc:cxnChg chg="mod">
          <ac:chgData name="Soumita Sengupta" userId="4afa6ce1-cb01-46c2-8538-4650222f0c96" providerId="ADAL" clId="{0A78EE60-BBCD-4A76-81BC-E7FB80E1D58E}" dt="2021-08-20T12:55:52.495" v="235"/>
          <ac:cxnSpMkLst>
            <pc:docMk/>
            <pc:sldMk cId="2922319439" sldId="1417"/>
            <ac:cxnSpMk id="17" creationId="{E5E9C9FC-3874-43B5-A05F-91B45110B00C}"/>
          </ac:cxnSpMkLst>
        </pc:cxnChg>
        <pc:cxnChg chg="mod">
          <ac:chgData name="Soumita Sengupta" userId="4afa6ce1-cb01-46c2-8538-4650222f0c96" providerId="ADAL" clId="{0A78EE60-BBCD-4A76-81BC-E7FB80E1D58E}" dt="2021-08-20T12:55:52.495" v="235"/>
          <ac:cxnSpMkLst>
            <pc:docMk/>
            <pc:sldMk cId="2922319439" sldId="1417"/>
            <ac:cxnSpMk id="18" creationId="{7D8EECF7-E039-4C9E-8BE9-4F208883B728}"/>
          </ac:cxnSpMkLst>
        </pc:cxnChg>
        <pc:cxnChg chg="mod">
          <ac:chgData name="Soumita Sengupta" userId="4afa6ce1-cb01-46c2-8538-4650222f0c96" providerId="ADAL" clId="{0A78EE60-BBCD-4A76-81BC-E7FB80E1D58E}" dt="2021-08-20T12:55:52.495" v="235"/>
          <ac:cxnSpMkLst>
            <pc:docMk/>
            <pc:sldMk cId="2922319439" sldId="1417"/>
            <ac:cxnSpMk id="20" creationId="{79E6BDE1-FDD5-493D-A511-02A9279B43D0}"/>
          </ac:cxnSpMkLst>
        </pc:cxnChg>
        <pc:cxnChg chg="mod">
          <ac:chgData name="Soumita Sengupta" userId="4afa6ce1-cb01-46c2-8538-4650222f0c96" providerId="ADAL" clId="{0A78EE60-BBCD-4A76-81BC-E7FB80E1D58E}" dt="2021-08-20T12:55:52.495" v="235"/>
          <ac:cxnSpMkLst>
            <pc:docMk/>
            <pc:sldMk cId="2922319439" sldId="1417"/>
            <ac:cxnSpMk id="21" creationId="{B1C28120-A82A-456C-B3F2-A20D7081ABF9}"/>
          </ac:cxnSpMkLst>
        </pc:cxnChg>
      </pc:sldChg>
      <pc:sldChg chg="addSp delSp modSp add mod modNotesTx">
        <pc:chgData name="Soumita Sengupta" userId="4afa6ce1-cb01-46c2-8538-4650222f0c96" providerId="ADAL" clId="{0A78EE60-BBCD-4A76-81BC-E7FB80E1D58E}" dt="2021-08-23T08:51:18.164" v="267" actId="255"/>
        <pc:sldMkLst>
          <pc:docMk/>
          <pc:sldMk cId="1424513111" sldId="1418"/>
        </pc:sldMkLst>
        <pc:spChg chg="mod">
          <ac:chgData name="Soumita Sengupta" userId="4afa6ce1-cb01-46c2-8538-4650222f0c96" providerId="ADAL" clId="{0A78EE60-BBCD-4A76-81BC-E7FB80E1D58E}" dt="2021-08-20T12:58:39.514" v="239"/>
          <ac:spMkLst>
            <pc:docMk/>
            <pc:sldMk cId="1424513111" sldId="1418"/>
            <ac:spMk id="5" creationId="{00000000-0000-0000-0000-000000000000}"/>
          </ac:spMkLst>
        </pc:spChg>
        <pc:spChg chg="mod">
          <ac:chgData name="Soumita Sengupta" userId="4afa6ce1-cb01-46c2-8538-4650222f0c96" providerId="ADAL" clId="{0A78EE60-BBCD-4A76-81BC-E7FB80E1D58E}" dt="2021-08-20T12:58:54.867" v="242"/>
          <ac:spMkLst>
            <pc:docMk/>
            <pc:sldMk cId="1424513111" sldId="1418"/>
            <ac:spMk id="29" creationId="{468E4488-E1A3-4EBA-AA5D-B5898AA1DDEF}"/>
          </ac:spMkLst>
        </pc:spChg>
        <pc:spChg chg="mod">
          <ac:chgData name="Soumita Sengupta" userId="4afa6ce1-cb01-46c2-8538-4650222f0c96" providerId="ADAL" clId="{0A78EE60-BBCD-4A76-81BC-E7FB80E1D58E}" dt="2021-08-20T12:58:54.867" v="242"/>
          <ac:spMkLst>
            <pc:docMk/>
            <pc:sldMk cId="1424513111" sldId="1418"/>
            <ac:spMk id="30" creationId="{E1727E8D-A2E8-4BB7-88AB-B83797FBEA07}"/>
          </ac:spMkLst>
        </pc:spChg>
        <pc:spChg chg="mod">
          <ac:chgData name="Soumita Sengupta" userId="4afa6ce1-cb01-46c2-8538-4650222f0c96" providerId="ADAL" clId="{0A78EE60-BBCD-4A76-81BC-E7FB80E1D58E}" dt="2021-08-20T12:58:54.867" v="242"/>
          <ac:spMkLst>
            <pc:docMk/>
            <pc:sldMk cId="1424513111" sldId="1418"/>
            <ac:spMk id="31" creationId="{F5EAE197-5AA3-486C-9D1F-352DE096A7AA}"/>
          </ac:spMkLst>
        </pc:spChg>
        <pc:spChg chg="mod">
          <ac:chgData name="Soumita Sengupta" userId="4afa6ce1-cb01-46c2-8538-4650222f0c96" providerId="ADAL" clId="{0A78EE60-BBCD-4A76-81BC-E7FB80E1D58E}" dt="2021-08-23T08:49:50.557" v="263" actId="20577"/>
          <ac:spMkLst>
            <pc:docMk/>
            <pc:sldMk cId="1424513111" sldId="1418"/>
            <ac:spMk id="36" creationId="{76262FAC-EC94-4F82-AD38-DBE2654024DB}"/>
          </ac:spMkLst>
        </pc:spChg>
        <pc:spChg chg="mod">
          <ac:chgData name="Soumita Sengupta" userId="4afa6ce1-cb01-46c2-8538-4650222f0c96" providerId="ADAL" clId="{0A78EE60-BBCD-4A76-81BC-E7FB80E1D58E}" dt="2021-08-23T08:49:57.145" v="265" actId="20577"/>
          <ac:spMkLst>
            <pc:docMk/>
            <pc:sldMk cId="1424513111" sldId="1418"/>
            <ac:spMk id="38" creationId="{2A2F1C4D-905F-47B5-8779-CEB0273A78CC}"/>
          </ac:spMkLst>
        </pc:spChg>
        <pc:spChg chg="mod">
          <ac:chgData name="Soumita Sengupta" userId="4afa6ce1-cb01-46c2-8538-4650222f0c96" providerId="ADAL" clId="{0A78EE60-BBCD-4A76-81BC-E7FB80E1D58E}" dt="2021-08-20T12:58:54.867" v="242"/>
          <ac:spMkLst>
            <pc:docMk/>
            <pc:sldMk cId="1424513111" sldId="1418"/>
            <ac:spMk id="39" creationId="{F070A4CA-836B-475C-B9ED-F9683A8F142B}"/>
          </ac:spMkLst>
        </pc:spChg>
        <pc:spChg chg="mod">
          <ac:chgData name="Soumita Sengupta" userId="4afa6ce1-cb01-46c2-8538-4650222f0c96" providerId="ADAL" clId="{0A78EE60-BBCD-4A76-81BC-E7FB80E1D58E}" dt="2021-08-23T08:51:13.143" v="266" actId="255"/>
          <ac:spMkLst>
            <pc:docMk/>
            <pc:sldMk cId="1424513111" sldId="1418"/>
            <ac:spMk id="40" creationId="{33C22979-B46F-419E-B162-2BFB056DADC3}"/>
          </ac:spMkLst>
        </pc:spChg>
        <pc:spChg chg="mod">
          <ac:chgData name="Soumita Sengupta" userId="4afa6ce1-cb01-46c2-8538-4650222f0c96" providerId="ADAL" clId="{0A78EE60-BBCD-4A76-81BC-E7FB80E1D58E}" dt="2021-08-20T12:58:54.867" v="242"/>
          <ac:spMkLst>
            <pc:docMk/>
            <pc:sldMk cId="1424513111" sldId="1418"/>
            <ac:spMk id="41" creationId="{29BD56F6-9EBC-4271-B67C-B9571A7E79E7}"/>
          </ac:spMkLst>
        </pc:spChg>
        <pc:spChg chg="mod">
          <ac:chgData name="Soumita Sengupta" userId="4afa6ce1-cb01-46c2-8538-4650222f0c96" providerId="ADAL" clId="{0A78EE60-BBCD-4A76-81BC-E7FB80E1D58E}" dt="2021-08-23T08:51:18.164" v="267" actId="255"/>
          <ac:spMkLst>
            <pc:docMk/>
            <pc:sldMk cId="1424513111" sldId="1418"/>
            <ac:spMk id="42" creationId="{DCEB88B9-3019-414C-A544-E7C72ED00314}"/>
          </ac:spMkLst>
        </pc:spChg>
        <pc:grpChg chg="del">
          <ac:chgData name="Soumita Sengupta" userId="4afa6ce1-cb01-46c2-8538-4650222f0c96" providerId="ADAL" clId="{0A78EE60-BBCD-4A76-81BC-E7FB80E1D58E}" dt="2021-08-20T12:58:53.688" v="241" actId="478"/>
          <ac:grpSpMkLst>
            <pc:docMk/>
            <pc:sldMk cId="1424513111" sldId="1418"/>
            <ac:grpSpMk id="8" creationId="{DF5FC6ED-8892-474B-AEB1-A18539D7CE42}"/>
          </ac:grpSpMkLst>
        </pc:grpChg>
        <pc:grpChg chg="add mod">
          <ac:chgData name="Soumita Sengupta" userId="4afa6ce1-cb01-46c2-8538-4650222f0c96" providerId="ADAL" clId="{0A78EE60-BBCD-4A76-81BC-E7FB80E1D58E}" dt="2021-08-20T12:58:56.790" v="243" actId="1076"/>
          <ac:grpSpMkLst>
            <pc:docMk/>
            <pc:sldMk cId="1424513111" sldId="1418"/>
            <ac:grpSpMk id="28" creationId="{3C4B48F6-C4C0-40E8-8B72-679FDFA5A468}"/>
          </ac:grpSpMkLst>
        </pc:grpChg>
        <pc:cxnChg chg="mod">
          <ac:chgData name="Soumita Sengupta" userId="4afa6ce1-cb01-46c2-8538-4650222f0c96" providerId="ADAL" clId="{0A78EE60-BBCD-4A76-81BC-E7FB80E1D58E}" dt="2021-08-20T12:58:53.688" v="241" actId="478"/>
          <ac:cxnSpMkLst>
            <pc:docMk/>
            <pc:sldMk cId="1424513111" sldId="1418"/>
            <ac:cxnSpMk id="12" creationId="{4022A6BB-DB0B-4E2B-BF12-25F9DAE18B9F}"/>
          </ac:cxnSpMkLst>
        </pc:cxnChg>
        <pc:cxnChg chg="mod">
          <ac:chgData name="Soumita Sengupta" userId="4afa6ce1-cb01-46c2-8538-4650222f0c96" providerId="ADAL" clId="{0A78EE60-BBCD-4A76-81BC-E7FB80E1D58E}" dt="2021-08-20T12:58:54.867" v="242"/>
          <ac:cxnSpMkLst>
            <pc:docMk/>
            <pc:sldMk cId="1424513111" sldId="1418"/>
            <ac:cxnSpMk id="32" creationId="{E261C2A5-5674-40BE-A0AE-A803FADA9E5E}"/>
          </ac:cxnSpMkLst>
        </pc:cxnChg>
        <pc:cxnChg chg="mod">
          <ac:chgData name="Soumita Sengupta" userId="4afa6ce1-cb01-46c2-8538-4650222f0c96" providerId="ADAL" clId="{0A78EE60-BBCD-4A76-81BC-E7FB80E1D58E}" dt="2021-08-20T12:58:54.867" v="242"/>
          <ac:cxnSpMkLst>
            <pc:docMk/>
            <pc:sldMk cId="1424513111" sldId="1418"/>
            <ac:cxnSpMk id="33" creationId="{A0299A7E-F3F5-45EE-B70A-6C3339DBFD80}"/>
          </ac:cxnSpMkLst>
        </pc:cxnChg>
        <pc:cxnChg chg="mod">
          <ac:chgData name="Soumita Sengupta" userId="4afa6ce1-cb01-46c2-8538-4650222f0c96" providerId="ADAL" clId="{0A78EE60-BBCD-4A76-81BC-E7FB80E1D58E}" dt="2021-08-20T12:58:54.867" v="242"/>
          <ac:cxnSpMkLst>
            <pc:docMk/>
            <pc:sldMk cId="1424513111" sldId="1418"/>
            <ac:cxnSpMk id="34" creationId="{63526915-DABD-490B-B192-406DAB55F64F}"/>
          </ac:cxnSpMkLst>
        </pc:cxnChg>
        <pc:cxnChg chg="mod">
          <ac:chgData name="Soumita Sengupta" userId="4afa6ce1-cb01-46c2-8538-4650222f0c96" providerId="ADAL" clId="{0A78EE60-BBCD-4A76-81BC-E7FB80E1D58E}" dt="2021-08-20T12:58:54.867" v="242"/>
          <ac:cxnSpMkLst>
            <pc:docMk/>
            <pc:sldMk cId="1424513111" sldId="1418"/>
            <ac:cxnSpMk id="35" creationId="{956D0CA8-E206-4308-BBC0-995BB0EE3986}"/>
          </ac:cxnSpMkLst>
        </pc:cxnChg>
        <pc:cxnChg chg="mod">
          <ac:chgData name="Soumita Sengupta" userId="4afa6ce1-cb01-46c2-8538-4650222f0c96" providerId="ADAL" clId="{0A78EE60-BBCD-4A76-81BC-E7FB80E1D58E}" dt="2021-08-20T12:58:54.867" v="242"/>
          <ac:cxnSpMkLst>
            <pc:docMk/>
            <pc:sldMk cId="1424513111" sldId="1418"/>
            <ac:cxnSpMk id="37" creationId="{2965C013-4659-4AA3-8BCD-AB851E0A9414}"/>
          </ac:cxnSpMkLst>
        </pc:cxnChg>
      </pc:sldChg>
      <pc:sldChg chg="delSp modSp add del mod">
        <pc:chgData name="Soumita Sengupta" userId="4afa6ce1-cb01-46c2-8538-4650222f0c96" providerId="ADAL" clId="{0A78EE60-BBCD-4A76-81BC-E7FB80E1D58E}" dt="2021-08-23T09:08:45.907" v="380" actId="47"/>
        <pc:sldMkLst>
          <pc:docMk/>
          <pc:sldMk cId="3887220288" sldId="1419"/>
        </pc:sldMkLst>
        <pc:spChg chg="del mod">
          <ac:chgData name="Soumita Sengupta" userId="4afa6ce1-cb01-46c2-8538-4650222f0c96" providerId="ADAL" clId="{0A78EE60-BBCD-4A76-81BC-E7FB80E1D58E}" dt="2021-08-23T09:08:21.502" v="375"/>
          <ac:spMkLst>
            <pc:docMk/>
            <pc:sldMk cId="3887220288" sldId="1419"/>
            <ac:spMk id="7" creationId="{00000000-0000-0000-0000-000000000000}"/>
          </ac:spMkLst>
        </pc:spChg>
        <pc:spChg chg="mod">
          <ac:chgData name="Soumita Sengupta" userId="4afa6ce1-cb01-46c2-8538-4650222f0c96" providerId="ADAL" clId="{0A78EE60-BBCD-4A76-81BC-E7FB80E1D58E}" dt="2021-08-23T09:06:18.886" v="372" actId="20577"/>
          <ac:spMkLst>
            <pc:docMk/>
            <pc:sldMk cId="3887220288" sldId="1419"/>
            <ac:spMk id="12" creationId="{22D153AA-7C04-4067-8571-D3BD8013E971}"/>
          </ac:spMkLst>
        </pc:spChg>
      </pc:sldChg>
      <pc:sldChg chg="modSp add mod">
        <pc:chgData name="Soumita Sengupta" userId="4afa6ce1-cb01-46c2-8538-4650222f0c96" providerId="ADAL" clId="{0A78EE60-BBCD-4A76-81BC-E7FB80E1D58E}" dt="2021-08-23T09:08:42.619" v="379"/>
        <pc:sldMkLst>
          <pc:docMk/>
          <pc:sldMk cId="647596170" sldId="1420"/>
        </pc:sldMkLst>
        <pc:spChg chg="mod">
          <ac:chgData name="Soumita Sengupta" userId="4afa6ce1-cb01-46c2-8538-4650222f0c96" providerId="ADAL" clId="{0A78EE60-BBCD-4A76-81BC-E7FB80E1D58E}" dt="2021-08-23T09:08:42.619" v="379"/>
          <ac:spMkLst>
            <pc:docMk/>
            <pc:sldMk cId="647596170" sldId="1420"/>
            <ac:spMk id="2" creationId="{57983F62-BBB9-431B-A37F-BDA0DC7153F6}"/>
          </ac:spMkLst>
        </pc:spChg>
      </pc:sldChg>
      <pc:sldChg chg="addSp delSp modSp add mod modClrScheme chgLayout">
        <pc:chgData name="Soumita Sengupta" userId="4afa6ce1-cb01-46c2-8538-4650222f0c96" providerId="ADAL" clId="{0A78EE60-BBCD-4A76-81BC-E7FB80E1D58E}" dt="2021-08-23T11:52:58.964" v="1016" actId="1076"/>
        <pc:sldMkLst>
          <pc:docMk/>
          <pc:sldMk cId="3641482099" sldId="1421"/>
        </pc:sldMkLst>
        <pc:spChg chg="mod ord">
          <ac:chgData name="Soumita Sengupta" userId="4afa6ce1-cb01-46c2-8538-4650222f0c96" providerId="ADAL" clId="{0A78EE60-BBCD-4A76-81BC-E7FB80E1D58E}" dt="2021-08-23T11:52:31.189" v="1009" actId="700"/>
          <ac:spMkLst>
            <pc:docMk/>
            <pc:sldMk cId="3641482099" sldId="1421"/>
            <ac:spMk id="4" creationId="{00000000-0000-0000-0000-000000000000}"/>
          </ac:spMkLst>
        </pc:spChg>
        <pc:spChg chg="add del mod ord">
          <ac:chgData name="Soumita Sengupta" userId="4afa6ce1-cb01-46c2-8538-4650222f0c96" providerId="ADAL" clId="{0A78EE60-BBCD-4A76-81BC-E7FB80E1D58E}" dt="2021-08-23T11:52:49.608" v="1013" actId="478"/>
          <ac:spMkLst>
            <pc:docMk/>
            <pc:sldMk cId="3641482099" sldId="1421"/>
            <ac:spMk id="5" creationId="{FDEB54AE-F75C-4B67-8B03-D68ACB000849}"/>
          </ac:spMkLst>
        </pc:spChg>
        <pc:spChg chg="add del mod ord">
          <ac:chgData name="Soumita Sengupta" userId="4afa6ce1-cb01-46c2-8538-4650222f0c96" providerId="ADAL" clId="{0A78EE60-BBCD-4A76-81BC-E7FB80E1D58E}" dt="2021-08-23T11:52:35.450" v="1010" actId="478"/>
          <ac:spMkLst>
            <pc:docMk/>
            <pc:sldMk cId="3641482099" sldId="1421"/>
            <ac:spMk id="6" creationId="{C399AC79-3D51-4771-AE12-D165ECD32967}"/>
          </ac:spMkLst>
        </pc:spChg>
        <pc:spChg chg="del mod">
          <ac:chgData name="Soumita Sengupta" userId="4afa6ce1-cb01-46c2-8538-4650222f0c96" providerId="ADAL" clId="{0A78EE60-BBCD-4A76-81BC-E7FB80E1D58E}" dt="2021-08-23T09:09:29.538" v="387"/>
          <ac:spMkLst>
            <pc:docMk/>
            <pc:sldMk cId="3641482099" sldId="1421"/>
            <ac:spMk id="7" creationId="{00000000-0000-0000-0000-000000000000}"/>
          </ac:spMkLst>
        </pc:spChg>
        <pc:spChg chg="del">
          <ac:chgData name="Soumita Sengupta" userId="4afa6ce1-cb01-46c2-8538-4650222f0c96" providerId="ADAL" clId="{0A78EE60-BBCD-4A76-81BC-E7FB80E1D58E}" dt="2021-08-23T11:52:46.233" v="1012" actId="478"/>
          <ac:spMkLst>
            <pc:docMk/>
            <pc:sldMk cId="3641482099" sldId="1421"/>
            <ac:spMk id="8" creationId="{00000000-0000-0000-0000-000000000000}"/>
          </ac:spMkLst>
        </pc:spChg>
        <pc:spChg chg="mod ord">
          <ac:chgData name="Soumita Sengupta" userId="4afa6ce1-cb01-46c2-8538-4650222f0c96" providerId="ADAL" clId="{0A78EE60-BBCD-4A76-81BC-E7FB80E1D58E}" dt="2021-08-23T11:52:31.189" v="1009" actId="700"/>
          <ac:spMkLst>
            <pc:docMk/>
            <pc:sldMk cId="3641482099" sldId="1421"/>
            <ac:spMk id="9" creationId="{00000000-0000-0000-0000-000000000000}"/>
          </ac:spMkLst>
        </pc:spChg>
        <pc:spChg chg="add del">
          <ac:chgData name="Soumita Sengupta" userId="4afa6ce1-cb01-46c2-8538-4650222f0c96" providerId="ADAL" clId="{0A78EE60-BBCD-4A76-81BC-E7FB80E1D58E}" dt="2021-08-23T09:09:39.484" v="389" actId="22"/>
          <ac:spMkLst>
            <pc:docMk/>
            <pc:sldMk cId="3641482099" sldId="1421"/>
            <ac:spMk id="10" creationId="{FE397D5A-3935-4E48-BB78-90A802EF96A6}"/>
          </ac:spMkLst>
        </pc:spChg>
        <pc:spChg chg="add mod">
          <ac:chgData name="Soumita Sengupta" userId="4afa6ce1-cb01-46c2-8538-4650222f0c96" providerId="ADAL" clId="{0A78EE60-BBCD-4A76-81BC-E7FB80E1D58E}" dt="2021-08-23T11:52:58.964" v="1016" actId="1076"/>
          <ac:spMkLst>
            <pc:docMk/>
            <pc:sldMk cId="3641482099" sldId="1421"/>
            <ac:spMk id="11" creationId="{72DFE88F-9300-4DED-B7C5-6DC75B8FEE13}"/>
          </ac:spMkLst>
        </pc:spChg>
        <pc:spChg chg="mod">
          <ac:chgData name="Soumita Sengupta" userId="4afa6ce1-cb01-46c2-8538-4650222f0c96" providerId="ADAL" clId="{0A78EE60-BBCD-4A76-81BC-E7FB80E1D58E}" dt="2021-08-23T11:52:56.027" v="1015" actId="1076"/>
          <ac:spMkLst>
            <pc:docMk/>
            <pc:sldMk cId="3641482099" sldId="1421"/>
            <ac:spMk id="12" creationId="{22D153AA-7C04-4067-8571-D3BD8013E971}"/>
          </ac:spMkLst>
        </pc:spChg>
      </pc:sldChg>
      <pc:sldChg chg="addSp delSp modSp add mod modClrScheme chgLayout">
        <pc:chgData name="Soumita Sengupta" userId="4afa6ce1-cb01-46c2-8538-4650222f0c96" providerId="ADAL" clId="{0A78EE60-BBCD-4A76-81BC-E7FB80E1D58E}" dt="2021-08-23T11:53:17.898" v="1020" actId="478"/>
        <pc:sldMkLst>
          <pc:docMk/>
          <pc:sldMk cId="3474625581" sldId="1422"/>
        </pc:sldMkLst>
        <pc:spChg chg="mod ord">
          <ac:chgData name="Soumita Sengupta" userId="4afa6ce1-cb01-46c2-8538-4650222f0c96" providerId="ADAL" clId="{0A78EE60-BBCD-4A76-81BC-E7FB80E1D58E}" dt="2021-08-23T11:53:09.733" v="1017" actId="700"/>
          <ac:spMkLst>
            <pc:docMk/>
            <pc:sldMk cId="3474625581" sldId="1422"/>
            <ac:spMk id="4" creationId="{00000000-0000-0000-0000-000000000000}"/>
          </ac:spMkLst>
        </pc:spChg>
        <pc:spChg chg="add del mod ord">
          <ac:chgData name="Soumita Sengupta" userId="4afa6ce1-cb01-46c2-8538-4650222f0c96" providerId="ADAL" clId="{0A78EE60-BBCD-4A76-81BC-E7FB80E1D58E}" dt="2021-08-23T11:53:17.898" v="1020" actId="478"/>
          <ac:spMkLst>
            <pc:docMk/>
            <pc:sldMk cId="3474625581" sldId="1422"/>
            <ac:spMk id="5" creationId="{F04A1AB5-FD95-4EEF-BF3C-B7473878E02F}"/>
          </ac:spMkLst>
        </pc:spChg>
        <pc:spChg chg="add del mod ord">
          <ac:chgData name="Soumita Sengupta" userId="4afa6ce1-cb01-46c2-8538-4650222f0c96" providerId="ADAL" clId="{0A78EE60-BBCD-4A76-81BC-E7FB80E1D58E}" dt="2021-08-23T11:53:13.614" v="1018" actId="478"/>
          <ac:spMkLst>
            <pc:docMk/>
            <pc:sldMk cId="3474625581" sldId="1422"/>
            <ac:spMk id="6" creationId="{2EE7E668-D09D-4AE9-9F7E-C9A2C8365D2F}"/>
          </ac:spMkLst>
        </pc:spChg>
        <pc:spChg chg="mod ord">
          <ac:chgData name="Soumita Sengupta" userId="4afa6ce1-cb01-46c2-8538-4650222f0c96" providerId="ADAL" clId="{0A78EE60-BBCD-4A76-81BC-E7FB80E1D58E}" dt="2021-08-23T11:53:09.733" v="1017" actId="700"/>
          <ac:spMkLst>
            <pc:docMk/>
            <pc:sldMk cId="3474625581" sldId="1422"/>
            <ac:spMk id="9" creationId="{00000000-0000-0000-0000-000000000000}"/>
          </ac:spMkLst>
        </pc:spChg>
        <pc:spChg chg="add del">
          <ac:chgData name="Soumita Sengupta" userId="4afa6ce1-cb01-46c2-8538-4650222f0c96" providerId="ADAL" clId="{0A78EE60-BBCD-4A76-81BC-E7FB80E1D58E}" dt="2021-08-23T09:55:41.036" v="423" actId="22"/>
          <ac:spMkLst>
            <pc:docMk/>
            <pc:sldMk cId="3474625581" sldId="1422"/>
            <ac:spMk id="10" creationId="{D988C8D0-71F3-4E89-ABEC-B842388EA216}"/>
          </ac:spMkLst>
        </pc:spChg>
        <pc:spChg chg="del mod">
          <ac:chgData name="Soumita Sengupta" userId="4afa6ce1-cb01-46c2-8538-4650222f0c96" providerId="ADAL" clId="{0A78EE60-BBCD-4A76-81BC-E7FB80E1D58E}" dt="2021-08-23T09:55:19.162" v="419"/>
          <ac:spMkLst>
            <pc:docMk/>
            <pc:sldMk cId="3474625581" sldId="1422"/>
            <ac:spMk id="11" creationId="{72DFE88F-9300-4DED-B7C5-6DC75B8FEE13}"/>
          </ac:spMkLst>
        </pc:spChg>
        <pc:spChg chg="add mod">
          <ac:chgData name="Soumita Sengupta" userId="4afa6ce1-cb01-46c2-8538-4650222f0c96" providerId="ADAL" clId="{0A78EE60-BBCD-4A76-81BC-E7FB80E1D58E}" dt="2021-08-23T09:55:51.625" v="428" actId="1076"/>
          <ac:spMkLst>
            <pc:docMk/>
            <pc:sldMk cId="3474625581" sldId="1422"/>
            <ac:spMk id="13" creationId="{8AACE167-0640-4E6C-933F-E5095A52BDDA}"/>
          </ac:spMkLst>
        </pc:spChg>
        <pc:picChg chg="add mod">
          <ac:chgData name="Soumita Sengupta" userId="4afa6ce1-cb01-46c2-8538-4650222f0c96" providerId="ADAL" clId="{0A78EE60-BBCD-4A76-81BC-E7FB80E1D58E}" dt="2021-08-23T09:56:07.287" v="431" actId="1076"/>
          <ac:picMkLst>
            <pc:docMk/>
            <pc:sldMk cId="3474625581" sldId="1422"/>
            <ac:picMk id="7" creationId="{10E488C1-6605-4F10-9035-A2DEDBFE3F45}"/>
          </ac:picMkLst>
        </pc:picChg>
      </pc:sldChg>
      <pc:sldChg chg="modSp add mod">
        <pc:chgData name="Soumita Sengupta" userId="4afa6ce1-cb01-46c2-8538-4650222f0c96" providerId="ADAL" clId="{0A78EE60-BBCD-4A76-81BC-E7FB80E1D58E}" dt="2021-08-23T09:57:06.020" v="439" actId="1076"/>
        <pc:sldMkLst>
          <pc:docMk/>
          <pc:sldMk cId="1290964860" sldId="1423"/>
        </pc:sldMkLst>
        <pc:spChg chg="mod">
          <ac:chgData name="Soumita Sengupta" userId="4afa6ce1-cb01-46c2-8538-4650222f0c96" providerId="ADAL" clId="{0A78EE60-BBCD-4A76-81BC-E7FB80E1D58E}" dt="2021-08-23T09:57:06.020" v="439" actId="1076"/>
          <ac:spMkLst>
            <pc:docMk/>
            <pc:sldMk cId="1290964860" sldId="1423"/>
            <ac:spMk id="2" creationId="{57983F62-BBB9-431B-A37F-BDA0DC7153F6}"/>
          </ac:spMkLst>
        </pc:spChg>
      </pc:sldChg>
      <pc:sldChg chg="addSp delSp modSp add mod modClrScheme chgLayout">
        <pc:chgData name="Soumita Sengupta" userId="4afa6ce1-cb01-46c2-8538-4650222f0c96" providerId="ADAL" clId="{0A78EE60-BBCD-4A76-81BC-E7FB80E1D58E}" dt="2021-08-23T11:53:52.736" v="1031" actId="1076"/>
        <pc:sldMkLst>
          <pc:docMk/>
          <pc:sldMk cId="160926858" sldId="1424"/>
        </pc:sldMkLst>
        <pc:spChg chg="add del mod ord">
          <ac:chgData name="Soumita Sengupta" userId="4afa6ce1-cb01-46c2-8538-4650222f0c96" providerId="ADAL" clId="{0A78EE60-BBCD-4A76-81BC-E7FB80E1D58E}" dt="2021-08-23T11:53:33.726" v="1024" actId="478"/>
          <ac:spMkLst>
            <pc:docMk/>
            <pc:sldMk cId="160926858" sldId="1424"/>
            <ac:spMk id="2" creationId="{B8DC2D32-DEBA-4D1B-8243-2B5DB1FEBFBB}"/>
          </ac:spMkLst>
        </pc:spChg>
        <pc:spChg chg="add del mod ord">
          <ac:chgData name="Soumita Sengupta" userId="4afa6ce1-cb01-46c2-8538-4650222f0c96" providerId="ADAL" clId="{0A78EE60-BBCD-4A76-81BC-E7FB80E1D58E}" dt="2021-08-23T11:53:39.377" v="1025" actId="478"/>
          <ac:spMkLst>
            <pc:docMk/>
            <pc:sldMk cId="160926858" sldId="1424"/>
            <ac:spMk id="3" creationId="{BDE0462B-4718-4622-BCB5-3E165D4934DF}"/>
          </ac:spMkLst>
        </pc:spChg>
        <pc:spChg chg="mod ord">
          <ac:chgData name="Soumita Sengupta" userId="4afa6ce1-cb01-46c2-8538-4650222f0c96" providerId="ADAL" clId="{0A78EE60-BBCD-4A76-81BC-E7FB80E1D58E}" dt="2021-08-23T11:53:26.034" v="1021" actId="700"/>
          <ac:spMkLst>
            <pc:docMk/>
            <pc:sldMk cId="160926858" sldId="1424"/>
            <ac:spMk id="4" creationId="{00000000-0000-0000-0000-000000000000}"/>
          </ac:spMkLst>
        </pc:spChg>
        <pc:spChg chg="mod ord">
          <ac:chgData name="Soumita Sengupta" userId="4afa6ce1-cb01-46c2-8538-4650222f0c96" providerId="ADAL" clId="{0A78EE60-BBCD-4A76-81BC-E7FB80E1D58E}" dt="2021-08-23T11:53:26.034" v="1021" actId="700"/>
          <ac:spMkLst>
            <pc:docMk/>
            <pc:sldMk cId="160926858" sldId="1424"/>
            <ac:spMk id="9" creationId="{00000000-0000-0000-0000-000000000000}"/>
          </ac:spMkLst>
        </pc:spChg>
        <pc:spChg chg="mod">
          <ac:chgData name="Soumita Sengupta" userId="4afa6ce1-cb01-46c2-8538-4650222f0c96" providerId="ADAL" clId="{0A78EE60-BBCD-4A76-81BC-E7FB80E1D58E}" dt="2021-08-23T11:53:43.141" v="1026" actId="1076"/>
          <ac:spMkLst>
            <pc:docMk/>
            <pc:sldMk cId="160926858" sldId="1424"/>
            <ac:spMk id="11" creationId="{72DFE88F-9300-4DED-B7C5-6DC75B8FEE13}"/>
          </ac:spMkLst>
        </pc:spChg>
        <pc:spChg chg="add del mod">
          <ac:chgData name="Soumita Sengupta" userId="4afa6ce1-cb01-46c2-8538-4650222f0c96" providerId="ADAL" clId="{0A78EE60-BBCD-4A76-81BC-E7FB80E1D58E}" dt="2021-08-23T11:53:30.514" v="1023" actId="478"/>
          <ac:spMkLst>
            <pc:docMk/>
            <pc:sldMk cId="160926858" sldId="1424"/>
            <ac:spMk id="12" creationId="{22D153AA-7C04-4067-8571-D3BD8013E971}"/>
          </ac:spMkLst>
        </pc:spChg>
        <pc:picChg chg="add mod">
          <ac:chgData name="Soumita Sengupta" userId="4afa6ce1-cb01-46c2-8538-4650222f0c96" providerId="ADAL" clId="{0A78EE60-BBCD-4A76-81BC-E7FB80E1D58E}" dt="2021-08-23T11:53:52.736" v="1031" actId="1076"/>
          <ac:picMkLst>
            <pc:docMk/>
            <pc:sldMk cId="160926858" sldId="1424"/>
            <ac:picMk id="7" creationId="{A23C111A-4101-439A-ABE1-5A83264C65D6}"/>
          </ac:picMkLst>
        </pc:picChg>
      </pc:sldChg>
      <pc:sldChg chg="add del">
        <pc:chgData name="Soumita Sengupta" userId="4afa6ce1-cb01-46c2-8538-4650222f0c96" providerId="ADAL" clId="{0A78EE60-BBCD-4A76-81BC-E7FB80E1D58E}" dt="2021-08-23T09:56:34.388" v="434" actId="47"/>
        <pc:sldMkLst>
          <pc:docMk/>
          <pc:sldMk cId="282403262" sldId="1424"/>
        </pc:sldMkLst>
      </pc:sldChg>
      <pc:sldChg chg="addSp delSp modSp add mod modClrScheme chgLayout">
        <pc:chgData name="Soumita Sengupta" userId="4afa6ce1-cb01-46c2-8538-4650222f0c96" providerId="ADAL" clId="{0A78EE60-BBCD-4A76-81BC-E7FB80E1D58E}" dt="2021-08-23T11:54:44.707" v="1046" actId="1076"/>
        <pc:sldMkLst>
          <pc:docMk/>
          <pc:sldMk cId="3344684391" sldId="1425"/>
        </pc:sldMkLst>
        <pc:spChg chg="add del mod ord">
          <ac:chgData name="Soumita Sengupta" userId="4afa6ce1-cb01-46c2-8538-4650222f0c96" providerId="ADAL" clId="{0A78EE60-BBCD-4A76-81BC-E7FB80E1D58E}" dt="2021-08-23T11:54:13.271" v="1033" actId="478"/>
          <ac:spMkLst>
            <pc:docMk/>
            <pc:sldMk cId="3344684391" sldId="1425"/>
            <ac:spMk id="2" creationId="{FC5A867E-66F2-4147-8D0A-43783156A757}"/>
          </ac:spMkLst>
        </pc:spChg>
        <pc:spChg chg="add del mod ord">
          <ac:chgData name="Soumita Sengupta" userId="4afa6ce1-cb01-46c2-8538-4650222f0c96" providerId="ADAL" clId="{0A78EE60-BBCD-4A76-81BC-E7FB80E1D58E}" dt="2021-08-23T11:54:02.513" v="1032" actId="478"/>
          <ac:spMkLst>
            <pc:docMk/>
            <pc:sldMk cId="3344684391" sldId="1425"/>
            <ac:spMk id="3" creationId="{899B94CD-77D0-4DE0-A4E5-33D05D5CEAAD}"/>
          </ac:spMkLst>
        </pc:spChg>
        <pc:spChg chg="mod ord">
          <ac:chgData name="Soumita Sengupta" userId="4afa6ce1-cb01-46c2-8538-4650222f0c96" providerId="ADAL" clId="{0A78EE60-BBCD-4A76-81BC-E7FB80E1D58E}" dt="2021-08-23T11:53:26.034" v="1021" actId="700"/>
          <ac:spMkLst>
            <pc:docMk/>
            <pc:sldMk cId="3344684391" sldId="1425"/>
            <ac:spMk id="4" creationId="{00000000-0000-0000-0000-000000000000}"/>
          </ac:spMkLst>
        </pc:spChg>
        <pc:spChg chg="mod ord">
          <ac:chgData name="Soumita Sengupta" userId="4afa6ce1-cb01-46c2-8538-4650222f0c96" providerId="ADAL" clId="{0A78EE60-BBCD-4A76-81BC-E7FB80E1D58E}" dt="2021-08-23T11:53:26.034" v="1021" actId="700"/>
          <ac:spMkLst>
            <pc:docMk/>
            <pc:sldMk cId="3344684391" sldId="1425"/>
            <ac:spMk id="9" creationId="{00000000-0000-0000-0000-000000000000}"/>
          </ac:spMkLst>
        </pc:spChg>
        <pc:spChg chg="mod">
          <ac:chgData name="Soumita Sengupta" userId="4afa6ce1-cb01-46c2-8538-4650222f0c96" providerId="ADAL" clId="{0A78EE60-BBCD-4A76-81BC-E7FB80E1D58E}" dt="2021-08-23T11:54:17.503" v="1034" actId="1076"/>
          <ac:spMkLst>
            <pc:docMk/>
            <pc:sldMk cId="3344684391" sldId="1425"/>
            <ac:spMk id="11" creationId="{72DFE88F-9300-4DED-B7C5-6DC75B8FEE13}"/>
          </ac:spMkLst>
        </pc:spChg>
        <pc:spChg chg="mod">
          <ac:chgData name="Soumita Sengupta" userId="4afa6ce1-cb01-46c2-8538-4650222f0c96" providerId="ADAL" clId="{0A78EE60-BBCD-4A76-81BC-E7FB80E1D58E}" dt="2021-08-23T10:08:16.061" v="465"/>
          <ac:spMkLst>
            <pc:docMk/>
            <pc:sldMk cId="3344684391" sldId="1425"/>
            <ac:spMk id="12" creationId="{22D153AA-7C04-4067-8571-D3BD8013E971}"/>
          </ac:spMkLst>
        </pc:spChg>
        <pc:picChg chg="del">
          <ac:chgData name="Soumita Sengupta" userId="4afa6ce1-cb01-46c2-8538-4650222f0c96" providerId="ADAL" clId="{0A78EE60-BBCD-4A76-81BC-E7FB80E1D58E}" dt="2021-08-23T10:08:21.213" v="466" actId="478"/>
          <ac:picMkLst>
            <pc:docMk/>
            <pc:sldMk cId="3344684391" sldId="1425"/>
            <ac:picMk id="7" creationId="{A23C111A-4101-439A-ABE1-5A83264C65D6}"/>
          </ac:picMkLst>
        </pc:picChg>
        <pc:picChg chg="add mod">
          <ac:chgData name="Soumita Sengupta" userId="4afa6ce1-cb01-46c2-8538-4650222f0c96" providerId="ADAL" clId="{0A78EE60-BBCD-4A76-81BC-E7FB80E1D58E}" dt="2021-08-23T11:54:42.680" v="1045" actId="1076"/>
          <ac:picMkLst>
            <pc:docMk/>
            <pc:sldMk cId="3344684391" sldId="1425"/>
            <ac:picMk id="10" creationId="{9AFC5167-B4A1-420A-B33C-A8EFA45875E8}"/>
          </ac:picMkLst>
        </pc:picChg>
        <pc:picChg chg="add mod">
          <ac:chgData name="Soumita Sengupta" userId="4afa6ce1-cb01-46c2-8538-4650222f0c96" providerId="ADAL" clId="{0A78EE60-BBCD-4A76-81BC-E7FB80E1D58E}" dt="2021-08-23T11:54:44.707" v="1046" actId="1076"/>
          <ac:picMkLst>
            <pc:docMk/>
            <pc:sldMk cId="3344684391" sldId="1425"/>
            <ac:picMk id="13" creationId="{64E05E30-9487-4497-8FFD-99DF5C12457B}"/>
          </ac:picMkLst>
        </pc:picChg>
        <pc:picChg chg="add mod">
          <ac:chgData name="Soumita Sengupta" userId="4afa6ce1-cb01-46c2-8538-4650222f0c96" providerId="ADAL" clId="{0A78EE60-BBCD-4A76-81BC-E7FB80E1D58E}" dt="2021-08-23T11:54:40.408" v="1044" actId="1076"/>
          <ac:picMkLst>
            <pc:docMk/>
            <pc:sldMk cId="3344684391" sldId="1425"/>
            <ac:picMk id="14" creationId="{BBACCA3A-51A9-4082-958A-7DA7AA429684}"/>
          </ac:picMkLst>
        </pc:picChg>
      </pc:sldChg>
      <pc:sldChg chg="modSp add mod">
        <pc:chgData name="Soumita Sengupta" userId="4afa6ce1-cb01-46c2-8538-4650222f0c96" providerId="ADAL" clId="{0A78EE60-BBCD-4A76-81BC-E7FB80E1D58E}" dt="2021-08-23T10:10:19.744" v="514" actId="20577"/>
        <pc:sldMkLst>
          <pc:docMk/>
          <pc:sldMk cId="2759214351" sldId="1426"/>
        </pc:sldMkLst>
        <pc:spChg chg="mod">
          <ac:chgData name="Soumita Sengupta" userId="4afa6ce1-cb01-46c2-8538-4650222f0c96" providerId="ADAL" clId="{0A78EE60-BBCD-4A76-81BC-E7FB80E1D58E}" dt="2021-08-23T10:10:19.744" v="514" actId="20577"/>
          <ac:spMkLst>
            <pc:docMk/>
            <pc:sldMk cId="2759214351" sldId="1426"/>
            <ac:spMk id="2" creationId="{57983F62-BBB9-431B-A37F-BDA0DC7153F6}"/>
          </ac:spMkLst>
        </pc:spChg>
      </pc:sldChg>
      <pc:sldChg chg="addSp delSp modSp add mod modClrScheme chgLayout">
        <pc:chgData name="Soumita Sengupta" userId="4afa6ce1-cb01-46c2-8538-4650222f0c96" providerId="ADAL" clId="{0A78EE60-BBCD-4A76-81BC-E7FB80E1D58E}" dt="2021-08-23T11:55:06.140" v="1049" actId="478"/>
        <pc:sldMkLst>
          <pc:docMk/>
          <pc:sldMk cId="2419167630" sldId="1427"/>
        </pc:sldMkLst>
        <pc:spChg chg="add del mod ord">
          <ac:chgData name="Soumita Sengupta" userId="4afa6ce1-cb01-46c2-8538-4650222f0c96" providerId="ADAL" clId="{0A78EE60-BBCD-4A76-81BC-E7FB80E1D58E}" dt="2021-08-23T11:55:06.140" v="1049" actId="478"/>
          <ac:spMkLst>
            <pc:docMk/>
            <pc:sldMk cId="2419167630" sldId="1427"/>
            <ac:spMk id="2" creationId="{E6B9F8D8-0E14-4E2E-B350-2D6B84CC9ECF}"/>
          </ac:spMkLst>
        </pc:spChg>
        <pc:spChg chg="add del mod ord">
          <ac:chgData name="Soumita Sengupta" userId="4afa6ce1-cb01-46c2-8538-4650222f0c96" providerId="ADAL" clId="{0A78EE60-BBCD-4A76-81BC-E7FB80E1D58E}" dt="2021-08-23T11:55:03.575" v="1048" actId="478"/>
          <ac:spMkLst>
            <pc:docMk/>
            <pc:sldMk cId="2419167630" sldId="1427"/>
            <ac:spMk id="3" creationId="{0394B356-194A-4FA9-AF4A-45F6E8D21CAE}"/>
          </ac:spMkLst>
        </pc:spChg>
        <pc:spChg chg="mod ord">
          <ac:chgData name="Soumita Sengupta" userId="4afa6ce1-cb01-46c2-8538-4650222f0c96" providerId="ADAL" clId="{0A78EE60-BBCD-4A76-81BC-E7FB80E1D58E}" dt="2021-08-23T11:54:59.287" v="1047" actId="700"/>
          <ac:spMkLst>
            <pc:docMk/>
            <pc:sldMk cId="2419167630" sldId="1427"/>
            <ac:spMk id="4" creationId="{00000000-0000-0000-0000-000000000000}"/>
          </ac:spMkLst>
        </pc:spChg>
        <pc:spChg chg="mod ord">
          <ac:chgData name="Soumita Sengupta" userId="4afa6ce1-cb01-46c2-8538-4650222f0c96" providerId="ADAL" clId="{0A78EE60-BBCD-4A76-81BC-E7FB80E1D58E}" dt="2021-08-23T11:54:59.287" v="1047" actId="700"/>
          <ac:spMkLst>
            <pc:docMk/>
            <pc:sldMk cId="2419167630" sldId="1427"/>
            <ac:spMk id="9" creationId="{00000000-0000-0000-0000-000000000000}"/>
          </ac:spMkLst>
        </pc:spChg>
        <pc:spChg chg="mod">
          <ac:chgData name="Soumita Sengupta" userId="4afa6ce1-cb01-46c2-8538-4650222f0c96" providerId="ADAL" clId="{0A78EE60-BBCD-4A76-81BC-E7FB80E1D58E}" dt="2021-08-23T10:12:05.747" v="541" actId="5793"/>
          <ac:spMkLst>
            <pc:docMk/>
            <pc:sldMk cId="2419167630" sldId="1427"/>
            <ac:spMk id="11" creationId="{72DFE88F-9300-4DED-B7C5-6DC75B8FEE13}"/>
          </ac:spMkLst>
        </pc:spChg>
        <pc:spChg chg="mod">
          <ac:chgData name="Soumita Sengupta" userId="4afa6ce1-cb01-46c2-8538-4650222f0c96" providerId="ADAL" clId="{0A78EE60-BBCD-4A76-81BC-E7FB80E1D58E}" dt="2021-08-23T10:11:11.486" v="519" actId="14100"/>
          <ac:spMkLst>
            <pc:docMk/>
            <pc:sldMk cId="2419167630" sldId="1427"/>
            <ac:spMk id="12" creationId="{22D153AA-7C04-4067-8571-D3BD8013E971}"/>
          </ac:spMkLst>
        </pc:spChg>
        <pc:picChg chg="del">
          <ac:chgData name="Soumita Sengupta" userId="4afa6ce1-cb01-46c2-8538-4650222f0c96" providerId="ADAL" clId="{0A78EE60-BBCD-4A76-81BC-E7FB80E1D58E}" dt="2021-08-23T10:11:19.523" v="521" actId="478"/>
          <ac:picMkLst>
            <pc:docMk/>
            <pc:sldMk cId="2419167630" sldId="1427"/>
            <ac:picMk id="10" creationId="{9AFC5167-B4A1-420A-B33C-A8EFA45875E8}"/>
          </ac:picMkLst>
        </pc:picChg>
        <pc:picChg chg="del">
          <ac:chgData name="Soumita Sengupta" userId="4afa6ce1-cb01-46c2-8538-4650222f0c96" providerId="ADAL" clId="{0A78EE60-BBCD-4A76-81BC-E7FB80E1D58E}" dt="2021-08-23T10:11:17.563" v="520" actId="478"/>
          <ac:picMkLst>
            <pc:docMk/>
            <pc:sldMk cId="2419167630" sldId="1427"/>
            <ac:picMk id="13" creationId="{64E05E30-9487-4497-8FFD-99DF5C12457B}"/>
          </ac:picMkLst>
        </pc:picChg>
        <pc:picChg chg="del">
          <ac:chgData name="Soumita Sengupta" userId="4afa6ce1-cb01-46c2-8538-4650222f0c96" providerId="ADAL" clId="{0A78EE60-BBCD-4A76-81BC-E7FB80E1D58E}" dt="2021-08-23T10:11:20.460" v="522" actId="478"/>
          <ac:picMkLst>
            <pc:docMk/>
            <pc:sldMk cId="2419167630" sldId="1427"/>
            <ac:picMk id="14" creationId="{BBACCA3A-51A9-4082-958A-7DA7AA429684}"/>
          </ac:picMkLst>
        </pc:picChg>
      </pc:sldChg>
      <pc:sldChg chg="addSp delSp modSp add mod modClrScheme chgLayout">
        <pc:chgData name="Soumita Sengupta" userId="4afa6ce1-cb01-46c2-8538-4650222f0c96" providerId="ADAL" clId="{0A78EE60-BBCD-4A76-81BC-E7FB80E1D58E}" dt="2021-08-23T11:55:26.842" v="1052" actId="478"/>
        <pc:sldMkLst>
          <pc:docMk/>
          <pc:sldMk cId="2239575331" sldId="1428"/>
        </pc:sldMkLst>
        <pc:spChg chg="mod ord">
          <ac:chgData name="Soumita Sengupta" userId="4afa6ce1-cb01-46c2-8538-4650222f0c96" providerId="ADAL" clId="{0A78EE60-BBCD-4A76-81BC-E7FB80E1D58E}" dt="2021-08-23T11:55:18.898" v="1050" actId="700"/>
          <ac:spMkLst>
            <pc:docMk/>
            <pc:sldMk cId="2239575331" sldId="1428"/>
            <ac:spMk id="4" creationId="{00000000-0000-0000-0000-000000000000}"/>
          </ac:spMkLst>
        </pc:spChg>
        <pc:spChg chg="add del mod ord">
          <ac:chgData name="Soumita Sengupta" userId="4afa6ce1-cb01-46c2-8538-4650222f0c96" providerId="ADAL" clId="{0A78EE60-BBCD-4A76-81BC-E7FB80E1D58E}" dt="2021-08-23T11:55:26.842" v="1052" actId="478"/>
          <ac:spMkLst>
            <pc:docMk/>
            <pc:sldMk cId="2239575331" sldId="1428"/>
            <ac:spMk id="5" creationId="{0027D141-6E0A-4D08-9E3E-88A9F3FAB47A}"/>
          </ac:spMkLst>
        </pc:spChg>
        <pc:spChg chg="add del mod ord">
          <ac:chgData name="Soumita Sengupta" userId="4afa6ce1-cb01-46c2-8538-4650222f0c96" providerId="ADAL" clId="{0A78EE60-BBCD-4A76-81BC-E7FB80E1D58E}" dt="2021-08-23T11:55:21.685" v="1051" actId="478"/>
          <ac:spMkLst>
            <pc:docMk/>
            <pc:sldMk cId="2239575331" sldId="1428"/>
            <ac:spMk id="6" creationId="{2ADC3AE3-B776-4E6A-8D69-A3657126BEA6}"/>
          </ac:spMkLst>
        </pc:spChg>
        <pc:spChg chg="mod ord">
          <ac:chgData name="Soumita Sengupta" userId="4afa6ce1-cb01-46c2-8538-4650222f0c96" providerId="ADAL" clId="{0A78EE60-BBCD-4A76-81BC-E7FB80E1D58E}" dt="2021-08-23T11:55:18.898" v="1050" actId="700"/>
          <ac:spMkLst>
            <pc:docMk/>
            <pc:sldMk cId="2239575331" sldId="1428"/>
            <ac:spMk id="9" creationId="{00000000-0000-0000-0000-000000000000}"/>
          </ac:spMkLst>
        </pc:spChg>
        <pc:spChg chg="add del">
          <ac:chgData name="Soumita Sengupta" userId="4afa6ce1-cb01-46c2-8538-4650222f0c96" providerId="ADAL" clId="{0A78EE60-BBCD-4A76-81BC-E7FB80E1D58E}" dt="2021-08-23T10:12:38.068" v="547" actId="22"/>
          <ac:spMkLst>
            <pc:docMk/>
            <pc:sldMk cId="2239575331" sldId="1428"/>
            <ac:spMk id="10" creationId="{920C2E4D-2DF1-44C7-88CD-2ECDEC88DB89}"/>
          </ac:spMkLst>
        </pc:spChg>
        <pc:spChg chg="del mod">
          <ac:chgData name="Soumita Sengupta" userId="4afa6ce1-cb01-46c2-8538-4650222f0c96" providerId="ADAL" clId="{0A78EE60-BBCD-4A76-81BC-E7FB80E1D58E}" dt="2021-08-23T10:12:18.422" v="545"/>
          <ac:spMkLst>
            <pc:docMk/>
            <pc:sldMk cId="2239575331" sldId="1428"/>
            <ac:spMk id="11" creationId="{72DFE88F-9300-4DED-B7C5-6DC75B8FEE13}"/>
          </ac:spMkLst>
        </pc:spChg>
        <pc:spChg chg="add mod">
          <ac:chgData name="Soumita Sengupta" userId="4afa6ce1-cb01-46c2-8538-4650222f0c96" providerId="ADAL" clId="{0A78EE60-BBCD-4A76-81BC-E7FB80E1D58E}" dt="2021-08-23T10:16:52.288" v="579" actId="948"/>
          <ac:spMkLst>
            <pc:docMk/>
            <pc:sldMk cId="2239575331" sldId="1428"/>
            <ac:spMk id="13" creationId="{8ACF8C8A-F9D5-420E-97AA-5EEBE37EDF45}"/>
          </ac:spMkLst>
        </pc:spChg>
        <pc:picChg chg="add mod">
          <ac:chgData name="Soumita Sengupta" userId="4afa6ce1-cb01-46c2-8538-4650222f0c96" providerId="ADAL" clId="{0A78EE60-BBCD-4A76-81BC-E7FB80E1D58E}" dt="2021-08-23T10:14:19.638" v="573" actId="1076"/>
          <ac:picMkLst>
            <pc:docMk/>
            <pc:sldMk cId="2239575331" sldId="1428"/>
            <ac:picMk id="14" creationId="{57F093EF-FC80-4317-92B9-200A9F25F5C6}"/>
          </ac:picMkLst>
        </pc:picChg>
      </pc:sldChg>
      <pc:sldChg chg="addSp delSp modSp add mod modClrScheme chgLayout">
        <pc:chgData name="Soumita Sengupta" userId="4afa6ce1-cb01-46c2-8538-4650222f0c96" providerId="ADAL" clId="{0A78EE60-BBCD-4A76-81BC-E7FB80E1D58E}" dt="2021-08-23T11:56:21.719" v="1067" actId="1076"/>
        <pc:sldMkLst>
          <pc:docMk/>
          <pc:sldMk cId="304666948" sldId="1429"/>
        </pc:sldMkLst>
        <pc:spChg chg="add del mod ord">
          <ac:chgData name="Soumita Sengupta" userId="4afa6ce1-cb01-46c2-8538-4650222f0c96" providerId="ADAL" clId="{0A78EE60-BBCD-4A76-81BC-E7FB80E1D58E}" dt="2021-08-23T11:56:09.684" v="1062" actId="478"/>
          <ac:spMkLst>
            <pc:docMk/>
            <pc:sldMk cId="304666948" sldId="1429"/>
            <ac:spMk id="2" creationId="{32C2350F-3179-4444-9242-1C3ABF452289}"/>
          </ac:spMkLst>
        </pc:spChg>
        <pc:spChg chg="add del mod ord">
          <ac:chgData name="Soumita Sengupta" userId="4afa6ce1-cb01-46c2-8538-4650222f0c96" providerId="ADAL" clId="{0A78EE60-BBCD-4A76-81BC-E7FB80E1D58E}" dt="2021-08-23T11:55:36.217" v="1054" actId="478"/>
          <ac:spMkLst>
            <pc:docMk/>
            <pc:sldMk cId="304666948" sldId="1429"/>
            <ac:spMk id="3" creationId="{5AE222EF-B951-4F73-A17D-788F84584752}"/>
          </ac:spMkLst>
        </pc:spChg>
        <pc:spChg chg="mod ord">
          <ac:chgData name="Soumita Sengupta" userId="4afa6ce1-cb01-46c2-8538-4650222f0c96" providerId="ADAL" clId="{0A78EE60-BBCD-4A76-81BC-E7FB80E1D58E}" dt="2021-08-23T11:55:31.265" v="1053" actId="700"/>
          <ac:spMkLst>
            <pc:docMk/>
            <pc:sldMk cId="304666948" sldId="1429"/>
            <ac:spMk id="4" creationId="{00000000-0000-0000-0000-000000000000}"/>
          </ac:spMkLst>
        </pc:spChg>
        <pc:spChg chg="mod">
          <ac:chgData name="Soumita Sengupta" userId="4afa6ce1-cb01-46c2-8538-4650222f0c96" providerId="ADAL" clId="{0A78EE60-BBCD-4A76-81BC-E7FB80E1D58E}" dt="2021-08-23T11:56:02.748" v="1060" actId="1076"/>
          <ac:spMkLst>
            <pc:docMk/>
            <pc:sldMk cId="304666948" sldId="1429"/>
            <ac:spMk id="8" creationId="{00000000-0000-0000-0000-000000000000}"/>
          </ac:spMkLst>
        </pc:spChg>
        <pc:spChg chg="mod ord">
          <ac:chgData name="Soumita Sengupta" userId="4afa6ce1-cb01-46c2-8538-4650222f0c96" providerId="ADAL" clId="{0A78EE60-BBCD-4A76-81BC-E7FB80E1D58E}" dt="2021-08-23T11:55:31.265" v="1053" actId="700"/>
          <ac:spMkLst>
            <pc:docMk/>
            <pc:sldMk cId="304666948" sldId="1429"/>
            <ac:spMk id="9" creationId="{00000000-0000-0000-0000-000000000000}"/>
          </ac:spMkLst>
        </pc:spChg>
        <pc:spChg chg="add del mod">
          <ac:chgData name="Soumita Sengupta" userId="4afa6ce1-cb01-46c2-8538-4650222f0c96" providerId="ADAL" clId="{0A78EE60-BBCD-4A76-81BC-E7FB80E1D58E}" dt="2021-08-23T11:56:14.446" v="1063" actId="1076"/>
          <ac:spMkLst>
            <pc:docMk/>
            <pc:sldMk cId="304666948" sldId="1429"/>
            <ac:spMk id="12" creationId="{22D153AA-7C04-4067-8571-D3BD8013E971}"/>
          </ac:spMkLst>
        </pc:spChg>
        <pc:spChg chg="mod">
          <ac:chgData name="Soumita Sengupta" userId="4afa6ce1-cb01-46c2-8538-4650222f0c96" providerId="ADAL" clId="{0A78EE60-BBCD-4A76-81BC-E7FB80E1D58E}" dt="2021-08-23T10:17:46.039" v="585" actId="1076"/>
          <ac:spMkLst>
            <pc:docMk/>
            <pc:sldMk cId="304666948" sldId="1429"/>
            <ac:spMk id="13" creationId="{8ACF8C8A-F9D5-420E-97AA-5EEBE37EDF45}"/>
          </ac:spMkLst>
        </pc:spChg>
        <pc:picChg chg="add mod">
          <ac:chgData name="Soumita Sengupta" userId="4afa6ce1-cb01-46c2-8538-4650222f0c96" providerId="ADAL" clId="{0A78EE60-BBCD-4A76-81BC-E7FB80E1D58E}" dt="2021-08-23T11:56:21.719" v="1067" actId="1076"/>
          <ac:picMkLst>
            <pc:docMk/>
            <pc:sldMk cId="304666948" sldId="1429"/>
            <ac:picMk id="10" creationId="{D17F3FE0-B2B6-467E-A5E2-D1BD88FAECFE}"/>
          </ac:picMkLst>
        </pc:picChg>
        <pc:picChg chg="del">
          <ac:chgData name="Soumita Sengupta" userId="4afa6ce1-cb01-46c2-8538-4650222f0c96" providerId="ADAL" clId="{0A78EE60-BBCD-4A76-81BC-E7FB80E1D58E}" dt="2021-08-23T10:17:24.580" v="582" actId="478"/>
          <ac:picMkLst>
            <pc:docMk/>
            <pc:sldMk cId="304666948" sldId="1429"/>
            <ac:picMk id="14" creationId="{57F093EF-FC80-4317-92B9-200A9F25F5C6}"/>
          </ac:picMkLst>
        </pc:picChg>
      </pc:sldChg>
      <pc:sldChg chg="addSp delSp modSp add mod modClrScheme chgLayout">
        <pc:chgData name="Soumita Sengupta" userId="4afa6ce1-cb01-46c2-8538-4650222f0c96" providerId="ADAL" clId="{0A78EE60-BBCD-4A76-81BC-E7FB80E1D58E}" dt="2021-08-23T11:56:46.910" v="1073" actId="1076"/>
        <pc:sldMkLst>
          <pc:docMk/>
          <pc:sldMk cId="1574462772" sldId="1430"/>
        </pc:sldMkLst>
        <pc:spChg chg="add del mod ord">
          <ac:chgData name="Soumita Sengupta" userId="4afa6ce1-cb01-46c2-8538-4650222f0c96" providerId="ADAL" clId="{0A78EE60-BBCD-4A76-81BC-E7FB80E1D58E}" dt="2021-08-23T11:56:40.321" v="1071" actId="478"/>
          <ac:spMkLst>
            <pc:docMk/>
            <pc:sldMk cId="1574462772" sldId="1430"/>
            <ac:spMk id="3" creationId="{AAEE869A-2E08-48BA-8A22-FFE23DA8D1C1}"/>
          </ac:spMkLst>
        </pc:spChg>
        <pc:spChg chg="mod ord">
          <ac:chgData name="Soumita Sengupta" userId="4afa6ce1-cb01-46c2-8538-4650222f0c96" providerId="ADAL" clId="{0A78EE60-BBCD-4A76-81BC-E7FB80E1D58E}" dt="2021-08-23T11:56:32.590" v="1068" actId="700"/>
          <ac:spMkLst>
            <pc:docMk/>
            <pc:sldMk cId="1574462772" sldId="1430"/>
            <ac:spMk id="4" creationId="{00000000-0000-0000-0000-000000000000}"/>
          </ac:spMkLst>
        </pc:spChg>
        <pc:spChg chg="add del mod ord">
          <ac:chgData name="Soumita Sengupta" userId="4afa6ce1-cb01-46c2-8538-4650222f0c96" providerId="ADAL" clId="{0A78EE60-BBCD-4A76-81BC-E7FB80E1D58E}" dt="2021-08-23T11:56:35.704" v="1069" actId="478"/>
          <ac:spMkLst>
            <pc:docMk/>
            <pc:sldMk cId="1574462772" sldId="1430"/>
            <ac:spMk id="5" creationId="{161B14BC-CEC9-4A64-92F2-92409DCBF7EA}"/>
          </ac:spMkLst>
        </pc:spChg>
        <pc:spChg chg="mod ord">
          <ac:chgData name="Soumita Sengupta" userId="4afa6ce1-cb01-46c2-8538-4650222f0c96" providerId="ADAL" clId="{0A78EE60-BBCD-4A76-81BC-E7FB80E1D58E}" dt="2021-08-23T11:56:32.590" v="1068" actId="700"/>
          <ac:spMkLst>
            <pc:docMk/>
            <pc:sldMk cId="1574462772" sldId="1430"/>
            <ac:spMk id="9" creationId="{00000000-0000-0000-0000-000000000000}"/>
          </ac:spMkLst>
        </pc:spChg>
        <pc:spChg chg="mod">
          <ac:chgData name="Soumita Sengupta" userId="4afa6ce1-cb01-46c2-8538-4650222f0c96" providerId="ADAL" clId="{0A78EE60-BBCD-4A76-81BC-E7FB80E1D58E}" dt="2021-08-23T11:56:44.486" v="1072" actId="1076"/>
          <ac:spMkLst>
            <pc:docMk/>
            <pc:sldMk cId="1574462772" sldId="1430"/>
            <ac:spMk id="13" creationId="{8ACF8C8A-F9D5-420E-97AA-5EEBE37EDF45}"/>
          </ac:spMkLst>
        </pc:spChg>
        <pc:graphicFrameChg chg="add del mod">
          <ac:chgData name="Soumita Sengupta" userId="4afa6ce1-cb01-46c2-8538-4650222f0c96" providerId="ADAL" clId="{0A78EE60-BBCD-4A76-81BC-E7FB80E1D58E}" dt="2021-08-23T10:18:26.903" v="596"/>
          <ac:graphicFrameMkLst>
            <pc:docMk/>
            <pc:sldMk cId="1574462772" sldId="1430"/>
            <ac:graphicFrameMk id="11" creationId="{15A4EA1F-7C38-4CCF-924B-514FC2DFAD84}"/>
          </ac:graphicFrameMkLst>
        </pc:graphicFrameChg>
        <pc:picChg chg="add mod">
          <ac:chgData name="Soumita Sengupta" userId="4afa6ce1-cb01-46c2-8538-4650222f0c96" providerId="ADAL" clId="{0A78EE60-BBCD-4A76-81BC-E7FB80E1D58E}" dt="2021-08-23T11:56:46.910" v="1073" actId="1076"/>
          <ac:picMkLst>
            <pc:docMk/>
            <pc:sldMk cId="1574462772" sldId="1430"/>
            <ac:picMk id="2" creationId="{8FFC2E21-1373-4335-A1AA-CCB37D571885}"/>
          </ac:picMkLst>
        </pc:picChg>
        <pc:picChg chg="del">
          <ac:chgData name="Soumita Sengupta" userId="4afa6ce1-cb01-46c2-8538-4650222f0c96" providerId="ADAL" clId="{0A78EE60-BBCD-4A76-81BC-E7FB80E1D58E}" dt="2021-08-23T10:18:23.269" v="594" actId="478"/>
          <ac:picMkLst>
            <pc:docMk/>
            <pc:sldMk cId="1574462772" sldId="1430"/>
            <ac:picMk id="10" creationId="{D17F3FE0-B2B6-467E-A5E2-D1BD88FAECFE}"/>
          </ac:picMkLst>
        </pc:picChg>
      </pc:sldChg>
      <pc:sldChg chg="addSp delSp modSp add mod modClrScheme chgLayout">
        <pc:chgData name="Soumita Sengupta" userId="4afa6ce1-cb01-46c2-8538-4650222f0c96" providerId="ADAL" clId="{0A78EE60-BBCD-4A76-81BC-E7FB80E1D58E}" dt="2021-08-23T11:57:00.465" v="1076" actId="478"/>
        <pc:sldMkLst>
          <pc:docMk/>
          <pc:sldMk cId="1672728295" sldId="1431"/>
        </pc:sldMkLst>
        <pc:spChg chg="add del mod ord">
          <ac:chgData name="Soumita Sengupta" userId="4afa6ce1-cb01-46c2-8538-4650222f0c96" providerId="ADAL" clId="{0A78EE60-BBCD-4A76-81BC-E7FB80E1D58E}" dt="2021-08-23T11:57:00.465" v="1076" actId="478"/>
          <ac:spMkLst>
            <pc:docMk/>
            <pc:sldMk cId="1672728295" sldId="1431"/>
            <ac:spMk id="3" creationId="{DAD72AA4-1B74-40BE-9954-01DB7EC86773}"/>
          </ac:spMkLst>
        </pc:spChg>
        <pc:spChg chg="mod ord">
          <ac:chgData name="Soumita Sengupta" userId="4afa6ce1-cb01-46c2-8538-4650222f0c96" providerId="ADAL" clId="{0A78EE60-BBCD-4A76-81BC-E7FB80E1D58E}" dt="2021-08-23T11:56:52.593" v="1074" actId="700"/>
          <ac:spMkLst>
            <pc:docMk/>
            <pc:sldMk cId="1672728295" sldId="1431"/>
            <ac:spMk id="4" creationId="{00000000-0000-0000-0000-000000000000}"/>
          </ac:spMkLst>
        </pc:spChg>
        <pc:spChg chg="add del mod ord">
          <ac:chgData name="Soumita Sengupta" userId="4afa6ce1-cb01-46c2-8538-4650222f0c96" providerId="ADAL" clId="{0A78EE60-BBCD-4A76-81BC-E7FB80E1D58E}" dt="2021-08-23T11:56:57.502" v="1075" actId="478"/>
          <ac:spMkLst>
            <pc:docMk/>
            <pc:sldMk cId="1672728295" sldId="1431"/>
            <ac:spMk id="5" creationId="{6B641390-7E32-4FA8-AD0B-CBE140AF1279}"/>
          </ac:spMkLst>
        </pc:spChg>
        <pc:spChg chg="mod ord">
          <ac:chgData name="Soumita Sengupta" userId="4afa6ce1-cb01-46c2-8538-4650222f0c96" providerId="ADAL" clId="{0A78EE60-BBCD-4A76-81BC-E7FB80E1D58E}" dt="2021-08-23T11:56:52.593" v="1074" actId="700"/>
          <ac:spMkLst>
            <pc:docMk/>
            <pc:sldMk cId="1672728295" sldId="1431"/>
            <ac:spMk id="9" creationId="{00000000-0000-0000-0000-000000000000}"/>
          </ac:spMkLst>
        </pc:spChg>
        <pc:graphicFrameChg chg="add mod modGraphic">
          <ac:chgData name="Soumita Sengupta" userId="4afa6ce1-cb01-46c2-8538-4650222f0c96" providerId="ADAL" clId="{0A78EE60-BBCD-4A76-81BC-E7FB80E1D58E}" dt="2021-08-23T10:21:11.374" v="616" actId="14100"/>
          <ac:graphicFrameMkLst>
            <pc:docMk/>
            <pc:sldMk cId="1672728295" sldId="1431"/>
            <ac:graphicFrameMk id="10" creationId="{A12279C7-33A8-4E95-BA7A-A7595445398C}"/>
          </ac:graphicFrameMkLst>
        </pc:graphicFrameChg>
        <pc:picChg chg="del">
          <ac:chgData name="Soumita Sengupta" userId="4afa6ce1-cb01-46c2-8538-4650222f0c96" providerId="ADAL" clId="{0A78EE60-BBCD-4A76-81BC-E7FB80E1D58E}" dt="2021-08-23T10:20:23.587" v="609" actId="478"/>
          <ac:picMkLst>
            <pc:docMk/>
            <pc:sldMk cId="1672728295" sldId="1431"/>
            <ac:picMk id="2" creationId="{8FFC2E21-1373-4335-A1AA-CCB37D571885}"/>
          </ac:picMkLst>
        </pc:picChg>
      </pc:sldChg>
      <pc:sldChg chg="addSp delSp modSp add mod modClrScheme chgLayout">
        <pc:chgData name="Soumita Sengupta" userId="4afa6ce1-cb01-46c2-8538-4650222f0c96" providerId="ADAL" clId="{0A78EE60-BBCD-4A76-81BC-E7FB80E1D58E}" dt="2021-08-23T11:57:34.475" v="1081" actId="1076"/>
        <pc:sldMkLst>
          <pc:docMk/>
          <pc:sldMk cId="2163140918" sldId="1432"/>
        </pc:sldMkLst>
        <pc:spChg chg="add del mod ord">
          <ac:chgData name="Soumita Sengupta" userId="4afa6ce1-cb01-46c2-8538-4650222f0c96" providerId="ADAL" clId="{0A78EE60-BBCD-4A76-81BC-E7FB80E1D58E}" dt="2021-08-23T11:57:31.246" v="1080" actId="478"/>
          <ac:spMkLst>
            <pc:docMk/>
            <pc:sldMk cId="2163140918" sldId="1432"/>
            <ac:spMk id="2" creationId="{465ADF43-9647-444D-B1A3-F3F0076DEC72}"/>
          </ac:spMkLst>
        </pc:spChg>
        <pc:spChg chg="add del mod ord">
          <ac:chgData name="Soumita Sengupta" userId="4afa6ce1-cb01-46c2-8538-4650222f0c96" providerId="ADAL" clId="{0A78EE60-BBCD-4A76-81BC-E7FB80E1D58E}" dt="2021-08-23T11:57:13.233" v="1078" actId="478"/>
          <ac:spMkLst>
            <pc:docMk/>
            <pc:sldMk cId="2163140918" sldId="1432"/>
            <ac:spMk id="3" creationId="{CD1DF70B-9E23-4048-82C2-659D549D06B3}"/>
          </ac:spMkLst>
        </pc:spChg>
        <pc:spChg chg="mod ord">
          <ac:chgData name="Soumita Sengupta" userId="4afa6ce1-cb01-46c2-8538-4650222f0c96" providerId="ADAL" clId="{0A78EE60-BBCD-4A76-81BC-E7FB80E1D58E}" dt="2021-08-23T11:57:10.502" v="1077" actId="700"/>
          <ac:spMkLst>
            <pc:docMk/>
            <pc:sldMk cId="2163140918" sldId="1432"/>
            <ac:spMk id="4" creationId="{00000000-0000-0000-0000-000000000000}"/>
          </ac:spMkLst>
        </pc:spChg>
        <pc:spChg chg="mod ord">
          <ac:chgData name="Soumita Sengupta" userId="4afa6ce1-cb01-46c2-8538-4650222f0c96" providerId="ADAL" clId="{0A78EE60-BBCD-4A76-81BC-E7FB80E1D58E}" dt="2021-08-23T11:57:10.502" v="1077" actId="700"/>
          <ac:spMkLst>
            <pc:docMk/>
            <pc:sldMk cId="2163140918" sldId="1432"/>
            <ac:spMk id="9" creationId="{00000000-0000-0000-0000-000000000000}"/>
          </ac:spMkLst>
        </pc:spChg>
        <pc:spChg chg="mod">
          <ac:chgData name="Soumita Sengupta" userId="4afa6ce1-cb01-46c2-8538-4650222f0c96" providerId="ADAL" clId="{0A78EE60-BBCD-4A76-81BC-E7FB80E1D58E}" dt="2021-08-23T11:57:34.475" v="1081" actId="1076"/>
          <ac:spMkLst>
            <pc:docMk/>
            <pc:sldMk cId="2163140918" sldId="1432"/>
            <ac:spMk id="12" creationId="{22D153AA-7C04-4067-8571-D3BD8013E971}"/>
          </ac:spMkLst>
        </pc:spChg>
        <pc:spChg chg="mod">
          <ac:chgData name="Soumita Sengupta" userId="4afa6ce1-cb01-46c2-8538-4650222f0c96" providerId="ADAL" clId="{0A78EE60-BBCD-4A76-81BC-E7FB80E1D58E}" dt="2021-08-23T10:25:24.167" v="631" actId="12"/>
          <ac:spMkLst>
            <pc:docMk/>
            <pc:sldMk cId="2163140918" sldId="1432"/>
            <ac:spMk id="13" creationId="{8ACF8C8A-F9D5-420E-97AA-5EEBE37EDF45}"/>
          </ac:spMkLst>
        </pc:spChg>
        <pc:picChg chg="del">
          <ac:chgData name="Soumita Sengupta" userId="4afa6ce1-cb01-46c2-8538-4650222f0c96" providerId="ADAL" clId="{0A78EE60-BBCD-4A76-81BC-E7FB80E1D58E}" dt="2021-08-23T10:24:20.677" v="618" actId="478"/>
          <ac:picMkLst>
            <pc:docMk/>
            <pc:sldMk cId="2163140918" sldId="1432"/>
            <ac:picMk id="10" creationId="{D17F3FE0-B2B6-467E-A5E2-D1BD88FAECFE}"/>
          </ac:picMkLst>
        </pc:picChg>
        <pc:picChg chg="add mod">
          <ac:chgData name="Soumita Sengupta" userId="4afa6ce1-cb01-46c2-8538-4650222f0c96" providerId="ADAL" clId="{0A78EE60-BBCD-4A76-81BC-E7FB80E1D58E}" dt="2021-08-23T10:25:14.891" v="630" actId="1076"/>
          <ac:picMkLst>
            <pc:docMk/>
            <pc:sldMk cId="2163140918" sldId="1432"/>
            <ac:picMk id="11" creationId="{731B5BC1-FF4B-4867-A6E4-938485721F7F}"/>
          </ac:picMkLst>
        </pc:picChg>
      </pc:sldChg>
      <pc:sldChg chg="addSp delSp modSp add mod modClrScheme chgLayout">
        <pc:chgData name="Soumita Sengupta" userId="4afa6ce1-cb01-46c2-8538-4650222f0c96" providerId="ADAL" clId="{0A78EE60-BBCD-4A76-81BC-E7FB80E1D58E}" dt="2021-08-23T11:59:58.023" v="1087" actId="14100"/>
        <pc:sldMkLst>
          <pc:docMk/>
          <pc:sldMk cId="2231482636" sldId="1433"/>
        </pc:sldMkLst>
        <pc:spChg chg="mod ord">
          <ac:chgData name="Soumita Sengupta" userId="4afa6ce1-cb01-46c2-8538-4650222f0c96" providerId="ADAL" clId="{0A78EE60-BBCD-4A76-81BC-E7FB80E1D58E}" dt="2021-08-23T11:59:43.097" v="1082" actId="700"/>
          <ac:spMkLst>
            <pc:docMk/>
            <pc:sldMk cId="2231482636" sldId="1433"/>
            <ac:spMk id="4" creationId="{00000000-0000-0000-0000-000000000000}"/>
          </ac:spMkLst>
        </pc:spChg>
        <pc:spChg chg="add del mod ord">
          <ac:chgData name="Soumita Sengupta" userId="4afa6ce1-cb01-46c2-8538-4650222f0c96" providerId="ADAL" clId="{0A78EE60-BBCD-4A76-81BC-E7FB80E1D58E}" dt="2021-08-23T11:59:50.199" v="1084" actId="478"/>
          <ac:spMkLst>
            <pc:docMk/>
            <pc:sldMk cId="2231482636" sldId="1433"/>
            <ac:spMk id="7" creationId="{94E26495-5E99-4CAD-9C4A-DD17463E577F}"/>
          </ac:spMkLst>
        </pc:spChg>
        <pc:spChg chg="mod ord">
          <ac:chgData name="Soumita Sengupta" userId="4afa6ce1-cb01-46c2-8538-4650222f0c96" providerId="ADAL" clId="{0A78EE60-BBCD-4A76-81BC-E7FB80E1D58E}" dt="2021-08-23T11:59:43.097" v="1082" actId="700"/>
          <ac:spMkLst>
            <pc:docMk/>
            <pc:sldMk cId="2231482636" sldId="1433"/>
            <ac:spMk id="9" creationId="{00000000-0000-0000-0000-000000000000}"/>
          </ac:spMkLst>
        </pc:spChg>
        <pc:spChg chg="mod">
          <ac:chgData name="Soumita Sengupta" userId="4afa6ce1-cb01-46c2-8538-4650222f0c96" providerId="ADAL" clId="{0A78EE60-BBCD-4A76-81BC-E7FB80E1D58E}" dt="2021-08-23T10:28:05.469" v="633" actId="6549"/>
          <ac:spMkLst>
            <pc:docMk/>
            <pc:sldMk cId="2231482636" sldId="1433"/>
            <ac:spMk id="13" creationId="{8ACF8C8A-F9D5-420E-97AA-5EEBE37EDF45}"/>
          </ac:spMkLst>
        </pc:spChg>
        <pc:spChg chg="add del">
          <ac:chgData name="Soumita Sengupta" userId="4afa6ce1-cb01-46c2-8538-4650222f0c96" providerId="ADAL" clId="{0A78EE60-BBCD-4A76-81BC-E7FB80E1D58E}" dt="2021-08-23T10:28:23.395" v="638" actId="22"/>
          <ac:spMkLst>
            <pc:docMk/>
            <pc:sldMk cId="2231482636" sldId="1433"/>
            <ac:spMk id="14" creationId="{DD5623FD-1A0A-40C6-B90A-0866A808C323}"/>
          </ac:spMkLst>
        </pc:spChg>
        <pc:spChg chg="add mod">
          <ac:chgData name="Soumita Sengupta" userId="4afa6ce1-cb01-46c2-8538-4650222f0c96" providerId="ADAL" clId="{0A78EE60-BBCD-4A76-81BC-E7FB80E1D58E}" dt="2021-08-23T10:29:15.102" v="654" actId="1076"/>
          <ac:spMkLst>
            <pc:docMk/>
            <pc:sldMk cId="2231482636" sldId="1433"/>
            <ac:spMk id="15" creationId="{D35998FF-C74B-4C47-A881-2A0BB3239E0B}"/>
          </ac:spMkLst>
        </pc:spChg>
        <pc:spChg chg="add">
          <ac:chgData name="Soumita Sengupta" userId="4afa6ce1-cb01-46c2-8538-4650222f0c96" providerId="ADAL" clId="{0A78EE60-BBCD-4A76-81BC-E7FB80E1D58E}" dt="2021-08-23T10:28:45.089" v="645" actId="22"/>
          <ac:spMkLst>
            <pc:docMk/>
            <pc:sldMk cId="2231482636" sldId="1433"/>
            <ac:spMk id="16" creationId="{D4872EC0-5D64-4EA9-A7CF-1D31FB874C6D}"/>
          </ac:spMkLst>
        </pc:spChg>
        <pc:spChg chg="add del mod ord">
          <ac:chgData name="Soumita Sengupta" userId="4afa6ce1-cb01-46c2-8538-4650222f0c96" providerId="ADAL" clId="{0A78EE60-BBCD-4A76-81BC-E7FB80E1D58E}" dt="2021-08-23T11:59:47.507" v="1083" actId="478"/>
          <ac:spMkLst>
            <pc:docMk/>
            <pc:sldMk cId="2231482636" sldId="1433"/>
            <ac:spMk id="18" creationId="{50A1BCE4-0A4A-4EE4-BCB4-E7CCA2684DD4}"/>
          </ac:spMkLst>
        </pc:spChg>
        <pc:graphicFrameChg chg="add del mod">
          <ac:chgData name="Soumita Sengupta" userId="4afa6ce1-cb01-46c2-8538-4650222f0c96" providerId="ADAL" clId="{0A78EE60-BBCD-4A76-81BC-E7FB80E1D58E}" dt="2021-08-23T10:28:59.175" v="647"/>
          <ac:graphicFrameMkLst>
            <pc:docMk/>
            <pc:sldMk cId="2231482636" sldId="1433"/>
            <ac:graphicFrameMk id="17" creationId="{DE674871-890F-44F2-B4A2-EA9230C08AED}"/>
          </ac:graphicFrameMkLst>
        </pc:graphicFrameChg>
        <pc:picChg chg="add del mod">
          <ac:chgData name="Soumita Sengupta" userId="4afa6ce1-cb01-46c2-8538-4650222f0c96" providerId="ADAL" clId="{0A78EE60-BBCD-4A76-81BC-E7FB80E1D58E}" dt="2021-08-23T11:59:54.111" v="1085" actId="1076"/>
          <ac:picMkLst>
            <pc:docMk/>
            <pc:sldMk cId="2231482636" sldId="1433"/>
            <ac:picMk id="6" creationId="{E7E99D2F-B8E9-4BD6-8E8B-ECFFE80B0665}"/>
          </ac:picMkLst>
        </pc:picChg>
        <pc:picChg chg="add mod">
          <ac:chgData name="Soumita Sengupta" userId="4afa6ce1-cb01-46c2-8538-4650222f0c96" providerId="ADAL" clId="{0A78EE60-BBCD-4A76-81BC-E7FB80E1D58E}" dt="2021-08-23T11:59:58.023" v="1087" actId="14100"/>
          <ac:picMkLst>
            <pc:docMk/>
            <pc:sldMk cId="2231482636" sldId="1433"/>
            <ac:picMk id="10" creationId="{DEA2FAD2-CF6A-4EB2-9CB5-D03818DA33FB}"/>
          </ac:picMkLst>
        </pc:picChg>
        <pc:picChg chg="del">
          <ac:chgData name="Soumita Sengupta" userId="4afa6ce1-cb01-46c2-8538-4650222f0c96" providerId="ADAL" clId="{0A78EE60-BBCD-4A76-81BC-E7FB80E1D58E}" dt="2021-08-23T10:28:07.863" v="634" actId="478"/>
          <ac:picMkLst>
            <pc:docMk/>
            <pc:sldMk cId="2231482636" sldId="1433"/>
            <ac:picMk id="11" creationId="{731B5BC1-FF4B-4867-A6E4-938485721F7F}"/>
          </ac:picMkLst>
        </pc:picChg>
      </pc:sldChg>
      <pc:sldChg chg="addSp delSp modSp add mod modClrScheme chgLayout">
        <pc:chgData name="Soumita Sengupta" userId="4afa6ce1-cb01-46c2-8538-4650222f0c96" providerId="ADAL" clId="{0A78EE60-BBCD-4A76-81BC-E7FB80E1D58E}" dt="2021-08-23T12:00:27.770" v="1094" actId="1076"/>
        <pc:sldMkLst>
          <pc:docMk/>
          <pc:sldMk cId="3775871403" sldId="1434"/>
        </pc:sldMkLst>
        <pc:spChg chg="add del mod ord">
          <ac:chgData name="Soumita Sengupta" userId="4afa6ce1-cb01-46c2-8538-4650222f0c96" providerId="ADAL" clId="{0A78EE60-BBCD-4A76-81BC-E7FB80E1D58E}" dt="2021-08-23T12:00:18.475" v="1091" actId="478"/>
          <ac:spMkLst>
            <pc:docMk/>
            <pc:sldMk cId="3775871403" sldId="1434"/>
            <ac:spMk id="2" creationId="{710A98FF-C5DC-4EE8-9A8E-B6A5AC77D68B}"/>
          </ac:spMkLst>
        </pc:spChg>
        <pc:spChg chg="add del mod ord">
          <ac:chgData name="Soumita Sengupta" userId="4afa6ce1-cb01-46c2-8538-4650222f0c96" providerId="ADAL" clId="{0A78EE60-BBCD-4A76-81BC-E7FB80E1D58E}" dt="2021-08-23T12:00:07.119" v="1089" actId="478"/>
          <ac:spMkLst>
            <pc:docMk/>
            <pc:sldMk cId="3775871403" sldId="1434"/>
            <ac:spMk id="3" creationId="{4183E404-ADCF-4746-8300-505475C6AC81}"/>
          </ac:spMkLst>
        </pc:spChg>
        <pc:spChg chg="mod ord">
          <ac:chgData name="Soumita Sengupta" userId="4afa6ce1-cb01-46c2-8538-4650222f0c96" providerId="ADAL" clId="{0A78EE60-BBCD-4A76-81BC-E7FB80E1D58E}" dt="2021-08-23T12:00:03.450" v="1088" actId="700"/>
          <ac:spMkLst>
            <pc:docMk/>
            <pc:sldMk cId="3775871403" sldId="1434"/>
            <ac:spMk id="4" creationId="{00000000-0000-0000-0000-000000000000}"/>
          </ac:spMkLst>
        </pc:spChg>
        <pc:spChg chg="mod ord">
          <ac:chgData name="Soumita Sengupta" userId="4afa6ce1-cb01-46c2-8538-4650222f0c96" providerId="ADAL" clId="{0A78EE60-BBCD-4A76-81BC-E7FB80E1D58E}" dt="2021-08-23T12:00:03.450" v="1088" actId="700"/>
          <ac:spMkLst>
            <pc:docMk/>
            <pc:sldMk cId="3775871403" sldId="1434"/>
            <ac:spMk id="9" creationId="{00000000-0000-0000-0000-000000000000}"/>
          </ac:spMkLst>
        </pc:spChg>
        <pc:spChg chg="mod">
          <ac:chgData name="Soumita Sengupta" userId="4afa6ce1-cb01-46c2-8538-4650222f0c96" providerId="ADAL" clId="{0A78EE60-BBCD-4A76-81BC-E7FB80E1D58E}" dt="2021-08-23T12:00:27.770" v="1094" actId="1076"/>
          <ac:spMkLst>
            <pc:docMk/>
            <pc:sldMk cId="3775871403" sldId="1434"/>
            <ac:spMk id="12" creationId="{22D153AA-7C04-4067-8571-D3BD8013E971}"/>
          </ac:spMkLst>
        </pc:spChg>
        <pc:spChg chg="mod">
          <ac:chgData name="Soumita Sengupta" userId="4afa6ce1-cb01-46c2-8538-4650222f0c96" providerId="ADAL" clId="{0A78EE60-BBCD-4A76-81BC-E7FB80E1D58E}" dt="2021-08-23T10:31:38.597" v="677" actId="21"/>
          <ac:spMkLst>
            <pc:docMk/>
            <pc:sldMk cId="3775871403" sldId="1434"/>
            <ac:spMk id="13" creationId="{8ACF8C8A-F9D5-420E-97AA-5EEBE37EDF45}"/>
          </ac:spMkLst>
        </pc:spChg>
        <pc:spChg chg="mod">
          <ac:chgData name="Soumita Sengupta" userId="4afa6ce1-cb01-46c2-8538-4650222f0c96" providerId="ADAL" clId="{0A78EE60-BBCD-4A76-81BC-E7FB80E1D58E}" dt="2021-08-23T12:00:24.623" v="1093" actId="1076"/>
          <ac:spMkLst>
            <pc:docMk/>
            <pc:sldMk cId="3775871403" sldId="1434"/>
            <ac:spMk id="15" creationId="{D35998FF-C74B-4C47-A881-2A0BB3239E0B}"/>
          </ac:spMkLst>
        </pc:spChg>
        <pc:picChg chg="del">
          <ac:chgData name="Soumita Sengupta" userId="4afa6ce1-cb01-46c2-8538-4650222f0c96" providerId="ADAL" clId="{0A78EE60-BBCD-4A76-81BC-E7FB80E1D58E}" dt="2021-08-23T10:30:02.427" v="658" actId="478"/>
          <ac:picMkLst>
            <pc:docMk/>
            <pc:sldMk cId="3775871403" sldId="1434"/>
            <ac:picMk id="6" creationId="{E7E99D2F-B8E9-4BD6-8E8B-ECFFE80B0665}"/>
          </ac:picMkLst>
        </pc:picChg>
        <pc:picChg chg="del">
          <ac:chgData name="Soumita Sengupta" userId="4afa6ce1-cb01-46c2-8538-4650222f0c96" providerId="ADAL" clId="{0A78EE60-BBCD-4A76-81BC-E7FB80E1D58E}" dt="2021-08-23T10:30:09.226" v="659" actId="478"/>
          <ac:picMkLst>
            <pc:docMk/>
            <pc:sldMk cId="3775871403" sldId="1434"/>
            <ac:picMk id="10" creationId="{DEA2FAD2-CF6A-4EB2-9CB5-D03818DA33FB}"/>
          </ac:picMkLst>
        </pc:picChg>
      </pc:sldChg>
      <pc:sldChg chg="addSp delSp modSp add mod modClrScheme chgLayout">
        <pc:chgData name="Soumita Sengupta" userId="4afa6ce1-cb01-46c2-8538-4650222f0c96" providerId="ADAL" clId="{0A78EE60-BBCD-4A76-81BC-E7FB80E1D58E}" dt="2021-08-23T12:18:12.468" v="1098" actId="478"/>
        <pc:sldMkLst>
          <pc:docMk/>
          <pc:sldMk cId="707183902" sldId="1435"/>
        </pc:sldMkLst>
        <pc:spChg chg="add del mod ord">
          <ac:chgData name="Soumita Sengupta" userId="4afa6ce1-cb01-46c2-8538-4650222f0c96" providerId="ADAL" clId="{0A78EE60-BBCD-4A76-81BC-E7FB80E1D58E}" dt="2021-08-23T12:18:12.468" v="1098" actId="478"/>
          <ac:spMkLst>
            <pc:docMk/>
            <pc:sldMk cId="707183902" sldId="1435"/>
            <ac:spMk id="2" creationId="{30EAC005-C1C9-4166-8AAC-4019A6B5E3FA}"/>
          </ac:spMkLst>
        </pc:spChg>
        <pc:spChg chg="add del mod ord">
          <ac:chgData name="Soumita Sengupta" userId="4afa6ce1-cb01-46c2-8538-4650222f0c96" providerId="ADAL" clId="{0A78EE60-BBCD-4A76-81BC-E7FB80E1D58E}" dt="2021-08-23T12:18:07.228" v="1096" actId="478"/>
          <ac:spMkLst>
            <pc:docMk/>
            <pc:sldMk cId="707183902" sldId="1435"/>
            <ac:spMk id="3" creationId="{61E12A14-EE53-4D97-95E6-F549850403F6}"/>
          </ac:spMkLst>
        </pc:spChg>
        <pc:spChg chg="mod ord">
          <ac:chgData name="Soumita Sengupta" userId="4afa6ce1-cb01-46c2-8538-4650222f0c96" providerId="ADAL" clId="{0A78EE60-BBCD-4A76-81BC-E7FB80E1D58E}" dt="2021-08-23T12:18:03.522" v="1095" actId="700"/>
          <ac:spMkLst>
            <pc:docMk/>
            <pc:sldMk cId="707183902" sldId="1435"/>
            <ac:spMk id="4" creationId="{00000000-0000-0000-0000-000000000000}"/>
          </ac:spMkLst>
        </pc:spChg>
        <pc:spChg chg="mod ord">
          <ac:chgData name="Soumita Sengupta" userId="4afa6ce1-cb01-46c2-8538-4650222f0c96" providerId="ADAL" clId="{0A78EE60-BBCD-4A76-81BC-E7FB80E1D58E}" dt="2021-08-23T12:18:03.522" v="1095" actId="700"/>
          <ac:spMkLst>
            <pc:docMk/>
            <pc:sldMk cId="707183902" sldId="1435"/>
            <ac:spMk id="9" creationId="{00000000-0000-0000-0000-000000000000}"/>
          </ac:spMkLst>
        </pc:spChg>
        <pc:spChg chg="mod">
          <ac:chgData name="Soumita Sengupta" userId="4afa6ce1-cb01-46c2-8538-4650222f0c96" providerId="ADAL" clId="{0A78EE60-BBCD-4A76-81BC-E7FB80E1D58E}" dt="2021-08-23T10:42:45" v="727" actId="33524"/>
          <ac:spMkLst>
            <pc:docMk/>
            <pc:sldMk cId="707183902" sldId="1435"/>
            <ac:spMk id="15" creationId="{D35998FF-C74B-4C47-A881-2A0BB3239E0B}"/>
          </ac:spMkLst>
        </pc:spChg>
        <pc:spChg chg="del">
          <ac:chgData name="Soumita Sengupta" userId="4afa6ce1-cb01-46c2-8538-4650222f0c96" providerId="ADAL" clId="{0A78EE60-BBCD-4A76-81BC-E7FB80E1D58E}" dt="2021-08-23T10:34:03.181" v="696" actId="478"/>
          <ac:spMkLst>
            <pc:docMk/>
            <pc:sldMk cId="707183902" sldId="1435"/>
            <ac:spMk id="16" creationId="{D4872EC0-5D64-4EA9-A7CF-1D31FB874C6D}"/>
          </ac:spMkLst>
        </pc:spChg>
        <pc:picChg chg="add mod">
          <ac:chgData name="Soumita Sengupta" userId="4afa6ce1-cb01-46c2-8538-4650222f0c96" providerId="ADAL" clId="{0A78EE60-BBCD-4A76-81BC-E7FB80E1D58E}" dt="2021-08-23T10:42:37.321" v="726" actId="1076"/>
          <ac:picMkLst>
            <pc:docMk/>
            <pc:sldMk cId="707183902" sldId="1435"/>
            <ac:picMk id="10" creationId="{AE893B6F-B003-408C-972A-89EE71CE3CF5}"/>
          </ac:picMkLst>
        </pc:picChg>
      </pc:sldChg>
      <pc:sldChg chg="addSp delSp modSp add mod modClrScheme chgLayout">
        <pc:chgData name="Soumita Sengupta" userId="4afa6ce1-cb01-46c2-8538-4650222f0c96" providerId="ADAL" clId="{0A78EE60-BBCD-4A76-81BC-E7FB80E1D58E}" dt="2021-08-23T12:18:26.764" v="1101" actId="478"/>
        <pc:sldMkLst>
          <pc:docMk/>
          <pc:sldMk cId="2259711440" sldId="1436"/>
        </pc:sldMkLst>
        <pc:spChg chg="add del mod ord">
          <ac:chgData name="Soumita Sengupta" userId="4afa6ce1-cb01-46c2-8538-4650222f0c96" providerId="ADAL" clId="{0A78EE60-BBCD-4A76-81BC-E7FB80E1D58E}" dt="2021-08-23T12:18:24.091" v="1100" actId="478"/>
          <ac:spMkLst>
            <pc:docMk/>
            <pc:sldMk cId="2259711440" sldId="1436"/>
            <ac:spMk id="2" creationId="{E35F405B-F276-47A5-9220-6A369FFE4141}"/>
          </ac:spMkLst>
        </pc:spChg>
        <pc:spChg chg="add del mod ord">
          <ac:chgData name="Soumita Sengupta" userId="4afa6ce1-cb01-46c2-8538-4650222f0c96" providerId="ADAL" clId="{0A78EE60-BBCD-4A76-81BC-E7FB80E1D58E}" dt="2021-08-23T12:18:26.764" v="1101" actId="478"/>
          <ac:spMkLst>
            <pc:docMk/>
            <pc:sldMk cId="2259711440" sldId="1436"/>
            <ac:spMk id="3" creationId="{34DF079F-25B5-4473-A4DD-7427616A2567}"/>
          </ac:spMkLst>
        </pc:spChg>
        <pc:spChg chg="mod ord">
          <ac:chgData name="Soumita Sengupta" userId="4afa6ce1-cb01-46c2-8538-4650222f0c96" providerId="ADAL" clId="{0A78EE60-BBCD-4A76-81BC-E7FB80E1D58E}" dt="2021-08-23T12:18:21.260" v="1099" actId="700"/>
          <ac:spMkLst>
            <pc:docMk/>
            <pc:sldMk cId="2259711440" sldId="1436"/>
            <ac:spMk id="4" creationId="{00000000-0000-0000-0000-000000000000}"/>
          </ac:spMkLst>
        </pc:spChg>
        <pc:spChg chg="mod ord">
          <ac:chgData name="Soumita Sengupta" userId="4afa6ce1-cb01-46c2-8538-4650222f0c96" providerId="ADAL" clId="{0A78EE60-BBCD-4A76-81BC-E7FB80E1D58E}" dt="2021-08-23T12:18:21.260" v="1099" actId="700"/>
          <ac:spMkLst>
            <pc:docMk/>
            <pc:sldMk cId="2259711440" sldId="1436"/>
            <ac:spMk id="9" creationId="{00000000-0000-0000-0000-000000000000}"/>
          </ac:spMkLst>
        </pc:spChg>
        <pc:spChg chg="mod">
          <ac:chgData name="Soumita Sengupta" userId="4afa6ce1-cb01-46c2-8538-4650222f0c96" providerId="ADAL" clId="{0A78EE60-BBCD-4A76-81BC-E7FB80E1D58E}" dt="2021-08-23T11:21:22.510" v="774" actId="1076"/>
          <ac:spMkLst>
            <pc:docMk/>
            <pc:sldMk cId="2259711440" sldId="1436"/>
            <ac:spMk id="13" creationId="{8ACF8C8A-F9D5-420E-97AA-5EEBE37EDF45}"/>
          </ac:spMkLst>
        </pc:spChg>
        <pc:spChg chg="del mod">
          <ac:chgData name="Soumita Sengupta" userId="4afa6ce1-cb01-46c2-8538-4650222f0c96" providerId="ADAL" clId="{0A78EE60-BBCD-4A76-81BC-E7FB80E1D58E}" dt="2021-08-23T10:43:01.251" v="730"/>
          <ac:spMkLst>
            <pc:docMk/>
            <pc:sldMk cId="2259711440" sldId="1436"/>
            <ac:spMk id="15" creationId="{D35998FF-C74B-4C47-A881-2A0BB3239E0B}"/>
          </ac:spMkLst>
        </pc:spChg>
        <pc:picChg chg="add mod">
          <ac:chgData name="Soumita Sengupta" userId="4afa6ce1-cb01-46c2-8538-4650222f0c96" providerId="ADAL" clId="{0A78EE60-BBCD-4A76-81BC-E7FB80E1D58E}" dt="2021-08-23T11:21:23.994" v="775" actId="1076"/>
          <ac:picMkLst>
            <pc:docMk/>
            <pc:sldMk cId="2259711440" sldId="1436"/>
            <ac:picMk id="10" creationId="{1CB49ECA-9F4D-4A48-AE6C-3DE3CD899259}"/>
          </ac:picMkLst>
        </pc:picChg>
      </pc:sldChg>
      <pc:sldChg chg="addSp delSp modSp add mod modClrScheme chgLayout">
        <pc:chgData name="Soumita Sengupta" userId="4afa6ce1-cb01-46c2-8538-4650222f0c96" providerId="ADAL" clId="{0A78EE60-BBCD-4A76-81BC-E7FB80E1D58E}" dt="2021-08-24T03:07:51.702" v="1159" actId="1076"/>
        <pc:sldMkLst>
          <pc:docMk/>
          <pc:sldMk cId="446448066" sldId="1437"/>
        </pc:sldMkLst>
        <pc:spChg chg="add del mod ord">
          <ac:chgData name="Soumita Sengupta" userId="4afa6ce1-cb01-46c2-8538-4650222f0c96" providerId="ADAL" clId="{0A78EE60-BBCD-4A76-81BC-E7FB80E1D58E}" dt="2021-08-23T12:18:38.803" v="1105" actId="478"/>
          <ac:spMkLst>
            <pc:docMk/>
            <pc:sldMk cId="446448066" sldId="1437"/>
            <ac:spMk id="2" creationId="{0B8E06B9-6A98-4615-B8D4-D1A9C2B6A6F8}"/>
          </ac:spMkLst>
        </pc:spChg>
        <pc:spChg chg="add del mod ord">
          <ac:chgData name="Soumita Sengupta" userId="4afa6ce1-cb01-46c2-8538-4650222f0c96" providerId="ADAL" clId="{0A78EE60-BBCD-4A76-81BC-E7FB80E1D58E}" dt="2021-08-23T12:18:33.904" v="1103" actId="478"/>
          <ac:spMkLst>
            <pc:docMk/>
            <pc:sldMk cId="446448066" sldId="1437"/>
            <ac:spMk id="3" creationId="{0AB1599D-1843-4B12-8F2F-2663835017FA}"/>
          </ac:spMkLst>
        </pc:spChg>
        <pc:spChg chg="mod ord">
          <ac:chgData name="Soumita Sengupta" userId="4afa6ce1-cb01-46c2-8538-4650222f0c96" providerId="ADAL" clId="{0A78EE60-BBCD-4A76-81BC-E7FB80E1D58E}" dt="2021-08-23T12:18:31.104" v="1102" actId="700"/>
          <ac:spMkLst>
            <pc:docMk/>
            <pc:sldMk cId="446448066" sldId="1437"/>
            <ac:spMk id="4" creationId="{00000000-0000-0000-0000-000000000000}"/>
          </ac:spMkLst>
        </pc:spChg>
        <pc:spChg chg="mod ord">
          <ac:chgData name="Soumita Sengupta" userId="4afa6ce1-cb01-46c2-8538-4650222f0c96" providerId="ADAL" clId="{0A78EE60-BBCD-4A76-81BC-E7FB80E1D58E}" dt="2021-08-23T12:18:31.104" v="1102" actId="700"/>
          <ac:spMkLst>
            <pc:docMk/>
            <pc:sldMk cId="446448066" sldId="1437"/>
            <ac:spMk id="9" creationId="{00000000-0000-0000-0000-000000000000}"/>
          </ac:spMkLst>
        </pc:spChg>
        <pc:spChg chg="mod">
          <ac:chgData name="Soumita Sengupta" userId="4afa6ce1-cb01-46c2-8538-4650222f0c96" providerId="ADAL" clId="{0A78EE60-BBCD-4A76-81BC-E7FB80E1D58E}" dt="2021-08-23T11:24:02.690" v="796" actId="1076"/>
          <ac:spMkLst>
            <pc:docMk/>
            <pc:sldMk cId="446448066" sldId="1437"/>
            <ac:spMk id="13" creationId="{8ACF8C8A-F9D5-420E-97AA-5EEBE37EDF45}"/>
          </ac:spMkLst>
        </pc:spChg>
        <pc:graphicFrameChg chg="add mod modGraphic">
          <ac:chgData name="Soumita Sengupta" userId="4afa6ce1-cb01-46c2-8538-4650222f0c96" providerId="ADAL" clId="{0A78EE60-BBCD-4A76-81BC-E7FB80E1D58E}" dt="2021-08-24T03:07:51.702" v="1159" actId="1076"/>
          <ac:graphicFrameMkLst>
            <pc:docMk/>
            <pc:sldMk cId="446448066" sldId="1437"/>
            <ac:graphicFrameMk id="11" creationId="{E75C991E-A708-47B2-A098-13EDAE73E63C}"/>
          </ac:graphicFrameMkLst>
        </pc:graphicFrameChg>
        <pc:picChg chg="del">
          <ac:chgData name="Soumita Sengupta" userId="4afa6ce1-cb01-46c2-8538-4650222f0c96" providerId="ADAL" clId="{0A78EE60-BBCD-4A76-81BC-E7FB80E1D58E}" dt="2021-08-23T10:46:23.475" v="753" actId="478"/>
          <ac:picMkLst>
            <pc:docMk/>
            <pc:sldMk cId="446448066" sldId="1437"/>
            <ac:picMk id="10" creationId="{1CB49ECA-9F4D-4A48-AE6C-3DE3CD899259}"/>
          </ac:picMkLst>
        </pc:picChg>
      </pc:sldChg>
      <pc:sldChg chg="addSp delSp modSp add mod modClrScheme chgLayout">
        <pc:chgData name="Soumita Sengupta" userId="4afa6ce1-cb01-46c2-8538-4650222f0c96" providerId="ADAL" clId="{0A78EE60-BBCD-4A76-81BC-E7FB80E1D58E}" dt="2021-08-24T03:07:25.711" v="1156" actId="1076"/>
        <pc:sldMkLst>
          <pc:docMk/>
          <pc:sldMk cId="3714464262" sldId="1438"/>
        </pc:sldMkLst>
        <pc:spChg chg="mod ord">
          <ac:chgData name="Soumita Sengupta" userId="4afa6ce1-cb01-46c2-8538-4650222f0c96" providerId="ADAL" clId="{0A78EE60-BBCD-4A76-81BC-E7FB80E1D58E}" dt="2021-08-23T12:18:55.432" v="1109" actId="700"/>
          <ac:spMkLst>
            <pc:docMk/>
            <pc:sldMk cId="3714464262" sldId="1438"/>
            <ac:spMk id="4" creationId="{00000000-0000-0000-0000-000000000000}"/>
          </ac:spMkLst>
        </pc:spChg>
        <pc:spChg chg="add del mod ord">
          <ac:chgData name="Soumita Sengupta" userId="4afa6ce1-cb01-46c2-8538-4650222f0c96" providerId="ADAL" clId="{0A78EE60-BBCD-4A76-81BC-E7FB80E1D58E}" dt="2021-08-23T12:19:04.993" v="1113" actId="478"/>
          <ac:spMkLst>
            <pc:docMk/>
            <pc:sldMk cId="3714464262" sldId="1438"/>
            <ac:spMk id="5" creationId="{FFD7F6A1-E7F6-476B-A519-6F6F83942A91}"/>
          </ac:spMkLst>
        </pc:spChg>
        <pc:spChg chg="add del mod ord">
          <ac:chgData name="Soumita Sengupta" userId="4afa6ce1-cb01-46c2-8538-4650222f0c96" providerId="ADAL" clId="{0A78EE60-BBCD-4A76-81BC-E7FB80E1D58E}" dt="2021-08-23T12:18:58.857" v="1110" actId="478"/>
          <ac:spMkLst>
            <pc:docMk/>
            <pc:sldMk cId="3714464262" sldId="1438"/>
            <ac:spMk id="6" creationId="{B783C390-7257-4BC1-9503-3E57A40E8F8F}"/>
          </ac:spMkLst>
        </pc:spChg>
        <pc:spChg chg="mod ord">
          <ac:chgData name="Soumita Sengupta" userId="4afa6ce1-cb01-46c2-8538-4650222f0c96" providerId="ADAL" clId="{0A78EE60-BBCD-4A76-81BC-E7FB80E1D58E}" dt="2021-08-23T12:18:55.432" v="1109" actId="700"/>
          <ac:spMkLst>
            <pc:docMk/>
            <pc:sldMk cId="3714464262" sldId="1438"/>
            <ac:spMk id="9" creationId="{00000000-0000-0000-0000-000000000000}"/>
          </ac:spMkLst>
        </pc:spChg>
        <pc:spChg chg="add del">
          <ac:chgData name="Soumita Sengupta" userId="4afa6ce1-cb01-46c2-8538-4650222f0c96" providerId="ADAL" clId="{0A78EE60-BBCD-4A76-81BC-E7FB80E1D58E}" dt="2021-08-23T11:27:00.445" v="831" actId="22"/>
          <ac:spMkLst>
            <pc:docMk/>
            <pc:sldMk cId="3714464262" sldId="1438"/>
            <ac:spMk id="10" creationId="{5A1B6AC9-B753-441C-878E-FD59708486B8}"/>
          </ac:spMkLst>
        </pc:spChg>
        <pc:spChg chg="mod">
          <ac:chgData name="Soumita Sengupta" userId="4afa6ce1-cb01-46c2-8538-4650222f0c96" providerId="ADAL" clId="{0A78EE60-BBCD-4A76-81BC-E7FB80E1D58E}" dt="2021-08-23T12:19:02.979" v="1112" actId="1076"/>
          <ac:spMkLst>
            <pc:docMk/>
            <pc:sldMk cId="3714464262" sldId="1438"/>
            <ac:spMk id="12" creationId="{22D153AA-7C04-4067-8571-D3BD8013E971}"/>
          </ac:spMkLst>
        </pc:spChg>
        <pc:spChg chg="del">
          <ac:chgData name="Soumita Sengupta" userId="4afa6ce1-cb01-46c2-8538-4650222f0c96" providerId="ADAL" clId="{0A78EE60-BBCD-4A76-81BC-E7FB80E1D58E}" dt="2021-08-23T11:22:33.314" v="776" actId="478"/>
          <ac:spMkLst>
            <pc:docMk/>
            <pc:sldMk cId="3714464262" sldId="1438"/>
            <ac:spMk id="13" creationId="{8ACF8C8A-F9D5-420E-97AA-5EEBE37EDF45}"/>
          </ac:spMkLst>
        </pc:spChg>
        <pc:spChg chg="add mod">
          <ac:chgData name="Soumita Sengupta" userId="4afa6ce1-cb01-46c2-8538-4650222f0c96" providerId="ADAL" clId="{0A78EE60-BBCD-4A76-81BC-E7FB80E1D58E}" dt="2021-08-24T03:07:25.711" v="1156" actId="1076"/>
          <ac:spMkLst>
            <pc:docMk/>
            <pc:sldMk cId="3714464262" sldId="1438"/>
            <ac:spMk id="14" creationId="{07BCC080-47BC-4B2F-9817-971974A93E51}"/>
          </ac:spMkLst>
        </pc:spChg>
        <pc:graphicFrameChg chg="del modGraphic">
          <ac:chgData name="Soumita Sengupta" userId="4afa6ce1-cb01-46c2-8538-4650222f0c96" providerId="ADAL" clId="{0A78EE60-BBCD-4A76-81BC-E7FB80E1D58E}" dt="2021-08-23T11:21:02.620" v="773" actId="478"/>
          <ac:graphicFrameMkLst>
            <pc:docMk/>
            <pc:sldMk cId="3714464262" sldId="1438"/>
            <ac:graphicFrameMk id="11" creationId="{E75C991E-A708-47B2-A098-13EDAE73E63C}"/>
          </ac:graphicFrameMkLst>
        </pc:graphicFrameChg>
      </pc:sldChg>
      <pc:sldChg chg="addSp delSp modSp add mod ord modClrScheme chgLayout">
        <pc:chgData name="Soumita Sengupta" userId="4afa6ce1-cb01-46c2-8538-4650222f0c96" providerId="ADAL" clId="{0A78EE60-BBCD-4A76-81BC-E7FB80E1D58E}" dt="2021-08-23T12:18:50.858" v="1108" actId="478"/>
        <pc:sldMkLst>
          <pc:docMk/>
          <pc:sldMk cId="3172902306" sldId="1439"/>
        </pc:sldMkLst>
        <pc:spChg chg="add del mod ord">
          <ac:chgData name="Soumita Sengupta" userId="4afa6ce1-cb01-46c2-8538-4650222f0c96" providerId="ADAL" clId="{0A78EE60-BBCD-4A76-81BC-E7FB80E1D58E}" dt="2021-08-23T12:18:50.858" v="1108" actId="478"/>
          <ac:spMkLst>
            <pc:docMk/>
            <pc:sldMk cId="3172902306" sldId="1439"/>
            <ac:spMk id="3" creationId="{54D38B3E-B30A-43BC-960B-C1336F8852F9}"/>
          </ac:spMkLst>
        </pc:spChg>
        <pc:spChg chg="mod ord">
          <ac:chgData name="Soumita Sengupta" userId="4afa6ce1-cb01-46c2-8538-4650222f0c96" providerId="ADAL" clId="{0A78EE60-BBCD-4A76-81BC-E7FB80E1D58E}" dt="2021-08-23T12:18:45.345" v="1106" actId="700"/>
          <ac:spMkLst>
            <pc:docMk/>
            <pc:sldMk cId="3172902306" sldId="1439"/>
            <ac:spMk id="4" creationId="{00000000-0000-0000-0000-000000000000}"/>
          </ac:spMkLst>
        </pc:spChg>
        <pc:spChg chg="add del mod ord">
          <ac:chgData name="Soumita Sengupta" userId="4afa6ce1-cb01-46c2-8538-4650222f0c96" providerId="ADAL" clId="{0A78EE60-BBCD-4A76-81BC-E7FB80E1D58E}" dt="2021-08-23T12:18:47.894" v="1107" actId="478"/>
          <ac:spMkLst>
            <pc:docMk/>
            <pc:sldMk cId="3172902306" sldId="1439"/>
            <ac:spMk id="5" creationId="{25D22E63-CFD1-4102-81D5-B70E3D93C6D4}"/>
          </ac:spMkLst>
        </pc:spChg>
        <pc:spChg chg="mod ord">
          <ac:chgData name="Soumita Sengupta" userId="4afa6ce1-cb01-46c2-8538-4650222f0c96" providerId="ADAL" clId="{0A78EE60-BBCD-4A76-81BC-E7FB80E1D58E}" dt="2021-08-23T12:18:45.345" v="1106" actId="700"/>
          <ac:spMkLst>
            <pc:docMk/>
            <pc:sldMk cId="3172902306" sldId="1439"/>
            <ac:spMk id="9" creationId="{00000000-0000-0000-0000-000000000000}"/>
          </ac:spMkLst>
        </pc:spChg>
        <pc:spChg chg="del">
          <ac:chgData name="Soumita Sengupta" userId="4afa6ce1-cb01-46c2-8538-4650222f0c96" providerId="ADAL" clId="{0A78EE60-BBCD-4A76-81BC-E7FB80E1D58E}" dt="2021-08-23T11:23:20.058" v="783" actId="478"/>
          <ac:spMkLst>
            <pc:docMk/>
            <pc:sldMk cId="3172902306" sldId="1439"/>
            <ac:spMk id="13" creationId="{8ACF8C8A-F9D5-420E-97AA-5EEBE37EDF45}"/>
          </ac:spMkLst>
        </pc:spChg>
        <pc:graphicFrameChg chg="add del mod">
          <ac:chgData name="Soumita Sengupta" userId="4afa6ce1-cb01-46c2-8538-4650222f0c96" providerId="ADAL" clId="{0A78EE60-BBCD-4A76-81BC-E7FB80E1D58E}" dt="2021-08-23T11:24:29.715" v="800"/>
          <ac:graphicFrameMkLst>
            <pc:docMk/>
            <pc:sldMk cId="3172902306" sldId="1439"/>
            <ac:graphicFrameMk id="10" creationId="{4CE5765B-2531-4ECF-A3C7-6D6926D71D62}"/>
          </ac:graphicFrameMkLst>
        </pc:graphicFrameChg>
        <pc:graphicFrameChg chg="del">
          <ac:chgData name="Soumita Sengupta" userId="4afa6ce1-cb01-46c2-8538-4650222f0c96" providerId="ADAL" clId="{0A78EE60-BBCD-4A76-81BC-E7FB80E1D58E}" dt="2021-08-23T11:23:17.419" v="782" actId="478"/>
          <ac:graphicFrameMkLst>
            <pc:docMk/>
            <pc:sldMk cId="3172902306" sldId="1439"/>
            <ac:graphicFrameMk id="11" creationId="{E75C991E-A708-47B2-A098-13EDAE73E63C}"/>
          </ac:graphicFrameMkLst>
        </pc:graphicFrameChg>
        <pc:graphicFrameChg chg="add mod modGraphic">
          <ac:chgData name="Soumita Sengupta" userId="4afa6ce1-cb01-46c2-8538-4650222f0c96" providerId="ADAL" clId="{0A78EE60-BBCD-4A76-81BC-E7FB80E1D58E}" dt="2021-08-23T11:26:28.061" v="829" actId="1076"/>
          <ac:graphicFrameMkLst>
            <pc:docMk/>
            <pc:sldMk cId="3172902306" sldId="1439"/>
            <ac:graphicFrameMk id="14" creationId="{60E2BBB5-1AAD-4777-8189-A655B1F417F4}"/>
          </ac:graphicFrameMkLst>
        </pc:graphicFrameChg>
        <pc:picChg chg="add del">
          <ac:chgData name="Soumita Sengupta" userId="4afa6ce1-cb01-46c2-8538-4650222f0c96" providerId="ADAL" clId="{0A78EE60-BBCD-4A76-81BC-E7FB80E1D58E}" dt="2021-08-23T11:24:30.978" v="802"/>
          <ac:picMkLst>
            <pc:docMk/>
            <pc:sldMk cId="3172902306" sldId="1439"/>
            <ac:picMk id="2" creationId="{D4DA24CB-7809-4A47-B7E6-2747D09712AF}"/>
          </ac:picMkLst>
        </pc:picChg>
      </pc:sldChg>
      <pc:sldChg chg="addSp delSp modSp add mod modClrScheme chgLayout">
        <pc:chgData name="Soumita Sengupta" userId="4afa6ce1-cb01-46c2-8538-4650222f0c96" providerId="ADAL" clId="{0A78EE60-BBCD-4A76-81BC-E7FB80E1D58E}" dt="2021-08-23T12:19:15.777" v="1117" actId="478"/>
        <pc:sldMkLst>
          <pc:docMk/>
          <pc:sldMk cId="3568035736" sldId="1440"/>
        </pc:sldMkLst>
        <pc:spChg chg="mod ord">
          <ac:chgData name="Soumita Sengupta" userId="4afa6ce1-cb01-46c2-8538-4650222f0c96" providerId="ADAL" clId="{0A78EE60-BBCD-4A76-81BC-E7FB80E1D58E}" dt="2021-08-23T12:19:09.817" v="1114" actId="700"/>
          <ac:spMkLst>
            <pc:docMk/>
            <pc:sldMk cId="3568035736" sldId="1440"/>
            <ac:spMk id="4" creationId="{00000000-0000-0000-0000-000000000000}"/>
          </ac:spMkLst>
        </pc:spChg>
        <pc:spChg chg="add del mod ord">
          <ac:chgData name="Soumita Sengupta" userId="4afa6ce1-cb01-46c2-8538-4650222f0c96" providerId="ADAL" clId="{0A78EE60-BBCD-4A76-81BC-E7FB80E1D58E}" dt="2021-08-23T12:19:15.777" v="1117" actId="478"/>
          <ac:spMkLst>
            <pc:docMk/>
            <pc:sldMk cId="3568035736" sldId="1440"/>
            <ac:spMk id="5" creationId="{20010C12-6144-43DA-BD69-67BAC9674F41}"/>
          </ac:spMkLst>
        </pc:spChg>
        <pc:spChg chg="add del mod ord">
          <ac:chgData name="Soumita Sengupta" userId="4afa6ce1-cb01-46c2-8538-4650222f0c96" providerId="ADAL" clId="{0A78EE60-BBCD-4A76-81BC-E7FB80E1D58E}" dt="2021-08-23T12:19:12.160" v="1115" actId="478"/>
          <ac:spMkLst>
            <pc:docMk/>
            <pc:sldMk cId="3568035736" sldId="1440"/>
            <ac:spMk id="6" creationId="{9A90CBB9-2629-4545-9B3F-84CE84B27E96}"/>
          </ac:spMkLst>
        </pc:spChg>
        <pc:spChg chg="mod ord">
          <ac:chgData name="Soumita Sengupta" userId="4afa6ce1-cb01-46c2-8538-4650222f0c96" providerId="ADAL" clId="{0A78EE60-BBCD-4A76-81BC-E7FB80E1D58E}" dt="2021-08-23T12:19:09.817" v="1114" actId="700"/>
          <ac:spMkLst>
            <pc:docMk/>
            <pc:sldMk cId="3568035736" sldId="1440"/>
            <ac:spMk id="9" creationId="{00000000-0000-0000-0000-000000000000}"/>
          </ac:spMkLst>
        </pc:spChg>
        <pc:spChg chg="add del">
          <ac:chgData name="Soumita Sengupta" userId="4afa6ce1-cb01-46c2-8538-4650222f0c96" providerId="ADAL" clId="{0A78EE60-BBCD-4A76-81BC-E7FB80E1D58E}" dt="2021-08-23T11:29:57.177" v="859" actId="22"/>
          <ac:spMkLst>
            <pc:docMk/>
            <pc:sldMk cId="3568035736" sldId="1440"/>
            <ac:spMk id="10" creationId="{3092B2F5-EBD1-4350-8176-741A9264B25E}"/>
          </ac:spMkLst>
        </pc:spChg>
        <pc:spChg chg="add mod">
          <ac:chgData name="Soumita Sengupta" userId="4afa6ce1-cb01-46c2-8538-4650222f0c96" providerId="ADAL" clId="{0A78EE60-BBCD-4A76-81BC-E7FB80E1D58E}" dt="2021-08-23T11:30:48.183" v="879" actId="1076"/>
          <ac:spMkLst>
            <pc:docMk/>
            <pc:sldMk cId="3568035736" sldId="1440"/>
            <ac:spMk id="11" creationId="{1E09815E-38A2-44A7-926C-CD1E4B0A7838}"/>
          </ac:spMkLst>
        </pc:spChg>
        <pc:spChg chg="del mod">
          <ac:chgData name="Soumita Sengupta" userId="4afa6ce1-cb01-46c2-8538-4650222f0c96" providerId="ADAL" clId="{0A78EE60-BBCD-4A76-81BC-E7FB80E1D58E}" dt="2021-08-23T11:29:40.158" v="857"/>
          <ac:spMkLst>
            <pc:docMk/>
            <pc:sldMk cId="3568035736" sldId="1440"/>
            <ac:spMk id="14" creationId="{07BCC080-47BC-4B2F-9817-971974A93E51}"/>
          </ac:spMkLst>
        </pc:spChg>
      </pc:sldChg>
      <pc:sldChg chg="addSp delSp modSp add mod modClrScheme chgLayout">
        <pc:chgData name="Soumita Sengupta" userId="4afa6ce1-cb01-46c2-8538-4650222f0c96" providerId="ADAL" clId="{0A78EE60-BBCD-4A76-81BC-E7FB80E1D58E}" dt="2021-08-23T12:19:26.936" v="1120" actId="478"/>
        <pc:sldMkLst>
          <pc:docMk/>
          <pc:sldMk cId="68183755" sldId="1441"/>
        </pc:sldMkLst>
        <pc:spChg chg="add del mod ord">
          <ac:chgData name="Soumita Sengupta" userId="4afa6ce1-cb01-46c2-8538-4650222f0c96" providerId="ADAL" clId="{0A78EE60-BBCD-4A76-81BC-E7FB80E1D58E}" dt="2021-08-23T12:19:26.936" v="1120" actId="478"/>
          <ac:spMkLst>
            <pc:docMk/>
            <pc:sldMk cId="68183755" sldId="1441"/>
            <ac:spMk id="2" creationId="{6ACB1106-D684-4AA8-BAFA-0B43AF735390}"/>
          </ac:spMkLst>
        </pc:spChg>
        <pc:spChg chg="add del mod ord">
          <ac:chgData name="Soumita Sengupta" userId="4afa6ce1-cb01-46c2-8538-4650222f0c96" providerId="ADAL" clId="{0A78EE60-BBCD-4A76-81BC-E7FB80E1D58E}" dt="2021-08-23T12:19:23.940" v="1119" actId="478"/>
          <ac:spMkLst>
            <pc:docMk/>
            <pc:sldMk cId="68183755" sldId="1441"/>
            <ac:spMk id="3" creationId="{341B1FBE-C354-430D-8FE5-E8DEA0B383C1}"/>
          </ac:spMkLst>
        </pc:spChg>
        <pc:spChg chg="mod ord">
          <ac:chgData name="Soumita Sengupta" userId="4afa6ce1-cb01-46c2-8538-4650222f0c96" providerId="ADAL" clId="{0A78EE60-BBCD-4A76-81BC-E7FB80E1D58E}" dt="2021-08-23T12:19:19.518" v="1118" actId="700"/>
          <ac:spMkLst>
            <pc:docMk/>
            <pc:sldMk cId="68183755" sldId="1441"/>
            <ac:spMk id="4" creationId="{00000000-0000-0000-0000-000000000000}"/>
          </ac:spMkLst>
        </pc:spChg>
        <pc:spChg chg="mod ord">
          <ac:chgData name="Soumita Sengupta" userId="4afa6ce1-cb01-46c2-8538-4650222f0c96" providerId="ADAL" clId="{0A78EE60-BBCD-4A76-81BC-E7FB80E1D58E}" dt="2021-08-23T12:19:19.518" v="1118" actId="700"/>
          <ac:spMkLst>
            <pc:docMk/>
            <pc:sldMk cId="68183755" sldId="1441"/>
            <ac:spMk id="9" creationId="{00000000-0000-0000-0000-000000000000}"/>
          </ac:spMkLst>
        </pc:spChg>
        <pc:spChg chg="mod">
          <ac:chgData name="Soumita Sengupta" userId="4afa6ce1-cb01-46c2-8538-4650222f0c96" providerId="ADAL" clId="{0A78EE60-BBCD-4A76-81BC-E7FB80E1D58E}" dt="2021-08-23T11:32:08.855" v="898" actId="14100"/>
          <ac:spMkLst>
            <pc:docMk/>
            <pc:sldMk cId="68183755" sldId="1441"/>
            <ac:spMk id="11" creationId="{1E09815E-38A2-44A7-926C-CD1E4B0A7838}"/>
          </ac:spMkLst>
        </pc:spChg>
        <pc:picChg chg="add mod">
          <ac:chgData name="Soumita Sengupta" userId="4afa6ce1-cb01-46c2-8538-4650222f0c96" providerId="ADAL" clId="{0A78EE60-BBCD-4A76-81BC-E7FB80E1D58E}" dt="2021-08-23T11:31:52.713" v="897" actId="1076"/>
          <ac:picMkLst>
            <pc:docMk/>
            <pc:sldMk cId="68183755" sldId="1441"/>
            <ac:picMk id="7" creationId="{6DF998C1-9EEB-4C68-9CF2-52F47ACA0A9D}"/>
          </ac:picMkLst>
        </pc:picChg>
      </pc:sldChg>
      <pc:sldChg chg="addSp delSp modSp add mod modClrScheme chgLayout">
        <pc:chgData name="Soumita Sengupta" userId="4afa6ce1-cb01-46c2-8538-4650222f0c96" providerId="ADAL" clId="{0A78EE60-BBCD-4A76-81BC-E7FB80E1D58E}" dt="2021-08-23T12:26:21.504" v="1143" actId="1076"/>
        <pc:sldMkLst>
          <pc:docMk/>
          <pc:sldMk cId="2346687962" sldId="1442"/>
        </pc:sldMkLst>
        <pc:spChg chg="add del mod ord">
          <ac:chgData name="Soumita Sengupta" userId="4afa6ce1-cb01-46c2-8538-4650222f0c96" providerId="ADAL" clId="{0A78EE60-BBCD-4A76-81BC-E7FB80E1D58E}" dt="2021-08-23T12:19:43.912" v="1125" actId="478"/>
          <ac:spMkLst>
            <pc:docMk/>
            <pc:sldMk cId="2346687962" sldId="1442"/>
            <ac:spMk id="2" creationId="{82FF8851-06E9-4D40-8368-343970A7F312}"/>
          </ac:spMkLst>
        </pc:spChg>
        <pc:spChg chg="add del mod ord">
          <ac:chgData name="Soumita Sengupta" userId="4afa6ce1-cb01-46c2-8538-4650222f0c96" providerId="ADAL" clId="{0A78EE60-BBCD-4A76-81BC-E7FB80E1D58E}" dt="2021-08-23T12:19:36.586" v="1122" actId="478"/>
          <ac:spMkLst>
            <pc:docMk/>
            <pc:sldMk cId="2346687962" sldId="1442"/>
            <ac:spMk id="3" creationId="{1FDC286C-C4D1-4940-8B40-E16BFC32B821}"/>
          </ac:spMkLst>
        </pc:spChg>
        <pc:spChg chg="mod ord">
          <ac:chgData name="Soumita Sengupta" userId="4afa6ce1-cb01-46c2-8538-4650222f0c96" providerId="ADAL" clId="{0A78EE60-BBCD-4A76-81BC-E7FB80E1D58E}" dt="2021-08-23T12:19:32.797" v="1121" actId="700"/>
          <ac:spMkLst>
            <pc:docMk/>
            <pc:sldMk cId="2346687962" sldId="1442"/>
            <ac:spMk id="4" creationId="{00000000-0000-0000-0000-000000000000}"/>
          </ac:spMkLst>
        </pc:spChg>
        <pc:spChg chg="mod ord">
          <ac:chgData name="Soumita Sengupta" userId="4afa6ce1-cb01-46c2-8538-4650222f0c96" providerId="ADAL" clId="{0A78EE60-BBCD-4A76-81BC-E7FB80E1D58E}" dt="2021-08-23T12:19:32.797" v="1121" actId="700"/>
          <ac:spMkLst>
            <pc:docMk/>
            <pc:sldMk cId="2346687962" sldId="1442"/>
            <ac:spMk id="9" creationId="{00000000-0000-0000-0000-000000000000}"/>
          </ac:spMkLst>
        </pc:spChg>
        <pc:spChg chg="mod">
          <ac:chgData name="Soumita Sengupta" userId="4afa6ce1-cb01-46c2-8538-4650222f0c96" providerId="ADAL" clId="{0A78EE60-BBCD-4A76-81BC-E7FB80E1D58E}" dt="2021-08-23T12:26:15.267" v="1140" actId="1076"/>
          <ac:spMkLst>
            <pc:docMk/>
            <pc:sldMk cId="2346687962" sldId="1442"/>
            <ac:spMk id="11" creationId="{1E09815E-38A2-44A7-926C-CD1E4B0A7838}"/>
          </ac:spMkLst>
        </pc:spChg>
        <pc:spChg chg="add del">
          <ac:chgData name="Soumita Sengupta" userId="4afa6ce1-cb01-46c2-8538-4650222f0c96" providerId="ADAL" clId="{0A78EE60-BBCD-4A76-81BC-E7FB80E1D58E}" dt="2021-08-23T12:19:41.249" v="1124" actId="478"/>
          <ac:spMkLst>
            <pc:docMk/>
            <pc:sldMk cId="2346687962" sldId="1442"/>
            <ac:spMk id="12" creationId="{22D153AA-7C04-4067-8571-D3BD8013E971}"/>
          </ac:spMkLst>
        </pc:spChg>
        <pc:picChg chg="del">
          <ac:chgData name="Soumita Sengupta" userId="4afa6ce1-cb01-46c2-8538-4650222f0c96" providerId="ADAL" clId="{0A78EE60-BBCD-4A76-81BC-E7FB80E1D58E}" dt="2021-08-23T11:32:36.091" v="900" actId="478"/>
          <ac:picMkLst>
            <pc:docMk/>
            <pc:sldMk cId="2346687962" sldId="1442"/>
            <ac:picMk id="7" creationId="{6DF998C1-9EEB-4C68-9CF2-52F47ACA0A9D}"/>
          </ac:picMkLst>
        </pc:picChg>
        <pc:picChg chg="add mod">
          <ac:chgData name="Soumita Sengupta" userId="4afa6ce1-cb01-46c2-8538-4650222f0c96" providerId="ADAL" clId="{0A78EE60-BBCD-4A76-81BC-E7FB80E1D58E}" dt="2021-08-23T12:26:21.504" v="1143" actId="1076"/>
          <ac:picMkLst>
            <pc:docMk/>
            <pc:sldMk cId="2346687962" sldId="1442"/>
            <ac:picMk id="10" creationId="{7B6B2AD3-BEC6-4087-85C8-D986D355BB37}"/>
          </ac:picMkLst>
        </pc:picChg>
      </pc:sldChg>
      <pc:sldChg chg="addSp delSp modSp add mod modClrScheme chgLayout">
        <pc:chgData name="Soumita Sengupta" userId="4afa6ce1-cb01-46c2-8538-4650222f0c96" providerId="ADAL" clId="{0A78EE60-BBCD-4A76-81BC-E7FB80E1D58E}" dt="2021-08-23T12:26:00.858" v="1138" actId="1076"/>
        <pc:sldMkLst>
          <pc:docMk/>
          <pc:sldMk cId="2260615317" sldId="1443"/>
        </pc:sldMkLst>
        <pc:spChg chg="add del mod ord">
          <ac:chgData name="Soumita Sengupta" userId="4afa6ce1-cb01-46c2-8538-4650222f0c96" providerId="ADAL" clId="{0A78EE60-BBCD-4A76-81BC-E7FB80E1D58E}" dt="2021-08-23T12:21:17.256" v="1130" actId="478"/>
          <ac:spMkLst>
            <pc:docMk/>
            <pc:sldMk cId="2260615317" sldId="1443"/>
            <ac:spMk id="2" creationId="{904230B4-EE88-422E-A126-A2F16BC144B7}"/>
          </ac:spMkLst>
        </pc:spChg>
        <pc:spChg chg="add del mod ord">
          <ac:chgData name="Soumita Sengupta" userId="4afa6ce1-cb01-46c2-8538-4650222f0c96" providerId="ADAL" clId="{0A78EE60-BBCD-4A76-81BC-E7FB80E1D58E}" dt="2021-08-23T12:21:07.035" v="1127" actId="478"/>
          <ac:spMkLst>
            <pc:docMk/>
            <pc:sldMk cId="2260615317" sldId="1443"/>
            <ac:spMk id="3" creationId="{643BBF1A-7651-4BF9-9EA4-AE133BC36745}"/>
          </ac:spMkLst>
        </pc:spChg>
        <pc:spChg chg="mod ord">
          <ac:chgData name="Soumita Sengupta" userId="4afa6ce1-cb01-46c2-8538-4650222f0c96" providerId="ADAL" clId="{0A78EE60-BBCD-4A76-81BC-E7FB80E1D58E}" dt="2021-08-23T12:21:04.443" v="1126" actId="700"/>
          <ac:spMkLst>
            <pc:docMk/>
            <pc:sldMk cId="2260615317" sldId="1443"/>
            <ac:spMk id="4" creationId="{00000000-0000-0000-0000-000000000000}"/>
          </ac:spMkLst>
        </pc:spChg>
        <pc:spChg chg="mod ord">
          <ac:chgData name="Soumita Sengupta" userId="4afa6ce1-cb01-46c2-8538-4650222f0c96" providerId="ADAL" clId="{0A78EE60-BBCD-4A76-81BC-E7FB80E1D58E}" dt="2021-08-23T12:21:04.443" v="1126" actId="700"/>
          <ac:spMkLst>
            <pc:docMk/>
            <pc:sldMk cId="2260615317" sldId="1443"/>
            <ac:spMk id="9" creationId="{00000000-0000-0000-0000-000000000000}"/>
          </ac:spMkLst>
        </pc:spChg>
        <pc:spChg chg="mod">
          <ac:chgData name="Soumita Sengupta" userId="4afa6ce1-cb01-46c2-8538-4650222f0c96" providerId="ADAL" clId="{0A78EE60-BBCD-4A76-81BC-E7FB80E1D58E}" dt="2021-08-23T12:25:57.771" v="1137" actId="1076"/>
          <ac:spMkLst>
            <pc:docMk/>
            <pc:sldMk cId="2260615317" sldId="1443"/>
            <ac:spMk id="11" creationId="{1E09815E-38A2-44A7-926C-CD1E4B0A7838}"/>
          </ac:spMkLst>
        </pc:spChg>
        <pc:spChg chg="add del">
          <ac:chgData name="Soumita Sengupta" userId="4afa6ce1-cb01-46c2-8538-4650222f0c96" providerId="ADAL" clId="{0A78EE60-BBCD-4A76-81BC-E7FB80E1D58E}" dt="2021-08-23T12:21:13.946" v="1129" actId="478"/>
          <ac:spMkLst>
            <pc:docMk/>
            <pc:sldMk cId="2260615317" sldId="1443"/>
            <ac:spMk id="12" creationId="{22D153AA-7C04-4067-8571-D3BD8013E971}"/>
          </ac:spMkLst>
        </pc:spChg>
        <pc:graphicFrameChg chg="add mod modGraphic">
          <ac:chgData name="Soumita Sengupta" userId="4afa6ce1-cb01-46c2-8538-4650222f0c96" providerId="ADAL" clId="{0A78EE60-BBCD-4A76-81BC-E7FB80E1D58E}" dt="2021-08-23T12:26:00.858" v="1138" actId="1076"/>
          <ac:graphicFrameMkLst>
            <pc:docMk/>
            <pc:sldMk cId="2260615317" sldId="1443"/>
            <ac:graphicFrameMk id="13" creationId="{7A34417B-F59A-4522-85A5-1AB0115EB122}"/>
          </ac:graphicFrameMkLst>
        </pc:graphicFrameChg>
        <pc:picChg chg="del">
          <ac:chgData name="Soumita Sengupta" userId="4afa6ce1-cb01-46c2-8538-4650222f0c96" providerId="ADAL" clId="{0A78EE60-BBCD-4A76-81BC-E7FB80E1D58E}" dt="2021-08-23T11:36:20.047" v="921" actId="478"/>
          <ac:picMkLst>
            <pc:docMk/>
            <pc:sldMk cId="2260615317" sldId="1443"/>
            <ac:picMk id="10" creationId="{7B6B2AD3-BEC6-4087-85C8-D986D355BB37}"/>
          </ac:picMkLst>
        </pc:picChg>
      </pc:sldChg>
      <pc:sldChg chg="addSp delSp modSp add mod modClrScheme chgLayout">
        <pc:chgData name="Soumita Sengupta" userId="4afa6ce1-cb01-46c2-8538-4650222f0c96" providerId="ADAL" clId="{0A78EE60-BBCD-4A76-81BC-E7FB80E1D58E}" dt="2021-08-23T12:26:06.912" v="1139" actId="1076"/>
        <pc:sldMkLst>
          <pc:docMk/>
          <pc:sldMk cId="1700556363" sldId="1444"/>
        </pc:sldMkLst>
        <pc:spChg chg="add del mod ord">
          <ac:chgData name="Soumita Sengupta" userId="4afa6ce1-cb01-46c2-8538-4650222f0c96" providerId="ADAL" clId="{0A78EE60-BBCD-4A76-81BC-E7FB80E1D58E}" dt="2021-08-23T12:25:35.783" v="1132" actId="478"/>
          <ac:spMkLst>
            <pc:docMk/>
            <pc:sldMk cId="1700556363" sldId="1444"/>
            <ac:spMk id="2" creationId="{AA149F04-6639-4D61-B871-0223BBAFF1D1}"/>
          </ac:spMkLst>
        </pc:spChg>
        <pc:spChg chg="add del mod ord">
          <ac:chgData name="Soumita Sengupta" userId="4afa6ce1-cb01-46c2-8538-4650222f0c96" providerId="ADAL" clId="{0A78EE60-BBCD-4A76-81BC-E7FB80E1D58E}" dt="2021-08-23T12:25:39.932" v="1133" actId="478"/>
          <ac:spMkLst>
            <pc:docMk/>
            <pc:sldMk cId="1700556363" sldId="1444"/>
            <ac:spMk id="3" creationId="{55661B5A-3E81-4FB9-9615-8A578ECAA2E0}"/>
          </ac:spMkLst>
        </pc:spChg>
        <pc:spChg chg="mod ord">
          <ac:chgData name="Soumita Sengupta" userId="4afa6ce1-cb01-46c2-8538-4650222f0c96" providerId="ADAL" clId="{0A78EE60-BBCD-4A76-81BC-E7FB80E1D58E}" dt="2021-08-23T12:21:23.107" v="1131" actId="700"/>
          <ac:spMkLst>
            <pc:docMk/>
            <pc:sldMk cId="1700556363" sldId="1444"/>
            <ac:spMk id="4" creationId="{00000000-0000-0000-0000-000000000000}"/>
          </ac:spMkLst>
        </pc:spChg>
        <pc:spChg chg="mod ord">
          <ac:chgData name="Soumita Sengupta" userId="4afa6ce1-cb01-46c2-8538-4650222f0c96" providerId="ADAL" clId="{0A78EE60-BBCD-4A76-81BC-E7FB80E1D58E}" dt="2021-08-23T12:21:23.107" v="1131" actId="700"/>
          <ac:spMkLst>
            <pc:docMk/>
            <pc:sldMk cId="1700556363" sldId="1444"/>
            <ac:spMk id="9" creationId="{00000000-0000-0000-0000-000000000000}"/>
          </ac:spMkLst>
        </pc:spChg>
        <pc:spChg chg="mod">
          <ac:chgData name="Soumita Sengupta" userId="4afa6ce1-cb01-46c2-8538-4650222f0c96" providerId="ADAL" clId="{0A78EE60-BBCD-4A76-81BC-E7FB80E1D58E}" dt="2021-08-23T12:25:47.788" v="1135" actId="1076"/>
          <ac:spMkLst>
            <pc:docMk/>
            <pc:sldMk cId="1700556363" sldId="1444"/>
            <ac:spMk id="11" creationId="{1E09815E-38A2-44A7-926C-CD1E4B0A7838}"/>
          </ac:spMkLst>
        </pc:spChg>
        <pc:graphicFrameChg chg="add mod modGraphic">
          <ac:chgData name="Soumita Sengupta" userId="4afa6ce1-cb01-46c2-8538-4650222f0c96" providerId="ADAL" clId="{0A78EE60-BBCD-4A76-81BC-E7FB80E1D58E}" dt="2021-08-23T12:26:06.912" v="1139" actId="1076"/>
          <ac:graphicFrameMkLst>
            <pc:docMk/>
            <pc:sldMk cId="1700556363" sldId="1444"/>
            <ac:graphicFrameMk id="10" creationId="{5F211C8A-8847-46DC-A2A0-6C1C27CF2F62}"/>
          </ac:graphicFrameMkLst>
        </pc:graphicFrameChg>
        <pc:graphicFrameChg chg="del modGraphic">
          <ac:chgData name="Soumita Sengupta" userId="4afa6ce1-cb01-46c2-8538-4650222f0c96" providerId="ADAL" clId="{0A78EE60-BBCD-4A76-81BC-E7FB80E1D58E}" dt="2021-08-23T11:37:46.528" v="941" actId="478"/>
          <ac:graphicFrameMkLst>
            <pc:docMk/>
            <pc:sldMk cId="1700556363" sldId="1444"/>
            <ac:graphicFrameMk id="13" creationId="{7A34417B-F59A-4522-85A5-1AB0115EB122}"/>
          </ac:graphicFrameMkLst>
        </pc:graphicFrameChg>
      </pc:sldChg>
      <pc:sldChg chg="modSp add mod ord">
        <pc:chgData name="Soumita Sengupta" userId="4afa6ce1-cb01-46c2-8538-4650222f0c96" providerId="ADAL" clId="{0A78EE60-BBCD-4A76-81BC-E7FB80E1D58E}" dt="2021-08-23T11:39:15.521" v="973"/>
        <pc:sldMkLst>
          <pc:docMk/>
          <pc:sldMk cId="964145454" sldId="1445"/>
        </pc:sldMkLst>
        <pc:spChg chg="mod">
          <ac:chgData name="Soumita Sengupta" userId="4afa6ce1-cb01-46c2-8538-4650222f0c96" providerId="ADAL" clId="{0A78EE60-BBCD-4A76-81BC-E7FB80E1D58E}" dt="2021-08-23T11:39:10.337" v="971" actId="20577"/>
          <ac:spMkLst>
            <pc:docMk/>
            <pc:sldMk cId="964145454" sldId="1445"/>
            <ac:spMk id="2" creationId="{57983F62-BBB9-431B-A37F-BDA0DC7153F6}"/>
          </ac:spMkLst>
        </pc:spChg>
      </pc:sldChg>
    </pc:docChg>
  </pc:docChgLst>
  <pc:docChgLst>
    <pc:chgData name="Soumita Sengupta" userId="4afa6ce1-cb01-46c2-8538-4650222f0c96" providerId="ADAL" clId="{875F669D-74BC-4232-91C4-0841C4359CB3}"/>
    <pc:docChg chg="modSld">
      <pc:chgData name="Soumita Sengupta" userId="4afa6ce1-cb01-46c2-8538-4650222f0c96" providerId="ADAL" clId="{875F669D-74BC-4232-91C4-0841C4359CB3}" dt="2021-08-26T12:46:58.240" v="26" actId="20577"/>
      <pc:docMkLst>
        <pc:docMk/>
      </pc:docMkLst>
      <pc:sldChg chg="modSp mod">
        <pc:chgData name="Soumita Sengupta" userId="4afa6ce1-cb01-46c2-8538-4650222f0c96" providerId="ADAL" clId="{875F669D-74BC-4232-91C4-0841C4359CB3}" dt="2021-08-26T12:46:58.240" v="26" actId="20577"/>
        <pc:sldMkLst>
          <pc:docMk/>
          <pc:sldMk cId="1912468287" sldId="260"/>
        </pc:sldMkLst>
        <pc:spChg chg="mod">
          <ac:chgData name="Soumita Sengupta" userId="4afa6ce1-cb01-46c2-8538-4650222f0c96" providerId="ADAL" clId="{875F669D-74BC-4232-91C4-0841C4359CB3}" dt="2021-08-26T12:46:58.240" v="26" actId="20577"/>
          <ac:spMkLst>
            <pc:docMk/>
            <pc:sldMk cId="1912468287" sldId="260"/>
            <ac:spMk id="5" creationId="{00000000-0000-0000-0000-000000000000}"/>
          </ac:spMkLst>
        </pc:spChg>
      </pc:sldChg>
      <pc:sldChg chg="modSp mod">
        <pc:chgData name="Soumita Sengupta" userId="4afa6ce1-cb01-46c2-8538-4650222f0c96" providerId="ADAL" clId="{875F669D-74BC-4232-91C4-0841C4359CB3}" dt="2021-08-26T12:46:00.046" v="3" actId="20577"/>
        <pc:sldMkLst>
          <pc:docMk/>
          <pc:sldMk cId="2584036331" sldId="339"/>
        </pc:sldMkLst>
        <pc:spChg chg="mod">
          <ac:chgData name="Soumita Sengupta" userId="4afa6ce1-cb01-46c2-8538-4650222f0c96" providerId="ADAL" clId="{875F669D-74BC-4232-91C4-0841C4359CB3}" dt="2021-08-26T12:46:00.046" v="3" actId="20577"/>
          <ac:spMkLst>
            <pc:docMk/>
            <pc:sldMk cId="2584036331" sldId="339"/>
            <ac:spMk id="5" creationId="{6D1A1596-A8D7-4C1A-8956-0FA40A84EFCA}"/>
          </ac:spMkLst>
        </pc:spChg>
      </pc:sldChg>
    </pc:docChg>
  </pc:docChgLst>
  <pc:docChgLst>
    <pc:chgData name="Soumita Sengupta" userId="4afa6ce1-cb01-46c2-8538-4650222f0c96" providerId="ADAL" clId="{EBCC04DE-33C6-4BF7-92A4-631C1E01E167}"/>
    <pc:docChg chg="undo custSel addSld delSld modSld">
      <pc:chgData name="Soumita Sengupta" userId="4afa6ce1-cb01-46c2-8538-4650222f0c96" providerId="ADAL" clId="{EBCC04DE-33C6-4BF7-92A4-631C1E01E167}" dt="2021-06-01T07:16:42.779" v="92" actId="207"/>
      <pc:docMkLst>
        <pc:docMk/>
      </pc:docMkLst>
      <pc:sldChg chg="del">
        <pc:chgData name="Soumita Sengupta" userId="4afa6ce1-cb01-46c2-8538-4650222f0c96" providerId="ADAL" clId="{EBCC04DE-33C6-4BF7-92A4-631C1E01E167}" dt="2021-06-01T06:51:49.751" v="2" actId="47"/>
        <pc:sldMkLst>
          <pc:docMk/>
          <pc:sldMk cId="3505707011" sldId="258"/>
        </pc:sldMkLst>
      </pc:sldChg>
      <pc:sldChg chg="modSp add mod">
        <pc:chgData name="Soumita Sengupta" userId="4afa6ce1-cb01-46c2-8538-4650222f0c96" providerId="ADAL" clId="{EBCC04DE-33C6-4BF7-92A4-631C1E01E167}" dt="2021-06-01T07:15:25.878" v="81" actId="207"/>
        <pc:sldMkLst>
          <pc:docMk/>
          <pc:sldMk cId="1022635140" sldId="259"/>
        </pc:sldMkLst>
        <pc:spChg chg="mod">
          <ac:chgData name="Soumita Sengupta" userId="4afa6ce1-cb01-46c2-8538-4650222f0c96" providerId="ADAL" clId="{EBCC04DE-33C6-4BF7-92A4-631C1E01E167}" dt="2021-06-01T07:05:19.111" v="26" actId="255"/>
          <ac:spMkLst>
            <pc:docMk/>
            <pc:sldMk cId="1022635140" sldId="259"/>
            <ac:spMk id="3" creationId="{00000000-0000-0000-0000-000000000000}"/>
          </ac:spMkLst>
        </pc:spChg>
        <pc:spChg chg="mod">
          <ac:chgData name="Soumita Sengupta" userId="4afa6ce1-cb01-46c2-8538-4650222f0c96" providerId="ADAL" clId="{EBCC04DE-33C6-4BF7-92A4-631C1E01E167}" dt="2021-06-01T07:15:25.878" v="81" actId="207"/>
          <ac:spMkLst>
            <pc:docMk/>
            <pc:sldMk cId="1022635140" sldId="259"/>
            <ac:spMk id="4" creationId="{8036B5C3-E622-4635-A937-F798BBCC23C4}"/>
          </ac:spMkLst>
        </pc:spChg>
        <pc:spChg chg="mod">
          <ac:chgData name="Soumita Sengupta" userId="4afa6ce1-cb01-46c2-8538-4650222f0c96" providerId="ADAL" clId="{EBCC04DE-33C6-4BF7-92A4-631C1E01E167}" dt="2021-06-01T07:15:25.878" v="81" actId="207"/>
          <ac:spMkLst>
            <pc:docMk/>
            <pc:sldMk cId="1022635140" sldId="259"/>
            <ac:spMk id="5" creationId="{A7C4FB5B-10CF-4442-879A-9E19985E0940}"/>
          </ac:spMkLst>
        </pc:spChg>
      </pc:sldChg>
      <pc:sldChg chg="del">
        <pc:chgData name="Soumita Sengupta" userId="4afa6ce1-cb01-46c2-8538-4650222f0c96" providerId="ADAL" clId="{EBCC04DE-33C6-4BF7-92A4-631C1E01E167}" dt="2021-06-01T07:12:10.665" v="54" actId="47"/>
        <pc:sldMkLst>
          <pc:docMk/>
          <pc:sldMk cId="1912468287" sldId="260"/>
        </pc:sldMkLst>
      </pc:sldChg>
      <pc:sldChg chg="modSp add mod">
        <pc:chgData name="Soumita Sengupta" userId="4afa6ce1-cb01-46c2-8538-4650222f0c96" providerId="ADAL" clId="{EBCC04DE-33C6-4BF7-92A4-631C1E01E167}" dt="2021-06-01T07:08:55.134" v="36" actId="255"/>
        <pc:sldMkLst>
          <pc:docMk/>
          <pc:sldMk cId="1672968615" sldId="261"/>
        </pc:sldMkLst>
        <pc:spChg chg="mod">
          <ac:chgData name="Soumita Sengupta" userId="4afa6ce1-cb01-46c2-8538-4650222f0c96" providerId="ADAL" clId="{EBCC04DE-33C6-4BF7-92A4-631C1E01E167}" dt="2021-06-01T07:08:55.134" v="36" actId="255"/>
          <ac:spMkLst>
            <pc:docMk/>
            <pc:sldMk cId="1672968615" sldId="261"/>
            <ac:spMk id="3" creationId="{00000000-0000-0000-0000-000000000000}"/>
          </ac:spMkLst>
        </pc:spChg>
        <pc:spChg chg="mod">
          <ac:chgData name="Soumita Sengupta" userId="4afa6ce1-cb01-46c2-8538-4650222f0c96" providerId="ADAL" clId="{EBCC04DE-33C6-4BF7-92A4-631C1E01E167}" dt="2021-06-01T07:08:49.966" v="35" actId="255"/>
          <ac:spMkLst>
            <pc:docMk/>
            <pc:sldMk cId="1672968615" sldId="261"/>
            <ac:spMk id="14" creationId="{912F0195-9D62-4171-BC6C-2154CEE1E887}"/>
          </ac:spMkLst>
        </pc:spChg>
      </pc:sldChg>
      <pc:sldChg chg="modSp add mod">
        <pc:chgData name="Soumita Sengupta" userId="4afa6ce1-cb01-46c2-8538-4650222f0c96" providerId="ADAL" clId="{EBCC04DE-33C6-4BF7-92A4-631C1E01E167}" dt="2021-06-01T07:15:55.986" v="85" actId="207"/>
        <pc:sldMkLst>
          <pc:docMk/>
          <pc:sldMk cId="1736851683" sldId="262"/>
        </pc:sldMkLst>
        <pc:spChg chg="mod">
          <ac:chgData name="Soumita Sengupta" userId="4afa6ce1-cb01-46c2-8538-4650222f0c96" providerId="ADAL" clId="{EBCC04DE-33C6-4BF7-92A4-631C1E01E167}" dt="2021-06-01T07:09:13.391" v="37" actId="255"/>
          <ac:spMkLst>
            <pc:docMk/>
            <pc:sldMk cId="1736851683" sldId="262"/>
            <ac:spMk id="3" creationId="{00000000-0000-0000-0000-000000000000}"/>
          </ac:spMkLst>
        </pc:spChg>
        <pc:spChg chg="mod">
          <ac:chgData name="Soumita Sengupta" userId="4afa6ce1-cb01-46c2-8538-4650222f0c96" providerId="ADAL" clId="{EBCC04DE-33C6-4BF7-92A4-631C1E01E167}" dt="2021-06-01T07:15:55.986" v="85" actId="207"/>
          <ac:spMkLst>
            <pc:docMk/>
            <pc:sldMk cId="1736851683" sldId="262"/>
            <ac:spMk id="4" creationId="{3AED4FD9-4B6D-4065-AB11-F7937A5A2050}"/>
          </ac:spMkLst>
        </pc:spChg>
        <pc:spChg chg="mod">
          <ac:chgData name="Soumita Sengupta" userId="4afa6ce1-cb01-46c2-8538-4650222f0c96" providerId="ADAL" clId="{EBCC04DE-33C6-4BF7-92A4-631C1E01E167}" dt="2021-06-01T07:15:55.986" v="85" actId="207"/>
          <ac:spMkLst>
            <pc:docMk/>
            <pc:sldMk cId="1736851683" sldId="262"/>
            <ac:spMk id="5" creationId="{8D26BC62-80E0-49EC-BAD2-29ABE7EC757D}"/>
          </ac:spMkLst>
        </pc:spChg>
      </pc:sldChg>
      <pc:sldChg chg="modSp add mod">
        <pc:chgData name="Soumita Sengupta" userId="4afa6ce1-cb01-46c2-8538-4650222f0c96" providerId="ADAL" clId="{EBCC04DE-33C6-4BF7-92A4-631C1E01E167}" dt="2021-06-01T07:16:04.496" v="86" actId="207"/>
        <pc:sldMkLst>
          <pc:docMk/>
          <pc:sldMk cId="2420192051" sldId="263"/>
        </pc:sldMkLst>
        <pc:spChg chg="mod">
          <ac:chgData name="Soumita Sengupta" userId="4afa6ce1-cb01-46c2-8538-4650222f0c96" providerId="ADAL" clId="{EBCC04DE-33C6-4BF7-92A4-631C1E01E167}" dt="2021-06-01T07:09:58.512" v="43" actId="255"/>
          <ac:spMkLst>
            <pc:docMk/>
            <pc:sldMk cId="2420192051" sldId="263"/>
            <ac:spMk id="3" creationId="{00000000-0000-0000-0000-000000000000}"/>
          </ac:spMkLst>
        </pc:spChg>
        <pc:spChg chg="mod">
          <ac:chgData name="Soumita Sengupta" userId="4afa6ce1-cb01-46c2-8538-4650222f0c96" providerId="ADAL" clId="{EBCC04DE-33C6-4BF7-92A4-631C1E01E167}" dt="2021-06-01T07:16:04.496" v="86" actId="207"/>
          <ac:spMkLst>
            <pc:docMk/>
            <pc:sldMk cId="2420192051" sldId="263"/>
            <ac:spMk id="4" creationId="{9D71E05F-FC71-4A1A-B8D2-044A50ED7CD5}"/>
          </ac:spMkLst>
        </pc:spChg>
        <pc:spChg chg="mod">
          <ac:chgData name="Soumita Sengupta" userId="4afa6ce1-cb01-46c2-8538-4650222f0c96" providerId="ADAL" clId="{EBCC04DE-33C6-4BF7-92A4-631C1E01E167}" dt="2021-06-01T07:16:04.496" v="86" actId="207"/>
          <ac:spMkLst>
            <pc:docMk/>
            <pc:sldMk cId="2420192051" sldId="263"/>
            <ac:spMk id="5" creationId="{0F5C877E-F40D-4D60-B0D7-3EE950DB68F1}"/>
          </ac:spMkLst>
        </pc:spChg>
      </pc:sldChg>
      <pc:sldChg chg="modSp add mod">
        <pc:chgData name="Soumita Sengupta" userId="4afa6ce1-cb01-46c2-8538-4650222f0c96" providerId="ADAL" clId="{EBCC04DE-33C6-4BF7-92A4-631C1E01E167}" dt="2021-06-01T07:16:10.165" v="87" actId="207"/>
        <pc:sldMkLst>
          <pc:docMk/>
          <pc:sldMk cId="2264191856" sldId="264"/>
        </pc:sldMkLst>
        <pc:spChg chg="mod">
          <ac:chgData name="Soumita Sengupta" userId="4afa6ce1-cb01-46c2-8538-4650222f0c96" providerId="ADAL" clId="{EBCC04DE-33C6-4BF7-92A4-631C1E01E167}" dt="2021-06-01T07:10:14.864" v="44" actId="255"/>
          <ac:spMkLst>
            <pc:docMk/>
            <pc:sldMk cId="2264191856" sldId="264"/>
            <ac:spMk id="3" creationId="{00000000-0000-0000-0000-000000000000}"/>
          </ac:spMkLst>
        </pc:spChg>
        <pc:spChg chg="mod">
          <ac:chgData name="Soumita Sengupta" userId="4afa6ce1-cb01-46c2-8538-4650222f0c96" providerId="ADAL" clId="{EBCC04DE-33C6-4BF7-92A4-631C1E01E167}" dt="2021-06-01T07:16:10.165" v="87" actId="207"/>
          <ac:spMkLst>
            <pc:docMk/>
            <pc:sldMk cId="2264191856" sldId="264"/>
            <ac:spMk id="4" creationId="{EEEC2EFD-7A8E-4D50-9CCF-8CBB63C5965E}"/>
          </ac:spMkLst>
        </pc:spChg>
        <pc:spChg chg="mod">
          <ac:chgData name="Soumita Sengupta" userId="4afa6ce1-cb01-46c2-8538-4650222f0c96" providerId="ADAL" clId="{EBCC04DE-33C6-4BF7-92A4-631C1E01E167}" dt="2021-06-01T07:16:10.165" v="87" actId="207"/>
          <ac:spMkLst>
            <pc:docMk/>
            <pc:sldMk cId="2264191856" sldId="264"/>
            <ac:spMk id="5" creationId="{BA202B0C-E076-450E-9DE0-4B0CD8239EF8}"/>
          </ac:spMkLst>
        </pc:spChg>
      </pc:sldChg>
      <pc:sldChg chg="modSp add mod">
        <pc:chgData name="Soumita Sengupta" userId="4afa6ce1-cb01-46c2-8538-4650222f0c96" providerId="ADAL" clId="{EBCC04DE-33C6-4BF7-92A4-631C1E01E167}" dt="2021-06-01T07:11:04.441" v="48" actId="20577"/>
        <pc:sldMkLst>
          <pc:docMk/>
          <pc:sldMk cId="3421038341" sldId="265"/>
        </pc:sldMkLst>
        <pc:spChg chg="mod">
          <ac:chgData name="Soumita Sengupta" userId="4afa6ce1-cb01-46c2-8538-4650222f0c96" providerId="ADAL" clId="{EBCC04DE-33C6-4BF7-92A4-631C1E01E167}" dt="2021-06-01T07:11:04.441" v="48" actId="20577"/>
          <ac:spMkLst>
            <pc:docMk/>
            <pc:sldMk cId="3421038341" sldId="265"/>
            <ac:spMk id="3" creationId="{00000000-0000-0000-0000-000000000000}"/>
          </ac:spMkLst>
        </pc:spChg>
      </pc:sldChg>
      <pc:sldChg chg="modSp add mod">
        <pc:chgData name="Soumita Sengupta" userId="4afa6ce1-cb01-46c2-8538-4650222f0c96" providerId="ADAL" clId="{EBCC04DE-33C6-4BF7-92A4-631C1E01E167}" dt="2021-06-01T07:16:23.941" v="89" actId="207"/>
        <pc:sldMkLst>
          <pc:docMk/>
          <pc:sldMk cId="1488796333" sldId="266"/>
        </pc:sldMkLst>
        <pc:spChg chg="mod">
          <ac:chgData name="Soumita Sengupta" userId="4afa6ce1-cb01-46c2-8538-4650222f0c96" providerId="ADAL" clId="{EBCC04DE-33C6-4BF7-92A4-631C1E01E167}" dt="2021-06-01T07:11:42.756" v="51" actId="255"/>
          <ac:spMkLst>
            <pc:docMk/>
            <pc:sldMk cId="1488796333" sldId="266"/>
            <ac:spMk id="3" creationId="{00000000-0000-0000-0000-000000000000}"/>
          </ac:spMkLst>
        </pc:spChg>
        <pc:spChg chg="mod">
          <ac:chgData name="Soumita Sengupta" userId="4afa6ce1-cb01-46c2-8538-4650222f0c96" providerId="ADAL" clId="{EBCC04DE-33C6-4BF7-92A4-631C1E01E167}" dt="2021-06-01T07:16:23.941" v="89" actId="207"/>
          <ac:spMkLst>
            <pc:docMk/>
            <pc:sldMk cId="1488796333" sldId="266"/>
            <ac:spMk id="4" creationId="{F522E753-83BF-45FE-B19B-991CC88F6453}"/>
          </ac:spMkLst>
        </pc:spChg>
        <pc:spChg chg="mod">
          <ac:chgData name="Soumita Sengupta" userId="4afa6ce1-cb01-46c2-8538-4650222f0c96" providerId="ADAL" clId="{EBCC04DE-33C6-4BF7-92A4-631C1E01E167}" dt="2021-06-01T07:16:23.941" v="89" actId="207"/>
          <ac:spMkLst>
            <pc:docMk/>
            <pc:sldMk cId="1488796333" sldId="266"/>
            <ac:spMk id="5" creationId="{82AC65A8-6AAC-4CB7-8E9E-D9FB8618C9B1}"/>
          </ac:spMkLst>
        </pc:spChg>
      </pc:sldChg>
      <pc:sldChg chg="del">
        <pc:chgData name="Soumita Sengupta" userId="4afa6ce1-cb01-46c2-8538-4650222f0c96" providerId="ADAL" clId="{EBCC04DE-33C6-4BF7-92A4-631C1E01E167}" dt="2021-06-01T07:12:15.234" v="56" actId="47"/>
        <pc:sldMkLst>
          <pc:docMk/>
          <pc:sldMk cId="4213263748" sldId="268"/>
        </pc:sldMkLst>
      </pc:sldChg>
      <pc:sldChg chg="del">
        <pc:chgData name="Soumita Sengupta" userId="4afa6ce1-cb01-46c2-8538-4650222f0c96" providerId="ADAL" clId="{EBCC04DE-33C6-4BF7-92A4-631C1E01E167}" dt="2021-06-01T07:12:16.671" v="57" actId="47"/>
        <pc:sldMkLst>
          <pc:docMk/>
          <pc:sldMk cId="458674981" sldId="269"/>
        </pc:sldMkLst>
      </pc:sldChg>
      <pc:sldChg chg="del">
        <pc:chgData name="Soumita Sengupta" userId="4afa6ce1-cb01-46c2-8538-4650222f0c96" providerId="ADAL" clId="{EBCC04DE-33C6-4BF7-92A4-631C1E01E167}" dt="2021-06-01T07:12:18.608" v="58" actId="47"/>
        <pc:sldMkLst>
          <pc:docMk/>
          <pc:sldMk cId="2152186373" sldId="270"/>
        </pc:sldMkLst>
      </pc:sldChg>
      <pc:sldChg chg="add del">
        <pc:chgData name="Soumita Sengupta" userId="4afa6ce1-cb01-46c2-8538-4650222f0c96" providerId="ADAL" clId="{EBCC04DE-33C6-4BF7-92A4-631C1E01E167}" dt="2021-06-01T07:05:11.169" v="25" actId="47"/>
        <pc:sldMkLst>
          <pc:docMk/>
          <pc:sldMk cId="4041059787" sldId="271"/>
        </pc:sldMkLst>
      </pc:sldChg>
      <pc:sldChg chg="add del">
        <pc:chgData name="Soumita Sengupta" userId="4afa6ce1-cb01-46c2-8538-4650222f0c96" providerId="ADAL" clId="{EBCC04DE-33C6-4BF7-92A4-631C1E01E167}" dt="2021-06-01T07:12:28.669" v="62" actId="47"/>
        <pc:sldMkLst>
          <pc:docMk/>
          <pc:sldMk cId="2097761920" sldId="272"/>
        </pc:sldMkLst>
      </pc:sldChg>
      <pc:sldChg chg="delSp modSp add mod">
        <pc:chgData name="Soumita Sengupta" userId="4afa6ce1-cb01-46c2-8538-4650222f0c96" providerId="ADAL" clId="{EBCC04DE-33C6-4BF7-92A4-631C1E01E167}" dt="2021-06-01T07:16:19.596" v="88" actId="207"/>
        <pc:sldMkLst>
          <pc:docMk/>
          <pc:sldMk cId="597918064" sldId="273"/>
        </pc:sldMkLst>
        <pc:spChg chg="del">
          <ac:chgData name="Soumita Sengupta" userId="4afa6ce1-cb01-46c2-8538-4650222f0c96" providerId="ADAL" clId="{EBCC04DE-33C6-4BF7-92A4-631C1E01E167}" dt="2021-06-01T07:10:26.083" v="45" actId="478"/>
          <ac:spMkLst>
            <pc:docMk/>
            <pc:sldMk cId="597918064" sldId="273"/>
            <ac:spMk id="3" creationId="{00000000-0000-0000-0000-000000000000}"/>
          </ac:spMkLst>
        </pc:spChg>
        <pc:spChg chg="mod">
          <ac:chgData name="Soumita Sengupta" userId="4afa6ce1-cb01-46c2-8538-4650222f0c96" providerId="ADAL" clId="{EBCC04DE-33C6-4BF7-92A4-631C1E01E167}" dt="2021-06-01T07:16:19.596" v="88" actId="207"/>
          <ac:spMkLst>
            <pc:docMk/>
            <pc:sldMk cId="597918064" sldId="273"/>
            <ac:spMk id="8" creationId="{886A4682-F2EB-4716-A330-85CE1E97E82F}"/>
          </ac:spMkLst>
        </pc:spChg>
        <pc:spChg chg="mod">
          <ac:chgData name="Soumita Sengupta" userId="4afa6ce1-cb01-46c2-8538-4650222f0c96" providerId="ADAL" clId="{EBCC04DE-33C6-4BF7-92A4-631C1E01E167}" dt="2021-06-01T07:16:19.596" v="88" actId="207"/>
          <ac:spMkLst>
            <pc:docMk/>
            <pc:sldMk cId="597918064" sldId="273"/>
            <ac:spMk id="9" creationId="{DB584F56-DA53-4D63-96F5-BB6E2E338917}"/>
          </ac:spMkLst>
        </pc:spChg>
      </pc:sldChg>
      <pc:sldChg chg="modSp add mod">
        <pc:chgData name="Soumita Sengupta" userId="4afa6ce1-cb01-46c2-8538-4650222f0c96" providerId="ADAL" clId="{EBCC04DE-33C6-4BF7-92A4-631C1E01E167}" dt="2021-06-01T07:16:36.792" v="91" actId="207"/>
        <pc:sldMkLst>
          <pc:docMk/>
          <pc:sldMk cId="2239544602" sldId="275"/>
        </pc:sldMkLst>
        <pc:spChg chg="mod">
          <ac:chgData name="Soumita Sengupta" userId="4afa6ce1-cb01-46c2-8538-4650222f0c96" providerId="ADAL" clId="{EBCC04DE-33C6-4BF7-92A4-631C1E01E167}" dt="2021-06-01T07:11:59.497" v="53" actId="27636"/>
          <ac:spMkLst>
            <pc:docMk/>
            <pc:sldMk cId="2239544602" sldId="275"/>
            <ac:spMk id="3" creationId="{00000000-0000-0000-0000-000000000000}"/>
          </ac:spMkLst>
        </pc:spChg>
        <pc:spChg chg="mod">
          <ac:chgData name="Soumita Sengupta" userId="4afa6ce1-cb01-46c2-8538-4650222f0c96" providerId="ADAL" clId="{EBCC04DE-33C6-4BF7-92A4-631C1E01E167}" dt="2021-06-01T07:16:36.792" v="91" actId="207"/>
          <ac:spMkLst>
            <pc:docMk/>
            <pc:sldMk cId="2239544602" sldId="275"/>
            <ac:spMk id="5" creationId="{2B4C5041-C411-49D2-A053-A551C0E7032C}"/>
          </ac:spMkLst>
        </pc:spChg>
        <pc:spChg chg="mod">
          <ac:chgData name="Soumita Sengupta" userId="4afa6ce1-cb01-46c2-8538-4650222f0c96" providerId="ADAL" clId="{EBCC04DE-33C6-4BF7-92A4-631C1E01E167}" dt="2021-06-01T07:16:36.792" v="91" actId="207"/>
          <ac:spMkLst>
            <pc:docMk/>
            <pc:sldMk cId="2239544602" sldId="275"/>
            <ac:spMk id="6" creationId="{B6099F1A-840E-4815-8FFF-B722E207FE90}"/>
          </ac:spMkLst>
        </pc:spChg>
      </pc:sldChg>
      <pc:sldChg chg="modSp add mod">
        <pc:chgData name="Soumita Sengupta" userId="4afa6ce1-cb01-46c2-8538-4650222f0c96" providerId="ADAL" clId="{EBCC04DE-33C6-4BF7-92A4-631C1E01E167}" dt="2021-06-01T07:15:18.939" v="80" actId="207"/>
        <pc:sldMkLst>
          <pc:docMk/>
          <pc:sldMk cId="1067621467" sldId="296"/>
        </pc:sldMkLst>
        <pc:spChg chg="mod">
          <ac:chgData name="Soumita Sengupta" userId="4afa6ce1-cb01-46c2-8538-4650222f0c96" providerId="ADAL" clId="{EBCC04DE-33C6-4BF7-92A4-631C1E01E167}" dt="2021-06-01T07:15:18.939" v="80" actId="207"/>
          <ac:spMkLst>
            <pc:docMk/>
            <pc:sldMk cId="1067621467" sldId="296"/>
            <ac:spMk id="4" creationId="{0B7AEDBB-0A41-4C35-BE55-F46D0CA94435}"/>
          </ac:spMkLst>
        </pc:spChg>
        <pc:spChg chg="mod">
          <ac:chgData name="Soumita Sengupta" userId="4afa6ce1-cb01-46c2-8538-4650222f0c96" providerId="ADAL" clId="{EBCC04DE-33C6-4BF7-92A4-631C1E01E167}" dt="2021-06-01T07:15:18.939" v="80" actId="207"/>
          <ac:spMkLst>
            <pc:docMk/>
            <pc:sldMk cId="1067621467" sldId="296"/>
            <ac:spMk id="5" creationId="{2176AF9F-4E1F-499E-95FC-3C830E07D3B2}"/>
          </ac:spMkLst>
        </pc:spChg>
        <pc:spChg chg="mod">
          <ac:chgData name="Soumita Sengupta" userId="4afa6ce1-cb01-46c2-8538-4650222f0c96" providerId="ADAL" clId="{EBCC04DE-33C6-4BF7-92A4-631C1E01E167}" dt="2021-06-01T07:03:55.053" v="10" actId="255"/>
          <ac:spMkLst>
            <pc:docMk/>
            <pc:sldMk cId="1067621467" sldId="296"/>
            <ac:spMk id="6" creationId="{E8B92EB7-B2DB-4719-A862-7FA74B112890}"/>
          </ac:spMkLst>
        </pc:spChg>
      </pc:sldChg>
      <pc:sldChg chg="modSp add mod">
        <pc:chgData name="Soumita Sengupta" userId="4afa6ce1-cb01-46c2-8538-4650222f0c96" providerId="ADAL" clId="{EBCC04DE-33C6-4BF7-92A4-631C1E01E167}" dt="2021-06-01T07:14:40.105" v="79" actId="207"/>
        <pc:sldMkLst>
          <pc:docMk/>
          <pc:sldMk cId="423898684" sldId="297"/>
        </pc:sldMkLst>
        <pc:spChg chg="mod">
          <ac:chgData name="Soumita Sengupta" userId="4afa6ce1-cb01-46c2-8538-4650222f0c96" providerId="ADAL" clId="{EBCC04DE-33C6-4BF7-92A4-631C1E01E167}" dt="2021-06-01T07:12:56.539" v="65" actId="14100"/>
          <ac:spMkLst>
            <pc:docMk/>
            <pc:sldMk cId="423898684" sldId="297"/>
            <ac:spMk id="3" creationId="{00000000-0000-0000-0000-000000000000}"/>
          </ac:spMkLst>
        </pc:spChg>
        <pc:spChg chg="mod">
          <ac:chgData name="Soumita Sengupta" userId="4afa6ce1-cb01-46c2-8538-4650222f0c96" providerId="ADAL" clId="{EBCC04DE-33C6-4BF7-92A4-631C1E01E167}" dt="2021-06-01T07:14:40.105" v="79" actId="207"/>
          <ac:spMkLst>
            <pc:docMk/>
            <pc:sldMk cId="423898684" sldId="297"/>
            <ac:spMk id="6" creationId="{0D77E2B2-4D77-41EC-8E80-D1D20A4D58E9}"/>
          </ac:spMkLst>
        </pc:spChg>
        <pc:spChg chg="mod">
          <ac:chgData name="Soumita Sengupta" userId="4afa6ce1-cb01-46c2-8538-4650222f0c96" providerId="ADAL" clId="{EBCC04DE-33C6-4BF7-92A4-631C1E01E167}" dt="2021-06-01T07:14:40.105" v="79" actId="207"/>
          <ac:spMkLst>
            <pc:docMk/>
            <pc:sldMk cId="423898684" sldId="297"/>
            <ac:spMk id="7" creationId="{BE15210E-5F51-44D9-861F-0C16142EEA69}"/>
          </ac:spMkLst>
        </pc:spChg>
      </pc:sldChg>
      <pc:sldChg chg="modSp add mod">
        <pc:chgData name="Soumita Sengupta" userId="4afa6ce1-cb01-46c2-8538-4650222f0c96" providerId="ADAL" clId="{EBCC04DE-33C6-4BF7-92A4-631C1E01E167}" dt="2021-06-01T07:15:32.044" v="82" actId="207"/>
        <pc:sldMkLst>
          <pc:docMk/>
          <pc:sldMk cId="1391298160" sldId="298"/>
        </pc:sldMkLst>
        <pc:spChg chg="mod">
          <ac:chgData name="Soumita Sengupta" userId="4afa6ce1-cb01-46c2-8538-4650222f0c96" providerId="ADAL" clId="{EBCC04DE-33C6-4BF7-92A4-631C1E01E167}" dt="2021-06-01T07:06:16.522" v="32" actId="20577"/>
          <ac:spMkLst>
            <pc:docMk/>
            <pc:sldMk cId="1391298160" sldId="298"/>
            <ac:spMk id="3" creationId="{00000000-0000-0000-0000-000000000000}"/>
          </ac:spMkLst>
        </pc:spChg>
        <pc:spChg chg="mod">
          <ac:chgData name="Soumita Sengupta" userId="4afa6ce1-cb01-46c2-8538-4650222f0c96" providerId="ADAL" clId="{EBCC04DE-33C6-4BF7-92A4-631C1E01E167}" dt="2021-06-01T07:15:32.044" v="82" actId="207"/>
          <ac:spMkLst>
            <pc:docMk/>
            <pc:sldMk cId="1391298160" sldId="298"/>
            <ac:spMk id="4" creationId="{8036B5C3-E622-4635-A937-F798BBCC23C4}"/>
          </ac:spMkLst>
        </pc:spChg>
        <pc:spChg chg="mod">
          <ac:chgData name="Soumita Sengupta" userId="4afa6ce1-cb01-46c2-8538-4650222f0c96" providerId="ADAL" clId="{EBCC04DE-33C6-4BF7-92A4-631C1E01E167}" dt="2021-06-01T07:15:32.044" v="82" actId="207"/>
          <ac:spMkLst>
            <pc:docMk/>
            <pc:sldMk cId="1391298160" sldId="298"/>
            <ac:spMk id="5" creationId="{A7C4FB5B-10CF-4442-879A-9E19985E0940}"/>
          </ac:spMkLst>
        </pc:spChg>
      </pc:sldChg>
      <pc:sldChg chg="modSp add mod">
        <pc:chgData name="Soumita Sengupta" userId="4afa6ce1-cb01-46c2-8538-4650222f0c96" providerId="ADAL" clId="{EBCC04DE-33C6-4BF7-92A4-631C1E01E167}" dt="2021-06-01T07:15:42.545" v="83" actId="207"/>
        <pc:sldMkLst>
          <pc:docMk/>
          <pc:sldMk cId="2991185092" sldId="299"/>
        </pc:sldMkLst>
        <pc:spChg chg="mod">
          <ac:chgData name="Soumita Sengupta" userId="4afa6ce1-cb01-46c2-8538-4650222f0c96" providerId="ADAL" clId="{EBCC04DE-33C6-4BF7-92A4-631C1E01E167}" dt="2021-06-01T07:06:25.994" v="33" actId="255"/>
          <ac:spMkLst>
            <pc:docMk/>
            <pc:sldMk cId="2991185092" sldId="299"/>
            <ac:spMk id="3" creationId="{00000000-0000-0000-0000-000000000000}"/>
          </ac:spMkLst>
        </pc:spChg>
        <pc:spChg chg="mod">
          <ac:chgData name="Soumita Sengupta" userId="4afa6ce1-cb01-46c2-8538-4650222f0c96" providerId="ADAL" clId="{EBCC04DE-33C6-4BF7-92A4-631C1E01E167}" dt="2021-06-01T07:15:42.545" v="83" actId="207"/>
          <ac:spMkLst>
            <pc:docMk/>
            <pc:sldMk cId="2991185092" sldId="299"/>
            <ac:spMk id="4" creationId="{8036B5C3-E622-4635-A937-F798BBCC23C4}"/>
          </ac:spMkLst>
        </pc:spChg>
        <pc:spChg chg="mod">
          <ac:chgData name="Soumita Sengupta" userId="4afa6ce1-cb01-46c2-8538-4650222f0c96" providerId="ADAL" clId="{EBCC04DE-33C6-4BF7-92A4-631C1E01E167}" dt="2021-06-01T07:15:42.545" v="83" actId="207"/>
          <ac:spMkLst>
            <pc:docMk/>
            <pc:sldMk cId="2991185092" sldId="299"/>
            <ac:spMk id="5" creationId="{A7C4FB5B-10CF-4442-879A-9E19985E0940}"/>
          </ac:spMkLst>
        </pc:spChg>
      </pc:sldChg>
      <pc:sldChg chg="delSp add mod">
        <pc:chgData name="Soumita Sengupta" userId="4afa6ce1-cb01-46c2-8538-4650222f0c96" providerId="ADAL" clId="{EBCC04DE-33C6-4BF7-92A4-631C1E01E167}" dt="2021-06-01T07:11:23.987" v="49" actId="478"/>
        <pc:sldMkLst>
          <pc:docMk/>
          <pc:sldMk cId="2793898638" sldId="300"/>
        </pc:sldMkLst>
        <pc:spChg chg="del">
          <ac:chgData name="Soumita Sengupta" userId="4afa6ce1-cb01-46c2-8538-4650222f0c96" providerId="ADAL" clId="{EBCC04DE-33C6-4BF7-92A4-631C1E01E167}" dt="2021-06-01T07:11:23.987" v="49" actId="478"/>
          <ac:spMkLst>
            <pc:docMk/>
            <pc:sldMk cId="2793898638" sldId="300"/>
            <ac:spMk id="3" creationId="{00000000-0000-0000-0000-000000000000}"/>
          </ac:spMkLst>
        </pc:spChg>
      </pc:sldChg>
      <pc:sldChg chg="modSp mod">
        <pc:chgData name="Soumita Sengupta" userId="4afa6ce1-cb01-46c2-8538-4650222f0c96" providerId="ADAL" clId="{EBCC04DE-33C6-4BF7-92A4-631C1E01E167}" dt="2021-06-01T07:14:09.615" v="78"/>
        <pc:sldMkLst>
          <pc:docMk/>
          <pc:sldMk cId="2584036331" sldId="339"/>
        </pc:sldMkLst>
        <pc:spChg chg="mod">
          <ac:chgData name="Soumita Sengupta" userId="4afa6ce1-cb01-46c2-8538-4650222f0c96" providerId="ADAL" clId="{EBCC04DE-33C6-4BF7-92A4-631C1E01E167}" dt="2021-06-01T07:14:09.615" v="78"/>
          <ac:spMkLst>
            <pc:docMk/>
            <pc:sldMk cId="2584036331" sldId="339"/>
            <ac:spMk id="5" creationId="{6D1A1596-A8D7-4C1A-8956-0FA40A84EFCA}"/>
          </ac:spMkLst>
        </pc:spChg>
      </pc:sldChg>
      <pc:sldChg chg="modSp add del mod">
        <pc:chgData name="Soumita Sengupta" userId="4afa6ce1-cb01-46c2-8538-4650222f0c96" providerId="ADAL" clId="{EBCC04DE-33C6-4BF7-92A4-631C1E01E167}" dt="2021-06-01T06:52:25.583" v="7" actId="47"/>
        <pc:sldMkLst>
          <pc:docMk/>
          <pc:sldMk cId="473323582" sldId="359"/>
        </pc:sldMkLst>
        <pc:spChg chg="mod">
          <ac:chgData name="Soumita Sengupta" userId="4afa6ce1-cb01-46c2-8538-4650222f0c96" providerId="ADAL" clId="{EBCC04DE-33C6-4BF7-92A4-631C1E01E167}" dt="2021-06-01T06:52:05.617" v="5"/>
          <ac:spMkLst>
            <pc:docMk/>
            <pc:sldMk cId="473323582" sldId="359"/>
            <ac:spMk id="2" creationId="{57983F62-BBB9-431B-A37F-BDA0DC7153F6}"/>
          </ac:spMkLst>
        </pc:spChg>
      </pc:sldChg>
      <pc:sldChg chg="del">
        <pc:chgData name="Soumita Sengupta" userId="4afa6ce1-cb01-46c2-8538-4650222f0c96" providerId="ADAL" clId="{EBCC04DE-33C6-4BF7-92A4-631C1E01E167}" dt="2021-06-01T07:12:13.389" v="55" actId="47"/>
        <pc:sldMkLst>
          <pc:docMk/>
          <pc:sldMk cId="247062728" sldId="492"/>
        </pc:sldMkLst>
      </pc:sldChg>
      <pc:sldChg chg="del">
        <pc:chgData name="Soumita Sengupta" userId="4afa6ce1-cb01-46c2-8538-4650222f0c96" providerId="ADAL" clId="{EBCC04DE-33C6-4BF7-92A4-631C1E01E167}" dt="2021-06-01T07:12:19.364" v="59" actId="47"/>
        <pc:sldMkLst>
          <pc:docMk/>
          <pc:sldMk cId="2658743009" sldId="1320"/>
        </pc:sldMkLst>
      </pc:sldChg>
      <pc:sldChg chg="addSp delSp modSp add mod">
        <pc:chgData name="Soumita Sengupta" userId="4afa6ce1-cb01-46c2-8538-4650222f0c96" providerId="ADAL" clId="{EBCC04DE-33C6-4BF7-92A4-631C1E01E167}" dt="2021-06-01T07:13:28.059" v="69" actId="1076"/>
        <pc:sldMkLst>
          <pc:docMk/>
          <pc:sldMk cId="795492833" sldId="1321"/>
        </pc:sldMkLst>
        <pc:spChg chg="mod">
          <ac:chgData name="Soumita Sengupta" userId="4afa6ce1-cb01-46c2-8538-4650222f0c96" providerId="ADAL" clId="{EBCC04DE-33C6-4BF7-92A4-631C1E01E167}" dt="2021-06-01T07:12:48.676" v="64" actId="14100"/>
          <ac:spMkLst>
            <pc:docMk/>
            <pc:sldMk cId="795492833" sldId="1321"/>
            <ac:spMk id="5" creationId="{00000000-0000-0000-0000-000000000000}"/>
          </ac:spMkLst>
        </pc:spChg>
        <pc:spChg chg="add del mod">
          <ac:chgData name="Soumita Sengupta" userId="4afa6ce1-cb01-46c2-8538-4650222f0c96" providerId="ADAL" clId="{EBCC04DE-33C6-4BF7-92A4-631C1E01E167}" dt="2021-06-01T07:13:23.590" v="67"/>
          <ac:spMkLst>
            <pc:docMk/>
            <pc:sldMk cId="795492833" sldId="1321"/>
            <ac:spMk id="6" creationId="{A11BBD6E-857F-459D-BFC6-1C73689B181B}"/>
          </ac:spMkLst>
        </pc:spChg>
        <pc:spChg chg="add del mod">
          <ac:chgData name="Soumita Sengupta" userId="4afa6ce1-cb01-46c2-8538-4650222f0c96" providerId="ADAL" clId="{EBCC04DE-33C6-4BF7-92A4-631C1E01E167}" dt="2021-06-01T07:13:23.590" v="67"/>
          <ac:spMkLst>
            <pc:docMk/>
            <pc:sldMk cId="795492833" sldId="1321"/>
            <ac:spMk id="7" creationId="{37A4C525-4485-4A2F-B0D7-758051DE765F}"/>
          </ac:spMkLst>
        </pc:spChg>
        <pc:picChg chg="add mod">
          <ac:chgData name="Soumita Sengupta" userId="4afa6ce1-cb01-46c2-8538-4650222f0c96" providerId="ADAL" clId="{EBCC04DE-33C6-4BF7-92A4-631C1E01E167}" dt="2021-06-01T07:13:28.059" v="69" actId="1076"/>
          <ac:picMkLst>
            <pc:docMk/>
            <pc:sldMk cId="795492833" sldId="1321"/>
            <ac:picMk id="8" creationId="{45F2ED29-ACFE-4180-8FEF-B5759FDA722E}"/>
          </ac:picMkLst>
        </pc:picChg>
      </pc:sldChg>
      <pc:sldChg chg="modSp add mod">
        <pc:chgData name="Soumita Sengupta" userId="4afa6ce1-cb01-46c2-8538-4650222f0c96" providerId="ADAL" clId="{EBCC04DE-33C6-4BF7-92A4-631C1E01E167}" dt="2021-06-01T07:15:46.989" v="84" actId="207"/>
        <pc:sldMkLst>
          <pc:docMk/>
          <pc:sldMk cId="369802496" sldId="1322"/>
        </pc:sldMkLst>
        <pc:spChg chg="mod">
          <ac:chgData name="Soumita Sengupta" userId="4afa6ce1-cb01-46c2-8538-4650222f0c96" providerId="ADAL" clId="{EBCC04DE-33C6-4BF7-92A4-631C1E01E167}" dt="2021-06-01T07:06:40.819" v="34" actId="255"/>
          <ac:spMkLst>
            <pc:docMk/>
            <pc:sldMk cId="369802496" sldId="1322"/>
            <ac:spMk id="3" creationId="{00000000-0000-0000-0000-000000000000}"/>
          </ac:spMkLst>
        </pc:spChg>
        <pc:spChg chg="mod">
          <ac:chgData name="Soumita Sengupta" userId="4afa6ce1-cb01-46c2-8538-4650222f0c96" providerId="ADAL" clId="{EBCC04DE-33C6-4BF7-92A4-631C1E01E167}" dt="2021-06-01T07:15:46.989" v="84" actId="207"/>
          <ac:spMkLst>
            <pc:docMk/>
            <pc:sldMk cId="369802496" sldId="1322"/>
            <ac:spMk id="4" creationId="{24E09755-891C-4DE4-92FC-3976A17D3101}"/>
          </ac:spMkLst>
        </pc:spChg>
        <pc:spChg chg="mod">
          <ac:chgData name="Soumita Sengupta" userId="4afa6ce1-cb01-46c2-8538-4650222f0c96" providerId="ADAL" clId="{EBCC04DE-33C6-4BF7-92A4-631C1E01E167}" dt="2021-06-01T07:15:46.989" v="84" actId="207"/>
          <ac:spMkLst>
            <pc:docMk/>
            <pc:sldMk cId="369802496" sldId="1322"/>
            <ac:spMk id="5" creationId="{13EA9EA1-7B53-48F3-BD1C-755917D78E6C}"/>
          </ac:spMkLst>
        </pc:spChg>
      </pc:sldChg>
      <pc:sldChg chg="add del">
        <pc:chgData name="Soumita Sengupta" userId="4afa6ce1-cb01-46c2-8538-4650222f0c96" providerId="ADAL" clId="{EBCC04DE-33C6-4BF7-92A4-631C1E01E167}" dt="2021-06-01T07:09:49.832" v="42" actId="47"/>
        <pc:sldMkLst>
          <pc:docMk/>
          <pc:sldMk cId="3209556019" sldId="1323"/>
        </pc:sldMkLst>
      </pc:sldChg>
      <pc:sldChg chg="modSp add mod">
        <pc:chgData name="Soumita Sengupta" userId="4afa6ce1-cb01-46c2-8538-4650222f0c96" providerId="ADAL" clId="{EBCC04DE-33C6-4BF7-92A4-631C1E01E167}" dt="2021-06-01T07:16:28.138" v="90" actId="207"/>
        <pc:sldMkLst>
          <pc:docMk/>
          <pc:sldMk cId="1209534790" sldId="1324"/>
        </pc:sldMkLst>
        <pc:spChg chg="mod">
          <ac:chgData name="Soumita Sengupta" userId="4afa6ce1-cb01-46c2-8538-4650222f0c96" providerId="ADAL" clId="{EBCC04DE-33C6-4BF7-92A4-631C1E01E167}" dt="2021-06-01T07:16:28.138" v="90" actId="207"/>
          <ac:spMkLst>
            <pc:docMk/>
            <pc:sldMk cId="1209534790" sldId="1324"/>
            <ac:spMk id="9" creationId="{770CC1E9-FA18-40AE-87D9-0674D683D5EC}"/>
          </ac:spMkLst>
        </pc:spChg>
        <pc:spChg chg="mod">
          <ac:chgData name="Soumita Sengupta" userId="4afa6ce1-cb01-46c2-8538-4650222f0c96" providerId="ADAL" clId="{EBCC04DE-33C6-4BF7-92A4-631C1E01E167}" dt="2021-06-01T07:16:28.138" v="90" actId="207"/>
          <ac:spMkLst>
            <pc:docMk/>
            <pc:sldMk cId="1209534790" sldId="1324"/>
            <ac:spMk id="10" creationId="{A890B80F-A704-469B-B0CA-9098415DDD94}"/>
          </ac:spMkLst>
        </pc:spChg>
      </pc:sldChg>
      <pc:sldChg chg="modSp add mod">
        <pc:chgData name="Soumita Sengupta" userId="4afa6ce1-cb01-46c2-8538-4650222f0c96" providerId="ADAL" clId="{EBCC04DE-33C6-4BF7-92A4-631C1E01E167}" dt="2021-06-01T07:16:42.779" v="92" actId="207"/>
        <pc:sldMkLst>
          <pc:docMk/>
          <pc:sldMk cId="3906375660" sldId="1325"/>
        </pc:sldMkLst>
        <pc:spChg chg="mod">
          <ac:chgData name="Soumita Sengupta" userId="4afa6ce1-cb01-46c2-8538-4650222f0c96" providerId="ADAL" clId="{EBCC04DE-33C6-4BF7-92A4-631C1E01E167}" dt="2021-06-01T07:12:34.770" v="63" actId="255"/>
          <ac:spMkLst>
            <pc:docMk/>
            <pc:sldMk cId="3906375660" sldId="1325"/>
            <ac:spMk id="3" creationId="{00000000-0000-0000-0000-000000000000}"/>
          </ac:spMkLst>
        </pc:spChg>
        <pc:spChg chg="mod">
          <ac:chgData name="Soumita Sengupta" userId="4afa6ce1-cb01-46c2-8538-4650222f0c96" providerId="ADAL" clId="{EBCC04DE-33C6-4BF7-92A4-631C1E01E167}" dt="2021-06-01T07:16:42.779" v="92" actId="207"/>
          <ac:spMkLst>
            <pc:docMk/>
            <pc:sldMk cId="3906375660" sldId="1325"/>
            <ac:spMk id="4" creationId="{A44C85B3-CCA0-41EF-9899-99A7B4B26E09}"/>
          </ac:spMkLst>
        </pc:spChg>
        <pc:spChg chg="mod">
          <ac:chgData name="Soumita Sengupta" userId="4afa6ce1-cb01-46c2-8538-4650222f0c96" providerId="ADAL" clId="{EBCC04DE-33C6-4BF7-92A4-631C1E01E167}" dt="2021-06-01T07:16:42.779" v="92" actId="207"/>
          <ac:spMkLst>
            <pc:docMk/>
            <pc:sldMk cId="3906375660" sldId="1325"/>
            <ac:spMk id="5" creationId="{21108830-E41B-46A9-B762-E6BB4ABC2A3F}"/>
          </ac:spMkLst>
        </pc:spChg>
      </pc:sldChg>
      <pc:sldChg chg="modSp add mod">
        <pc:chgData name="Soumita Sengupta" userId="4afa6ce1-cb01-46c2-8538-4650222f0c96" providerId="ADAL" clId="{EBCC04DE-33C6-4BF7-92A4-631C1E01E167}" dt="2021-06-01T07:05:07.125" v="24" actId="20577"/>
        <pc:sldMkLst>
          <pc:docMk/>
          <pc:sldMk cId="2792125546" sldId="1326"/>
        </pc:sldMkLst>
        <pc:spChg chg="mod">
          <ac:chgData name="Soumita Sengupta" userId="4afa6ce1-cb01-46c2-8538-4650222f0c96" providerId="ADAL" clId="{EBCC04DE-33C6-4BF7-92A4-631C1E01E167}" dt="2021-06-01T07:05:07.125" v="24" actId="20577"/>
          <ac:spMkLst>
            <pc:docMk/>
            <pc:sldMk cId="2792125546" sldId="1326"/>
            <ac:spMk id="2" creationId="{57983F62-BBB9-431B-A37F-BDA0DC7153F6}"/>
          </ac:spMkLst>
        </pc:spChg>
      </pc:sldChg>
      <pc:sldChg chg="modSp add mod">
        <pc:chgData name="Soumita Sengupta" userId="4afa6ce1-cb01-46c2-8538-4650222f0c96" providerId="ADAL" clId="{EBCC04DE-33C6-4BF7-92A4-631C1E01E167}" dt="2021-06-01T07:09:48.113" v="41"/>
        <pc:sldMkLst>
          <pc:docMk/>
          <pc:sldMk cId="3693191466" sldId="1327"/>
        </pc:sldMkLst>
        <pc:spChg chg="mod">
          <ac:chgData name="Soumita Sengupta" userId="4afa6ce1-cb01-46c2-8538-4650222f0c96" providerId="ADAL" clId="{EBCC04DE-33C6-4BF7-92A4-631C1E01E167}" dt="2021-06-01T07:09:48.113" v="41"/>
          <ac:spMkLst>
            <pc:docMk/>
            <pc:sldMk cId="3693191466" sldId="1327"/>
            <ac:spMk id="2" creationId="{57983F62-BBB9-431B-A37F-BDA0DC7153F6}"/>
          </ac:spMkLst>
        </pc:spChg>
      </pc:sldChg>
      <pc:sldMasterChg chg="delSldLayout">
        <pc:chgData name="Soumita Sengupta" userId="4afa6ce1-cb01-46c2-8538-4650222f0c96" providerId="ADAL" clId="{EBCC04DE-33C6-4BF7-92A4-631C1E01E167}" dt="2021-06-01T07:09:49.832" v="42" actId="47"/>
        <pc:sldMasterMkLst>
          <pc:docMk/>
          <pc:sldMasterMk cId="1029875623" sldId="2147483678"/>
        </pc:sldMasterMkLst>
        <pc:sldLayoutChg chg="del">
          <pc:chgData name="Soumita Sengupta" userId="4afa6ce1-cb01-46c2-8538-4650222f0c96" providerId="ADAL" clId="{EBCC04DE-33C6-4BF7-92A4-631C1E01E167}" dt="2021-06-01T06:51:49.751" v="2" actId="47"/>
          <pc:sldLayoutMkLst>
            <pc:docMk/>
            <pc:sldMasterMk cId="1029875623" sldId="2147483678"/>
            <pc:sldLayoutMk cId="1139513039" sldId="2147483716"/>
          </pc:sldLayoutMkLst>
        </pc:sldLayoutChg>
        <pc:sldLayoutChg chg="del">
          <pc:chgData name="Soumita Sengupta" userId="4afa6ce1-cb01-46c2-8538-4650222f0c96" providerId="ADAL" clId="{EBCC04DE-33C6-4BF7-92A4-631C1E01E167}" dt="2021-06-01T07:09:49.832" v="42" actId="47"/>
          <pc:sldLayoutMkLst>
            <pc:docMk/>
            <pc:sldMasterMk cId="1029875623" sldId="2147483678"/>
            <pc:sldLayoutMk cId="3607679162" sldId="2147483732"/>
          </pc:sldLayoutMkLst>
        </pc:sldLayoutChg>
      </pc:sldMasterChg>
    </pc:docChg>
  </pc:docChgLst>
  <pc:docChgLst>
    <pc:chgData name="Soumita Sengupta" userId="4afa6ce1-cb01-46c2-8538-4650222f0c96" providerId="ADAL" clId="{3D4DBD7B-8236-4B09-9BFB-2E4A60585BEF}"/>
    <pc:docChg chg="undo redo custSel addSld delSld modSld sldOrd">
      <pc:chgData name="Soumita Sengupta" userId="4afa6ce1-cb01-46c2-8538-4650222f0c96" providerId="ADAL" clId="{3D4DBD7B-8236-4B09-9BFB-2E4A60585BEF}" dt="2021-09-08T10:13:54.503" v="2423" actId="5793"/>
      <pc:docMkLst>
        <pc:docMk/>
      </pc:docMkLst>
      <pc:sldChg chg="modSp mod">
        <pc:chgData name="Soumita Sengupta" userId="4afa6ce1-cb01-46c2-8538-4650222f0c96" providerId="ADAL" clId="{3D4DBD7B-8236-4B09-9BFB-2E4A60585BEF}" dt="2021-09-07T13:32:47.271" v="2040" actId="20577"/>
        <pc:sldMkLst>
          <pc:docMk/>
          <pc:sldMk cId="1912468287" sldId="260"/>
        </pc:sldMkLst>
        <pc:spChg chg="mod">
          <ac:chgData name="Soumita Sengupta" userId="4afa6ce1-cb01-46c2-8538-4650222f0c96" providerId="ADAL" clId="{3D4DBD7B-8236-4B09-9BFB-2E4A60585BEF}" dt="2021-09-07T13:32:47.271" v="2040" actId="20577"/>
          <ac:spMkLst>
            <pc:docMk/>
            <pc:sldMk cId="1912468287" sldId="260"/>
            <ac:spMk id="5" creationId="{00000000-0000-0000-0000-000000000000}"/>
          </ac:spMkLst>
        </pc:spChg>
      </pc:sldChg>
      <pc:sldChg chg="delSp modSp add del mod">
        <pc:chgData name="Soumita Sengupta" userId="4afa6ce1-cb01-46c2-8538-4650222f0c96" providerId="ADAL" clId="{3D4DBD7B-8236-4B09-9BFB-2E4A60585BEF}" dt="2021-09-07T08:11:57.411" v="15" actId="47"/>
        <pc:sldMkLst>
          <pc:docMk/>
          <pc:sldMk cId="600309286" sldId="411"/>
        </pc:sldMkLst>
        <pc:spChg chg="del mod">
          <ac:chgData name="Soumita Sengupta" userId="4afa6ce1-cb01-46c2-8538-4650222f0c96" providerId="ADAL" clId="{3D4DBD7B-8236-4B09-9BFB-2E4A60585BEF}" dt="2021-09-07T08:11:56.451" v="14"/>
          <ac:spMkLst>
            <pc:docMk/>
            <pc:sldMk cId="600309286" sldId="411"/>
            <ac:spMk id="5" creationId="{89856F51-9455-4AB9-8C6A-9C8F99263537}"/>
          </ac:spMkLst>
        </pc:spChg>
      </pc:sldChg>
      <pc:sldChg chg="addSp delSp modSp add mod">
        <pc:chgData name="Soumita Sengupta" userId="4afa6ce1-cb01-46c2-8538-4650222f0c96" providerId="ADAL" clId="{3D4DBD7B-8236-4B09-9BFB-2E4A60585BEF}" dt="2021-09-07T13:09:11.632" v="2038" actId="20577"/>
        <pc:sldMkLst>
          <pc:docMk/>
          <pc:sldMk cId="3781635149" sldId="752"/>
        </pc:sldMkLst>
        <pc:spChg chg="add mod">
          <ac:chgData name="Soumita Sengupta" userId="4afa6ce1-cb01-46c2-8538-4650222f0c96" providerId="ADAL" clId="{3D4DBD7B-8236-4B09-9BFB-2E4A60585BEF}" dt="2021-09-07T13:09:11.632" v="2038" actId="20577"/>
          <ac:spMkLst>
            <pc:docMk/>
            <pc:sldMk cId="3781635149" sldId="752"/>
            <ac:spMk id="5" creationId="{B3F41200-3D7D-4D9F-8AC7-CB92286A2D1C}"/>
          </ac:spMkLst>
        </pc:spChg>
        <pc:spChg chg="mod">
          <ac:chgData name="Soumita Sengupta" userId="4afa6ce1-cb01-46c2-8538-4650222f0c96" providerId="ADAL" clId="{3D4DBD7B-8236-4B09-9BFB-2E4A60585BEF}" dt="2021-09-07T08:12:44.208" v="20"/>
          <ac:spMkLst>
            <pc:docMk/>
            <pc:sldMk cId="3781635149" sldId="752"/>
            <ac:spMk id="11" creationId="{00000000-0000-0000-0000-000000000000}"/>
          </ac:spMkLst>
        </pc:spChg>
        <pc:picChg chg="del">
          <ac:chgData name="Soumita Sengupta" userId="4afa6ce1-cb01-46c2-8538-4650222f0c96" providerId="ADAL" clId="{3D4DBD7B-8236-4B09-9BFB-2E4A60585BEF}" dt="2021-09-07T08:12:13.173" v="19" actId="478"/>
          <ac:picMkLst>
            <pc:docMk/>
            <pc:sldMk cId="3781635149" sldId="752"/>
            <ac:picMk id="6" creationId="{7F36C6E8-C12E-43DB-9738-68F5DAEDF4B4}"/>
          </ac:picMkLst>
        </pc:picChg>
      </pc:sldChg>
      <pc:sldChg chg="add del">
        <pc:chgData name="Soumita Sengupta" userId="4afa6ce1-cb01-46c2-8538-4650222f0c96" providerId="ADAL" clId="{3D4DBD7B-8236-4B09-9BFB-2E4A60585BEF}" dt="2021-09-07T08:11:23.582" v="10"/>
        <pc:sldMkLst>
          <pc:docMk/>
          <pc:sldMk cId="448655420" sldId="1330"/>
        </pc:sldMkLst>
      </pc:sldChg>
      <pc:sldChg chg="modSp add mod">
        <pc:chgData name="Soumita Sengupta" userId="4afa6ce1-cb01-46c2-8538-4650222f0c96" providerId="ADAL" clId="{3D4DBD7B-8236-4B09-9BFB-2E4A60585BEF}" dt="2021-09-07T13:32:59.742" v="2042" actId="255"/>
        <pc:sldMkLst>
          <pc:docMk/>
          <pc:sldMk cId="2378958065" sldId="1330"/>
        </pc:sldMkLst>
        <pc:spChg chg="mod">
          <ac:chgData name="Soumita Sengupta" userId="4afa6ce1-cb01-46c2-8538-4650222f0c96" providerId="ADAL" clId="{3D4DBD7B-8236-4B09-9BFB-2E4A60585BEF}" dt="2021-09-07T13:32:59.742" v="2042" actId="255"/>
          <ac:spMkLst>
            <pc:docMk/>
            <pc:sldMk cId="2378958065" sldId="1330"/>
            <ac:spMk id="5" creationId="{B3F41200-3D7D-4D9F-8AC7-CB92286A2D1C}"/>
          </ac:spMkLst>
        </pc:spChg>
      </pc:sldChg>
      <pc:sldChg chg="add del">
        <pc:chgData name="Soumita Sengupta" userId="4afa6ce1-cb01-46c2-8538-4650222f0c96" providerId="ADAL" clId="{3D4DBD7B-8236-4B09-9BFB-2E4A60585BEF}" dt="2021-09-07T08:12:04.708" v="17" actId="47"/>
        <pc:sldMkLst>
          <pc:docMk/>
          <pc:sldMk cId="4244047446" sldId="1330"/>
        </pc:sldMkLst>
      </pc:sldChg>
      <pc:sldChg chg="add del">
        <pc:chgData name="Soumita Sengupta" userId="4afa6ce1-cb01-46c2-8538-4650222f0c96" providerId="ADAL" clId="{3D4DBD7B-8236-4B09-9BFB-2E4A60585BEF}" dt="2021-09-07T08:19:25.034" v="120" actId="47"/>
        <pc:sldMkLst>
          <pc:docMk/>
          <pc:sldMk cId="230471842" sldId="1331"/>
        </pc:sldMkLst>
      </pc:sldChg>
      <pc:sldChg chg="modSp add mod">
        <pc:chgData name="Soumita Sengupta" userId="4afa6ce1-cb01-46c2-8538-4650222f0c96" providerId="ADAL" clId="{3D4DBD7B-8236-4B09-9BFB-2E4A60585BEF}" dt="2021-09-07T11:03:04.597" v="744" actId="255"/>
        <pc:sldMkLst>
          <pc:docMk/>
          <pc:sldMk cId="264616641" sldId="1331"/>
        </pc:sldMkLst>
        <pc:spChg chg="mod">
          <ac:chgData name="Soumita Sengupta" userId="4afa6ce1-cb01-46c2-8538-4650222f0c96" providerId="ADAL" clId="{3D4DBD7B-8236-4B09-9BFB-2E4A60585BEF}" dt="2021-09-07T11:03:04.597" v="744" actId="255"/>
          <ac:spMkLst>
            <pc:docMk/>
            <pc:sldMk cId="264616641" sldId="1331"/>
            <ac:spMk id="5" creationId="{B3F41200-3D7D-4D9F-8AC7-CB92286A2D1C}"/>
          </ac:spMkLst>
        </pc:spChg>
        <pc:spChg chg="mod">
          <ac:chgData name="Soumita Sengupta" userId="4afa6ce1-cb01-46c2-8538-4650222f0c96" providerId="ADAL" clId="{3D4DBD7B-8236-4B09-9BFB-2E4A60585BEF}" dt="2021-09-07T08:22:48.848" v="152"/>
          <ac:spMkLst>
            <pc:docMk/>
            <pc:sldMk cId="264616641" sldId="1331"/>
            <ac:spMk id="11" creationId="{00000000-0000-0000-0000-000000000000}"/>
          </ac:spMkLst>
        </pc:spChg>
      </pc:sldChg>
      <pc:sldChg chg="modSp add mod ord">
        <pc:chgData name="Soumita Sengupta" userId="4afa6ce1-cb01-46c2-8538-4650222f0c96" providerId="ADAL" clId="{3D4DBD7B-8236-4B09-9BFB-2E4A60585BEF}" dt="2021-09-07T13:33:17.868" v="2043" actId="20577"/>
        <pc:sldMkLst>
          <pc:docMk/>
          <pc:sldMk cId="3836175375" sldId="1332"/>
        </pc:sldMkLst>
        <pc:spChg chg="mod">
          <ac:chgData name="Soumita Sengupta" userId="4afa6ce1-cb01-46c2-8538-4650222f0c96" providerId="ADAL" clId="{3D4DBD7B-8236-4B09-9BFB-2E4A60585BEF}" dt="2021-09-07T13:33:17.868" v="2043" actId="20577"/>
          <ac:spMkLst>
            <pc:docMk/>
            <pc:sldMk cId="3836175375" sldId="1332"/>
            <ac:spMk id="5" creationId="{B3F41200-3D7D-4D9F-8AC7-CB92286A2D1C}"/>
          </ac:spMkLst>
        </pc:spChg>
      </pc:sldChg>
      <pc:sldChg chg="addSp delSp modSp add mod">
        <pc:chgData name="Soumita Sengupta" userId="4afa6ce1-cb01-46c2-8538-4650222f0c96" providerId="ADAL" clId="{3D4DBD7B-8236-4B09-9BFB-2E4A60585BEF}" dt="2021-09-07T11:03:46.059" v="750" actId="2711"/>
        <pc:sldMkLst>
          <pc:docMk/>
          <pc:sldMk cId="3687173369" sldId="1333"/>
        </pc:sldMkLst>
        <pc:spChg chg="mod">
          <ac:chgData name="Soumita Sengupta" userId="4afa6ce1-cb01-46c2-8538-4650222f0c96" providerId="ADAL" clId="{3D4DBD7B-8236-4B09-9BFB-2E4A60585BEF}" dt="2021-09-07T08:25:44.925" v="172" actId="6549"/>
          <ac:spMkLst>
            <pc:docMk/>
            <pc:sldMk cId="3687173369" sldId="1333"/>
            <ac:spMk id="5" creationId="{B3F41200-3D7D-4D9F-8AC7-CB92286A2D1C}"/>
          </ac:spMkLst>
        </pc:spChg>
        <pc:spChg chg="add del">
          <ac:chgData name="Soumita Sengupta" userId="4afa6ce1-cb01-46c2-8538-4650222f0c96" providerId="ADAL" clId="{3D4DBD7B-8236-4B09-9BFB-2E4A60585BEF}" dt="2021-09-07T08:32:24.611" v="232"/>
          <ac:spMkLst>
            <pc:docMk/>
            <pc:sldMk cId="3687173369" sldId="1333"/>
            <ac:spMk id="6" creationId="{6C9E0EF4-9B3A-4EB6-8B52-C1E55012A07D}"/>
          </ac:spMkLst>
        </pc:spChg>
        <pc:spChg chg="add mod">
          <ac:chgData name="Soumita Sengupta" userId="4afa6ce1-cb01-46c2-8538-4650222f0c96" providerId="ADAL" clId="{3D4DBD7B-8236-4B09-9BFB-2E4A60585BEF}" dt="2021-09-07T11:03:46.059" v="750" actId="2711"/>
          <ac:spMkLst>
            <pc:docMk/>
            <pc:sldMk cId="3687173369" sldId="1333"/>
            <ac:spMk id="7" creationId="{A6657038-FCCE-444F-BEE7-76DFBE3CBCC6}"/>
          </ac:spMkLst>
        </pc:spChg>
        <pc:picChg chg="add del mod">
          <ac:chgData name="Soumita Sengupta" userId="4afa6ce1-cb01-46c2-8538-4650222f0c96" providerId="ADAL" clId="{3D4DBD7B-8236-4B09-9BFB-2E4A60585BEF}" dt="2021-09-07T11:00:49.311" v="665" actId="478"/>
          <ac:picMkLst>
            <pc:docMk/>
            <pc:sldMk cId="3687173369" sldId="1333"/>
            <ac:picMk id="8" creationId="{65426242-5133-48D1-B30F-75B76E97B350}"/>
          </ac:picMkLst>
        </pc:picChg>
      </pc:sldChg>
      <pc:sldChg chg="addSp delSp modSp add mod">
        <pc:chgData name="Soumita Sengupta" userId="4afa6ce1-cb01-46c2-8538-4650222f0c96" providerId="ADAL" clId="{3D4DBD7B-8236-4B09-9BFB-2E4A60585BEF}" dt="2021-09-07T13:33:28.771" v="2044" actId="113"/>
        <pc:sldMkLst>
          <pc:docMk/>
          <pc:sldMk cId="1092003087" sldId="1334"/>
        </pc:sldMkLst>
        <pc:spChg chg="add del">
          <ac:chgData name="Soumita Sengupta" userId="4afa6ce1-cb01-46c2-8538-4650222f0c96" providerId="ADAL" clId="{3D4DBD7B-8236-4B09-9BFB-2E4A60585BEF}" dt="2021-09-07T08:36:59.212" v="242"/>
          <ac:spMkLst>
            <pc:docMk/>
            <pc:sldMk cId="1092003087" sldId="1334"/>
            <ac:spMk id="2" creationId="{3140FEF7-0D28-43F3-AC1F-700490568002}"/>
          </ac:spMkLst>
        </pc:spChg>
        <pc:spChg chg="mod">
          <ac:chgData name="Soumita Sengupta" userId="4afa6ce1-cb01-46c2-8538-4650222f0c96" providerId="ADAL" clId="{3D4DBD7B-8236-4B09-9BFB-2E4A60585BEF}" dt="2021-09-07T13:33:28.771" v="2044" actId="113"/>
          <ac:spMkLst>
            <pc:docMk/>
            <pc:sldMk cId="1092003087" sldId="1334"/>
            <ac:spMk id="7" creationId="{A6657038-FCCE-444F-BEE7-76DFBE3CBCC6}"/>
          </ac:spMkLst>
        </pc:spChg>
        <pc:picChg chg="add del mod">
          <ac:chgData name="Soumita Sengupta" userId="4afa6ce1-cb01-46c2-8538-4650222f0c96" providerId="ADAL" clId="{3D4DBD7B-8236-4B09-9BFB-2E4A60585BEF}" dt="2021-09-07T11:01:01.376" v="677" actId="478"/>
          <ac:picMkLst>
            <pc:docMk/>
            <pc:sldMk cId="1092003087" sldId="1334"/>
            <ac:picMk id="6" creationId="{C2CA5026-043A-417A-B79E-E0D64A688EDD}"/>
          </ac:picMkLst>
        </pc:picChg>
        <pc:picChg chg="del">
          <ac:chgData name="Soumita Sengupta" userId="4afa6ce1-cb01-46c2-8538-4650222f0c96" providerId="ADAL" clId="{3D4DBD7B-8236-4B09-9BFB-2E4A60585BEF}" dt="2021-09-07T08:36:39.185" v="239" actId="478"/>
          <ac:picMkLst>
            <pc:docMk/>
            <pc:sldMk cId="1092003087" sldId="1334"/>
            <ac:picMk id="8" creationId="{65426242-5133-48D1-B30F-75B76E97B350}"/>
          </ac:picMkLst>
        </pc:picChg>
      </pc:sldChg>
      <pc:sldChg chg="add del">
        <pc:chgData name="Soumita Sengupta" userId="4afa6ce1-cb01-46c2-8538-4650222f0c96" providerId="ADAL" clId="{3D4DBD7B-8236-4B09-9BFB-2E4A60585BEF}" dt="2021-09-07T08:25:50.128" v="174"/>
        <pc:sldMkLst>
          <pc:docMk/>
          <pc:sldMk cId="3122674435" sldId="1334"/>
        </pc:sldMkLst>
      </pc:sldChg>
      <pc:sldChg chg="addSp delSp modSp add mod">
        <pc:chgData name="Soumita Sengupta" userId="4afa6ce1-cb01-46c2-8538-4650222f0c96" providerId="ADAL" clId="{3D4DBD7B-8236-4B09-9BFB-2E4A60585BEF}" dt="2021-09-07T13:33:35.185" v="2045" actId="113"/>
        <pc:sldMkLst>
          <pc:docMk/>
          <pc:sldMk cId="1231875314" sldId="1335"/>
        </pc:sldMkLst>
        <pc:spChg chg="add del">
          <ac:chgData name="Soumita Sengupta" userId="4afa6ce1-cb01-46c2-8538-4650222f0c96" providerId="ADAL" clId="{3D4DBD7B-8236-4B09-9BFB-2E4A60585BEF}" dt="2021-09-07T08:37:59.403" v="253"/>
          <ac:spMkLst>
            <pc:docMk/>
            <pc:sldMk cId="1231875314" sldId="1335"/>
            <ac:spMk id="2" creationId="{36C19731-9BF7-4376-80D8-31EB9CACD1AB}"/>
          </ac:spMkLst>
        </pc:spChg>
        <pc:spChg chg="mod">
          <ac:chgData name="Soumita Sengupta" userId="4afa6ce1-cb01-46c2-8538-4650222f0c96" providerId="ADAL" clId="{3D4DBD7B-8236-4B09-9BFB-2E4A60585BEF}" dt="2021-09-07T13:33:35.185" v="2045" actId="113"/>
          <ac:spMkLst>
            <pc:docMk/>
            <pc:sldMk cId="1231875314" sldId="1335"/>
            <ac:spMk id="7" creationId="{A6657038-FCCE-444F-BEE7-76DFBE3CBCC6}"/>
          </ac:spMkLst>
        </pc:spChg>
        <pc:picChg chg="add del mod">
          <ac:chgData name="Soumita Sengupta" userId="4afa6ce1-cb01-46c2-8538-4650222f0c96" providerId="ADAL" clId="{3D4DBD7B-8236-4B09-9BFB-2E4A60585BEF}" dt="2021-09-07T11:01:15.669" v="689" actId="478"/>
          <ac:picMkLst>
            <pc:docMk/>
            <pc:sldMk cId="1231875314" sldId="1335"/>
            <ac:picMk id="6" creationId="{1292A146-4AAB-4913-9E23-5676CB30B735}"/>
          </ac:picMkLst>
        </pc:picChg>
        <pc:picChg chg="del">
          <ac:chgData name="Soumita Sengupta" userId="4afa6ce1-cb01-46c2-8538-4650222f0c96" providerId="ADAL" clId="{3D4DBD7B-8236-4B09-9BFB-2E4A60585BEF}" dt="2021-09-07T08:37:55.515" v="251" actId="478"/>
          <ac:picMkLst>
            <pc:docMk/>
            <pc:sldMk cId="1231875314" sldId="1335"/>
            <ac:picMk id="8" creationId="{65426242-5133-48D1-B30F-75B76E97B350}"/>
          </ac:picMkLst>
        </pc:picChg>
      </pc:sldChg>
      <pc:sldChg chg="delSp modSp add del mod">
        <pc:chgData name="Soumita Sengupta" userId="4afa6ce1-cb01-46c2-8538-4650222f0c96" providerId="ADAL" clId="{3D4DBD7B-8236-4B09-9BFB-2E4A60585BEF}" dt="2021-09-07T13:33:46.975" v="2046" actId="47"/>
        <pc:sldMkLst>
          <pc:docMk/>
          <pc:sldMk cId="4055672628" sldId="1336"/>
        </pc:sldMkLst>
        <pc:spChg chg="mod">
          <ac:chgData name="Soumita Sengupta" userId="4afa6ce1-cb01-46c2-8538-4650222f0c96" providerId="ADAL" clId="{3D4DBD7B-8236-4B09-9BFB-2E4A60585BEF}" dt="2021-09-07T11:05:45.936" v="786" actId="2711"/>
          <ac:spMkLst>
            <pc:docMk/>
            <pc:sldMk cId="4055672628" sldId="1336"/>
            <ac:spMk id="7" creationId="{A6657038-FCCE-444F-BEE7-76DFBE3CBCC6}"/>
          </ac:spMkLst>
        </pc:spChg>
        <pc:picChg chg="del">
          <ac:chgData name="Soumita Sengupta" userId="4afa6ce1-cb01-46c2-8538-4650222f0c96" providerId="ADAL" clId="{3D4DBD7B-8236-4B09-9BFB-2E4A60585BEF}" dt="2021-09-07T11:01:24.047" v="697" actId="478"/>
          <ac:picMkLst>
            <pc:docMk/>
            <pc:sldMk cId="4055672628" sldId="1336"/>
            <ac:picMk id="6" creationId="{1292A146-4AAB-4913-9E23-5676CB30B735}"/>
          </ac:picMkLst>
        </pc:picChg>
      </pc:sldChg>
      <pc:sldChg chg="addSp delSp modSp add mod ord">
        <pc:chgData name="Soumita Sengupta" userId="4afa6ce1-cb01-46c2-8538-4650222f0c96" providerId="ADAL" clId="{3D4DBD7B-8236-4B09-9BFB-2E4A60585BEF}" dt="2021-09-08T09:57:05.640" v="2354" actId="20577"/>
        <pc:sldMkLst>
          <pc:docMk/>
          <pc:sldMk cId="1058973616" sldId="1337"/>
        </pc:sldMkLst>
        <pc:spChg chg="add del">
          <ac:chgData name="Soumita Sengupta" userId="4afa6ce1-cb01-46c2-8538-4650222f0c96" providerId="ADAL" clId="{3D4DBD7B-8236-4B09-9BFB-2E4A60585BEF}" dt="2021-09-07T08:39:05.125" v="261"/>
          <ac:spMkLst>
            <pc:docMk/>
            <pc:sldMk cId="1058973616" sldId="1337"/>
            <ac:spMk id="2" creationId="{72BE40BD-26DD-4933-9144-7B90BC9EDB30}"/>
          </ac:spMkLst>
        </pc:spChg>
        <pc:spChg chg="mod">
          <ac:chgData name="Soumita Sengupta" userId="4afa6ce1-cb01-46c2-8538-4650222f0c96" providerId="ADAL" clId="{3D4DBD7B-8236-4B09-9BFB-2E4A60585BEF}" dt="2021-09-08T09:57:05.640" v="2354" actId="20577"/>
          <ac:spMkLst>
            <pc:docMk/>
            <pc:sldMk cId="1058973616" sldId="1337"/>
            <ac:spMk id="7" creationId="{A6657038-FCCE-444F-BEE7-76DFBE3CBCC6}"/>
          </ac:spMkLst>
        </pc:spChg>
        <pc:picChg chg="del">
          <ac:chgData name="Soumita Sengupta" userId="4afa6ce1-cb01-46c2-8538-4650222f0c96" providerId="ADAL" clId="{3D4DBD7B-8236-4B09-9BFB-2E4A60585BEF}" dt="2021-09-07T08:38:55.128" v="259" actId="478"/>
          <ac:picMkLst>
            <pc:docMk/>
            <pc:sldMk cId="1058973616" sldId="1337"/>
            <ac:picMk id="6" creationId="{1292A146-4AAB-4913-9E23-5676CB30B735}"/>
          </ac:picMkLst>
        </pc:picChg>
        <pc:picChg chg="add del mod">
          <ac:chgData name="Soumita Sengupta" userId="4afa6ce1-cb01-46c2-8538-4650222f0c96" providerId="ADAL" clId="{3D4DBD7B-8236-4B09-9BFB-2E4A60585BEF}" dt="2021-09-07T11:01:41.483" v="716" actId="478"/>
          <ac:picMkLst>
            <pc:docMk/>
            <pc:sldMk cId="1058973616" sldId="1337"/>
            <ac:picMk id="8" creationId="{D759AE2F-CC41-4E61-BE80-69E6339EEE0E}"/>
          </ac:picMkLst>
        </pc:picChg>
      </pc:sldChg>
      <pc:sldChg chg="addSp delSp modSp add del mod">
        <pc:chgData name="Soumita Sengupta" userId="4afa6ce1-cb01-46c2-8538-4650222f0c96" providerId="ADAL" clId="{3D4DBD7B-8236-4B09-9BFB-2E4A60585BEF}" dt="2021-09-07T13:34:03.247" v="2048" actId="47"/>
        <pc:sldMkLst>
          <pc:docMk/>
          <pc:sldMk cId="3507782677" sldId="1338"/>
        </pc:sldMkLst>
        <pc:spChg chg="add del">
          <ac:chgData name="Soumita Sengupta" userId="4afa6ce1-cb01-46c2-8538-4650222f0c96" providerId="ADAL" clId="{3D4DBD7B-8236-4B09-9BFB-2E4A60585BEF}" dt="2021-09-07T08:41:41.412" v="269"/>
          <ac:spMkLst>
            <pc:docMk/>
            <pc:sldMk cId="3507782677" sldId="1338"/>
            <ac:spMk id="2" creationId="{F31128C8-77EE-4AE8-9EEF-E071F092212F}"/>
          </ac:spMkLst>
        </pc:spChg>
        <pc:spChg chg="mod">
          <ac:chgData name="Soumita Sengupta" userId="4afa6ce1-cb01-46c2-8538-4650222f0c96" providerId="ADAL" clId="{3D4DBD7B-8236-4B09-9BFB-2E4A60585BEF}" dt="2021-09-07T11:07:38.792" v="835" actId="20577"/>
          <ac:spMkLst>
            <pc:docMk/>
            <pc:sldMk cId="3507782677" sldId="1338"/>
            <ac:spMk id="7" creationId="{A6657038-FCCE-444F-BEE7-76DFBE3CBCC6}"/>
          </ac:spMkLst>
        </pc:spChg>
        <pc:picChg chg="add del mod">
          <ac:chgData name="Soumita Sengupta" userId="4afa6ce1-cb01-46c2-8538-4650222f0c96" providerId="ADAL" clId="{3D4DBD7B-8236-4B09-9BFB-2E4A60585BEF}" dt="2021-09-07T11:01:51.221" v="724" actId="478"/>
          <ac:picMkLst>
            <pc:docMk/>
            <pc:sldMk cId="3507782677" sldId="1338"/>
            <ac:picMk id="6" creationId="{2876A9E2-10A5-45E7-9E46-CF8ED8E3CF5E}"/>
          </ac:picMkLst>
        </pc:picChg>
        <pc:picChg chg="del">
          <ac:chgData name="Soumita Sengupta" userId="4afa6ce1-cb01-46c2-8538-4650222f0c96" providerId="ADAL" clId="{3D4DBD7B-8236-4B09-9BFB-2E4A60585BEF}" dt="2021-09-07T08:39:34.241" v="267" actId="478"/>
          <ac:picMkLst>
            <pc:docMk/>
            <pc:sldMk cId="3507782677" sldId="1338"/>
            <ac:picMk id="8" creationId="{D759AE2F-CC41-4E61-BE80-69E6339EEE0E}"/>
          </ac:picMkLst>
        </pc:picChg>
      </pc:sldChg>
      <pc:sldChg chg="addSp delSp modSp add mod">
        <pc:chgData name="Soumita Sengupta" userId="4afa6ce1-cb01-46c2-8538-4650222f0c96" providerId="ADAL" clId="{3D4DBD7B-8236-4B09-9BFB-2E4A60585BEF}" dt="2021-09-08T09:58:03.047" v="2355" actId="20577"/>
        <pc:sldMkLst>
          <pc:docMk/>
          <pc:sldMk cId="708412012" sldId="1339"/>
        </pc:sldMkLst>
        <pc:spChg chg="add del">
          <ac:chgData name="Soumita Sengupta" userId="4afa6ce1-cb01-46c2-8538-4650222f0c96" providerId="ADAL" clId="{3D4DBD7B-8236-4B09-9BFB-2E4A60585BEF}" dt="2021-09-07T08:42:15.070" v="277"/>
          <ac:spMkLst>
            <pc:docMk/>
            <pc:sldMk cId="708412012" sldId="1339"/>
            <ac:spMk id="2" creationId="{8E871B72-5230-4812-BB51-9798272E8975}"/>
          </ac:spMkLst>
        </pc:spChg>
        <pc:spChg chg="mod">
          <ac:chgData name="Soumita Sengupta" userId="4afa6ce1-cb01-46c2-8538-4650222f0c96" providerId="ADAL" clId="{3D4DBD7B-8236-4B09-9BFB-2E4A60585BEF}" dt="2021-09-08T09:58:03.047" v="2355" actId="20577"/>
          <ac:spMkLst>
            <pc:docMk/>
            <pc:sldMk cId="708412012" sldId="1339"/>
            <ac:spMk id="7" creationId="{A6657038-FCCE-444F-BEE7-76DFBE3CBCC6}"/>
          </ac:spMkLst>
        </pc:spChg>
        <pc:picChg chg="del">
          <ac:chgData name="Soumita Sengupta" userId="4afa6ce1-cb01-46c2-8538-4650222f0c96" providerId="ADAL" clId="{3D4DBD7B-8236-4B09-9BFB-2E4A60585BEF}" dt="2021-09-07T08:42:11.516" v="275" actId="478"/>
          <ac:picMkLst>
            <pc:docMk/>
            <pc:sldMk cId="708412012" sldId="1339"/>
            <ac:picMk id="6" creationId="{2876A9E2-10A5-45E7-9E46-CF8ED8E3CF5E}"/>
          </ac:picMkLst>
        </pc:picChg>
        <pc:picChg chg="add del mod">
          <ac:chgData name="Soumita Sengupta" userId="4afa6ce1-cb01-46c2-8538-4650222f0c96" providerId="ADAL" clId="{3D4DBD7B-8236-4B09-9BFB-2E4A60585BEF}" dt="2021-09-07T11:01:56.318" v="725" actId="478"/>
          <ac:picMkLst>
            <pc:docMk/>
            <pc:sldMk cId="708412012" sldId="1339"/>
            <ac:picMk id="8" creationId="{2B4A856D-1593-44F8-AF7F-6F8A645AA555}"/>
          </ac:picMkLst>
        </pc:picChg>
      </pc:sldChg>
      <pc:sldChg chg="delSp modSp add mod">
        <pc:chgData name="Soumita Sengupta" userId="4afa6ce1-cb01-46c2-8538-4650222f0c96" providerId="ADAL" clId="{3D4DBD7B-8236-4B09-9BFB-2E4A60585BEF}" dt="2021-09-07T11:08:18.335" v="849" actId="5793"/>
        <pc:sldMkLst>
          <pc:docMk/>
          <pc:sldMk cId="3867042659" sldId="1340"/>
        </pc:sldMkLst>
        <pc:spChg chg="mod">
          <ac:chgData name="Soumita Sengupta" userId="4afa6ce1-cb01-46c2-8538-4650222f0c96" providerId="ADAL" clId="{3D4DBD7B-8236-4B09-9BFB-2E4A60585BEF}" dt="2021-09-07T11:08:18.335" v="849" actId="5793"/>
          <ac:spMkLst>
            <pc:docMk/>
            <pc:sldMk cId="3867042659" sldId="1340"/>
            <ac:spMk id="5" creationId="{B3F41200-3D7D-4D9F-8AC7-CB92286A2D1C}"/>
          </ac:spMkLst>
        </pc:spChg>
        <pc:spChg chg="del mod">
          <ac:chgData name="Soumita Sengupta" userId="4afa6ce1-cb01-46c2-8538-4650222f0c96" providerId="ADAL" clId="{3D4DBD7B-8236-4B09-9BFB-2E4A60585BEF}" dt="2021-09-07T09:00:19.874" v="292"/>
          <ac:spMkLst>
            <pc:docMk/>
            <pc:sldMk cId="3867042659" sldId="1340"/>
            <ac:spMk id="7" creationId="{A6657038-FCCE-444F-BEE7-76DFBE3CBCC6}"/>
          </ac:spMkLst>
        </pc:spChg>
        <pc:spChg chg="mod">
          <ac:chgData name="Soumita Sengupta" userId="4afa6ce1-cb01-46c2-8538-4650222f0c96" providerId="ADAL" clId="{3D4DBD7B-8236-4B09-9BFB-2E4A60585BEF}" dt="2021-09-07T09:00:11.945" v="289"/>
          <ac:spMkLst>
            <pc:docMk/>
            <pc:sldMk cId="3867042659" sldId="1340"/>
            <ac:spMk id="11" creationId="{00000000-0000-0000-0000-000000000000}"/>
          </ac:spMkLst>
        </pc:spChg>
        <pc:picChg chg="del">
          <ac:chgData name="Soumita Sengupta" userId="4afa6ce1-cb01-46c2-8538-4650222f0c96" providerId="ADAL" clId="{3D4DBD7B-8236-4B09-9BFB-2E4A60585BEF}" dt="2021-09-07T08:47:36.905" v="283" actId="478"/>
          <ac:picMkLst>
            <pc:docMk/>
            <pc:sldMk cId="3867042659" sldId="1340"/>
            <ac:picMk id="8" creationId="{2B4A856D-1593-44F8-AF7F-6F8A645AA555}"/>
          </ac:picMkLst>
        </pc:picChg>
      </pc:sldChg>
      <pc:sldChg chg="addSp modSp add mod ord">
        <pc:chgData name="Soumita Sengupta" userId="4afa6ce1-cb01-46c2-8538-4650222f0c96" providerId="ADAL" clId="{3D4DBD7B-8236-4B09-9BFB-2E4A60585BEF}" dt="2021-09-07T13:34:25.301" v="2049" actId="113"/>
        <pc:sldMkLst>
          <pc:docMk/>
          <pc:sldMk cId="3519504251" sldId="1341"/>
        </pc:sldMkLst>
        <pc:spChg chg="mod">
          <ac:chgData name="Soumita Sengupta" userId="4afa6ce1-cb01-46c2-8538-4650222f0c96" providerId="ADAL" clId="{3D4DBD7B-8236-4B09-9BFB-2E4A60585BEF}" dt="2021-09-07T09:05:32.375" v="303" actId="6549"/>
          <ac:spMkLst>
            <pc:docMk/>
            <pc:sldMk cId="3519504251" sldId="1341"/>
            <ac:spMk id="5" creationId="{B3F41200-3D7D-4D9F-8AC7-CB92286A2D1C}"/>
          </ac:spMkLst>
        </pc:spChg>
        <pc:spChg chg="add mod">
          <ac:chgData name="Soumita Sengupta" userId="4afa6ce1-cb01-46c2-8538-4650222f0c96" providerId="ADAL" clId="{3D4DBD7B-8236-4B09-9BFB-2E4A60585BEF}" dt="2021-09-07T13:34:25.301" v="2049" actId="113"/>
          <ac:spMkLst>
            <pc:docMk/>
            <pc:sldMk cId="3519504251" sldId="1341"/>
            <ac:spMk id="7" creationId="{FC600F77-6B9C-43FF-8107-8038F44704D6}"/>
          </ac:spMkLst>
        </pc:spChg>
      </pc:sldChg>
      <pc:sldChg chg="add del">
        <pc:chgData name="Soumita Sengupta" userId="4afa6ce1-cb01-46c2-8538-4650222f0c96" providerId="ADAL" clId="{3D4DBD7B-8236-4B09-9BFB-2E4A60585BEF}" dt="2021-09-07T09:00:22.987" v="293" actId="47"/>
        <pc:sldMkLst>
          <pc:docMk/>
          <pc:sldMk cId="3758088753" sldId="1341"/>
        </pc:sldMkLst>
      </pc:sldChg>
      <pc:sldChg chg="addSp delSp modSp add del mod">
        <pc:chgData name="Soumita Sengupta" userId="4afa6ce1-cb01-46c2-8538-4650222f0c96" providerId="ADAL" clId="{3D4DBD7B-8236-4B09-9BFB-2E4A60585BEF}" dt="2021-09-07T09:12:17.145" v="402" actId="47"/>
        <pc:sldMkLst>
          <pc:docMk/>
          <pc:sldMk cId="2219856397" sldId="1342"/>
        </pc:sldMkLst>
        <pc:spChg chg="add del">
          <ac:chgData name="Soumita Sengupta" userId="4afa6ce1-cb01-46c2-8538-4650222f0c96" providerId="ADAL" clId="{3D4DBD7B-8236-4B09-9BFB-2E4A60585BEF}" dt="2021-09-07T09:08:46.723" v="329"/>
          <ac:spMkLst>
            <pc:docMk/>
            <pc:sldMk cId="2219856397" sldId="1342"/>
            <ac:spMk id="2" creationId="{67052F72-D11A-499F-B5D9-8E7BDB7D0735}"/>
          </ac:spMkLst>
        </pc:spChg>
        <pc:spChg chg="mod">
          <ac:chgData name="Soumita Sengupta" userId="4afa6ce1-cb01-46c2-8538-4650222f0c96" providerId="ADAL" clId="{3D4DBD7B-8236-4B09-9BFB-2E4A60585BEF}" dt="2021-09-07T09:08:43.076" v="327" actId="20577"/>
          <ac:spMkLst>
            <pc:docMk/>
            <pc:sldMk cId="2219856397" sldId="1342"/>
            <ac:spMk id="5" creationId="{B3F41200-3D7D-4D9F-8AC7-CB92286A2D1C}"/>
          </ac:spMkLst>
        </pc:spChg>
        <pc:picChg chg="add mod">
          <ac:chgData name="Soumita Sengupta" userId="4afa6ce1-cb01-46c2-8538-4650222f0c96" providerId="ADAL" clId="{3D4DBD7B-8236-4B09-9BFB-2E4A60585BEF}" dt="2021-09-07T09:08:52.974" v="333" actId="1076"/>
          <ac:picMkLst>
            <pc:docMk/>
            <pc:sldMk cId="2219856397" sldId="1342"/>
            <ac:picMk id="6" creationId="{39F61E8F-6B12-402E-90EA-806B6C9BFF0E}"/>
          </ac:picMkLst>
        </pc:picChg>
      </pc:sldChg>
      <pc:sldChg chg="delSp modSp add mod">
        <pc:chgData name="Soumita Sengupta" userId="4afa6ce1-cb01-46c2-8538-4650222f0c96" providerId="ADAL" clId="{3D4DBD7B-8236-4B09-9BFB-2E4A60585BEF}" dt="2021-09-07T13:34:30.215" v="2050" actId="113"/>
        <pc:sldMkLst>
          <pc:docMk/>
          <pc:sldMk cId="1732938146" sldId="1343"/>
        </pc:sldMkLst>
        <pc:spChg chg="mod">
          <ac:chgData name="Soumita Sengupta" userId="4afa6ce1-cb01-46c2-8538-4650222f0c96" providerId="ADAL" clId="{3D4DBD7B-8236-4B09-9BFB-2E4A60585BEF}" dt="2021-09-07T13:34:30.215" v="2050" actId="113"/>
          <ac:spMkLst>
            <pc:docMk/>
            <pc:sldMk cId="1732938146" sldId="1343"/>
            <ac:spMk id="5" creationId="{B3F41200-3D7D-4D9F-8AC7-CB92286A2D1C}"/>
          </ac:spMkLst>
        </pc:spChg>
        <pc:picChg chg="del">
          <ac:chgData name="Soumita Sengupta" userId="4afa6ce1-cb01-46c2-8538-4650222f0c96" providerId="ADAL" clId="{3D4DBD7B-8236-4B09-9BFB-2E4A60585BEF}" dt="2021-09-07T09:09:18.371" v="338" actId="478"/>
          <ac:picMkLst>
            <pc:docMk/>
            <pc:sldMk cId="1732938146" sldId="1343"/>
            <ac:picMk id="6" creationId="{39F61E8F-6B12-402E-90EA-806B6C9BFF0E}"/>
          </ac:picMkLst>
        </pc:picChg>
      </pc:sldChg>
      <pc:sldChg chg="addSp delSp modSp add del mod">
        <pc:chgData name="Soumita Sengupta" userId="4afa6ce1-cb01-46c2-8538-4650222f0c96" providerId="ADAL" clId="{3D4DBD7B-8236-4B09-9BFB-2E4A60585BEF}" dt="2021-09-07T09:12:31.265" v="415" actId="47"/>
        <pc:sldMkLst>
          <pc:docMk/>
          <pc:sldMk cId="3724980071" sldId="1344"/>
        </pc:sldMkLst>
        <pc:spChg chg="add del">
          <ac:chgData name="Soumita Sengupta" userId="4afa6ce1-cb01-46c2-8538-4650222f0c96" providerId="ADAL" clId="{3D4DBD7B-8236-4B09-9BFB-2E4A60585BEF}" dt="2021-09-07T09:09:54.767" v="347"/>
          <ac:spMkLst>
            <pc:docMk/>
            <pc:sldMk cId="3724980071" sldId="1344"/>
            <ac:spMk id="2" creationId="{6CFA93A4-43B1-45EF-A92B-43B6EB1876D1}"/>
          </ac:spMkLst>
        </pc:spChg>
        <pc:picChg chg="del">
          <ac:chgData name="Soumita Sengupta" userId="4afa6ce1-cb01-46c2-8538-4650222f0c96" providerId="ADAL" clId="{3D4DBD7B-8236-4B09-9BFB-2E4A60585BEF}" dt="2021-09-07T09:09:47.825" v="345" actId="478"/>
          <ac:picMkLst>
            <pc:docMk/>
            <pc:sldMk cId="3724980071" sldId="1344"/>
            <ac:picMk id="6" creationId="{39F61E8F-6B12-402E-90EA-806B6C9BFF0E}"/>
          </ac:picMkLst>
        </pc:picChg>
        <pc:picChg chg="add mod">
          <ac:chgData name="Soumita Sengupta" userId="4afa6ce1-cb01-46c2-8538-4650222f0c96" providerId="ADAL" clId="{3D4DBD7B-8236-4B09-9BFB-2E4A60585BEF}" dt="2021-09-07T09:10:09.558" v="351" actId="14100"/>
          <ac:picMkLst>
            <pc:docMk/>
            <pc:sldMk cId="3724980071" sldId="1344"/>
            <ac:picMk id="7" creationId="{808C760B-2D3B-4A76-AB98-E0FA83E19156}"/>
          </ac:picMkLst>
        </pc:picChg>
      </pc:sldChg>
      <pc:sldChg chg="modSp add mod">
        <pc:chgData name="Soumita Sengupta" userId="4afa6ce1-cb01-46c2-8538-4650222f0c96" providerId="ADAL" clId="{3D4DBD7B-8236-4B09-9BFB-2E4A60585BEF}" dt="2021-09-07T13:34:35.733" v="2051" actId="113"/>
        <pc:sldMkLst>
          <pc:docMk/>
          <pc:sldMk cId="3586731287" sldId="1345"/>
        </pc:sldMkLst>
        <pc:spChg chg="mod">
          <ac:chgData name="Soumita Sengupta" userId="4afa6ce1-cb01-46c2-8538-4650222f0c96" providerId="ADAL" clId="{3D4DBD7B-8236-4B09-9BFB-2E4A60585BEF}" dt="2021-09-07T13:34:35.733" v="2051" actId="113"/>
          <ac:spMkLst>
            <pc:docMk/>
            <pc:sldMk cId="3586731287" sldId="1345"/>
            <ac:spMk id="5" creationId="{B3F41200-3D7D-4D9F-8AC7-CB92286A2D1C}"/>
          </ac:spMkLst>
        </pc:spChg>
      </pc:sldChg>
      <pc:sldChg chg="modSp add mod">
        <pc:chgData name="Soumita Sengupta" userId="4afa6ce1-cb01-46c2-8538-4650222f0c96" providerId="ADAL" clId="{3D4DBD7B-8236-4B09-9BFB-2E4A60585BEF}" dt="2021-09-08T10:02:40.275" v="2357" actId="108"/>
        <pc:sldMkLst>
          <pc:docMk/>
          <pc:sldMk cId="1490327546" sldId="1346"/>
        </pc:sldMkLst>
        <pc:spChg chg="mod">
          <ac:chgData name="Soumita Sengupta" userId="4afa6ce1-cb01-46c2-8538-4650222f0c96" providerId="ADAL" clId="{3D4DBD7B-8236-4B09-9BFB-2E4A60585BEF}" dt="2021-09-08T10:02:40.275" v="2357" actId="108"/>
          <ac:spMkLst>
            <pc:docMk/>
            <pc:sldMk cId="1490327546" sldId="1346"/>
            <ac:spMk id="5" creationId="{B3F41200-3D7D-4D9F-8AC7-CB92286A2D1C}"/>
          </ac:spMkLst>
        </pc:spChg>
        <pc:spChg chg="mod">
          <ac:chgData name="Soumita Sengupta" userId="4afa6ce1-cb01-46c2-8538-4650222f0c96" providerId="ADAL" clId="{3D4DBD7B-8236-4B09-9BFB-2E4A60585BEF}" dt="2021-09-07T09:14:36.295" v="466" actId="27636"/>
          <ac:spMkLst>
            <pc:docMk/>
            <pc:sldMk cId="1490327546" sldId="1346"/>
            <ac:spMk id="11" creationId="{00000000-0000-0000-0000-000000000000}"/>
          </ac:spMkLst>
        </pc:spChg>
      </pc:sldChg>
      <pc:sldChg chg="add del">
        <pc:chgData name="Soumita Sengupta" userId="4afa6ce1-cb01-46c2-8538-4650222f0c96" providerId="ADAL" clId="{3D4DBD7B-8236-4B09-9BFB-2E4A60585BEF}" dt="2021-09-07T09:11:18.200" v="366" actId="47"/>
        <pc:sldMkLst>
          <pc:docMk/>
          <pc:sldMk cId="3532338021" sldId="1346"/>
        </pc:sldMkLst>
      </pc:sldChg>
      <pc:sldChg chg="addSp delSp modSp add del mod">
        <pc:chgData name="Soumita Sengupta" userId="4afa6ce1-cb01-46c2-8538-4650222f0c96" providerId="ADAL" clId="{3D4DBD7B-8236-4B09-9BFB-2E4A60585BEF}" dt="2021-09-07T09:12:43.004" v="428" actId="47"/>
        <pc:sldMkLst>
          <pc:docMk/>
          <pc:sldMk cId="3914678431" sldId="1346"/>
        </pc:sldMkLst>
        <pc:spChg chg="add del">
          <ac:chgData name="Soumita Sengupta" userId="4afa6ce1-cb01-46c2-8538-4650222f0c96" providerId="ADAL" clId="{3D4DBD7B-8236-4B09-9BFB-2E4A60585BEF}" dt="2021-09-07T09:11:29.994" v="370"/>
          <ac:spMkLst>
            <pc:docMk/>
            <pc:sldMk cId="3914678431" sldId="1346"/>
            <ac:spMk id="2" creationId="{4D1B6C70-466A-4052-97C9-A99BA0EC1DEC}"/>
          </ac:spMkLst>
        </pc:spChg>
        <pc:picChg chg="add mod">
          <ac:chgData name="Soumita Sengupta" userId="4afa6ce1-cb01-46c2-8538-4650222f0c96" providerId="ADAL" clId="{3D4DBD7B-8236-4B09-9BFB-2E4A60585BEF}" dt="2021-09-07T09:11:34.279" v="373" actId="14100"/>
          <ac:picMkLst>
            <pc:docMk/>
            <pc:sldMk cId="3914678431" sldId="1346"/>
            <ac:picMk id="6" creationId="{76B9CD9E-320C-436A-9274-E51F783FB127}"/>
          </ac:picMkLst>
        </pc:picChg>
        <pc:picChg chg="del">
          <ac:chgData name="Soumita Sengupta" userId="4afa6ce1-cb01-46c2-8538-4650222f0c96" providerId="ADAL" clId="{3D4DBD7B-8236-4B09-9BFB-2E4A60585BEF}" dt="2021-09-07T09:11:26.374" v="368" actId="478"/>
          <ac:picMkLst>
            <pc:docMk/>
            <pc:sldMk cId="3914678431" sldId="1346"/>
            <ac:picMk id="7" creationId="{808C760B-2D3B-4A76-AB98-E0FA83E19156}"/>
          </ac:picMkLst>
        </pc:picChg>
      </pc:sldChg>
      <pc:sldChg chg="modSp add mod">
        <pc:chgData name="Soumita Sengupta" userId="4afa6ce1-cb01-46c2-8538-4650222f0c96" providerId="ADAL" clId="{3D4DBD7B-8236-4B09-9BFB-2E4A60585BEF}" dt="2021-09-07T13:34:45.584" v="2053" actId="20577"/>
        <pc:sldMkLst>
          <pc:docMk/>
          <pc:sldMk cId="4267401758" sldId="1347"/>
        </pc:sldMkLst>
        <pc:spChg chg="mod">
          <ac:chgData name="Soumita Sengupta" userId="4afa6ce1-cb01-46c2-8538-4650222f0c96" providerId="ADAL" clId="{3D4DBD7B-8236-4B09-9BFB-2E4A60585BEF}" dt="2021-09-07T13:34:45.584" v="2053" actId="20577"/>
          <ac:spMkLst>
            <pc:docMk/>
            <pc:sldMk cId="4267401758" sldId="1347"/>
            <ac:spMk id="5" creationId="{B3F41200-3D7D-4D9F-8AC7-CB92286A2D1C}"/>
          </ac:spMkLst>
        </pc:spChg>
      </pc:sldChg>
      <pc:sldChg chg="modSp add mod">
        <pc:chgData name="Soumita Sengupta" userId="4afa6ce1-cb01-46c2-8538-4650222f0c96" providerId="ADAL" clId="{3D4DBD7B-8236-4B09-9BFB-2E4A60585BEF}" dt="2021-09-07T13:34:52.636" v="2054" actId="20577"/>
        <pc:sldMkLst>
          <pc:docMk/>
          <pc:sldMk cId="3011829999" sldId="1348"/>
        </pc:sldMkLst>
        <pc:spChg chg="mod">
          <ac:chgData name="Soumita Sengupta" userId="4afa6ce1-cb01-46c2-8538-4650222f0c96" providerId="ADAL" clId="{3D4DBD7B-8236-4B09-9BFB-2E4A60585BEF}" dt="2021-09-07T13:34:52.636" v="2054" actId="20577"/>
          <ac:spMkLst>
            <pc:docMk/>
            <pc:sldMk cId="3011829999" sldId="1348"/>
            <ac:spMk id="5" creationId="{B3F41200-3D7D-4D9F-8AC7-CB92286A2D1C}"/>
          </ac:spMkLst>
        </pc:spChg>
      </pc:sldChg>
      <pc:sldChg chg="modSp add mod">
        <pc:chgData name="Soumita Sengupta" userId="4afa6ce1-cb01-46c2-8538-4650222f0c96" providerId="ADAL" clId="{3D4DBD7B-8236-4B09-9BFB-2E4A60585BEF}" dt="2021-09-08T10:03:10.647" v="2360" actId="20577"/>
        <pc:sldMkLst>
          <pc:docMk/>
          <pc:sldMk cId="3225903214" sldId="1349"/>
        </pc:sldMkLst>
        <pc:spChg chg="mod">
          <ac:chgData name="Soumita Sengupta" userId="4afa6ce1-cb01-46c2-8538-4650222f0c96" providerId="ADAL" clId="{3D4DBD7B-8236-4B09-9BFB-2E4A60585BEF}" dt="2021-09-08T10:03:10.647" v="2360" actId="20577"/>
          <ac:spMkLst>
            <pc:docMk/>
            <pc:sldMk cId="3225903214" sldId="1349"/>
            <ac:spMk id="5" creationId="{B3F41200-3D7D-4D9F-8AC7-CB92286A2D1C}"/>
          </ac:spMkLst>
        </pc:spChg>
        <pc:spChg chg="mod">
          <ac:chgData name="Soumita Sengupta" userId="4afa6ce1-cb01-46c2-8538-4650222f0c96" providerId="ADAL" clId="{3D4DBD7B-8236-4B09-9BFB-2E4A60585BEF}" dt="2021-09-07T09:35:53.424" v="494"/>
          <ac:spMkLst>
            <pc:docMk/>
            <pc:sldMk cId="3225903214" sldId="1349"/>
            <ac:spMk id="11" creationId="{00000000-0000-0000-0000-000000000000}"/>
          </ac:spMkLst>
        </pc:spChg>
      </pc:sldChg>
      <pc:sldChg chg="modSp add mod">
        <pc:chgData name="Soumita Sengupta" userId="4afa6ce1-cb01-46c2-8538-4650222f0c96" providerId="ADAL" clId="{3D4DBD7B-8236-4B09-9BFB-2E4A60585BEF}" dt="2021-09-07T11:09:59.090" v="868" actId="27636"/>
        <pc:sldMkLst>
          <pc:docMk/>
          <pc:sldMk cId="2164198505" sldId="1350"/>
        </pc:sldMkLst>
        <pc:spChg chg="mod">
          <ac:chgData name="Soumita Sengupta" userId="4afa6ce1-cb01-46c2-8538-4650222f0c96" providerId="ADAL" clId="{3D4DBD7B-8236-4B09-9BFB-2E4A60585BEF}" dt="2021-09-07T11:09:59.090" v="868" actId="27636"/>
          <ac:spMkLst>
            <pc:docMk/>
            <pc:sldMk cId="2164198505" sldId="1350"/>
            <ac:spMk id="5" creationId="{B3F41200-3D7D-4D9F-8AC7-CB92286A2D1C}"/>
          </ac:spMkLst>
        </pc:spChg>
      </pc:sldChg>
      <pc:sldChg chg="modSp add mod">
        <pc:chgData name="Soumita Sengupta" userId="4afa6ce1-cb01-46c2-8538-4650222f0c96" providerId="ADAL" clId="{3D4DBD7B-8236-4B09-9BFB-2E4A60585BEF}" dt="2021-09-07T13:35:07.614" v="2056" actId="1076"/>
        <pc:sldMkLst>
          <pc:docMk/>
          <pc:sldMk cId="3092415398" sldId="1351"/>
        </pc:sldMkLst>
        <pc:spChg chg="mod">
          <ac:chgData name="Soumita Sengupta" userId="4afa6ce1-cb01-46c2-8538-4650222f0c96" providerId="ADAL" clId="{3D4DBD7B-8236-4B09-9BFB-2E4A60585BEF}" dt="2021-09-07T13:35:07.614" v="2056" actId="1076"/>
          <ac:spMkLst>
            <pc:docMk/>
            <pc:sldMk cId="3092415398" sldId="1351"/>
            <ac:spMk id="5" creationId="{B3F41200-3D7D-4D9F-8AC7-CB92286A2D1C}"/>
          </ac:spMkLst>
        </pc:spChg>
      </pc:sldChg>
      <pc:sldChg chg="modSp add mod">
        <pc:chgData name="Soumita Sengupta" userId="4afa6ce1-cb01-46c2-8538-4650222f0c96" providerId="ADAL" clId="{3D4DBD7B-8236-4B09-9BFB-2E4A60585BEF}" dt="2021-09-08T10:03:44.026" v="2363" actId="108"/>
        <pc:sldMkLst>
          <pc:docMk/>
          <pc:sldMk cId="3163595302" sldId="1352"/>
        </pc:sldMkLst>
        <pc:spChg chg="mod">
          <ac:chgData name="Soumita Sengupta" userId="4afa6ce1-cb01-46c2-8538-4650222f0c96" providerId="ADAL" clId="{3D4DBD7B-8236-4B09-9BFB-2E4A60585BEF}" dt="2021-09-08T10:03:44.026" v="2363" actId="108"/>
          <ac:spMkLst>
            <pc:docMk/>
            <pc:sldMk cId="3163595302" sldId="1352"/>
            <ac:spMk id="5" creationId="{B3F41200-3D7D-4D9F-8AC7-CB92286A2D1C}"/>
          </ac:spMkLst>
        </pc:spChg>
        <pc:spChg chg="mod">
          <ac:chgData name="Soumita Sengupta" userId="4afa6ce1-cb01-46c2-8538-4650222f0c96" providerId="ADAL" clId="{3D4DBD7B-8236-4B09-9BFB-2E4A60585BEF}" dt="2021-09-07T09:41:54.489" v="524" actId="3626"/>
          <ac:spMkLst>
            <pc:docMk/>
            <pc:sldMk cId="3163595302" sldId="1352"/>
            <ac:spMk id="11" creationId="{00000000-0000-0000-0000-000000000000}"/>
          </ac:spMkLst>
        </pc:spChg>
      </pc:sldChg>
      <pc:sldChg chg="modSp add mod">
        <pc:chgData name="Soumita Sengupta" userId="4afa6ce1-cb01-46c2-8538-4650222f0c96" providerId="ADAL" clId="{3D4DBD7B-8236-4B09-9BFB-2E4A60585BEF}" dt="2021-09-07T11:10:48.780" v="875" actId="27636"/>
        <pc:sldMkLst>
          <pc:docMk/>
          <pc:sldMk cId="683911565" sldId="1353"/>
        </pc:sldMkLst>
        <pc:spChg chg="mod">
          <ac:chgData name="Soumita Sengupta" userId="4afa6ce1-cb01-46c2-8538-4650222f0c96" providerId="ADAL" clId="{3D4DBD7B-8236-4B09-9BFB-2E4A60585BEF}" dt="2021-09-07T11:10:48.780" v="875" actId="27636"/>
          <ac:spMkLst>
            <pc:docMk/>
            <pc:sldMk cId="683911565" sldId="1353"/>
            <ac:spMk id="5" creationId="{B3F41200-3D7D-4D9F-8AC7-CB92286A2D1C}"/>
          </ac:spMkLst>
        </pc:spChg>
      </pc:sldChg>
      <pc:sldChg chg="add del">
        <pc:chgData name="Soumita Sengupta" userId="4afa6ce1-cb01-46c2-8538-4650222f0c96" providerId="ADAL" clId="{3D4DBD7B-8236-4B09-9BFB-2E4A60585BEF}" dt="2021-09-07T09:43:48.221" v="534" actId="47"/>
        <pc:sldMkLst>
          <pc:docMk/>
          <pc:sldMk cId="1125442920" sldId="1354"/>
        </pc:sldMkLst>
      </pc:sldChg>
      <pc:sldChg chg="modSp add mod">
        <pc:chgData name="Soumita Sengupta" userId="4afa6ce1-cb01-46c2-8538-4650222f0c96" providerId="ADAL" clId="{3D4DBD7B-8236-4B09-9BFB-2E4A60585BEF}" dt="2021-09-07T11:10:54.570" v="877" actId="27636"/>
        <pc:sldMkLst>
          <pc:docMk/>
          <pc:sldMk cId="1256965625" sldId="1354"/>
        </pc:sldMkLst>
        <pc:spChg chg="mod">
          <ac:chgData name="Soumita Sengupta" userId="4afa6ce1-cb01-46c2-8538-4650222f0c96" providerId="ADAL" clId="{3D4DBD7B-8236-4B09-9BFB-2E4A60585BEF}" dt="2021-09-07T11:10:54.570" v="877" actId="27636"/>
          <ac:spMkLst>
            <pc:docMk/>
            <pc:sldMk cId="1256965625" sldId="1354"/>
            <ac:spMk id="5" creationId="{B3F41200-3D7D-4D9F-8AC7-CB92286A2D1C}"/>
          </ac:spMkLst>
        </pc:spChg>
      </pc:sldChg>
      <pc:sldChg chg="modSp add mod">
        <pc:chgData name="Soumita Sengupta" userId="4afa6ce1-cb01-46c2-8538-4650222f0c96" providerId="ADAL" clId="{3D4DBD7B-8236-4B09-9BFB-2E4A60585BEF}" dt="2021-09-07T11:11:04.215" v="879" actId="255"/>
        <pc:sldMkLst>
          <pc:docMk/>
          <pc:sldMk cId="1488195075" sldId="1355"/>
        </pc:sldMkLst>
        <pc:spChg chg="mod">
          <ac:chgData name="Soumita Sengupta" userId="4afa6ce1-cb01-46c2-8538-4650222f0c96" providerId="ADAL" clId="{3D4DBD7B-8236-4B09-9BFB-2E4A60585BEF}" dt="2021-09-07T11:11:04.215" v="879" actId="255"/>
          <ac:spMkLst>
            <pc:docMk/>
            <pc:sldMk cId="1488195075" sldId="1355"/>
            <ac:spMk id="5" creationId="{B3F41200-3D7D-4D9F-8AC7-CB92286A2D1C}"/>
          </ac:spMkLst>
        </pc:spChg>
      </pc:sldChg>
      <pc:sldChg chg="modSp add mod">
        <pc:chgData name="Soumita Sengupta" userId="4afa6ce1-cb01-46c2-8538-4650222f0c96" providerId="ADAL" clId="{3D4DBD7B-8236-4B09-9BFB-2E4A60585BEF}" dt="2021-09-08T10:04:10.815" v="2366" actId="20577"/>
        <pc:sldMkLst>
          <pc:docMk/>
          <pc:sldMk cId="3019721854" sldId="1356"/>
        </pc:sldMkLst>
        <pc:spChg chg="mod">
          <ac:chgData name="Soumita Sengupta" userId="4afa6ce1-cb01-46c2-8538-4650222f0c96" providerId="ADAL" clId="{3D4DBD7B-8236-4B09-9BFB-2E4A60585BEF}" dt="2021-09-08T10:04:10.815" v="2366" actId="20577"/>
          <ac:spMkLst>
            <pc:docMk/>
            <pc:sldMk cId="3019721854" sldId="1356"/>
            <ac:spMk id="5" creationId="{B3F41200-3D7D-4D9F-8AC7-CB92286A2D1C}"/>
          </ac:spMkLst>
        </pc:spChg>
        <pc:spChg chg="mod">
          <ac:chgData name="Soumita Sengupta" userId="4afa6ce1-cb01-46c2-8538-4650222f0c96" providerId="ADAL" clId="{3D4DBD7B-8236-4B09-9BFB-2E4A60585BEF}" dt="2021-09-07T09:46:55.425" v="588"/>
          <ac:spMkLst>
            <pc:docMk/>
            <pc:sldMk cId="3019721854" sldId="1356"/>
            <ac:spMk id="11" creationId="{00000000-0000-0000-0000-000000000000}"/>
          </ac:spMkLst>
        </pc:spChg>
      </pc:sldChg>
      <pc:sldChg chg="add del">
        <pc:chgData name="Soumita Sengupta" userId="4afa6ce1-cb01-46c2-8538-4650222f0c96" providerId="ADAL" clId="{3D4DBD7B-8236-4B09-9BFB-2E4A60585BEF}" dt="2021-09-07T09:47:42.064" v="596" actId="47"/>
        <pc:sldMkLst>
          <pc:docMk/>
          <pc:sldMk cId="1566110982" sldId="1357"/>
        </pc:sldMkLst>
      </pc:sldChg>
      <pc:sldChg chg="add del">
        <pc:chgData name="Soumita Sengupta" userId="4afa6ce1-cb01-46c2-8538-4650222f0c96" providerId="ADAL" clId="{3D4DBD7B-8236-4B09-9BFB-2E4A60585BEF}" dt="2021-09-07T09:46:45.009" v="585" actId="47"/>
        <pc:sldMkLst>
          <pc:docMk/>
          <pc:sldMk cId="2826893278" sldId="1357"/>
        </pc:sldMkLst>
      </pc:sldChg>
      <pc:sldChg chg="modSp add mod ord">
        <pc:chgData name="Soumita Sengupta" userId="4afa6ce1-cb01-46c2-8538-4650222f0c96" providerId="ADAL" clId="{3D4DBD7B-8236-4B09-9BFB-2E4A60585BEF}" dt="2021-09-07T11:11:25.204" v="883" actId="255"/>
        <pc:sldMkLst>
          <pc:docMk/>
          <pc:sldMk cId="3229239430" sldId="1358"/>
        </pc:sldMkLst>
        <pc:spChg chg="mod">
          <ac:chgData name="Soumita Sengupta" userId="4afa6ce1-cb01-46c2-8538-4650222f0c96" providerId="ADAL" clId="{3D4DBD7B-8236-4B09-9BFB-2E4A60585BEF}" dt="2021-09-07T11:11:25.204" v="883" actId="255"/>
          <ac:spMkLst>
            <pc:docMk/>
            <pc:sldMk cId="3229239430" sldId="1358"/>
            <ac:spMk id="5" creationId="{B3F41200-3D7D-4D9F-8AC7-CB92286A2D1C}"/>
          </ac:spMkLst>
        </pc:spChg>
      </pc:sldChg>
      <pc:sldChg chg="modSp add mod">
        <pc:chgData name="Soumita Sengupta" userId="4afa6ce1-cb01-46c2-8538-4650222f0c96" providerId="ADAL" clId="{3D4DBD7B-8236-4B09-9BFB-2E4A60585BEF}" dt="2021-09-08T10:04:36.472" v="2369" actId="20577"/>
        <pc:sldMkLst>
          <pc:docMk/>
          <pc:sldMk cId="3969517502" sldId="1359"/>
        </pc:sldMkLst>
        <pc:spChg chg="mod">
          <ac:chgData name="Soumita Sengupta" userId="4afa6ce1-cb01-46c2-8538-4650222f0c96" providerId="ADAL" clId="{3D4DBD7B-8236-4B09-9BFB-2E4A60585BEF}" dt="2021-09-08T10:04:36.472" v="2369" actId="20577"/>
          <ac:spMkLst>
            <pc:docMk/>
            <pc:sldMk cId="3969517502" sldId="1359"/>
            <ac:spMk id="5" creationId="{B3F41200-3D7D-4D9F-8AC7-CB92286A2D1C}"/>
          </ac:spMkLst>
        </pc:spChg>
        <pc:spChg chg="mod">
          <ac:chgData name="Soumita Sengupta" userId="4afa6ce1-cb01-46c2-8538-4650222f0c96" providerId="ADAL" clId="{3D4DBD7B-8236-4B09-9BFB-2E4A60585BEF}" dt="2021-09-07T14:23:35.833" v="2336" actId="14100"/>
          <ac:spMkLst>
            <pc:docMk/>
            <pc:sldMk cId="3969517502" sldId="1359"/>
            <ac:spMk id="11" creationId="{00000000-0000-0000-0000-000000000000}"/>
          </ac:spMkLst>
        </pc:spChg>
      </pc:sldChg>
      <pc:sldChg chg="modSp add mod">
        <pc:chgData name="Soumita Sengupta" userId="4afa6ce1-cb01-46c2-8538-4650222f0c96" providerId="ADAL" clId="{3D4DBD7B-8236-4B09-9BFB-2E4A60585BEF}" dt="2021-09-08T10:04:46.842" v="2370" actId="20577"/>
        <pc:sldMkLst>
          <pc:docMk/>
          <pc:sldMk cId="2663507954" sldId="1360"/>
        </pc:sldMkLst>
        <pc:spChg chg="mod">
          <ac:chgData name="Soumita Sengupta" userId="4afa6ce1-cb01-46c2-8538-4650222f0c96" providerId="ADAL" clId="{3D4DBD7B-8236-4B09-9BFB-2E4A60585BEF}" dt="2021-09-08T10:04:46.842" v="2370" actId="20577"/>
          <ac:spMkLst>
            <pc:docMk/>
            <pc:sldMk cId="2663507954" sldId="1360"/>
            <ac:spMk id="5" creationId="{B3F41200-3D7D-4D9F-8AC7-CB92286A2D1C}"/>
          </ac:spMkLst>
        </pc:spChg>
      </pc:sldChg>
      <pc:sldChg chg="add del">
        <pc:chgData name="Soumita Sengupta" userId="4afa6ce1-cb01-46c2-8538-4650222f0c96" providerId="ADAL" clId="{3D4DBD7B-8236-4B09-9BFB-2E4A60585BEF}" dt="2021-09-07T09:49:56.015" v="649" actId="47"/>
        <pc:sldMkLst>
          <pc:docMk/>
          <pc:sldMk cId="3413113710" sldId="1361"/>
        </pc:sldMkLst>
      </pc:sldChg>
      <pc:sldChg chg="modSp add mod">
        <pc:chgData name="Soumita Sengupta" userId="4afa6ce1-cb01-46c2-8538-4650222f0c96" providerId="ADAL" clId="{3D4DBD7B-8236-4B09-9BFB-2E4A60585BEF}" dt="2021-09-08T10:04:55.501" v="2371" actId="20577"/>
        <pc:sldMkLst>
          <pc:docMk/>
          <pc:sldMk cId="487491626" sldId="1362"/>
        </pc:sldMkLst>
        <pc:spChg chg="mod">
          <ac:chgData name="Soumita Sengupta" userId="4afa6ce1-cb01-46c2-8538-4650222f0c96" providerId="ADAL" clId="{3D4DBD7B-8236-4B09-9BFB-2E4A60585BEF}" dt="2021-09-08T10:04:55.501" v="2371" actId="20577"/>
          <ac:spMkLst>
            <pc:docMk/>
            <pc:sldMk cId="487491626" sldId="1362"/>
            <ac:spMk id="5" creationId="{B3F41200-3D7D-4D9F-8AC7-CB92286A2D1C}"/>
          </ac:spMkLst>
        </pc:spChg>
      </pc:sldChg>
      <pc:sldChg chg="modSp add mod">
        <pc:chgData name="Soumita Sengupta" userId="4afa6ce1-cb01-46c2-8538-4650222f0c96" providerId="ADAL" clId="{3D4DBD7B-8236-4B09-9BFB-2E4A60585BEF}" dt="2021-09-07T11:00:30.106" v="664"/>
        <pc:sldMkLst>
          <pc:docMk/>
          <pc:sldMk cId="648580372" sldId="1363"/>
        </pc:sldMkLst>
        <pc:spChg chg="mod">
          <ac:chgData name="Soumita Sengupta" userId="4afa6ce1-cb01-46c2-8538-4650222f0c96" providerId="ADAL" clId="{3D4DBD7B-8236-4B09-9BFB-2E4A60585BEF}" dt="2021-09-07T11:00:30.106" v="664"/>
          <ac:spMkLst>
            <pc:docMk/>
            <pc:sldMk cId="648580372" sldId="1363"/>
            <ac:spMk id="2" creationId="{57983F62-BBB9-431B-A37F-BDA0DC7153F6}"/>
          </ac:spMkLst>
        </pc:spChg>
      </pc:sldChg>
      <pc:sldChg chg="add del">
        <pc:chgData name="Soumita Sengupta" userId="4afa6ce1-cb01-46c2-8538-4650222f0c96" providerId="ADAL" clId="{3D4DBD7B-8236-4B09-9BFB-2E4A60585BEF}" dt="2021-09-07T09:50:09.849" v="652" actId="47"/>
        <pc:sldMkLst>
          <pc:docMk/>
          <pc:sldMk cId="1652296947" sldId="1363"/>
        </pc:sldMkLst>
      </pc:sldChg>
      <pc:sldChg chg="modSp add mod">
        <pc:chgData name="Soumita Sengupta" userId="4afa6ce1-cb01-46c2-8538-4650222f0c96" providerId="ADAL" clId="{3D4DBD7B-8236-4B09-9BFB-2E4A60585BEF}" dt="2021-09-07T11:12:23.937" v="893" actId="20577"/>
        <pc:sldMkLst>
          <pc:docMk/>
          <pc:sldMk cId="3618205095" sldId="1364"/>
        </pc:sldMkLst>
        <pc:spChg chg="mod">
          <ac:chgData name="Soumita Sengupta" userId="4afa6ce1-cb01-46c2-8538-4650222f0c96" providerId="ADAL" clId="{3D4DBD7B-8236-4B09-9BFB-2E4A60585BEF}" dt="2021-09-07T11:12:23.937" v="893" actId="20577"/>
          <ac:spMkLst>
            <pc:docMk/>
            <pc:sldMk cId="3618205095" sldId="1364"/>
            <ac:spMk id="2" creationId="{57983F62-BBB9-431B-A37F-BDA0DC7153F6}"/>
          </ac:spMkLst>
        </pc:spChg>
      </pc:sldChg>
      <pc:sldChg chg="addSp delSp modSp add mod">
        <pc:chgData name="Soumita Sengupta" userId="4afa6ce1-cb01-46c2-8538-4650222f0c96" providerId="ADAL" clId="{3D4DBD7B-8236-4B09-9BFB-2E4A60585BEF}" dt="2021-09-07T14:24:01.055" v="2341" actId="22"/>
        <pc:sldMkLst>
          <pc:docMk/>
          <pc:sldMk cId="3389228306" sldId="1365"/>
        </pc:sldMkLst>
        <pc:spChg chg="mod">
          <ac:chgData name="Soumita Sengupta" userId="4afa6ce1-cb01-46c2-8538-4650222f0c96" providerId="ADAL" clId="{3D4DBD7B-8236-4B09-9BFB-2E4A60585BEF}" dt="2021-09-07T13:36:14.164" v="2059" actId="255"/>
          <ac:spMkLst>
            <pc:docMk/>
            <pc:sldMk cId="3389228306" sldId="1365"/>
            <ac:spMk id="5" creationId="{B3F41200-3D7D-4D9F-8AC7-CB92286A2D1C}"/>
          </ac:spMkLst>
        </pc:spChg>
        <pc:spChg chg="add del">
          <ac:chgData name="Soumita Sengupta" userId="4afa6ce1-cb01-46c2-8538-4650222f0c96" providerId="ADAL" clId="{3D4DBD7B-8236-4B09-9BFB-2E4A60585BEF}" dt="2021-09-07T14:24:01.055" v="2341" actId="22"/>
          <ac:spMkLst>
            <pc:docMk/>
            <pc:sldMk cId="3389228306" sldId="1365"/>
            <ac:spMk id="7" creationId="{82D5E5B7-47A5-4B5B-9642-1246812AF242}"/>
          </ac:spMkLst>
        </pc:spChg>
        <pc:spChg chg="mod">
          <ac:chgData name="Soumita Sengupta" userId="4afa6ce1-cb01-46c2-8538-4650222f0c96" providerId="ADAL" clId="{3D4DBD7B-8236-4B09-9BFB-2E4A60585BEF}" dt="2021-09-07T11:14:42.563" v="928" actId="20577"/>
          <ac:spMkLst>
            <pc:docMk/>
            <pc:sldMk cId="3389228306" sldId="1365"/>
            <ac:spMk id="11" creationId="{00000000-0000-0000-0000-000000000000}"/>
          </ac:spMkLst>
        </pc:spChg>
      </pc:sldChg>
      <pc:sldChg chg="modSp add mod">
        <pc:chgData name="Soumita Sengupta" userId="4afa6ce1-cb01-46c2-8538-4650222f0c96" providerId="ADAL" clId="{3D4DBD7B-8236-4B09-9BFB-2E4A60585BEF}" dt="2021-09-07T13:36:23.449" v="2061" actId="13926"/>
        <pc:sldMkLst>
          <pc:docMk/>
          <pc:sldMk cId="4026885863" sldId="1366"/>
        </pc:sldMkLst>
        <pc:spChg chg="mod">
          <ac:chgData name="Soumita Sengupta" userId="4afa6ce1-cb01-46c2-8538-4650222f0c96" providerId="ADAL" clId="{3D4DBD7B-8236-4B09-9BFB-2E4A60585BEF}" dt="2021-09-07T11:19:23.304" v="954" actId="255"/>
          <ac:spMkLst>
            <pc:docMk/>
            <pc:sldMk cId="4026885863" sldId="1366"/>
            <ac:spMk id="5" creationId="{B3F41200-3D7D-4D9F-8AC7-CB92286A2D1C}"/>
          </ac:spMkLst>
        </pc:spChg>
        <pc:spChg chg="mod">
          <ac:chgData name="Soumita Sengupta" userId="4afa6ce1-cb01-46c2-8538-4650222f0c96" providerId="ADAL" clId="{3D4DBD7B-8236-4B09-9BFB-2E4A60585BEF}" dt="2021-09-07T13:36:23.449" v="2061" actId="13926"/>
          <ac:spMkLst>
            <pc:docMk/>
            <pc:sldMk cId="4026885863" sldId="1366"/>
            <ac:spMk id="11" creationId="{00000000-0000-0000-0000-000000000000}"/>
          </ac:spMkLst>
        </pc:spChg>
      </pc:sldChg>
      <pc:sldChg chg="modSp add mod">
        <pc:chgData name="Soumita Sengupta" userId="4afa6ce1-cb01-46c2-8538-4650222f0c96" providerId="ADAL" clId="{3D4DBD7B-8236-4B09-9BFB-2E4A60585BEF}" dt="2021-09-07T13:36:34.436" v="2063" actId="5793"/>
        <pc:sldMkLst>
          <pc:docMk/>
          <pc:sldMk cId="2253163799" sldId="1367"/>
        </pc:sldMkLst>
        <pc:spChg chg="mod">
          <ac:chgData name="Soumita Sengupta" userId="4afa6ce1-cb01-46c2-8538-4650222f0c96" providerId="ADAL" clId="{3D4DBD7B-8236-4B09-9BFB-2E4A60585BEF}" dt="2021-09-07T13:36:34.436" v="2063" actId="5793"/>
          <ac:spMkLst>
            <pc:docMk/>
            <pc:sldMk cId="2253163799" sldId="1367"/>
            <ac:spMk id="5" creationId="{B3F41200-3D7D-4D9F-8AC7-CB92286A2D1C}"/>
          </ac:spMkLst>
        </pc:spChg>
        <pc:spChg chg="mod">
          <ac:chgData name="Soumita Sengupta" userId="4afa6ce1-cb01-46c2-8538-4650222f0c96" providerId="ADAL" clId="{3D4DBD7B-8236-4B09-9BFB-2E4A60585BEF}" dt="2021-09-07T11:20:21.234" v="960" actId="13926"/>
          <ac:spMkLst>
            <pc:docMk/>
            <pc:sldMk cId="2253163799" sldId="1367"/>
            <ac:spMk id="11" creationId="{00000000-0000-0000-0000-000000000000}"/>
          </ac:spMkLst>
        </pc:spChg>
      </pc:sldChg>
      <pc:sldChg chg="modSp add mod">
        <pc:chgData name="Soumita Sengupta" userId="4afa6ce1-cb01-46c2-8538-4650222f0c96" providerId="ADAL" clId="{3D4DBD7B-8236-4B09-9BFB-2E4A60585BEF}" dt="2021-09-07T13:36:39.180" v="2064" actId="1076"/>
        <pc:sldMkLst>
          <pc:docMk/>
          <pc:sldMk cId="2022988253" sldId="1368"/>
        </pc:sldMkLst>
        <pc:spChg chg="mod">
          <ac:chgData name="Soumita Sengupta" userId="4afa6ce1-cb01-46c2-8538-4650222f0c96" providerId="ADAL" clId="{3D4DBD7B-8236-4B09-9BFB-2E4A60585BEF}" dt="2021-09-07T13:36:39.180" v="2064" actId="1076"/>
          <ac:spMkLst>
            <pc:docMk/>
            <pc:sldMk cId="2022988253" sldId="1368"/>
            <ac:spMk id="5" creationId="{B3F41200-3D7D-4D9F-8AC7-CB92286A2D1C}"/>
          </ac:spMkLst>
        </pc:spChg>
        <pc:spChg chg="mod">
          <ac:chgData name="Soumita Sengupta" userId="4afa6ce1-cb01-46c2-8538-4650222f0c96" providerId="ADAL" clId="{3D4DBD7B-8236-4B09-9BFB-2E4A60585BEF}" dt="2021-09-07T11:21:37.048" v="974"/>
          <ac:spMkLst>
            <pc:docMk/>
            <pc:sldMk cId="2022988253" sldId="1368"/>
            <ac:spMk id="11" creationId="{00000000-0000-0000-0000-000000000000}"/>
          </ac:spMkLst>
        </pc:spChg>
      </pc:sldChg>
      <pc:sldChg chg="modSp add mod">
        <pc:chgData name="Soumita Sengupta" userId="4afa6ce1-cb01-46c2-8538-4650222f0c96" providerId="ADAL" clId="{3D4DBD7B-8236-4B09-9BFB-2E4A60585BEF}" dt="2021-09-07T13:36:58.279" v="2067" actId="1076"/>
        <pc:sldMkLst>
          <pc:docMk/>
          <pc:sldMk cId="607349688" sldId="1369"/>
        </pc:sldMkLst>
        <pc:spChg chg="mod">
          <ac:chgData name="Soumita Sengupta" userId="4afa6ce1-cb01-46c2-8538-4650222f0c96" providerId="ADAL" clId="{3D4DBD7B-8236-4B09-9BFB-2E4A60585BEF}" dt="2021-09-07T13:36:58.279" v="2067" actId="1076"/>
          <ac:spMkLst>
            <pc:docMk/>
            <pc:sldMk cId="607349688" sldId="1369"/>
            <ac:spMk id="5" creationId="{B3F41200-3D7D-4D9F-8AC7-CB92286A2D1C}"/>
          </ac:spMkLst>
        </pc:spChg>
        <pc:spChg chg="mod">
          <ac:chgData name="Soumita Sengupta" userId="4afa6ce1-cb01-46c2-8538-4650222f0c96" providerId="ADAL" clId="{3D4DBD7B-8236-4B09-9BFB-2E4A60585BEF}" dt="2021-09-07T13:36:54.318" v="2066" actId="1076"/>
          <ac:spMkLst>
            <pc:docMk/>
            <pc:sldMk cId="607349688" sldId="1369"/>
            <ac:spMk id="11" creationId="{00000000-0000-0000-0000-000000000000}"/>
          </ac:spMkLst>
        </pc:spChg>
      </pc:sldChg>
      <pc:sldChg chg="add del">
        <pc:chgData name="Soumita Sengupta" userId="4afa6ce1-cb01-46c2-8538-4650222f0c96" providerId="ADAL" clId="{3D4DBD7B-8236-4B09-9BFB-2E4A60585BEF}" dt="2021-09-07T11:21:29.220" v="971" actId="47"/>
        <pc:sldMkLst>
          <pc:docMk/>
          <pc:sldMk cId="1471072160" sldId="1369"/>
        </pc:sldMkLst>
      </pc:sldChg>
      <pc:sldChg chg="modSp add mod">
        <pc:chgData name="Soumita Sengupta" userId="4afa6ce1-cb01-46c2-8538-4650222f0c96" providerId="ADAL" clId="{3D4DBD7B-8236-4B09-9BFB-2E4A60585BEF}" dt="2021-09-07T11:32:49.459" v="1168" actId="1076"/>
        <pc:sldMkLst>
          <pc:docMk/>
          <pc:sldMk cId="2820363447" sldId="1370"/>
        </pc:sldMkLst>
        <pc:spChg chg="mod">
          <ac:chgData name="Soumita Sengupta" userId="4afa6ce1-cb01-46c2-8538-4650222f0c96" providerId="ADAL" clId="{3D4DBD7B-8236-4B09-9BFB-2E4A60585BEF}" dt="2021-09-07T11:32:49.459" v="1168" actId="1076"/>
          <ac:spMkLst>
            <pc:docMk/>
            <pc:sldMk cId="2820363447" sldId="1370"/>
            <ac:spMk id="5" creationId="{B3F41200-3D7D-4D9F-8AC7-CB92286A2D1C}"/>
          </ac:spMkLst>
        </pc:spChg>
        <pc:spChg chg="mod">
          <ac:chgData name="Soumita Sengupta" userId="4afa6ce1-cb01-46c2-8538-4650222f0c96" providerId="ADAL" clId="{3D4DBD7B-8236-4B09-9BFB-2E4A60585BEF}" dt="2021-09-07T11:24:54.103" v="1027"/>
          <ac:spMkLst>
            <pc:docMk/>
            <pc:sldMk cId="2820363447" sldId="1370"/>
            <ac:spMk id="11" creationId="{00000000-0000-0000-0000-000000000000}"/>
          </ac:spMkLst>
        </pc:spChg>
      </pc:sldChg>
      <pc:sldChg chg="addSp delSp modSp add mod">
        <pc:chgData name="Soumita Sengupta" userId="4afa6ce1-cb01-46c2-8538-4650222f0c96" providerId="ADAL" clId="{3D4DBD7B-8236-4B09-9BFB-2E4A60585BEF}" dt="2021-09-07T11:33:35.031" v="1177" actId="1076"/>
        <pc:sldMkLst>
          <pc:docMk/>
          <pc:sldMk cId="2829704597" sldId="1371"/>
        </pc:sldMkLst>
        <pc:spChg chg="add del">
          <ac:chgData name="Soumita Sengupta" userId="4afa6ce1-cb01-46c2-8538-4650222f0c96" providerId="ADAL" clId="{3D4DBD7B-8236-4B09-9BFB-2E4A60585BEF}" dt="2021-09-07T11:26:08.076" v="1041"/>
          <ac:spMkLst>
            <pc:docMk/>
            <pc:sldMk cId="2829704597" sldId="1371"/>
            <ac:spMk id="2" creationId="{77296962-1285-433A-A4C1-AAE2ECA2A592}"/>
          </ac:spMkLst>
        </pc:spChg>
        <pc:spChg chg="mod">
          <ac:chgData name="Soumita Sengupta" userId="4afa6ce1-cb01-46c2-8538-4650222f0c96" providerId="ADAL" clId="{3D4DBD7B-8236-4B09-9BFB-2E4A60585BEF}" dt="2021-09-07T11:33:19.308" v="1175" actId="255"/>
          <ac:spMkLst>
            <pc:docMk/>
            <pc:sldMk cId="2829704597" sldId="1371"/>
            <ac:spMk id="5" creationId="{B3F41200-3D7D-4D9F-8AC7-CB92286A2D1C}"/>
          </ac:spMkLst>
        </pc:spChg>
        <pc:spChg chg="add del mod">
          <ac:chgData name="Soumita Sengupta" userId="4afa6ce1-cb01-46c2-8538-4650222f0c96" providerId="ADAL" clId="{3D4DBD7B-8236-4B09-9BFB-2E4A60585BEF}" dt="2021-09-07T11:26:26.856" v="1047" actId="478"/>
          <ac:spMkLst>
            <pc:docMk/>
            <pc:sldMk cId="2829704597" sldId="1371"/>
            <ac:spMk id="9" creationId="{B12A21E3-644F-4277-82AB-E6693AF5FBC4}"/>
          </ac:spMkLst>
        </pc:spChg>
        <pc:picChg chg="add mod">
          <ac:chgData name="Soumita Sengupta" userId="4afa6ce1-cb01-46c2-8538-4650222f0c96" providerId="ADAL" clId="{3D4DBD7B-8236-4B09-9BFB-2E4A60585BEF}" dt="2021-09-07T11:33:35.031" v="1177" actId="1076"/>
          <ac:picMkLst>
            <pc:docMk/>
            <pc:sldMk cId="2829704597" sldId="1371"/>
            <ac:picMk id="6" creationId="{96A3C6B0-C0C9-4509-B7CF-FF94E5931C3D}"/>
          </ac:picMkLst>
        </pc:picChg>
      </pc:sldChg>
      <pc:sldChg chg="modSp add mod">
        <pc:chgData name="Soumita Sengupta" userId="4afa6ce1-cb01-46c2-8538-4650222f0c96" providerId="ADAL" clId="{3D4DBD7B-8236-4B09-9BFB-2E4A60585BEF}" dt="2021-09-07T11:29:13.991" v="1095" actId="1076"/>
        <pc:sldMkLst>
          <pc:docMk/>
          <pc:sldMk cId="405368737" sldId="1372"/>
        </pc:sldMkLst>
        <pc:spChg chg="mod">
          <ac:chgData name="Soumita Sengupta" userId="4afa6ce1-cb01-46c2-8538-4650222f0c96" providerId="ADAL" clId="{3D4DBD7B-8236-4B09-9BFB-2E4A60585BEF}" dt="2021-09-07T11:29:13.991" v="1095" actId="1076"/>
          <ac:spMkLst>
            <pc:docMk/>
            <pc:sldMk cId="405368737" sldId="1372"/>
            <ac:spMk id="5" creationId="{B3F41200-3D7D-4D9F-8AC7-CB92286A2D1C}"/>
          </ac:spMkLst>
        </pc:spChg>
        <pc:spChg chg="mod">
          <ac:chgData name="Soumita Sengupta" userId="4afa6ce1-cb01-46c2-8538-4650222f0c96" providerId="ADAL" clId="{3D4DBD7B-8236-4B09-9BFB-2E4A60585BEF}" dt="2021-09-07T11:28:11.117" v="1088" actId="1076"/>
          <ac:spMkLst>
            <pc:docMk/>
            <pc:sldMk cId="405368737" sldId="1372"/>
            <ac:spMk id="11" creationId="{00000000-0000-0000-0000-000000000000}"/>
          </ac:spMkLst>
        </pc:spChg>
      </pc:sldChg>
      <pc:sldChg chg="modSp add mod">
        <pc:chgData name="Soumita Sengupta" userId="4afa6ce1-cb01-46c2-8538-4650222f0c96" providerId="ADAL" clId="{3D4DBD7B-8236-4B09-9BFB-2E4A60585BEF}" dt="2021-09-07T11:35:05.831" v="1184" actId="27636"/>
        <pc:sldMkLst>
          <pc:docMk/>
          <pc:sldMk cId="2377731136" sldId="1373"/>
        </pc:sldMkLst>
        <pc:spChg chg="mod">
          <ac:chgData name="Soumita Sengupta" userId="4afa6ce1-cb01-46c2-8538-4650222f0c96" providerId="ADAL" clId="{3D4DBD7B-8236-4B09-9BFB-2E4A60585BEF}" dt="2021-09-07T11:35:05.831" v="1184" actId="27636"/>
          <ac:spMkLst>
            <pc:docMk/>
            <pc:sldMk cId="2377731136" sldId="1373"/>
            <ac:spMk id="5" creationId="{B3F41200-3D7D-4D9F-8AC7-CB92286A2D1C}"/>
          </ac:spMkLst>
        </pc:spChg>
      </pc:sldChg>
      <pc:sldChg chg="modSp add mod">
        <pc:chgData name="Soumita Sengupta" userId="4afa6ce1-cb01-46c2-8538-4650222f0c96" providerId="ADAL" clId="{3D4DBD7B-8236-4B09-9BFB-2E4A60585BEF}" dt="2021-09-07T13:37:39.572" v="2068" actId="2711"/>
        <pc:sldMkLst>
          <pc:docMk/>
          <pc:sldMk cId="1489895117" sldId="1374"/>
        </pc:sldMkLst>
        <pc:spChg chg="mod">
          <ac:chgData name="Soumita Sengupta" userId="4afa6ce1-cb01-46c2-8538-4650222f0c96" providerId="ADAL" clId="{3D4DBD7B-8236-4B09-9BFB-2E4A60585BEF}" dt="2021-09-07T13:37:39.572" v="2068" actId="2711"/>
          <ac:spMkLst>
            <pc:docMk/>
            <pc:sldMk cId="1489895117" sldId="1374"/>
            <ac:spMk id="5" creationId="{B3F41200-3D7D-4D9F-8AC7-CB92286A2D1C}"/>
          </ac:spMkLst>
        </pc:spChg>
        <pc:spChg chg="mod">
          <ac:chgData name="Soumita Sengupta" userId="4afa6ce1-cb01-46c2-8538-4650222f0c96" providerId="ADAL" clId="{3D4DBD7B-8236-4B09-9BFB-2E4A60585BEF}" dt="2021-09-07T11:41:01.979" v="1197"/>
          <ac:spMkLst>
            <pc:docMk/>
            <pc:sldMk cId="1489895117" sldId="1374"/>
            <ac:spMk id="11" creationId="{00000000-0000-0000-0000-000000000000}"/>
          </ac:spMkLst>
        </pc:spChg>
      </pc:sldChg>
      <pc:sldChg chg="add del ord">
        <pc:chgData name="Soumita Sengupta" userId="4afa6ce1-cb01-46c2-8538-4650222f0c96" providerId="ADAL" clId="{3D4DBD7B-8236-4B09-9BFB-2E4A60585BEF}" dt="2021-09-07T11:40:22.264" v="1187" actId="47"/>
        <pc:sldMkLst>
          <pc:docMk/>
          <pc:sldMk cId="4253357506" sldId="1374"/>
        </pc:sldMkLst>
      </pc:sldChg>
      <pc:sldChg chg="add del">
        <pc:chgData name="Soumita Sengupta" userId="4afa6ce1-cb01-46c2-8538-4650222f0c96" providerId="ADAL" clId="{3D4DBD7B-8236-4B09-9BFB-2E4A60585BEF}" dt="2021-09-07T11:40:47.873" v="1192" actId="47"/>
        <pc:sldMkLst>
          <pc:docMk/>
          <pc:sldMk cId="690062702" sldId="1375"/>
        </pc:sldMkLst>
      </pc:sldChg>
      <pc:sldChg chg="modSp add mod">
        <pc:chgData name="Soumita Sengupta" userId="4afa6ce1-cb01-46c2-8538-4650222f0c96" providerId="ADAL" clId="{3D4DBD7B-8236-4B09-9BFB-2E4A60585BEF}" dt="2021-09-07T11:43:37.731" v="1223" actId="12"/>
        <pc:sldMkLst>
          <pc:docMk/>
          <pc:sldMk cId="3119269665" sldId="1375"/>
        </pc:sldMkLst>
        <pc:spChg chg="mod">
          <ac:chgData name="Soumita Sengupta" userId="4afa6ce1-cb01-46c2-8538-4650222f0c96" providerId="ADAL" clId="{3D4DBD7B-8236-4B09-9BFB-2E4A60585BEF}" dt="2021-09-07T11:43:37.731" v="1223" actId="12"/>
          <ac:spMkLst>
            <pc:docMk/>
            <pc:sldMk cId="3119269665" sldId="1375"/>
            <ac:spMk id="5" creationId="{B3F41200-3D7D-4D9F-8AC7-CB92286A2D1C}"/>
          </ac:spMkLst>
        </pc:spChg>
        <pc:spChg chg="mod">
          <ac:chgData name="Soumita Sengupta" userId="4afa6ce1-cb01-46c2-8538-4650222f0c96" providerId="ADAL" clId="{3D4DBD7B-8236-4B09-9BFB-2E4A60585BEF}" dt="2021-09-07T11:43:06.400" v="1216"/>
          <ac:spMkLst>
            <pc:docMk/>
            <pc:sldMk cId="3119269665" sldId="1375"/>
            <ac:spMk id="11" creationId="{00000000-0000-0000-0000-000000000000}"/>
          </ac:spMkLst>
        </pc:spChg>
      </pc:sldChg>
      <pc:sldChg chg="add del">
        <pc:chgData name="Soumita Sengupta" userId="4afa6ce1-cb01-46c2-8538-4650222f0c96" providerId="ADAL" clId="{3D4DBD7B-8236-4B09-9BFB-2E4A60585BEF}" dt="2021-09-07T11:40:36.523" v="1190"/>
        <pc:sldMkLst>
          <pc:docMk/>
          <pc:sldMk cId="4217738710" sldId="1375"/>
        </pc:sldMkLst>
      </pc:sldChg>
      <pc:sldChg chg="add del">
        <pc:chgData name="Soumita Sengupta" userId="4afa6ce1-cb01-46c2-8538-4650222f0c96" providerId="ADAL" clId="{3D4DBD7B-8236-4B09-9BFB-2E4A60585BEF}" dt="2021-09-07T11:43:55.629" v="1226" actId="47"/>
        <pc:sldMkLst>
          <pc:docMk/>
          <pc:sldMk cId="656578529" sldId="1376"/>
        </pc:sldMkLst>
      </pc:sldChg>
      <pc:sldChg chg="add del">
        <pc:chgData name="Soumita Sengupta" userId="4afa6ce1-cb01-46c2-8538-4650222f0c96" providerId="ADAL" clId="{3D4DBD7B-8236-4B09-9BFB-2E4A60585BEF}" dt="2021-09-07T11:42:51.484" v="1213" actId="47"/>
        <pc:sldMkLst>
          <pc:docMk/>
          <pc:sldMk cId="2544224939" sldId="1376"/>
        </pc:sldMkLst>
      </pc:sldChg>
      <pc:sldChg chg="modSp add mod">
        <pc:chgData name="Soumita Sengupta" userId="4afa6ce1-cb01-46c2-8538-4650222f0c96" providerId="ADAL" clId="{3D4DBD7B-8236-4B09-9BFB-2E4A60585BEF}" dt="2021-09-07T13:38:10.074" v="2072" actId="255"/>
        <pc:sldMkLst>
          <pc:docMk/>
          <pc:sldMk cId="1047266686" sldId="1377"/>
        </pc:sldMkLst>
        <pc:spChg chg="mod">
          <ac:chgData name="Soumita Sengupta" userId="4afa6ce1-cb01-46c2-8538-4650222f0c96" providerId="ADAL" clId="{3D4DBD7B-8236-4B09-9BFB-2E4A60585BEF}" dt="2021-09-07T13:38:10.074" v="2072" actId="255"/>
          <ac:spMkLst>
            <pc:docMk/>
            <pc:sldMk cId="1047266686" sldId="1377"/>
            <ac:spMk id="5" creationId="{B3F41200-3D7D-4D9F-8AC7-CB92286A2D1C}"/>
          </ac:spMkLst>
        </pc:spChg>
        <pc:spChg chg="mod">
          <ac:chgData name="Soumita Sengupta" userId="4afa6ce1-cb01-46c2-8538-4650222f0c96" providerId="ADAL" clId="{3D4DBD7B-8236-4B09-9BFB-2E4A60585BEF}" dt="2021-09-07T11:44:09.344" v="1229"/>
          <ac:spMkLst>
            <pc:docMk/>
            <pc:sldMk cId="1047266686" sldId="1377"/>
            <ac:spMk id="11" creationId="{00000000-0000-0000-0000-000000000000}"/>
          </ac:spMkLst>
        </pc:spChg>
      </pc:sldChg>
      <pc:sldChg chg="modSp add mod">
        <pc:chgData name="Soumita Sengupta" userId="4afa6ce1-cb01-46c2-8538-4650222f0c96" providerId="ADAL" clId="{3D4DBD7B-8236-4B09-9BFB-2E4A60585BEF}" dt="2021-09-07T11:48:21.092" v="1315" actId="15"/>
        <pc:sldMkLst>
          <pc:docMk/>
          <pc:sldMk cId="4092918692" sldId="1378"/>
        </pc:sldMkLst>
        <pc:spChg chg="mod">
          <ac:chgData name="Soumita Sengupta" userId="4afa6ce1-cb01-46c2-8538-4650222f0c96" providerId="ADAL" clId="{3D4DBD7B-8236-4B09-9BFB-2E4A60585BEF}" dt="2021-09-07T11:48:21.092" v="1315" actId="15"/>
          <ac:spMkLst>
            <pc:docMk/>
            <pc:sldMk cId="4092918692" sldId="1378"/>
            <ac:spMk id="5" creationId="{B3F41200-3D7D-4D9F-8AC7-CB92286A2D1C}"/>
          </ac:spMkLst>
        </pc:spChg>
      </pc:sldChg>
      <pc:sldChg chg="modSp add del mod">
        <pc:chgData name="Soumita Sengupta" userId="4afa6ce1-cb01-46c2-8538-4650222f0c96" providerId="ADAL" clId="{3D4DBD7B-8236-4B09-9BFB-2E4A60585BEF}" dt="2021-09-07T11:50:55.209" v="1340" actId="47"/>
        <pc:sldMkLst>
          <pc:docMk/>
          <pc:sldMk cId="227902553" sldId="1379"/>
        </pc:sldMkLst>
        <pc:spChg chg="mod">
          <ac:chgData name="Soumita Sengupta" userId="4afa6ce1-cb01-46c2-8538-4650222f0c96" providerId="ADAL" clId="{3D4DBD7B-8236-4B09-9BFB-2E4A60585BEF}" dt="2021-09-07T11:49:56.075" v="1333"/>
          <ac:spMkLst>
            <pc:docMk/>
            <pc:sldMk cId="227902553" sldId="1379"/>
            <ac:spMk id="5" creationId="{B3F41200-3D7D-4D9F-8AC7-CB92286A2D1C}"/>
          </ac:spMkLst>
        </pc:spChg>
        <pc:spChg chg="mod">
          <ac:chgData name="Soumita Sengupta" userId="4afa6ce1-cb01-46c2-8538-4650222f0c96" providerId="ADAL" clId="{3D4DBD7B-8236-4B09-9BFB-2E4A60585BEF}" dt="2021-09-07T11:48:34.130" v="1318" actId="20577"/>
          <ac:spMkLst>
            <pc:docMk/>
            <pc:sldMk cId="227902553" sldId="1379"/>
            <ac:spMk id="11" creationId="{00000000-0000-0000-0000-000000000000}"/>
          </ac:spMkLst>
        </pc:spChg>
      </pc:sldChg>
      <pc:sldChg chg="add del">
        <pc:chgData name="Soumita Sengupta" userId="4afa6ce1-cb01-46c2-8538-4650222f0c96" providerId="ADAL" clId="{3D4DBD7B-8236-4B09-9BFB-2E4A60585BEF}" dt="2021-09-07T11:45:28.002" v="1264" actId="47"/>
        <pc:sldMkLst>
          <pc:docMk/>
          <pc:sldMk cId="1971458529" sldId="1379"/>
        </pc:sldMkLst>
      </pc:sldChg>
      <pc:sldChg chg="modSp add mod">
        <pc:chgData name="Soumita Sengupta" userId="4afa6ce1-cb01-46c2-8538-4650222f0c96" providerId="ADAL" clId="{3D4DBD7B-8236-4B09-9BFB-2E4A60585BEF}" dt="2021-09-07T13:38:24.236" v="2073" actId="255"/>
        <pc:sldMkLst>
          <pc:docMk/>
          <pc:sldMk cId="3707851873" sldId="1380"/>
        </pc:sldMkLst>
        <pc:spChg chg="mod">
          <ac:chgData name="Soumita Sengupta" userId="4afa6ce1-cb01-46c2-8538-4650222f0c96" providerId="ADAL" clId="{3D4DBD7B-8236-4B09-9BFB-2E4A60585BEF}" dt="2021-09-07T13:38:24.236" v="2073" actId="255"/>
          <ac:spMkLst>
            <pc:docMk/>
            <pc:sldMk cId="3707851873" sldId="1380"/>
            <ac:spMk id="5" creationId="{B3F41200-3D7D-4D9F-8AC7-CB92286A2D1C}"/>
          </ac:spMkLst>
        </pc:spChg>
      </pc:sldChg>
      <pc:sldChg chg="modSp add mod">
        <pc:chgData name="Soumita Sengupta" userId="4afa6ce1-cb01-46c2-8538-4650222f0c96" providerId="ADAL" clId="{3D4DBD7B-8236-4B09-9BFB-2E4A60585BEF}" dt="2021-09-07T13:38:36.736" v="2075" actId="5793"/>
        <pc:sldMkLst>
          <pc:docMk/>
          <pc:sldMk cId="2583246691" sldId="1381"/>
        </pc:sldMkLst>
        <pc:spChg chg="mod">
          <ac:chgData name="Soumita Sengupta" userId="4afa6ce1-cb01-46c2-8538-4650222f0c96" providerId="ADAL" clId="{3D4DBD7B-8236-4B09-9BFB-2E4A60585BEF}" dt="2021-09-07T13:38:36.736" v="2075" actId="5793"/>
          <ac:spMkLst>
            <pc:docMk/>
            <pc:sldMk cId="2583246691" sldId="1381"/>
            <ac:spMk id="5" creationId="{B3F41200-3D7D-4D9F-8AC7-CB92286A2D1C}"/>
          </ac:spMkLst>
        </pc:spChg>
      </pc:sldChg>
      <pc:sldChg chg="modSp add mod">
        <pc:chgData name="Soumita Sengupta" userId="4afa6ce1-cb01-46c2-8538-4650222f0c96" providerId="ADAL" clId="{3D4DBD7B-8236-4B09-9BFB-2E4A60585BEF}" dt="2021-09-07T13:38:46.187" v="2077" actId="255"/>
        <pc:sldMkLst>
          <pc:docMk/>
          <pc:sldMk cId="1638014332" sldId="1382"/>
        </pc:sldMkLst>
        <pc:spChg chg="mod">
          <ac:chgData name="Soumita Sengupta" userId="4afa6ce1-cb01-46c2-8538-4650222f0c96" providerId="ADAL" clId="{3D4DBD7B-8236-4B09-9BFB-2E4A60585BEF}" dt="2021-09-07T13:38:46.187" v="2077" actId="255"/>
          <ac:spMkLst>
            <pc:docMk/>
            <pc:sldMk cId="1638014332" sldId="1382"/>
            <ac:spMk id="5" creationId="{B3F41200-3D7D-4D9F-8AC7-CB92286A2D1C}"/>
          </ac:spMkLst>
        </pc:spChg>
      </pc:sldChg>
      <pc:sldChg chg="add del">
        <pc:chgData name="Soumita Sengupta" userId="4afa6ce1-cb01-46c2-8538-4650222f0c96" providerId="ADAL" clId="{3D4DBD7B-8236-4B09-9BFB-2E4A60585BEF}" dt="2021-09-07T11:50:29.482" v="1339"/>
        <pc:sldMkLst>
          <pc:docMk/>
          <pc:sldMk cId="3064660060" sldId="1382"/>
        </pc:sldMkLst>
      </pc:sldChg>
      <pc:sldChg chg="addSp delSp modSp add del mod">
        <pc:chgData name="Soumita Sengupta" userId="4afa6ce1-cb01-46c2-8538-4650222f0c96" providerId="ADAL" clId="{3D4DBD7B-8236-4B09-9BFB-2E4A60585BEF}" dt="2021-09-07T11:55:16.896" v="1368" actId="47"/>
        <pc:sldMkLst>
          <pc:docMk/>
          <pc:sldMk cId="3356341998" sldId="1383"/>
        </pc:sldMkLst>
        <pc:spChg chg="mod">
          <ac:chgData name="Soumita Sengupta" userId="4afa6ce1-cb01-46c2-8538-4650222f0c96" providerId="ADAL" clId="{3D4DBD7B-8236-4B09-9BFB-2E4A60585BEF}" dt="2021-09-07T11:54:22.978" v="1360" actId="6549"/>
          <ac:spMkLst>
            <pc:docMk/>
            <pc:sldMk cId="3356341998" sldId="1383"/>
            <ac:spMk id="5" creationId="{B3F41200-3D7D-4D9F-8AC7-CB92286A2D1C}"/>
          </ac:spMkLst>
        </pc:spChg>
        <pc:spChg chg="add del">
          <ac:chgData name="Soumita Sengupta" userId="4afa6ce1-cb01-46c2-8538-4650222f0c96" providerId="ADAL" clId="{3D4DBD7B-8236-4B09-9BFB-2E4A60585BEF}" dt="2021-09-07T11:55:09.892" v="1366" actId="478"/>
          <ac:spMkLst>
            <pc:docMk/>
            <pc:sldMk cId="3356341998" sldId="1383"/>
            <ac:spMk id="7" creationId="{C5C18BE1-AD18-405F-8733-FD8B47B34F6B}"/>
          </ac:spMkLst>
        </pc:spChg>
      </pc:sldChg>
      <pc:sldChg chg="modSp add mod">
        <pc:chgData name="Soumita Sengupta" userId="4afa6ce1-cb01-46c2-8538-4650222f0c96" providerId="ADAL" clId="{3D4DBD7B-8236-4B09-9BFB-2E4A60585BEF}" dt="2021-09-08T10:08:11.580" v="2381" actId="20577"/>
        <pc:sldMkLst>
          <pc:docMk/>
          <pc:sldMk cId="672773213" sldId="1384"/>
        </pc:sldMkLst>
        <pc:spChg chg="mod">
          <ac:chgData name="Soumita Sengupta" userId="4afa6ce1-cb01-46c2-8538-4650222f0c96" providerId="ADAL" clId="{3D4DBD7B-8236-4B09-9BFB-2E4A60585BEF}" dt="2021-09-08T10:08:11.580" v="2381" actId="20577"/>
          <ac:spMkLst>
            <pc:docMk/>
            <pc:sldMk cId="672773213" sldId="1384"/>
            <ac:spMk id="5" creationId="{B3F41200-3D7D-4D9F-8AC7-CB92286A2D1C}"/>
          </ac:spMkLst>
        </pc:spChg>
      </pc:sldChg>
      <pc:sldChg chg="add del">
        <pc:chgData name="Soumita Sengupta" userId="4afa6ce1-cb01-46c2-8538-4650222f0c96" providerId="ADAL" clId="{3D4DBD7B-8236-4B09-9BFB-2E4A60585BEF}" dt="2021-09-07T11:54:47.594" v="1364" actId="47"/>
        <pc:sldMkLst>
          <pc:docMk/>
          <pc:sldMk cId="1118036321" sldId="1384"/>
        </pc:sldMkLst>
      </pc:sldChg>
      <pc:sldChg chg="modSp add del mod">
        <pc:chgData name="Soumita Sengupta" userId="4afa6ce1-cb01-46c2-8538-4650222f0c96" providerId="ADAL" clId="{3D4DBD7B-8236-4B09-9BFB-2E4A60585BEF}" dt="2021-09-07T11:56:48.477" v="1420" actId="47"/>
        <pc:sldMkLst>
          <pc:docMk/>
          <pc:sldMk cId="2842985399" sldId="1385"/>
        </pc:sldMkLst>
        <pc:spChg chg="mod">
          <ac:chgData name="Soumita Sengupta" userId="4afa6ce1-cb01-46c2-8538-4650222f0c96" providerId="ADAL" clId="{3D4DBD7B-8236-4B09-9BFB-2E4A60585BEF}" dt="2021-09-07T11:56:36.437" v="1416" actId="6549"/>
          <ac:spMkLst>
            <pc:docMk/>
            <pc:sldMk cId="2842985399" sldId="1385"/>
            <ac:spMk id="5" creationId="{B3F41200-3D7D-4D9F-8AC7-CB92286A2D1C}"/>
          </ac:spMkLst>
        </pc:spChg>
      </pc:sldChg>
      <pc:sldChg chg="addSp delSp modSp add mod">
        <pc:chgData name="Soumita Sengupta" userId="4afa6ce1-cb01-46c2-8538-4650222f0c96" providerId="ADAL" clId="{3D4DBD7B-8236-4B09-9BFB-2E4A60585BEF}" dt="2021-09-07T13:39:01.339" v="2079" actId="255"/>
        <pc:sldMkLst>
          <pc:docMk/>
          <pc:sldMk cId="1040730714" sldId="1386"/>
        </pc:sldMkLst>
        <pc:spChg chg="add del mod">
          <ac:chgData name="Soumita Sengupta" userId="4afa6ce1-cb01-46c2-8538-4650222f0c96" providerId="ADAL" clId="{3D4DBD7B-8236-4B09-9BFB-2E4A60585BEF}" dt="2021-09-07T13:39:01.339" v="2079" actId="255"/>
          <ac:spMkLst>
            <pc:docMk/>
            <pc:sldMk cId="1040730714" sldId="1386"/>
            <ac:spMk id="5" creationId="{B3F41200-3D7D-4D9F-8AC7-CB92286A2D1C}"/>
          </ac:spMkLst>
        </pc:spChg>
        <pc:spChg chg="add del mod">
          <ac:chgData name="Soumita Sengupta" userId="4afa6ce1-cb01-46c2-8538-4650222f0c96" providerId="ADAL" clId="{3D4DBD7B-8236-4B09-9BFB-2E4A60585BEF}" dt="2021-09-07T11:57:04.800" v="1429" actId="478"/>
          <ac:spMkLst>
            <pc:docMk/>
            <pc:sldMk cId="1040730714" sldId="1386"/>
            <ac:spMk id="6" creationId="{6C63B872-AA52-4A97-9C92-B6D362A6E9F1}"/>
          </ac:spMkLst>
        </pc:spChg>
      </pc:sldChg>
      <pc:sldChg chg="add del">
        <pc:chgData name="Soumita Sengupta" userId="4afa6ce1-cb01-46c2-8538-4650222f0c96" providerId="ADAL" clId="{3D4DBD7B-8236-4B09-9BFB-2E4A60585BEF}" dt="2021-09-07T11:56:41.868" v="1418" actId="47"/>
        <pc:sldMkLst>
          <pc:docMk/>
          <pc:sldMk cId="1512224302" sldId="1386"/>
        </pc:sldMkLst>
      </pc:sldChg>
      <pc:sldChg chg="modSp add mod">
        <pc:chgData name="Soumita Sengupta" userId="4afa6ce1-cb01-46c2-8538-4650222f0c96" providerId="ADAL" clId="{3D4DBD7B-8236-4B09-9BFB-2E4A60585BEF}" dt="2021-09-08T10:08:40.945" v="2388" actId="5793"/>
        <pc:sldMkLst>
          <pc:docMk/>
          <pc:sldMk cId="3919086805" sldId="1387"/>
        </pc:sldMkLst>
        <pc:spChg chg="mod">
          <ac:chgData name="Soumita Sengupta" userId="4afa6ce1-cb01-46c2-8538-4650222f0c96" providerId="ADAL" clId="{3D4DBD7B-8236-4B09-9BFB-2E4A60585BEF}" dt="2021-09-08T10:08:40.945" v="2388" actId="5793"/>
          <ac:spMkLst>
            <pc:docMk/>
            <pc:sldMk cId="3919086805" sldId="1387"/>
            <ac:spMk id="5" creationId="{B3F41200-3D7D-4D9F-8AC7-CB92286A2D1C}"/>
          </ac:spMkLst>
        </pc:spChg>
      </pc:sldChg>
      <pc:sldChg chg="modSp add mod">
        <pc:chgData name="Soumita Sengupta" userId="4afa6ce1-cb01-46c2-8538-4650222f0c96" providerId="ADAL" clId="{3D4DBD7B-8236-4B09-9BFB-2E4A60585BEF}" dt="2021-09-07T13:39:53.098" v="2104" actId="1076"/>
        <pc:sldMkLst>
          <pc:docMk/>
          <pc:sldMk cId="1128234960" sldId="1388"/>
        </pc:sldMkLst>
        <pc:spChg chg="mod">
          <ac:chgData name="Soumita Sengupta" userId="4afa6ce1-cb01-46c2-8538-4650222f0c96" providerId="ADAL" clId="{3D4DBD7B-8236-4B09-9BFB-2E4A60585BEF}" dt="2021-09-07T13:39:53.098" v="2104" actId="1076"/>
          <ac:spMkLst>
            <pc:docMk/>
            <pc:sldMk cId="1128234960" sldId="1388"/>
            <ac:spMk id="5" creationId="{B3F41200-3D7D-4D9F-8AC7-CB92286A2D1C}"/>
          </ac:spMkLst>
        </pc:spChg>
      </pc:sldChg>
      <pc:sldChg chg="modSp add mod">
        <pc:chgData name="Soumita Sengupta" userId="4afa6ce1-cb01-46c2-8538-4650222f0c96" providerId="ADAL" clId="{3D4DBD7B-8236-4B09-9BFB-2E4A60585BEF}" dt="2021-09-07T13:40:09.333" v="2107" actId="1076"/>
        <pc:sldMkLst>
          <pc:docMk/>
          <pc:sldMk cId="3377984629" sldId="1389"/>
        </pc:sldMkLst>
        <pc:spChg chg="mod">
          <ac:chgData name="Soumita Sengupta" userId="4afa6ce1-cb01-46c2-8538-4650222f0c96" providerId="ADAL" clId="{3D4DBD7B-8236-4B09-9BFB-2E4A60585BEF}" dt="2021-09-07T13:40:09.333" v="2107" actId="1076"/>
          <ac:spMkLst>
            <pc:docMk/>
            <pc:sldMk cId="3377984629" sldId="1389"/>
            <ac:spMk id="5" creationId="{B3F41200-3D7D-4D9F-8AC7-CB92286A2D1C}"/>
          </ac:spMkLst>
        </pc:spChg>
      </pc:sldChg>
      <pc:sldChg chg="add del">
        <pc:chgData name="Soumita Sengupta" userId="4afa6ce1-cb01-46c2-8538-4650222f0c96" providerId="ADAL" clId="{3D4DBD7B-8236-4B09-9BFB-2E4A60585BEF}" dt="2021-09-07T12:00:40.518" v="1507"/>
        <pc:sldMkLst>
          <pc:docMk/>
          <pc:sldMk cId="1218284926" sldId="1390"/>
        </pc:sldMkLst>
      </pc:sldChg>
      <pc:sldChg chg="add del">
        <pc:chgData name="Soumita Sengupta" userId="4afa6ce1-cb01-46c2-8538-4650222f0c96" providerId="ADAL" clId="{3D4DBD7B-8236-4B09-9BFB-2E4A60585BEF}" dt="2021-09-07T12:00:46.802" v="1509"/>
        <pc:sldMkLst>
          <pc:docMk/>
          <pc:sldMk cId="3549048077" sldId="1390"/>
        </pc:sldMkLst>
      </pc:sldChg>
      <pc:sldChg chg="modSp add mod">
        <pc:chgData name="Soumita Sengupta" userId="4afa6ce1-cb01-46c2-8538-4650222f0c96" providerId="ADAL" clId="{3D4DBD7B-8236-4B09-9BFB-2E4A60585BEF}" dt="2021-09-07T12:04:53.060" v="1593" actId="20577"/>
        <pc:sldMkLst>
          <pc:docMk/>
          <pc:sldMk cId="3894279056" sldId="1390"/>
        </pc:sldMkLst>
        <pc:spChg chg="mod">
          <ac:chgData name="Soumita Sengupta" userId="4afa6ce1-cb01-46c2-8538-4650222f0c96" providerId="ADAL" clId="{3D4DBD7B-8236-4B09-9BFB-2E4A60585BEF}" dt="2021-09-07T12:04:53.060" v="1593" actId="20577"/>
          <ac:spMkLst>
            <pc:docMk/>
            <pc:sldMk cId="3894279056" sldId="1390"/>
            <ac:spMk id="5" creationId="{B3F41200-3D7D-4D9F-8AC7-CB92286A2D1C}"/>
          </ac:spMkLst>
        </pc:spChg>
      </pc:sldChg>
      <pc:sldChg chg="modSp add mod">
        <pc:chgData name="Soumita Sengupta" userId="4afa6ce1-cb01-46c2-8538-4650222f0c96" providerId="ADAL" clId="{3D4DBD7B-8236-4B09-9BFB-2E4A60585BEF}" dt="2021-09-07T12:06:33.583" v="1618" actId="5793"/>
        <pc:sldMkLst>
          <pc:docMk/>
          <pc:sldMk cId="2095373314" sldId="1391"/>
        </pc:sldMkLst>
        <pc:spChg chg="mod">
          <ac:chgData name="Soumita Sengupta" userId="4afa6ce1-cb01-46c2-8538-4650222f0c96" providerId="ADAL" clId="{3D4DBD7B-8236-4B09-9BFB-2E4A60585BEF}" dt="2021-09-07T12:06:33.583" v="1618" actId="5793"/>
          <ac:spMkLst>
            <pc:docMk/>
            <pc:sldMk cId="2095373314" sldId="1391"/>
            <ac:spMk id="5" creationId="{B3F41200-3D7D-4D9F-8AC7-CB92286A2D1C}"/>
          </ac:spMkLst>
        </pc:spChg>
      </pc:sldChg>
      <pc:sldChg chg="add del">
        <pc:chgData name="Soumita Sengupta" userId="4afa6ce1-cb01-46c2-8538-4650222f0c96" providerId="ADAL" clId="{3D4DBD7B-8236-4B09-9BFB-2E4A60585BEF}" dt="2021-09-07T12:03:42.138" v="1559" actId="47"/>
        <pc:sldMkLst>
          <pc:docMk/>
          <pc:sldMk cId="3470560905" sldId="1391"/>
        </pc:sldMkLst>
      </pc:sldChg>
      <pc:sldChg chg="add ord">
        <pc:chgData name="Soumita Sengupta" userId="4afa6ce1-cb01-46c2-8538-4650222f0c96" providerId="ADAL" clId="{3D4DBD7B-8236-4B09-9BFB-2E4A60585BEF}" dt="2021-09-07T12:05:15.186" v="1598"/>
        <pc:sldMkLst>
          <pc:docMk/>
          <pc:sldMk cId="1823510593" sldId="1392"/>
        </pc:sldMkLst>
      </pc:sldChg>
      <pc:sldChg chg="add del">
        <pc:chgData name="Soumita Sengupta" userId="4afa6ce1-cb01-46c2-8538-4650222f0c96" providerId="ADAL" clId="{3D4DBD7B-8236-4B09-9BFB-2E4A60585BEF}" dt="2021-09-07T12:03:40.352" v="1558" actId="47"/>
        <pc:sldMkLst>
          <pc:docMk/>
          <pc:sldMk cId="3186102962" sldId="1392"/>
        </pc:sldMkLst>
      </pc:sldChg>
      <pc:sldChg chg="modSp add del mod">
        <pc:chgData name="Soumita Sengupta" userId="4afa6ce1-cb01-46c2-8538-4650222f0c96" providerId="ADAL" clId="{3D4DBD7B-8236-4B09-9BFB-2E4A60585BEF}" dt="2021-09-07T12:06:58.367" v="1622" actId="47"/>
        <pc:sldMkLst>
          <pc:docMk/>
          <pc:sldMk cId="266561137" sldId="1393"/>
        </pc:sldMkLst>
        <pc:spChg chg="mod">
          <ac:chgData name="Soumita Sengupta" userId="4afa6ce1-cb01-46c2-8538-4650222f0c96" providerId="ADAL" clId="{3D4DBD7B-8236-4B09-9BFB-2E4A60585BEF}" dt="2021-09-07T12:06:49.634" v="1620" actId="6549"/>
          <ac:spMkLst>
            <pc:docMk/>
            <pc:sldMk cId="266561137" sldId="1393"/>
            <ac:spMk id="5" creationId="{B3F41200-3D7D-4D9F-8AC7-CB92286A2D1C}"/>
          </ac:spMkLst>
        </pc:spChg>
      </pc:sldChg>
      <pc:sldChg chg="modSp add del mod">
        <pc:chgData name="Soumita Sengupta" userId="4afa6ce1-cb01-46c2-8538-4650222f0c96" providerId="ADAL" clId="{3D4DBD7B-8236-4B09-9BFB-2E4A60585BEF}" dt="2021-09-07T12:07:21.939" v="1627" actId="47"/>
        <pc:sldMkLst>
          <pc:docMk/>
          <pc:sldMk cId="3319672523" sldId="1394"/>
        </pc:sldMkLst>
        <pc:spChg chg="mod">
          <ac:chgData name="Soumita Sengupta" userId="4afa6ce1-cb01-46c2-8538-4650222f0c96" providerId="ADAL" clId="{3D4DBD7B-8236-4B09-9BFB-2E4A60585BEF}" dt="2021-09-07T12:07:02.312" v="1623" actId="6549"/>
          <ac:spMkLst>
            <pc:docMk/>
            <pc:sldMk cId="3319672523" sldId="1394"/>
            <ac:spMk id="5" creationId="{B3F41200-3D7D-4D9F-8AC7-CB92286A2D1C}"/>
          </ac:spMkLst>
        </pc:spChg>
      </pc:sldChg>
      <pc:sldChg chg="modSp add mod">
        <pc:chgData name="Soumita Sengupta" userId="4afa6ce1-cb01-46c2-8538-4650222f0c96" providerId="ADAL" clId="{3D4DBD7B-8236-4B09-9BFB-2E4A60585BEF}" dt="2021-09-07T13:40:47.528" v="2109" actId="255"/>
        <pc:sldMkLst>
          <pc:docMk/>
          <pc:sldMk cId="616814079" sldId="1395"/>
        </pc:sldMkLst>
        <pc:spChg chg="mod">
          <ac:chgData name="Soumita Sengupta" userId="4afa6ce1-cb01-46c2-8538-4650222f0c96" providerId="ADAL" clId="{3D4DBD7B-8236-4B09-9BFB-2E4A60585BEF}" dt="2021-09-07T13:40:47.528" v="2109" actId="255"/>
          <ac:spMkLst>
            <pc:docMk/>
            <pc:sldMk cId="616814079" sldId="1395"/>
            <ac:spMk id="5" creationId="{B3F41200-3D7D-4D9F-8AC7-CB92286A2D1C}"/>
          </ac:spMkLst>
        </pc:spChg>
      </pc:sldChg>
      <pc:sldChg chg="add del">
        <pc:chgData name="Soumita Sengupta" userId="4afa6ce1-cb01-46c2-8538-4650222f0c96" providerId="ADAL" clId="{3D4DBD7B-8236-4B09-9BFB-2E4A60585BEF}" dt="2021-09-07T12:07:14.970" v="1625" actId="47"/>
        <pc:sldMkLst>
          <pc:docMk/>
          <pc:sldMk cId="1756303398" sldId="1395"/>
        </pc:sldMkLst>
      </pc:sldChg>
      <pc:sldChg chg="modSp add mod">
        <pc:chgData name="Soumita Sengupta" userId="4afa6ce1-cb01-46c2-8538-4650222f0c96" providerId="ADAL" clId="{3D4DBD7B-8236-4B09-9BFB-2E4A60585BEF}" dt="2021-09-07T13:40:58.959" v="2111" actId="255"/>
        <pc:sldMkLst>
          <pc:docMk/>
          <pc:sldMk cId="2576335824" sldId="1396"/>
        </pc:sldMkLst>
        <pc:spChg chg="mod">
          <ac:chgData name="Soumita Sengupta" userId="4afa6ce1-cb01-46c2-8538-4650222f0c96" providerId="ADAL" clId="{3D4DBD7B-8236-4B09-9BFB-2E4A60585BEF}" dt="2021-09-07T13:40:58.959" v="2111" actId="255"/>
          <ac:spMkLst>
            <pc:docMk/>
            <pc:sldMk cId="2576335824" sldId="1396"/>
            <ac:spMk id="5" creationId="{B3F41200-3D7D-4D9F-8AC7-CB92286A2D1C}"/>
          </ac:spMkLst>
        </pc:spChg>
      </pc:sldChg>
      <pc:sldChg chg="modSp add mod">
        <pc:chgData name="Soumita Sengupta" userId="4afa6ce1-cb01-46c2-8538-4650222f0c96" providerId="ADAL" clId="{3D4DBD7B-8236-4B09-9BFB-2E4A60585BEF}" dt="2021-09-07T13:41:12.649" v="2113" actId="255"/>
        <pc:sldMkLst>
          <pc:docMk/>
          <pc:sldMk cId="4197685648" sldId="1397"/>
        </pc:sldMkLst>
        <pc:spChg chg="mod">
          <ac:chgData name="Soumita Sengupta" userId="4afa6ce1-cb01-46c2-8538-4650222f0c96" providerId="ADAL" clId="{3D4DBD7B-8236-4B09-9BFB-2E4A60585BEF}" dt="2021-09-07T13:41:12.649" v="2113" actId="255"/>
          <ac:spMkLst>
            <pc:docMk/>
            <pc:sldMk cId="4197685648" sldId="1397"/>
            <ac:spMk id="5" creationId="{B3F41200-3D7D-4D9F-8AC7-CB92286A2D1C}"/>
          </ac:spMkLst>
        </pc:spChg>
        <pc:spChg chg="mod">
          <ac:chgData name="Soumita Sengupta" userId="4afa6ce1-cb01-46c2-8538-4650222f0c96" providerId="ADAL" clId="{3D4DBD7B-8236-4B09-9BFB-2E4A60585BEF}" dt="2021-09-07T12:08:26.576" v="1640"/>
          <ac:spMkLst>
            <pc:docMk/>
            <pc:sldMk cId="4197685648" sldId="1397"/>
            <ac:spMk id="11" creationId="{00000000-0000-0000-0000-000000000000}"/>
          </ac:spMkLst>
        </pc:spChg>
      </pc:sldChg>
      <pc:sldChg chg="modSp add mod">
        <pc:chgData name="Soumita Sengupta" userId="4afa6ce1-cb01-46c2-8538-4650222f0c96" providerId="ADAL" clId="{3D4DBD7B-8236-4B09-9BFB-2E4A60585BEF}" dt="2021-09-07T12:10:03.612" v="1715" actId="20577"/>
        <pc:sldMkLst>
          <pc:docMk/>
          <pc:sldMk cId="1838659652" sldId="1398"/>
        </pc:sldMkLst>
        <pc:spChg chg="mod">
          <ac:chgData name="Soumita Sengupta" userId="4afa6ce1-cb01-46c2-8538-4650222f0c96" providerId="ADAL" clId="{3D4DBD7B-8236-4B09-9BFB-2E4A60585BEF}" dt="2021-09-07T12:10:03.612" v="1715" actId="20577"/>
          <ac:spMkLst>
            <pc:docMk/>
            <pc:sldMk cId="1838659652" sldId="1398"/>
            <ac:spMk id="5" creationId="{B3F41200-3D7D-4D9F-8AC7-CB92286A2D1C}"/>
          </ac:spMkLst>
        </pc:spChg>
      </pc:sldChg>
      <pc:sldChg chg="add del">
        <pc:chgData name="Soumita Sengupta" userId="4afa6ce1-cb01-46c2-8538-4650222f0c96" providerId="ADAL" clId="{3D4DBD7B-8236-4B09-9BFB-2E4A60585BEF}" dt="2021-09-07T12:09:13.494" v="1671"/>
        <pc:sldMkLst>
          <pc:docMk/>
          <pc:sldMk cId="722300865" sldId="1399"/>
        </pc:sldMkLst>
      </pc:sldChg>
      <pc:sldChg chg="modSp add mod">
        <pc:chgData name="Soumita Sengupta" userId="4afa6ce1-cb01-46c2-8538-4650222f0c96" providerId="ADAL" clId="{3D4DBD7B-8236-4B09-9BFB-2E4A60585BEF}" dt="2021-09-07T13:41:29.596" v="2115" actId="255"/>
        <pc:sldMkLst>
          <pc:docMk/>
          <pc:sldMk cId="1051264690" sldId="1399"/>
        </pc:sldMkLst>
        <pc:spChg chg="mod">
          <ac:chgData name="Soumita Sengupta" userId="4afa6ce1-cb01-46c2-8538-4650222f0c96" providerId="ADAL" clId="{3D4DBD7B-8236-4B09-9BFB-2E4A60585BEF}" dt="2021-09-07T13:41:29.596" v="2115" actId="255"/>
          <ac:spMkLst>
            <pc:docMk/>
            <pc:sldMk cId="1051264690" sldId="1399"/>
            <ac:spMk id="5" creationId="{B3F41200-3D7D-4D9F-8AC7-CB92286A2D1C}"/>
          </ac:spMkLst>
        </pc:spChg>
        <pc:spChg chg="mod">
          <ac:chgData name="Soumita Sengupta" userId="4afa6ce1-cb01-46c2-8538-4650222f0c96" providerId="ADAL" clId="{3D4DBD7B-8236-4B09-9BFB-2E4A60585BEF}" dt="2021-09-07T12:10:13.985" v="1718" actId="20577"/>
          <ac:spMkLst>
            <pc:docMk/>
            <pc:sldMk cId="1051264690" sldId="1399"/>
            <ac:spMk id="11" creationId="{00000000-0000-0000-0000-000000000000}"/>
          </ac:spMkLst>
        </pc:spChg>
      </pc:sldChg>
      <pc:sldChg chg="add del">
        <pc:chgData name="Soumita Sengupta" userId="4afa6ce1-cb01-46c2-8538-4650222f0c96" providerId="ADAL" clId="{3D4DBD7B-8236-4B09-9BFB-2E4A60585BEF}" dt="2021-09-07T12:09:18.415" v="1673"/>
        <pc:sldMkLst>
          <pc:docMk/>
          <pc:sldMk cId="1646279277" sldId="1399"/>
        </pc:sldMkLst>
      </pc:sldChg>
      <pc:sldChg chg="modSp add mod">
        <pc:chgData name="Soumita Sengupta" userId="4afa6ce1-cb01-46c2-8538-4650222f0c96" providerId="ADAL" clId="{3D4DBD7B-8236-4B09-9BFB-2E4A60585BEF}" dt="2021-09-07T13:41:44.223" v="2117" actId="2711"/>
        <pc:sldMkLst>
          <pc:docMk/>
          <pc:sldMk cId="3232319841" sldId="1400"/>
        </pc:sldMkLst>
        <pc:spChg chg="mod">
          <ac:chgData name="Soumita Sengupta" userId="4afa6ce1-cb01-46c2-8538-4650222f0c96" providerId="ADAL" clId="{3D4DBD7B-8236-4B09-9BFB-2E4A60585BEF}" dt="2021-09-07T13:41:44.223" v="2117" actId="2711"/>
          <ac:spMkLst>
            <pc:docMk/>
            <pc:sldMk cId="3232319841" sldId="1400"/>
            <ac:spMk id="5" creationId="{B3F41200-3D7D-4D9F-8AC7-CB92286A2D1C}"/>
          </ac:spMkLst>
        </pc:spChg>
      </pc:sldChg>
      <pc:sldChg chg="modSp add mod">
        <pc:chgData name="Soumita Sengupta" userId="4afa6ce1-cb01-46c2-8538-4650222f0c96" providerId="ADAL" clId="{3D4DBD7B-8236-4B09-9BFB-2E4A60585BEF}" dt="2021-09-07T13:41:58.002" v="2119" actId="255"/>
        <pc:sldMkLst>
          <pc:docMk/>
          <pc:sldMk cId="2084527722" sldId="1401"/>
        </pc:sldMkLst>
        <pc:spChg chg="mod">
          <ac:chgData name="Soumita Sengupta" userId="4afa6ce1-cb01-46c2-8538-4650222f0c96" providerId="ADAL" clId="{3D4DBD7B-8236-4B09-9BFB-2E4A60585BEF}" dt="2021-09-07T13:41:58.002" v="2119" actId="255"/>
          <ac:spMkLst>
            <pc:docMk/>
            <pc:sldMk cId="2084527722" sldId="1401"/>
            <ac:spMk id="5" creationId="{B3F41200-3D7D-4D9F-8AC7-CB92286A2D1C}"/>
          </ac:spMkLst>
        </pc:spChg>
      </pc:sldChg>
      <pc:sldChg chg="add del">
        <pc:chgData name="Soumita Sengupta" userId="4afa6ce1-cb01-46c2-8538-4650222f0c96" providerId="ADAL" clId="{3D4DBD7B-8236-4B09-9BFB-2E4A60585BEF}" dt="2021-09-07T12:10:51.414" v="1724"/>
        <pc:sldMkLst>
          <pc:docMk/>
          <pc:sldMk cId="2839696178" sldId="1401"/>
        </pc:sldMkLst>
      </pc:sldChg>
      <pc:sldChg chg="add del">
        <pc:chgData name="Soumita Sengupta" userId="4afa6ce1-cb01-46c2-8538-4650222f0c96" providerId="ADAL" clId="{3D4DBD7B-8236-4B09-9BFB-2E4A60585BEF}" dt="2021-09-07T12:12:06.275" v="1749"/>
        <pc:sldMkLst>
          <pc:docMk/>
          <pc:sldMk cId="1458699226" sldId="1402"/>
        </pc:sldMkLst>
      </pc:sldChg>
      <pc:sldChg chg="modSp add mod">
        <pc:chgData name="Soumita Sengupta" userId="4afa6ce1-cb01-46c2-8538-4650222f0c96" providerId="ADAL" clId="{3D4DBD7B-8236-4B09-9BFB-2E4A60585BEF}" dt="2021-09-07T13:42:07.411" v="2121" actId="255"/>
        <pc:sldMkLst>
          <pc:docMk/>
          <pc:sldMk cId="1696511624" sldId="1402"/>
        </pc:sldMkLst>
        <pc:spChg chg="mod">
          <ac:chgData name="Soumita Sengupta" userId="4afa6ce1-cb01-46c2-8538-4650222f0c96" providerId="ADAL" clId="{3D4DBD7B-8236-4B09-9BFB-2E4A60585BEF}" dt="2021-09-07T13:42:07.411" v="2121" actId="255"/>
          <ac:spMkLst>
            <pc:docMk/>
            <pc:sldMk cId="1696511624" sldId="1402"/>
            <ac:spMk id="5" creationId="{B3F41200-3D7D-4D9F-8AC7-CB92286A2D1C}"/>
          </ac:spMkLst>
        </pc:spChg>
        <pc:spChg chg="mod">
          <ac:chgData name="Soumita Sengupta" userId="4afa6ce1-cb01-46c2-8538-4650222f0c96" providerId="ADAL" clId="{3D4DBD7B-8236-4B09-9BFB-2E4A60585BEF}" dt="2021-09-07T12:12:58.447" v="1774" actId="20577"/>
          <ac:spMkLst>
            <pc:docMk/>
            <pc:sldMk cId="1696511624" sldId="1402"/>
            <ac:spMk id="11" creationId="{00000000-0000-0000-0000-000000000000}"/>
          </ac:spMkLst>
        </pc:spChg>
      </pc:sldChg>
      <pc:sldChg chg="modSp add mod">
        <pc:chgData name="Soumita Sengupta" userId="4afa6ce1-cb01-46c2-8538-4650222f0c96" providerId="ADAL" clId="{3D4DBD7B-8236-4B09-9BFB-2E4A60585BEF}" dt="2021-09-08T10:09:29.971" v="2392" actId="5793"/>
        <pc:sldMkLst>
          <pc:docMk/>
          <pc:sldMk cId="2328269281" sldId="1403"/>
        </pc:sldMkLst>
        <pc:spChg chg="mod">
          <ac:chgData name="Soumita Sengupta" userId="4afa6ce1-cb01-46c2-8538-4650222f0c96" providerId="ADAL" clId="{3D4DBD7B-8236-4B09-9BFB-2E4A60585BEF}" dt="2021-09-08T10:09:29.971" v="2392" actId="5793"/>
          <ac:spMkLst>
            <pc:docMk/>
            <pc:sldMk cId="2328269281" sldId="1403"/>
            <ac:spMk id="5" creationId="{B3F41200-3D7D-4D9F-8AC7-CB92286A2D1C}"/>
          </ac:spMkLst>
        </pc:spChg>
        <pc:spChg chg="mod">
          <ac:chgData name="Soumita Sengupta" userId="4afa6ce1-cb01-46c2-8538-4650222f0c96" providerId="ADAL" clId="{3D4DBD7B-8236-4B09-9BFB-2E4A60585BEF}" dt="2021-09-07T12:15:09.218" v="1861"/>
          <ac:spMkLst>
            <pc:docMk/>
            <pc:sldMk cId="2328269281" sldId="1403"/>
            <ac:spMk id="11" creationId="{00000000-0000-0000-0000-000000000000}"/>
          </ac:spMkLst>
        </pc:spChg>
      </pc:sldChg>
      <pc:sldChg chg="add del">
        <pc:chgData name="Soumita Sengupta" userId="4afa6ce1-cb01-46c2-8538-4650222f0c96" providerId="ADAL" clId="{3D4DBD7B-8236-4B09-9BFB-2E4A60585BEF}" dt="2021-09-07T12:14:56.616" v="1858" actId="47"/>
        <pc:sldMkLst>
          <pc:docMk/>
          <pc:sldMk cId="1518878710" sldId="1404"/>
        </pc:sldMkLst>
      </pc:sldChg>
      <pc:sldChg chg="modSp add mod ord">
        <pc:chgData name="Soumita Sengupta" userId="4afa6ce1-cb01-46c2-8538-4650222f0c96" providerId="ADAL" clId="{3D4DBD7B-8236-4B09-9BFB-2E4A60585BEF}" dt="2021-09-07T13:42:20.575" v="2123" actId="255"/>
        <pc:sldMkLst>
          <pc:docMk/>
          <pc:sldMk cId="1733564651" sldId="1404"/>
        </pc:sldMkLst>
        <pc:spChg chg="mod">
          <ac:chgData name="Soumita Sengupta" userId="4afa6ce1-cb01-46c2-8538-4650222f0c96" providerId="ADAL" clId="{3D4DBD7B-8236-4B09-9BFB-2E4A60585BEF}" dt="2021-09-07T13:42:20.575" v="2123" actId="255"/>
          <ac:spMkLst>
            <pc:docMk/>
            <pc:sldMk cId="1733564651" sldId="1404"/>
            <ac:spMk id="5" creationId="{B3F41200-3D7D-4D9F-8AC7-CB92286A2D1C}"/>
          </ac:spMkLst>
        </pc:spChg>
      </pc:sldChg>
      <pc:sldChg chg="modSp add mod">
        <pc:chgData name="Soumita Sengupta" userId="4afa6ce1-cb01-46c2-8538-4650222f0c96" providerId="ADAL" clId="{3D4DBD7B-8236-4B09-9BFB-2E4A60585BEF}" dt="2021-09-07T12:19:46.030" v="1894" actId="255"/>
        <pc:sldMkLst>
          <pc:docMk/>
          <pc:sldMk cId="148450217" sldId="1405"/>
        </pc:sldMkLst>
        <pc:spChg chg="mod">
          <ac:chgData name="Soumita Sengupta" userId="4afa6ce1-cb01-46c2-8538-4650222f0c96" providerId="ADAL" clId="{3D4DBD7B-8236-4B09-9BFB-2E4A60585BEF}" dt="2021-09-07T12:19:46.030" v="1894" actId="255"/>
          <ac:spMkLst>
            <pc:docMk/>
            <pc:sldMk cId="148450217" sldId="1405"/>
            <ac:spMk id="5" creationId="{B3F41200-3D7D-4D9F-8AC7-CB92286A2D1C}"/>
          </ac:spMkLst>
        </pc:spChg>
        <pc:spChg chg="mod">
          <ac:chgData name="Soumita Sengupta" userId="4afa6ce1-cb01-46c2-8538-4650222f0c96" providerId="ADAL" clId="{3D4DBD7B-8236-4B09-9BFB-2E4A60585BEF}" dt="2021-09-07T12:18:28.326" v="1887"/>
          <ac:spMkLst>
            <pc:docMk/>
            <pc:sldMk cId="148450217" sldId="1405"/>
            <ac:spMk id="11" creationId="{00000000-0000-0000-0000-000000000000}"/>
          </ac:spMkLst>
        </pc:spChg>
      </pc:sldChg>
      <pc:sldChg chg="add del">
        <pc:chgData name="Soumita Sengupta" userId="4afa6ce1-cb01-46c2-8538-4650222f0c96" providerId="ADAL" clId="{3D4DBD7B-8236-4B09-9BFB-2E4A60585BEF}" dt="2021-09-07T12:16:31.612" v="1870" actId="47"/>
        <pc:sldMkLst>
          <pc:docMk/>
          <pc:sldMk cId="2600220515" sldId="1405"/>
        </pc:sldMkLst>
      </pc:sldChg>
      <pc:sldChg chg="addSp delSp modSp add mod">
        <pc:chgData name="Soumita Sengupta" userId="4afa6ce1-cb01-46c2-8538-4650222f0c96" providerId="ADAL" clId="{3D4DBD7B-8236-4B09-9BFB-2E4A60585BEF}" dt="2021-09-08T10:11:34.619" v="2395" actId="20577"/>
        <pc:sldMkLst>
          <pc:docMk/>
          <pc:sldMk cId="143360586" sldId="1406"/>
        </pc:sldMkLst>
        <pc:spChg chg="add del">
          <ac:chgData name="Soumita Sengupta" userId="4afa6ce1-cb01-46c2-8538-4650222f0c96" providerId="ADAL" clId="{3D4DBD7B-8236-4B09-9BFB-2E4A60585BEF}" dt="2021-09-07T12:20:17.315" v="1898"/>
          <ac:spMkLst>
            <pc:docMk/>
            <pc:sldMk cId="143360586" sldId="1406"/>
            <ac:spMk id="2" creationId="{B2906736-8518-408F-81E2-6C40ED5E985A}"/>
          </ac:spMkLst>
        </pc:spChg>
        <pc:spChg chg="mod">
          <ac:chgData name="Soumita Sengupta" userId="4afa6ce1-cb01-46c2-8538-4650222f0c96" providerId="ADAL" clId="{3D4DBD7B-8236-4B09-9BFB-2E4A60585BEF}" dt="2021-09-08T10:11:34.619" v="2395" actId="20577"/>
          <ac:spMkLst>
            <pc:docMk/>
            <pc:sldMk cId="143360586" sldId="1406"/>
            <ac:spMk id="5" creationId="{B3F41200-3D7D-4D9F-8AC7-CB92286A2D1C}"/>
          </ac:spMkLst>
        </pc:spChg>
        <pc:picChg chg="add del mod">
          <ac:chgData name="Soumita Sengupta" userId="4afa6ce1-cb01-46c2-8538-4650222f0c96" providerId="ADAL" clId="{3D4DBD7B-8236-4B09-9BFB-2E4A60585BEF}" dt="2021-09-07T12:20:28.581" v="1901" actId="478"/>
          <ac:picMkLst>
            <pc:docMk/>
            <pc:sldMk cId="143360586" sldId="1406"/>
            <ac:picMk id="6" creationId="{A474A304-49D5-45EA-A034-7511E0F78753}"/>
          </ac:picMkLst>
        </pc:picChg>
      </pc:sldChg>
      <pc:sldChg chg="add del">
        <pc:chgData name="Soumita Sengupta" userId="4afa6ce1-cb01-46c2-8538-4650222f0c96" providerId="ADAL" clId="{3D4DBD7B-8236-4B09-9BFB-2E4A60585BEF}" dt="2021-09-07T12:18:17.607" v="1883"/>
        <pc:sldMkLst>
          <pc:docMk/>
          <pc:sldMk cId="3284397508" sldId="1406"/>
        </pc:sldMkLst>
      </pc:sldChg>
      <pc:sldChg chg="add del ord">
        <pc:chgData name="Soumita Sengupta" userId="4afa6ce1-cb01-46c2-8538-4650222f0c96" providerId="ADAL" clId="{3D4DBD7B-8236-4B09-9BFB-2E4A60585BEF}" dt="2021-09-07T12:18:08.054" v="1881" actId="47"/>
        <pc:sldMkLst>
          <pc:docMk/>
          <pc:sldMk cId="4137661260" sldId="1406"/>
        </pc:sldMkLst>
      </pc:sldChg>
      <pc:sldChg chg="modSp add mod">
        <pc:chgData name="Soumita Sengupta" userId="4afa6ce1-cb01-46c2-8538-4650222f0c96" providerId="ADAL" clId="{3D4DBD7B-8236-4B09-9BFB-2E4A60585BEF}" dt="2021-09-08T10:12:55.133" v="2401" actId="5793"/>
        <pc:sldMkLst>
          <pc:docMk/>
          <pc:sldMk cId="2879937575" sldId="1407"/>
        </pc:sldMkLst>
        <pc:spChg chg="mod">
          <ac:chgData name="Soumita Sengupta" userId="4afa6ce1-cb01-46c2-8538-4650222f0c96" providerId="ADAL" clId="{3D4DBD7B-8236-4B09-9BFB-2E4A60585BEF}" dt="2021-09-08T10:12:55.133" v="2401" actId="5793"/>
          <ac:spMkLst>
            <pc:docMk/>
            <pc:sldMk cId="2879937575" sldId="1407"/>
            <ac:spMk id="5" creationId="{B3F41200-3D7D-4D9F-8AC7-CB92286A2D1C}"/>
          </ac:spMkLst>
        </pc:spChg>
      </pc:sldChg>
      <pc:sldChg chg="add del">
        <pc:chgData name="Soumita Sengupta" userId="4afa6ce1-cb01-46c2-8538-4650222f0c96" providerId="ADAL" clId="{3D4DBD7B-8236-4B09-9BFB-2E4A60585BEF}" dt="2021-09-07T12:21:34.768" v="1926"/>
        <pc:sldMkLst>
          <pc:docMk/>
          <pc:sldMk cId="1097856727" sldId="1408"/>
        </pc:sldMkLst>
      </pc:sldChg>
      <pc:sldChg chg="modSp add mod">
        <pc:chgData name="Soumita Sengupta" userId="4afa6ce1-cb01-46c2-8538-4650222f0c96" providerId="ADAL" clId="{3D4DBD7B-8236-4B09-9BFB-2E4A60585BEF}" dt="2021-09-07T13:42:56.686" v="2131" actId="255"/>
        <pc:sldMkLst>
          <pc:docMk/>
          <pc:sldMk cId="1848903385" sldId="1408"/>
        </pc:sldMkLst>
        <pc:spChg chg="mod">
          <ac:chgData name="Soumita Sengupta" userId="4afa6ce1-cb01-46c2-8538-4650222f0c96" providerId="ADAL" clId="{3D4DBD7B-8236-4B09-9BFB-2E4A60585BEF}" dt="2021-09-07T13:42:56.686" v="2131" actId="255"/>
          <ac:spMkLst>
            <pc:docMk/>
            <pc:sldMk cId="1848903385" sldId="1408"/>
            <ac:spMk id="5" creationId="{B3F41200-3D7D-4D9F-8AC7-CB92286A2D1C}"/>
          </ac:spMkLst>
        </pc:spChg>
      </pc:sldChg>
      <pc:sldChg chg="modSp add mod">
        <pc:chgData name="Soumita Sengupta" userId="4afa6ce1-cb01-46c2-8538-4650222f0c96" providerId="ADAL" clId="{3D4DBD7B-8236-4B09-9BFB-2E4A60585BEF}" dt="2021-09-07T12:24:15.650" v="1955" actId="27636"/>
        <pc:sldMkLst>
          <pc:docMk/>
          <pc:sldMk cId="4093179960" sldId="1409"/>
        </pc:sldMkLst>
        <pc:spChg chg="mod">
          <ac:chgData name="Soumita Sengupta" userId="4afa6ce1-cb01-46c2-8538-4650222f0c96" providerId="ADAL" clId="{3D4DBD7B-8236-4B09-9BFB-2E4A60585BEF}" dt="2021-09-07T12:24:15.650" v="1955" actId="27636"/>
          <ac:spMkLst>
            <pc:docMk/>
            <pc:sldMk cId="4093179960" sldId="1409"/>
            <ac:spMk id="5" creationId="{B3F41200-3D7D-4D9F-8AC7-CB92286A2D1C}"/>
          </ac:spMkLst>
        </pc:spChg>
        <pc:spChg chg="mod">
          <ac:chgData name="Soumita Sengupta" userId="4afa6ce1-cb01-46c2-8538-4650222f0c96" providerId="ADAL" clId="{3D4DBD7B-8236-4B09-9BFB-2E4A60585BEF}" dt="2021-09-07T12:23:37.490" v="1945"/>
          <ac:spMkLst>
            <pc:docMk/>
            <pc:sldMk cId="4093179960" sldId="1409"/>
            <ac:spMk id="11" creationId="{00000000-0000-0000-0000-000000000000}"/>
          </ac:spMkLst>
        </pc:spChg>
      </pc:sldChg>
      <pc:sldChg chg="modSp add mod">
        <pc:chgData name="Soumita Sengupta" userId="4afa6ce1-cb01-46c2-8538-4650222f0c96" providerId="ADAL" clId="{3D4DBD7B-8236-4B09-9BFB-2E4A60585BEF}" dt="2021-09-07T12:25:28.222" v="1978" actId="255"/>
        <pc:sldMkLst>
          <pc:docMk/>
          <pc:sldMk cId="2114472807" sldId="1410"/>
        </pc:sldMkLst>
        <pc:spChg chg="mod">
          <ac:chgData name="Soumita Sengupta" userId="4afa6ce1-cb01-46c2-8538-4650222f0c96" providerId="ADAL" clId="{3D4DBD7B-8236-4B09-9BFB-2E4A60585BEF}" dt="2021-09-07T12:25:28.222" v="1978" actId="255"/>
          <ac:spMkLst>
            <pc:docMk/>
            <pc:sldMk cId="2114472807" sldId="1410"/>
            <ac:spMk id="5" creationId="{B3F41200-3D7D-4D9F-8AC7-CB92286A2D1C}"/>
          </ac:spMkLst>
        </pc:spChg>
        <pc:spChg chg="mod">
          <ac:chgData name="Soumita Sengupta" userId="4afa6ce1-cb01-46c2-8538-4650222f0c96" providerId="ADAL" clId="{3D4DBD7B-8236-4B09-9BFB-2E4A60585BEF}" dt="2021-09-07T12:24:43.342" v="1963"/>
          <ac:spMkLst>
            <pc:docMk/>
            <pc:sldMk cId="2114472807" sldId="1410"/>
            <ac:spMk id="11" creationId="{00000000-0000-0000-0000-000000000000}"/>
          </ac:spMkLst>
        </pc:spChg>
      </pc:sldChg>
      <pc:sldChg chg="add del">
        <pc:chgData name="Soumita Sengupta" userId="4afa6ce1-cb01-46c2-8538-4650222f0c96" providerId="ADAL" clId="{3D4DBD7B-8236-4B09-9BFB-2E4A60585BEF}" dt="2021-09-07T12:24:33.913" v="1959" actId="47"/>
        <pc:sldMkLst>
          <pc:docMk/>
          <pc:sldMk cId="915615962" sldId="1411"/>
        </pc:sldMkLst>
      </pc:sldChg>
      <pc:sldChg chg="modSp add del mod">
        <pc:chgData name="Soumita Sengupta" userId="4afa6ce1-cb01-46c2-8538-4650222f0c96" providerId="ADAL" clId="{3D4DBD7B-8236-4B09-9BFB-2E4A60585BEF}" dt="2021-09-07T12:25:37.670" v="1982" actId="47"/>
        <pc:sldMkLst>
          <pc:docMk/>
          <pc:sldMk cId="1120278168" sldId="1411"/>
        </pc:sldMkLst>
        <pc:spChg chg="mod">
          <ac:chgData name="Soumita Sengupta" userId="4afa6ce1-cb01-46c2-8538-4650222f0c96" providerId="ADAL" clId="{3D4DBD7B-8236-4B09-9BFB-2E4A60585BEF}" dt="2021-09-07T12:25:33.177" v="1980" actId="20577"/>
          <ac:spMkLst>
            <pc:docMk/>
            <pc:sldMk cId="1120278168" sldId="1411"/>
            <ac:spMk id="5" creationId="{B3F41200-3D7D-4D9F-8AC7-CB92286A2D1C}"/>
          </ac:spMkLst>
        </pc:spChg>
      </pc:sldChg>
      <pc:sldChg chg="modSp add mod">
        <pc:chgData name="Soumita Sengupta" userId="4afa6ce1-cb01-46c2-8538-4650222f0c96" providerId="ADAL" clId="{3D4DBD7B-8236-4B09-9BFB-2E4A60585BEF}" dt="2021-09-07T13:43:18.646" v="2133" actId="255"/>
        <pc:sldMkLst>
          <pc:docMk/>
          <pc:sldMk cId="3737613458" sldId="1412"/>
        </pc:sldMkLst>
        <pc:spChg chg="mod">
          <ac:chgData name="Soumita Sengupta" userId="4afa6ce1-cb01-46c2-8538-4650222f0c96" providerId="ADAL" clId="{3D4DBD7B-8236-4B09-9BFB-2E4A60585BEF}" dt="2021-09-07T13:43:18.646" v="2133" actId="255"/>
          <ac:spMkLst>
            <pc:docMk/>
            <pc:sldMk cId="3737613458" sldId="1412"/>
            <ac:spMk id="5" creationId="{B3F41200-3D7D-4D9F-8AC7-CB92286A2D1C}"/>
          </ac:spMkLst>
        </pc:spChg>
      </pc:sldChg>
      <pc:sldChg chg="modSp add mod">
        <pc:chgData name="Soumita Sengupta" userId="4afa6ce1-cb01-46c2-8538-4650222f0c96" providerId="ADAL" clId="{3D4DBD7B-8236-4B09-9BFB-2E4A60585BEF}" dt="2021-09-08T10:13:24.345" v="2417" actId="20577"/>
        <pc:sldMkLst>
          <pc:docMk/>
          <pc:sldMk cId="2068205702" sldId="1413"/>
        </pc:sldMkLst>
        <pc:spChg chg="mod">
          <ac:chgData name="Soumita Sengupta" userId="4afa6ce1-cb01-46c2-8538-4650222f0c96" providerId="ADAL" clId="{3D4DBD7B-8236-4B09-9BFB-2E4A60585BEF}" dt="2021-09-08T10:13:24.345" v="2417" actId="20577"/>
          <ac:spMkLst>
            <pc:docMk/>
            <pc:sldMk cId="2068205702" sldId="1413"/>
            <ac:spMk id="5" creationId="{B3F41200-3D7D-4D9F-8AC7-CB92286A2D1C}"/>
          </ac:spMkLst>
        </pc:spChg>
        <pc:spChg chg="mod">
          <ac:chgData name="Soumita Sengupta" userId="4afa6ce1-cb01-46c2-8538-4650222f0c96" providerId="ADAL" clId="{3D4DBD7B-8236-4B09-9BFB-2E4A60585BEF}" dt="2021-09-07T12:26:45.558" v="1995"/>
          <ac:spMkLst>
            <pc:docMk/>
            <pc:sldMk cId="2068205702" sldId="1413"/>
            <ac:spMk id="11" creationId="{00000000-0000-0000-0000-000000000000}"/>
          </ac:spMkLst>
        </pc:spChg>
      </pc:sldChg>
      <pc:sldChg chg="add del">
        <pc:chgData name="Soumita Sengupta" userId="4afa6ce1-cb01-46c2-8538-4650222f0c96" providerId="ADAL" clId="{3D4DBD7B-8236-4B09-9BFB-2E4A60585BEF}" dt="2021-09-07T12:27:32.646" v="2000" actId="47"/>
        <pc:sldMkLst>
          <pc:docMk/>
          <pc:sldMk cId="1245083691" sldId="1414"/>
        </pc:sldMkLst>
      </pc:sldChg>
      <pc:sldChg chg="modSp add mod">
        <pc:chgData name="Soumita Sengupta" userId="4afa6ce1-cb01-46c2-8538-4650222f0c96" providerId="ADAL" clId="{3D4DBD7B-8236-4B09-9BFB-2E4A60585BEF}" dt="2021-09-08T10:13:38.463" v="2419" actId="5793"/>
        <pc:sldMkLst>
          <pc:docMk/>
          <pc:sldMk cId="1896737757" sldId="1414"/>
        </pc:sldMkLst>
        <pc:spChg chg="mod">
          <ac:chgData name="Soumita Sengupta" userId="4afa6ce1-cb01-46c2-8538-4650222f0c96" providerId="ADAL" clId="{3D4DBD7B-8236-4B09-9BFB-2E4A60585BEF}" dt="2021-09-08T10:13:38.463" v="2419" actId="5793"/>
          <ac:spMkLst>
            <pc:docMk/>
            <pc:sldMk cId="1896737757" sldId="1414"/>
            <ac:spMk id="5" creationId="{B3F41200-3D7D-4D9F-8AC7-CB92286A2D1C}"/>
          </ac:spMkLst>
        </pc:spChg>
      </pc:sldChg>
      <pc:sldChg chg="modSp add mod">
        <pc:chgData name="Soumita Sengupta" userId="4afa6ce1-cb01-46c2-8538-4650222f0c96" providerId="ADAL" clId="{3D4DBD7B-8236-4B09-9BFB-2E4A60585BEF}" dt="2021-09-08T10:13:54.503" v="2423" actId="5793"/>
        <pc:sldMkLst>
          <pc:docMk/>
          <pc:sldMk cId="1344724372" sldId="1415"/>
        </pc:sldMkLst>
        <pc:spChg chg="mod">
          <ac:chgData name="Soumita Sengupta" userId="4afa6ce1-cb01-46c2-8538-4650222f0c96" providerId="ADAL" clId="{3D4DBD7B-8236-4B09-9BFB-2E4A60585BEF}" dt="2021-09-08T10:13:54.503" v="2423" actId="5793"/>
          <ac:spMkLst>
            <pc:docMk/>
            <pc:sldMk cId="1344724372" sldId="1415"/>
            <ac:spMk id="5" creationId="{B3F41200-3D7D-4D9F-8AC7-CB92286A2D1C}"/>
          </ac:spMkLst>
        </pc:spChg>
        <pc:spChg chg="mod">
          <ac:chgData name="Soumita Sengupta" userId="4afa6ce1-cb01-46c2-8538-4650222f0c96" providerId="ADAL" clId="{3D4DBD7B-8236-4B09-9BFB-2E4A60585BEF}" dt="2021-09-07T12:28:16.114" v="2011"/>
          <ac:spMkLst>
            <pc:docMk/>
            <pc:sldMk cId="1344724372" sldId="1415"/>
            <ac:spMk id="11" creationId="{00000000-0000-0000-0000-000000000000}"/>
          </ac:spMkLst>
        </pc:spChg>
      </pc:sldChg>
      <pc:sldChg chg="add del">
        <pc:chgData name="Soumita Sengupta" userId="4afa6ce1-cb01-46c2-8538-4650222f0c96" providerId="ADAL" clId="{3D4DBD7B-8236-4B09-9BFB-2E4A60585BEF}" dt="2021-09-07T12:28:07" v="2007" actId="47"/>
        <pc:sldMkLst>
          <pc:docMk/>
          <pc:sldMk cId="276722465" sldId="1416"/>
        </pc:sldMkLst>
      </pc:sldChg>
      <pc:sldChg chg="modSp add mod">
        <pc:chgData name="Soumita Sengupta" userId="4afa6ce1-cb01-46c2-8538-4650222f0c96" providerId="ADAL" clId="{3D4DBD7B-8236-4B09-9BFB-2E4A60585BEF}" dt="2021-09-08T09:16:09.802" v="2353" actId="5793"/>
        <pc:sldMkLst>
          <pc:docMk/>
          <pc:sldMk cId="1394317506" sldId="1416"/>
        </pc:sldMkLst>
        <pc:spChg chg="mod">
          <ac:chgData name="Soumita Sengupta" userId="4afa6ce1-cb01-46c2-8538-4650222f0c96" providerId="ADAL" clId="{3D4DBD7B-8236-4B09-9BFB-2E4A60585BEF}" dt="2021-09-08T09:16:09.802" v="2353" actId="5793"/>
          <ac:spMkLst>
            <pc:docMk/>
            <pc:sldMk cId="1394317506" sldId="1416"/>
            <ac:spMk id="5" creationId="{B3F41200-3D7D-4D9F-8AC7-CB92286A2D1C}"/>
          </ac:spMkLst>
        </pc:spChg>
      </pc:sldChg>
      <pc:sldChg chg="modSp add mod">
        <pc:chgData name="Soumita Sengupta" userId="4afa6ce1-cb01-46c2-8538-4650222f0c96" providerId="ADAL" clId="{3D4DBD7B-8236-4B09-9BFB-2E4A60585BEF}" dt="2021-09-08T10:05:23.101" v="2372" actId="255"/>
        <pc:sldMkLst>
          <pc:docMk/>
          <pc:sldMk cId="246904720" sldId="1417"/>
        </pc:sldMkLst>
        <pc:spChg chg="mod">
          <ac:chgData name="Soumita Sengupta" userId="4afa6ce1-cb01-46c2-8538-4650222f0c96" providerId="ADAL" clId="{3D4DBD7B-8236-4B09-9BFB-2E4A60585BEF}" dt="2021-09-08T10:05:23.101" v="2372" actId="255"/>
          <ac:spMkLst>
            <pc:docMk/>
            <pc:sldMk cId="246904720" sldId="1417"/>
            <ac:spMk id="5" creationId="{B3F41200-3D7D-4D9F-8AC7-CB92286A2D1C}"/>
          </ac:spMkLst>
        </pc:spChg>
        <pc:spChg chg="mod">
          <ac:chgData name="Soumita Sengupta" userId="4afa6ce1-cb01-46c2-8538-4650222f0c96" providerId="ADAL" clId="{3D4DBD7B-8236-4B09-9BFB-2E4A60585BEF}" dt="2021-09-07T13:46:51.325" v="2149"/>
          <ac:spMkLst>
            <pc:docMk/>
            <pc:sldMk cId="246904720" sldId="1417"/>
            <ac:spMk id="11" creationId="{00000000-0000-0000-0000-000000000000}"/>
          </ac:spMkLst>
        </pc:spChg>
      </pc:sldChg>
      <pc:sldChg chg="add del">
        <pc:chgData name="Soumita Sengupta" userId="4afa6ce1-cb01-46c2-8538-4650222f0c96" providerId="ADAL" clId="{3D4DBD7B-8236-4B09-9BFB-2E4A60585BEF}" dt="2021-09-07T12:28:55.422" v="2018"/>
        <pc:sldMkLst>
          <pc:docMk/>
          <pc:sldMk cId="3962325484" sldId="1417"/>
        </pc:sldMkLst>
      </pc:sldChg>
      <pc:sldChg chg="modSp add mod">
        <pc:chgData name="Soumita Sengupta" userId="4afa6ce1-cb01-46c2-8538-4650222f0c96" providerId="ADAL" clId="{3D4DBD7B-8236-4B09-9BFB-2E4A60585BEF}" dt="2021-09-08T10:05:56.696" v="2376" actId="20577"/>
        <pc:sldMkLst>
          <pc:docMk/>
          <pc:sldMk cId="1249417827" sldId="1418"/>
        </pc:sldMkLst>
        <pc:spChg chg="mod">
          <ac:chgData name="Soumita Sengupta" userId="4afa6ce1-cb01-46c2-8538-4650222f0c96" providerId="ADAL" clId="{3D4DBD7B-8236-4B09-9BFB-2E4A60585BEF}" dt="2021-09-08T10:05:56.696" v="2376" actId="20577"/>
          <ac:spMkLst>
            <pc:docMk/>
            <pc:sldMk cId="1249417827" sldId="1418"/>
            <ac:spMk id="5" creationId="{B3F41200-3D7D-4D9F-8AC7-CB92286A2D1C}"/>
          </ac:spMkLst>
        </pc:spChg>
      </pc:sldChg>
      <pc:sldChg chg="add del">
        <pc:chgData name="Soumita Sengupta" userId="4afa6ce1-cb01-46c2-8538-4650222f0c96" providerId="ADAL" clId="{3D4DBD7B-8236-4B09-9BFB-2E4A60585BEF}" dt="2021-09-07T13:46:38.865" v="2144"/>
        <pc:sldMkLst>
          <pc:docMk/>
          <pc:sldMk cId="2251314761" sldId="1418"/>
        </pc:sldMkLst>
      </pc:sldChg>
      <pc:sldChg chg="modSp add mod">
        <pc:chgData name="Soumita Sengupta" userId="4afa6ce1-cb01-46c2-8538-4650222f0c96" providerId="ADAL" clId="{3D4DBD7B-8236-4B09-9BFB-2E4A60585BEF}" dt="2021-09-07T13:54:10.490" v="2221" actId="2711"/>
        <pc:sldMkLst>
          <pc:docMk/>
          <pc:sldMk cId="2803250791" sldId="1419"/>
        </pc:sldMkLst>
        <pc:spChg chg="mod">
          <ac:chgData name="Soumita Sengupta" userId="4afa6ce1-cb01-46c2-8538-4650222f0c96" providerId="ADAL" clId="{3D4DBD7B-8236-4B09-9BFB-2E4A60585BEF}" dt="2021-09-07T13:54:10.490" v="2221" actId="2711"/>
          <ac:spMkLst>
            <pc:docMk/>
            <pc:sldMk cId="2803250791" sldId="1419"/>
            <ac:spMk id="5" creationId="{B3F41200-3D7D-4D9F-8AC7-CB92286A2D1C}"/>
          </ac:spMkLst>
        </pc:spChg>
      </pc:sldChg>
      <pc:sldChg chg="modSp add mod">
        <pc:chgData name="Soumita Sengupta" userId="4afa6ce1-cb01-46c2-8538-4650222f0c96" providerId="ADAL" clId="{3D4DBD7B-8236-4B09-9BFB-2E4A60585BEF}" dt="2021-09-08T10:06:15.326" v="2378" actId="5793"/>
        <pc:sldMkLst>
          <pc:docMk/>
          <pc:sldMk cId="1083356354" sldId="1420"/>
        </pc:sldMkLst>
        <pc:spChg chg="mod">
          <ac:chgData name="Soumita Sengupta" userId="4afa6ce1-cb01-46c2-8538-4650222f0c96" providerId="ADAL" clId="{3D4DBD7B-8236-4B09-9BFB-2E4A60585BEF}" dt="2021-09-08T10:06:15.326" v="2378" actId="5793"/>
          <ac:spMkLst>
            <pc:docMk/>
            <pc:sldMk cId="1083356354" sldId="1420"/>
            <ac:spMk id="5" creationId="{B3F41200-3D7D-4D9F-8AC7-CB92286A2D1C}"/>
          </ac:spMkLst>
        </pc:spChg>
        <pc:spChg chg="mod">
          <ac:chgData name="Soumita Sengupta" userId="4afa6ce1-cb01-46c2-8538-4650222f0c96" providerId="ADAL" clId="{3D4DBD7B-8236-4B09-9BFB-2E4A60585BEF}" dt="2021-09-07T13:54:31.081" v="2224" actId="20577"/>
          <ac:spMkLst>
            <pc:docMk/>
            <pc:sldMk cId="1083356354" sldId="1420"/>
            <ac:spMk id="11" creationId="{00000000-0000-0000-0000-000000000000}"/>
          </ac:spMkLst>
        </pc:spChg>
      </pc:sldChg>
      <pc:sldChg chg="add del">
        <pc:chgData name="Soumita Sengupta" userId="4afa6ce1-cb01-46c2-8538-4650222f0c96" providerId="ADAL" clId="{3D4DBD7B-8236-4B09-9BFB-2E4A60585BEF}" dt="2021-09-07T13:53:35.825" v="2217"/>
        <pc:sldMkLst>
          <pc:docMk/>
          <pc:sldMk cId="1772630396" sldId="1420"/>
        </pc:sldMkLst>
      </pc:sldChg>
      <pc:sldChg chg="modSp add mod">
        <pc:chgData name="Soumita Sengupta" userId="4afa6ce1-cb01-46c2-8538-4650222f0c96" providerId="ADAL" clId="{3D4DBD7B-8236-4B09-9BFB-2E4A60585BEF}" dt="2021-09-07T14:01:19.145" v="2305" actId="255"/>
        <pc:sldMkLst>
          <pc:docMk/>
          <pc:sldMk cId="2017808958" sldId="1421"/>
        </pc:sldMkLst>
        <pc:spChg chg="mod">
          <ac:chgData name="Soumita Sengupta" userId="4afa6ce1-cb01-46c2-8538-4650222f0c96" providerId="ADAL" clId="{3D4DBD7B-8236-4B09-9BFB-2E4A60585BEF}" dt="2021-09-07T14:01:19.145" v="2305" actId="255"/>
          <ac:spMkLst>
            <pc:docMk/>
            <pc:sldMk cId="2017808958" sldId="1421"/>
            <ac:spMk id="5" creationId="{B3F41200-3D7D-4D9F-8AC7-CB92286A2D1C}"/>
          </ac:spMkLst>
        </pc:spChg>
      </pc:sldChg>
      <pc:sldChg chg="modSp add mod">
        <pc:chgData name="Soumita Sengupta" userId="4afa6ce1-cb01-46c2-8538-4650222f0c96" providerId="ADAL" clId="{3D4DBD7B-8236-4B09-9BFB-2E4A60585BEF}" dt="2021-09-07T14:01:10.055" v="2303" actId="1076"/>
        <pc:sldMkLst>
          <pc:docMk/>
          <pc:sldMk cId="3271585897" sldId="1422"/>
        </pc:sldMkLst>
        <pc:spChg chg="mod">
          <ac:chgData name="Soumita Sengupta" userId="4afa6ce1-cb01-46c2-8538-4650222f0c96" providerId="ADAL" clId="{3D4DBD7B-8236-4B09-9BFB-2E4A60585BEF}" dt="2021-09-07T14:01:10.055" v="2303" actId="1076"/>
          <ac:spMkLst>
            <pc:docMk/>
            <pc:sldMk cId="3271585897" sldId="1422"/>
            <ac:spMk id="5" creationId="{B3F41200-3D7D-4D9F-8AC7-CB92286A2D1C}"/>
          </ac:spMkLst>
        </pc:spChg>
      </pc:sldChg>
      <pc:sldChg chg="add del">
        <pc:chgData name="Soumita Sengupta" userId="4afa6ce1-cb01-46c2-8538-4650222f0c96" providerId="ADAL" clId="{3D4DBD7B-8236-4B09-9BFB-2E4A60585BEF}" dt="2021-09-07T13:56:04.069" v="2241"/>
        <pc:sldMkLst>
          <pc:docMk/>
          <pc:sldMk cId="3863846296" sldId="1422"/>
        </pc:sldMkLst>
      </pc:sldChg>
      <pc:sldChg chg="modSp add mod">
        <pc:chgData name="Soumita Sengupta" userId="4afa6ce1-cb01-46c2-8538-4650222f0c96" providerId="ADAL" clId="{3D4DBD7B-8236-4B09-9BFB-2E4A60585BEF}" dt="2021-09-08T10:06:45.647" v="2379" actId="5793"/>
        <pc:sldMkLst>
          <pc:docMk/>
          <pc:sldMk cId="1136086111" sldId="1423"/>
        </pc:sldMkLst>
        <pc:spChg chg="mod">
          <ac:chgData name="Soumita Sengupta" userId="4afa6ce1-cb01-46c2-8538-4650222f0c96" providerId="ADAL" clId="{3D4DBD7B-8236-4B09-9BFB-2E4A60585BEF}" dt="2021-09-08T10:06:45.647" v="2379" actId="5793"/>
          <ac:spMkLst>
            <pc:docMk/>
            <pc:sldMk cId="1136086111" sldId="1423"/>
            <ac:spMk id="5" creationId="{B3F41200-3D7D-4D9F-8AC7-CB92286A2D1C}"/>
          </ac:spMkLst>
        </pc:spChg>
      </pc:sldChg>
      <pc:sldChg chg="add del">
        <pc:chgData name="Soumita Sengupta" userId="4afa6ce1-cb01-46c2-8538-4650222f0c96" providerId="ADAL" clId="{3D4DBD7B-8236-4B09-9BFB-2E4A60585BEF}" dt="2021-09-07T13:57:02.470" v="2252" actId="47"/>
        <pc:sldMkLst>
          <pc:docMk/>
          <pc:sldMk cId="1373145405" sldId="1423"/>
        </pc:sldMkLst>
      </pc:sldChg>
      <pc:sldChg chg="modSp add mod">
        <pc:chgData name="Soumita Sengupta" userId="4afa6ce1-cb01-46c2-8538-4650222f0c96" providerId="ADAL" clId="{3D4DBD7B-8236-4B09-9BFB-2E4A60585BEF}" dt="2021-09-07T14:00:21.170" v="2280" actId="255"/>
        <pc:sldMkLst>
          <pc:docMk/>
          <pc:sldMk cId="4114816934" sldId="1424"/>
        </pc:sldMkLst>
        <pc:spChg chg="mod">
          <ac:chgData name="Soumita Sengupta" userId="4afa6ce1-cb01-46c2-8538-4650222f0c96" providerId="ADAL" clId="{3D4DBD7B-8236-4B09-9BFB-2E4A60585BEF}" dt="2021-09-07T14:00:21.170" v="2280" actId="255"/>
          <ac:spMkLst>
            <pc:docMk/>
            <pc:sldMk cId="4114816934" sldId="1424"/>
            <ac:spMk id="5" creationId="{B3F41200-3D7D-4D9F-8AC7-CB92286A2D1C}"/>
          </ac:spMkLst>
        </pc:spChg>
      </pc:sldChg>
      <pc:sldChg chg="modSp add mod">
        <pc:chgData name="Soumita Sengupta" userId="4afa6ce1-cb01-46c2-8538-4650222f0c96" providerId="ADAL" clId="{3D4DBD7B-8236-4B09-9BFB-2E4A60585BEF}" dt="2021-09-07T14:20:42.703" v="2313"/>
        <pc:sldMkLst>
          <pc:docMk/>
          <pc:sldMk cId="3192548651" sldId="1425"/>
        </pc:sldMkLst>
        <pc:spChg chg="mod">
          <ac:chgData name="Soumita Sengupta" userId="4afa6ce1-cb01-46c2-8538-4650222f0c96" providerId="ADAL" clId="{3D4DBD7B-8236-4B09-9BFB-2E4A60585BEF}" dt="2021-09-07T14:20:42.703" v="2313"/>
          <ac:spMkLst>
            <pc:docMk/>
            <pc:sldMk cId="3192548651" sldId="1425"/>
            <ac:spMk id="2" creationId="{57983F62-BBB9-431B-A37F-BDA0DC7153F6}"/>
          </ac:spMkLst>
        </pc:spChg>
      </pc:sldChg>
      <pc:sldChg chg="add del">
        <pc:chgData name="Soumita Sengupta" userId="4afa6ce1-cb01-46c2-8538-4650222f0c96" providerId="ADAL" clId="{3D4DBD7B-8236-4B09-9BFB-2E4A60585BEF}" dt="2021-09-07T14:20:32.539" v="2310"/>
        <pc:sldMkLst>
          <pc:docMk/>
          <pc:sldMk cId="787960368" sldId="1426"/>
        </pc:sldMkLst>
      </pc:sldChg>
      <pc:sldChg chg="modSp add mod">
        <pc:chgData name="Soumita Sengupta" userId="4afa6ce1-cb01-46c2-8538-4650222f0c96" providerId="ADAL" clId="{3D4DBD7B-8236-4B09-9BFB-2E4A60585BEF}" dt="2021-09-07T14:21:09.848" v="2317"/>
        <pc:sldMkLst>
          <pc:docMk/>
          <pc:sldMk cId="3357555979" sldId="1426"/>
        </pc:sldMkLst>
        <pc:spChg chg="mod">
          <ac:chgData name="Soumita Sengupta" userId="4afa6ce1-cb01-46c2-8538-4650222f0c96" providerId="ADAL" clId="{3D4DBD7B-8236-4B09-9BFB-2E4A60585BEF}" dt="2021-09-07T14:21:09.848" v="2317"/>
          <ac:spMkLst>
            <pc:docMk/>
            <pc:sldMk cId="3357555979" sldId="1426"/>
            <ac:spMk id="2" creationId="{57983F62-BBB9-431B-A37F-BDA0DC7153F6}"/>
          </ac:spMkLst>
        </pc:spChg>
      </pc:sldChg>
      <pc:sldChg chg="modSp add mod">
        <pc:chgData name="Soumita Sengupta" userId="4afa6ce1-cb01-46c2-8538-4650222f0c96" providerId="ADAL" clId="{3D4DBD7B-8236-4B09-9BFB-2E4A60585BEF}" dt="2021-09-07T14:22:17.993" v="2321"/>
        <pc:sldMkLst>
          <pc:docMk/>
          <pc:sldMk cId="3515522871" sldId="1427"/>
        </pc:sldMkLst>
        <pc:spChg chg="mod">
          <ac:chgData name="Soumita Sengupta" userId="4afa6ce1-cb01-46c2-8538-4650222f0c96" providerId="ADAL" clId="{3D4DBD7B-8236-4B09-9BFB-2E4A60585BEF}" dt="2021-09-07T14:22:17.993" v="2321"/>
          <ac:spMkLst>
            <pc:docMk/>
            <pc:sldMk cId="3515522871" sldId="1427"/>
            <ac:spMk id="2" creationId="{57983F62-BBB9-431B-A37F-BDA0DC7153F6}"/>
          </ac:spMkLst>
        </pc:spChg>
      </pc:sldChg>
      <pc:sldChg chg="modSp add mod">
        <pc:chgData name="Soumita Sengupta" userId="4afa6ce1-cb01-46c2-8538-4650222f0c96" providerId="ADAL" clId="{3D4DBD7B-8236-4B09-9BFB-2E4A60585BEF}" dt="2021-09-07T14:22:45.988" v="2325"/>
        <pc:sldMkLst>
          <pc:docMk/>
          <pc:sldMk cId="1056290368" sldId="1428"/>
        </pc:sldMkLst>
        <pc:spChg chg="mod">
          <ac:chgData name="Soumita Sengupta" userId="4afa6ce1-cb01-46c2-8538-4650222f0c96" providerId="ADAL" clId="{3D4DBD7B-8236-4B09-9BFB-2E4A60585BEF}" dt="2021-09-07T14:22:45.988" v="2325"/>
          <ac:spMkLst>
            <pc:docMk/>
            <pc:sldMk cId="1056290368" sldId="1428"/>
            <ac:spMk id="2" creationId="{57983F62-BBB9-431B-A37F-BDA0DC7153F6}"/>
          </ac:spMkLst>
        </pc:spChg>
      </pc:sldChg>
      <pc:sldChg chg="modSp add mod">
        <pc:chgData name="Soumita Sengupta" userId="4afa6ce1-cb01-46c2-8538-4650222f0c96" providerId="ADAL" clId="{3D4DBD7B-8236-4B09-9BFB-2E4A60585BEF}" dt="2021-09-07T14:23:02.558" v="2329"/>
        <pc:sldMkLst>
          <pc:docMk/>
          <pc:sldMk cId="2217524747" sldId="1429"/>
        </pc:sldMkLst>
        <pc:spChg chg="mod">
          <ac:chgData name="Soumita Sengupta" userId="4afa6ce1-cb01-46c2-8538-4650222f0c96" providerId="ADAL" clId="{3D4DBD7B-8236-4B09-9BFB-2E4A60585BEF}" dt="2021-09-07T14:23:02.558" v="2329"/>
          <ac:spMkLst>
            <pc:docMk/>
            <pc:sldMk cId="2217524747" sldId="1429"/>
            <ac:spMk id="2" creationId="{57983F62-BBB9-431B-A37F-BDA0DC7153F6}"/>
          </ac:spMkLst>
        </pc:spChg>
      </pc:sldChg>
      <pc:sldChg chg="modSp add mod">
        <pc:chgData name="Soumita Sengupta" userId="4afa6ce1-cb01-46c2-8538-4650222f0c96" providerId="ADAL" clId="{3D4DBD7B-8236-4B09-9BFB-2E4A60585BEF}" dt="2021-09-07T14:23:22.446" v="2333"/>
        <pc:sldMkLst>
          <pc:docMk/>
          <pc:sldMk cId="3162462148" sldId="1430"/>
        </pc:sldMkLst>
        <pc:spChg chg="mod">
          <ac:chgData name="Soumita Sengupta" userId="4afa6ce1-cb01-46c2-8538-4650222f0c96" providerId="ADAL" clId="{3D4DBD7B-8236-4B09-9BFB-2E4A60585BEF}" dt="2021-09-07T14:23:22.446" v="2333"/>
          <ac:spMkLst>
            <pc:docMk/>
            <pc:sldMk cId="3162462148" sldId="1430"/>
            <ac:spMk id="2" creationId="{57983F62-BBB9-431B-A37F-BDA0DC7153F6}"/>
          </ac:spMkLst>
        </pc:spChg>
      </pc:sldChg>
      <pc:sldChg chg="modSp add mod">
        <pc:chgData name="Soumita Sengupta" userId="4afa6ce1-cb01-46c2-8538-4650222f0c96" providerId="ADAL" clId="{3D4DBD7B-8236-4B09-9BFB-2E4A60585BEF}" dt="2021-09-07T14:23:45.206" v="2339"/>
        <pc:sldMkLst>
          <pc:docMk/>
          <pc:sldMk cId="4012111775" sldId="1431"/>
        </pc:sldMkLst>
        <pc:spChg chg="mod">
          <ac:chgData name="Soumita Sengupta" userId="4afa6ce1-cb01-46c2-8538-4650222f0c96" providerId="ADAL" clId="{3D4DBD7B-8236-4B09-9BFB-2E4A60585BEF}" dt="2021-09-07T14:23:45.206" v="2339"/>
          <ac:spMkLst>
            <pc:docMk/>
            <pc:sldMk cId="4012111775" sldId="1431"/>
            <ac:spMk id="2" creationId="{57983F62-BBB9-431B-A37F-BDA0DC7153F6}"/>
          </ac:spMkLst>
        </pc:spChg>
      </pc:sldChg>
      <pc:sldChg chg="modSp add mod">
        <pc:chgData name="Soumita Sengupta" userId="4afa6ce1-cb01-46c2-8538-4650222f0c96" providerId="ADAL" clId="{3D4DBD7B-8236-4B09-9BFB-2E4A60585BEF}" dt="2021-09-07T14:24:12.194" v="2343"/>
        <pc:sldMkLst>
          <pc:docMk/>
          <pc:sldMk cId="1314854641" sldId="1432"/>
        </pc:sldMkLst>
        <pc:spChg chg="mod">
          <ac:chgData name="Soumita Sengupta" userId="4afa6ce1-cb01-46c2-8538-4650222f0c96" providerId="ADAL" clId="{3D4DBD7B-8236-4B09-9BFB-2E4A60585BEF}" dt="2021-09-07T14:24:12.194" v="2343"/>
          <ac:spMkLst>
            <pc:docMk/>
            <pc:sldMk cId="1314854641" sldId="1432"/>
            <ac:spMk id="2" creationId="{57983F62-BBB9-431B-A37F-BDA0DC7153F6}"/>
          </ac:spMkLst>
        </pc:spChg>
      </pc:sldChg>
      <pc:sldChg chg="modSp add mod ord">
        <pc:chgData name="Soumita Sengupta" userId="4afa6ce1-cb01-46c2-8538-4650222f0c96" providerId="ADAL" clId="{3D4DBD7B-8236-4B09-9BFB-2E4A60585BEF}" dt="2021-09-07T14:24:38.475" v="2347"/>
        <pc:sldMkLst>
          <pc:docMk/>
          <pc:sldMk cId="4009555997" sldId="1433"/>
        </pc:sldMkLst>
        <pc:spChg chg="mod">
          <ac:chgData name="Soumita Sengupta" userId="4afa6ce1-cb01-46c2-8538-4650222f0c96" providerId="ADAL" clId="{3D4DBD7B-8236-4B09-9BFB-2E4A60585BEF}" dt="2021-09-07T14:24:38.475" v="2347"/>
          <ac:spMkLst>
            <pc:docMk/>
            <pc:sldMk cId="4009555997" sldId="1433"/>
            <ac:spMk id="2" creationId="{57983F62-BBB9-431B-A37F-BDA0DC7153F6}"/>
          </ac:spMkLst>
        </pc:spChg>
      </pc:sldChg>
      <pc:sldChg chg="modSp add mod">
        <pc:chgData name="Soumita Sengupta" userId="4afa6ce1-cb01-46c2-8538-4650222f0c96" providerId="ADAL" clId="{3D4DBD7B-8236-4B09-9BFB-2E4A60585BEF}" dt="2021-09-07T14:25:12.714" v="2351"/>
        <pc:sldMkLst>
          <pc:docMk/>
          <pc:sldMk cId="3761421124" sldId="1434"/>
        </pc:sldMkLst>
        <pc:spChg chg="mod">
          <ac:chgData name="Soumita Sengupta" userId="4afa6ce1-cb01-46c2-8538-4650222f0c96" providerId="ADAL" clId="{3D4DBD7B-8236-4B09-9BFB-2E4A60585BEF}" dt="2021-09-07T14:25:12.714" v="2351"/>
          <ac:spMkLst>
            <pc:docMk/>
            <pc:sldMk cId="3761421124" sldId="1434"/>
            <ac:spMk id="2" creationId="{57983F62-BBB9-431B-A37F-BDA0DC7153F6}"/>
          </ac:spMkLst>
        </pc:spChg>
      </pc:sldChg>
    </pc:docChg>
  </pc:docChgLst>
  <pc:docChgLst>
    <pc:chgData name="Soumita Sengupta" userId="4afa6ce1-cb01-46c2-8538-4650222f0c96" providerId="ADAL" clId="{B40F3650-4116-4162-BB34-2551B383FECC}"/>
    <pc:docChg chg="undo custSel addSld delSld modSld sldOrd">
      <pc:chgData name="Soumita Sengupta" userId="4afa6ce1-cb01-46c2-8538-4650222f0c96" providerId="ADAL" clId="{B40F3650-4116-4162-BB34-2551B383FECC}" dt="2021-08-19T10:49:06.306" v="166" actId="255"/>
      <pc:docMkLst>
        <pc:docMk/>
      </pc:docMkLst>
      <pc:sldChg chg="modSp add mod">
        <pc:chgData name="Soumita Sengupta" userId="4afa6ce1-cb01-46c2-8538-4650222f0c96" providerId="ADAL" clId="{B40F3650-4116-4162-BB34-2551B383FECC}" dt="2021-08-19T10:46:12.567" v="153" actId="20577"/>
        <pc:sldMkLst>
          <pc:docMk/>
          <pc:sldMk cId="1912468287" sldId="260"/>
        </pc:sldMkLst>
        <pc:spChg chg="mod">
          <ac:chgData name="Soumita Sengupta" userId="4afa6ce1-cb01-46c2-8538-4650222f0c96" providerId="ADAL" clId="{B40F3650-4116-4162-BB34-2551B383FECC}" dt="2021-08-19T10:46:12.567" v="153" actId="20577"/>
          <ac:spMkLst>
            <pc:docMk/>
            <pc:sldMk cId="1912468287" sldId="260"/>
            <ac:spMk id="5" creationId="{00000000-0000-0000-0000-000000000000}"/>
          </ac:spMkLst>
        </pc:spChg>
      </pc:sldChg>
      <pc:sldChg chg="modSp mod">
        <pc:chgData name="Soumita Sengupta" userId="4afa6ce1-cb01-46c2-8538-4650222f0c96" providerId="ADAL" clId="{B40F3650-4116-4162-BB34-2551B383FECC}" dt="2021-08-19T10:23:19.391" v="16" actId="20577"/>
        <pc:sldMkLst>
          <pc:docMk/>
          <pc:sldMk cId="2584036331" sldId="339"/>
        </pc:sldMkLst>
        <pc:spChg chg="mod">
          <ac:chgData name="Soumita Sengupta" userId="4afa6ce1-cb01-46c2-8538-4650222f0c96" providerId="ADAL" clId="{B40F3650-4116-4162-BB34-2551B383FECC}" dt="2021-08-19T10:23:19.391" v="16" actId="20577"/>
          <ac:spMkLst>
            <pc:docMk/>
            <pc:sldMk cId="2584036331" sldId="339"/>
            <ac:spMk id="5" creationId="{6D1A1596-A8D7-4C1A-8956-0FA40A84EFCA}"/>
          </ac:spMkLst>
        </pc:spChg>
      </pc:sldChg>
      <pc:sldChg chg="modSp add mod">
        <pc:chgData name="Soumita Sengupta" userId="4afa6ce1-cb01-46c2-8538-4650222f0c96" providerId="ADAL" clId="{B40F3650-4116-4162-BB34-2551B383FECC}" dt="2021-08-19T10:48:12.913" v="156" actId="255"/>
        <pc:sldMkLst>
          <pc:docMk/>
          <pc:sldMk cId="1676893809" sldId="520"/>
        </pc:sldMkLst>
        <pc:spChg chg="mod">
          <ac:chgData name="Soumita Sengupta" userId="4afa6ce1-cb01-46c2-8538-4650222f0c96" providerId="ADAL" clId="{B40F3650-4116-4162-BB34-2551B383FECC}" dt="2021-08-19T10:48:12.913" v="156" actId="255"/>
          <ac:spMkLst>
            <pc:docMk/>
            <pc:sldMk cId="1676893809" sldId="520"/>
            <ac:spMk id="2" creationId="{00000000-0000-0000-0000-000000000000}"/>
          </ac:spMkLst>
        </pc:spChg>
      </pc:sldChg>
      <pc:sldChg chg="add del">
        <pc:chgData name="Soumita Sengupta" userId="4afa6ce1-cb01-46c2-8538-4650222f0c96" providerId="ADAL" clId="{B40F3650-4116-4162-BB34-2551B383FECC}" dt="2021-08-19T10:40:47.725" v="73" actId="47"/>
        <pc:sldMkLst>
          <pc:docMk/>
          <pc:sldMk cId="2622444170" sldId="523"/>
        </pc:sldMkLst>
      </pc:sldChg>
      <pc:sldChg chg="add ord">
        <pc:chgData name="Soumita Sengupta" userId="4afa6ce1-cb01-46c2-8538-4650222f0c96" providerId="ADAL" clId="{B40F3650-4116-4162-BB34-2551B383FECC}" dt="2021-08-19T10:41:46.237" v="76"/>
        <pc:sldMkLst>
          <pc:docMk/>
          <pc:sldMk cId="2863234239" sldId="525"/>
        </pc:sldMkLst>
      </pc:sldChg>
      <pc:sldChg chg="del">
        <pc:chgData name="Soumita Sengupta" userId="4afa6ce1-cb01-46c2-8538-4650222f0c96" providerId="ADAL" clId="{B40F3650-4116-4162-BB34-2551B383FECC}" dt="2021-08-19T10:24:50.704" v="17" actId="47"/>
        <pc:sldMkLst>
          <pc:docMk/>
          <pc:sldMk cId="3006812007" sldId="727"/>
        </pc:sldMkLst>
      </pc:sldChg>
      <pc:sldChg chg="del">
        <pc:chgData name="Soumita Sengupta" userId="4afa6ce1-cb01-46c2-8538-4650222f0c96" providerId="ADAL" clId="{B40F3650-4116-4162-BB34-2551B383FECC}" dt="2021-08-19T10:24:51.421" v="19" actId="47"/>
        <pc:sldMkLst>
          <pc:docMk/>
          <pc:sldMk cId="361969412" sldId="729"/>
        </pc:sldMkLst>
      </pc:sldChg>
      <pc:sldChg chg="del">
        <pc:chgData name="Soumita Sengupta" userId="4afa6ce1-cb01-46c2-8538-4650222f0c96" providerId="ADAL" clId="{B40F3650-4116-4162-BB34-2551B383FECC}" dt="2021-08-19T10:24:51.722" v="20" actId="47"/>
        <pc:sldMkLst>
          <pc:docMk/>
          <pc:sldMk cId="1915874701" sldId="730"/>
        </pc:sldMkLst>
      </pc:sldChg>
      <pc:sldChg chg="del">
        <pc:chgData name="Soumita Sengupta" userId="4afa6ce1-cb01-46c2-8538-4650222f0c96" providerId="ADAL" clId="{B40F3650-4116-4162-BB34-2551B383FECC}" dt="2021-08-19T10:24:53.145" v="22" actId="47"/>
        <pc:sldMkLst>
          <pc:docMk/>
          <pc:sldMk cId="1595993787" sldId="731"/>
        </pc:sldMkLst>
      </pc:sldChg>
      <pc:sldChg chg="del">
        <pc:chgData name="Soumita Sengupta" userId="4afa6ce1-cb01-46c2-8538-4650222f0c96" providerId="ADAL" clId="{B40F3650-4116-4162-BB34-2551B383FECC}" dt="2021-08-19T10:24:55.573" v="23" actId="47"/>
        <pc:sldMkLst>
          <pc:docMk/>
          <pc:sldMk cId="2222224942" sldId="732"/>
        </pc:sldMkLst>
      </pc:sldChg>
      <pc:sldChg chg="del">
        <pc:chgData name="Soumita Sengupta" userId="4afa6ce1-cb01-46c2-8538-4650222f0c96" providerId="ADAL" clId="{B40F3650-4116-4162-BB34-2551B383FECC}" dt="2021-08-19T10:24:55.873" v="24" actId="47"/>
        <pc:sldMkLst>
          <pc:docMk/>
          <pc:sldMk cId="4207930121" sldId="733"/>
        </pc:sldMkLst>
      </pc:sldChg>
      <pc:sldChg chg="del">
        <pc:chgData name="Soumita Sengupta" userId="4afa6ce1-cb01-46c2-8538-4650222f0c96" providerId="ADAL" clId="{B40F3650-4116-4162-BB34-2551B383FECC}" dt="2021-08-19T10:24:56.036" v="25" actId="47"/>
        <pc:sldMkLst>
          <pc:docMk/>
          <pc:sldMk cId="3931385810" sldId="734"/>
        </pc:sldMkLst>
      </pc:sldChg>
      <pc:sldChg chg="del">
        <pc:chgData name="Soumita Sengupta" userId="4afa6ce1-cb01-46c2-8538-4650222f0c96" providerId="ADAL" clId="{B40F3650-4116-4162-BB34-2551B383FECC}" dt="2021-08-19T10:24:57.378" v="28" actId="47"/>
        <pc:sldMkLst>
          <pc:docMk/>
          <pc:sldMk cId="2633334292" sldId="735"/>
        </pc:sldMkLst>
      </pc:sldChg>
      <pc:sldChg chg="del">
        <pc:chgData name="Soumita Sengupta" userId="4afa6ce1-cb01-46c2-8538-4650222f0c96" providerId="ADAL" clId="{B40F3650-4116-4162-BB34-2551B383FECC}" dt="2021-08-19T10:24:57.572" v="29" actId="47"/>
        <pc:sldMkLst>
          <pc:docMk/>
          <pc:sldMk cId="2643369656" sldId="736"/>
        </pc:sldMkLst>
      </pc:sldChg>
      <pc:sldChg chg="del">
        <pc:chgData name="Soumita Sengupta" userId="4afa6ce1-cb01-46c2-8538-4650222f0c96" providerId="ADAL" clId="{B40F3650-4116-4162-BB34-2551B383FECC}" dt="2021-08-19T10:24:57.695" v="30" actId="47"/>
        <pc:sldMkLst>
          <pc:docMk/>
          <pc:sldMk cId="3894913924" sldId="737"/>
        </pc:sldMkLst>
      </pc:sldChg>
      <pc:sldChg chg="del">
        <pc:chgData name="Soumita Sengupta" userId="4afa6ce1-cb01-46c2-8538-4650222f0c96" providerId="ADAL" clId="{B40F3650-4116-4162-BB34-2551B383FECC}" dt="2021-08-19T10:24:58.862" v="32" actId="47"/>
        <pc:sldMkLst>
          <pc:docMk/>
          <pc:sldMk cId="4201402383" sldId="739"/>
        </pc:sldMkLst>
      </pc:sldChg>
      <pc:sldChg chg="del">
        <pc:chgData name="Soumita Sengupta" userId="4afa6ce1-cb01-46c2-8538-4650222f0c96" providerId="ADAL" clId="{B40F3650-4116-4162-BB34-2551B383FECC}" dt="2021-08-19T10:24:59.586" v="34" actId="47"/>
        <pc:sldMkLst>
          <pc:docMk/>
          <pc:sldMk cId="2355219403" sldId="740"/>
        </pc:sldMkLst>
      </pc:sldChg>
      <pc:sldChg chg="del">
        <pc:chgData name="Soumita Sengupta" userId="4afa6ce1-cb01-46c2-8538-4650222f0c96" providerId="ADAL" clId="{B40F3650-4116-4162-BB34-2551B383FECC}" dt="2021-08-19T10:24:59.764" v="35" actId="47"/>
        <pc:sldMkLst>
          <pc:docMk/>
          <pc:sldMk cId="3247647825" sldId="741"/>
        </pc:sldMkLst>
      </pc:sldChg>
      <pc:sldChg chg="del">
        <pc:chgData name="Soumita Sengupta" userId="4afa6ce1-cb01-46c2-8538-4650222f0c96" providerId="ADAL" clId="{B40F3650-4116-4162-BB34-2551B383FECC}" dt="2021-08-19T10:25:00.603" v="37" actId="47"/>
        <pc:sldMkLst>
          <pc:docMk/>
          <pc:sldMk cId="524730391" sldId="742"/>
        </pc:sldMkLst>
      </pc:sldChg>
      <pc:sldChg chg="del">
        <pc:chgData name="Soumita Sengupta" userId="4afa6ce1-cb01-46c2-8538-4650222f0c96" providerId="ADAL" clId="{B40F3650-4116-4162-BB34-2551B383FECC}" dt="2021-08-19T10:25:00.734" v="38" actId="47"/>
        <pc:sldMkLst>
          <pc:docMk/>
          <pc:sldMk cId="2982867143" sldId="743"/>
        </pc:sldMkLst>
      </pc:sldChg>
      <pc:sldChg chg="del">
        <pc:chgData name="Soumita Sengupta" userId="4afa6ce1-cb01-46c2-8538-4650222f0c96" providerId="ADAL" clId="{B40F3650-4116-4162-BB34-2551B383FECC}" dt="2021-08-19T10:25:01.335" v="40" actId="47"/>
        <pc:sldMkLst>
          <pc:docMk/>
          <pc:sldMk cId="1375910068" sldId="744"/>
        </pc:sldMkLst>
      </pc:sldChg>
      <pc:sldChg chg="del">
        <pc:chgData name="Soumita Sengupta" userId="4afa6ce1-cb01-46c2-8538-4650222f0c96" providerId="ADAL" clId="{B40F3650-4116-4162-BB34-2551B383FECC}" dt="2021-08-19T10:25:01.868" v="42" actId="47"/>
        <pc:sldMkLst>
          <pc:docMk/>
          <pc:sldMk cId="1321172283" sldId="745"/>
        </pc:sldMkLst>
      </pc:sldChg>
      <pc:sldChg chg="del">
        <pc:chgData name="Soumita Sengupta" userId="4afa6ce1-cb01-46c2-8538-4650222f0c96" providerId="ADAL" clId="{B40F3650-4116-4162-BB34-2551B383FECC}" dt="2021-08-19T10:25:02.894" v="44" actId="47"/>
        <pc:sldMkLst>
          <pc:docMk/>
          <pc:sldMk cId="591059380" sldId="746"/>
        </pc:sldMkLst>
      </pc:sldChg>
      <pc:sldChg chg="del">
        <pc:chgData name="Soumita Sengupta" userId="4afa6ce1-cb01-46c2-8538-4650222f0c96" providerId="ADAL" clId="{B40F3650-4116-4162-BB34-2551B383FECC}" dt="2021-08-19T10:25:03.072" v="45" actId="47"/>
        <pc:sldMkLst>
          <pc:docMk/>
          <pc:sldMk cId="3475117086" sldId="747"/>
        </pc:sldMkLst>
      </pc:sldChg>
      <pc:sldChg chg="del">
        <pc:chgData name="Soumita Sengupta" userId="4afa6ce1-cb01-46c2-8538-4650222f0c96" providerId="ADAL" clId="{B40F3650-4116-4162-BB34-2551B383FECC}" dt="2021-08-19T10:25:04.230" v="47" actId="47"/>
        <pc:sldMkLst>
          <pc:docMk/>
          <pc:sldMk cId="405216084" sldId="748"/>
        </pc:sldMkLst>
      </pc:sldChg>
      <pc:sldChg chg="del">
        <pc:chgData name="Soumita Sengupta" userId="4afa6ce1-cb01-46c2-8538-4650222f0c96" providerId="ADAL" clId="{B40F3650-4116-4162-BB34-2551B383FECC}" dt="2021-08-19T10:25:05.565" v="49" actId="47"/>
        <pc:sldMkLst>
          <pc:docMk/>
          <pc:sldMk cId="3372552821" sldId="749"/>
        </pc:sldMkLst>
      </pc:sldChg>
      <pc:sldChg chg="del">
        <pc:chgData name="Soumita Sengupta" userId="4afa6ce1-cb01-46c2-8538-4650222f0c96" providerId="ADAL" clId="{B40F3650-4116-4162-BB34-2551B383FECC}" dt="2021-08-19T10:25:05.966" v="50" actId="47"/>
        <pc:sldMkLst>
          <pc:docMk/>
          <pc:sldMk cId="2342434088" sldId="750"/>
        </pc:sldMkLst>
      </pc:sldChg>
      <pc:sldChg chg="modSp add mod">
        <pc:chgData name="Soumita Sengupta" userId="4afa6ce1-cb01-46c2-8538-4650222f0c96" providerId="ADAL" clId="{B40F3650-4116-4162-BB34-2551B383FECC}" dt="2021-08-19T10:48:01.379" v="155" actId="255"/>
        <pc:sldMkLst>
          <pc:docMk/>
          <pc:sldMk cId="3781635149" sldId="752"/>
        </pc:sldMkLst>
        <pc:spChg chg="mod">
          <ac:chgData name="Soumita Sengupta" userId="4afa6ce1-cb01-46c2-8538-4650222f0c96" providerId="ADAL" clId="{B40F3650-4116-4162-BB34-2551B383FECC}" dt="2021-08-19T10:48:01.379" v="155" actId="255"/>
          <ac:spMkLst>
            <pc:docMk/>
            <pc:sldMk cId="3781635149" sldId="752"/>
            <ac:spMk id="5" creationId="{00000000-0000-0000-0000-000000000000}"/>
          </ac:spMkLst>
        </pc:spChg>
      </pc:sldChg>
      <pc:sldChg chg="modSp add mod">
        <pc:chgData name="Soumita Sengupta" userId="4afa6ce1-cb01-46c2-8538-4650222f0c96" providerId="ADAL" clId="{B40F3650-4116-4162-BB34-2551B383FECC}" dt="2021-08-19T10:48:18.147" v="157" actId="255"/>
        <pc:sldMkLst>
          <pc:docMk/>
          <pc:sldMk cId="3609704129" sldId="753"/>
        </pc:sldMkLst>
        <pc:spChg chg="mod">
          <ac:chgData name="Soumita Sengupta" userId="4afa6ce1-cb01-46c2-8538-4650222f0c96" providerId="ADAL" clId="{B40F3650-4116-4162-BB34-2551B383FECC}" dt="2021-08-19T10:48:18.147" v="157" actId="255"/>
          <ac:spMkLst>
            <pc:docMk/>
            <pc:sldMk cId="3609704129" sldId="753"/>
            <ac:spMk id="5" creationId="{00000000-0000-0000-0000-000000000000}"/>
          </ac:spMkLst>
        </pc:spChg>
      </pc:sldChg>
      <pc:sldChg chg="modSp add mod">
        <pc:chgData name="Soumita Sengupta" userId="4afa6ce1-cb01-46c2-8538-4650222f0c96" providerId="ADAL" clId="{B40F3650-4116-4162-BB34-2551B383FECC}" dt="2021-08-19T10:48:26.717" v="159" actId="27636"/>
        <pc:sldMkLst>
          <pc:docMk/>
          <pc:sldMk cId="3209581276" sldId="754"/>
        </pc:sldMkLst>
        <pc:spChg chg="mod">
          <ac:chgData name="Soumita Sengupta" userId="4afa6ce1-cb01-46c2-8538-4650222f0c96" providerId="ADAL" clId="{B40F3650-4116-4162-BB34-2551B383FECC}" dt="2021-08-19T10:48:26.717" v="159" actId="27636"/>
          <ac:spMkLst>
            <pc:docMk/>
            <pc:sldMk cId="3209581276" sldId="754"/>
            <ac:spMk id="5" creationId="{00000000-0000-0000-0000-000000000000}"/>
          </ac:spMkLst>
        </pc:spChg>
      </pc:sldChg>
      <pc:sldChg chg="modSp add mod">
        <pc:chgData name="Soumita Sengupta" userId="4afa6ce1-cb01-46c2-8538-4650222f0c96" providerId="ADAL" clId="{B40F3650-4116-4162-BB34-2551B383FECC}" dt="2021-08-19T10:48:39.692" v="161" actId="255"/>
        <pc:sldMkLst>
          <pc:docMk/>
          <pc:sldMk cId="3563480216" sldId="756"/>
        </pc:sldMkLst>
        <pc:spChg chg="mod">
          <ac:chgData name="Soumita Sengupta" userId="4afa6ce1-cb01-46c2-8538-4650222f0c96" providerId="ADAL" clId="{B40F3650-4116-4162-BB34-2551B383FECC}" dt="2021-08-19T10:48:39.692" v="161" actId="255"/>
          <ac:spMkLst>
            <pc:docMk/>
            <pc:sldMk cId="3563480216" sldId="756"/>
            <ac:spMk id="5" creationId="{00000000-0000-0000-0000-000000000000}"/>
          </ac:spMkLst>
        </pc:spChg>
      </pc:sldChg>
      <pc:sldChg chg="delSp modSp add mod">
        <pc:chgData name="Soumita Sengupta" userId="4afa6ce1-cb01-46c2-8538-4650222f0c96" providerId="ADAL" clId="{B40F3650-4116-4162-BB34-2551B383FECC}" dt="2021-08-19T10:48:49.065" v="163" actId="1076"/>
        <pc:sldMkLst>
          <pc:docMk/>
          <pc:sldMk cId="1011519630" sldId="757"/>
        </pc:sldMkLst>
        <pc:spChg chg="del">
          <ac:chgData name="Soumita Sengupta" userId="4afa6ce1-cb01-46c2-8538-4650222f0c96" providerId="ADAL" clId="{B40F3650-4116-4162-BB34-2551B383FECC}" dt="2021-08-19T10:44:10.393" v="77" actId="478"/>
          <ac:spMkLst>
            <pc:docMk/>
            <pc:sldMk cId="1011519630" sldId="757"/>
            <ac:spMk id="11" creationId="{00000000-0000-0000-0000-000000000000}"/>
          </ac:spMkLst>
        </pc:spChg>
        <pc:picChg chg="mod">
          <ac:chgData name="Soumita Sengupta" userId="4afa6ce1-cb01-46c2-8538-4650222f0c96" providerId="ADAL" clId="{B40F3650-4116-4162-BB34-2551B383FECC}" dt="2021-08-19T10:48:49.065" v="163" actId="1076"/>
          <ac:picMkLst>
            <pc:docMk/>
            <pc:sldMk cId="1011519630" sldId="757"/>
            <ac:picMk id="2" creationId="{00000000-0000-0000-0000-000000000000}"/>
          </ac:picMkLst>
        </pc:picChg>
      </pc:sldChg>
      <pc:sldChg chg="modSp add mod">
        <pc:chgData name="Soumita Sengupta" userId="4afa6ce1-cb01-46c2-8538-4650222f0c96" providerId="ADAL" clId="{B40F3650-4116-4162-BB34-2551B383FECC}" dt="2021-08-19T10:49:00.688" v="165" actId="255"/>
        <pc:sldMkLst>
          <pc:docMk/>
          <pc:sldMk cId="3902355907" sldId="758"/>
        </pc:sldMkLst>
        <pc:spChg chg="mod">
          <ac:chgData name="Soumita Sengupta" userId="4afa6ce1-cb01-46c2-8538-4650222f0c96" providerId="ADAL" clId="{B40F3650-4116-4162-BB34-2551B383FECC}" dt="2021-08-19T10:48:56.246" v="164" actId="255"/>
          <ac:spMkLst>
            <pc:docMk/>
            <pc:sldMk cId="3902355907" sldId="758"/>
            <ac:spMk id="5" creationId="{00000000-0000-0000-0000-000000000000}"/>
          </ac:spMkLst>
        </pc:spChg>
        <pc:spChg chg="mod">
          <ac:chgData name="Soumita Sengupta" userId="4afa6ce1-cb01-46c2-8538-4650222f0c96" providerId="ADAL" clId="{B40F3650-4116-4162-BB34-2551B383FECC}" dt="2021-08-19T10:49:00.688" v="165" actId="255"/>
          <ac:spMkLst>
            <pc:docMk/>
            <pc:sldMk cId="3902355907" sldId="758"/>
            <ac:spMk id="6" creationId="{05E7F7E3-9E8C-4121-88D2-4C4B236DAF24}"/>
          </ac:spMkLst>
        </pc:spChg>
      </pc:sldChg>
      <pc:sldChg chg="modSp add mod">
        <pc:chgData name="Soumita Sengupta" userId="4afa6ce1-cb01-46c2-8538-4650222f0c96" providerId="ADAL" clId="{B40F3650-4116-4162-BB34-2551B383FECC}" dt="2021-08-19T10:49:06.306" v="166" actId="255"/>
        <pc:sldMkLst>
          <pc:docMk/>
          <pc:sldMk cId="2304859679" sldId="759"/>
        </pc:sldMkLst>
        <pc:spChg chg="mod">
          <ac:chgData name="Soumita Sengupta" userId="4afa6ce1-cb01-46c2-8538-4650222f0c96" providerId="ADAL" clId="{B40F3650-4116-4162-BB34-2551B383FECC}" dt="2021-08-19T10:49:06.306" v="166" actId="255"/>
          <ac:spMkLst>
            <pc:docMk/>
            <pc:sldMk cId="2304859679" sldId="759"/>
            <ac:spMk id="5" creationId="{00000000-0000-0000-0000-000000000000}"/>
          </ac:spMkLst>
        </pc:spChg>
      </pc:sldChg>
      <pc:sldChg chg="del">
        <pc:chgData name="Soumita Sengupta" userId="4afa6ce1-cb01-46c2-8538-4650222f0c96" providerId="ADAL" clId="{B40F3650-4116-4162-BB34-2551B383FECC}" dt="2021-08-19T10:24:51.221" v="18" actId="47"/>
        <pc:sldMkLst>
          <pc:docMk/>
          <pc:sldMk cId="3820407078" sldId="887"/>
        </pc:sldMkLst>
      </pc:sldChg>
      <pc:sldChg chg="del">
        <pc:chgData name="Soumita Sengupta" userId="4afa6ce1-cb01-46c2-8538-4650222f0c96" providerId="ADAL" clId="{B40F3650-4116-4162-BB34-2551B383FECC}" dt="2021-08-19T10:24:52.255" v="21" actId="47"/>
        <pc:sldMkLst>
          <pc:docMk/>
          <pc:sldMk cId="2554462038" sldId="888"/>
        </pc:sldMkLst>
      </pc:sldChg>
      <pc:sldChg chg="del">
        <pc:chgData name="Soumita Sengupta" userId="4afa6ce1-cb01-46c2-8538-4650222f0c96" providerId="ADAL" clId="{B40F3650-4116-4162-BB34-2551B383FECC}" dt="2021-08-19T10:24:56.722" v="26" actId="47"/>
        <pc:sldMkLst>
          <pc:docMk/>
          <pc:sldMk cId="945208216" sldId="889"/>
        </pc:sldMkLst>
      </pc:sldChg>
      <pc:sldChg chg="del">
        <pc:chgData name="Soumita Sengupta" userId="4afa6ce1-cb01-46c2-8538-4650222f0c96" providerId="ADAL" clId="{B40F3650-4116-4162-BB34-2551B383FECC}" dt="2021-08-19T10:24:59.416" v="33" actId="47"/>
        <pc:sldMkLst>
          <pc:docMk/>
          <pc:sldMk cId="2233172498" sldId="890"/>
        </pc:sldMkLst>
      </pc:sldChg>
      <pc:sldChg chg="del">
        <pc:chgData name="Soumita Sengupta" userId="4afa6ce1-cb01-46c2-8538-4650222f0c96" providerId="ADAL" clId="{B40F3650-4116-4162-BB34-2551B383FECC}" dt="2021-08-19T10:25:00.333" v="36" actId="47"/>
        <pc:sldMkLst>
          <pc:docMk/>
          <pc:sldMk cId="3665284836" sldId="891"/>
        </pc:sldMkLst>
      </pc:sldChg>
      <pc:sldChg chg="del">
        <pc:chgData name="Soumita Sengupta" userId="4afa6ce1-cb01-46c2-8538-4650222f0c96" providerId="ADAL" clId="{B40F3650-4116-4162-BB34-2551B383FECC}" dt="2021-08-19T10:25:00.934" v="39" actId="47"/>
        <pc:sldMkLst>
          <pc:docMk/>
          <pc:sldMk cId="2541011516" sldId="892"/>
        </pc:sldMkLst>
      </pc:sldChg>
      <pc:sldChg chg="del">
        <pc:chgData name="Soumita Sengupta" userId="4afa6ce1-cb01-46c2-8538-4650222f0c96" providerId="ADAL" clId="{B40F3650-4116-4162-BB34-2551B383FECC}" dt="2021-08-19T10:25:01.652" v="41" actId="47"/>
        <pc:sldMkLst>
          <pc:docMk/>
          <pc:sldMk cId="2706045134" sldId="893"/>
        </pc:sldMkLst>
      </pc:sldChg>
      <pc:sldChg chg="del">
        <pc:chgData name="Soumita Sengupta" userId="4afa6ce1-cb01-46c2-8538-4650222f0c96" providerId="ADAL" clId="{B40F3650-4116-4162-BB34-2551B383FECC}" dt="2021-08-19T10:25:02.486" v="43" actId="47"/>
        <pc:sldMkLst>
          <pc:docMk/>
          <pc:sldMk cId="3684676909" sldId="894"/>
        </pc:sldMkLst>
      </pc:sldChg>
      <pc:sldChg chg="del">
        <pc:chgData name="Soumita Sengupta" userId="4afa6ce1-cb01-46c2-8538-4650222f0c96" providerId="ADAL" clId="{B40F3650-4116-4162-BB34-2551B383FECC}" dt="2021-08-19T10:25:03.257" v="46" actId="47"/>
        <pc:sldMkLst>
          <pc:docMk/>
          <pc:sldMk cId="240143812" sldId="895"/>
        </pc:sldMkLst>
      </pc:sldChg>
      <pc:sldChg chg="del">
        <pc:chgData name="Soumita Sengupta" userId="4afa6ce1-cb01-46c2-8538-4650222f0c96" providerId="ADAL" clId="{B40F3650-4116-4162-BB34-2551B383FECC}" dt="2021-08-19T10:25:04.732" v="48" actId="47"/>
        <pc:sldMkLst>
          <pc:docMk/>
          <pc:sldMk cId="2514170485" sldId="896"/>
        </pc:sldMkLst>
      </pc:sldChg>
      <pc:sldChg chg="modSp add mod">
        <pc:chgData name="Soumita Sengupta" userId="4afa6ce1-cb01-46c2-8538-4650222f0c96" providerId="ADAL" clId="{B40F3650-4116-4162-BB34-2551B383FECC}" dt="2021-08-19T10:48:33.551" v="160" actId="255"/>
        <pc:sldMkLst>
          <pc:docMk/>
          <pc:sldMk cId="3780801346" sldId="897"/>
        </pc:sldMkLst>
        <pc:spChg chg="mod">
          <ac:chgData name="Soumita Sengupta" userId="4afa6ce1-cb01-46c2-8538-4650222f0c96" providerId="ADAL" clId="{B40F3650-4116-4162-BB34-2551B383FECC}" dt="2021-08-19T10:48:33.551" v="160" actId="255"/>
          <ac:spMkLst>
            <pc:docMk/>
            <pc:sldMk cId="3780801346" sldId="897"/>
            <ac:spMk id="5" creationId="{00000000-0000-0000-0000-000000000000}"/>
          </ac:spMkLst>
        </pc:spChg>
      </pc:sldChg>
      <pc:sldChg chg="modSp add mod">
        <pc:chgData name="Soumita Sengupta" userId="4afa6ce1-cb01-46c2-8538-4650222f0c96" providerId="ADAL" clId="{B40F3650-4116-4162-BB34-2551B383FECC}" dt="2021-08-19T10:48:45.725" v="162" actId="255"/>
        <pc:sldMkLst>
          <pc:docMk/>
          <pc:sldMk cId="1292349193" sldId="898"/>
        </pc:sldMkLst>
        <pc:spChg chg="mod">
          <ac:chgData name="Soumita Sengupta" userId="4afa6ce1-cb01-46c2-8538-4650222f0c96" providerId="ADAL" clId="{B40F3650-4116-4162-BB34-2551B383FECC}" dt="2021-08-19T10:48:45.725" v="162" actId="255"/>
          <ac:spMkLst>
            <pc:docMk/>
            <pc:sldMk cId="1292349193" sldId="898"/>
            <ac:spMk id="5" creationId="{00000000-0000-0000-0000-000000000000}"/>
          </ac:spMkLst>
        </pc:spChg>
      </pc:sldChg>
      <pc:sldChg chg="del">
        <pc:chgData name="Soumita Sengupta" userId="4afa6ce1-cb01-46c2-8538-4650222f0c96" providerId="ADAL" clId="{B40F3650-4116-4162-BB34-2551B383FECC}" dt="2021-08-19T10:24:58.614" v="31" actId="47"/>
        <pc:sldMkLst>
          <pc:docMk/>
          <pc:sldMk cId="260074369" sldId="1328"/>
        </pc:sldMkLst>
      </pc:sldChg>
      <pc:sldChg chg="modSp mod">
        <pc:chgData name="Soumita Sengupta" userId="4afa6ce1-cb01-46c2-8538-4650222f0c96" providerId="ADAL" clId="{B40F3650-4116-4162-BB34-2551B383FECC}" dt="2021-08-19T10:25:24.407" v="70" actId="20577"/>
        <pc:sldMkLst>
          <pc:docMk/>
          <pc:sldMk cId="4294574429" sldId="1329"/>
        </pc:sldMkLst>
        <pc:spChg chg="mod">
          <ac:chgData name="Soumita Sengupta" userId="4afa6ce1-cb01-46c2-8538-4650222f0c96" providerId="ADAL" clId="{B40F3650-4116-4162-BB34-2551B383FECC}" dt="2021-08-19T10:25:24.407" v="70" actId="20577"/>
          <ac:spMkLst>
            <pc:docMk/>
            <pc:sldMk cId="4294574429" sldId="1329"/>
            <ac:spMk id="2" creationId="{57983F62-BBB9-431B-A37F-BDA0DC7153F6}"/>
          </ac:spMkLst>
        </pc:spChg>
      </pc:sldChg>
      <pc:sldChg chg="del">
        <pc:chgData name="Soumita Sengupta" userId="4afa6ce1-cb01-46c2-8538-4650222f0c96" providerId="ADAL" clId="{B40F3650-4116-4162-BB34-2551B383FECC}" dt="2021-08-19T10:24:57.256" v="27" actId="47"/>
        <pc:sldMkLst>
          <pc:docMk/>
          <pc:sldMk cId="1948634782" sldId="1330"/>
        </pc:sldMkLst>
      </pc:sldChg>
      <pc:sldMasterChg chg="delSldLayout">
        <pc:chgData name="Soumita Sengupta" userId="4afa6ce1-cb01-46c2-8538-4650222f0c96" providerId="ADAL" clId="{B40F3650-4116-4162-BB34-2551B383FECC}" dt="2021-08-19T10:24:59.586" v="34" actId="47"/>
        <pc:sldMasterMkLst>
          <pc:docMk/>
          <pc:sldMasterMk cId="1029875623" sldId="2147483678"/>
        </pc:sldMasterMkLst>
        <pc:sldLayoutChg chg="del">
          <pc:chgData name="Soumita Sengupta" userId="4afa6ce1-cb01-46c2-8538-4650222f0c96" providerId="ADAL" clId="{B40F3650-4116-4162-BB34-2551B383FECC}" dt="2021-08-19T10:24:59.586" v="34" actId="47"/>
          <pc:sldLayoutMkLst>
            <pc:docMk/>
            <pc:sldMasterMk cId="1029875623" sldId="2147483678"/>
            <pc:sldLayoutMk cId="3189769506" sldId="2147483733"/>
          </pc:sldLayoutMkLst>
        </pc:sldLayoutChg>
      </pc:sldMasterChg>
    </pc:docChg>
  </pc:docChgLst>
  <pc:docChgLst>
    <pc:chgData name="Soumita Sengupta" userId="4afa6ce1-cb01-46c2-8538-4650222f0c96" providerId="ADAL" clId="{0225210D-CC00-4104-A046-1BEDB6A2CC22}"/>
    <pc:docChg chg="undo custSel delSld modSld">
      <pc:chgData name="Soumita Sengupta" userId="4afa6ce1-cb01-46c2-8538-4650222f0c96" providerId="ADAL" clId="{0225210D-CC00-4104-A046-1BEDB6A2CC22}" dt="2021-08-26T12:43:45.907" v="180" actId="47"/>
      <pc:docMkLst>
        <pc:docMk/>
      </pc:docMkLst>
      <pc:sldChg chg="modSp mod">
        <pc:chgData name="Soumita Sengupta" userId="4afa6ce1-cb01-46c2-8538-4650222f0c96" providerId="ADAL" clId="{0225210D-CC00-4104-A046-1BEDB6A2CC22}" dt="2021-08-26T12:43:25.063" v="179"/>
        <pc:sldMkLst>
          <pc:docMk/>
          <pc:sldMk cId="1912468287" sldId="260"/>
        </pc:sldMkLst>
        <pc:spChg chg="mod">
          <ac:chgData name="Soumita Sengupta" userId="4afa6ce1-cb01-46c2-8538-4650222f0c96" providerId="ADAL" clId="{0225210D-CC00-4104-A046-1BEDB6A2CC22}" dt="2021-08-26T12:43:25.063" v="179"/>
          <ac:spMkLst>
            <pc:docMk/>
            <pc:sldMk cId="1912468287" sldId="260"/>
            <ac:spMk id="5" creationId="{00000000-0000-0000-0000-000000000000}"/>
          </ac:spMkLst>
        </pc:spChg>
      </pc:sldChg>
      <pc:sldChg chg="modSp mod">
        <pc:chgData name="Soumita Sengupta" userId="4afa6ce1-cb01-46c2-8538-4650222f0c96" providerId="ADAL" clId="{0225210D-CC00-4104-A046-1BEDB6A2CC22}" dt="2021-08-26T12:30:49.685" v="40" actId="20577"/>
        <pc:sldMkLst>
          <pc:docMk/>
          <pc:sldMk cId="2584036331" sldId="339"/>
        </pc:sldMkLst>
        <pc:spChg chg="mod">
          <ac:chgData name="Soumita Sengupta" userId="4afa6ce1-cb01-46c2-8538-4650222f0c96" providerId="ADAL" clId="{0225210D-CC00-4104-A046-1BEDB6A2CC22}" dt="2021-08-26T12:30:49.685" v="40" actId="20577"/>
          <ac:spMkLst>
            <pc:docMk/>
            <pc:sldMk cId="2584036331" sldId="339"/>
            <ac:spMk id="5" creationId="{6D1A1596-A8D7-4C1A-8956-0FA40A84EFCA}"/>
          </ac:spMkLst>
        </pc:spChg>
      </pc:sldChg>
      <pc:sldChg chg="del">
        <pc:chgData name="Soumita Sengupta" userId="4afa6ce1-cb01-46c2-8538-4650222f0c96" providerId="ADAL" clId="{0225210D-CC00-4104-A046-1BEDB6A2CC22}" dt="2021-08-26T12:31:04.171" v="44" actId="47"/>
        <pc:sldMkLst>
          <pc:docMk/>
          <pc:sldMk cId="1676893809" sldId="520"/>
        </pc:sldMkLst>
      </pc:sldChg>
      <pc:sldChg chg="del">
        <pc:chgData name="Soumita Sengupta" userId="4afa6ce1-cb01-46c2-8538-4650222f0c96" providerId="ADAL" clId="{0225210D-CC00-4104-A046-1BEDB6A2CC22}" dt="2021-08-26T12:31:03.549" v="43" actId="47"/>
        <pc:sldMkLst>
          <pc:docMk/>
          <pc:sldMk cId="2863234239" sldId="525"/>
        </pc:sldMkLst>
      </pc:sldChg>
      <pc:sldChg chg="del">
        <pc:chgData name="Soumita Sengupta" userId="4afa6ce1-cb01-46c2-8538-4650222f0c96" providerId="ADAL" clId="{0225210D-CC00-4104-A046-1BEDB6A2CC22}" dt="2021-08-26T12:31:03.120" v="42" actId="47"/>
        <pc:sldMkLst>
          <pc:docMk/>
          <pc:sldMk cId="3781635149" sldId="752"/>
        </pc:sldMkLst>
      </pc:sldChg>
      <pc:sldChg chg="del">
        <pc:chgData name="Soumita Sengupta" userId="4afa6ce1-cb01-46c2-8538-4650222f0c96" providerId="ADAL" clId="{0225210D-CC00-4104-A046-1BEDB6A2CC22}" dt="2021-08-26T12:31:04.606" v="45" actId="47"/>
        <pc:sldMkLst>
          <pc:docMk/>
          <pc:sldMk cId="3609704129" sldId="753"/>
        </pc:sldMkLst>
      </pc:sldChg>
      <pc:sldChg chg="del">
        <pc:chgData name="Soumita Sengupta" userId="4afa6ce1-cb01-46c2-8538-4650222f0c96" providerId="ADAL" clId="{0225210D-CC00-4104-A046-1BEDB6A2CC22}" dt="2021-08-26T12:31:05.107" v="46" actId="47"/>
        <pc:sldMkLst>
          <pc:docMk/>
          <pc:sldMk cId="3563480216" sldId="756"/>
        </pc:sldMkLst>
      </pc:sldChg>
      <pc:sldChg chg="del">
        <pc:chgData name="Soumita Sengupta" userId="4afa6ce1-cb01-46c2-8538-4650222f0c96" providerId="ADAL" clId="{0225210D-CC00-4104-A046-1BEDB6A2CC22}" dt="2021-08-26T12:31:05.424" v="47" actId="47"/>
        <pc:sldMkLst>
          <pc:docMk/>
          <pc:sldMk cId="1011519630" sldId="757"/>
        </pc:sldMkLst>
      </pc:sldChg>
      <pc:sldChg chg="del">
        <pc:chgData name="Soumita Sengupta" userId="4afa6ce1-cb01-46c2-8538-4650222f0c96" providerId="ADAL" clId="{0225210D-CC00-4104-A046-1BEDB6A2CC22}" dt="2021-08-26T12:31:06.218" v="48" actId="47"/>
        <pc:sldMkLst>
          <pc:docMk/>
          <pc:sldMk cId="3902355907" sldId="758"/>
        </pc:sldMkLst>
      </pc:sldChg>
      <pc:sldChg chg="del">
        <pc:chgData name="Soumita Sengupta" userId="4afa6ce1-cb01-46c2-8538-4650222f0c96" providerId="ADAL" clId="{0225210D-CC00-4104-A046-1BEDB6A2CC22}" dt="2021-08-26T12:43:45.907" v="180" actId="47"/>
        <pc:sldMkLst>
          <pc:docMk/>
          <pc:sldMk cId="2304859679" sldId="759"/>
        </pc:sldMkLst>
      </pc:sldChg>
      <pc:sldChg chg="del">
        <pc:chgData name="Soumita Sengupta" userId="4afa6ce1-cb01-46c2-8538-4650222f0c96" providerId="ADAL" clId="{0225210D-CC00-4104-A046-1BEDB6A2CC22}" dt="2021-08-26T12:31:01.299" v="41" actId="47"/>
        <pc:sldMkLst>
          <pc:docMk/>
          <pc:sldMk cId="53564333" sldId="1330"/>
        </pc:sldMkLst>
      </pc:sldChg>
      <pc:sldChg chg="del">
        <pc:chgData name="Soumita Sengupta" userId="4afa6ce1-cb01-46c2-8538-4650222f0c96" providerId="ADAL" clId="{0225210D-CC00-4104-A046-1BEDB6A2CC22}" dt="2021-08-26T12:31:07.375" v="52" actId="47"/>
        <pc:sldMkLst>
          <pc:docMk/>
          <pc:sldMk cId="3054948585" sldId="1413"/>
        </pc:sldMkLst>
      </pc:sldChg>
      <pc:sldChg chg="del">
        <pc:chgData name="Soumita Sengupta" userId="4afa6ce1-cb01-46c2-8538-4650222f0c96" providerId="ADAL" clId="{0225210D-CC00-4104-A046-1BEDB6A2CC22}" dt="2021-08-26T12:31:07.708" v="53" actId="47"/>
        <pc:sldMkLst>
          <pc:docMk/>
          <pc:sldMk cId="122248758" sldId="1414"/>
        </pc:sldMkLst>
      </pc:sldChg>
      <pc:sldChg chg="del">
        <pc:chgData name="Soumita Sengupta" userId="4afa6ce1-cb01-46c2-8538-4650222f0c96" providerId="ADAL" clId="{0225210D-CC00-4104-A046-1BEDB6A2CC22}" dt="2021-08-26T12:31:07.979" v="54" actId="47"/>
        <pc:sldMkLst>
          <pc:docMk/>
          <pc:sldMk cId="3465650862" sldId="1415"/>
        </pc:sldMkLst>
      </pc:sldChg>
      <pc:sldChg chg="del">
        <pc:chgData name="Soumita Sengupta" userId="4afa6ce1-cb01-46c2-8538-4650222f0c96" providerId="ADAL" clId="{0225210D-CC00-4104-A046-1BEDB6A2CC22}" dt="2021-08-26T12:31:06.569" v="49" actId="47"/>
        <pc:sldMkLst>
          <pc:docMk/>
          <pc:sldMk cId="1798438021" sldId="1416"/>
        </pc:sldMkLst>
      </pc:sldChg>
      <pc:sldChg chg="del">
        <pc:chgData name="Soumita Sengupta" userId="4afa6ce1-cb01-46c2-8538-4650222f0c96" providerId="ADAL" clId="{0225210D-CC00-4104-A046-1BEDB6A2CC22}" dt="2021-08-26T12:31:06.832" v="50" actId="47"/>
        <pc:sldMkLst>
          <pc:docMk/>
          <pc:sldMk cId="2922319439" sldId="1417"/>
        </pc:sldMkLst>
      </pc:sldChg>
      <pc:sldChg chg="del">
        <pc:chgData name="Soumita Sengupta" userId="4afa6ce1-cb01-46c2-8538-4650222f0c96" providerId="ADAL" clId="{0225210D-CC00-4104-A046-1BEDB6A2CC22}" dt="2021-08-26T12:31:07.097" v="51" actId="47"/>
        <pc:sldMkLst>
          <pc:docMk/>
          <pc:sldMk cId="1424513111" sldId="1418"/>
        </pc:sldMkLst>
      </pc:sldChg>
      <pc:sldChg chg="del">
        <pc:chgData name="Soumita Sengupta" userId="4afa6ce1-cb01-46c2-8538-4650222f0c96" providerId="ADAL" clId="{0225210D-CC00-4104-A046-1BEDB6A2CC22}" dt="2021-08-26T12:31:08.535" v="55" actId="47"/>
        <pc:sldMkLst>
          <pc:docMk/>
          <pc:sldMk cId="647596170" sldId="1420"/>
        </pc:sldMkLst>
      </pc:sldChg>
      <pc:sldChg chg="del">
        <pc:chgData name="Soumita Sengupta" userId="4afa6ce1-cb01-46c2-8538-4650222f0c96" providerId="ADAL" clId="{0225210D-CC00-4104-A046-1BEDB6A2CC22}" dt="2021-08-26T12:31:08.739" v="56" actId="47"/>
        <pc:sldMkLst>
          <pc:docMk/>
          <pc:sldMk cId="3641482099" sldId="1421"/>
        </pc:sldMkLst>
      </pc:sldChg>
      <pc:sldChg chg="del">
        <pc:chgData name="Soumita Sengupta" userId="4afa6ce1-cb01-46c2-8538-4650222f0c96" providerId="ADAL" clId="{0225210D-CC00-4104-A046-1BEDB6A2CC22}" dt="2021-08-26T12:31:08.960" v="57" actId="47"/>
        <pc:sldMkLst>
          <pc:docMk/>
          <pc:sldMk cId="3474625581" sldId="1422"/>
        </pc:sldMkLst>
      </pc:sldChg>
      <pc:sldChg chg="del">
        <pc:chgData name="Soumita Sengupta" userId="4afa6ce1-cb01-46c2-8538-4650222f0c96" providerId="ADAL" clId="{0225210D-CC00-4104-A046-1BEDB6A2CC22}" dt="2021-08-26T12:31:09.222" v="58" actId="47"/>
        <pc:sldMkLst>
          <pc:docMk/>
          <pc:sldMk cId="1290964860" sldId="1423"/>
        </pc:sldMkLst>
      </pc:sldChg>
      <pc:sldChg chg="del">
        <pc:chgData name="Soumita Sengupta" userId="4afa6ce1-cb01-46c2-8538-4650222f0c96" providerId="ADAL" clId="{0225210D-CC00-4104-A046-1BEDB6A2CC22}" dt="2021-08-26T12:31:09.664" v="59" actId="47"/>
        <pc:sldMkLst>
          <pc:docMk/>
          <pc:sldMk cId="160926858" sldId="1424"/>
        </pc:sldMkLst>
      </pc:sldChg>
      <pc:sldChg chg="del">
        <pc:chgData name="Soumita Sengupta" userId="4afa6ce1-cb01-46c2-8538-4650222f0c96" providerId="ADAL" clId="{0225210D-CC00-4104-A046-1BEDB6A2CC22}" dt="2021-08-26T12:31:09.895" v="60" actId="47"/>
        <pc:sldMkLst>
          <pc:docMk/>
          <pc:sldMk cId="3344684391" sldId="1425"/>
        </pc:sldMkLst>
      </pc:sldChg>
      <pc:sldChg chg="del">
        <pc:chgData name="Soumita Sengupta" userId="4afa6ce1-cb01-46c2-8538-4650222f0c96" providerId="ADAL" clId="{0225210D-CC00-4104-A046-1BEDB6A2CC22}" dt="2021-08-26T12:31:10.088" v="61" actId="47"/>
        <pc:sldMkLst>
          <pc:docMk/>
          <pc:sldMk cId="2759214351" sldId="1426"/>
        </pc:sldMkLst>
      </pc:sldChg>
      <pc:sldChg chg="del">
        <pc:chgData name="Soumita Sengupta" userId="4afa6ce1-cb01-46c2-8538-4650222f0c96" providerId="ADAL" clId="{0225210D-CC00-4104-A046-1BEDB6A2CC22}" dt="2021-08-26T12:31:10.255" v="62" actId="47"/>
        <pc:sldMkLst>
          <pc:docMk/>
          <pc:sldMk cId="2419167630" sldId="1427"/>
        </pc:sldMkLst>
      </pc:sldChg>
      <pc:sldChg chg="del">
        <pc:chgData name="Soumita Sengupta" userId="4afa6ce1-cb01-46c2-8538-4650222f0c96" providerId="ADAL" clId="{0225210D-CC00-4104-A046-1BEDB6A2CC22}" dt="2021-08-26T12:31:10.441" v="63" actId="47"/>
        <pc:sldMkLst>
          <pc:docMk/>
          <pc:sldMk cId="2239575331" sldId="1428"/>
        </pc:sldMkLst>
      </pc:sldChg>
      <pc:sldChg chg="del">
        <pc:chgData name="Soumita Sengupta" userId="4afa6ce1-cb01-46c2-8538-4650222f0c96" providerId="ADAL" clId="{0225210D-CC00-4104-A046-1BEDB6A2CC22}" dt="2021-08-26T12:31:10.634" v="64" actId="47"/>
        <pc:sldMkLst>
          <pc:docMk/>
          <pc:sldMk cId="304666948" sldId="1429"/>
        </pc:sldMkLst>
      </pc:sldChg>
      <pc:sldChg chg="del">
        <pc:chgData name="Soumita Sengupta" userId="4afa6ce1-cb01-46c2-8538-4650222f0c96" providerId="ADAL" clId="{0225210D-CC00-4104-A046-1BEDB6A2CC22}" dt="2021-08-26T12:31:10.821" v="65" actId="47"/>
        <pc:sldMkLst>
          <pc:docMk/>
          <pc:sldMk cId="1574462772" sldId="1430"/>
        </pc:sldMkLst>
      </pc:sldChg>
      <pc:sldChg chg="del">
        <pc:chgData name="Soumita Sengupta" userId="4afa6ce1-cb01-46c2-8538-4650222f0c96" providerId="ADAL" clId="{0225210D-CC00-4104-A046-1BEDB6A2CC22}" dt="2021-08-26T12:31:11.004" v="66" actId="47"/>
        <pc:sldMkLst>
          <pc:docMk/>
          <pc:sldMk cId="1672728295" sldId="1431"/>
        </pc:sldMkLst>
      </pc:sldChg>
      <pc:sldChg chg="del">
        <pc:chgData name="Soumita Sengupta" userId="4afa6ce1-cb01-46c2-8538-4650222f0c96" providerId="ADAL" clId="{0225210D-CC00-4104-A046-1BEDB6A2CC22}" dt="2021-08-26T12:31:11.308" v="67" actId="47"/>
        <pc:sldMkLst>
          <pc:docMk/>
          <pc:sldMk cId="2163140918" sldId="1432"/>
        </pc:sldMkLst>
      </pc:sldChg>
      <pc:sldChg chg="del">
        <pc:chgData name="Soumita Sengupta" userId="4afa6ce1-cb01-46c2-8538-4650222f0c96" providerId="ADAL" clId="{0225210D-CC00-4104-A046-1BEDB6A2CC22}" dt="2021-08-26T12:31:11.574" v="68" actId="47"/>
        <pc:sldMkLst>
          <pc:docMk/>
          <pc:sldMk cId="2231482636" sldId="1433"/>
        </pc:sldMkLst>
      </pc:sldChg>
      <pc:sldChg chg="del">
        <pc:chgData name="Soumita Sengupta" userId="4afa6ce1-cb01-46c2-8538-4650222f0c96" providerId="ADAL" clId="{0225210D-CC00-4104-A046-1BEDB6A2CC22}" dt="2021-08-26T12:31:11.770" v="69" actId="47"/>
        <pc:sldMkLst>
          <pc:docMk/>
          <pc:sldMk cId="3775871403" sldId="1434"/>
        </pc:sldMkLst>
      </pc:sldChg>
      <pc:sldChg chg="del">
        <pc:chgData name="Soumita Sengupta" userId="4afa6ce1-cb01-46c2-8538-4650222f0c96" providerId="ADAL" clId="{0225210D-CC00-4104-A046-1BEDB6A2CC22}" dt="2021-08-26T12:31:12.016" v="70" actId="47"/>
        <pc:sldMkLst>
          <pc:docMk/>
          <pc:sldMk cId="707183902" sldId="1435"/>
        </pc:sldMkLst>
      </pc:sldChg>
      <pc:sldChg chg="del">
        <pc:chgData name="Soumita Sengupta" userId="4afa6ce1-cb01-46c2-8538-4650222f0c96" providerId="ADAL" clId="{0225210D-CC00-4104-A046-1BEDB6A2CC22}" dt="2021-08-26T12:31:12.248" v="71" actId="47"/>
        <pc:sldMkLst>
          <pc:docMk/>
          <pc:sldMk cId="2259711440" sldId="1436"/>
        </pc:sldMkLst>
      </pc:sldChg>
      <pc:sldChg chg="del">
        <pc:chgData name="Soumita Sengupta" userId="4afa6ce1-cb01-46c2-8538-4650222f0c96" providerId="ADAL" clId="{0225210D-CC00-4104-A046-1BEDB6A2CC22}" dt="2021-08-26T12:31:12.499" v="72" actId="47"/>
        <pc:sldMkLst>
          <pc:docMk/>
          <pc:sldMk cId="446448066" sldId="1437"/>
        </pc:sldMkLst>
      </pc:sldChg>
      <pc:sldChg chg="del">
        <pc:chgData name="Soumita Sengupta" userId="4afa6ce1-cb01-46c2-8538-4650222f0c96" providerId="ADAL" clId="{0225210D-CC00-4104-A046-1BEDB6A2CC22}" dt="2021-08-26T12:31:13.067" v="74" actId="47"/>
        <pc:sldMkLst>
          <pc:docMk/>
          <pc:sldMk cId="3714464262" sldId="1438"/>
        </pc:sldMkLst>
      </pc:sldChg>
      <pc:sldChg chg="del">
        <pc:chgData name="Soumita Sengupta" userId="4afa6ce1-cb01-46c2-8538-4650222f0c96" providerId="ADAL" clId="{0225210D-CC00-4104-A046-1BEDB6A2CC22}" dt="2021-08-26T12:31:12.827" v="73" actId="47"/>
        <pc:sldMkLst>
          <pc:docMk/>
          <pc:sldMk cId="3172902306" sldId="1439"/>
        </pc:sldMkLst>
      </pc:sldChg>
      <pc:sldChg chg="del">
        <pc:chgData name="Soumita Sengupta" userId="4afa6ce1-cb01-46c2-8538-4650222f0c96" providerId="ADAL" clId="{0225210D-CC00-4104-A046-1BEDB6A2CC22}" dt="2021-08-26T12:31:13.327" v="75" actId="47"/>
        <pc:sldMkLst>
          <pc:docMk/>
          <pc:sldMk cId="3568035736" sldId="1440"/>
        </pc:sldMkLst>
      </pc:sldChg>
      <pc:sldChg chg="del">
        <pc:chgData name="Soumita Sengupta" userId="4afa6ce1-cb01-46c2-8538-4650222f0c96" providerId="ADAL" clId="{0225210D-CC00-4104-A046-1BEDB6A2CC22}" dt="2021-08-26T12:31:13.573" v="76" actId="47"/>
        <pc:sldMkLst>
          <pc:docMk/>
          <pc:sldMk cId="68183755" sldId="1441"/>
        </pc:sldMkLst>
      </pc:sldChg>
      <pc:sldChg chg="del">
        <pc:chgData name="Soumita Sengupta" userId="4afa6ce1-cb01-46c2-8538-4650222f0c96" providerId="ADAL" clId="{0225210D-CC00-4104-A046-1BEDB6A2CC22}" dt="2021-08-26T12:31:13.785" v="77" actId="47"/>
        <pc:sldMkLst>
          <pc:docMk/>
          <pc:sldMk cId="2346687962" sldId="1442"/>
        </pc:sldMkLst>
      </pc:sldChg>
      <pc:sldChg chg="del">
        <pc:chgData name="Soumita Sengupta" userId="4afa6ce1-cb01-46c2-8538-4650222f0c96" providerId="ADAL" clId="{0225210D-CC00-4104-A046-1BEDB6A2CC22}" dt="2021-08-26T12:31:13.994" v="78" actId="47"/>
        <pc:sldMkLst>
          <pc:docMk/>
          <pc:sldMk cId="2260615317" sldId="1443"/>
        </pc:sldMkLst>
      </pc:sldChg>
      <pc:sldChg chg="del">
        <pc:chgData name="Soumita Sengupta" userId="4afa6ce1-cb01-46c2-8538-4650222f0c96" providerId="ADAL" clId="{0225210D-CC00-4104-A046-1BEDB6A2CC22}" dt="2021-08-26T12:31:14.443" v="79" actId="47"/>
        <pc:sldMkLst>
          <pc:docMk/>
          <pc:sldMk cId="1700556363" sldId="1444"/>
        </pc:sldMkLst>
      </pc:sldChg>
      <pc:sldChg chg="del">
        <pc:chgData name="Soumita Sengupta" userId="4afa6ce1-cb01-46c2-8538-4650222f0c96" providerId="ADAL" clId="{0225210D-CC00-4104-A046-1BEDB6A2CC22}" dt="2021-08-26T12:31:15.137" v="80" actId="47"/>
        <pc:sldMkLst>
          <pc:docMk/>
          <pc:sldMk cId="964145454" sldId="1445"/>
        </pc:sldMkLst>
      </pc:sldChg>
      <pc:sldMasterChg chg="delSldLayout">
        <pc:chgData name="Soumita Sengupta" userId="4afa6ce1-cb01-46c2-8538-4650222f0c96" providerId="ADAL" clId="{0225210D-CC00-4104-A046-1BEDB6A2CC22}" dt="2021-08-26T12:31:07.097" v="51" actId="47"/>
        <pc:sldMasterMkLst>
          <pc:docMk/>
          <pc:sldMasterMk cId="1029875623" sldId="2147483678"/>
        </pc:sldMasterMkLst>
        <pc:sldLayoutChg chg="del">
          <pc:chgData name="Soumita Sengupta" userId="4afa6ce1-cb01-46c2-8538-4650222f0c96" providerId="ADAL" clId="{0225210D-CC00-4104-A046-1BEDB6A2CC22}" dt="2021-08-26T12:31:07.097" v="51" actId="47"/>
          <pc:sldLayoutMkLst>
            <pc:docMk/>
            <pc:sldMasterMk cId="1029875623" sldId="2147483678"/>
            <pc:sldLayoutMk cId="448269181" sldId="2147483732"/>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B1BBB55-7B87-4E63-A974-29766ECA53A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6B2E94F5-E70B-4807-A59E-2D302623ACB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C93C8D7-F5EC-4784-81DC-261680A4FF73}" type="datetimeFigureOut">
              <a:rPr lang="en-IN" smtClean="0"/>
              <a:t>13-09-2021</a:t>
            </a:fld>
            <a:endParaRPr lang="en-IN"/>
          </a:p>
        </p:txBody>
      </p:sp>
      <p:sp>
        <p:nvSpPr>
          <p:cNvPr id="4" name="Footer Placeholder 3">
            <a:extLst>
              <a:ext uri="{FF2B5EF4-FFF2-40B4-BE49-F238E27FC236}">
                <a16:creationId xmlns:a16="http://schemas.microsoft.com/office/drawing/2014/main" id="{60412465-2BCC-4021-A033-06D150408B6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06D27308-B93A-4DD9-A2FD-8587AC74563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BC37A4B-E001-4849-96A0-FF929ECDCDBE}" type="slidenum">
              <a:rPr lang="en-IN" smtClean="0"/>
              <a:t>‹#›</a:t>
            </a:fld>
            <a:endParaRPr lang="en-IN"/>
          </a:p>
        </p:txBody>
      </p:sp>
    </p:spTree>
    <p:extLst>
      <p:ext uri="{BB962C8B-B14F-4D97-AF65-F5344CB8AC3E}">
        <p14:creationId xmlns:p14="http://schemas.microsoft.com/office/powerpoint/2010/main" val="1464183428"/>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635F557-19E7-DA4B-8684-8A738F1F68CC}" type="datetimeFigureOut">
              <a:rPr lang="en-US" smtClean="0"/>
              <a:t>9/13/2021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376CFB-415C-254D-A8FB-F67DD40B9817}" type="slidenum">
              <a:rPr lang="en-US" smtClean="0"/>
              <a:t>‹#›</a:t>
            </a:fld>
            <a:endParaRPr lang="en-US"/>
          </a:p>
        </p:txBody>
      </p:sp>
    </p:spTree>
    <p:extLst>
      <p:ext uri="{BB962C8B-B14F-4D97-AF65-F5344CB8AC3E}">
        <p14:creationId xmlns:p14="http://schemas.microsoft.com/office/powerpoint/2010/main" val="1014855280"/>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E349DF6-6D44-4013-9C40-5BB8CE0C2D8E}" type="slidenum">
              <a:rPr lang="en-US" smtClean="0"/>
              <a:t>3</a:t>
            </a:fld>
            <a:endParaRPr lang="en-US"/>
          </a:p>
        </p:txBody>
      </p:sp>
    </p:spTree>
    <p:extLst>
      <p:ext uri="{BB962C8B-B14F-4D97-AF65-F5344CB8AC3E}">
        <p14:creationId xmlns:p14="http://schemas.microsoft.com/office/powerpoint/2010/main" val="9541149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D6376CFB-415C-254D-A8FB-F67DD40B9817}" type="slidenum">
              <a:rPr lang="en-US" smtClean="0"/>
              <a:t>17</a:t>
            </a:fld>
            <a:endParaRPr lang="en-US"/>
          </a:p>
        </p:txBody>
      </p:sp>
    </p:spTree>
    <p:extLst>
      <p:ext uri="{BB962C8B-B14F-4D97-AF65-F5344CB8AC3E}">
        <p14:creationId xmlns:p14="http://schemas.microsoft.com/office/powerpoint/2010/main" val="13696222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cs typeface="Calibri"/>
            </a:endParaRPr>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D6376CFB-415C-254D-A8FB-F67DD40B9817}" type="slidenum">
              <a:rPr lang="en-US" smtClean="0"/>
              <a:t>54</a:t>
            </a:fld>
            <a:endParaRPr lang="en-US"/>
          </a:p>
        </p:txBody>
      </p:sp>
    </p:spTree>
    <p:extLst>
      <p:ext uri="{BB962C8B-B14F-4D97-AF65-F5344CB8AC3E}">
        <p14:creationId xmlns:p14="http://schemas.microsoft.com/office/powerpoint/2010/main" val="9445517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cs typeface="Calibri"/>
            </a:endParaRPr>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D6376CFB-415C-254D-A8FB-F67DD40B9817}" type="slidenum">
              <a:rPr lang="en-US" smtClean="0"/>
              <a:t>56</a:t>
            </a:fld>
            <a:endParaRPr lang="en-US"/>
          </a:p>
        </p:txBody>
      </p:sp>
    </p:spTree>
    <p:extLst>
      <p:ext uri="{BB962C8B-B14F-4D97-AF65-F5344CB8AC3E}">
        <p14:creationId xmlns:p14="http://schemas.microsoft.com/office/powerpoint/2010/main" val="15412275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D6376CFB-415C-254D-A8FB-F67DD40B9817}" type="slidenum">
              <a:rPr lang="en-US" smtClean="0"/>
              <a:t>57</a:t>
            </a:fld>
            <a:endParaRPr lang="en-US"/>
          </a:p>
        </p:txBody>
      </p:sp>
    </p:spTree>
    <p:extLst>
      <p:ext uri="{BB962C8B-B14F-4D97-AF65-F5344CB8AC3E}">
        <p14:creationId xmlns:p14="http://schemas.microsoft.com/office/powerpoint/2010/main" val="40444729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cs typeface="Calibri"/>
            </a:endParaRPr>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D6376CFB-415C-254D-A8FB-F67DD40B9817}" type="slidenum">
              <a:rPr lang="en-US" smtClean="0"/>
              <a:t>58</a:t>
            </a:fld>
            <a:endParaRPr lang="en-US"/>
          </a:p>
        </p:txBody>
      </p:sp>
    </p:spTree>
    <p:extLst>
      <p:ext uri="{BB962C8B-B14F-4D97-AF65-F5344CB8AC3E}">
        <p14:creationId xmlns:p14="http://schemas.microsoft.com/office/powerpoint/2010/main" val="26427260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nSpc>
                <a:spcPct val="90000"/>
              </a:lnSpc>
              <a:spcBef>
                <a:spcPts val="1000"/>
              </a:spcBef>
              <a:buFont typeface="Arial"/>
              <a:buNone/>
            </a:pPr>
            <a:endParaRPr lang="en-US"/>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D6376CFB-415C-254D-A8FB-F67DD40B9817}" type="slidenum">
              <a:rPr lang="en-US" smtClean="0"/>
              <a:t>63</a:t>
            </a:fld>
            <a:endParaRPr lang="en-US"/>
          </a:p>
        </p:txBody>
      </p:sp>
    </p:spTree>
    <p:extLst>
      <p:ext uri="{BB962C8B-B14F-4D97-AF65-F5344CB8AC3E}">
        <p14:creationId xmlns:p14="http://schemas.microsoft.com/office/powerpoint/2010/main" val="31545111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cs typeface="Calibri"/>
            </a:endParaRPr>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D6376CFB-415C-254D-A8FB-F67DD40B9817}" type="slidenum">
              <a:rPr lang="en-US" smtClean="0"/>
              <a:t>64</a:t>
            </a:fld>
            <a:endParaRPr lang="en-US"/>
          </a:p>
        </p:txBody>
      </p:sp>
    </p:spTree>
    <p:extLst>
      <p:ext uri="{BB962C8B-B14F-4D97-AF65-F5344CB8AC3E}">
        <p14:creationId xmlns:p14="http://schemas.microsoft.com/office/powerpoint/2010/main" val="26374243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cs typeface="Calibri"/>
            </a:endParaRPr>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D6376CFB-415C-254D-A8FB-F67DD40B9817}" type="slidenum">
              <a:rPr lang="en-US" smtClean="0"/>
              <a:t>65</a:t>
            </a:fld>
            <a:endParaRPr lang="en-US"/>
          </a:p>
        </p:txBody>
      </p:sp>
    </p:spTree>
    <p:extLst>
      <p:ext uri="{BB962C8B-B14F-4D97-AF65-F5344CB8AC3E}">
        <p14:creationId xmlns:p14="http://schemas.microsoft.com/office/powerpoint/2010/main" val="42080341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Can be added as one of the failure case – API AMF Registration PUT</a:t>
            </a:r>
          </a:p>
          <a:p>
            <a:r>
              <a:rPr lang="en-US"/>
              <a:t>- In  the AMF </a:t>
            </a:r>
            <a:r>
              <a:rPr lang="en-US" err="1"/>
              <a:t>registartion</a:t>
            </a:r>
            <a:r>
              <a:rPr lang="en-US"/>
              <a:t> case </a:t>
            </a:r>
            <a:r>
              <a:rPr lang="en-US" err="1"/>
              <a:t>udm</a:t>
            </a:r>
            <a:r>
              <a:rPr lang="en-US"/>
              <a:t> responses (HTTP Error code 404) with message "No authentication status data for given subscriber-id in database", then requires to check whether Authentication is successfully done or not. </a:t>
            </a:r>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D6376CFB-415C-254D-A8FB-F67DD40B9817}" type="slidenum">
              <a:rPr lang="en-US" smtClean="0"/>
              <a:t>69</a:t>
            </a:fld>
            <a:endParaRPr lang="en-US"/>
          </a:p>
        </p:txBody>
      </p:sp>
    </p:spTree>
    <p:extLst>
      <p:ext uri="{BB962C8B-B14F-4D97-AF65-F5344CB8AC3E}">
        <p14:creationId xmlns:p14="http://schemas.microsoft.com/office/powerpoint/2010/main" val="9448380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Can be added as one of the failure case – API AMF Registration PUT</a:t>
            </a:r>
          </a:p>
          <a:p>
            <a:r>
              <a:rPr lang="en-US"/>
              <a:t>- In  the AMF registration case </a:t>
            </a:r>
            <a:r>
              <a:rPr lang="en-US" err="1"/>
              <a:t>udm</a:t>
            </a:r>
            <a:r>
              <a:rPr lang="en-US"/>
              <a:t> responses (HTTP Error code 404) with message "No authentication status data for given subscriber-id in database", then requires to check whether Authentication is successfully done or not. </a:t>
            </a:r>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D6376CFB-415C-254D-A8FB-F67DD40B9817}" type="slidenum">
              <a:rPr lang="en-US" smtClean="0"/>
              <a:t>70</a:t>
            </a:fld>
            <a:endParaRPr lang="en-US"/>
          </a:p>
        </p:txBody>
      </p:sp>
    </p:spTree>
    <p:extLst>
      <p:ext uri="{BB962C8B-B14F-4D97-AF65-F5344CB8AC3E}">
        <p14:creationId xmlns:p14="http://schemas.microsoft.com/office/powerpoint/2010/main" val="6671201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90000"/>
              </a:lnSpc>
              <a:spcBef>
                <a:spcPts val="1000"/>
              </a:spcBef>
            </a:pPr>
            <a:endParaRPr lang="en-US">
              <a:cs typeface="Calibri"/>
            </a:endParaRPr>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D6376CFB-415C-254D-A8FB-F67DD40B9817}" type="slidenum">
              <a:rPr lang="en-US" smtClean="0"/>
              <a:t>72</a:t>
            </a:fld>
            <a:endParaRPr lang="en-US"/>
          </a:p>
        </p:txBody>
      </p:sp>
    </p:spTree>
    <p:extLst>
      <p:ext uri="{BB962C8B-B14F-4D97-AF65-F5344CB8AC3E}">
        <p14:creationId xmlns:p14="http://schemas.microsoft.com/office/powerpoint/2010/main" val="27963536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D6376CFB-415C-254D-A8FB-F67DD40B9817}" type="slidenum">
              <a:rPr lang="en-US" smtClean="0"/>
              <a:t>95</a:t>
            </a:fld>
            <a:endParaRPr lang="en-US"/>
          </a:p>
        </p:txBody>
      </p:sp>
    </p:spTree>
    <p:extLst>
      <p:ext uri="{BB962C8B-B14F-4D97-AF65-F5344CB8AC3E}">
        <p14:creationId xmlns:p14="http://schemas.microsoft.com/office/powerpoint/2010/main" val="151448000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9.jpe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eg"/><Relationship Id="rId1" Type="http://schemas.openxmlformats.org/officeDocument/2006/relationships/slideMaster" Target="../slideMasters/slideMaster1.xml"/><Relationship Id="rId4" Type="http://schemas.openxmlformats.org/officeDocument/2006/relationships/image" Target="../media/image23.sv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1_Custom Layout">
    <p:bg>
      <p:bgPr>
        <a:solidFill>
          <a:srgbClr val="FFFFFF"/>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067529C-CCF8-417A-AB5C-9AF5BF731361}"/>
              </a:ext>
            </a:extLst>
          </p:cNvPr>
          <p:cNvSpPr>
            <a:spLocks noGrp="1"/>
          </p:cNvSpPr>
          <p:nvPr>
            <p:ph type="sldNum" sz="quarter" idx="10"/>
          </p:nvPr>
        </p:nvSpPr>
        <p:spPr>
          <a:xfrm>
            <a:off x="3598363" y="6424178"/>
            <a:ext cx="1772920" cy="365125"/>
          </a:xfrm>
          <a:prstGeom prst="rect">
            <a:avLst/>
          </a:prstGeom>
        </p:spPr>
        <p:txBody>
          <a:bodyPr/>
          <a:lstStyle/>
          <a:p>
            <a:fld id="{E60884FA-1782-2C46-B58F-16BA5B9E415B}" type="slidenum">
              <a:rPr lang="en-US" smtClean="0"/>
              <a:t>‹#›</a:t>
            </a:fld>
            <a:endParaRPr lang="en-US"/>
          </a:p>
        </p:txBody>
      </p:sp>
      <p:sp>
        <p:nvSpPr>
          <p:cNvPr id="4" name="Footer Placeholder 3">
            <a:extLst>
              <a:ext uri="{FF2B5EF4-FFF2-40B4-BE49-F238E27FC236}">
                <a16:creationId xmlns:a16="http://schemas.microsoft.com/office/drawing/2014/main" id="{867E8DDC-1349-408B-8736-65604577FC72}"/>
              </a:ext>
            </a:extLst>
          </p:cNvPr>
          <p:cNvSpPr>
            <a:spLocks noGrp="1"/>
          </p:cNvSpPr>
          <p:nvPr>
            <p:ph type="ftr" sz="quarter" idx="11"/>
          </p:nvPr>
        </p:nvSpPr>
        <p:spPr>
          <a:xfrm>
            <a:off x="442913" y="6424178"/>
            <a:ext cx="3406616" cy="365125"/>
          </a:xfrm>
          <a:prstGeom prst="rect">
            <a:avLst/>
          </a:prstGeom>
        </p:spPr>
        <p:txBody>
          <a:bodyPr/>
          <a:lstStyle/>
          <a:p>
            <a:r>
              <a:rPr lang="en-US"/>
              <a:t>COPYRIGHT 2021 ALEPO</a:t>
            </a:r>
          </a:p>
        </p:txBody>
      </p:sp>
      <p:sp>
        <p:nvSpPr>
          <p:cNvPr id="7" name="Text Placeholder 3">
            <a:extLst>
              <a:ext uri="{FF2B5EF4-FFF2-40B4-BE49-F238E27FC236}">
                <a16:creationId xmlns:a16="http://schemas.microsoft.com/office/drawing/2014/main" id="{24469392-4C53-4AFC-BA62-9290665E418B}"/>
              </a:ext>
            </a:extLst>
          </p:cNvPr>
          <p:cNvSpPr>
            <a:spLocks noGrp="1"/>
          </p:cNvSpPr>
          <p:nvPr>
            <p:ph type="body" sz="quarter" idx="12"/>
          </p:nvPr>
        </p:nvSpPr>
        <p:spPr>
          <a:xfrm>
            <a:off x="457200" y="4251960"/>
            <a:ext cx="7276011" cy="393700"/>
          </a:xfrm>
        </p:spPr>
        <p:txBody>
          <a:bodyPr vert="horz" lIns="91440" tIns="91440" rIns="91440" bIns="45720" rtlCol="0">
            <a:noAutofit/>
          </a:bodyPr>
          <a:lstStyle>
            <a:lvl1pPr>
              <a:defRPr lang="en-US" sz="1800" dirty="0"/>
            </a:lvl1pPr>
          </a:lstStyle>
          <a:p>
            <a:pPr marL="0" lvl="0" indent="0">
              <a:lnSpc>
                <a:spcPct val="100000"/>
              </a:lnSpc>
              <a:buNone/>
            </a:pPr>
            <a:r>
              <a:rPr lang="en-US"/>
              <a:t>Click to edit Master text styles</a:t>
            </a:r>
          </a:p>
        </p:txBody>
      </p:sp>
      <p:sp>
        <p:nvSpPr>
          <p:cNvPr id="8" name="Text Placeholder 3">
            <a:extLst>
              <a:ext uri="{FF2B5EF4-FFF2-40B4-BE49-F238E27FC236}">
                <a16:creationId xmlns:a16="http://schemas.microsoft.com/office/drawing/2014/main" id="{6B33C585-CE88-41D7-9EF6-9DB453177C5F}"/>
              </a:ext>
            </a:extLst>
          </p:cNvPr>
          <p:cNvSpPr>
            <a:spLocks noGrp="1"/>
          </p:cNvSpPr>
          <p:nvPr>
            <p:ph type="body" sz="quarter" idx="13" hasCustomPrompt="1"/>
          </p:nvPr>
        </p:nvSpPr>
        <p:spPr>
          <a:xfrm>
            <a:off x="456563" y="2788920"/>
            <a:ext cx="6595401" cy="1312025"/>
          </a:xfrm>
        </p:spPr>
        <p:txBody>
          <a:bodyPr>
            <a:noAutofit/>
          </a:bodyPr>
          <a:lstStyle>
            <a:lvl1pPr marL="0" indent="0" algn="l">
              <a:buNone/>
              <a:defRPr sz="4700" b="1">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en-US"/>
              <a:t>CLICK TO EDIT MASTER TEXT STYLES</a:t>
            </a:r>
          </a:p>
        </p:txBody>
      </p:sp>
      <p:pic>
        <p:nvPicPr>
          <p:cNvPr id="11" name="Picture 10">
            <a:extLst>
              <a:ext uri="{FF2B5EF4-FFF2-40B4-BE49-F238E27FC236}">
                <a16:creationId xmlns:a16="http://schemas.microsoft.com/office/drawing/2014/main" id="{B3297AC0-ABD9-41D9-AA2E-A3122246B89B}"/>
              </a:ext>
            </a:extLst>
          </p:cNvPr>
          <p:cNvPicPr>
            <a:picLocks noChangeAspect="1"/>
          </p:cNvPicPr>
          <p:nvPr/>
        </p:nvPicPr>
        <p:blipFill>
          <a:blip r:embed="rId2"/>
          <a:srcRect/>
          <a:stretch/>
        </p:blipFill>
        <p:spPr>
          <a:xfrm>
            <a:off x="456565" y="319528"/>
            <a:ext cx="1324110" cy="408732"/>
          </a:xfrm>
          <a:prstGeom prst="rect">
            <a:avLst/>
          </a:prstGeom>
        </p:spPr>
      </p:pic>
      <p:sp>
        <p:nvSpPr>
          <p:cNvPr id="10" name="Rectangle 9">
            <a:extLst>
              <a:ext uri="{FF2B5EF4-FFF2-40B4-BE49-F238E27FC236}">
                <a16:creationId xmlns:a16="http://schemas.microsoft.com/office/drawing/2014/main" id="{2558D53D-E284-7E4F-A53F-873DBAD3A285}"/>
              </a:ext>
            </a:extLst>
          </p:cNvPr>
          <p:cNvSpPr/>
          <p:nvPr/>
        </p:nvSpPr>
        <p:spPr>
          <a:xfrm>
            <a:off x="10961226" y="6128795"/>
            <a:ext cx="902825" cy="72920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descr="A picture containing text, vector graphics&#10;&#10;Description automatically generated">
            <a:extLst>
              <a:ext uri="{FF2B5EF4-FFF2-40B4-BE49-F238E27FC236}">
                <a16:creationId xmlns:a16="http://schemas.microsoft.com/office/drawing/2014/main" id="{BD044C8A-9133-5E4F-96B9-FDC592B9E40C}"/>
              </a:ext>
            </a:extLst>
          </p:cNvPr>
          <p:cNvPicPr>
            <a:picLocks noChangeAspect="1"/>
          </p:cNvPicPr>
          <p:nvPr/>
        </p:nvPicPr>
        <p:blipFill>
          <a:blip r:embed="rId3">
            <a:alphaModFix amt="9000"/>
          </a:blip>
          <a:stretch>
            <a:fillRect/>
          </a:stretch>
        </p:blipFill>
        <p:spPr>
          <a:xfrm>
            <a:off x="5392377" y="0"/>
            <a:ext cx="6948671" cy="7046540"/>
          </a:xfrm>
          <a:prstGeom prst="rect">
            <a:avLst/>
          </a:prstGeom>
        </p:spPr>
      </p:pic>
    </p:spTree>
    <p:extLst>
      <p:ext uri="{BB962C8B-B14F-4D97-AF65-F5344CB8AC3E}">
        <p14:creationId xmlns:p14="http://schemas.microsoft.com/office/powerpoint/2010/main" val="8799876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30_Custom Layout">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C01E6D2-1F8E-45EB-8D88-B5B78810623D}"/>
              </a:ext>
            </a:extLst>
          </p:cNvPr>
          <p:cNvPicPr>
            <a:picLocks noChangeAspect="1"/>
          </p:cNvPicPr>
          <p:nvPr/>
        </p:nvPicPr>
        <p:blipFill>
          <a:blip r:embed="rId2"/>
          <a:srcRect/>
          <a:stretch/>
        </p:blipFill>
        <p:spPr>
          <a:xfrm>
            <a:off x="0" y="0"/>
            <a:ext cx="12192000" cy="6858000"/>
          </a:xfrm>
          <a:prstGeom prst="rect">
            <a:avLst/>
          </a:prstGeom>
        </p:spPr>
      </p:pic>
      <p:sp>
        <p:nvSpPr>
          <p:cNvPr id="7" name="Text Placeholder 3">
            <a:extLst>
              <a:ext uri="{FF2B5EF4-FFF2-40B4-BE49-F238E27FC236}">
                <a16:creationId xmlns:a16="http://schemas.microsoft.com/office/drawing/2014/main" id="{24469392-4C53-4AFC-BA62-9290665E418B}"/>
              </a:ext>
            </a:extLst>
          </p:cNvPr>
          <p:cNvSpPr>
            <a:spLocks noGrp="1"/>
          </p:cNvSpPr>
          <p:nvPr>
            <p:ph type="body" sz="quarter" idx="12"/>
          </p:nvPr>
        </p:nvSpPr>
        <p:spPr>
          <a:xfrm>
            <a:off x="424479" y="4251960"/>
            <a:ext cx="7276011" cy="393700"/>
          </a:xfrm>
        </p:spPr>
        <p:txBody>
          <a:bodyPr vert="horz" lIns="91440" tIns="91440" rIns="91440" bIns="45720" rtlCol="0">
            <a:noAutofit/>
          </a:bodyPr>
          <a:lstStyle>
            <a:lvl1pPr>
              <a:defRPr lang="en-US" sz="1800" dirty="0"/>
            </a:lvl1pPr>
          </a:lstStyle>
          <a:p>
            <a:pPr marL="0" lvl="0" indent="0">
              <a:lnSpc>
                <a:spcPct val="100000"/>
              </a:lnSpc>
              <a:buNone/>
            </a:pPr>
            <a:r>
              <a:rPr lang="en-US"/>
              <a:t>Click to edit Master text styles</a:t>
            </a:r>
          </a:p>
        </p:txBody>
      </p:sp>
      <p:sp>
        <p:nvSpPr>
          <p:cNvPr id="8" name="Text Placeholder 3">
            <a:extLst>
              <a:ext uri="{FF2B5EF4-FFF2-40B4-BE49-F238E27FC236}">
                <a16:creationId xmlns:a16="http://schemas.microsoft.com/office/drawing/2014/main" id="{6B33C585-CE88-41D7-9EF6-9DB453177C5F}"/>
              </a:ext>
            </a:extLst>
          </p:cNvPr>
          <p:cNvSpPr>
            <a:spLocks noGrp="1"/>
          </p:cNvSpPr>
          <p:nvPr>
            <p:ph type="body" sz="quarter" idx="13" hasCustomPrompt="1"/>
          </p:nvPr>
        </p:nvSpPr>
        <p:spPr>
          <a:xfrm>
            <a:off x="424479" y="2788920"/>
            <a:ext cx="6595401" cy="1312025"/>
          </a:xfrm>
        </p:spPr>
        <p:txBody>
          <a:bodyPr>
            <a:noAutofit/>
          </a:bodyPr>
          <a:lstStyle>
            <a:lvl1pPr marL="0" indent="0" algn="l">
              <a:buNone/>
              <a:defRPr sz="4700" b="1">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en-US"/>
              <a:t>CLICK TO EDIT MASTER TEXT STYLES</a:t>
            </a:r>
          </a:p>
        </p:txBody>
      </p:sp>
      <p:pic>
        <p:nvPicPr>
          <p:cNvPr id="9" name="Picture 8">
            <a:extLst>
              <a:ext uri="{FF2B5EF4-FFF2-40B4-BE49-F238E27FC236}">
                <a16:creationId xmlns:a16="http://schemas.microsoft.com/office/drawing/2014/main" id="{EBC91763-2E55-40B2-9107-DC4C9B71E9E4}"/>
              </a:ext>
            </a:extLst>
          </p:cNvPr>
          <p:cNvPicPr>
            <a:picLocks noChangeAspect="1"/>
          </p:cNvPicPr>
          <p:nvPr/>
        </p:nvPicPr>
        <p:blipFill>
          <a:blip r:embed="rId3"/>
          <a:srcRect/>
          <a:stretch/>
        </p:blipFill>
        <p:spPr>
          <a:xfrm>
            <a:off x="424479" y="178758"/>
            <a:ext cx="1703126" cy="573857"/>
          </a:xfrm>
          <a:prstGeom prst="rect">
            <a:avLst/>
          </a:prstGeom>
        </p:spPr>
      </p:pic>
    </p:spTree>
    <p:extLst>
      <p:ext uri="{BB962C8B-B14F-4D97-AF65-F5344CB8AC3E}">
        <p14:creationId xmlns:p14="http://schemas.microsoft.com/office/powerpoint/2010/main" val="22855917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34_Custom Layout">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C01E6D2-1F8E-45EB-8D88-B5B78810623D}"/>
              </a:ext>
            </a:extLst>
          </p:cNvPr>
          <p:cNvPicPr>
            <a:picLocks noChangeAspect="1"/>
          </p:cNvPicPr>
          <p:nvPr/>
        </p:nvPicPr>
        <p:blipFill>
          <a:blip r:embed="rId2"/>
          <a:srcRect/>
          <a:stretch/>
        </p:blipFill>
        <p:spPr>
          <a:xfrm>
            <a:off x="0" y="0"/>
            <a:ext cx="12192000" cy="6858000"/>
          </a:xfrm>
          <a:prstGeom prst="rect">
            <a:avLst/>
          </a:prstGeom>
        </p:spPr>
      </p:pic>
      <p:sp>
        <p:nvSpPr>
          <p:cNvPr id="7" name="Text Placeholder 3">
            <a:extLst>
              <a:ext uri="{FF2B5EF4-FFF2-40B4-BE49-F238E27FC236}">
                <a16:creationId xmlns:a16="http://schemas.microsoft.com/office/drawing/2014/main" id="{24469392-4C53-4AFC-BA62-9290665E418B}"/>
              </a:ext>
            </a:extLst>
          </p:cNvPr>
          <p:cNvSpPr>
            <a:spLocks noGrp="1"/>
          </p:cNvSpPr>
          <p:nvPr>
            <p:ph type="body" sz="quarter" idx="12"/>
          </p:nvPr>
        </p:nvSpPr>
        <p:spPr>
          <a:xfrm>
            <a:off x="424479" y="4251960"/>
            <a:ext cx="7276011" cy="393700"/>
          </a:xfrm>
        </p:spPr>
        <p:txBody>
          <a:bodyPr vert="horz" lIns="91440" tIns="91440" rIns="91440" bIns="45720" rtlCol="0">
            <a:noAutofit/>
          </a:bodyPr>
          <a:lstStyle>
            <a:lvl1pPr>
              <a:defRPr lang="en-US" sz="1800" dirty="0"/>
            </a:lvl1pPr>
          </a:lstStyle>
          <a:p>
            <a:pPr marL="0" lvl="0" indent="0">
              <a:lnSpc>
                <a:spcPct val="100000"/>
              </a:lnSpc>
              <a:buNone/>
            </a:pPr>
            <a:r>
              <a:rPr lang="en-US"/>
              <a:t>Click to edit Master text styles</a:t>
            </a:r>
          </a:p>
        </p:txBody>
      </p:sp>
      <p:sp>
        <p:nvSpPr>
          <p:cNvPr id="8" name="Text Placeholder 3">
            <a:extLst>
              <a:ext uri="{FF2B5EF4-FFF2-40B4-BE49-F238E27FC236}">
                <a16:creationId xmlns:a16="http://schemas.microsoft.com/office/drawing/2014/main" id="{6B33C585-CE88-41D7-9EF6-9DB453177C5F}"/>
              </a:ext>
            </a:extLst>
          </p:cNvPr>
          <p:cNvSpPr>
            <a:spLocks noGrp="1"/>
          </p:cNvSpPr>
          <p:nvPr>
            <p:ph type="body" sz="quarter" idx="13" hasCustomPrompt="1"/>
          </p:nvPr>
        </p:nvSpPr>
        <p:spPr>
          <a:xfrm>
            <a:off x="424479" y="2788920"/>
            <a:ext cx="6595401" cy="1312025"/>
          </a:xfrm>
        </p:spPr>
        <p:txBody>
          <a:bodyPr>
            <a:noAutofit/>
          </a:bodyPr>
          <a:lstStyle>
            <a:lvl1pPr marL="0" indent="0" algn="l">
              <a:buNone/>
              <a:defRPr sz="4700" b="1">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en-US"/>
              <a:t>CLICK TO EDIT MASTER TEXT STYLES</a:t>
            </a:r>
          </a:p>
        </p:txBody>
      </p:sp>
      <p:pic>
        <p:nvPicPr>
          <p:cNvPr id="9" name="Picture 8">
            <a:extLst>
              <a:ext uri="{FF2B5EF4-FFF2-40B4-BE49-F238E27FC236}">
                <a16:creationId xmlns:a16="http://schemas.microsoft.com/office/drawing/2014/main" id="{EBC91763-2E55-40B2-9107-DC4C9B71E9E4}"/>
              </a:ext>
            </a:extLst>
          </p:cNvPr>
          <p:cNvPicPr>
            <a:picLocks noChangeAspect="1"/>
          </p:cNvPicPr>
          <p:nvPr/>
        </p:nvPicPr>
        <p:blipFill>
          <a:blip r:embed="rId3"/>
          <a:srcRect/>
          <a:stretch/>
        </p:blipFill>
        <p:spPr>
          <a:xfrm>
            <a:off x="424479" y="178758"/>
            <a:ext cx="1703126" cy="573857"/>
          </a:xfrm>
          <a:prstGeom prst="rect">
            <a:avLst/>
          </a:prstGeom>
        </p:spPr>
      </p:pic>
    </p:spTree>
    <p:extLst>
      <p:ext uri="{BB962C8B-B14F-4D97-AF65-F5344CB8AC3E}">
        <p14:creationId xmlns:p14="http://schemas.microsoft.com/office/powerpoint/2010/main" val="327518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36_Custom Layout">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C01E6D2-1F8E-45EB-8D88-B5B78810623D}"/>
              </a:ext>
            </a:extLst>
          </p:cNvPr>
          <p:cNvPicPr>
            <a:picLocks noChangeAspect="1"/>
          </p:cNvPicPr>
          <p:nvPr/>
        </p:nvPicPr>
        <p:blipFill>
          <a:blip r:embed="rId2"/>
          <a:srcRect/>
          <a:stretch/>
        </p:blipFill>
        <p:spPr>
          <a:xfrm>
            <a:off x="0" y="0"/>
            <a:ext cx="12192000" cy="6858000"/>
          </a:xfrm>
          <a:prstGeom prst="rect">
            <a:avLst/>
          </a:prstGeom>
        </p:spPr>
      </p:pic>
      <p:sp>
        <p:nvSpPr>
          <p:cNvPr id="7" name="Text Placeholder 3">
            <a:extLst>
              <a:ext uri="{FF2B5EF4-FFF2-40B4-BE49-F238E27FC236}">
                <a16:creationId xmlns:a16="http://schemas.microsoft.com/office/drawing/2014/main" id="{24469392-4C53-4AFC-BA62-9290665E418B}"/>
              </a:ext>
            </a:extLst>
          </p:cNvPr>
          <p:cNvSpPr>
            <a:spLocks noGrp="1"/>
          </p:cNvSpPr>
          <p:nvPr>
            <p:ph type="body" sz="quarter" idx="12"/>
          </p:nvPr>
        </p:nvSpPr>
        <p:spPr>
          <a:xfrm>
            <a:off x="424479" y="4251960"/>
            <a:ext cx="7276011" cy="393700"/>
          </a:xfrm>
        </p:spPr>
        <p:txBody>
          <a:bodyPr vert="horz" lIns="91440" tIns="91440" rIns="91440" bIns="45720" rtlCol="0">
            <a:noAutofit/>
          </a:bodyPr>
          <a:lstStyle>
            <a:lvl1pPr>
              <a:defRPr lang="en-US" sz="1800" dirty="0"/>
            </a:lvl1pPr>
          </a:lstStyle>
          <a:p>
            <a:pPr marL="0" lvl="0" indent="0">
              <a:lnSpc>
                <a:spcPct val="100000"/>
              </a:lnSpc>
              <a:buNone/>
            </a:pPr>
            <a:r>
              <a:rPr lang="en-US"/>
              <a:t>Click to edit Master text styles</a:t>
            </a:r>
          </a:p>
        </p:txBody>
      </p:sp>
      <p:sp>
        <p:nvSpPr>
          <p:cNvPr id="8" name="Text Placeholder 3">
            <a:extLst>
              <a:ext uri="{FF2B5EF4-FFF2-40B4-BE49-F238E27FC236}">
                <a16:creationId xmlns:a16="http://schemas.microsoft.com/office/drawing/2014/main" id="{6B33C585-CE88-41D7-9EF6-9DB453177C5F}"/>
              </a:ext>
            </a:extLst>
          </p:cNvPr>
          <p:cNvSpPr>
            <a:spLocks noGrp="1"/>
          </p:cNvSpPr>
          <p:nvPr>
            <p:ph type="body" sz="quarter" idx="13" hasCustomPrompt="1"/>
          </p:nvPr>
        </p:nvSpPr>
        <p:spPr>
          <a:xfrm>
            <a:off x="424479" y="2788920"/>
            <a:ext cx="6595401" cy="1312025"/>
          </a:xfrm>
        </p:spPr>
        <p:txBody>
          <a:bodyPr>
            <a:noAutofit/>
          </a:bodyPr>
          <a:lstStyle>
            <a:lvl1pPr marL="0" indent="0" algn="l">
              <a:buNone/>
              <a:defRPr sz="4700" b="1">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en-US"/>
              <a:t>CLICK TO EDIT MASTER TEXT STYLES</a:t>
            </a:r>
          </a:p>
        </p:txBody>
      </p:sp>
      <p:pic>
        <p:nvPicPr>
          <p:cNvPr id="9" name="Picture 8">
            <a:extLst>
              <a:ext uri="{FF2B5EF4-FFF2-40B4-BE49-F238E27FC236}">
                <a16:creationId xmlns:a16="http://schemas.microsoft.com/office/drawing/2014/main" id="{EBC91763-2E55-40B2-9107-DC4C9B71E9E4}"/>
              </a:ext>
            </a:extLst>
          </p:cNvPr>
          <p:cNvPicPr>
            <a:picLocks noChangeAspect="1"/>
          </p:cNvPicPr>
          <p:nvPr/>
        </p:nvPicPr>
        <p:blipFill>
          <a:blip r:embed="rId3"/>
          <a:srcRect/>
          <a:stretch/>
        </p:blipFill>
        <p:spPr>
          <a:xfrm>
            <a:off x="424479" y="178758"/>
            <a:ext cx="1703126" cy="573857"/>
          </a:xfrm>
          <a:prstGeom prst="rect">
            <a:avLst/>
          </a:prstGeom>
        </p:spPr>
      </p:pic>
    </p:spTree>
    <p:extLst>
      <p:ext uri="{BB962C8B-B14F-4D97-AF65-F5344CB8AC3E}">
        <p14:creationId xmlns:p14="http://schemas.microsoft.com/office/powerpoint/2010/main" val="13180252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35_Custom Layout">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C01E6D2-1F8E-45EB-8D88-B5B78810623D}"/>
              </a:ext>
            </a:extLst>
          </p:cNvPr>
          <p:cNvPicPr>
            <a:picLocks noChangeAspect="1"/>
          </p:cNvPicPr>
          <p:nvPr/>
        </p:nvPicPr>
        <p:blipFill>
          <a:blip r:embed="rId2"/>
          <a:srcRect t="282" b="282"/>
          <a:stretch/>
        </p:blipFill>
        <p:spPr>
          <a:xfrm>
            <a:off x="34532" y="1"/>
            <a:ext cx="12192000" cy="6858000"/>
          </a:xfrm>
          <a:prstGeom prst="rect">
            <a:avLst/>
          </a:prstGeom>
        </p:spPr>
      </p:pic>
      <p:sp>
        <p:nvSpPr>
          <p:cNvPr id="7" name="Text Placeholder 3">
            <a:extLst>
              <a:ext uri="{FF2B5EF4-FFF2-40B4-BE49-F238E27FC236}">
                <a16:creationId xmlns:a16="http://schemas.microsoft.com/office/drawing/2014/main" id="{24469392-4C53-4AFC-BA62-9290665E418B}"/>
              </a:ext>
            </a:extLst>
          </p:cNvPr>
          <p:cNvSpPr>
            <a:spLocks noGrp="1"/>
          </p:cNvSpPr>
          <p:nvPr>
            <p:ph type="body" sz="quarter" idx="12"/>
          </p:nvPr>
        </p:nvSpPr>
        <p:spPr>
          <a:xfrm>
            <a:off x="424479" y="4251960"/>
            <a:ext cx="7276011" cy="393700"/>
          </a:xfrm>
        </p:spPr>
        <p:txBody>
          <a:bodyPr vert="horz" lIns="91440" tIns="91440" rIns="91440" bIns="45720" rtlCol="0">
            <a:noAutofit/>
          </a:bodyPr>
          <a:lstStyle>
            <a:lvl1pPr>
              <a:defRPr lang="en-US" sz="1800" dirty="0"/>
            </a:lvl1pPr>
          </a:lstStyle>
          <a:p>
            <a:pPr marL="0" lvl="0" indent="0">
              <a:lnSpc>
                <a:spcPct val="100000"/>
              </a:lnSpc>
              <a:buNone/>
            </a:pPr>
            <a:r>
              <a:rPr lang="en-US"/>
              <a:t>Click to edit Master text styles</a:t>
            </a:r>
          </a:p>
        </p:txBody>
      </p:sp>
      <p:sp>
        <p:nvSpPr>
          <p:cNvPr id="8" name="Text Placeholder 3">
            <a:extLst>
              <a:ext uri="{FF2B5EF4-FFF2-40B4-BE49-F238E27FC236}">
                <a16:creationId xmlns:a16="http://schemas.microsoft.com/office/drawing/2014/main" id="{6B33C585-CE88-41D7-9EF6-9DB453177C5F}"/>
              </a:ext>
            </a:extLst>
          </p:cNvPr>
          <p:cNvSpPr>
            <a:spLocks noGrp="1"/>
          </p:cNvSpPr>
          <p:nvPr>
            <p:ph type="body" sz="quarter" idx="13" hasCustomPrompt="1"/>
          </p:nvPr>
        </p:nvSpPr>
        <p:spPr>
          <a:xfrm>
            <a:off x="424479" y="2788920"/>
            <a:ext cx="6595401" cy="1312025"/>
          </a:xfrm>
        </p:spPr>
        <p:txBody>
          <a:bodyPr>
            <a:noAutofit/>
          </a:bodyPr>
          <a:lstStyle>
            <a:lvl1pPr marL="0" indent="0" algn="l">
              <a:buNone/>
              <a:defRPr sz="4700" b="1">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en-US"/>
              <a:t>CLICK TO EDIT MASTER TEXT STYLES</a:t>
            </a:r>
          </a:p>
        </p:txBody>
      </p:sp>
      <p:pic>
        <p:nvPicPr>
          <p:cNvPr id="9" name="Picture 8">
            <a:extLst>
              <a:ext uri="{FF2B5EF4-FFF2-40B4-BE49-F238E27FC236}">
                <a16:creationId xmlns:a16="http://schemas.microsoft.com/office/drawing/2014/main" id="{EBC91763-2E55-40B2-9107-DC4C9B71E9E4}"/>
              </a:ext>
            </a:extLst>
          </p:cNvPr>
          <p:cNvPicPr>
            <a:picLocks noChangeAspect="1"/>
          </p:cNvPicPr>
          <p:nvPr/>
        </p:nvPicPr>
        <p:blipFill>
          <a:blip r:embed="rId3"/>
          <a:srcRect/>
          <a:stretch/>
        </p:blipFill>
        <p:spPr>
          <a:xfrm>
            <a:off x="424479" y="178758"/>
            <a:ext cx="1703126" cy="573857"/>
          </a:xfrm>
          <a:prstGeom prst="rect">
            <a:avLst/>
          </a:prstGeom>
        </p:spPr>
      </p:pic>
    </p:spTree>
    <p:extLst>
      <p:ext uri="{BB962C8B-B14F-4D97-AF65-F5344CB8AC3E}">
        <p14:creationId xmlns:p14="http://schemas.microsoft.com/office/powerpoint/2010/main" val="39827924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37_Custom Layout">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C01E6D2-1F8E-45EB-8D88-B5B78810623D}"/>
              </a:ext>
            </a:extLst>
          </p:cNvPr>
          <p:cNvPicPr>
            <a:picLocks noChangeAspect="1"/>
          </p:cNvPicPr>
          <p:nvPr/>
        </p:nvPicPr>
        <p:blipFill>
          <a:blip r:embed="rId2"/>
          <a:srcRect/>
          <a:stretch/>
        </p:blipFill>
        <p:spPr>
          <a:xfrm>
            <a:off x="34532" y="1"/>
            <a:ext cx="12192000" cy="6858000"/>
          </a:xfrm>
          <a:prstGeom prst="rect">
            <a:avLst/>
          </a:prstGeom>
        </p:spPr>
      </p:pic>
      <p:sp>
        <p:nvSpPr>
          <p:cNvPr id="7" name="Text Placeholder 3">
            <a:extLst>
              <a:ext uri="{FF2B5EF4-FFF2-40B4-BE49-F238E27FC236}">
                <a16:creationId xmlns:a16="http://schemas.microsoft.com/office/drawing/2014/main" id="{24469392-4C53-4AFC-BA62-9290665E418B}"/>
              </a:ext>
            </a:extLst>
          </p:cNvPr>
          <p:cNvSpPr>
            <a:spLocks noGrp="1"/>
          </p:cNvSpPr>
          <p:nvPr>
            <p:ph type="body" sz="quarter" idx="12"/>
          </p:nvPr>
        </p:nvSpPr>
        <p:spPr>
          <a:xfrm>
            <a:off x="424479" y="4251960"/>
            <a:ext cx="7276011" cy="393700"/>
          </a:xfrm>
        </p:spPr>
        <p:txBody>
          <a:bodyPr vert="horz" lIns="91440" tIns="91440" rIns="91440" bIns="45720" rtlCol="0">
            <a:noAutofit/>
          </a:bodyPr>
          <a:lstStyle>
            <a:lvl1pPr>
              <a:defRPr lang="en-US" sz="1800" dirty="0"/>
            </a:lvl1pPr>
          </a:lstStyle>
          <a:p>
            <a:pPr marL="0" lvl="0" indent="0">
              <a:lnSpc>
                <a:spcPct val="100000"/>
              </a:lnSpc>
              <a:buNone/>
            </a:pPr>
            <a:r>
              <a:rPr lang="en-US"/>
              <a:t>Click to edit Master text styles</a:t>
            </a:r>
          </a:p>
        </p:txBody>
      </p:sp>
      <p:sp>
        <p:nvSpPr>
          <p:cNvPr id="8" name="Text Placeholder 3">
            <a:extLst>
              <a:ext uri="{FF2B5EF4-FFF2-40B4-BE49-F238E27FC236}">
                <a16:creationId xmlns:a16="http://schemas.microsoft.com/office/drawing/2014/main" id="{6B33C585-CE88-41D7-9EF6-9DB453177C5F}"/>
              </a:ext>
            </a:extLst>
          </p:cNvPr>
          <p:cNvSpPr>
            <a:spLocks noGrp="1"/>
          </p:cNvSpPr>
          <p:nvPr>
            <p:ph type="body" sz="quarter" idx="13" hasCustomPrompt="1"/>
          </p:nvPr>
        </p:nvSpPr>
        <p:spPr>
          <a:xfrm>
            <a:off x="424479" y="2788920"/>
            <a:ext cx="6595401" cy="1312025"/>
          </a:xfrm>
        </p:spPr>
        <p:txBody>
          <a:bodyPr>
            <a:noAutofit/>
          </a:bodyPr>
          <a:lstStyle>
            <a:lvl1pPr marL="0" indent="0" algn="l">
              <a:buNone/>
              <a:defRPr sz="4700" b="1">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en-US"/>
              <a:t>CLICK TO EDIT MASTER TEXT STYLES</a:t>
            </a:r>
          </a:p>
        </p:txBody>
      </p:sp>
      <p:pic>
        <p:nvPicPr>
          <p:cNvPr id="9" name="Picture 8">
            <a:extLst>
              <a:ext uri="{FF2B5EF4-FFF2-40B4-BE49-F238E27FC236}">
                <a16:creationId xmlns:a16="http://schemas.microsoft.com/office/drawing/2014/main" id="{EBC91763-2E55-40B2-9107-DC4C9B71E9E4}"/>
              </a:ext>
            </a:extLst>
          </p:cNvPr>
          <p:cNvPicPr>
            <a:picLocks noChangeAspect="1"/>
          </p:cNvPicPr>
          <p:nvPr/>
        </p:nvPicPr>
        <p:blipFill>
          <a:blip r:embed="rId3"/>
          <a:srcRect/>
          <a:stretch/>
        </p:blipFill>
        <p:spPr>
          <a:xfrm>
            <a:off x="424479" y="178758"/>
            <a:ext cx="1703126" cy="573857"/>
          </a:xfrm>
          <a:prstGeom prst="rect">
            <a:avLst/>
          </a:prstGeom>
        </p:spPr>
      </p:pic>
    </p:spTree>
    <p:extLst>
      <p:ext uri="{BB962C8B-B14F-4D97-AF65-F5344CB8AC3E}">
        <p14:creationId xmlns:p14="http://schemas.microsoft.com/office/powerpoint/2010/main" val="8678900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7_Custom Layout">
    <p:bg>
      <p:bgPr>
        <a:solidFill>
          <a:srgbClr val="2D6188"/>
        </a:solidFill>
        <a:effectLst/>
      </p:bgPr>
    </p:bg>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24469392-4C53-4AFC-BA62-9290665E418B}"/>
              </a:ext>
            </a:extLst>
          </p:cNvPr>
          <p:cNvSpPr>
            <a:spLocks noGrp="1"/>
          </p:cNvSpPr>
          <p:nvPr>
            <p:ph type="body" sz="quarter" idx="12"/>
          </p:nvPr>
        </p:nvSpPr>
        <p:spPr>
          <a:xfrm>
            <a:off x="457200" y="4251960"/>
            <a:ext cx="7276011" cy="393700"/>
          </a:xfrm>
        </p:spPr>
        <p:txBody>
          <a:bodyPr vert="horz" lIns="91440" tIns="91440" rIns="91440" bIns="45720" rtlCol="0">
            <a:noAutofit/>
          </a:bodyPr>
          <a:lstStyle>
            <a:lvl1pPr>
              <a:defRPr lang="en-US" sz="1800" dirty="0">
                <a:solidFill>
                  <a:srgbClr val="F8F8F8"/>
                </a:solidFill>
              </a:defRPr>
            </a:lvl1pPr>
          </a:lstStyle>
          <a:p>
            <a:pPr marL="0" lvl="0" indent="0">
              <a:lnSpc>
                <a:spcPct val="100000"/>
              </a:lnSpc>
              <a:buNone/>
            </a:pPr>
            <a:r>
              <a:rPr lang="en-US"/>
              <a:t>Click to edit Master text styles</a:t>
            </a:r>
          </a:p>
        </p:txBody>
      </p:sp>
      <p:sp>
        <p:nvSpPr>
          <p:cNvPr id="8" name="Text Placeholder 3">
            <a:extLst>
              <a:ext uri="{FF2B5EF4-FFF2-40B4-BE49-F238E27FC236}">
                <a16:creationId xmlns:a16="http://schemas.microsoft.com/office/drawing/2014/main" id="{6B33C585-CE88-41D7-9EF6-9DB453177C5F}"/>
              </a:ext>
            </a:extLst>
          </p:cNvPr>
          <p:cNvSpPr>
            <a:spLocks noGrp="1"/>
          </p:cNvSpPr>
          <p:nvPr>
            <p:ph type="body" sz="quarter" idx="13" hasCustomPrompt="1"/>
          </p:nvPr>
        </p:nvSpPr>
        <p:spPr>
          <a:xfrm>
            <a:off x="456563" y="2788920"/>
            <a:ext cx="6595401" cy="1312025"/>
          </a:xfrm>
        </p:spPr>
        <p:txBody>
          <a:bodyPr>
            <a:noAutofit/>
          </a:bodyPr>
          <a:lstStyle>
            <a:lvl1pPr marL="0" indent="0" algn="l">
              <a:buNone/>
              <a:defRPr sz="4700" b="1">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en-US"/>
              <a:t>CLICK TO EDIT MASTER TEXT STYLES</a:t>
            </a:r>
          </a:p>
        </p:txBody>
      </p:sp>
      <p:pic>
        <p:nvPicPr>
          <p:cNvPr id="11" name="Picture 10">
            <a:extLst>
              <a:ext uri="{FF2B5EF4-FFF2-40B4-BE49-F238E27FC236}">
                <a16:creationId xmlns:a16="http://schemas.microsoft.com/office/drawing/2014/main" id="{B3297AC0-ABD9-41D9-AA2E-A3122246B89B}"/>
              </a:ext>
            </a:extLst>
          </p:cNvPr>
          <p:cNvPicPr>
            <a:picLocks noChangeAspect="1"/>
          </p:cNvPicPr>
          <p:nvPr/>
        </p:nvPicPr>
        <p:blipFill>
          <a:blip r:embed="rId2"/>
          <a:srcRect/>
          <a:stretch/>
        </p:blipFill>
        <p:spPr>
          <a:xfrm>
            <a:off x="456563" y="388534"/>
            <a:ext cx="1636870" cy="573990"/>
          </a:xfrm>
          <a:prstGeom prst="rect">
            <a:avLst/>
          </a:prstGeom>
        </p:spPr>
      </p:pic>
      <p:sp>
        <p:nvSpPr>
          <p:cNvPr id="10" name="Rectangle 9">
            <a:extLst>
              <a:ext uri="{FF2B5EF4-FFF2-40B4-BE49-F238E27FC236}">
                <a16:creationId xmlns:a16="http://schemas.microsoft.com/office/drawing/2014/main" id="{2558D53D-E284-7E4F-A53F-873DBAD3A285}"/>
              </a:ext>
            </a:extLst>
          </p:cNvPr>
          <p:cNvSpPr/>
          <p:nvPr/>
        </p:nvSpPr>
        <p:spPr>
          <a:xfrm>
            <a:off x="10961226" y="6128795"/>
            <a:ext cx="902825" cy="729205"/>
          </a:xfrm>
          <a:prstGeom prst="rect">
            <a:avLst/>
          </a:prstGeom>
          <a:solidFill>
            <a:srgbClr val="2D6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9">
            <a:extLst>
              <a:ext uri="{FF2B5EF4-FFF2-40B4-BE49-F238E27FC236}">
                <a16:creationId xmlns:a16="http://schemas.microsoft.com/office/drawing/2014/main" id="{CD1948B9-D857-AC47-B55E-6900ABC6B190}"/>
              </a:ext>
            </a:extLst>
          </p:cNvPr>
          <p:cNvPicPr>
            <a:picLocks noChangeAspect="1"/>
          </p:cNvPicPr>
          <p:nvPr/>
        </p:nvPicPr>
        <p:blipFill>
          <a:blip r:embed="rId3">
            <a:alphaModFix amt="9000"/>
          </a:blip>
          <a:srcRect/>
          <a:stretch/>
        </p:blipFill>
        <p:spPr>
          <a:xfrm>
            <a:off x="5580557" y="-123119"/>
            <a:ext cx="6793199" cy="7213730"/>
          </a:xfrm>
          <a:prstGeom prst="rect">
            <a:avLst/>
          </a:prstGeom>
        </p:spPr>
      </p:pic>
    </p:spTree>
    <p:extLst>
      <p:ext uri="{BB962C8B-B14F-4D97-AF65-F5344CB8AC3E}">
        <p14:creationId xmlns:p14="http://schemas.microsoft.com/office/powerpoint/2010/main" val="9954784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sz="3600">
                <a:latin typeface="Roboto" panose="020B0604020202020204" charset="0"/>
                <a:ea typeface="Roboto" panose="020B0604020202020204" charset="0"/>
                <a:cs typeface="Roboto" panose="020B0604020202020204" charset="0"/>
              </a:defRPr>
            </a:lvl1pPr>
          </a:lstStyle>
          <a:p>
            <a:r>
              <a:rPr lang="en-US"/>
              <a:t>Click to edit master title style</a:t>
            </a:r>
          </a:p>
        </p:txBody>
      </p:sp>
      <p:sp>
        <p:nvSpPr>
          <p:cNvPr id="3" name="Content Placeholder 2"/>
          <p:cNvSpPr>
            <a:spLocks noGrp="1"/>
          </p:cNvSpPr>
          <p:nvPr>
            <p:ph idx="1"/>
          </p:nvPr>
        </p:nvSpPr>
        <p:spPr/>
        <p:txBody>
          <a:bodyPr/>
          <a:lstStyle>
            <a:lvl1pPr>
              <a:buClr>
                <a:schemeClr val="bg2"/>
              </a:buClr>
              <a:buSzPct val="80000"/>
              <a:defRPr>
                <a:latin typeface="+mn-lt"/>
              </a:defRPr>
            </a:lvl1pPr>
            <a:lvl2pPr>
              <a:buClr>
                <a:schemeClr val="bg2"/>
              </a:buClr>
              <a:buSzPct val="80000"/>
              <a:defRPr>
                <a:latin typeface="+mn-lt"/>
              </a:defRPr>
            </a:lvl2pPr>
            <a:lvl3pPr>
              <a:buClr>
                <a:schemeClr val="bg2"/>
              </a:buClr>
              <a:buSzPct val="80000"/>
              <a:defRPr>
                <a:latin typeface="+mn-lt"/>
              </a:defRPr>
            </a:lvl3pPr>
            <a:lvl4pPr>
              <a:buClr>
                <a:schemeClr val="bg2"/>
              </a:buClr>
              <a:buSzPct val="80000"/>
              <a:defRPr>
                <a:latin typeface="+mn-lt"/>
              </a:defRPr>
            </a:lvl4pPr>
            <a:lvl5pPr>
              <a:buClr>
                <a:schemeClr val="bg2"/>
              </a:buClr>
              <a:buSzPct val="80000"/>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a:xfrm>
            <a:off x="442913" y="6424178"/>
            <a:ext cx="3406616" cy="365125"/>
          </a:xfrm>
          <a:prstGeom prst="rect">
            <a:avLst/>
          </a:prstGeom>
        </p:spPr>
        <p:txBody>
          <a:bodyPr/>
          <a:lstStyle>
            <a:lvl1pPr>
              <a:defRPr>
                <a:solidFill>
                  <a:schemeClr val="bg1"/>
                </a:solidFill>
              </a:defRPr>
            </a:lvl1pPr>
          </a:lstStyle>
          <a:p>
            <a:r>
              <a:rPr lang="en-US"/>
              <a:t>COPYRIGHT 2021 ALEPO</a:t>
            </a:r>
          </a:p>
        </p:txBody>
      </p:sp>
      <p:sp>
        <p:nvSpPr>
          <p:cNvPr id="6" name="Slide Number Placeholder 5"/>
          <p:cNvSpPr>
            <a:spLocks noGrp="1"/>
          </p:cNvSpPr>
          <p:nvPr>
            <p:ph type="sldNum" sz="quarter" idx="12"/>
          </p:nvPr>
        </p:nvSpPr>
        <p:spPr>
          <a:xfrm>
            <a:off x="3598363" y="6424178"/>
            <a:ext cx="1772920" cy="365125"/>
          </a:xfrm>
          <a:prstGeom prst="rect">
            <a:avLst/>
          </a:prstGeom>
        </p:spPr>
        <p:txBody>
          <a:bodyPr/>
          <a:lstStyle>
            <a:lvl1pPr>
              <a:defRPr>
                <a:solidFill>
                  <a:schemeClr val="bg1"/>
                </a:solidFill>
              </a:defRPr>
            </a:lvl1pPr>
          </a:lstStyle>
          <a:p>
            <a:fld id="{E60884FA-1782-2C46-B58F-16BA5B9E415B}" type="slidenum">
              <a:rPr lang="en-US" smtClean="0"/>
              <a:pPr/>
              <a:t>‹#›</a:t>
            </a:fld>
            <a:endParaRPr lang="en-US"/>
          </a:p>
        </p:txBody>
      </p:sp>
    </p:spTree>
    <p:extLst>
      <p:ext uri="{BB962C8B-B14F-4D97-AF65-F5344CB8AC3E}">
        <p14:creationId xmlns:p14="http://schemas.microsoft.com/office/powerpoint/2010/main" val="2439129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pic>
        <p:nvPicPr>
          <p:cNvPr id="7" name="Picture 6" descr="Two people looking at a computer&#10;&#10;Description automatically generated with medium confidence">
            <a:extLst>
              <a:ext uri="{FF2B5EF4-FFF2-40B4-BE49-F238E27FC236}">
                <a16:creationId xmlns:a16="http://schemas.microsoft.com/office/drawing/2014/main" id="{463D3DDA-BC95-4899-B787-67CB87B778C3}"/>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p:cNvSpPr>
            <a:spLocks noGrp="1"/>
          </p:cNvSpPr>
          <p:nvPr>
            <p:ph type="title" hasCustomPrompt="1"/>
          </p:nvPr>
        </p:nvSpPr>
        <p:spPr/>
        <p:txBody>
          <a:bodyPr/>
          <a:lstStyle>
            <a:lvl1pPr>
              <a:defRPr sz="3600">
                <a:latin typeface="Roboto" panose="020B0604020202020204" charset="0"/>
                <a:ea typeface="Roboto" panose="020B0604020202020204" charset="0"/>
                <a:cs typeface="Roboto" panose="020B0604020202020204" charset="0"/>
              </a:defRPr>
            </a:lvl1pPr>
          </a:lstStyle>
          <a:p>
            <a:r>
              <a:rPr lang="en-US"/>
              <a:t>Click to edit master title style</a:t>
            </a:r>
          </a:p>
        </p:txBody>
      </p:sp>
      <p:sp>
        <p:nvSpPr>
          <p:cNvPr id="3" name="Content Placeholder 2"/>
          <p:cNvSpPr>
            <a:spLocks noGrp="1"/>
          </p:cNvSpPr>
          <p:nvPr>
            <p:ph idx="1"/>
          </p:nvPr>
        </p:nvSpPr>
        <p:spPr>
          <a:xfrm>
            <a:off x="442913" y="1315454"/>
            <a:ext cx="4928370" cy="4832128"/>
          </a:xfrm>
        </p:spPr>
        <p:txBody>
          <a:bodyPr/>
          <a:lstStyle>
            <a:lvl1pPr>
              <a:buClr>
                <a:schemeClr val="bg2"/>
              </a:buClr>
              <a:buSzPct val="80000"/>
              <a:defRPr>
                <a:latin typeface="+mn-lt"/>
              </a:defRPr>
            </a:lvl1pPr>
            <a:lvl2pPr>
              <a:buClr>
                <a:schemeClr val="bg2"/>
              </a:buClr>
              <a:buSzPct val="80000"/>
              <a:defRPr>
                <a:latin typeface="+mn-lt"/>
              </a:defRPr>
            </a:lvl2pPr>
            <a:lvl3pPr>
              <a:buClr>
                <a:schemeClr val="bg2"/>
              </a:buClr>
              <a:buSzPct val="80000"/>
              <a:defRPr>
                <a:latin typeface="+mn-lt"/>
              </a:defRPr>
            </a:lvl3pPr>
            <a:lvl4pPr>
              <a:buClr>
                <a:schemeClr val="bg2"/>
              </a:buClr>
              <a:buSzPct val="80000"/>
              <a:defRPr>
                <a:latin typeface="+mn-lt"/>
              </a:defRPr>
            </a:lvl4pPr>
            <a:lvl5pPr>
              <a:buClr>
                <a:schemeClr val="bg2"/>
              </a:buClr>
              <a:buSzPct val="80000"/>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a:xfrm>
            <a:off x="442913" y="6424178"/>
            <a:ext cx="3406616" cy="365125"/>
          </a:xfrm>
          <a:prstGeom prst="rect">
            <a:avLst/>
          </a:prstGeom>
        </p:spPr>
        <p:txBody>
          <a:bodyPr/>
          <a:lstStyle>
            <a:lvl1pPr>
              <a:defRPr>
                <a:solidFill>
                  <a:schemeClr val="bg1"/>
                </a:solidFill>
              </a:defRPr>
            </a:lvl1pPr>
          </a:lstStyle>
          <a:p>
            <a:r>
              <a:rPr lang="en-US"/>
              <a:t>COPYRIGHT 2021 ALEPO</a:t>
            </a:r>
          </a:p>
        </p:txBody>
      </p:sp>
      <p:sp>
        <p:nvSpPr>
          <p:cNvPr id="6" name="Slide Number Placeholder 5"/>
          <p:cNvSpPr>
            <a:spLocks noGrp="1"/>
          </p:cNvSpPr>
          <p:nvPr>
            <p:ph type="sldNum" sz="quarter" idx="12"/>
          </p:nvPr>
        </p:nvSpPr>
        <p:spPr>
          <a:xfrm>
            <a:off x="3598363" y="6424178"/>
            <a:ext cx="1772920" cy="365125"/>
          </a:xfrm>
          <a:prstGeom prst="rect">
            <a:avLst/>
          </a:prstGeom>
        </p:spPr>
        <p:txBody>
          <a:bodyPr/>
          <a:lstStyle>
            <a:lvl1pPr>
              <a:defRPr>
                <a:solidFill>
                  <a:schemeClr val="bg1"/>
                </a:solidFill>
              </a:defRPr>
            </a:lvl1pPr>
          </a:lstStyle>
          <a:p>
            <a:fld id="{E60884FA-1782-2C46-B58F-16BA5B9E415B}" type="slidenum">
              <a:rPr lang="en-US" smtClean="0"/>
              <a:pPr/>
              <a:t>‹#›</a:t>
            </a:fld>
            <a:endParaRPr lang="en-US"/>
          </a:p>
        </p:txBody>
      </p:sp>
    </p:spTree>
    <p:extLst>
      <p:ext uri="{BB962C8B-B14F-4D97-AF65-F5344CB8AC3E}">
        <p14:creationId xmlns:p14="http://schemas.microsoft.com/office/powerpoint/2010/main" val="7003494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3_Custom Layout">
    <p:bg>
      <p:bgPr>
        <a:solidFill>
          <a:schemeClr val="tx1">
            <a:alpha val="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822A8-6D11-4CA9-AC39-511F3B748A1E}"/>
              </a:ext>
            </a:extLst>
          </p:cNvPr>
          <p:cNvSpPr>
            <a:spLocks noGrp="1"/>
          </p:cNvSpPr>
          <p:nvPr>
            <p:ph type="title"/>
          </p:nvPr>
        </p:nvSpPr>
        <p:spPr/>
        <p:txBody>
          <a:bodyPr>
            <a:normAutofit/>
          </a:bodyPr>
          <a:lstStyle>
            <a:lvl1pPr algn="ctr">
              <a:defRPr sz="4400" b="1">
                <a:solidFill>
                  <a:srgbClr val="2D6188"/>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4A72AC3A-5131-4BCE-B887-8109E951820A}"/>
              </a:ext>
            </a:extLst>
          </p:cNvPr>
          <p:cNvSpPr>
            <a:spLocks noGrp="1"/>
          </p:cNvSpPr>
          <p:nvPr>
            <p:ph type="sldNum" sz="quarter" idx="10"/>
          </p:nvPr>
        </p:nvSpPr>
        <p:spPr>
          <a:xfrm>
            <a:off x="3598363" y="6424178"/>
            <a:ext cx="1772920" cy="365125"/>
          </a:xfrm>
          <a:prstGeom prst="rect">
            <a:avLst/>
          </a:prstGeom>
        </p:spPr>
        <p:txBody>
          <a:bodyPr/>
          <a:lstStyle/>
          <a:p>
            <a:fld id="{E60884FA-1782-2C46-B58F-16BA5B9E415B}" type="slidenum">
              <a:rPr lang="en-US" smtClean="0"/>
              <a:t>‹#›</a:t>
            </a:fld>
            <a:endParaRPr lang="en-US"/>
          </a:p>
        </p:txBody>
      </p:sp>
      <p:sp>
        <p:nvSpPr>
          <p:cNvPr id="4" name="Footer Placeholder 3">
            <a:extLst>
              <a:ext uri="{FF2B5EF4-FFF2-40B4-BE49-F238E27FC236}">
                <a16:creationId xmlns:a16="http://schemas.microsoft.com/office/drawing/2014/main" id="{1C757876-651E-42C8-926D-A54BB81B931D}"/>
              </a:ext>
            </a:extLst>
          </p:cNvPr>
          <p:cNvSpPr>
            <a:spLocks noGrp="1"/>
          </p:cNvSpPr>
          <p:nvPr>
            <p:ph type="ftr" sz="quarter" idx="11"/>
          </p:nvPr>
        </p:nvSpPr>
        <p:spPr>
          <a:xfrm>
            <a:off x="442913" y="6424178"/>
            <a:ext cx="3406616" cy="365125"/>
          </a:xfrm>
          <a:prstGeom prst="rect">
            <a:avLst/>
          </a:prstGeom>
        </p:spPr>
        <p:txBody>
          <a:bodyPr/>
          <a:lstStyle/>
          <a:p>
            <a:r>
              <a:rPr lang="en-US"/>
              <a:t>COPYRIGHT 2021 ALEPO</a:t>
            </a:r>
          </a:p>
        </p:txBody>
      </p:sp>
      <p:sp>
        <p:nvSpPr>
          <p:cNvPr id="6" name="Rectangle 5">
            <a:extLst>
              <a:ext uri="{FF2B5EF4-FFF2-40B4-BE49-F238E27FC236}">
                <a16:creationId xmlns:a16="http://schemas.microsoft.com/office/drawing/2014/main" id="{F335ACE1-356B-44AB-89FE-954441DC3DBD}"/>
              </a:ext>
            </a:extLst>
          </p:cNvPr>
          <p:cNvSpPr/>
          <p:nvPr/>
        </p:nvSpPr>
        <p:spPr>
          <a:xfrm>
            <a:off x="3134251" y="2015638"/>
            <a:ext cx="28800" cy="1587301"/>
          </a:xfrm>
          <a:prstGeom prst="rect">
            <a:avLst/>
          </a:prstGeom>
          <a:solidFill>
            <a:srgbClr val="1F3C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2">
            <a:extLst>
              <a:ext uri="{FF2B5EF4-FFF2-40B4-BE49-F238E27FC236}">
                <a16:creationId xmlns:a16="http://schemas.microsoft.com/office/drawing/2014/main" id="{C897319A-AAB0-4811-A0BB-5E8BCCE705C1}"/>
              </a:ext>
            </a:extLst>
          </p:cNvPr>
          <p:cNvSpPr txBox="1">
            <a:spLocks/>
          </p:cNvSpPr>
          <p:nvPr/>
        </p:nvSpPr>
        <p:spPr>
          <a:xfrm>
            <a:off x="1150793" y="1895323"/>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a:solidFill>
                  <a:srgbClr val="1F3C88"/>
                </a:solidFill>
                <a:latin typeface="Roboto" panose="02000000000000000000" pitchFamily="2" charset="0"/>
                <a:ea typeface="Roboto" panose="02000000000000000000" pitchFamily="2" charset="0"/>
                <a:cs typeface="Roboto" panose="02000000000000000000" pitchFamily="2" charset="0"/>
              </a:rPr>
              <a:t>1</a:t>
            </a:r>
          </a:p>
        </p:txBody>
      </p:sp>
      <p:sp>
        <p:nvSpPr>
          <p:cNvPr id="9" name="Rectangle 8">
            <a:extLst>
              <a:ext uri="{FF2B5EF4-FFF2-40B4-BE49-F238E27FC236}">
                <a16:creationId xmlns:a16="http://schemas.microsoft.com/office/drawing/2014/main" id="{7A0DCE6C-8CA6-4322-85DD-70B67509E587}"/>
              </a:ext>
            </a:extLst>
          </p:cNvPr>
          <p:cNvSpPr/>
          <p:nvPr/>
        </p:nvSpPr>
        <p:spPr>
          <a:xfrm>
            <a:off x="5568392" y="2015638"/>
            <a:ext cx="28800" cy="1587301"/>
          </a:xfrm>
          <a:prstGeom prst="rect">
            <a:avLst/>
          </a:prstGeom>
          <a:solidFill>
            <a:srgbClr val="FF3D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 Placeholder 2">
            <a:extLst>
              <a:ext uri="{FF2B5EF4-FFF2-40B4-BE49-F238E27FC236}">
                <a16:creationId xmlns:a16="http://schemas.microsoft.com/office/drawing/2014/main" id="{35FD50F6-1C19-4D7B-87BE-9BDF59D74A4A}"/>
              </a:ext>
            </a:extLst>
          </p:cNvPr>
          <p:cNvSpPr txBox="1">
            <a:spLocks/>
          </p:cNvSpPr>
          <p:nvPr/>
        </p:nvSpPr>
        <p:spPr>
          <a:xfrm>
            <a:off x="3584933" y="1895323"/>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a:solidFill>
                  <a:srgbClr val="FF3D57"/>
                </a:solidFill>
                <a:latin typeface="Roboto" panose="02000000000000000000" pitchFamily="2" charset="0"/>
                <a:ea typeface="Roboto" panose="02000000000000000000" pitchFamily="2" charset="0"/>
                <a:cs typeface="Roboto" panose="02000000000000000000" pitchFamily="2" charset="0"/>
              </a:rPr>
              <a:t>2</a:t>
            </a:r>
          </a:p>
        </p:txBody>
      </p:sp>
      <p:sp>
        <p:nvSpPr>
          <p:cNvPr id="12" name="Rectangle 11">
            <a:extLst>
              <a:ext uri="{FF2B5EF4-FFF2-40B4-BE49-F238E27FC236}">
                <a16:creationId xmlns:a16="http://schemas.microsoft.com/office/drawing/2014/main" id="{7A1FB2DD-A0F3-4491-9726-E8BB176D46AF}"/>
              </a:ext>
            </a:extLst>
          </p:cNvPr>
          <p:cNvSpPr/>
          <p:nvPr/>
        </p:nvSpPr>
        <p:spPr>
          <a:xfrm>
            <a:off x="8002532" y="2015638"/>
            <a:ext cx="28800" cy="1587301"/>
          </a:xfrm>
          <a:prstGeom prst="rect">
            <a:avLst/>
          </a:prstGeom>
          <a:solidFill>
            <a:srgbClr val="18C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2">
            <a:extLst>
              <a:ext uri="{FF2B5EF4-FFF2-40B4-BE49-F238E27FC236}">
                <a16:creationId xmlns:a16="http://schemas.microsoft.com/office/drawing/2014/main" id="{6894BB99-BA28-449F-B57C-D4BE12C9E718}"/>
              </a:ext>
            </a:extLst>
          </p:cNvPr>
          <p:cNvSpPr txBox="1">
            <a:spLocks/>
          </p:cNvSpPr>
          <p:nvPr/>
        </p:nvSpPr>
        <p:spPr>
          <a:xfrm>
            <a:off x="6019073" y="1895323"/>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a:solidFill>
                  <a:srgbClr val="18C0FF"/>
                </a:solidFill>
                <a:latin typeface="Roboto" panose="02000000000000000000" pitchFamily="2" charset="0"/>
                <a:ea typeface="Roboto" panose="02000000000000000000" pitchFamily="2" charset="0"/>
                <a:cs typeface="Roboto" panose="02000000000000000000" pitchFamily="2" charset="0"/>
              </a:rPr>
              <a:t>3</a:t>
            </a:r>
          </a:p>
        </p:txBody>
      </p:sp>
      <p:sp>
        <p:nvSpPr>
          <p:cNvPr id="15" name="Rectangle 14">
            <a:extLst>
              <a:ext uri="{FF2B5EF4-FFF2-40B4-BE49-F238E27FC236}">
                <a16:creationId xmlns:a16="http://schemas.microsoft.com/office/drawing/2014/main" id="{7B7A2BA3-D391-4357-A70B-7B37359D3973}"/>
              </a:ext>
            </a:extLst>
          </p:cNvPr>
          <p:cNvSpPr/>
          <p:nvPr/>
        </p:nvSpPr>
        <p:spPr>
          <a:xfrm>
            <a:off x="10320956" y="2015638"/>
            <a:ext cx="28800" cy="1587301"/>
          </a:xfrm>
          <a:prstGeom prst="rect">
            <a:avLst/>
          </a:prstGeom>
          <a:solidFill>
            <a:srgbClr val="27AB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2">
            <a:extLst>
              <a:ext uri="{FF2B5EF4-FFF2-40B4-BE49-F238E27FC236}">
                <a16:creationId xmlns:a16="http://schemas.microsoft.com/office/drawing/2014/main" id="{E047191A-3406-43A7-AB62-3E0751139242}"/>
              </a:ext>
            </a:extLst>
          </p:cNvPr>
          <p:cNvSpPr txBox="1">
            <a:spLocks/>
          </p:cNvSpPr>
          <p:nvPr/>
        </p:nvSpPr>
        <p:spPr>
          <a:xfrm>
            <a:off x="8337497" y="1895323"/>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a:solidFill>
                  <a:srgbClr val="27ABB8"/>
                </a:solidFill>
                <a:latin typeface="Roboto" panose="02000000000000000000" pitchFamily="2" charset="0"/>
                <a:ea typeface="Roboto" panose="02000000000000000000" pitchFamily="2" charset="0"/>
                <a:cs typeface="Roboto" panose="02000000000000000000" pitchFamily="2" charset="0"/>
              </a:rPr>
              <a:t>4</a:t>
            </a:r>
          </a:p>
        </p:txBody>
      </p:sp>
      <p:sp>
        <p:nvSpPr>
          <p:cNvPr id="18" name="Rectangle 17">
            <a:extLst>
              <a:ext uri="{FF2B5EF4-FFF2-40B4-BE49-F238E27FC236}">
                <a16:creationId xmlns:a16="http://schemas.microsoft.com/office/drawing/2014/main" id="{760A879F-B2C0-422F-9092-4EB49C9806E3}"/>
              </a:ext>
            </a:extLst>
          </p:cNvPr>
          <p:cNvSpPr/>
          <p:nvPr/>
        </p:nvSpPr>
        <p:spPr>
          <a:xfrm>
            <a:off x="4538131" y="4126747"/>
            <a:ext cx="28800" cy="1587301"/>
          </a:xfrm>
          <a:prstGeom prst="rect">
            <a:avLst/>
          </a:prstGeom>
          <a:solidFill>
            <a:srgbClr val="2D6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 Placeholder 2">
            <a:extLst>
              <a:ext uri="{FF2B5EF4-FFF2-40B4-BE49-F238E27FC236}">
                <a16:creationId xmlns:a16="http://schemas.microsoft.com/office/drawing/2014/main" id="{80F5BE09-6121-4982-B83F-B1ECE4BF5E12}"/>
              </a:ext>
            </a:extLst>
          </p:cNvPr>
          <p:cNvSpPr txBox="1">
            <a:spLocks/>
          </p:cNvSpPr>
          <p:nvPr/>
        </p:nvSpPr>
        <p:spPr>
          <a:xfrm>
            <a:off x="2554672" y="4006432"/>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a:solidFill>
                  <a:srgbClr val="2D6188"/>
                </a:solidFill>
                <a:latin typeface="Roboto" panose="02000000000000000000" pitchFamily="2" charset="0"/>
                <a:ea typeface="Roboto" panose="02000000000000000000" pitchFamily="2" charset="0"/>
                <a:cs typeface="Roboto" panose="02000000000000000000" pitchFamily="2" charset="0"/>
              </a:rPr>
              <a:t>5</a:t>
            </a:r>
          </a:p>
        </p:txBody>
      </p:sp>
      <p:sp>
        <p:nvSpPr>
          <p:cNvPr id="21" name="Rectangle 20">
            <a:extLst>
              <a:ext uri="{FF2B5EF4-FFF2-40B4-BE49-F238E27FC236}">
                <a16:creationId xmlns:a16="http://schemas.microsoft.com/office/drawing/2014/main" id="{C7DF8707-C2D4-4814-ADD1-F5FAA1CDF01C}"/>
              </a:ext>
            </a:extLst>
          </p:cNvPr>
          <p:cNvSpPr/>
          <p:nvPr/>
        </p:nvSpPr>
        <p:spPr>
          <a:xfrm>
            <a:off x="6798840" y="4126747"/>
            <a:ext cx="28800" cy="1587301"/>
          </a:xfrm>
          <a:prstGeom prst="rect">
            <a:avLst/>
          </a:prstGeom>
          <a:solidFill>
            <a:srgbClr val="1F3C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2">
            <a:extLst>
              <a:ext uri="{FF2B5EF4-FFF2-40B4-BE49-F238E27FC236}">
                <a16:creationId xmlns:a16="http://schemas.microsoft.com/office/drawing/2014/main" id="{742F964B-41FA-4CB5-A487-A420FFDE69C9}"/>
              </a:ext>
            </a:extLst>
          </p:cNvPr>
          <p:cNvSpPr txBox="1">
            <a:spLocks/>
          </p:cNvSpPr>
          <p:nvPr/>
        </p:nvSpPr>
        <p:spPr>
          <a:xfrm>
            <a:off x="4815381" y="4006432"/>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a:solidFill>
                  <a:srgbClr val="1F3C88"/>
                </a:solidFill>
                <a:latin typeface="Roboto" panose="02000000000000000000" pitchFamily="2" charset="0"/>
                <a:ea typeface="Roboto" panose="02000000000000000000" pitchFamily="2" charset="0"/>
                <a:cs typeface="Roboto" panose="02000000000000000000" pitchFamily="2" charset="0"/>
              </a:rPr>
              <a:t>6</a:t>
            </a:r>
          </a:p>
        </p:txBody>
      </p:sp>
      <p:sp>
        <p:nvSpPr>
          <p:cNvPr id="24" name="Rectangle 23">
            <a:extLst>
              <a:ext uri="{FF2B5EF4-FFF2-40B4-BE49-F238E27FC236}">
                <a16:creationId xmlns:a16="http://schemas.microsoft.com/office/drawing/2014/main" id="{853D8BDF-E1DA-4B5A-8A4A-C7C2E3ABC95B}"/>
              </a:ext>
            </a:extLst>
          </p:cNvPr>
          <p:cNvSpPr/>
          <p:nvPr/>
        </p:nvSpPr>
        <p:spPr>
          <a:xfrm>
            <a:off x="9232980" y="4126747"/>
            <a:ext cx="28800" cy="1587301"/>
          </a:xfrm>
          <a:prstGeom prst="rect">
            <a:avLst/>
          </a:prstGeom>
          <a:solidFill>
            <a:srgbClr val="FF3D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 Placeholder 3">
            <a:extLst>
              <a:ext uri="{FF2B5EF4-FFF2-40B4-BE49-F238E27FC236}">
                <a16:creationId xmlns:a16="http://schemas.microsoft.com/office/drawing/2014/main" id="{FABAD745-D916-4261-8909-3B1100E1EB15}"/>
              </a:ext>
            </a:extLst>
          </p:cNvPr>
          <p:cNvSpPr>
            <a:spLocks noGrp="1"/>
          </p:cNvSpPr>
          <p:nvPr>
            <p:ph type="body" sz="quarter" idx="12"/>
          </p:nvPr>
        </p:nvSpPr>
        <p:spPr>
          <a:xfrm>
            <a:off x="1381708" y="2532830"/>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36" name="Text Placeholder 3">
            <a:extLst>
              <a:ext uri="{FF2B5EF4-FFF2-40B4-BE49-F238E27FC236}">
                <a16:creationId xmlns:a16="http://schemas.microsoft.com/office/drawing/2014/main" id="{98635C6F-A8A1-419A-82D4-8E5201D070BC}"/>
              </a:ext>
            </a:extLst>
          </p:cNvPr>
          <p:cNvSpPr>
            <a:spLocks noGrp="1"/>
          </p:cNvSpPr>
          <p:nvPr>
            <p:ph type="body" sz="quarter" idx="13"/>
          </p:nvPr>
        </p:nvSpPr>
        <p:spPr>
          <a:xfrm>
            <a:off x="3835311" y="2532830"/>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37" name="Text Placeholder 3">
            <a:extLst>
              <a:ext uri="{FF2B5EF4-FFF2-40B4-BE49-F238E27FC236}">
                <a16:creationId xmlns:a16="http://schemas.microsoft.com/office/drawing/2014/main" id="{31D4F151-0D00-453E-88E8-0BA2F9ADC8B2}"/>
              </a:ext>
            </a:extLst>
          </p:cNvPr>
          <p:cNvSpPr>
            <a:spLocks noGrp="1"/>
          </p:cNvSpPr>
          <p:nvPr>
            <p:ph type="body" sz="quarter" idx="14"/>
          </p:nvPr>
        </p:nvSpPr>
        <p:spPr>
          <a:xfrm>
            <a:off x="6249989" y="2532830"/>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38" name="Text Placeholder 3">
            <a:extLst>
              <a:ext uri="{FF2B5EF4-FFF2-40B4-BE49-F238E27FC236}">
                <a16:creationId xmlns:a16="http://schemas.microsoft.com/office/drawing/2014/main" id="{59743D86-3841-44F3-8FD7-E602074015AE}"/>
              </a:ext>
            </a:extLst>
          </p:cNvPr>
          <p:cNvSpPr>
            <a:spLocks noGrp="1"/>
          </p:cNvSpPr>
          <p:nvPr>
            <p:ph type="body" sz="quarter" idx="15"/>
          </p:nvPr>
        </p:nvSpPr>
        <p:spPr>
          <a:xfrm>
            <a:off x="8581476" y="2532830"/>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39" name="Text Placeholder 3">
            <a:extLst>
              <a:ext uri="{FF2B5EF4-FFF2-40B4-BE49-F238E27FC236}">
                <a16:creationId xmlns:a16="http://schemas.microsoft.com/office/drawing/2014/main" id="{4A2F62E4-9B64-4FA5-83ED-C3AC5E7D26D6}"/>
              </a:ext>
            </a:extLst>
          </p:cNvPr>
          <p:cNvSpPr>
            <a:spLocks noGrp="1"/>
          </p:cNvSpPr>
          <p:nvPr>
            <p:ph type="body" sz="quarter" idx="16"/>
          </p:nvPr>
        </p:nvSpPr>
        <p:spPr>
          <a:xfrm>
            <a:off x="2790401" y="4643939"/>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40" name="Text Placeholder 3">
            <a:extLst>
              <a:ext uri="{FF2B5EF4-FFF2-40B4-BE49-F238E27FC236}">
                <a16:creationId xmlns:a16="http://schemas.microsoft.com/office/drawing/2014/main" id="{0D264C06-CC85-48E4-BBD7-86BF6690854F}"/>
              </a:ext>
            </a:extLst>
          </p:cNvPr>
          <p:cNvSpPr>
            <a:spLocks noGrp="1"/>
          </p:cNvSpPr>
          <p:nvPr>
            <p:ph type="body" sz="quarter" idx="17"/>
          </p:nvPr>
        </p:nvSpPr>
        <p:spPr>
          <a:xfrm>
            <a:off x="5046296" y="4642122"/>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41" name="Text Placeholder 3">
            <a:extLst>
              <a:ext uri="{FF2B5EF4-FFF2-40B4-BE49-F238E27FC236}">
                <a16:creationId xmlns:a16="http://schemas.microsoft.com/office/drawing/2014/main" id="{F3CA82DA-E94F-4704-91F6-5F43332B37E2}"/>
              </a:ext>
            </a:extLst>
          </p:cNvPr>
          <p:cNvSpPr>
            <a:spLocks noGrp="1"/>
          </p:cNvSpPr>
          <p:nvPr>
            <p:ph type="body" sz="quarter" idx="18"/>
          </p:nvPr>
        </p:nvSpPr>
        <p:spPr>
          <a:xfrm>
            <a:off x="7499899" y="4642122"/>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46" name="Text Placeholder 2">
            <a:extLst>
              <a:ext uri="{FF2B5EF4-FFF2-40B4-BE49-F238E27FC236}">
                <a16:creationId xmlns:a16="http://schemas.microsoft.com/office/drawing/2014/main" id="{F68145BD-EA22-4482-9F71-903E11FB99FC}"/>
              </a:ext>
            </a:extLst>
          </p:cNvPr>
          <p:cNvSpPr txBox="1">
            <a:spLocks/>
          </p:cNvSpPr>
          <p:nvPr/>
        </p:nvSpPr>
        <p:spPr>
          <a:xfrm>
            <a:off x="7255921" y="4006432"/>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a:solidFill>
                  <a:srgbClr val="FF3D57"/>
                </a:solidFill>
                <a:latin typeface="Roboto" panose="02000000000000000000" pitchFamily="2" charset="0"/>
                <a:ea typeface="Roboto" panose="02000000000000000000" pitchFamily="2" charset="0"/>
                <a:cs typeface="Roboto" panose="02000000000000000000" pitchFamily="2" charset="0"/>
              </a:rPr>
              <a:t>7</a:t>
            </a:r>
          </a:p>
        </p:txBody>
      </p:sp>
    </p:spTree>
    <p:extLst>
      <p:ext uri="{BB962C8B-B14F-4D97-AF65-F5344CB8AC3E}">
        <p14:creationId xmlns:p14="http://schemas.microsoft.com/office/powerpoint/2010/main" val="3626789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14_Custom Layout">
    <p:bg>
      <p:bgPr>
        <a:solidFill>
          <a:schemeClr val="tx1">
            <a:alpha val="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822A8-6D11-4CA9-AC39-511F3B748A1E}"/>
              </a:ext>
            </a:extLst>
          </p:cNvPr>
          <p:cNvSpPr>
            <a:spLocks noGrp="1"/>
          </p:cNvSpPr>
          <p:nvPr>
            <p:ph type="title"/>
          </p:nvPr>
        </p:nvSpPr>
        <p:spPr/>
        <p:txBody>
          <a:bodyPr>
            <a:normAutofit/>
          </a:bodyPr>
          <a:lstStyle>
            <a:lvl1pPr algn="ctr">
              <a:defRPr sz="4400" b="1">
                <a:solidFill>
                  <a:srgbClr val="2D6188"/>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4A72AC3A-5131-4BCE-B887-8109E951820A}"/>
              </a:ext>
            </a:extLst>
          </p:cNvPr>
          <p:cNvSpPr>
            <a:spLocks noGrp="1"/>
          </p:cNvSpPr>
          <p:nvPr>
            <p:ph type="sldNum" sz="quarter" idx="10"/>
          </p:nvPr>
        </p:nvSpPr>
        <p:spPr>
          <a:xfrm>
            <a:off x="3598363" y="6424178"/>
            <a:ext cx="1772920" cy="365125"/>
          </a:xfrm>
          <a:prstGeom prst="rect">
            <a:avLst/>
          </a:prstGeom>
        </p:spPr>
        <p:txBody>
          <a:bodyPr/>
          <a:lstStyle/>
          <a:p>
            <a:fld id="{E60884FA-1782-2C46-B58F-16BA5B9E415B}" type="slidenum">
              <a:rPr lang="en-US" smtClean="0"/>
              <a:t>‹#›</a:t>
            </a:fld>
            <a:endParaRPr lang="en-US"/>
          </a:p>
        </p:txBody>
      </p:sp>
      <p:sp>
        <p:nvSpPr>
          <p:cNvPr id="4" name="Footer Placeholder 3">
            <a:extLst>
              <a:ext uri="{FF2B5EF4-FFF2-40B4-BE49-F238E27FC236}">
                <a16:creationId xmlns:a16="http://schemas.microsoft.com/office/drawing/2014/main" id="{1C757876-651E-42C8-926D-A54BB81B931D}"/>
              </a:ext>
            </a:extLst>
          </p:cNvPr>
          <p:cNvSpPr>
            <a:spLocks noGrp="1"/>
          </p:cNvSpPr>
          <p:nvPr>
            <p:ph type="ftr" sz="quarter" idx="11"/>
          </p:nvPr>
        </p:nvSpPr>
        <p:spPr>
          <a:xfrm>
            <a:off x="442913" y="6424178"/>
            <a:ext cx="3406616" cy="365125"/>
          </a:xfrm>
          <a:prstGeom prst="rect">
            <a:avLst/>
          </a:prstGeom>
        </p:spPr>
        <p:txBody>
          <a:bodyPr/>
          <a:lstStyle/>
          <a:p>
            <a:r>
              <a:rPr lang="en-US"/>
              <a:t>COPYRIGHT 2021 ALEPO</a:t>
            </a:r>
          </a:p>
        </p:txBody>
      </p:sp>
      <p:sp>
        <p:nvSpPr>
          <p:cNvPr id="6" name="Rectangle 5">
            <a:extLst>
              <a:ext uri="{FF2B5EF4-FFF2-40B4-BE49-F238E27FC236}">
                <a16:creationId xmlns:a16="http://schemas.microsoft.com/office/drawing/2014/main" id="{F335ACE1-356B-44AB-89FE-954441DC3DBD}"/>
              </a:ext>
            </a:extLst>
          </p:cNvPr>
          <p:cNvSpPr/>
          <p:nvPr/>
        </p:nvSpPr>
        <p:spPr>
          <a:xfrm>
            <a:off x="2069431" y="2021305"/>
            <a:ext cx="28800" cy="1587301"/>
          </a:xfrm>
          <a:prstGeom prst="rect">
            <a:avLst/>
          </a:prstGeom>
          <a:solidFill>
            <a:srgbClr val="1F3C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2">
            <a:extLst>
              <a:ext uri="{FF2B5EF4-FFF2-40B4-BE49-F238E27FC236}">
                <a16:creationId xmlns:a16="http://schemas.microsoft.com/office/drawing/2014/main" id="{C897319A-AAB0-4811-A0BB-5E8BCCE705C1}"/>
              </a:ext>
            </a:extLst>
          </p:cNvPr>
          <p:cNvSpPr txBox="1">
            <a:spLocks/>
          </p:cNvSpPr>
          <p:nvPr/>
        </p:nvSpPr>
        <p:spPr>
          <a:xfrm>
            <a:off x="85973" y="1900990"/>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a:solidFill>
                  <a:srgbClr val="1F3C88"/>
                </a:solidFill>
                <a:latin typeface="Roboto" panose="02000000000000000000" pitchFamily="2" charset="0"/>
                <a:ea typeface="Roboto" panose="02000000000000000000" pitchFamily="2" charset="0"/>
                <a:cs typeface="Roboto" panose="02000000000000000000" pitchFamily="2" charset="0"/>
              </a:rPr>
              <a:t>1</a:t>
            </a:r>
          </a:p>
        </p:txBody>
      </p:sp>
      <p:sp>
        <p:nvSpPr>
          <p:cNvPr id="9" name="Rectangle 8">
            <a:extLst>
              <a:ext uri="{FF2B5EF4-FFF2-40B4-BE49-F238E27FC236}">
                <a16:creationId xmlns:a16="http://schemas.microsoft.com/office/drawing/2014/main" id="{7A0DCE6C-8CA6-4322-85DD-70B67509E587}"/>
              </a:ext>
            </a:extLst>
          </p:cNvPr>
          <p:cNvSpPr/>
          <p:nvPr/>
        </p:nvSpPr>
        <p:spPr>
          <a:xfrm>
            <a:off x="4503572" y="2021305"/>
            <a:ext cx="28800" cy="1587301"/>
          </a:xfrm>
          <a:prstGeom prst="rect">
            <a:avLst/>
          </a:prstGeom>
          <a:solidFill>
            <a:srgbClr val="FF3D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 Placeholder 2">
            <a:extLst>
              <a:ext uri="{FF2B5EF4-FFF2-40B4-BE49-F238E27FC236}">
                <a16:creationId xmlns:a16="http://schemas.microsoft.com/office/drawing/2014/main" id="{35FD50F6-1C19-4D7B-87BE-9BDF59D74A4A}"/>
              </a:ext>
            </a:extLst>
          </p:cNvPr>
          <p:cNvSpPr txBox="1">
            <a:spLocks/>
          </p:cNvSpPr>
          <p:nvPr/>
        </p:nvSpPr>
        <p:spPr>
          <a:xfrm>
            <a:off x="2520113" y="1900990"/>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a:solidFill>
                  <a:srgbClr val="FF3D57"/>
                </a:solidFill>
                <a:latin typeface="Roboto" panose="02000000000000000000" pitchFamily="2" charset="0"/>
                <a:ea typeface="Roboto" panose="02000000000000000000" pitchFamily="2" charset="0"/>
                <a:cs typeface="Roboto" panose="02000000000000000000" pitchFamily="2" charset="0"/>
              </a:rPr>
              <a:t>2</a:t>
            </a:r>
          </a:p>
        </p:txBody>
      </p:sp>
      <p:sp>
        <p:nvSpPr>
          <p:cNvPr id="12" name="Rectangle 11">
            <a:extLst>
              <a:ext uri="{FF2B5EF4-FFF2-40B4-BE49-F238E27FC236}">
                <a16:creationId xmlns:a16="http://schemas.microsoft.com/office/drawing/2014/main" id="{7A1FB2DD-A0F3-4491-9726-E8BB176D46AF}"/>
              </a:ext>
            </a:extLst>
          </p:cNvPr>
          <p:cNvSpPr/>
          <p:nvPr/>
        </p:nvSpPr>
        <p:spPr>
          <a:xfrm>
            <a:off x="6937712" y="2021305"/>
            <a:ext cx="28800" cy="1587301"/>
          </a:xfrm>
          <a:prstGeom prst="rect">
            <a:avLst/>
          </a:prstGeom>
          <a:solidFill>
            <a:srgbClr val="18C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2">
            <a:extLst>
              <a:ext uri="{FF2B5EF4-FFF2-40B4-BE49-F238E27FC236}">
                <a16:creationId xmlns:a16="http://schemas.microsoft.com/office/drawing/2014/main" id="{6894BB99-BA28-449F-B57C-D4BE12C9E718}"/>
              </a:ext>
            </a:extLst>
          </p:cNvPr>
          <p:cNvSpPr txBox="1">
            <a:spLocks/>
          </p:cNvSpPr>
          <p:nvPr/>
        </p:nvSpPr>
        <p:spPr>
          <a:xfrm>
            <a:off x="4954253" y="1900990"/>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a:solidFill>
                  <a:srgbClr val="18C0FF"/>
                </a:solidFill>
                <a:latin typeface="Roboto" panose="02000000000000000000" pitchFamily="2" charset="0"/>
                <a:ea typeface="Roboto" panose="02000000000000000000" pitchFamily="2" charset="0"/>
                <a:cs typeface="Roboto" panose="02000000000000000000" pitchFamily="2" charset="0"/>
              </a:rPr>
              <a:t>3</a:t>
            </a:r>
          </a:p>
        </p:txBody>
      </p:sp>
      <p:sp>
        <p:nvSpPr>
          <p:cNvPr id="15" name="Rectangle 14">
            <a:extLst>
              <a:ext uri="{FF2B5EF4-FFF2-40B4-BE49-F238E27FC236}">
                <a16:creationId xmlns:a16="http://schemas.microsoft.com/office/drawing/2014/main" id="{7B7A2BA3-D391-4357-A70B-7B37359D3973}"/>
              </a:ext>
            </a:extLst>
          </p:cNvPr>
          <p:cNvSpPr/>
          <p:nvPr/>
        </p:nvSpPr>
        <p:spPr>
          <a:xfrm>
            <a:off x="9256136" y="2021305"/>
            <a:ext cx="28800" cy="1587301"/>
          </a:xfrm>
          <a:prstGeom prst="rect">
            <a:avLst/>
          </a:prstGeom>
          <a:solidFill>
            <a:srgbClr val="27AB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2">
            <a:extLst>
              <a:ext uri="{FF2B5EF4-FFF2-40B4-BE49-F238E27FC236}">
                <a16:creationId xmlns:a16="http://schemas.microsoft.com/office/drawing/2014/main" id="{E047191A-3406-43A7-AB62-3E0751139242}"/>
              </a:ext>
            </a:extLst>
          </p:cNvPr>
          <p:cNvSpPr txBox="1">
            <a:spLocks/>
          </p:cNvSpPr>
          <p:nvPr/>
        </p:nvSpPr>
        <p:spPr>
          <a:xfrm>
            <a:off x="7272677" y="1900990"/>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a:solidFill>
                  <a:srgbClr val="27ABB8"/>
                </a:solidFill>
                <a:latin typeface="Roboto" panose="02000000000000000000" pitchFamily="2" charset="0"/>
                <a:ea typeface="Roboto" panose="02000000000000000000" pitchFamily="2" charset="0"/>
                <a:cs typeface="Roboto" panose="02000000000000000000" pitchFamily="2" charset="0"/>
              </a:rPr>
              <a:t>4</a:t>
            </a:r>
          </a:p>
        </p:txBody>
      </p:sp>
      <p:sp>
        <p:nvSpPr>
          <p:cNvPr id="18" name="Rectangle 17">
            <a:extLst>
              <a:ext uri="{FF2B5EF4-FFF2-40B4-BE49-F238E27FC236}">
                <a16:creationId xmlns:a16="http://schemas.microsoft.com/office/drawing/2014/main" id="{760A879F-B2C0-422F-9092-4EB49C9806E3}"/>
              </a:ext>
            </a:extLst>
          </p:cNvPr>
          <p:cNvSpPr/>
          <p:nvPr/>
        </p:nvSpPr>
        <p:spPr>
          <a:xfrm>
            <a:off x="11574560" y="2021305"/>
            <a:ext cx="28800" cy="1587301"/>
          </a:xfrm>
          <a:prstGeom prst="rect">
            <a:avLst/>
          </a:prstGeom>
          <a:solidFill>
            <a:srgbClr val="2D6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 Placeholder 2">
            <a:extLst>
              <a:ext uri="{FF2B5EF4-FFF2-40B4-BE49-F238E27FC236}">
                <a16:creationId xmlns:a16="http://schemas.microsoft.com/office/drawing/2014/main" id="{80F5BE09-6121-4982-B83F-B1ECE4BF5E12}"/>
              </a:ext>
            </a:extLst>
          </p:cNvPr>
          <p:cNvSpPr txBox="1">
            <a:spLocks/>
          </p:cNvSpPr>
          <p:nvPr/>
        </p:nvSpPr>
        <p:spPr>
          <a:xfrm>
            <a:off x="9591101" y="1900990"/>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a:solidFill>
                  <a:srgbClr val="2D6188"/>
                </a:solidFill>
                <a:latin typeface="Roboto" panose="02000000000000000000" pitchFamily="2" charset="0"/>
                <a:ea typeface="Roboto" panose="02000000000000000000" pitchFamily="2" charset="0"/>
                <a:cs typeface="Roboto" panose="02000000000000000000" pitchFamily="2" charset="0"/>
              </a:rPr>
              <a:t>5</a:t>
            </a:r>
          </a:p>
        </p:txBody>
      </p:sp>
      <p:sp>
        <p:nvSpPr>
          <p:cNvPr id="21" name="Rectangle 20">
            <a:extLst>
              <a:ext uri="{FF2B5EF4-FFF2-40B4-BE49-F238E27FC236}">
                <a16:creationId xmlns:a16="http://schemas.microsoft.com/office/drawing/2014/main" id="{C7DF8707-C2D4-4814-ADD1-F5FAA1CDF01C}"/>
              </a:ext>
            </a:extLst>
          </p:cNvPr>
          <p:cNvSpPr/>
          <p:nvPr/>
        </p:nvSpPr>
        <p:spPr>
          <a:xfrm>
            <a:off x="2069432" y="4126747"/>
            <a:ext cx="28800" cy="1587301"/>
          </a:xfrm>
          <a:prstGeom prst="rect">
            <a:avLst/>
          </a:prstGeom>
          <a:solidFill>
            <a:srgbClr val="1F3C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2">
            <a:extLst>
              <a:ext uri="{FF2B5EF4-FFF2-40B4-BE49-F238E27FC236}">
                <a16:creationId xmlns:a16="http://schemas.microsoft.com/office/drawing/2014/main" id="{742F964B-41FA-4CB5-A487-A420FFDE69C9}"/>
              </a:ext>
            </a:extLst>
          </p:cNvPr>
          <p:cNvSpPr txBox="1">
            <a:spLocks/>
          </p:cNvSpPr>
          <p:nvPr/>
        </p:nvSpPr>
        <p:spPr>
          <a:xfrm>
            <a:off x="85973" y="4006432"/>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a:solidFill>
                  <a:srgbClr val="1F3C88"/>
                </a:solidFill>
                <a:latin typeface="Roboto" panose="02000000000000000000" pitchFamily="2" charset="0"/>
                <a:ea typeface="Roboto" panose="02000000000000000000" pitchFamily="2" charset="0"/>
                <a:cs typeface="Roboto" panose="02000000000000000000" pitchFamily="2" charset="0"/>
              </a:rPr>
              <a:t>6</a:t>
            </a:r>
          </a:p>
        </p:txBody>
      </p:sp>
      <p:sp>
        <p:nvSpPr>
          <p:cNvPr id="24" name="Rectangle 23">
            <a:extLst>
              <a:ext uri="{FF2B5EF4-FFF2-40B4-BE49-F238E27FC236}">
                <a16:creationId xmlns:a16="http://schemas.microsoft.com/office/drawing/2014/main" id="{853D8BDF-E1DA-4B5A-8A4A-C7C2E3ABC95B}"/>
              </a:ext>
            </a:extLst>
          </p:cNvPr>
          <p:cNvSpPr/>
          <p:nvPr/>
        </p:nvSpPr>
        <p:spPr>
          <a:xfrm>
            <a:off x="4503572" y="4126747"/>
            <a:ext cx="28800" cy="1587301"/>
          </a:xfrm>
          <a:prstGeom prst="rect">
            <a:avLst/>
          </a:prstGeom>
          <a:solidFill>
            <a:srgbClr val="FF3D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DEBC3F1-FD7B-47E6-BA65-486DD792053D}"/>
              </a:ext>
            </a:extLst>
          </p:cNvPr>
          <p:cNvSpPr/>
          <p:nvPr/>
        </p:nvSpPr>
        <p:spPr>
          <a:xfrm>
            <a:off x="6937712" y="4126747"/>
            <a:ext cx="28800" cy="1587301"/>
          </a:xfrm>
          <a:prstGeom prst="rect">
            <a:avLst/>
          </a:prstGeom>
          <a:solidFill>
            <a:srgbClr val="18C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 Placeholder 2">
            <a:extLst>
              <a:ext uri="{FF2B5EF4-FFF2-40B4-BE49-F238E27FC236}">
                <a16:creationId xmlns:a16="http://schemas.microsoft.com/office/drawing/2014/main" id="{9288B415-474E-4513-9396-36C2B0F9A5BE}"/>
              </a:ext>
            </a:extLst>
          </p:cNvPr>
          <p:cNvSpPr txBox="1">
            <a:spLocks/>
          </p:cNvSpPr>
          <p:nvPr/>
        </p:nvSpPr>
        <p:spPr>
          <a:xfrm>
            <a:off x="4899595" y="3961230"/>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a:solidFill>
                  <a:srgbClr val="18C0FF"/>
                </a:solidFill>
                <a:latin typeface="Roboto" panose="02000000000000000000" pitchFamily="2" charset="0"/>
                <a:ea typeface="Roboto" panose="02000000000000000000" pitchFamily="2" charset="0"/>
                <a:cs typeface="Roboto" panose="02000000000000000000" pitchFamily="2" charset="0"/>
              </a:rPr>
              <a:t>8</a:t>
            </a:r>
          </a:p>
        </p:txBody>
      </p:sp>
      <p:sp>
        <p:nvSpPr>
          <p:cNvPr id="30" name="Rectangle 29">
            <a:extLst>
              <a:ext uri="{FF2B5EF4-FFF2-40B4-BE49-F238E27FC236}">
                <a16:creationId xmlns:a16="http://schemas.microsoft.com/office/drawing/2014/main" id="{6F2F0C67-FCE5-4661-B88A-E32A43621BFD}"/>
              </a:ext>
            </a:extLst>
          </p:cNvPr>
          <p:cNvSpPr/>
          <p:nvPr/>
        </p:nvSpPr>
        <p:spPr>
          <a:xfrm>
            <a:off x="9256136" y="4126747"/>
            <a:ext cx="28800" cy="1587301"/>
          </a:xfrm>
          <a:prstGeom prst="rect">
            <a:avLst/>
          </a:prstGeom>
          <a:solidFill>
            <a:srgbClr val="27AB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 Placeholder 2">
            <a:extLst>
              <a:ext uri="{FF2B5EF4-FFF2-40B4-BE49-F238E27FC236}">
                <a16:creationId xmlns:a16="http://schemas.microsoft.com/office/drawing/2014/main" id="{C7742D72-E85F-4C07-AB77-F9957C7CF062}"/>
              </a:ext>
            </a:extLst>
          </p:cNvPr>
          <p:cNvSpPr txBox="1">
            <a:spLocks/>
          </p:cNvSpPr>
          <p:nvPr/>
        </p:nvSpPr>
        <p:spPr>
          <a:xfrm>
            <a:off x="7272677" y="4006432"/>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a:solidFill>
                  <a:srgbClr val="27ABB8"/>
                </a:solidFill>
                <a:latin typeface="Roboto" panose="02000000000000000000" pitchFamily="2" charset="0"/>
                <a:ea typeface="Roboto" panose="02000000000000000000" pitchFamily="2" charset="0"/>
                <a:cs typeface="Roboto" panose="02000000000000000000" pitchFamily="2" charset="0"/>
              </a:rPr>
              <a:t>9</a:t>
            </a:r>
          </a:p>
        </p:txBody>
      </p:sp>
      <p:sp>
        <p:nvSpPr>
          <p:cNvPr id="33" name="Rectangle 32">
            <a:extLst>
              <a:ext uri="{FF2B5EF4-FFF2-40B4-BE49-F238E27FC236}">
                <a16:creationId xmlns:a16="http://schemas.microsoft.com/office/drawing/2014/main" id="{3A8EA92B-455D-4020-9243-099B6A36D6B6}"/>
              </a:ext>
            </a:extLst>
          </p:cNvPr>
          <p:cNvSpPr/>
          <p:nvPr/>
        </p:nvSpPr>
        <p:spPr>
          <a:xfrm>
            <a:off x="11574560" y="4126747"/>
            <a:ext cx="28800" cy="1587301"/>
          </a:xfrm>
          <a:prstGeom prst="rect">
            <a:avLst/>
          </a:prstGeom>
          <a:solidFill>
            <a:srgbClr val="2D6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 Placeholder 2">
            <a:extLst>
              <a:ext uri="{FF2B5EF4-FFF2-40B4-BE49-F238E27FC236}">
                <a16:creationId xmlns:a16="http://schemas.microsoft.com/office/drawing/2014/main" id="{471B9617-1D57-4439-BE2F-7F852849ACFB}"/>
              </a:ext>
            </a:extLst>
          </p:cNvPr>
          <p:cNvSpPr txBox="1">
            <a:spLocks/>
          </p:cNvSpPr>
          <p:nvPr/>
        </p:nvSpPr>
        <p:spPr>
          <a:xfrm>
            <a:off x="9591101" y="4006432"/>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a:solidFill>
                  <a:srgbClr val="2D6188"/>
                </a:solidFill>
                <a:latin typeface="Roboto" panose="02000000000000000000" pitchFamily="2" charset="0"/>
                <a:ea typeface="Roboto" panose="02000000000000000000" pitchFamily="2" charset="0"/>
                <a:cs typeface="Roboto" panose="02000000000000000000" pitchFamily="2" charset="0"/>
              </a:rPr>
              <a:t>10</a:t>
            </a:r>
          </a:p>
        </p:txBody>
      </p:sp>
      <p:sp>
        <p:nvSpPr>
          <p:cNvPr id="35" name="Text Placeholder 3">
            <a:extLst>
              <a:ext uri="{FF2B5EF4-FFF2-40B4-BE49-F238E27FC236}">
                <a16:creationId xmlns:a16="http://schemas.microsoft.com/office/drawing/2014/main" id="{FABAD745-D916-4261-8909-3B1100E1EB15}"/>
              </a:ext>
            </a:extLst>
          </p:cNvPr>
          <p:cNvSpPr>
            <a:spLocks noGrp="1"/>
          </p:cNvSpPr>
          <p:nvPr>
            <p:ph type="body" sz="quarter" idx="12"/>
          </p:nvPr>
        </p:nvSpPr>
        <p:spPr>
          <a:xfrm>
            <a:off x="316888" y="2538497"/>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36" name="Text Placeholder 3">
            <a:extLst>
              <a:ext uri="{FF2B5EF4-FFF2-40B4-BE49-F238E27FC236}">
                <a16:creationId xmlns:a16="http://schemas.microsoft.com/office/drawing/2014/main" id="{98635C6F-A8A1-419A-82D4-8E5201D070BC}"/>
              </a:ext>
            </a:extLst>
          </p:cNvPr>
          <p:cNvSpPr>
            <a:spLocks noGrp="1"/>
          </p:cNvSpPr>
          <p:nvPr>
            <p:ph type="body" sz="quarter" idx="13"/>
          </p:nvPr>
        </p:nvSpPr>
        <p:spPr>
          <a:xfrm>
            <a:off x="2770491" y="2538497"/>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37" name="Text Placeholder 3">
            <a:extLst>
              <a:ext uri="{FF2B5EF4-FFF2-40B4-BE49-F238E27FC236}">
                <a16:creationId xmlns:a16="http://schemas.microsoft.com/office/drawing/2014/main" id="{31D4F151-0D00-453E-88E8-0BA2F9ADC8B2}"/>
              </a:ext>
            </a:extLst>
          </p:cNvPr>
          <p:cNvSpPr>
            <a:spLocks noGrp="1"/>
          </p:cNvSpPr>
          <p:nvPr>
            <p:ph type="body" sz="quarter" idx="14"/>
          </p:nvPr>
        </p:nvSpPr>
        <p:spPr>
          <a:xfrm>
            <a:off x="5185169" y="2538497"/>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38" name="Text Placeholder 3">
            <a:extLst>
              <a:ext uri="{FF2B5EF4-FFF2-40B4-BE49-F238E27FC236}">
                <a16:creationId xmlns:a16="http://schemas.microsoft.com/office/drawing/2014/main" id="{59743D86-3841-44F3-8FD7-E602074015AE}"/>
              </a:ext>
            </a:extLst>
          </p:cNvPr>
          <p:cNvSpPr>
            <a:spLocks noGrp="1"/>
          </p:cNvSpPr>
          <p:nvPr>
            <p:ph type="body" sz="quarter" idx="15"/>
          </p:nvPr>
        </p:nvSpPr>
        <p:spPr>
          <a:xfrm>
            <a:off x="7516656" y="2538497"/>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39" name="Text Placeholder 3">
            <a:extLst>
              <a:ext uri="{FF2B5EF4-FFF2-40B4-BE49-F238E27FC236}">
                <a16:creationId xmlns:a16="http://schemas.microsoft.com/office/drawing/2014/main" id="{4A2F62E4-9B64-4FA5-83ED-C3AC5E7D26D6}"/>
              </a:ext>
            </a:extLst>
          </p:cNvPr>
          <p:cNvSpPr>
            <a:spLocks noGrp="1"/>
          </p:cNvSpPr>
          <p:nvPr>
            <p:ph type="body" sz="quarter" idx="16"/>
          </p:nvPr>
        </p:nvSpPr>
        <p:spPr>
          <a:xfrm>
            <a:off x="9826830" y="2538497"/>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40" name="Text Placeholder 3">
            <a:extLst>
              <a:ext uri="{FF2B5EF4-FFF2-40B4-BE49-F238E27FC236}">
                <a16:creationId xmlns:a16="http://schemas.microsoft.com/office/drawing/2014/main" id="{0D264C06-CC85-48E4-BBD7-86BF6690854F}"/>
              </a:ext>
            </a:extLst>
          </p:cNvPr>
          <p:cNvSpPr>
            <a:spLocks noGrp="1"/>
          </p:cNvSpPr>
          <p:nvPr>
            <p:ph type="body" sz="quarter" idx="17"/>
          </p:nvPr>
        </p:nvSpPr>
        <p:spPr>
          <a:xfrm>
            <a:off x="316888" y="4642122"/>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41" name="Text Placeholder 3">
            <a:extLst>
              <a:ext uri="{FF2B5EF4-FFF2-40B4-BE49-F238E27FC236}">
                <a16:creationId xmlns:a16="http://schemas.microsoft.com/office/drawing/2014/main" id="{F3CA82DA-E94F-4704-91F6-5F43332B37E2}"/>
              </a:ext>
            </a:extLst>
          </p:cNvPr>
          <p:cNvSpPr>
            <a:spLocks noGrp="1"/>
          </p:cNvSpPr>
          <p:nvPr>
            <p:ph type="body" sz="quarter" idx="18"/>
          </p:nvPr>
        </p:nvSpPr>
        <p:spPr>
          <a:xfrm>
            <a:off x="2770491" y="4642122"/>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42" name="Text Placeholder 3">
            <a:extLst>
              <a:ext uri="{FF2B5EF4-FFF2-40B4-BE49-F238E27FC236}">
                <a16:creationId xmlns:a16="http://schemas.microsoft.com/office/drawing/2014/main" id="{92B45430-028C-47EE-AB70-2AFD383B30F7}"/>
              </a:ext>
            </a:extLst>
          </p:cNvPr>
          <p:cNvSpPr>
            <a:spLocks noGrp="1"/>
          </p:cNvSpPr>
          <p:nvPr>
            <p:ph type="body" sz="quarter" idx="19"/>
          </p:nvPr>
        </p:nvSpPr>
        <p:spPr>
          <a:xfrm>
            <a:off x="5185169" y="4642122"/>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43" name="Text Placeholder 3">
            <a:extLst>
              <a:ext uri="{FF2B5EF4-FFF2-40B4-BE49-F238E27FC236}">
                <a16:creationId xmlns:a16="http://schemas.microsoft.com/office/drawing/2014/main" id="{F3F55306-D155-4055-9A21-7E0F35605BEC}"/>
              </a:ext>
            </a:extLst>
          </p:cNvPr>
          <p:cNvSpPr>
            <a:spLocks noGrp="1"/>
          </p:cNvSpPr>
          <p:nvPr>
            <p:ph type="body" sz="quarter" idx="20"/>
          </p:nvPr>
        </p:nvSpPr>
        <p:spPr>
          <a:xfrm>
            <a:off x="7516656" y="4642122"/>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44" name="Text Placeholder 3">
            <a:extLst>
              <a:ext uri="{FF2B5EF4-FFF2-40B4-BE49-F238E27FC236}">
                <a16:creationId xmlns:a16="http://schemas.microsoft.com/office/drawing/2014/main" id="{EB9C01AC-A86B-4482-913D-4643B853C98E}"/>
              </a:ext>
            </a:extLst>
          </p:cNvPr>
          <p:cNvSpPr>
            <a:spLocks noGrp="1"/>
          </p:cNvSpPr>
          <p:nvPr>
            <p:ph type="body" sz="quarter" idx="21"/>
          </p:nvPr>
        </p:nvSpPr>
        <p:spPr>
          <a:xfrm>
            <a:off x="9826830" y="4642122"/>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46" name="Text Placeholder 2">
            <a:extLst>
              <a:ext uri="{FF2B5EF4-FFF2-40B4-BE49-F238E27FC236}">
                <a16:creationId xmlns:a16="http://schemas.microsoft.com/office/drawing/2014/main" id="{F68145BD-EA22-4482-9F71-903E11FB99FC}"/>
              </a:ext>
            </a:extLst>
          </p:cNvPr>
          <p:cNvSpPr txBox="1">
            <a:spLocks/>
          </p:cNvSpPr>
          <p:nvPr/>
        </p:nvSpPr>
        <p:spPr>
          <a:xfrm>
            <a:off x="2526513" y="4006432"/>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a:solidFill>
                  <a:srgbClr val="FF3D57"/>
                </a:solidFill>
                <a:latin typeface="Roboto" panose="02000000000000000000" pitchFamily="2" charset="0"/>
                <a:ea typeface="Roboto" panose="02000000000000000000" pitchFamily="2" charset="0"/>
                <a:cs typeface="Roboto" panose="02000000000000000000" pitchFamily="2" charset="0"/>
              </a:rPr>
              <a:t>7</a:t>
            </a:r>
          </a:p>
        </p:txBody>
      </p:sp>
    </p:spTree>
    <p:extLst>
      <p:ext uri="{BB962C8B-B14F-4D97-AF65-F5344CB8AC3E}">
        <p14:creationId xmlns:p14="http://schemas.microsoft.com/office/powerpoint/2010/main" val="8390301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6_Custom Layout">
    <p:bg>
      <p:bgPr>
        <a:solidFill>
          <a:schemeClr val="tx1">
            <a:alpha val="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822A8-6D11-4CA9-AC39-511F3B748A1E}"/>
              </a:ext>
            </a:extLst>
          </p:cNvPr>
          <p:cNvSpPr>
            <a:spLocks noGrp="1"/>
          </p:cNvSpPr>
          <p:nvPr>
            <p:ph type="title"/>
          </p:nvPr>
        </p:nvSpPr>
        <p:spPr/>
        <p:txBody>
          <a:bodyPr>
            <a:normAutofit/>
          </a:bodyPr>
          <a:lstStyle>
            <a:lvl1pPr algn="ctr">
              <a:defRPr sz="4400" b="1">
                <a:solidFill>
                  <a:srgbClr val="2D6188"/>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4A72AC3A-5131-4BCE-B887-8109E951820A}"/>
              </a:ext>
            </a:extLst>
          </p:cNvPr>
          <p:cNvSpPr>
            <a:spLocks noGrp="1"/>
          </p:cNvSpPr>
          <p:nvPr>
            <p:ph type="sldNum" sz="quarter" idx="10"/>
          </p:nvPr>
        </p:nvSpPr>
        <p:spPr>
          <a:xfrm>
            <a:off x="3598363" y="6424178"/>
            <a:ext cx="1772920" cy="365125"/>
          </a:xfrm>
          <a:prstGeom prst="rect">
            <a:avLst/>
          </a:prstGeom>
        </p:spPr>
        <p:txBody>
          <a:bodyPr/>
          <a:lstStyle/>
          <a:p>
            <a:fld id="{E60884FA-1782-2C46-B58F-16BA5B9E415B}" type="slidenum">
              <a:rPr lang="en-US" smtClean="0"/>
              <a:t>‹#›</a:t>
            </a:fld>
            <a:endParaRPr lang="en-US"/>
          </a:p>
        </p:txBody>
      </p:sp>
      <p:sp>
        <p:nvSpPr>
          <p:cNvPr id="4" name="Footer Placeholder 3">
            <a:extLst>
              <a:ext uri="{FF2B5EF4-FFF2-40B4-BE49-F238E27FC236}">
                <a16:creationId xmlns:a16="http://schemas.microsoft.com/office/drawing/2014/main" id="{1C757876-651E-42C8-926D-A54BB81B931D}"/>
              </a:ext>
            </a:extLst>
          </p:cNvPr>
          <p:cNvSpPr>
            <a:spLocks noGrp="1"/>
          </p:cNvSpPr>
          <p:nvPr>
            <p:ph type="ftr" sz="quarter" idx="11"/>
          </p:nvPr>
        </p:nvSpPr>
        <p:spPr>
          <a:xfrm>
            <a:off x="442913" y="6424178"/>
            <a:ext cx="3406616" cy="365125"/>
          </a:xfrm>
          <a:prstGeom prst="rect">
            <a:avLst/>
          </a:prstGeom>
        </p:spPr>
        <p:txBody>
          <a:bodyPr/>
          <a:lstStyle/>
          <a:p>
            <a:r>
              <a:rPr lang="en-US"/>
              <a:t>COPYRIGHT 2021 ALEPO</a:t>
            </a:r>
          </a:p>
        </p:txBody>
      </p:sp>
      <p:sp>
        <p:nvSpPr>
          <p:cNvPr id="6" name="Rectangle 5">
            <a:extLst>
              <a:ext uri="{FF2B5EF4-FFF2-40B4-BE49-F238E27FC236}">
                <a16:creationId xmlns:a16="http://schemas.microsoft.com/office/drawing/2014/main" id="{F335ACE1-356B-44AB-89FE-954441DC3DBD}"/>
              </a:ext>
            </a:extLst>
          </p:cNvPr>
          <p:cNvSpPr/>
          <p:nvPr/>
        </p:nvSpPr>
        <p:spPr>
          <a:xfrm>
            <a:off x="3079081" y="2021305"/>
            <a:ext cx="28800" cy="1587301"/>
          </a:xfrm>
          <a:prstGeom prst="rect">
            <a:avLst/>
          </a:prstGeom>
          <a:solidFill>
            <a:srgbClr val="1F3C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2">
            <a:extLst>
              <a:ext uri="{FF2B5EF4-FFF2-40B4-BE49-F238E27FC236}">
                <a16:creationId xmlns:a16="http://schemas.microsoft.com/office/drawing/2014/main" id="{C897319A-AAB0-4811-A0BB-5E8BCCE705C1}"/>
              </a:ext>
            </a:extLst>
          </p:cNvPr>
          <p:cNvSpPr txBox="1">
            <a:spLocks/>
          </p:cNvSpPr>
          <p:nvPr/>
        </p:nvSpPr>
        <p:spPr>
          <a:xfrm>
            <a:off x="1076573" y="1900990"/>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a:solidFill>
                  <a:srgbClr val="1F3C88"/>
                </a:solidFill>
                <a:latin typeface="Roboto" panose="02000000000000000000" pitchFamily="2" charset="0"/>
                <a:ea typeface="Roboto" panose="02000000000000000000" pitchFamily="2" charset="0"/>
                <a:cs typeface="Roboto" panose="02000000000000000000" pitchFamily="2" charset="0"/>
              </a:rPr>
              <a:t>1</a:t>
            </a:r>
          </a:p>
        </p:txBody>
      </p:sp>
      <p:sp>
        <p:nvSpPr>
          <p:cNvPr id="9" name="Rectangle 8">
            <a:extLst>
              <a:ext uri="{FF2B5EF4-FFF2-40B4-BE49-F238E27FC236}">
                <a16:creationId xmlns:a16="http://schemas.microsoft.com/office/drawing/2014/main" id="{7A0DCE6C-8CA6-4322-85DD-70B67509E587}"/>
              </a:ext>
            </a:extLst>
          </p:cNvPr>
          <p:cNvSpPr/>
          <p:nvPr/>
        </p:nvSpPr>
        <p:spPr>
          <a:xfrm>
            <a:off x="5513222" y="2021305"/>
            <a:ext cx="28800" cy="1587301"/>
          </a:xfrm>
          <a:prstGeom prst="rect">
            <a:avLst/>
          </a:prstGeom>
          <a:solidFill>
            <a:srgbClr val="FF3D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 Placeholder 2">
            <a:extLst>
              <a:ext uri="{FF2B5EF4-FFF2-40B4-BE49-F238E27FC236}">
                <a16:creationId xmlns:a16="http://schemas.microsoft.com/office/drawing/2014/main" id="{35FD50F6-1C19-4D7B-87BE-9BDF59D74A4A}"/>
              </a:ext>
            </a:extLst>
          </p:cNvPr>
          <p:cNvSpPr txBox="1">
            <a:spLocks/>
          </p:cNvSpPr>
          <p:nvPr/>
        </p:nvSpPr>
        <p:spPr>
          <a:xfrm>
            <a:off x="3529763" y="1900990"/>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a:solidFill>
                  <a:srgbClr val="FF3D57"/>
                </a:solidFill>
                <a:latin typeface="Roboto" panose="02000000000000000000" pitchFamily="2" charset="0"/>
                <a:ea typeface="Roboto" panose="02000000000000000000" pitchFamily="2" charset="0"/>
                <a:cs typeface="Roboto" panose="02000000000000000000" pitchFamily="2" charset="0"/>
              </a:rPr>
              <a:t>2</a:t>
            </a:r>
          </a:p>
        </p:txBody>
      </p:sp>
      <p:sp>
        <p:nvSpPr>
          <p:cNvPr id="12" name="Rectangle 11">
            <a:extLst>
              <a:ext uri="{FF2B5EF4-FFF2-40B4-BE49-F238E27FC236}">
                <a16:creationId xmlns:a16="http://schemas.microsoft.com/office/drawing/2014/main" id="{7A1FB2DD-A0F3-4491-9726-E8BB176D46AF}"/>
              </a:ext>
            </a:extLst>
          </p:cNvPr>
          <p:cNvSpPr/>
          <p:nvPr/>
        </p:nvSpPr>
        <p:spPr>
          <a:xfrm>
            <a:off x="7947362" y="2021305"/>
            <a:ext cx="28800" cy="1587301"/>
          </a:xfrm>
          <a:prstGeom prst="rect">
            <a:avLst/>
          </a:prstGeom>
          <a:solidFill>
            <a:srgbClr val="18C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2">
            <a:extLst>
              <a:ext uri="{FF2B5EF4-FFF2-40B4-BE49-F238E27FC236}">
                <a16:creationId xmlns:a16="http://schemas.microsoft.com/office/drawing/2014/main" id="{6894BB99-BA28-449F-B57C-D4BE12C9E718}"/>
              </a:ext>
            </a:extLst>
          </p:cNvPr>
          <p:cNvSpPr txBox="1">
            <a:spLocks/>
          </p:cNvSpPr>
          <p:nvPr/>
        </p:nvSpPr>
        <p:spPr>
          <a:xfrm>
            <a:off x="5963903" y="1900990"/>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a:solidFill>
                  <a:srgbClr val="18C0FF"/>
                </a:solidFill>
                <a:latin typeface="Roboto" panose="02000000000000000000" pitchFamily="2" charset="0"/>
                <a:ea typeface="Roboto" panose="02000000000000000000" pitchFamily="2" charset="0"/>
                <a:cs typeface="Roboto" panose="02000000000000000000" pitchFamily="2" charset="0"/>
              </a:rPr>
              <a:t>3</a:t>
            </a:r>
          </a:p>
        </p:txBody>
      </p:sp>
      <p:sp>
        <p:nvSpPr>
          <p:cNvPr id="15" name="Rectangle 14">
            <a:extLst>
              <a:ext uri="{FF2B5EF4-FFF2-40B4-BE49-F238E27FC236}">
                <a16:creationId xmlns:a16="http://schemas.microsoft.com/office/drawing/2014/main" id="{7B7A2BA3-D391-4357-A70B-7B37359D3973}"/>
              </a:ext>
            </a:extLst>
          </p:cNvPr>
          <p:cNvSpPr/>
          <p:nvPr/>
        </p:nvSpPr>
        <p:spPr>
          <a:xfrm>
            <a:off x="10265786" y="2021305"/>
            <a:ext cx="28800" cy="1587301"/>
          </a:xfrm>
          <a:prstGeom prst="rect">
            <a:avLst/>
          </a:prstGeom>
          <a:solidFill>
            <a:srgbClr val="27AB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2">
            <a:extLst>
              <a:ext uri="{FF2B5EF4-FFF2-40B4-BE49-F238E27FC236}">
                <a16:creationId xmlns:a16="http://schemas.microsoft.com/office/drawing/2014/main" id="{E047191A-3406-43A7-AB62-3E0751139242}"/>
              </a:ext>
            </a:extLst>
          </p:cNvPr>
          <p:cNvSpPr txBox="1">
            <a:spLocks/>
          </p:cNvSpPr>
          <p:nvPr/>
        </p:nvSpPr>
        <p:spPr>
          <a:xfrm>
            <a:off x="8282327" y="1900990"/>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a:solidFill>
                  <a:srgbClr val="27ABB8"/>
                </a:solidFill>
                <a:latin typeface="Roboto" panose="02000000000000000000" pitchFamily="2" charset="0"/>
                <a:ea typeface="Roboto" panose="02000000000000000000" pitchFamily="2" charset="0"/>
                <a:cs typeface="Roboto" panose="02000000000000000000" pitchFamily="2" charset="0"/>
              </a:rPr>
              <a:t>4</a:t>
            </a:r>
          </a:p>
        </p:txBody>
      </p:sp>
      <p:sp>
        <p:nvSpPr>
          <p:cNvPr id="21" name="Rectangle 20">
            <a:extLst>
              <a:ext uri="{FF2B5EF4-FFF2-40B4-BE49-F238E27FC236}">
                <a16:creationId xmlns:a16="http://schemas.microsoft.com/office/drawing/2014/main" id="{C7DF8707-C2D4-4814-ADD1-F5FAA1CDF01C}"/>
              </a:ext>
            </a:extLst>
          </p:cNvPr>
          <p:cNvSpPr/>
          <p:nvPr/>
        </p:nvSpPr>
        <p:spPr>
          <a:xfrm>
            <a:off x="5517482" y="4126747"/>
            <a:ext cx="28800" cy="1587301"/>
          </a:xfrm>
          <a:prstGeom prst="rect">
            <a:avLst/>
          </a:prstGeom>
          <a:solidFill>
            <a:srgbClr val="1F3C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2">
            <a:extLst>
              <a:ext uri="{FF2B5EF4-FFF2-40B4-BE49-F238E27FC236}">
                <a16:creationId xmlns:a16="http://schemas.microsoft.com/office/drawing/2014/main" id="{742F964B-41FA-4CB5-A487-A420FFDE69C9}"/>
              </a:ext>
            </a:extLst>
          </p:cNvPr>
          <p:cNvSpPr txBox="1">
            <a:spLocks/>
          </p:cNvSpPr>
          <p:nvPr/>
        </p:nvSpPr>
        <p:spPr>
          <a:xfrm>
            <a:off x="3529763" y="3957529"/>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a:solidFill>
                  <a:srgbClr val="1F3C88"/>
                </a:solidFill>
                <a:latin typeface="Roboto" panose="02000000000000000000" pitchFamily="2" charset="0"/>
                <a:ea typeface="Roboto" panose="02000000000000000000" pitchFamily="2" charset="0"/>
                <a:cs typeface="Roboto" panose="02000000000000000000" pitchFamily="2" charset="0"/>
              </a:rPr>
              <a:t>5</a:t>
            </a:r>
          </a:p>
        </p:txBody>
      </p:sp>
      <p:sp>
        <p:nvSpPr>
          <p:cNvPr id="35" name="Text Placeholder 3">
            <a:extLst>
              <a:ext uri="{FF2B5EF4-FFF2-40B4-BE49-F238E27FC236}">
                <a16:creationId xmlns:a16="http://schemas.microsoft.com/office/drawing/2014/main" id="{FABAD745-D916-4261-8909-3B1100E1EB15}"/>
              </a:ext>
            </a:extLst>
          </p:cNvPr>
          <p:cNvSpPr>
            <a:spLocks noGrp="1"/>
          </p:cNvSpPr>
          <p:nvPr>
            <p:ph type="body" sz="quarter" idx="12"/>
          </p:nvPr>
        </p:nvSpPr>
        <p:spPr>
          <a:xfrm>
            <a:off x="1326538" y="2538497"/>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36" name="Text Placeholder 3">
            <a:extLst>
              <a:ext uri="{FF2B5EF4-FFF2-40B4-BE49-F238E27FC236}">
                <a16:creationId xmlns:a16="http://schemas.microsoft.com/office/drawing/2014/main" id="{98635C6F-A8A1-419A-82D4-8E5201D070BC}"/>
              </a:ext>
            </a:extLst>
          </p:cNvPr>
          <p:cNvSpPr>
            <a:spLocks noGrp="1"/>
          </p:cNvSpPr>
          <p:nvPr>
            <p:ph type="body" sz="quarter" idx="13"/>
          </p:nvPr>
        </p:nvSpPr>
        <p:spPr>
          <a:xfrm>
            <a:off x="3780141" y="2538497"/>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37" name="Text Placeholder 3">
            <a:extLst>
              <a:ext uri="{FF2B5EF4-FFF2-40B4-BE49-F238E27FC236}">
                <a16:creationId xmlns:a16="http://schemas.microsoft.com/office/drawing/2014/main" id="{31D4F151-0D00-453E-88E8-0BA2F9ADC8B2}"/>
              </a:ext>
            </a:extLst>
          </p:cNvPr>
          <p:cNvSpPr>
            <a:spLocks noGrp="1"/>
          </p:cNvSpPr>
          <p:nvPr>
            <p:ph type="body" sz="quarter" idx="14"/>
          </p:nvPr>
        </p:nvSpPr>
        <p:spPr>
          <a:xfrm>
            <a:off x="6194819" y="2538497"/>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38" name="Text Placeholder 3">
            <a:extLst>
              <a:ext uri="{FF2B5EF4-FFF2-40B4-BE49-F238E27FC236}">
                <a16:creationId xmlns:a16="http://schemas.microsoft.com/office/drawing/2014/main" id="{59743D86-3841-44F3-8FD7-E602074015AE}"/>
              </a:ext>
            </a:extLst>
          </p:cNvPr>
          <p:cNvSpPr>
            <a:spLocks noGrp="1"/>
          </p:cNvSpPr>
          <p:nvPr>
            <p:ph type="body" sz="quarter" idx="15"/>
          </p:nvPr>
        </p:nvSpPr>
        <p:spPr>
          <a:xfrm>
            <a:off x="8526306" y="2538497"/>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40" name="Text Placeholder 3">
            <a:extLst>
              <a:ext uri="{FF2B5EF4-FFF2-40B4-BE49-F238E27FC236}">
                <a16:creationId xmlns:a16="http://schemas.microsoft.com/office/drawing/2014/main" id="{0D264C06-CC85-48E4-BBD7-86BF6690854F}"/>
              </a:ext>
            </a:extLst>
          </p:cNvPr>
          <p:cNvSpPr>
            <a:spLocks noGrp="1"/>
          </p:cNvSpPr>
          <p:nvPr>
            <p:ph type="body" sz="quarter" idx="17"/>
          </p:nvPr>
        </p:nvSpPr>
        <p:spPr>
          <a:xfrm>
            <a:off x="3764938" y="4642122"/>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45" name="Text Placeholder 2">
            <a:extLst>
              <a:ext uri="{FF2B5EF4-FFF2-40B4-BE49-F238E27FC236}">
                <a16:creationId xmlns:a16="http://schemas.microsoft.com/office/drawing/2014/main" id="{F598E20F-8F70-464B-88E4-D7CACBA30DFF}"/>
              </a:ext>
            </a:extLst>
          </p:cNvPr>
          <p:cNvSpPr txBox="1">
            <a:spLocks/>
          </p:cNvSpPr>
          <p:nvPr userDrawn="1"/>
        </p:nvSpPr>
        <p:spPr>
          <a:xfrm>
            <a:off x="5983366" y="4010501"/>
            <a:ext cx="1963996" cy="1058863"/>
          </a:xfrm>
          <a:prstGeom prst="rect">
            <a:avLst/>
          </a:prstGeom>
        </p:spPr>
        <p:txBody>
          <a:bodyPr vert="horz" lIns="91440" tIns="45720" rIns="91440" bIns="4572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4400" b="1">
                <a:solidFill>
                  <a:srgbClr val="1F3C88"/>
                </a:solidFill>
                <a:latin typeface="Roboto" panose="02000000000000000000" pitchFamily="2" charset="0"/>
                <a:ea typeface="Roboto" panose="02000000000000000000" pitchFamily="2" charset="0"/>
                <a:cs typeface="Roboto" panose="02000000000000000000" pitchFamily="2" charset="0"/>
              </a:rPr>
              <a:t>6</a:t>
            </a:r>
          </a:p>
        </p:txBody>
      </p:sp>
      <p:sp>
        <p:nvSpPr>
          <p:cNvPr id="47" name="Text Placeholder 3">
            <a:extLst>
              <a:ext uri="{FF2B5EF4-FFF2-40B4-BE49-F238E27FC236}">
                <a16:creationId xmlns:a16="http://schemas.microsoft.com/office/drawing/2014/main" id="{8DF7E864-9F9F-43D2-913C-62D3668AC49A}"/>
              </a:ext>
            </a:extLst>
          </p:cNvPr>
          <p:cNvSpPr>
            <a:spLocks noGrp="1"/>
          </p:cNvSpPr>
          <p:nvPr>
            <p:ph type="body" sz="quarter" idx="18"/>
          </p:nvPr>
        </p:nvSpPr>
        <p:spPr>
          <a:xfrm>
            <a:off x="6222388" y="4794522"/>
            <a:ext cx="1733080" cy="964164"/>
          </a:xfrm>
        </p:spPr>
        <p:txBody>
          <a:bodyPr>
            <a:normAutofit/>
          </a:bodyPr>
          <a:lstStyle>
            <a:lvl1pPr marL="0" indent="0" algn="r">
              <a:buNone/>
              <a:defRPr lang="en-US" sz="1800" kern="1200" dirty="0">
                <a:solidFill>
                  <a:schemeClr val="bg1"/>
                </a:solidFill>
                <a:latin typeface="+mn-lt"/>
                <a:ea typeface="+mn-ea"/>
                <a:cs typeface="+mn-cs"/>
              </a:defRPr>
            </a:lvl1pPr>
          </a:lstStyle>
          <a:p>
            <a:pPr lvl="0"/>
            <a:r>
              <a:rPr lang="en-US"/>
              <a:t>Click to edit Master text styles</a:t>
            </a:r>
          </a:p>
        </p:txBody>
      </p:sp>
      <p:sp>
        <p:nvSpPr>
          <p:cNvPr id="48" name="Rectangle 47">
            <a:extLst>
              <a:ext uri="{FF2B5EF4-FFF2-40B4-BE49-F238E27FC236}">
                <a16:creationId xmlns:a16="http://schemas.microsoft.com/office/drawing/2014/main" id="{D9803B20-E309-4E4A-B102-E4D8E41A61D1}"/>
              </a:ext>
            </a:extLst>
          </p:cNvPr>
          <p:cNvSpPr/>
          <p:nvPr userDrawn="1"/>
        </p:nvSpPr>
        <p:spPr>
          <a:xfrm>
            <a:off x="7936832" y="4231522"/>
            <a:ext cx="28800" cy="1587301"/>
          </a:xfrm>
          <a:prstGeom prst="rect">
            <a:avLst/>
          </a:prstGeom>
          <a:solidFill>
            <a:srgbClr val="1F3C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227665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0_Custom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59FF004-B771-49CB-8B0D-6D0B16814F15}"/>
              </a:ext>
            </a:extLst>
          </p:cNvPr>
          <p:cNvSpPr/>
          <p:nvPr/>
        </p:nvSpPr>
        <p:spPr>
          <a:xfrm>
            <a:off x="0" y="0"/>
            <a:ext cx="12192000" cy="6858000"/>
          </a:xfrm>
          <a:prstGeom prst="rect">
            <a:avLst/>
          </a:prstGeom>
          <a:solidFill>
            <a:srgbClr val="27AB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8C3D16D-3593-447E-8F89-AFF12AFB362C}"/>
              </a:ext>
            </a:extLst>
          </p:cNvPr>
          <p:cNvSpPr>
            <a:spLocks noGrp="1"/>
          </p:cNvSpPr>
          <p:nvPr>
            <p:ph type="title" hasCustomPrompt="1"/>
          </p:nvPr>
        </p:nvSpPr>
        <p:spPr>
          <a:xfrm>
            <a:off x="461169" y="3086894"/>
            <a:ext cx="11269662" cy="684212"/>
          </a:xfrm>
        </p:spPr>
        <p:txBody>
          <a:bodyPr>
            <a:noAutofit/>
          </a:bodyPr>
          <a:lstStyle>
            <a:lvl1pPr algn="ctr">
              <a:defRPr sz="6000" b="1">
                <a:solidFill>
                  <a:schemeClr val="tx1"/>
                </a:solidFill>
              </a:defRPr>
            </a:lvl1pPr>
          </a:lstStyle>
          <a:p>
            <a:r>
              <a:rPr lang="en-US"/>
              <a:t>BREAK SLIDE</a:t>
            </a:r>
          </a:p>
        </p:txBody>
      </p:sp>
      <p:sp>
        <p:nvSpPr>
          <p:cNvPr id="4" name="Text Placeholder 3">
            <a:extLst>
              <a:ext uri="{FF2B5EF4-FFF2-40B4-BE49-F238E27FC236}">
                <a16:creationId xmlns:a16="http://schemas.microsoft.com/office/drawing/2014/main" id="{C2ECCD75-FD5A-41B9-A11F-7F3CAF1ED832}"/>
              </a:ext>
            </a:extLst>
          </p:cNvPr>
          <p:cNvSpPr>
            <a:spLocks noGrp="1"/>
          </p:cNvSpPr>
          <p:nvPr>
            <p:ph type="body" sz="quarter" idx="12"/>
          </p:nvPr>
        </p:nvSpPr>
        <p:spPr>
          <a:xfrm>
            <a:off x="461169" y="4135503"/>
            <a:ext cx="11269662" cy="393700"/>
          </a:xfrm>
        </p:spPr>
        <p:txBody>
          <a:bodyPr>
            <a:normAutofit/>
          </a:bodyPr>
          <a:lstStyle>
            <a:lvl1pPr marL="0" indent="0" algn="ctr">
              <a:buNone/>
              <a:defRPr sz="1800">
                <a:solidFill>
                  <a:schemeClr val="tx1"/>
                </a:solidFill>
              </a:defRPr>
            </a:lvl1pPr>
          </a:lstStyle>
          <a:p>
            <a:pPr lvl="0"/>
            <a:r>
              <a:rPr lang="en-US"/>
              <a:t>Click to edit Master text styles</a:t>
            </a:r>
          </a:p>
        </p:txBody>
      </p:sp>
    </p:spTree>
    <p:extLst>
      <p:ext uri="{BB962C8B-B14F-4D97-AF65-F5344CB8AC3E}">
        <p14:creationId xmlns:p14="http://schemas.microsoft.com/office/powerpoint/2010/main" val="19113083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24_Custom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59FF004-B771-49CB-8B0D-6D0B16814F15}"/>
              </a:ext>
            </a:extLst>
          </p:cNvPr>
          <p:cNvSpPr/>
          <p:nvPr/>
        </p:nvSpPr>
        <p:spPr>
          <a:xfrm>
            <a:off x="0" y="0"/>
            <a:ext cx="12192000" cy="6858000"/>
          </a:xfrm>
          <a:prstGeom prst="rect">
            <a:avLst/>
          </a:prstGeom>
          <a:solidFill>
            <a:srgbClr val="2D6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8C3D16D-3593-447E-8F89-AFF12AFB362C}"/>
              </a:ext>
            </a:extLst>
          </p:cNvPr>
          <p:cNvSpPr>
            <a:spLocks noGrp="1"/>
          </p:cNvSpPr>
          <p:nvPr>
            <p:ph type="title" hasCustomPrompt="1"/>
          </p:nvPr>
        </p:nvSpPr>
        <p:spPr>
          <a:xfrm>
            <a:off x="461169" y="3086894"/>
            <a:ext cx="11269662" cy="684212"/>
          </a:xfrm>
        </p:spPr>
        <p:txBody>
          <a:bodyPr>
            <a:noAutofit/>
          </a:bodyPr>
          <a:lstStyle>
            <a:lvl1pPr algn="ctr">
              <a:defRPr sz="6000" b="1">
                <a:solidFill>
                  <a:schemeClr val="tx1"/>
                </a:solidFill>
              </a:defRPr>
            </a:lvl1pPr>
          </a:lstStyle>
          <a:p>
            <a:r>
              <a:rPr lang="en-US"/>
              <a:t>BREAK SLIDE</a:t>
            </a:r>
          </a:p>
        </p:txBody>
      </p:sp>
      <p:sp>
        <p:nvSpPr>
          <p:cNvPr id="4" name="Text Placeholder 3">
            <a:extLst>
              <a:ext uri="{FF2B5EF4-FFF2-40B4-BE49-F238E27FC236}">
                <a16:creationId xmlns:a16="http://schemas.microsoft.com/office/drawing/2014/main" id="{C2ECCD75-FD5A-41B9-A11F-7F3CAF1ED832}"/>
              </a:ext>
            </a:extLst>
          </p:cNvPr>
          <p:cNvSpPr>
            <a:spLocks noGrp="1"/>
          </p:cNvSpPr>
          <p:nvPr>
            <p:ph type="body" sz="quarter" idx="12"/>
          </p:nvPr>
        </p:nvSpPr>
        <p:spPr>
          <a:xfrm>
            <a:off x="461169" y="4135503"/>
            <a:ext cx="11269662" cy="393700"/>
          </a:xfrm>
        </p:spPr>
        <p:txBody>
          <a:bodyPr>
            <a:normAutofit/>
          </a:bodyPr>
          <a:lstStyle>
            <a:lvl1pPr marL="0" indent="0" algn="ctr">
              <a:buNone/>
              <a:defRPr sz="1800">
                <a:solidFill>
                  <a:schemeClr val="tx1"/>
                </a:solidFill>
              </a:defRPr>
            </a:lvl1pPr>
          </a:lstStyle>
          <a:p>
            <a:pPr lvl="0"/>
            <a:r>
              <a:rPr lang="en-US"/>
              <a:t>Click to edit Master text styles</a:t>
            </a:r>
          </a:p>
        </p:txBody>
      </p:sp>
    </p:spTree>
    <p:extLst>
      <p:ext uri="{BB962C8B-B14F-4D97-AF65-F5344CB8AC3E}">
        <p14:creationId xmlns:p14="http://schemas.microsoft.com/office/powerpoint/2010/main" val="375628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CF2A402-F68C-47EB-8BE7-717BFC98AD82}"/>
              </a:ext>
            </a:extLst>
          </p:cNvPr>
          <p:cNvPicPr>
            <a:picLocks noChangeAspect="1"/>
          </p:cNvPicPr>
          <p:nvPr/>
        </p:nvPicPr>
        <p:blipFill>
          <a:blip r:embed="rId2"/>
          <a:srcRect/>
          <a:stretch/>
        </p:blipFill>
        <p:spPr>
          <a:xfrm>
            <a:off x="-29599" y="-13854"/>
            <a:ext cx="12251198" cy="6885708"/>
          </a:xfrm>
          <a:prstGeom prst="rect">
            <a:avLst/>
          </a:prstGeom>
        </p:spPr>
      </p:pic>
      <p:sp>
        <p:nvSpPr>
          <p:cNvPr id="2" name="Title 1">
            <a:extLst>
              <a:ext uri="{FF2B5EF4-FFF2-40B4-BE49-F238E27FC236}">
                <a16:creationId xmlns:a16="http://schemas.microsoft.com/office/drawing/2014/main" id="{68163ED3-E5AA-43A7-90E6-F8610C9DF73C}"/>
              </a:ext>
            </a:extLst>
          </p:cNvPr>
          <p:cNvSpPr>
            <a:spLocks noGrp="1"/>
          </p:cNvSpPr>
          <p:nvPr>
            <p:ph type="title" hasCustomPrompt="1"/>
          </p:nvPr>
        </p:nvSpPr>
        <p:spPr>
          <a:xfrm>
            <a:off x="6277970" y="1454697"/>
            <a:ext cx="5471111" cy="2102377"/>
          </a:xfrm>
        </p:spPr>
        <p:txBody>
          <a:bodyPr>
            <a:noAutofit/>
          </a:bodyPr>
          <a:lstStyle>
            <a:lvl1pPr>
              <a:defRPr sz="4800" b="1">
                <a:solidFill>
                  <a:schemeClr val="tx1"/>
                </a:solidFill>
                <a:latin typeface="Roboto" panose="020B0604020202020204" charset="0"/>
                <a:ea typeface="Roboto" panose="020B0604020202020204" charset="0"/>
                <a:cs typeface="Roboto" panose="020B0604020202020204" charset="0"/>
              </a:defRPr>
            </a:lvl1pPr>
          </a:lstStyle>
          <a:p>
            <a:r>
              <a:rPr lang="en-US"/>
              <a:t>Click to edit master title style</a:t>
            </a:r>
          </a:p>
        </p:txBody>
      </p:sp>
      <p:sp>
        <p:nvSpPr>
          <p:cNvPr id="3" name="Slide Number Placeholder 2">
            <a:extLst>
              <a:ext uri="{FF2B5EF4-FFF2-40B4-BE49-F238E27FC236}">
                <a16:creationId xmlns:a16="http://schemas.microsoft.com/office/drawing/2014/main" id="{AA4E1088-528C-41E0-AF4B-1D46384F7126}"/>
              </a:ext>
            </a:extLst>
          </p:cNvPr>
          <p:cNvSpPr>
            <a:spLocks noGrp="1"/>
          </p:cNvSpPr>
          <p:nvPr>
            <p:ph type="sldNum" sz="quarter" idx="10"/>
          </p:nvPr>
        </p:nvSpPr>
        <p:spPr>
          <a:xfrm>
            <a:off x="3673764" y="6424178"/>
            <a:ext cx="1772920" cy="365125"/>
          </a:xfrm>
          <a:prstGeom prst="rect">
            <a:avLst/>
          </a:prstGeom>
        </p:spPr>
        <p:txBody>
          <a:bodyPr/>
          <a:lstStyle>
            <a:lvl1pPr algn="l">
              <a:defRPr>
                <a:solidFill>
                  <a:srgbClr val="FFFFFF"/>
                </a:solidFill>
              </a:defRPr>
            </a:lvl1pPr>
          </a:lstStyle>
          <a:p>
            <a:fld id="{E60884FA-1782-2C46-B58F-16BA5B9E415B}" type="slidenum">
              <a:rPr lang="en-US" smtClean="0"/>
              <a:pPr/>
              <a:t>‹#›</a:t>
            </a:fld>
            <a:endParaRPr lang="en-US"/>
          </a:p>
        </p:txBody>
      </p:sp>
      <p:sp>
        <p:nvSpPr>
          <p:cNvPr id="4" name="Footer Placeholder 3">
            <a:extLst>
              <a:ext uri="{FF2B5EF4-FFF2-40B4-BE49-F238E27FC236}">
                <a16:creationId xmlns:a16="http://schemas.microsoft.com/office/drawing/2014/main" id="{10047979-B4BD-4461-9E4F-CBDB78CE05D1}"/>
              </a:ext>
            </a:extLst>
          </p:cNvPr>
          <p:cNvSpPr>
            <a:spLocks noGrp="1"/>
          </p:cNvSpPr>
          <p:nvPr>
            <p:ph type="ftr" sz="quarter" idx="11"/>
          </p:nvPr>
        </p:nvSpPr>
        <p:spPr>
          <a:xfrm>
            <a:off x="442912" y="6424178"/>
            <a:ext cx="4361098" cy="365125"/>
          </a:xfrm>
          <a:prstGeom prst="rect">
            <a:avLst/>
          </a:prstGeom>
        </p:spPr>
        <p:txBody>
          <a:bodyPr/>
          <a:lstStyle>
            <a:lvl1pPr>
              <a:defRPr>
                <a:solidFill>
                  <a:srgbClr val="FFFFFF"/>
                </a:solidFill>
              </a:defRPr>
            </a:lvl1pPr>
          </a:lstStyle>
          <a:p>
            <a:r>
              <a:rPr lang="en-US"/>
              <a:t>COPYRIGHT 2021 ALEPO</a:t>
            </a:r>
          </a:p>
        </p:txBody>
      </p:sp>
      <p:sp>
        <p:nvSpPr>
          <p:cNvPr id="7" name="Rectangle 6">
            <a:extLst>
              <a:ext uri="{FF2B5EF4-FFF2-40B4-BE49-F238E27FC236}">
                <a16:creationId xmlns:a16="http://schemas.microsoft.com/office/drawing/2014/main" id="{223F6DCF-0F50-48FD-9CB5-D87CED4C090A}"/>
              </a:ext>
            </a:extLst>
          </p:cNvPr>
          <p:cNvSpPr/>
          <p:nvPr/>
        </p:nvSpPr>
        <p:spPr>
          <a:xfrm>
            <a:off x="442912" y="1266036"/>
            <a:ext cx="2529861" cy="2291038"/>
          </a:xfrm>
          <a:prstGeom prst="rect">
            <a:avLst/>
          </a:prstGeom>
          <a:solidFill>
            <a:srgbClr val="2D6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Rectangle 8">
            <a:extLst>
              <a:ext uri="{FF2B5EF4-FFF2-40B4-BE49-F238E27FC236}">
                <a16:creationId xmlns:a16="http://schemas.microsoft.com/office/drawing/2014/main" id="{78F2EAF6-476C-4AE6-82D4-406AD7D98AAD}"/>
              </a:ext>
            </a:extLst>
          </p:cNvPr>
          <p:cNvSpPr/>
          <p:nvPr/>
        </p:nvSpPr>
        <p:spPr>
          <a:xfrm>
            <a:off x="442912" y="3864102"/>
            <a:ext cx="2529861" cy="2291038"/>
          </a:xfrm>
          <a:prstGeom prst="rect">
            <a:avLst/>
          </a:prstGeom>
          <a:solidFill>
            <a:srgbClr val="2D6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Rectangle 9">
            <a:extLst>
              <a:ext uri="{FF2B5EF4-FFF2-40B4-BE49-F238E27FC236}">
                <a16:creationId xmlns:a16="http://schemas.microsoft.com/office/drawing/2014/main" id="{4B4BC47C-00C1-4F02-8D46-BCB1E74D8E84}"/>
              </a:ext>
            </a:extLst>
          </p:cNvPr>
          <p:cNvSpPr/>
          <p:nvPr/>
        </p:nvSpPr>
        <p:spPr>
          <a:xfrm>
            <a:off x="3308942" y="1266036"/>
            <a:ext cx="2529861" cy="2291038"/>
          </a:xfrm>
          <a:prstGeom prst="rect">
            <a:avLst/>
          </a:prstGeom>
          <a:solidFill>
            <a:srgbClr val="2D6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Rectangle 10">
            <a:extLst>
              <a:ext uri="{FF2B5EF4-FFF2-40B4-BE49-F238E27FC236}">
                <a16:creationId xmlns:a16="http://schemas.microsoft.com/office/drawing/2014/main" id="{896711C5-B582-478B-8ABA-E7B79419BC25}"/>
              </a:ext>
            </a:extLst>
          </p:cNvPr>
          <p:cNvSpPr/>
          <p:nvPr/>
        </p:nvSpPr>
        <p:spPr>
          <a:xfrm>
            <a:off x="3308942" y="3864102"/>
            <a:ext cx="2529861" cy="2291038"/>
          </a:xfrm>
          <a:prstGeom prst="rect">
            <a:avLst/>
          </a:prstGeom>
          <a:solidFill>
            <a:srgbClr val="2D6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Rectangle 11">
            <a:extLst>
              <a:ext uri="{FF2B5EF4-FFF2-40B4-BE49-F238E27FC236}">
                <a16:creationId xmlns:a16="http://schemas.microsoft.com/office/drawing/2014/main" id="{0745D4B0-F160-486F-AD2D-E38598EBCC6F}"/>
              </a:ext>
            </a:extLst>
          </p:cNvPr>
          <p:cNvSpPr/>
          <p:nvPr/>
        </p:nvSpPr>
        <p:spPr>
          <a:xfrm>
            <a:off x="6174972" y="3864102"/>
            <a:ext cx="2529861" cy="2291038"/>
          </a:xfrm>
          <a:prstGeom prst="rect">
            <a:avLst/>
          </a:prstGeom>
          <a:solidFill>
            <a:srgbClr val="2D6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6" name="Straight Connector 15">
            <a:extLst>
              <a:ext uri="{FF2B5EF4-FFF2-40B4-BE49-F238E27FC236}">
                <a16:creationId xmlns:a16="http://schemas.microsoft.com/office/drawing/2014/main" id="{A7E7C3C0-3F7E-481C-BECA-B6D376B21708}"/>
              </a:ext>
            </a:extLst>
          </p:cNvPr>
          <p:cNvCxnSpPr/>
          <p:nvPr/>
        </p:nvCxnSpPr>
        <p:spPr>
          <a:xfrm>
            <a:off x="442912" y="3698543"/>
            <a:ext cx="8261921" cy="0"/>
          </a:xfrm>
          <a:prstGeom prst="line">
            <a:avLst/>
          </a:prstGeom>
          <a:ln>
            <a:solidFill>
              <a:srgbClr val="C4C4C4"/>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19522537-3BBD-4410-9BFE-C5DE4DB3FBAE}"/>
              </a:ext>
            </a:extLst>
          </p:cNvPr>
          <p:cNvCxnSpPr/>
          <p:nvPr/>
        </p:nvCxnSpPr>
        <p:spPr>
          <a:xfrm>
            <a:off x="3138985" y="1266036"/>
            <a:ext cx="0" cy="4889104"/>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69A0F84-D5A3-4DBE-9194-D3B3B628E5CE}"/>
              </a:ext>
            </a:extLst>
          </p:cNvPr>
          <p:cNvCxnSpPr/>
          <p:nvPr/>
        </p:nvCxnSpPr>
        <p:spPr>
          <a:xfrm>
            <a:off x="6003846" y="1266036"/>
            <a:ext cx="0" cy="4889104"/>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5" name="Title 1">
            <a:extLst>
              <a:ext uri="{FF2B5EF4-FFF2-40B4-BE49-F238E27FC236}">
                <a16:creationId xmlns:a16="http://schemas.microsoft.com/office/drawing/2014/main" id="{3A1E244A-AA40-48A9-817D-1E7F958B71EA}"/>
              </a:ext>
            </a:extLst>
          </p:cNvPr>
          <p:cNvSpPr txBox="1">
            <a:spLocks/>
          </p:cNvSpPr>
          <p:nvPr/>
        </p:nvSpPr>
        <p:spPr>
          <a:xfrm>
            <a:off x="3564749" y="2532103"/>
            <a:ext cx="2015936" cy="86296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800" b="1" kern="1200" cap="none" baseline="0">
                <a:solidFill>
                  <a:schemeClr val="tx1"/>
                </a:solidFill>
                <a:latin typeface="+mj-lt"/>
                <a:ea typeface="+mj-ea"/>
                <a:cs typeface="+mj-cs"/>
              </a:defRPr>
            </a:lvl1pPr>
          </a:lstStyle>
          <a:p>
            <a:pPr algn="ctr"/>
            <a:endParaRPr lang="en-US" sz="2000" b="0"/>
          </a:p>
        </p:txBody>
      </p:sp>
      <p:sp>
        <p:nvSpPr>
          <p:cNvPr id="20" name="Text Placeholder 3">
            <a:extLst>
              <a:ext uri="{FF2B5EF4-FFF2-40B4-BE49-F238E27FC236}">
                <a16:creationId xmlns:a16="http://schemas.microsoft.com/office/drawing/2014/main" id="{BEB82473-F820-494E-B661-70B5B55990EE}"/>
              </a:ext>
            </a:extLst>
          </p:cNvPr>
          <p:cNvSpPr>
            <a:spLocks noGrp="1"/>
          </p:cNvSpPr>
          <p:nvPr>
            <p:ph type="body" sz="quarter" idx="12"/>
          </p:nvPr>
        </p:nvSpPr>
        <p:spPr>
          <a:xfrm>
            <a:off x="3553542" y="2644357"/>
            <a:ext cx="2038350" cy="750710"/>
          </a:xfrm>
        </p:spPr>
        <p:txBody>
          <a:bodyPr>
            <a:noAutofit/>
          </a:bodyPr>
          <a:lstStyle>
            <a:lvl1pPr marL="0" indent="0" algn="ctr">
              <a:buNone/>
              <a:defRPr sz="2000">
                <a:solidFill>
                  <a:schemeClr val="tx1"/>
                </a:solidFill>
              </a:defRPr>
            </a:lvl1pPr>
          </a:lstStyle>
          <a:p>
            <a:pPr lvl="0"/>
            <a:r>
              <a:rPr lang="en-US"/>
              <a:t>Click to edit Master text styles</a:t>
            </a:r>
          </a:p>
        </p:txBody>
      </p:sp>
      <p:sp>
        <p:nvSpPr>
          <p:cNvPr id="23" name="Text Placeholder 3">
            <a:extLst>
              <a:ext uri="{FF2B5EF4-FFF2-40B4-BE49-F238E27FC236}">
                <a16:creationId xmlns:a16="http://schemas.microsoft.com/office/drawing/2014/main" id="{E874AAD5-ADD0-4481-8A9C-F89B47F9EF9C}"/>
              </a:ext>
            </a:extLst>
          </p:cNvPr>
          <p:cNvSpPr>
            <a:spLocks noGrp="1"/>
          </p:cNvSpPr>
          <p:nvPr>
            <p:ph type="body" sz="quarter" idx="24"/>
          </p:nvPr>
        </p:nvSpPr>
        <p:spPr>
          <a:xfrm>
            <a:off x="687380" y="2644357"/>
            <a:ext cx="2038350" cy="750710"/>
          </a:xfrm>
        </p:spPr>
        <p:txBody>
          <a:bodyPr>
            <a:noAutofit/>
          </a:bodyPr>
          <a:lstStyle>
            <a:lvl1pPr marL="0" indent="0" algn="ctr">
              <a:buNone/>
              <a:defRPr sz="2000">
                <a:solidFill>
                  <a:schemeClr val="tx1"/>
                </a:solidFill>
              </a:defRPr>
            </a:lvl1pPr>
          </a:lstStyle>
          <a:p>
            <a:pPr lvl="0"/>
            <a:r>
              <a:rPr lang="en-US"/>
              <a:t>Click to edit Master text styles</a:t>
            </a:r>
          </a:p>
        </p:txBody>
      </p:sp>
      <p:sp>
        <p:nvSpPr>
          <p:cNvPr id="25" name="Text Placeholder 3">
            <a:extLst>
              <a:ext uri="{FF2B5EF4-FFF2-40B4-BE49-F238E27FC236}">
                <a16:creationId xmlns:a16="http://schemas.microsoft.com/office/drawing/2014/main" id="{7BC98197-0559-4323-8AF2-DEDA18ECCE14}"/>
              </a:ext>
            </a:extLst>
          </p:cNvPr>
          <p:cNvSpPr>
            <a:spLocks noGrp="1"/>
          </p:cNvSpPr>
          <p:nvPr>
            <p:ph type="body" sz="quarter" idx="26"/>
          </p:nvPr>
        </p:nvSpPr>
        <p:spPr>
          <a:xfrm>
            <a:off x="687380" y="5216609"/>
            <a:ext cx="2038350" cy="750710"/>
          </a:xfrm>
        </p:spPr>
        <p:txBody>
          <a:bodyPr>
            <a:noAutofit/>
          </a:bodyPr>
          <a:lstStyle>
            <a:lvl1pPr marL="0" indent="0" algn="ctr">
              <a:buNone/>
              <a:defRPr sz="2000">
                <a:solidFill>
                  <a:schemeClr val="tx1"/>
                </a:solidFill>
              </a:defRPr>
            </a:lvl1pPr>
          </a:lstStyle>
          <a:p>
            <a:pPr lvl="0"/>
            <a:r>
              <a:rPr lang="en-US"/>
              <a:t>Click to edit Master text styles</a:t>
            </a:r>
          </a:p>
        </p:txBody>
      </p:sp>
      <p:sp>
        <p:nvSpPr>
          <p:cNvPr id="27" name="Text Placeholder 3">
            <a:extLst>
              <a:ext uri="{FF2B5EF4-FFF2-40B4-BE49-F238E27FC236}">
                <a16:creationId xmlns:a16="http://schemas.microsoft.com/office/drawing/2014/main" id="{17D81D5C-2B29-4880-BC85-C7549389C815}"/>
              </a:ext>
            </a:extLst>
          </p:cNvPr>
          <p:cNvSpPr>
            <a:spLocks noGrp="1"/>
          </p:cNvSpPr>
          <p:nvPr>
            <p:ph type="body" sz="quarter" idx="28"/>
          </p:nvPr>
        </p:nvSpPr>
        <p:spPr>
          <a:xfrm>
            <a:off x="3564749" y="5216609"/>
            <a:ext cx="2038350" cy="750710"/>
          </a:xfrm>
        </p:spPr>
        <p:txBody>
          <a:bodyPr>
            <a:noAutofit/>
          </a:bodyPr>
          <a:lstStyle>
            <a:lvl1pPr marL="0" indent="0" algn="ctr">
              <a:buNone/>
              <a:defRPr sz="2000">
                <a:solidFill>
                  <a:schemeClr val="tx1"/>
                </a:solidFill>
              </a:defRPr>
            </a:lvl1pPr>
          </a:lstStyle>
          <a:p>
            <a:pPr lvl="0"/>
            <a:r>
              <a:rPr lang="en-US"/>
              <a:t>Click to edit Master text styles</a:t>
            </a:r>
          </a:p>
        </p:txBody>
      </p:sp>
      <p:sp>
        <p:nvSpPr>
          <p:cNvPr id="29" name="Text Placeholder 3">
            <a:extLst>
              <a:ext uri="{FF2B5EF4-FFF2-40B4-BE49-F238E27FC236}">
                <a16:creationId xmlns:a16="http://schemas.microsoft.com/office/drawing/2014/main" id="{56DB3685-9A8A-46D4-879D-213E11C10D6C}"/>
              </a:ext>
            </a:extLst>
          </p:cNvPr>
          <p:cNvSpPr>
            <a:spLocks noGrp="1"/>
          </p:cNvSpPr>
          <p:nvPr>
            <p:ph type="body" sz="quarter" idx="30"/>
          </p:nvPr>
        </p:nvSpPr>
        <p:spPr>
          <a:xfrm>
            <a:off x="6409351" y="5216609"/>
            <a:ext cx="2038350" cy="750710"/>
          </a:xfrm>
        </p:spPr>
        <p:txBody>
          <a:bodyPr>
            <a:noAutofit/>
          </a:bodyPr>
          <a:lstStyle>
            <a:lvl1pPr marL="0" indent="0" algn="ctr">
              <a:buNone/>
              <a:defRPr sz="2000">
                <a:solidFill>
                  <a:schemeClr val="tx1"/>
                </a:solidFill>
              </a:defRPr>
            </a:lvl1pPr>
          </a:lstStyle>
          <a:p>
            <a:pPr lvl="0"/>
            <a:r>
              <a:rPr lang="en-US"/>
              <a:t>Click to edit Master text styles</a:t>
            </a:r>
          </a:p>
        </p:txBody>
      </p:sp>
      <p:sp>
        <p:nvSpPr>
          <p:cNvPr id="32" name="Picture Placeholder 15">
            <a:extLst>
              <a:ext uri="{FF2B5EF4-FFF2-40B4-BE49-F238E27FC236}">
                <a16:creationId xmlns:a16="http://schemas.microsoft.com/office/drawing/2014/main" id="{132B3780-5087-47BF-A0B5-47163A1877BF}"/>
              </a:ext>
            </a:extLst>
          </p:cNvPr>
          <p:cNvSpPr>
            <a:spLocks noGrp="1"/>
          </p:cNvSpPr>
          <p:nvPr>
            <p:ph type="pic" sz="quarter" idx="16" hasCustomPrompt="1"/>
          </p:nvPr>
        </p:nvSpPr>
        <p:spPr>
          <a:xfrm>
            <a:off x="1412330" y="1651938"/>
            <a:ext cx="757237" cy="757237"/>
          </a:xfrm>
        </p:spPr>
        <p:txBody>
          <a:bodyPr/>
          <a:lstStyle>
            <a:lvl1pPr marL="0" indent="0" algn="ctr">
              <a:buNone/>
              <a:defRPr sz="1200">
                <a:solidFill>
                  <a:schemeClr val="bg2">
                    <a:lumMod val="60000"/>
                    <a:lumOff val="40000"/>
                  </a:schemeClr>
                </a:solidFill>
              </a:defRPr>
            </a:lvl1pPr>
          </a:lstStyle>
          <a:p>
            <a:r>
              <a:rPr lang="en-US"/>
              <a:t>Insert relevant icons</a:t>
            </a:r>
            <a:endParaRPr lang="en-IN"/>
          </a:p>
        </p:txBody>
      </p:sp>
      <p:sp>
        <p:nvSpPr>
          <p:cNvPr id="33" name="Picture Placeholder 15">
            <a:extLst>
              <a:ext uri="{FF2B5EF4-FFF2-40B4-BE49-F238E27FC236}">
                <a16:creationId xmlns:a16="http://schemas.microsoft.com/office/drawing/2014/main" id="{A9EE916D-33DE-4200-95B7-91829E467F48}"/>
              </a:ext>
            </a:extLst>
          </p:cNvPr>
          <p:cNvSpPr>
            <a:spLocks noGrp="1"/>
          </p:cNvSpPr>
          <p:nvPr>
            <p:ph type="pic" sz="quarter" idx="31" hasCustomPrompt="1"/>
          </p:nvPr>
        </p:nvSpPr>
        <p:spPr>
          <a:xfrm>
            <a:off x="4211775" y="1651938"/>
            <a:ext cx="757237" cy="757237"/>
          </a:xfrm>
        </p:spPr>
        <p:txBody>
          <a:bodyPr/>
          <a:lstStyle>
            <a:lvl1pPr marL="0" indent="0" algn="ctr">
              <a:buNone/>
              <a:defRPr sz="1200">
                <a:solidFill>
                  <a:schemeClr val="bg2">
                    <a:lumMod val="60000"/>
                    <a:lumOff val="40000"/>
                  </a:schemeClr>
                </a:solidFill>
              </a:defRPr>
            </a:lvl1pPr>
          </a:lstStyle>
          <a:p>
            <a:r>
              <a:rPr lang="en-US"/>
              <a:t>Insert relevant icons</a:t>
            </a:r>
            <a:endParaRPr lang="en-IN"/>
          </a:p>
        </p:txBody>
      </p:sp>
      <p:sp>
        <p:nvSpPr>
          <p:cNvPr id="34" name="Picture Placeholder 15">
            <a:extLst>
              <a:ext uri="{FF2B5EF4-FFF2-40B4-BE49-F238E27FC236}">
                <a16:creationId xmlns:a16="http://schemas.microsoft.com/office/drawing/2014/main" id="{952D114D-99C6-4A21-9059-A453B0B87BE6}"/>
              </a:ext>
            </a:extLst>
          </p:cNvPr>
          <p:cNvSpPr>
            <a:spLocks noGrp="1"/>
          </p:cNvSpPr>
          <p:nvPr>
            <p:ph type="pic" sz="quarter" idx="32" hasCustomPrompt="1"/>
          </p:nvPr>
        </p:nvSpPr>
        <p:spPr>
          <a:xfrm>
            <a:off x="1327936" y="4196484"/>
            <a:ext cx="757237" cy="757237"/>
          </a:xfrm>
        </p:spPr>
        <p:txBody>
          <a:bodyPr/>
          <a:lstStyle>
            <a:lvl1pPr marL="0" indent="0" algn="ctr">
              <a:buNone/>
              <a:defRPr sz="1200">
                <a:solidFill>
                  <a:schemeClr val="bg2">
                    <a:lumMod val="60000"/>
                    <a:lumOff val="40000"/>
                  </a:schemeClr>
                </a:solidFill>
              </a:defRPr>
            </a:lvl1pPr>
          </a:lstStyle>
          <a:p>
            <a:r>
              <a:rPr lang="en-US"/>
              <a:t>Insert relevant icons</a:t>
            </a:r>
            <a:endParaRPr lang="en-IN"/>
          </a:p>
        </p:txBody>
      </p:sp>
      <p:sp>
        <p:nvSpPr>
          <p:cNvPr id="35" name="Picture Placeholder 15">
            <a:extLst>
              <a:ext uri="{FF2B5EF4-FFF2-40B4-BE49-F238E27FC236}">
                <a16:creationId xmlns:a16="http://schemas.microsoft.com/office/drawing/2014/main" id="{3CE2EF2C-ABB8-4B44-B6F4-50581B73AB3C}"/>
              </a:ext>
            </a:extLst>
          </p:cNvPr>
          <p:cNvSpPr>
            <a:spLocks noGrp="1"/>
          </p:cNvSpPr>
          <p:nvPr>
            <p:ph type="pic" sz="quarter" idx="33" hasCustomPrompt="1"/>
          </p:nvPr>
        </p:nvSpPr>
        <p:spPr>
          <a:xfrm>
            <a:off x="4205305" y="4196484"/>
            <a:ext cx="757237" cy="757237"/>
          </a:xfrm>
        </p:spPr>
        <p:txBody>
          <a:bodyPr/>
          <a:lstStyle>
            <a:lvl1pPr marL="0" indent="0" algn="ctr">
              <a:buNone/>
              <a:defRPr sz="1200">
                <a:solidFill>
                  <a:schemeClr val="bg2">
                    <a:lumMod val="60000"/>
                    <a:lumOff val="40000"/>
                  </a:schemeClr>
                </a:solidFill>
              </a:defRPr>
            </a:lvl1pPr>
          </a:lstStyle>
          <a:p>
            <a:r>
              <a:rPr lang="en-US"/>
              <a:t>Insert relevant icons</a:t>
            </a:r>
            <a:endParaRPr lang="en-IN"/>
          </a:p>
        </p:txBody>
      </p:sp>
      <p:sp>
        <p:nvSpPr>
          <p:cNvPr id="36" name="Picture Placeholder 15">
            <a:extLst>
              <a:ext uri="{FF2B5EF4-FFF2-40B4-BE49-F238E27FC236}">
                <a16:creationId xmlns:a16="http://schemas.microsoft.com/office/drawing/2014/main" id="{3FB457F4-0D62-4EA2-8519-04B93556F377}"/>
              </a:ext>
            </a:extLst>
          </p:cNvPr>
          <p:cNvSpPr>
            <a:spLocks noGrp="1"/>
          </p:cNvSpPr>
          <p:nvPr>
            <p:ph type="pic" sz="quarter" idx="34" hasCustomPrompt="1"/>
          </p:nvPr>
        </p:nvSpPr>
        <p:spPr>
          <a:xfrm>
            <a:off x="7084458" y="4196484"/>
            <a:ext cx="757237" cy="757237"/>
          </a:xfrm>
        </p:spPr>
        <p:txBody>
          <a:bodyPr/>
          <a:lstStyle>
            <a:lvl1pPr marL="0" indent="0" algn="ctr">
              <a:buNone/>
              <a:defRPr sz="1200">
                <a:solidFill>
                  <a:schemeClr val="bg2">
                    <a:lumMod val="60000"/>
                    <a:lumOff val="40000"/>
                  </a:schemeClr>
                </a:solidFill>
              </a:defRPr>
            </a:lvl1pPr>
          </a:lstStyle>
          <a:p>
            <a:r>
              <a:rPr lang="en-US"/>
              <a:t>Insert relevant icons</a:t>
            </a:r>
            <a:endParaRPr lang="en-IN"/>
          </a:p>
        </p:txBody>
      </p:sp>
    </p:spTree>
    <p:extLst>
      <p:ext uri="{BB962C8B-B14F-4D97-AF65-F5344CB8AC3E}">
        <p14:creationId xmlns:p14="http://schemas.microsoft.com/office/powerpoint/2010/main" val="15326042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7678EEB7-160F-4FD0-A2AD-1EA368A91360}"/>
              </a:ext>
            </a:extLst>
          </p:cNvPr>
          <p:cNvPicPr>
            <a:picLocks noChangeAspect="1"/>
          </p:cNvPicPr>
          <p:nvPr userDrawn="1"/>
        </p:nvPicPr>
        <p:blipFill>
          <a:blip r:embed="rId2"/>
          <a:srcRect/>
          <a:stretch/>
        </p:blipFill>
        <p:spPr>
          <a:xfrm>
            <a:off x="4755" y="6337"/>
            <a:ext cx="6086489" cy="4053423"/>
          </a:xfrm>
          <a:prstGeom prst="rect">
            <a:avLst/>
          </a:prstGeom>
        </p:spPr>
      </p:pic>
      <p:sp>
        <p:nvSpPr>
          <p:cNvPr id="3" name="Slide Number Placeholder 2">
            <a:extLst>
              <a:ext uri="{FF2B5EF4-FFF2-40B4-BE49-F238E27FC236}">
                <a16:creationId xmlns:a16="http://schemas.microsoft.com/office/drawing/2014/main" id="{65BB494F-39F0-4215-BA5F-90F95AE6D9CB}"/>
              </a:ext>
            </a:extLst>
          </p:cNvPr>
          <p:cNvSpPr>
            <a:spLocks noGrp="1"/>
          </p:cNvSpPr>
          <p:nvPr>
            <p:ph type="sldNum" sz="quarter" idx="10"/>
          </p:nvPr>
        </p:nvSpPr>
        <p:spPr>
          <a:xfrm>
            <a:off x="3598363" y="6424178"/>
            <a:ext cx="1772920" cy="365125"/>
          </a:xfrm>
          <a:prstGeom prst="rect">
            <a:avLst/>
          </a:prstGeom>
        </p:spPr>
        <p:txBody>
          <a:bodyPr/>
          <a:lstStyle/>
          <a:p>
            <a:fld id="{E60884FA-1782-2C46-B58F-16BA5B9E415B}" type="slidenum">
              <a:rPr lang="en-US" smtClean="0"/>
              <a:t>‹#›</a:t>
            </a:fld>
            <a:endParaRPr lang="en-US"/>
          </a:p>
        </p:txBody>
      </p:sp>
      <p:sp>
        <p:nvSpPr>
          <p:cNvPr id="4" name="Footer Placeholder 3">
            <a:extLst>
              <a:ext uri="{FF2B5EF4-FFF2-40B4-BE49-F238E27FC236}">
                <a16:creationId xmlns:a16="http://schemas.microsoft.com/office/drawing/2014/main" id="{9B9FAA3C-344D-44E0-8BFF-991823AEC5E3}"/>
              </a:ext>
            </a:extLst>
          </p:cNvPr>
          <p:cNvSpPr>
            <a:spLocks noGrp="1"/>
          </p:cNvSpPr>
          <p:nvPr>
            <p:ph type="ftr" sz="quarter" idx="11"/>
          </p:nvPr>
        </p:nvSpPr>
        <p:spPr>
          <a:xfrm>
            <a:off x="442913" y="6424178"/>
            <a:ext cx="3406616" cy="365125"/>
          </a:xfrm>
          <a:prstGeom prst="rect">
            <a:avLst/>
          </a:prstGeom>
        </p:spPr>
        <p:txBody>
          <a:bodyPr/>
          <a:lstStyle/>
          <a:p>
            <a:r>
              <a:rPr lang="en-US"/>
              <a:t>COPYRIGHT 2021 ALEPO</a:t>
            </a:r>
          </a:p>
        </p:txBody>
      </p:sp>
      <p:sp>
        <p:nvSpPr>
          <p:cNvPr id="6" name="Rectangle 5">
            <a:extLst>
              <a:ext uri="{FF2B5EF4-FFF2-40B4-BE49-F238E27FC236}">
                <a16:creationId xmlns:a16="http://schemas.microsoft.com/office/drawing/2014/main" id="{D2940466-D86B-46D1-84B6-DED4BEAF5F81}"/>
              </a:ext>
            </a:extLst>
          </p:cNvPr>
          <p:cNvSpPr/>
          <p:nvPr/>
        </p:nvSpPr>
        <p:spPr>
          <a:xfrm>
            <a:off x="6096000" y="-1"/>
            <a:ext cx="6096000" cy="4066101"/>
          </a:xfrm>
          <a:prstGeom prst="rect">
            <a:avLst/>
          </a:prstGeom>
          <a:solidFill>
            <a:srgbClr val="2D6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AD9095E8-4DA7-4E8F-A4E8-8BD7CF2C324C}"/>
              </a:ext>
            </a:extLst>
          </p:cNvPr>
          <p:cNvSpPr/>
          <p:nvPr/>
        </p:nvSpPr>
        <p:spPr>
          <a:xfrm>
            <a:off x="4711251" y="941696"/>
            <a:ext cx="2487304" cy="2487304"/>
          </a:xfrm>
          <a:prstGeom prst="rect">
            <a:avLst/>
          </a:prstGeom>
          <a:solidFill>
            <a:srgbClr val="FBF6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2">
            <a:extLst>
              <a:ext uri="{FF2B5EF4-FFF2-40B4-BE49-F238E27FC236}">
                <a16:creationId xmlns:a16="http://schemas.microsoft.com/office/drawing/2014/main" id="{7661747C-C27F-4F65-BC73-78612E0F4825}"/>
              </a:ext>
            </a:extLst>
          </p:cNvPr>
          <p:cNvSpPr>
            <a:spLocks noGrp="1"/>
          </p:cNvSpPr>
          <p:nvPr>
            <p:ph type="body" idx="1"/>
          </p:nvPr>
        </p:nvSpPr>
        <p:spPr>
          <a:xfrm>
            <a:off x="452119" y="5101124"/>
            <a:ext cx="2946174" cy="955675"/>
          </a:xfrm>
        </p:spPr>
        <p:txBody>
          <a:bodyPr>
            <a:normAutofit/>
          </a:bodyPr>
          <a:lstStyle>
            <a:lvl1pPr marL="0" indent="0" algn="l">
              <a:buNone/>
              <a:defRPr sz="1600">
                <a:solidFill>
                  <a:schemeClr val="bg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9" name="Text Placeholder 2">
            <a:extLst>
              <a:ext uri="{FF2B5EF4-FFF2-40B4-BE49-F238E27FC236}">
                <a16:creationId xmlns:a16="http://schemas.microsoft.com/office/drawing/2014/main" id="{26DC0C6C-56A8-4348-B52D-01C9EB8A34DD}"/>
              </a:ext>
            </a:extLst>
          </p:cNvPr>
          <p:cNvSpPr>
            <a:spLocks noGrp="1"/>
          </p:cNvSpPr>
          <p:nvPr>
            <p:ph type="body" idx="12" hasCustomPrompt="1"/>
          </p:nvPr>
        </p:nvSpPr>
        <p:spPr>
          <a:xfrm>
            <a:off x="452119" y="4368620"/>
            <a:ext cx="2946174" cy="573241"/>
          </a:xfrm>
        </p:spPr>
        <p:txBody>
          <a:bodyPr>
            <a:normAutofit/>
          </a:bodyPr>
          <a:lstStyle>
            <a:lvl1pPr marL="0" indent="0" algn="l">
              <a:buNone/>
              <a:defRPr sz="4400" b="1">
                <a:solidFill>
                  <a:srgbClr val="2D6188"/>
                </a:solidFill>
                <a:latin typeface="Roboto" panose="02000000000000000000" pitchFamily="2" charset="0"/>
                <a:ea typeface="Roboto" panose="02000000000000000000" pitchFamily="2" charset="0"/>
                <a:cs typeface="Roboto" panose="020000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01</a:t>
            </a:r>
          </a:p>
        </p:txBody>
      </p:sp>
      <p:cxnSp>
        <p:nvCxnSpPr>
          <p:cNvPr id="11" name="Straight Connector 10">
            <a:extLst>
              <a:ext uri="{FF2B5EF4-FFF2-40B4-BE49-F238E27FC236}">
                <a16:creationId xmlns:a16="http://schemas.microsoft.com/office/drawing/2014/main" id="{7E0B39B7-7313-403B-A6BD-0AA03FB82605}"/>
              </a:ext>
            </a:extLst>
          </p:cNvPr>
          <p:cNvCxnSpPr/>
          <p:nvPr/>
        </p:nvCxnSpPr>
        <p:spPr>
          <a:xfrm>
            <a:off x="3821373" y="4368620"/>
            <a:ext cx="0" cy="1688179"/>
          </a:xfrm>
          <a:prstGeom prst="line">
            <a:avLst/>
          </a:prstGeom>
          <a:ln>
            <a:solidFill>
              <a:srgbClr val="27ABB8"/>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7940E6D-D3EE-4F1B-863A-ED9295A61FED}"/>
              </a:ext>
            </a:extLst>
          </p:cNvPr>
          <p:cNvCxnSpPr/>
          <p:nvPr/>
        </p:nvCxnSpPr>
        <p:spPr>
          <a:xfrm>
            <a:off x="7992167" y="4368620"/>
            <a:ext cx="0" cy="1688179"/>
          </a:xfrm>
          <a:prstGeom prst="line">
            <a:avLst/>
          </a:prstGeom>
          <a:ln>
            <a:solidFill>
              <a:srgbClr val="27ABB8"/>
            </a:solidFill>
          </a:ln>
        </p:spPr>
        <p:style>
          <a:lnRef idx="1">
            <a:schemeClr val="accent1"/>
          </a:lnRef>
          <a:fillRef idx="0">
            <a:schemeClr val="accent1"/>
          </a:fillRef>
          <a:effectRef idx="0">
            <a:schemeClr val="accent1"/>
          </a:effectRef>
          <a:fontRef idx="minor">
            <a:schemeClr val="tx1"/>
          </a:fontRef>
        </p:style>
      </p:cxnSp>
      <p:sp>
        <p:nvSpPr>
          <p:cNvPr id="13" name="Text Placeholder 2">
            <a:extLst>
              <a:ext uri="{FF2B5EF4-FFF2-40B4-BE49-F238E27FC236}">
                <a16:creationId xmlns:a16="http://schemas.microsoft.com/office/drawing/2014/main" id="{A531FC2E-EC1B-463C-96B2-BEB105EA8B79}"/>
              </a:ext>
            </a:extLst>
          </p:cNvPr>
          <p:cNvSpPr>
            <a:spLocks noGrp="1"/>
          </p:cNvSpPr>
          <p:nvPr>
            <p:ph type="body" idx="17"/>
          </p:nvPr>
        </p:nvSpPr>
        <p:spPr>
          <a:xfrm>
            <a:off x="5005136" y="2214173"/>
            <a:ext cx="1980399" cy="955675"/>
          </a:xfrm>
        </p:spPr>
        <p:txBody>
          <a:bodyPr>
            <a:normAutofit/>
          </a:bodyPr>
          <a:lstStyle>
            <a:lvl1pPr marL="0" indent="0" algn="l">
              <a:buNone/>
              <a:defRPr sz="1600">
                <a:solidFill>
                  <a:schemeClr val="bg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5" name="Text Placeholder 2">
            <a:extLst>
              <a:ext uri="{FF2B5EF4-FFF2-40B4-BE49-F238E27FC236}">
                <a16:creationId xmlns:a16="http://schemas.microsoft.com/office/drawing/2014/main" id="{6B0C70FC-DF24-48BE-B69F-06A8CCBE012D}"/>
              </a:ext>
            </a:extLst>
          </p:cNvPr>
          <p:cNvSpPr>
            <a:spLocks noGrp="1"/>
          </p:cNvSpPr>
          <p:nvPr>
            <p:ph type="body" idx="18"/>
          </p:nvPr>
        </p:nvSpPr>
        <p:spPr>
          <a:xfrm>
            <a:off x="4433683" y="5101124"/>
            <a:ext cx="2946174" cy="955675"/>
          </a:xfrm>
        </p:spPr>
        <p:txBody>
          <a:bodyPr>
            <a:normAutofit/>
          </a:bodyPr>
          <a:lstStyle>
            <a:lvl1pPr marL="0" indent="0" algn="l">
              <a:buNone/>
              <a:defRPr sz="1600">
                <a:solidFill>
                  <a:schemeClr val="bg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6" name="Text Placeholder 2">
            <a:extLst>
              <a:ext uri="{FF2B5EF4-FFF2-40B4-BE49-F238E27FC236}">
                <a16:creationId xmlns:a16="http://schemas.microsoft.com/office/drawing/2014/main" id="{D08F9B0D-B1B4-48D8-8125-779271F6E911}"/>
              </a:ext>
            </a:extLst>
          </p:cNvPr>
          <p:cNvSpPr>
            <a:spLocks noGrp="1"/>
          </p:cNvSpPr>
          <p:nvPr>
            <p:ph type="body" idx="19" hasCustomPrompt="1"/>
          </p:nvPr>
        </p:nvSpPr>
        <p:spPr>
          <a:xfrm>
            <a:off x="4433683" y="4368620"/>
            <a:ext cx="2946174" cy="573241"/>
          </a:xfrm>
        </p:spPr>
        <p:txBody>
          <a:bodyPr>
            <a:normAutofit/>
          </a:bodyPr>
          <a:lstStyle>
            <a:lvl1pPr marL="0" indent="0" algn="l">
              <a:buNone/>
              <a:defRPr sz="4400" b="1">
                <a:solidFill>
                  <a:srgbClr val="2D6188"/>
                </a:solidFill>
                <a:latin typeface="Roboto" panose="02000000000000000000" pitchFamily="2" charset="0"/>
                <a:ea typeface="Roboto" panose="02000000000000000000" pitchFamily="2" charset="0"/>
                <a:cs typeface="Roboto" panose="020000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01</a:t>
            </a:r>
          </a:p>
        </p:txBody>
      </p:sp>
      <p:sp>
        <p:nvSpPr>
          <p:cNvPr id="17" name="Text Placeholder 2">
            <a:extLst>
              <a:ext uri="{FF2B5EF4-FFF2-40B4-BE49-F238E27FC236}">
                <a16:creationId xmlns:a16="http://schemas.microsoft.com/office/drawing/2014/main" id="{3A818EC7-5E06-4D07-B730-99515C7E93B5}"/>
              </a:ext>
            </a:extLst>
          </p:cNvPr>
          <p:cNvSpPr>
            <a:spLocks noGrp="1"/>
          </p:cNvSpPr>
          <p:nvPr>
            <p:ph type="body" idx="20"/>
          </p:nvPr>
        </p:nvSpPr>
        <p:spPr>
          <a:xfrm>
            <a:off x="8604476" y="5101124"/>
            <a:ext cx="2946174" cy="955675"/>
          </a:xfrm>
        </p:spPr>
        <p:txBody>
          <a:bodyPr>
            <a:normAutofit/>
          </a:bodyPr>
          <a:lstStyle>
            <a:lvl1pPr marL="0" indent="0" algn="l">
              <a:buNone/>
              <a:defRPr sz="1600">
                <a:solidFill>
                  <a:schemeClr val="bg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8" name="Text Placeholder 2">
            <a:extLst>
              <a:ext uri="{FF2B5EF4-FFF2-40B4-BE49-F238E27FC236}">
                <a16:creationId xmlns:a16="http://schemas.microsoft.com/office/drawing/2014/main" id="{E30723C0-A791-47CF-ABC3-0C52FEA036FB}"/>
              </a:ext>
            </a:extLst>
          </p:cNvPr>
          <p:cNvSpPr>
            <a:spLocks noGrp="1"/>
          </p:cNvSpPr>
          <p:nvPr>
            <p:ph type="body" idx="21" hasCustomPrompt="1"/>
          </p:nvPr>
        </p:nvSpPr>
        <p:spPr>
          <a:xfrm>
            <a:off x="8604476" y="4368620"/>
            <a:ext cx="2946174" cy="573241"/>
          </a:xfrm>
        </p:spPr>
        <p:txBody>
          <a:bodyPr>
            <a:normAutofit/>
          </a:bodyPr>
          <a:lstStyle>
            <a:lvl1pPr marL="0" indent="0" algn="l">
              <a:buNone/>
              <a:defRPr sz="4400" b="1">
                <a:solidFill>
                  <a:srgbClr val="2D6188"/>
                </a:solidFill>
                <a:latin typeface="Roboto" panose="02000000000000000000" pitchFamily="2" charset="0"/>
                <a:ea typeface="Roboto" panose="02000000000000000000" pitchFamily="2" charset="0"/>
                <a:cs typeface="Roboto" panose="020000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01</a:t>
            </a:r>
          </a:p>
        </p:txBody>
      </p:sp>
      <p:sp>
        <p:nvSpPr>
          <p:cNvPr id="19" name="Picture Placeholder 15">
            <a:extLst>
              <a:ext uri="{FF2B5EF4-FFF2-40B4-BE49-F238E27FC236}">
                <a16:creationId xmlns:a16="http://schemas.microsoft.com/office/drawing/2014/main" id="{2A469210-70E7-4803-A154-1F7C4CA63D42}"/>
              </a:ext>
            </a:extLst>
          </p:cNvPr>
          <p:cNvSpPr>
            <a:spLocks noGrp="1"/>
          </p:cNvSpPr>
          <p:nvPr>
            <p:ph type="pic" sz="quarter" idx="16" hasCustomPrompt="1"/>
          </p:nvPr>
        </p:nvSpPr>
        <p:spPr>
          <a:xfrm>
            <a:off x="5528151" y="1315859"/>
            <a:ext cx="757237" cy="757237"/>
          </a:xfrm>
        </p:spPr>
        <p:txBody>
          <a:bodyPr/>
          <a:lstStyle>
            <a:lvl1pPr marL="0" indent="0" algn="ctr">
              <a:buNone/>
              <a:defRPr sz="1200">
                <a:solidFill>
                  <a:schemeClr val="bg2">
                    <a:lumMod val="60000"/>
                    <a:lumOff val="40000"/>
                  </a:schemeClr>
                </a:solidFill>
              </a:defRPr>
            </a:lvl1pPr>
          </a:lstStyle>
          <a:p>
            <a:r>
              <a:rPr lang="en-US"/>
              <a:t>Insert relevant icons</a:t>
            </a:r>
            <a:endParaRPr lang="en-IN"/>
          </a:p>
        </p:txBody>
      </p:sp>
      <p:sp>
        <p:nvSpPr>
          <p:cNvPr id="20" name="Text Placeholder 2">
            <a:extLst>
              <a:ext uri="{FF2B5EF4-FFF2-40B4-BE49-F238E27FC236}">
                <a16:creationId xmlns:a16="http://schemas.microsoft.com/office/drawing/2014/main" id="{680F79B9-5754-4380-AABF-914E5F5058EF}"/>
              </a:ext>
            </a:extLst>
          </p:cNvPr>
          <p:cNvSpPr>
            <a:spLocks noGrp="1"/>
          </p:cNvSpPr>
          <p:nvPr>
            <p:ph type="body" idx="22"/>
          </p:nvPr>
        </p:nvSpPr>
        <p:spPr>
          <a:xfrm>
            <a:off x="7392327" y="1173150"/>
            <a:ext cx="4352095" cy="955675"/>
          </a:xfrm>
        </p:spPr>
        <p:txBody>
          <a:bodyPr>
            <a:normAutofit/>
          </a:bodyPr>
          <a:lstStyle>
            <a:lvl1pPr marL="0" indent="0" algn="l">
              <a:buNone/>
              <a:defRPr sz="3200" b="1">
                <a:solidFill>
                  <a:schemeClr val="bg2"/>
                </a:solidFill>
                <a:latin typeface="Roboto" panose="020B0604020202020204" charset="0"/>
                <a:ea typeface="Roboto" panose="020B0604020202020204" charset="0"/>
                <a:cs typeface="Roboto" panose="020B060402020202020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21" name="Text Placeholder 2">
            <a:extLst>
              <a:ext uri="{FF2B5EF4-FFF2-40B4-BE49-F238E27FC236}">
                <a16:creationId xmlns:a16="http://schemas.microsoft.com/office/drawing/2014/main" id="{7786BCB4-9C4A-461E-8F18-32F1193088CF}"/>
              </a:ext>
            </a:extLst>
          </p:cNvPr>
          <p:cNvSpPr>
            <a:spLocks noGrp="1"/>
          </p:cNvSpPr>
          <p:nvPr>
            <p:ph type="body" idx="23"/>
          </p:nvPr>
        </p:nvSpPr>
        <p:spPr>
          <a:xfrm>
            <a:off x="7392327" y="2431345"/>
            <a:ext cx="4352095" cy="955675"/>
          </a:xfrm>
        </p:spPr>
        <p:txBody>
          <a:bodyPr>
            <a:normAutofit/>
          </a:bodyPr>
          <a:lstStyle>
            <a:lvl1pPr marL="0" indent="0" algn="l">
              <a:buNone/>
              <a:defRPr sz="1200">
                <a:solidFill>
                  <a:schemeClr val="bg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22" name="Straight Connector 21">
            <a:extLst>
              <a:ext uri="{FF2B5EF4-FFF2-40B4-BE49-F238E27FC236}">
                <a16:creationId xmlns:a16="http://schemas.microsoft.com/office/drawing/2014/main" id="{B92E44D7-D596-4B16-BF30-DD3154B5D12C}"/>
              </a:ext>
            </a:extLst>
          </p:cNvPr>
          <p:cNvCxnSpPr>
            <a:cxnSpLocks/>
          </p:cNvCxnSpPr>
          <p:nvPr/>
        </p:nvCxnSpPr>
        <p:spPr>
          <a:xfrm>
            <a:off x="7528981" y="2242723"/>
            <a:ext cx="3711728" cy="0"/>
          </a:xfrm>
          <a:prstGeom prst="line">
            <a:avLst/>
          </a:prstGeom>
          <a:ln>
            <a:solidFill>
              <a:srgbClr val="C4C4C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402628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4_Custom Layou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97184B1-D995-45A8-A4B5-8F82AE7359D7}"/>
              </a:ext>
            </a:extLst>
          </p:cNvPr>
          <p:cNvSpPr/>
          <p:nvPr/>
        </p:nvSpPr>
        <p:spPr>
          <a:xfrm>
            <a:off x="5634833" y="3429000"/>
            <a:ext cx="6557168" cy="3429000"/>
          </a:xfrm>
          <a:prstGeom prst="rect">
            <a:avLst/>
          </a:prstGeom>
          <a:solidFill>
            <a:srgbClr val="2D6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B8CA2D6-D39D-48D8-9336-78EE01A66D28}"/>
              </a:ext>
            </a:extLst>
          </p:cNvPr>
          <p:cNvSpPr>
            <a:spLocks noGrp="1"/>
          </p:cNvSpPr>
          <p:nvPr>
            <p:ph type="title"/>
          </p:nvPr>
        </p:nvSpPr>
        <p:spPr>
          <a:xfrm>
            <a:off x="6557169" y="315335"/>
            <a:ext cx="5025231" cy="1257300"/>
          </a:xfrm>
        </p:spPr>
        <p:txBody>
          <a:bodyPr/>
          <a:lstStyle>
            <a:lvl1pPr>
              <a:defRPr b="1">
                <a:solidFill>
                  <a:srgbClr val="2D6188"/>
                </a:solidFill>
                <a:latin typeface="Roboto" panose="020B0604020202020204" charset="0"/>
                <a:ea typeface="Roboto" panose="020B0604020202020204" charset="0"/>
                <a:cs typeface="Roboto" panose="020B0604020202020204" charset="0"/>
              </a:defRPr>
            </a:lvl1pPr>
          </a:lstStyle>
          <a:p>
            <a:r>
              <a:rPr lang="en-US"/>
              <a:t>Click to edit Master title style</a:t>
            </a:r>
          </a:p>
        </p:txBody>
      </p:sp>
      <p:sp>
        <p:nvSpPr>
          <p:cNvPr id="3" name="Slide Number Placeholder 2">
            <a:extLst>
              <a:ext uri="{FF2B5EF4-FFF2-40B4-BE49-F238E27FC236}">
                <a16:creationId xmlns:a16="http://schemas.microsoft.com/office/drawing/2014/main" id="{582AC87A-39E6-4AF0-875F-CDAA7D4CE94F}"/>
              </a:ext>
            </a:extLst>
          </p:cNvPr>
          <p:cNvSpPr>
            <a:spLocks noGrp="1"/>
          </p:cNvSpPr>
          <p:nvPr>
            <p:ph type="sldNum" sz="quarter" idx="10"/>
          </p:nvPr>
        </p:nvSpPr>
        <p:spPr>
          <a:xfrm>
            <a:off x="3598363" y="6424178"/>
            <a:ext cx="1772920" cy="365125"/>
          </a:xfrm>
          <a:prstGeom prst="rect">
            <a:avLst/>
          </a:prstGeom>
        </p:spPr>
        <p:txBody>
          <a:bodyPr/>
          <a:lstStyle/>
          <a:p>
            <a:fld id="{E60884FA-1782-2C46-B58F-16BA5B9E415B}" type="slidenum">
              <a:rPr lang="en-US" smtClean="0"/>
              <a:t>‹#›</a:t>
            </a:fld>
            <a:endParaRPr lang="en-US"/>
          </a:p>
        </p:txBody>
      </p:sp>
      <p:sp>
        <p:nvSpPr>
          <p:cNvPr id="4" name="Footer Placeholder 3">
            <a:extLst>
              <a:ext uri="{FF2B5EF4-FFF2-40B4-BE49-F238E27FC236}">
                <a16:creationId xmlns:a16="http://schemas.microsoft.com/office/drawing/2014/main" id="{81190968-7365-4E18-B2C6-4F20BD01E202}"/>
              </a:ext>
            </a:extLst>
          </p:cNvPr>
          <p:cNvSpPr>
            <a:spLocks noGrp="1"/>
          </p:cNvSpPr>
          <p:nvPr>
            <p:ph type="ftr" sz="quarter" idx="11"/>
          </p:nvPr>
        </p:nvSpPr>
        <p:spPr>
          <a:xfrm>
            <a:off x="442913" y="6424178"/>
            <a:ext cx="3406616" cy="365125"/>
          </a:xfrm>
          <a:prstGeom prst="rect">
            <a:avLst/>
          </a:prstGeom>
        </p:spPr>
        <p:txBody>
          <a:bodyPr/>
          <a:lstStyle/>
          <a:p>
            <a:r>
              <a:rPr lang="en-US"/>
              <a:t>COPYRIGHT 2021 ALEPO</a:t>
            </a:r>
          </a:p>
        </p:txBody>
      </p:sp>
      <p:pic>
        <p:nvPicPr>
          <p:cNvPr id="7" name="Graphic 6">
            <a:extLst>
              <a:ext uri="{FF2B5EF4-FFF2-40B4-BE49-F238E27FC236}">
                <a16:creationId xmlns:a16="http://schemas.microsoft.com/office/drawing/2014/main" id="{6DF6C80B-5479-4A1A-AADE-59870BCB22A1}"/>
              </a:ext>
            </a:extLst>
          </p:cNvPr>
          <p:cNvPicPr>
            <a:picLocks noChangeAspect="1"/>
          </p:cNvPicPr>
          <p:nvPr/>
        </p:nvPicPr>
        <p:blipFill>
          <a:blip r:embed="rId2"/>
          <a:srcRect l="33" r="33"/>
          <a:stretch/>
        </p:blipFill>
        <p:spPr>
          <a:xfrm>
            <a:off x="1" y="1"/>
            <a:ext cx="5634831" cy="3505058"/>
          </a:xfrm>
          <a:prstGeom prst="rect">
            <a:avLst/>
          </a:prstGeom>
        </p:spPr>
      </p:pic>
      <p:sp>
        <p:nvSpPr>
          <p:cNvPr id="9" name="Text Placeholder 2">
            <a:extLst>
              <a:ext uri="{FF2B5EF4-FFF2-40B4-BE49-F238E27FC236}">
                <a16:creationId xmlns:a16="http://schemas.microsoft.com/office/drawing/2014/main" id="{D74587A5-01B5-4219-8F0A-EA8AAFEE3F81}"/>
              </a:ext>
            </a:extLst>
          </p:cNvPr>
          <p:cNvSpPr>
            <a:spLocks noGrp="1"/>
          </p:cNvSpPr>
          <p:nvPr>
            <p:ph type="body" idx="1"/>
          </p:nvPr>
        </p:nvSpPr>
        <p:spPr>
          <a:xfrm>
            <a:off x="6557168" y="1719170"/>
            <a:ext cx="5025231" cy="955675"/>
          </a:xfrm>
        </p:spPr>
        <p:txBody>
          <a:bodyPr>
            <a:normAutofit/>
          </a:bodyPr>
          <a:lstStyle>
            <a:lvl1pPr marL="0" indent="0" algn="l">
              <a:buNone/>
              <a:defRPr sz="1600">
                <a:solidFill>
                  <a:schemeClr val="bg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1" name="Text Placeholder 2">
            <a:extLst>
              <a:ext uri="{FF2B5EF4-FFF2-40B4-BE49-F238E27FC236}">
                <a16:creationId xmlns:a16="http://schemas.microsoft.com/office/drawing/2014/main" id="{C64AA60C-651B-46D8-AE3E-847A9C1DAB00}"/>
              </a:ext>
            </a:extLst>
          </p:cNvPr>
          <p:cNvSpPr>
            <a:spLocks noGrp="1"/>
          </p:cNvSpPr>
          <p:nvPr>
            <p:ph type="body" idx="12"/>
          </p:nvPr>
        </p:nvSpPr>
        <p:spPr>
          <a:xfrm>
            <a:off x="1192106" y="3597275"/>
            <a:ext cx="4179178" cy="669925"/>
          </a:xfrm>
        </p:spPr>
        <p:txBody>
          <a:bodyPr>
            <a:normAutofit/>
          </a:bodyPr>
          <a:lstStyle>
            <a:lvl1pPr marL="0" indent="0" algn="l">
              <a:buNone/>
              <a:defRPr sz="2000" b="1">
                <a:solidFill>
                  <a:schemeClr val="bg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2" name="Text Placeholder 2">
            <a:extLst>
              <a:ext uri="{FF2B5EF4-FFF2-40B4-BE49-F238E27FC236}">
                <a16:creationId xmlns:a16="http://schemas.microsoft.com/office/drawing/2014/main" id="{0D3D39D0-D744-435F-AC3F-F5E1D4973960}"/>
              </a:ext>
            </a:extLst>
          </p:cNvPr>
          <p:cNvSpPr>
            <a:spLocks noGrp="1"/>
          </p:cNvSpPr>
          <p:nvPr>
            <p:ph type="body" idx="13"/>
          </p:nvPr>
        </p:nvSpPr>
        <p:spPr>
          <a:xfrm>
            <a:off x="1192106" y="4275755"/>
            <a:ext cx="4179178" cy="669925"/>
          </a:xfrm>
        </p:spPr>
        <p:txBody>
          <a:bodyPr>
            <a:normAutofit/>
          </a:bodyPr>
          <a:lstStyle>
            <a:lvl1pPr marL="0" indent="0" algn="l">
              <a:buNone/>
              <a:defRPr sz="1600">
                <a:solidFill>
                  <a:schemeClr val="bg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4" name="Text Placeholder 2">
            <a:extLst>
              <a:ext uri="{FF2B5EF4-FFF2-40B4-BE49-F238E27FC236}">
                <a16:creationId xmlns:a16="http://schemas.microsoft.com/office/drawing/2014/main" id="{714A5C8A-3742-4CAA-80AB-175D9807ED51}"/>
              </a:ext>
            </a:extLst>
          </p:cNvPr>
          <p:cNvSpPr>
            <a:spLocks noGrp="1"/>
          </p:cNvSpPr>
          <p:nvPr>
            <p:ph type="body" idx="14"/>
          </p:nvPr>
        </p:nvSpPr>
        <p:spPr>
          <a:xfrm>
            <a:off x="1192106" y="5044993"/>
            <a:ext cx="4179178" cy="669925"/>
          </a:xfrm>
        </p:spPr>
        <p:txBody>
          <a:bodyPr>
            <a:normAutofit/>
          </a:bodyPr>
          <a:lstStyle>
            <a:lvl1pPr marL="0" indent="0" algn="l">
              <a:buNone/>
              <a:defRPr sz="2000" b="1">
                <a:solidFill>
                  <a:schemeClr val="bg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5" name="Text Placeholder 2">
            <a:extLst>
              <a:ext uri="{FF2B5EF4-FFF2-40B4-BE49-F238E27FC236}">
                <a16:creationId xmlns:a16="http://schemas.microsoft.com/office/drawing/2014/main" id="{2AC2CFFD-C164-43FB-B1C1-9350BB0932ED}"/>
              </a:ext>
            </a:extLst>
          </p:cNvPr>
          <p:cNvSpPr>
            <a:spLocks noGrp="1"/>
          </p:cNvSpPr>
          <p:nvPr>
            <p:ph type="body" idx="15"/>
          </p:nvPr>
        </p:nvSpPr>
        <p:spPr>
          <a:xfrm>
            <a:off x="1192106" y="5723473"/>
            <a:ext cx="4179178" cy="669925"/>
          </a:xfrm>
        </p:spPr>
        <p:txBody>
          <a:bodyPr>
            <a:normAutofit/>
          </a:bodyPr>
          <a:lstStyle>
            <a:lvl1pPr marL="0" indent="0" algn="l">
              <a:buNone/>
              <a:defRPr sz="1600">
                <a:solidFill>
                  <a:schemeClr val="bg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7" name="Text Placeholder 2">
            <a:extLst>
              <a:ext uri="{FF2B5EF4-FFF2-40B4-BE49-F238E27FC236}">
                <a16:creationId xmlns:a16="http://schemas.microsoft.com/office/drawing/2014/main" id="{3888925F-3E33-4A5E-B7C6-6355F0E09259}"/>
              </a:ext>
            </a:extLst>
          </p:cNvPr>
          <p:cNvSpPr>
            <a:spLocks noGrp="1"/>
          </p:cNvSpPr>
          <p:nvPr>
            <p:ph type="body" idx="16" hasCustomPrompt="1"/>
          </p:nvPr>
        </p:nvSpPr>
        <p:spPr>
          <a:xfrm>
            <a:off x="326677" y="3597275"/>
            <a:ext cx="865429" cy="669925"/>
          </a:xfrm>
        </p:spPr>
        <p:txBody>
          <a:bodyPr>
            <a:normAutofit/>
          </a:bodyPr>
          <a:lstStyle>
            <a:lvl1pPr marL="0" indent="0" algn="l">
              <a:buNone/>
              <a:defRPr sz="3200" b="1">
                <a:solidFill>
                  <a:srgbClr val="2D6188"/>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01</a:t>
            </a:r>
          </a:p>
        </p:txBody>
      </p:sp>
      <p:sp>
        <p:nvSpPr>
          <p:cNvPr id="18" name="Text Placeholder 2">
            <a:extLst>
              <a:ext uri="{FF2B5EF4-FFF2-40B4-BE49-F238E27FC236}">
                <a16:creationId xmlns:a16="http://schemas.microsoft.com/office/drawing/2014/main" id="{AA51D6B0-7F1F-4FFD-8D05-DC352848D147}"/>
              </a:ext>
            </a:extLst>
          </p:cNvPr>
          <p:cNvSpPr>
            <a:spLocks noGrp="1"/>
          </p:cNvSpPr>
          <p:nvPr>
            <p:ph type="body" idx="17" hasCustomPrompt="1"/>
          </p:nvPr>
        </p:nvSpPr>
        <p:spPr>
          <a:xfrm>
            <a:off x="326677" y="5008154"/>
            <a:ext cx="865429" cy="669925"/>
          </a:xfrm>
        </p:spPr>
        <p:txBody>
          <a:bodyPr>
            <a:normAutofit/>
          </a:bodyPr>
          <a:lstStyle>
            <a:lvl1pPr marL="0" indent="0" algn="l">
              <a:buNone/>
              <a:defRPr sz="3200" b="1">
                <a:solidFill>
                  <a:srgbClr val="2D6188"/>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02</a:t>
            </a:r>
          </a:p>
        </p:txBody>
      </p:sp>
      <p:sp>
        <p:nvSpPr>
          <p:cNvPr id="19" name="Text Placeholder 2">
            <a:extLst>
              <a:ext uri="{FF2B5EF4-FFF2-40B4-BE49-F238E27FC236}">
                <a16:creationId xmlns:a16="http://schemas.microsoft.com/office/drawing/2014/main" id="{F984FAB3-82E0-43EE-A88E-63BB5E2865F0}"/>
              </a:ext>
            </a:extLst>
          </p:cNvPr>
          <p:cNvSpPr>
            <a:spLocks noGrp="1"/>
          </p:cNvSpPr>
          <p:nvPr>
            <p:ph type="body" idx="18"/>
          </p:nvPr>
        </p:nvSpPr>
        <p:spPr>
          <a:xfrm>
            <a:off x="5935580" y="4052479"/>
            <a:ext cx="4010525" cy="955675"/>
          </a:xfrm>
        </p:spPr>
        <p:txBody>
          <a:bodyPr>
            <a:normAutofit/>
          </a:bodyPr>
          <a:lstStyle>
            <a:lvl1pPr marL="0" indent="0" algn="l">
              <a:buNone/>
              <a:defRPr sz="12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20" name="Text Placeholder 2">
            <a:extLst>
              <a:ext uri="{FF2B5EF4-FFF2-40B4-BE49-F238E27FC236}">
                <a16:creationId xmlns:a16="http://schemas.microsoft.com/office/drawing/2014/main" id="{144A1703-E9FD-40B6-90B7-8EEC66D1D01A}"/>
              </a:ext>
            </a:extLst>
          </p:cNvPr>
          <p:cNvSpPr>
            <a:spLocks noGrp="1"/>
          </p:cNvSpPr>
          <p:nvPr>
            <p:ph type="body" idx="19"/>
          </p:nvPr>
        </p:nvSpPr>
        <p:spPr>
          <a:xfrm>
            <a:off x="5935580" y="5245635"/>
            <a:ext cx="4010525" cy="955675"/>
          </a:xfrm>
        </p:spPr>
        <p:txBody>
          <a:bodyPr>
            <a:normAutofit/>
          </a:bodyPr>
          <a:lstStyle>
            <a:lvl1pPr marL="0" indent="0" algn="l">
              <a:buNone/>
              <a:defRPr sz="12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79142861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7CC59F1-765A-499A-8B9E-CE334D0C5D16}"/>
              </a:ext>
            </a:extLst>
          </p:cNvPr>
          <p:cNvSpPr/>
          <p:nvPr userDrawn="1"/>
        </p:nvSpPr>
        <p:spPr>
          <a:xfrm>
            <a:off x="5635625" y="0"/>
            <a:ext cx="6556375" cy="6858000"/>
          </a:xfrm>
          <a:prstGeom prst="rect">
            <a:avLst/>
          </a:prstGeom>
          <a:solidFill>
            <a:srgbClr val="2D6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FFFFFF"/>
              </a:solidFill>
            </a:endParaRPr>
          </a:p>
        </p:txBody>
      </p:sp>
      <p:sp>
        <p:nvSpPr>
          <p:cNvPr id="6" name="Picture Placeholder 5">
            <a:extLst>
              <a:ext uri="{FF2B5EF4-FFF2-40B4-BE49-F238E27FC236}">
                <a16:creationId xmlns:a16="http://schemas.microsoft.com/office/drawing/2014/main" id="{2A8B0631-431D-4115-8C96-7B1C458D02D2}"/>
              </a:ext>
            </a:extLst>
          </p:cNvPr>
          <p:cNvSpPr>
            <a:spLocks noGrp="1"/>
          </p:cNvSpPr>
          <p:nvPr>
            <p:ph type="pic" sz="quarter" idx="18"/>
          </p:nvPr>
        </p:nvSpPr>
        <p:spPr>
          <a:xfrm>
            <a:off x="0" y="0"/>
            <a:ext cx="5635625" cy="3497263"/>
          </a:xfrm>
        </p:spPr>
        <p:txBody>
          <a:bodyPr/>
          <a:lstStyle/>
          <a:p>
            <a:endParaRPr lang="en-IN"/>
          </a:p>
        </p:txBody>
      </p:sp>
      <p:sp>
        <p:nvSpPr>
          <p:cNvPr id="2" name="Title 1">
            <a:extLst>
              <a:ext uri="{FF2B5EF4-FFF2-40B4-BE49-F238E27FC236}">
                <a16:creationId xmlns:a16="http://schemas.microsoft.com/office/drawing/2014/main" id="{CB8CA2D6-D39D-48D8-9336-78EE01A66D28}"/>
              </a:ext>
            </a:extLst>
          </p:cNvPr>
          <p:cNvSpPr>
            <a:spLocks noGrp="1"/>
          </p:cNvSpPr>
          <p:nvPr>
            <p:ph type="title"/>
          </p:nvPr>
        </p:nvSpPr>
        <p:spPr>
          <a:xfrm>
            <a:off x="6557169" y="315335"/>
            <a:ext cx="5025231" cy="1257300"/>
          </a:xfrm>
        </p:spPr>
        <p:txBody>
          <a:bodyPr/>
          <a:lstStyle>
            <a:lvl1pPr>
              <a:defRPr b="1">
                <a:solidFill>
                  <a:srgbClr val="FFFFFF"/>
                </a:solidFill>
                <a:latin typeface="Roboto" panose="020B0604020202020204" charset="0"/>
                <a:ea typeface="Roboto" panose="020B0604020202020204" charset="0"/>
                <a:cs typeface="Roboto" panose="020B0604020202020204" charset="0"/>
              </a:defRPr>
            </a:lvl1pPr>
          </a:lstStyle>
          <a:p>
            <a:r>
              <a:rPr lang="en-US"/>
              <a:t>Click to edit Master title style</a:t>
            </a:r>
          </a:p>
        </p:txBody>
      </p:sp>
      <p:sp>
        <p:nvSpPr>
          <p:cNvPr id="3" name="Slide Number Placeholder 2">
            <a:extLst>
              <a:ext uri="{FF2B5EF4-FFF2-40B4-BE49-F238E27FC236}">
                <a16:creationId xmlns:a16="http://schemas.microsoft.com/office/drawing/2014/main" id="{582AC87A-39E6-4AF0-875F-CDAA7D4CE94F}"/>
              </a:ext>
            </a:extLst>
          </p:cNvPr>
          <p:cNvSpPr>
            <a:spLocks noGrp="1"/>
          </p:cNvSpPr>
          <p:nvPr>
            <p:ph type="sldNum" sz="quarter" idx="10"/>
          </p:nvPr>
        </p:nvSpPr>
        <p:spPr>
          <a:xfrm>
            <a:off x="3598363" y="6424178"/>
            <a:ext cx="1772920" cy="365125"/>
          </a:xfrm>
          <a:prstGeom prst="rect">
            <a:avLst/>
          </a:prstGeom>
        </p:spPr>
        <p:txBody>
          <a:bodyPr/>
          <a:lstStyle/>
          <a:p>
            <a:fld id="{E60884FA-1782-2C46-B58F-16BA5B9E415B}" type="slidenum">
              <a:rPr lang="en-US" smtClean="0"/>
              <a:t>‹#›</a:t>
            </a:fld>
            <a:endParaRPr lang="en-US"/>
          </a:p>
        </p:txBody>
      </p:sp>
      <p:sp>
        <p:nvSpPr>
          <p:cNvPr id="4" name="Footer Placeholder 3">
            <a:extLst>
              <a:ext uri="{FF2B5EF4-FFF2-40B4-BE49-F238E27FC236}">
                <a16:creationId xmlns:a16="http://schemas.microsoft.com/office/drawing/2014/main" id="{81190968-7365-4E18-B2C6-4F20BD01E202}"/>
              </a:ext>
            </a:extLst>
          </p:cNvPr>
          <p:cNvSpPr>
            <a:spLocks noGrp="1"/>
          </p:cNvSpPr>
          <p:nvPr>
            <p:ph type="ftr" sz="quarter" idx="11"/>
          </p:nvPr>
        </p:nvSpPr>
        <p:spPr>
          <a:xfrm>
            <a:off x="442913" y="6424178"/>
            <a:ext cx="3406616" cy="365125"/>
          </a:xfrm>
          <a:prstGeom prst="rect">
            <a:avLst/>
          </a:prstGeom>
        </p:spPr>
        <p:txBody>
          <a:bodyPr/>
          <a:lstStyle/>
          <a:p>
            <a:r>
              <a:rPr lang="en-US"/>
              <a:t>COPYRIGHT 2021 ALEPO</a:t>
            </a:r>
          </a:p>
        </p:txBody>
      </p:sp>
      <p:sp>
        <p:nvSpPr>
          <p:cNvPr id="9" name="Text Placeholder 2">
            <a:extLst>
              <a:ext uri="{FF2B5EF4-FFF2-40B4-BE49-F238E27FC236}">
                <a16:creationId xmlns:a16="http://schemas.microsoft.com/office/drawing/2014/main" id="{D74587A5-01B5-4219-8F0A-EA8AAFEE3F81}"/>
              </a:ext>
            </a:extLst>
          </p:cNvPr>
          <p:cNvSpPr>
            <a:spLocks noGrp="1"/>
          </p:cNvSpPr>
          <p:nvPr>
            <p:ph type="body" idx="1"/>
          </p:nvPr>
        </p:nvSpPr>
        <p:spPr>
          <a:xfrm>
            <a:off x="6557168" y="1719170"/>
            <a:ext cx="5025231" cy="955675"/>
          </a:xfrm>
        </p:spPr>
        <p:txBody>
          <a:bodyPr>
            <a:normAutofit/>
          </a:bodyPr>
          <a:lstStyle>
            <a:lvl1pPr marL="0" indent="0" algn="l">
              <a:buNone/>
              <a:defRPr sz="1600">
                <a:solidFill>
                  <a:srgbClr val="FFFFFF"/>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1" name="Text Placeholder 2">
            <a:extLst>
              <a:ext uri="{FF2B5EF4-FFF2-40B4-BE49-F238E27FC236}">
                <a16:creationId xmlns:a16="http://schemas.microsoft.com/office/drawing/2014/main" id="{C64AA60C-651B-46D8-AE3E-847A9C1DAB00}"/>
              </a:ext>
            </a:extLst>
          </p:cNvPr>
          <p:cNvSpPr>
            <a:spLocks noGrp="1"/>
          </p:cNvSpPr>
          <p:nvPr>
            <p:ph type="body" idx="12"/>
          </p:nvPr>
        </p:nvSpPr>
        <p:spPr>
          <a:xfrm>
            <a:off x="1192106" y="4021686"/>
            <a:ext cx="4179178" cy="669925"/>
          </a:xfrm>
        </p:spPr>
        <p:txBody>
          <a:bodyPr anchor="ctr">
            <a:normAutofit/>
          </a:bodyPr>
          <a:lstStyle>
            <a:lvl1pPr marL="0" indent="0" algn="l">
              <a:buNone/>
              <a:defRPr sz="2000" b="1">
                <a:solidFill>
                  <a:schemeClr val="bg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4" name="Text Placeholder 2">
            <a:extLst>
              <a:ext uri="{FF2B5EF4-FFF2-40B4-BE49-F238E27FC236}">
                <a16:creationId xmlns:a16="http://schemas.microsoft.com/office/drawing/2014/main" id="{714A5C8A-3742-4CAA-80AB-175D9807ED51}"/>
              </a:ext>
            </a:extLst>
          </p:cNvPr>
          <p:cNvSpPr>
            <a:spLocks noGrp="1"/>
          </p:cNvSpPr>
          <p:nvPr>
            <p:ph type="body" idx="14"/>
          </p:nvPr>
        </p:nvSpPr>
        <p:spPr>
          <a:xfrm>
            <a:off x="1192106" y="5012335"/>
            <a:ext cx="4179178" cy="669925"/>
          </a:xfrm>
        </p:spPr>
        <p:txBody>
          <a:bodyPr anchor="ctr">
            <a:normAutofit/>
          </a:bodyPr>
          <a:lstStyle>
            <a:lvl1pPr marL="0" indent="0" algn="l">
              <a:buNone/>
              <a:defRPr sz="2000" b="1">
                <a:solidFill>
                  <a:schemeClr val="bg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7" name="Text Placeholder 2">
            <a:extLst>
              <a:ext uri="{FF2B5EF4-FFF2-40B4-BE49-F238E27FC236}">
                <a16:creationId xmlns:a16="http://schemas.microsoft.com/office/drawing/2014/main" id="{3888925F-3E33-4A5E-B7C6-6355F0E09259}"/>
              </a:ext>
            </a:extLst>
          </p:cNvPr>
          <p:cNvSpPr>
            <a:spLocks noGrp="1"/>
          </p:cNvSpPr>
          <p:nvPr>
            <p:ph type="body" idx="16" hasCustomPrompt="1"/>
          </p:nvPr>
        </p:nvSpPr>
        <p:spPr>
          <a:xfrm>
            <a:off x="326677" y="4021686"/>
            <a:ext cx="865429" cy="669925"/>
          </a:xfrm>
        </p:spPr>
        <p:txBody>
          <a:bodyPr anchor="ctr">
            <a:normAutofit/>
          </a:bodyPr>
          <a:lstStyle>
            <a:lvl1pPr marL="0" indent="0" algn="l">
              <a:buNone/>
              <a:defRPr sz="3200" b="1">
                <a:solidFill>
                  <a:srgbClr val="2D6188"/>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01</a:t>
            </a:r>
          </a:p>
        </p:txBody>
      </p:sp>
      <p:sp>
        <p:nvSpPr>
          <p:cNvPr id="18" name="Text Placeholder 2">
            <a:extLst>
              <a:ext uri="{FF2B5EF4-FFF2-40B4-BE49-F238E27FC236}">
                <a16:creationId xmlns:a16="http://schemas.microsoft.com/office/drawing/2014/main" id="{AA51D6B0-7F1F-4FFD-8D05-DC352848D147}"/>
              </a:ext>
            </a:extLst>
          </p:cNvPr>
          <p:cNvSpPr>
            <a:spLocks noGrp="1"/>
          </p:cNvSpPr>
          <p:nvPr>
            <p:ph type="body" idx="17" hasCustomPrompt="1"/>
          </p:nvPr>
        </p:nvSpPr>
        <p:spPr>
          <a:xfrm>
            <a:off x="326677" y="5008154"/>
            <a:ext cx="865429" cy="669925"/>
          </a:xfrm>
        </p:spPr>
        <p:txBody>
          <a:bodyPr anchor="ctr">
            <a:normAutofit/>
          </a:bodyPr>
          <a:lstStyle>
            <a:lvl1pPr marL="0" indent="0" algn="l">
              <a:buNone/>
              <a:defRPr sz="3200" b="1">
                <a:solidFill>
                  <a:srgbClr val="2D6188"/>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02</a:t>
            </a:r>
          </a:p>
        </p:txBody>
      </p:sp>
    </p:spTree>
    <p:extLst>
      <p:ext uri="{BB962C8B-B14F-4D97-AF65-F5344CB8AC3E}">
        <p14:creationId xmlns:p14="http://schemas.microsoft.com/office/powerpoint/2010/main" val="28977084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5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D0292-6323-4512-B678-3A2B4E2F5915}"/>
              </a:ext>
            </a:extLst>
          </p:cNvPr>
          <p:cNvSpPr>
            <a:spLocks noGrp="1"/>
          </p:cNvSpPr>
          <p:nvPr>
            <p:ph type="title" hasCustomPrompt="1"/>
          </p:nvPr>
        </p:nvSpPr>
        <p:spPr>
          <a:xfrm>
            <a:off x="442913" y="394397"/>
            <a:ext cx="5861634" cy="1426213"/>
          </a:xfrm>
        </p:spPr>
        <p:txBody>
          <a:bodyPr>
            <a:normAutofit/>
          </a:bodyPr>
          <a:lstStyle>
            <a:lvl1pPr>
              <a:defRPr sz="4400" b="1">
                <a:latin typeface="Roboto" panose="020B0604020202020204" charset="0"/>
                <a:ea typeface="Roboto" panose="020B0604020202020204" charset="0"/>
                <a:cs typeface="Roboto" panose="020B0604020202020204" charset="0"/>
              </a:defRPr>
            </a:lvl1pPr>
          </a:lstStyle>
          <a:p>
            <a:r>
              <a:rPr lang="en-US"/>
              <a:t>CLICK TO EDIT MASTER TITLE STYLE</a:t>
            </a:r>
          </a:p>
        </p:txBody>
      </p:sp>
      <p:sp>
        <p:nvSpPr>
          <p:cNvPr id="3" name="Slide Number Placeholder 2">
            <a:extLst>
              <a:ext uri="{FF2B5EF4-FFF2-40B4-BE49-F238E27FC236}">
                <a16:creationId xmlns:a16="http://schemas.microsoft.com/office/drawing/2014/main" id="{79B77DFD-397D-41BB-8194-EBFA39DD0BB4}"/>
              </a:ext>
            </a:extLst>
          </p:cNvPr>
          <p:cNvSpPr>
            <a:spLocks noGrp="1"/>
          </p:cNvSpPr>
          <p:nvPr>
            <p:ph type="sldNum" sz="quarter" idx="10"/>
          </p:nvPr>
        </p:nvSpPr>
        <p:spPr>
          <a:xfrm>
            <a:off x="3598363" y="6424178"/>
            <a:ext cx="1772920" cy="365125"/>
          </a:xfrm>
          <a:prstGeom prst="rect">
            <a:avLst/>
          </a:prstGeom>
        </p:spPr>
        <p:txBody>
          <a:bodyPr/>
          <a:lstStyle/>
          <a:p>
            <a:fld id="{E60884FA-1782-2C46-B58F-16BA5B9E415B}" type="slidenum">
              <a:rPr lang="en-US" smtClean="0"/>
              <a:t>‹#›</a:t>
            </a:fld>
            <a:endParaRPr lang="en-US"/>
          </a:p>
        </p:txBody>
      </p:sp>
      <p:sp>
        <p:nvSpPr>
          <p:cNvPr id="4" name="Footer Placeholder 3">
            <a:extLst>
              <a:ext uri="{FF2B5EF4-FFF2-40B4-BE49-F238E27FC236}">
                <a16:creationId xmlns:a16="http://schemas.microsoft.com/office/drawing/2014/main" id="{15F7F7CA-8167-425F-90DF-EC593EA2DA70}"/>
              </a:ext>
            </a:extLst>
          </p:cNvPr>
          <p:cNvSpPr>
            <a:spLocks noGrp="1"/>
          </p:cNvSpPr>
          <p:nvPr>
            <p:ph type="ftr" sz="quarter" idx="11"/>
          </p:nvPr>
        </p:nvSpPr>
        <p:spPr>
          <a:xfrm>
            <a:off x="442913" y="6424178"/>
            <a:ext cx="3406616" cy="365125"/>
          </a:xfrm>
          <a:prstGeom prst="rect">
            <a:avLst/>
          </a:prstGeom>
        </p:spPr>
        <p:txBody>
          <a:bodyPr/>
          <a:lstStyle/>
          <a:p>
            <a:r>
              <a:rPr lang="en-US"/>
              <a:t>COPYRIGHT 2021 ALEPO</a:t>
            </a:r>
          </a:p>
        </p:txBody>
      </p:sp>
      <p:sp>
        <p:nvSpPr>
          <p:cNvPr id="8" name="Text Placeholder 2">
            <a:extLst>
              <a:ext uri="{FF2B5EF4-FFF2-40B4-BE49-F238E27FC236}">
                <a16:creationId xmlns:a16="http://schemas.microsoft.com/office/drawing/2014/main" id="{B95ACAC1-FE15-427F-9332-13E0DE69AAA3}"/>
              </a:ext>
            </a:extLst>
          </p:cNvPr>
          <p:cNvSpPr>
            <a:spLocks noGrp="1"/>
          </p:cNvSpPr>
          <p:nvPr>
            <p:ph type="body" idx="13"/>
          </p:nvPr>
        </p:nvSpPr>
        <p:spPr>
          <a:xfrm>
            <a:off x="6460852" y="394397"/>
            <a:ext cx="5272191" cy="1426213"/>
          </a:xfrm>
        </p:spPr>
        <p:txBody>
          <a:bodyPr>
            <a:normAutofit/>
          </a:bodyPr>
          <a:lstStyle>
            <a:lvl1pPr marL="0" indent="0" algn="l">
              <a:buNone/>
              <a:defRPr sz="1200">
                <a:solidFill>
                  <a:schemeClr val="bg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6" name="Text Placeholder 2">
            <a:extLst>
              <a:ext uri="{FF2B5EF4-FFF2-40B4-BE49-F238E27FC236}">
                <a16:creationId xmlns:a16="http://schemas.microsoft.com/office/drawing/2014/main" id="{259BB8CA-F377-434C-A745-0268B6606194}"/>
              </a:ext>
            </a:extLst>
          </p:cNvPr>
          <p:cNvSpPr>
            <a:spLocks noGrp="1"/>
          </p:cNvSpPr>
          <p:nvPr>
            <p:ph type="body" idx="1"/>
          </p:nvPr>
        </p:nvSpPr>
        <p:spPr>
          <a:xfrm>
            <a:off x="442914" y="1964750"/>
            <a:ext cx="3456432" cy="617320"/>
          </a:xfrm>
          <a:solidFill>
            <a:srgbClr val="2D6188"/>
          </a:solidFill>
        </p:spPr>
        <p:txBody>
          <a:bodyPr anchor="ctr">
            <a:noAutofit/>
          </a:bodyPr>
          <a:lstStyle>
            <a:lvl1pPr marL="0" indent="0" algn="l">
              <a:buNone/>
              <a:defRPr sz="1800" b="1" spc="110" baseline="0">
                <a:solidFill>
                  <a:schemeClr val="tx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7" name="Text Placeholder 2">
            <a:extLst>
              <a:ext uri="{FF2B5EF4-FFF2-40B4-BE49-F238E27FC236}">
                <a16:creationId xmlns:a16="http://schemas.microsoft.com/office/drawing/2014/main" id="{6DE1E631-EBBF-4438-A920-4222C87E13C9}"/>
              </a:ext>
            </a:extLst>
          </p:cNvPr>
          <p:cNvSpPr>
            <a:spLocks noGrp="1"/>
          </p:cNvSpPr>
          <p:nvPr>
            <p:ph type="body" idx="14"/>
          </p:nvPr>
        </p:nvSpPr>
        <p:spPr>
          <a:xfrm>
            <a:off x="4359762" y="1964750"/>
            <a:ext cx="3456432" cy="617320"/>
          </a:xfrm>
          <a:solidFill>
            <a:srgbClr val="FF3D57"/>
          </a:solidFill>
        </p:spPr>
        <p:txBody>
          <a:bodyPr anchor="ctr">
            <a:noAutofit/>
          </a:bodyPr>
          <a:lstStyle>
            <a:lvl1pPr marL="0" indent="0" algn="l">
              <a:buNone/>
              <a:defRPr sz="1800" b="1" spc="110" baseline="0">
                <a:solidFill>
                  <a:schemeClr val="tx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Text Placeholder 2">
            <a:extLst>
              <a:ext uri="{FF2B5EF4-FFF2-40B4-BE49-F238E27FC236}">
                <a16:creationId xmlns:a16="http://schemas.microsoft.com/office/drawing/2014/main" id="{D55A3CFA-24E2-47A7-9B92-2E0FCD979711}"/>
              </a:ext>
            </a:extLst>
          </p:cNvPr>
          <p:cNvSpPr>
            <a:spLocks noGrp="1"/>
          </p:cNvSpPr>
          <p:nvPr>
            <p:ph type="body" idx="15"/>
          </p:nvPr>
        </p:nvSpPr>
        <p:spPr>
          <a:xfrm>
            <a:off x="8292654" y="1964750"/>
            <a:ext cx="3456432" cy="617320"/>
          </a:xfrm>
          <a:solidFill>
            <a:srgbClr val="18C0FF"/>
          </a:solidFill>
        </p:spPr>
        <p:txBody>
          <a:bodyPr anchor="ctr">
            <a:noAutofit/>
          </a:bodyPr>
          <a:lstStyle>
            <a:lvl1pPr marL="0" indent="0" algn="l">
              <a:buNone/>
              <a:defRPr sz="1800" b="1" spc="110" baseline="0">
                <a:solidFill>
                  <a:schemeClr val="tx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9" name="Text Placeholder 2">
            <a:extLst>
              <a:ext uri="{FF2B5EF4-FFF2-40B4-BE49-F238E27FC236}">
                <a16:creationId xmlns:a16="http://schemas.microsoft.com/office/drawing/2014/main" id="{2480CD9D-1885-4737-A296-CBDA3199AFC9}"/>
              </a:ext>
            </a:extLst>
          </p:cNvPr>
          <p:cNvSpPr>
            <a:spLocks noGrp="1"/>
          </p:cNvSpPr>
          <p:nvPr>
            <p:ph type="body" idx="16"/>
          </p:nvPr>
        </p:nvSpPr>
        <p:spPr>
          <a:xfrm>
            <a:off x="447981" y="2749670"/>
            <a:ext cx="3451366" cy="3180075"/>
          </a:xfrm>
        </p:spPr>
        <p:txBody>
          <a:bodyPr>
            <a:normAutofit/>
          </a:bodyPr>
          <a:lstStyle>
            <a:lvl1pPr marL="171450" indent="-171450" algn="l">
              <a:buFont typeface="Arial" panose="020B0604020202020204" pitchFamily="34" charset="0"/>
              <a:buChar char="•"/>
              <a:defRPr sz="1200">
                <a:solidFill>
                  <a:schemeClr val="bg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 name="Text Placeholder 2">
            <a:extLst>
              <a:ext uri="{FF2B5EF4-FFF2-40B4-BE49-F238E27FC236}">
                <a16:creationId xmlns:a16="http://schemas.microsoft.com/office/drawing/2014/main" id="{B8F3E378-B9A7-4997-A3C3-9A2A12E63482}"/>
              </a:ext>
            </a:extLst>
          </p:cNvPr>
          <p:cNvSpPr>
            <a:spLocks noGrp="1"/>
          </p:cNvSpPr>
          <p:nvPr>
            <p:ph type="body" idx="17"/>
          </p:nvPr>
        </p:nvSpPr>
        <p:spPr>
          <a:xfrm>
            <a:off x="4354963" y="2749670"/>
            <a:ext cx="3451366" cy="3180075"/>
          </a:xfrm>
        </p:spPr>
        <p:txBody>
          <a:bodyPr>
            <a:normAutofit/>
          </a:bodyPr>
          <a:lstStyle>
            <a:lvl1pPr marL="171450" indent="-171450" algn="l">
              <a:buFont typeface="Arial" panose="020B0604020202020204" pitchFamily="34" charset="0"/>
              <a:buChar char="•"/>
              <a:defRPr sz="1200">
                <a:solidFill>
                  <a:schemeClr val="bg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1" name="Text Placeholder 2">
            <a:extLst>
              <a:ext uri="{FF2B5EF4-FFF2-40B4-BE49-F238E27FC236}">
                <a16:creationId xmlns:a16="http://schemas.microsoft.com/office/drawing/2014/main" id="{DBC5CEEF-F4BE-4BF5-9FF2-4F577F97D0B0}"/>
              </a:ext>
            </a:extLst>
          </p:cNvPr>
          <p:cNvSpPr>
            <a:spLocks noGrp="1"/>
          </p:cNvSpPr>
          <p:nvPr>
            <p:ph type="body" idx="18"/>
          </p:nvPr>
        </p:nvSpPr>
        <p:spPr>
          <a:xfrm>
            <a:off x="8303508" y="2749670"/>
            <a:ext cx="3451366" cy="3180075"/>
          </a:xfrm>
        </p:spPr>
        <p:txBody>
          <a:bodyPr>
            <a:normAutofit/>
          </a:bodyPr>
          <a:lstStyle>
            <a:lvl1pPr marL="171450" indent="-171450" algn="l">
              <a:buFont typeface="Arial" panose="020B0604020202020204" pitchFamily="34" charset="0"/>
              <a:buChar char="•"/>
              <a:defRPr sz="1200">
                <a:solidFill>
                  <a:schemeClr val="bg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60125212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A6964E42-AA62-4B66-95DC-A06476D9EC4F}"/>
              </a:ext>
            </a:extLst>
          </p:cNvPr>
          <p:cNvPicPr>
            <a:picLocks noChangeAspect="1"/>
          </p:cNvPicPr>
          <p:nvPr userDrawn="1"/>
        </p:nvPicPr>
        <p:blipFill>
          <a:blip r:embed="rId2"/>
          <a:srcRect l="41" r="41"/>
          <a:stretch/>
        </p:blipFill>
        <p:spPr>
          <a:xfrm>
            <a:off x="1" y="-1"/>
            <a:ext cx="12192000" cy="6858001"/>
          </a:xfrm>
          <a:prstGeom prst="rect">
            <a:avLst/>
          </a:prstGeom>
        </p:spPr>
      </p:pic>
      <p:sp>
        <p:nvSpPr>
          <p:cNvPr id="6" name="Rectangle 5">
            <a:extLst>
              <a:ext uri="{FF2B5EF4-FFF2-40B4-BE49-F238E27FC236}">
                <a16:creationId xmlns:a16="http://schemas.microsoft.com/office/drawing/2014/main" id="{C31D5902-612A-47FA-BB6D-5F2FDB744276}"/>
              </a:ext>
            </a:extLst>
          </p:cNvPr>
          <p:cNvSpPr/>
          <p:nvPr/>
        </p:nvSpPr>
        <p:spPr>
          <a:xfrm>
            <a:off x="2961232" y="-2"/>
            <a:ext cx="6269537" cy="6858001"/>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571875" y="296864"/>
            <a:ext cx="5048250" cy="1531936"/>
          </a:xfrm>
        </p:spPr>
        <p:txBody>
          <a:bodyPr>
            <a:normAutofit/>
          </a:bodyPr>
          <a:lstStyle>
            <a:lvl1pPr>
              <a:defRPr sz="4400" b="1">
                <a:latin typeface="Roboto" panose="020B0604020202020204" charset="0"/>
                <a:ea typeface="Roboto" panose="020B0604020202020204" charset="0"/>
                <a:cs typeface="Roboto" panose="020B0604020202020204" charset="0"/>
              </a:defRPr>
            </a:lvl1pPr>
          </a:lstStyle>
          <a:p>
            <a:r>
              <a:rPr lang="en-US"/>
              <a:t>Click to edit Master title style</a:t>
            </a:r>
          </a:p>
        </p:txBody>
      </p:sp>
      <p:sp>
        <p:nvSpPr>
          <p:cNvPr id="7" name="Text Placeholder 2">
            <a:extLst>
              <a:ext uri="{FF2B5EF4-FFF2-40B4-BE49-F238E27FC236}">
                <a16:creationId xmlns:a16="http://schemas.microsoft.com/office/drawing/2014/main" id="{0908F444-E0C2-4BEF-BFD3-D0D573D0FA56}"/>
              </a:ext>
            </a:extLst>
          </p:cNvPr>
          <p:cNvSpPr>
            <a:spLocks noGrp="1"/>
          </p:cNvSpPr>
          <p:nvPr>
            <p:ph type="body" idx="12"/>
          </p:nvPr>
        </p:nvSpPr>
        <p:spPr>
          <a:xfrm>
            <a:off x="4440947" y="2125665"/>
            <a:ext cx="4179178" cy="669925"/>
          </a:xfrm>
        </p:spPr>
        <p:txBody>
          <a:bodyPr>
            <a:normAutofit/>
          </a:bodyPr>
          <a:lstStyle>
            <a:lvl1pPr marL="0" indent="0" algn="l">
              <a:buNone/>
              <a:defRPr sz="2000" b="1">
                <a:solidFill>
                  <a:schemeClr val="bg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8" name="Text Placeholder 2">
            <a:extLst>
              <a:ext uri="{FF2B5EF4-FFF2-40B4-BE49-F238E27FC236}">
                <a16:creationId xmlns:a16="http://schemas.microsoft.com/office/drawing/2014/main" id="{66FECE81-6A6C-461E-B52C-226214ECB2D0}"/>
              </a:ext>
            </a:extLst>
          </p:cNvPr>
          <p:cNvSpPr>
            <a:spLocks noGrp="1"/>
          </p:cNvSpPr>
          <p:nvPr>
            <p:ph type="body" idx="13"/>
          </p:nvPr>
        </p:nvSpPr>
        <p:spPr>
          <a:xfrm>
            <a:off x="4440947" y="2804145"/>
            <a:ext cx="4179178" cy="669925"/>
          </a:xfrm>
        </p:spPr>
        <p:txBody>
          <a:bodyPr>
            <a:normAutofit/>
          </a:bodyPr>
          <a:lstStyle>
            <a:lvl1pPr marL="0" indent="0" algn="l">
              <a:buNone/>
              <a:defRPr sz="1200">
                <a:solidFill>
                  <a:schemeClr val="bg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9" name="Text Placeholder 2">
            <a:extLst>
              <a:ext uri="{FF2B5EF4-FFF2-40B4-BE49-F238E27FC236}">
                <a16:creationId xmlns:a16="http://schemas.microsoft.com/office/drawing/2014/main" id="{C740F9CA-1DAE-4765-B293-E056D988E74E}"/>
              </a:ext>
            </a:extLst>
          </p:cNvPr>
          <p:cNvSpPr>
            <a:spLocks noGrp="1"/>
          </p:cNvSpPr>
          <p:nvPr>
            <p:ph type="body" idx="14"/>
          </p:nvPr>
        </p:nvSpPr>
        <p:spPr>
          <a:xfrm>
            <a:off x="4440947" y="3669197"/>
            <a:ext cx="4179178" cy="669925"/>
          </a:xfrm>
        </p:spPr>
        <p:txBody>
          <a:bodyPr>
            <a:normAutofit/>
          </a:bodyPr>
          <a:lstStyle>
            <a:lvl1pPr marL="0" indent="0" algn="l">
              <a:buNone/>
              <a:defRPr sz="2000" b="1">
                <a:solidFill>
                  <a:schemeClr val="bg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 name="Text Placeholder 2">
            <a:extLst>
              <a:ext uri="{FF2B5EF4-FFF2-40B4-BE49-F238E27FC236}">
                <a16:creationId xmlns:a16="http://schemas.microsoft.com/office/drawing/2014/main" id="{EF46FED3-A1B9-45E1-B85F-4E966FA1647C}"/>
              </a:ext>
            </a:extLst>
          </p:cNvPr>
          <p:cNvSpPr>
            <a:spLocks noGrp="1"/>
          </p:cNvSpPr>
          <p:nvPr>
            <p:ph type="body" idx="15"/>
          </p:nvPr>
        </p:nvSpPr>
        <p:spPr>
          <a:xfrm>
            <a:off x="4440947" y="4347677"/>
            <a:ext cx="4179178" cy="669925"/>
          </a:xfrm>
        </p:spPr>
        <p:txBody>
          <a:bodyPr>
            <a:normAutofit/>
          </a:bodyPr>
          <a:lstStyle>
            <a:lvl1pPr marL="0" indent="0" algn="l">
              <a:buNone/>
              <a:defRPr sz="1200">
                <a:solidFill>
                  <a:schemeClr val="bg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3" name="Text Placeholder 2">
            <a:extLst>
              <a:ext uri="{FF2B5EF4-FFF2-40B4-BE49-F238E27FC236}">
                <a16:creationId xmlns:a16="http://schemas.microsoft.com/office/drawing/2014/main" id="{0329DDB0-4C31-42FB-8933-8AEFFDA00C73}"/>
              </a:ext>
            </a:extLst>
          </p:cNvPr>
          <p:cNvSpPr>
            <a:spLocks noGrp="1"/>
          </p:cNvSpPr>
          <p:nvPr>
            <p:ph type="body" idx="16"/>
          </p:nvPr>
        </p:nvSpPr>
        <p:spPr>
          <a:xfrm>
            <a:off x="4440947" y="5235833"/>
            <a:ext cx="4179178" cy="669925"/>
          </a:xfrm>
        </p:spPr>
        <p:txBody>
          <a:bodyPr>
            <a:normAutofit/>
          </a:bodyPr>
          <a:lstStyle>
            <a:lvl1pPr marL="0" indent="0" algn="l">
              <a:buNone/>
              <a:defRPr sz="2000" b="1">
                <a:solidFill>
                  <a:schemeClr val="bg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4" name="Text Placeholder 2">
            <a:extLst>
              <a:ext uri="{FF2B5EF4-FFF2-40B4-BE49-F238E27FC236}">
                <a16:creationId xmlns:a16="http://schemas.microsoft.com/office/drawing/2014/main" id="{05F32347-7C89-43D0-8E85-59F4E2E13F8D}"/>
              </a:ext>
            </a:extLst>
          </p:cNvPr>
          <p:cNvSpPr>
            <a:spLocks noGrp="1"/>
          </p:cNvSpPr>
          <p:nvPr>
            <p:ph type="body" idx="17"/>
          </p:nvPr>
        </p:nvSpPr>
        <p:spPr>
          <a:xfrm>
            <a:off x="4440947" y="5914313"/>
            <a:ext cx="4179178" cy="669925"/>
          </a:xfrm>
        </p:spPr>
        <p:txBody>
          <a:bodyPr>
            <a:normAutofit/>
          </a:bodyPr>
          <a:lstStyle>
            <a:lvl1pPr marL="0" indent="0" algn="l">
              <a:buNone/>
              <a:defRPr sz="1200">
                <a:solidFill>
                  <a:schemeClr val="bg2"/>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5" name="Picture Placeholder 15">
            <a:extLst>
              <a:ext uri="{FF2B5EF4-FFF2-40B4-BE49-F238E27FC236}">
                <a16:creationId xmlns:a16="http://schemas.microsoft.com/office/drawing/2014/main" id="{33EC1A19-7BCE-4DE6-9A9A-051ADBE0CB5F}"/>
              </a:ext>
            </a:extLst>
          </p:cNvPr>
          <p:cNvSpPr>
            <a:spLocks noGrp="1"/>
          </p:cNvSpPr>
          <p:nvPr>
            <p:ph type="pic" sz="quarter" idx="18" hasCustomPrompt="1"/>
          </p:nvPr>
        </p:nvSpPr>
        <p:spPr>
          <a:xfrm>
            <a:off x="3546202" y="2125665"/>
            <a:ext cx="744312" cy="757237"/>
          </a:xfrm>
        </p:spPr>
        <p:txBody>
          <a:bodyPr/>
          <a:lstStyle>
            <a:lvl1pPr marL="0" indent="0" algn="ctr">
              <a:buNone/>
              <a:defRPr sz="1200">
                <a:solidFill>
                  <a:schemeClr val="bg2">
                    <a:lumMod val="60000"/>
                    <a:lumOff val="40000"/>
                  </a:schemeClr>
                </a:solidFill>
              </a:defRPr>
            </a:lvl1pPr>
          </a:lstStyle>
          <a:p>
            <a:r>
              <a:rPr lang="en-US"/>
              <a:t>Insert relevant icons</a:t>
            </a:r>
            <a:endParaRPr lang="en-IN"/>
          </a:p>
        </p:txBody>
      </p:sp>
      <p:sp>
        <p:nvSpPr>
          <p:cNvPr id="16" name="Picture Placeholder 15">
            <a:extLst>
              <a:ext uri="{FF2B5EF4-FFF2-40B4-BE49-F238E27FC236}">
                <a16:creationId xmlns:a16="http://schemas.microsoft.com/office/drawing/2014/main" id="{9D41EB8C-F814-49CC-8D7F-8EF9967E15FA}"/>
              </a:ext>
            </a:extLst>
          </p:cNvPr>
          <p:cNvSpPr>
            <a:spLocks noGrp="1"/>
          </p:cNvSpPr>
          <p:nvPr>
            <p:ph type="pic" sz="quarter" idx="19" hasCustomPrompt="1"/>
          </p:nvPr>
        </p:nvSpPr>
        <p:spPr>
          <a:xfrm>
            <a:off x="3546202" y="3669197"/>
            <a:ext cx="744312" cy="757237"/>
          </a:xfrm>
        </p:spPr>
        <p:txBody>
          <a:bodyPr/>
          <a:lstStyle>
            <a:lvl1pPr marL="0" indent="0" algn="ctr">
              <a:buNone/>
              <a:defRPr sz="1200">
                <a:solidFill>
                  <a:schemeClr val="bg2">
                    <a:lumMod val="60000"/>
                    <a:lumOff val="40000"/>
                  </a:schemeClr>
                </a:solidFill>
              </a:defRPr>
            </a:lvl1pPr>
          </a:lstStyle>
          <a:p>
            <a:r>
              <a:rPr lang="en-US"/>
              <a:t>Insert relevant icons</a:t>
            </a:r>
            <a:endParaRPr lang="en-IN"/>
          </a:p>
        </p:txBody>
      </p:sp>
      <p:sp>
        <p:nvSpPr>
          <p:cNvPr id="17" name="Picture Placeholder 15">
            <a:extLst>
              <a:ext uri="{FF2B5EF4-FFF2-40B4-BE49-F238E27FC236}">
                <a16:creationId xmlns:a16="http://schemas.microsoft.com/office/drawing/2014/main" id="{5161DAD0-FF9A-46BB-80D2-BF2E8B359A3E}"/>
              </a:ext>
            </a:extLst>
          </p:cNvPr>
          <p:cNvSpPr>
            <a:spLocks noGrp="1"/>
          </p:cNvSpPr>
          <p:nvPr>
            <p:ph type="pic" sz="quarter" idx="20" hasCustomPrompt="1"/>
          </p:nvPr>
        </p:nvSpPr>
        <p:spPr>
          <a:xfrm>
            <a:off x="3546202" y="5212729"/>
            <a:ext cx="744312" cy="757237"/>
          </a:xfrm>
        </p:spPr>
        <p:txBody>
          <a:bodyPr/>
          <a:lstStyle>
            <a:lvl1pPr marL="0" indent="0" algn="ctr">
              <a:buNone/>
              <a:defRPr sz="1200">
                <a:solidFill>
                  <a:schemeClr val="bg2">
                    <a:lumMod val="60000"/>
                    <a:lumOff val="40000"/>
                  </a:schemeClr>
                </a:solidFill>
              </a:defRPr>
            </a:lvl1pPr>
          </a:lstStyle>
          <a:p>
            <a:r>
              <a:rPr lang="en-US"/>
              <a:t>Insert relevant icons</a:t>
            </a:r>
            <a:endParaRPr lang="en-IN"/>
          </a:p>
        </p:txBody>
      </p:sp>
    </p:spTree>
    <p:extLst>
      <p:ext uri="{BB962C8B-B14F-4D97-AF65-F5344CB8AC3E}">
        <p14:creationId xmlns:p14="http://schemas.microsoft.com/office/powerpoint/2010/main" val="166739968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6_Custom Layout">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7A08E085-C5F4-4477-802B-016936B664B9}"/>
              </a:ext>
            </a:extLst>
          </p:cNvPr>
          <p:cNvPicPr>
            <a:picLocks noChangeAspect="1"/>
          </p:cNvPicPr>
          <p:nvPr/>
        </p:nvPicPr>
        <p:blipFill>
          <a:blip r:embed="rId2"/>
          <a:srcRect/>
          <a:stretch/>
        </p:blipFill>
        <p:spPr>
          <a:xfrm>
            <a:off x="-1" y="0"/>
            <a:ext cx="12192001" cy="6858000"/>
          </a:xfrm>
          <a:prstGeom prst="rect">
            <a:avLst/>
          </a:prstGeom>
        </p:spPr>
      </p:pic>
      <p:sp>
        <p:nvSpPr>
          <p:cNvPr id="2" name="Title 1">
            <a:extLst>
              <a:ext uri="{FF2B5EF4-FFF2-40B4-BE49-F238E27FC236}">
                <a16:creationId xmlns:a16="http://schemas.microsoft.com/office/drawing/2014/main" id="{609683BF-BD27-4A0B-862F-4900C5D9DE8B}"/>
              </a:ext>
            </a:extLst>
          </p:cNvPr>
          <p:cNvSpPr>
            <a:spLocks noGrp="1"/>
          </p:cNvSpPr>
          <p:nvPr>
            <p:ph type="title" hasCustomPrompt="1"/>
          </p:nvPr>
        </p:nvSpPr>
        <p:spPr/>
        <p:txBody>
          <a:bodyPr>
            <a:normAutofit/>
          </a:bodyPr>
          <a:lstStyle>
            <a:lvl1pPr algn="l">
              <a:defRPr sz="4000" b="1">
                <a:solidFill>
                  <a:schemeClr val="bg1"/>
                </a:solidFill>
                <a:latin typeface="Roboto" panose="020B0604020202020204" charset="0"/>
                <a:ea typeface="Roboto" panose="020B0604020202020204" charset="0"/>
                <a:cs typeface="Roboto" panose="020B0604020202020204" charset="0"/>
              </a:defRPr>
            </a:lvl1pPr>
          </a:lstStyle>
          <a:p>
            <a:r>
              <a:rPr lang="en-US"/>
              <a:t>CLICK TO EDIT TITLE STYLE</a:t>
            </a:r>
          </a:p>
        </p:txBody>
      </p:sp>
      <p:sp>
        <p:nvSpPr>
          <p:cNvPr id="3" name="Slide Number Placeholder 2">
            <a:extLst>
              <a:ext uri="{FF2B5EF4-FFF2-40B4-BE49-F238E27FC236}">
                <a16:creationId xmlns:a16="http://schemas.microsoft.com/office/drawing/2014/main" id="{00EF4EAE-029B-4F8C-9D29-76B8BF260A28}"/>
              </a:ext>
            </a:extLst>
          </p:cNvPr>
          <p:cNvSpPr>
            <a:spLocks noGrp="1"/>
          </p:cNvSpPr>
          <p:nvPr>
            <p:ph type="sldNum" sz="quarter" idx="10"/>
          </p:nvPr>
        </p:nvSpPr>
        <p:spPr>
          <a:xfrm>
            <a:off x="3598363" y="6424178"/>
            <a:ext cx="1772920" cy="365125"/>
          </a:xfrm>
          <a:prstGeom prst="rect">
            <a:avLst/>
          </a:prstGeom>
        </p:spPr>
        <p:txBody>
          <a:bodyPr/>
          <a:lstStyle/>
          <a:p>
            <a:fld id="{E60884FA-1782-2C46-B58F-16BA5B9E415B}" type="slidenum">
              <a:rPr lang="en-US" smtClean="0"/>
              <a:t>‹#›</a:t>
            </a:fld>
            <a:endParaRPr lang="en-US"/>
          </a:p>
        </p:txBody>
      </p:sp>
      <p:sp>
        <p:nvSpPr>
          <p:cNvPr id="4" name="Footer Placeholder 3">
            <a:extLst>
              <a:ext uri="{FF2B5EF4-FFF2-40B4-BE49-F238E27FC236}">
                <a16:creationId xmlns:a16="http://schemas.microsoft.com/office/drawing/2014/main" id="{C48A302D-2BDB-4959-BACE-984D7D4833FD}"/>
              </a:ext>
            </a:extLst>
          </p:cNvPr>
          <p:cNvSpPr>
            <a:spLocks noGrp="1"/>
          </p:cNvSpPr>
          <p:nvPr>
            <p:ph type="ftr" sz="quarter" idx="11"/>
          </p:nvPr>
        </p:nvSpPr>
        <p:spPr>
          <a:xfrm>
            <a:off x="442913" y="6424178"/>
            <a:ext cx="3406616" cy="365125"/>
          </a:xfrm>
          <a:prstGeom prst="rect">
            <a:avLst/>
          </a:prstGeom>
        </p:spPr>
        <p:txBody>
          <a:bodyPr/>
          <a:lstStyle/>
          <a:p>
            <a:r>
              <a:rPr lang="en-US"/>
              <a:t>COPYRIGHT 2021 ALEPO</a:t>
            </a:r>
          </a:p>
        </p:txBody>
      </p:sp>
      <p:sp>
        <p:nvSpPr>
          <p:cNvPr id="10" name="Text Placeholder 2">
            <a:extLst>
              <a:ext uri="{FF2B5EF4-FFF2-40B4-BE49-F238E27FC236}">
                <a16:creationId xmlns:a16="http://schemas.microsoft.com/office/drawing/2014/main" id="{CD1D56BD-313E-4E37-AAD3-18A9731D4B3D}"/>
              </a:ext>
            </a:extLst>
          </p:cNvPr>
          <p:cNvSpPr>
            <a:spLocks noGrp="1"/>
          </p:cNvSpPr>
          <p:nvPr>
            <p:ph type="body" idx="1"/>
          </p:nvPr>
        </p:nvSpPr>
        <p:spPr>
          <a:xfrm>
            <a:off x="442913" y="1964750"/>
            <a:ext cx="5395057" cy="1642402"/>
          </a:xfrm>
          <a:solidFill>
            <a:srgbClr val="2D6188"/>
          </a:solidFill>
        </p:spPr>
        <p:txBody>
          <a:bodyPr lIns="1476000" anchor="ctr">
            <a:noAutofit/>
          </a:bodyPr>
          <a:lstStyle>
            <a:lvl1pPr marL="0" indent="0" algn="l">
              <a:buNone/>
              <a:defRPr sz="1800" b="0" spc="110" baseline="0">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2">
            <a:extLst>
              <a:ext uri="{FF2B5EF4-FFF2-40B4-BE49-F238E27FC236}">
                <a16:creationId xmlns:a16="http://schemas.microsoft.com/office/drawing/2014/main" id="{90575F6B-7A73-4865-8146-38C60464E181}"/>
              </a:ext>
            </a:extLst>
          </p:cNvPr>
          <p:cNvSpPr>
            <a:spLocks noGrp="1"/>
          </p:cNvSpPr>
          <p:nvPr>
            <p:ph type="body" idx="12"/>
          </p:nvPr>
        </p:nvSpPr>
        <p:spPr>
          <a:xfrm>
            <a:off x="6280884" y="1964750"/>
            <a:ext cx="5395057" cy="1642402"/>
          </a:xfrm>
          <a:solidFill>
            <a:srgbClr val="2D6188"/>
          </a:solidFill>
        </p:spPr>
        <p:txBody>
          <a:bodyPr vert="horz" lIns="1476000" tIns="91440" rIns="91440" bIns="45720" rtlCol="0" anchor="ctr">
            <a:noAutofit/>
          </a:bodyPr>
          <a:lstStyle>
            <a:lvl1pPr>
              <a:defRPr lang="en-US" sz="1800" b="0" spc="110" baseline="0" dirty="0">
                <a:solidFill>
                  <a:schemeClr val="tx1"/>
                </a:solidFill>
              </a:defRPr>
            </a:lvl1pPr>
          </a:lstStyle>
          <a:p>
            <a:pPr marL="0" lvl="0" indent="0">
              <a:buNone/>
            </a:pPr>
            <a:r>
              <a:rPr lang="en-US"/>
              <a:t>Click to edit Master text styles</a:t>
            </a:r>
          </a:p>
        </p:txBody>
      </p:sp>
      <p:sp>
        <p:nvSpPr>
          <p:cNvPr id="12" name="Text Placeholder 2">
            <a:extLst>
              <a:ext uri="{FF2B5EF4-FFF2-40B4-BE49-F238E27FC236}">
                <a16:creationId xmlns:a16="http://schemas.microsoft.com/office/drawing/2014/main" id="{A3BCE59F-A692-4F3D-AC20-238857C880E8}"/>
              </a:ext>
            </a:extLst>
          </p:cNvPr>
          <p:cNvSpPr>
            <a:spLocks noGrp="1"/>
          </p:cNvSpPr>
          <p:nvPr>
            <p:ph type="body" idx="13"/>
          </p:nvPr>
        </p:nvSpPr>
        <p:spPr>
          <a:xfrm>
            <a:off x="442913" y="4003099"/>
            <a:ext cx="5395057" cy="1642402"/>
          </a:xfrm>
          <a:solidFill>
            <a:srgbClr val="2D6188"/>
          </a:solidFill>
        </p:spPr>
        <p:txBody>
          <a:bodyPr vert="horz" lIns="1476000" tIns="91440" rIns="91440" bIns="45720" rtlCol="0" anchor="ctr">
            <a:noAutofit/>
          </a:bodyPr>
          <a:lstStyle>
            <a:lvl1pPr>
              <a:defRPr lang="en-US" sz="1800" b="0" spc="110" baseline="0" dirty="0">
                <a:solidFill>
                  <a:schemeClr val="tx1"/>
                </a:solidFill>
              </a:defRPr>
            </a:lvl1pPr>
          </a:lstStyle>
          <a:p>
            <a:pPr marL="0" lvl="0" indent="0">
              <a:buNone/>
            </a:pPr>
            <a:r>
              <a:rPr lang="en-US"/>
              <a:t>Click to edit Master text styles</a:t>
            </a:r>
          </a:p>
        </p:txBody>
      </p:sp>
      <p:sp>
        <p:nvSpPr>
          <p:cNvPr id="13" name="Text Placeholder 2">
            <a:extLst>
              <a:ext uri="{FF2B5EF4-FFF2-40B4-BE49-F238E27FC236}">
                <a16:creationId xmlns:a16="http://schemas.microsoft.com/office/drawing/2014/main" id="{812FB85E-D687-4419-96D9-AF4FA67EB38F}"/>
              </a:ext>
            </a:extLst>
          </p:cNvPr>
          <p:cNvSpPr>
            <a:spLocks noGrp="1"/>
          </p:cNvSpPr>
          <p:nvPr>
            <p:ph type="body" idx="14"/>
          </p:nvPr>
        </p:nvSpPr>
        <p:spPr>
          <a:xfrm>
            <a:off x="6280884" y="4003099"/>
            <a:ext cx="5395057" cy="1642402"/>
          </a:xfrm>
          <a:solidFill>
            <a:srgbClr val="2D6188"/>
          </a:solidFill>
        </p:spPr>
        <p:txBody>
          <a:bodyPr vert="horz" lIns="1476000" tIns="91440" rIns="91440" bIns="45720" rtlCol="0" anchor="ctr">
            <a:noAutofit/>
          </a:bodyPr>
          <a:lstStyle>
            <a:lvl1pPr>
              <a:defRPr lang="en-US" sz="1800" b="0" spc="110" baseline="0" dirty="0">
                <a:solidFill>
                  <a:schemeClr val="tx1"/>
                </a:solidFill>
              </a:defRPr>
            </a:lvl1pPr>
          </a:lstStyle>
          <a:p>
            <a:pPr marL="0" lvl="0" indent="0">
              <a:buNone/>
            </a:pPr>
            <a:r>
              <a:rPr lang="en-US"/>
              <a:t>Click to edit Master text styles</a:t>
            </a:r>
          </a:p>
        </p:txBody>
      </p:sp>
      <p:sp>
        <p:nvSpPr>
          <p:cNvPr id="14" name="Picture Placeholder 15">
            <a:extLst>
              <a:ext uri="{FF2B5EF4-FFF2-40B4-BE49-F238E27FC236}">
                <a16:creationId xmlns:a16="http://schemas.microsoft.com/office/drawing/2014/main" id="{6728079F-A8A1-49F2-8FEE-B640B47D3AF5}"/>
              </a:ext>
            </a:extLst>
          </p:cNvPr>
          <p:cNvSpPr>
            <a:spLocks noGrp="1"/>
          </p:cNvSpPr>
          <p:nvPr>
            <p:ph type="pic" sz="quarter" idx="18" hasCustomPrompt="1"/>
          </p:nvPr>
        </p:nvSpPr>
        <p:spPr>
          <a:xfrm>
            <a:off x="851129" y="2407332"/>
            <a:ext cx="744312" cy="757237"/>
          </a:xfrm>
        </p:spPr>
        <p:txBody>
          <a:bodyPr/>
          <a:lstStyle>
            <a:lvl1pPr marL="0" indent="0" algn="ctr">
              <a:buNone/>
              <a:defRPr sz="1200">
                <a:solidFill>
                  <a:schemeClr val="bg2">
                    <a:lumMod val="60000"/>
                    <a:lumOff val="40000"/>
                  </a:schemeClr>
                </a:solidFill>
              </a:defRPr>
            </a:lvl1pPr>
          </a:lstStyle>
          <a:p>
            <a:r>
              <a:rPr lang="en-US"/>
              <a:t>Insert relevant icons</a:t>
            </a:r>
            <a:endParaRPr lang="en-IN"/>
          </a:p>
        </p:txBody>
      </p:sp>
      <p:sp>
        <p:nvSpPr>
          <p:cNvPr id="15" name="Picture Placeholder 15">
            <a:extLst>
              <a:ext uri="{FF2B5EF4-FFF2-40B4-BE49-F238E27FC236}">
                <a16:creationId xmlns:a16="http://schemas.microsoft.com/office/drawing/2014/main" id="{86041B90-31DF-448E-8A20-ACCDF749CF5B}"/>
              </a:ext>
            </a:extLst>
          </p:cNvPr>
          <p:cNvSpPr>
            <a:spLocks noGrp="1"/>
          </p:cNvSpPr>
          <p:nvPr>
            <p:ph type="pic" sz="quarter" idx="19" hasCustomPrompt="1"/>
          </p:nvPr>
        </p:nvSpPr>
        <p:spPr>
          <a:xfrm>
            <a:off x="6610244" y="2407332"/>
            <a:ext cx="744312" cy="757237"/>
          </a:xfrm>
        </p:spPr>
        <p:txBody>
          <a:bodyPr/>
          <a:lstStyle>
            <a:lvl1pPr marL="0" indent="0" algn="ctr">
              <a:buNone/>
              <a:defRPr sz="1200">
                <a:solidFill>
                  <a:schemeClr val="bg2">
                    <a:lumMod val="60000"/>
                    <a:lumOff val="40000"/>
                  </a:schemeClr>
                </a:solidFill>
              </a:defRPr>
            </a:lvl1pPr>
          </a:lstStyle>
          <a:p>
            <a:r>
              <a:rPr lang="en-US"/>
              <a:t>Insert relevant icons</a:t>
            </a:r>
            <a:endParaRPr lang="en-IN"/>
          </a:p>
        </p:txBody>
      </p:sp>
      <p:sp>
        <p:nvSpPr>
          <p:cNvPr id="16" name="Picture Placeholder 15">
            <a:extLst>
              <a:ext uri="{FF2B5EF4-FFF2-40B4-BE49-F238E27FC236}">
                <a16:creationId xmlns:a16="http://schemas.microsoft.com/office/drawing/2014/main" id="{F86F8DBE-C89F-452C-BD71-38FA3FF0DFFB}"/>
              </a:ext>
            </a:extLst>
          </p:cNvPr>
          <p:cNvSpPr>
            <a:spLocks noGrp="1"/>
          </p:cNvSpPr>
          <p:nvPr>
            <p:ph type="pic" sz="quarter" idx="20" hasCustomPrompt="1"/>
          </p:nvPr>
        </p:nvSpPr>
        <p:spPr>
          <a:xfrm>
            <a:off x="851129" y="4374061"/>
            <a:ext cx="744312" cy="757237"/>
          </a:xfrm>
        </p:spPr>
        <p:txBody>
          <a:bodyPr/>
          <a:lstStyle>
            <a:lvl1pPr marL="0" indent="0" algn="ctr">
              <a:buNone/>
              <a:defRPr sz="1200">
                <a:solidFill>
                  <a:schemeClr val="bg2">
                    <a:lumMod val="60000"/>
                    <a:lumOff val="40000"/>
                  </a:schemeClr>
                </a:solidFill>
              </a:defRPr>
            </a:lvl1pPr>
          </a:lstStyle>
          <a:p>
            <a:r>
              <a:rPr lang="en-US"/>
              <a:t>Insert relevant icons</a:t>
            </a:r>
            <a:endParaRPr lang="en-IN"/>
          </a:p>
        </p:txBody>
      </p:sp>
      <p:sp>
        <p:nvSpPr>
          <p:cNvPr id="17" name="Picture Placeholder 15">
            <a:extLst>
              <a:ext uri="{FF2B5EF4-FFF2-40B4-BE49-F238E27FC236}">
                <a16:creationId xmlns:a16="http://schemas.microsoft.com/office/drawing/2014/main" id="{E2C47282-318B-4A41-B61F-407363A7A9CB}"/>
              </a:ext>
            </a:extLst>
          </p:cNvPr>
          <p:cNvSpPr>
            <a:spLocks noGrp="1"/>
          </p:cNvSpPr>
          <p:nvPr>
            <p:ph type="pic" sz="quarter" idx="21" hasCustomPrompt="1"/>
          </p:nvPr>
        </p:nvSpPr>
        <p:spPr>
          <a:xfrm>
            <a:off x="6610244" y="4374061"/>
            <a:ext cx="744312" cy="757237"/>
          </a:xfrm>
        </p:spPr>
        <p:txBody>
          <a:bodyPr/>
          <a:lstStyle>
            <a:lvl1pPr marL="0" indent="0" algn="ctr">
              <a:buNone/>
              <a:defRPr sz="1200">
                <a:solidFill>
                  <a:schemeClr val="bg2">
                    <a:lumMod val="60000"/>
                    <a:lumOff val="40000"/>
                  </a:schemeClr>
                </a:solidFill>
              </a:defRPr>
            </a:lvl1pPr>
          </a:lstStyle>
          <a:p>
            <a:r>
              <a:rPr lang="en-US"/>
              <a:t>Insert relevant icons</a:t>
            </a:r>
            <a:endParaRPr lang="en-IN"/>
          </a:p>
        </p:txBody>
      </p:sp>
    </p:spTree>
    <p:extLst>
      <p:ext uri="{BB962C8B-B14F-4D97-AF65-F5344CB8AC3E}">
        <p14:creationId xmlns:p14="http://schemas.microsoft.com/office/powerpoint/2010/main" val="236212939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A750C01-9BC8-45EA-9F05-06D44521E818}"/>
              </a:ext>
            </a:extLst>
          </p:cNvPr>
          <p:cNvSpPr/>
          <p:nvPr/>
        </p:nvSpPr>
        <p:spPr>
          <a:xfrm>
            <a:off x="0" y="4186988"/>
            <a:ext cx="12192000" cy="2813419"/>
          </a:xfrm>
          <a:prstGeom prst="rect">
            <a:avLst/>
          </a:prstGeom>
          <a:solidFill>
            <a:srgbClr val="2D6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0AF899C-12F2-49DF-86F0-60B2BEBAF1B1}"/>
              </a:ext>
            </a:extLst>
          </p:cNvPr>
          <p:cNvSpPr>
            <a:spLocks noGrp="1"/>
          </p:cNvSpPr>
          <p:nvPr>
            <p:ph type="title" hasCustomPrompt="1"/>
          </p:nvPr>
        </p:nvSpPr>
        <p:spPr>
          <a:xfrm>
            <a:off x="461169" y="449264"/>
            <a:ext cx="11269662" cy="684212"/>
          </a:xfrm>
        </p:spPr>
        <p:txBody>
          <a:bodyPr>
            <a:normAutofit/>
          </a:bodyPr>
          <a:lstStyle>
            <a:lvl1pPr algn="ctr">
              <a:defRPr sz="4000" b="1">
                <a:latin typeface="Roboto" panose="020B0604020202020204" charset="0"/>
                <a:ea typeface="Roboto" panose="020B0604020202020204" charset="0"/>
                <a:cs typeface="Roboto" panose="020B0604020202020204" charset="0"/>
              </a:defRPr>
            </a:lvl1pPr>
          </a:lstStyle>
          <a:p>
            <a:r>
              <a:rPr lang="en-US"/>
              <a:t>CLICK TO EDIT MASTER TITLE STYLE</a:t>
            </a:r>
          </a:p>
        </p:txBody>
      </p:sp>
      <p:sp>
        <p:nvSpPr>
          <p:cNvPr id="3" name="Slide Number Placeholder 2">
            <a:extLst>
              <a:ext uri="{FF2B5EF4-FFF2-40B4-BE49-F238E27FC236}">
                <a16:creationId xmlns:a16="http://schemas.microsoft.com/office/drawing/2014/main" id="{7C46CFFC-E262-46D8-85E8-16EBCE3751E1}"/>
              </a:ext>
            </a:extLst>
          </p:cNvPr>
          <p:cNvSpPr>
            <a:spLocks noGrp="1"/>
          </p:cNvSpPr>
          <p:nvPr>
            <p:ph type="sldNum" sz="quarter" idx="10"/>
          </p:nvPr>
        </p:nvSpPr>
        <p:spPr>
          <a:xfrm>
            <a:off x="3598363" y="6424178"/>
            <a:ext cx="1772920" cy="365125"/>
          </a:xfrm>
          <a:prstGeom prst="rect">
            <a:avLst/>
          </a:prstGeom>
        </p:spPr>
        <p:txBody>
          <a:bodyPr/>
          <a:lstStyle>
            <a:lvl1pPr>
              <a:defRPr>
                <a:solidFill>
                  <a:schemeClr val="tx1"/>
                </a:solidFill>
              </a:defRPr>
            </a:lvl1pPr>
          </a:lstStyle>
          <a:p>
            <a:fld id="{E60884FA-1782-2C46-B58F-16BA5B9E415B}" type="slidenum">
              <a:rPr lang="en-US" smtClean="0"/>
              <a:t>‹#›</a:t>
            </a:fld>
            <a:endParaRPr lang="en-US"/>
          </a:p>
        </p:txBody>
      </p:sp>
      <p:sp>
        <p:nvSpPr>
          <p:cNvPr id="4" name="Footer Placeholder 3">
            <a:extLst>
              <a:ext uri="{FF2B5EF4-FFF2-40B4-BE49-F238E27FC236}">
                <a16:creationId xmlns:a16="http://schemas.microsoft.com/office/drawing/2014/main" id="{F1F39266-179E-4F1D-95E7-89F20B26FF3D}"/>
              </a:ext>
            </a:extLst>
          </p:cNvPr>
          <p:cNvSpPr>
            <a:spLocks noGrp="1"/>
          </p:cNvSpPr>
          <p:nvPr>
            <p:ph type="ftr" sz="quarter" idx="11"/>
          </p:nvPr>
        </p:nvSpPr>
        <p:spPr>
          <a:xfrm>
            <a:off x="442913" y="6424178"/>
            <a:ext cx="3406616" cy="365125"/>
          </a:xfrm>
          <a:prstGeom prst="rect">
            <a:avLst/>
          </a:prstGeom>
        </p:spPr>
        <p:txBody>
          <a:bodyPr/>
          <a:lstStyle>
            <a:lvl1pPr>
              <a:defRPr>
                <a:solidFill>
                  <a:schemeClr val="tx1"/>
                </a:solidFill>
              </a:defRPr>
            </a:lvl1pPr>
          </a:lstStyle>
          <a:p>
            <a:r>
              <a:rPr lang="en-US"/>
              <a:t>COPYRIGHT 2021 ALEPO</a:t>
            </a:r>
          </a:p>
        </p:txBody>
      </p:sp>
      <p:sp>
        <p:nvSpPr>
          <p:cNvPr id="12" name="Text Placeholder 3">
            <a:extLst>
              <a:ext uri="{FF2B5EF4-FFF2-40B4-BE49-F238E27FC236}">
                <a16:creationId xmlns:a16="http://schemas.microsoft.com/office/drawing/2014/main" id="{CB7F93C5-B691-40AA-B3C2-EC8098647DD5}"/>
              </a:ext>
            </a:extLst>
          </p:cNvPr>
          <p:cNvSpPr>
            <a:spLocks noGrp="1"/>
          </p:cNvSpPr>
          <p:nvPr>
            <p:ph type="body" sz="quarter" idx="12"/>
          </p:nvPr>
        </p:nvSpPr>
        <p:spPr>
          <a:xfrm>
            <a:off x="675460" y="2037626"/>
            <a:ext cx="3174069" cy="563007"/>
          </a:xfrm>
        </p:spPr>
        <p:txBody>
          <a:bodyPr>
            <a:noAutofit/>
          </a:bodyPr>
          <a:lstStyle>
            <a:lvl1pPr marL="0" indent="0" algn="ctr">
              <a:buNone/>
              <a:defRPr sz="2400" b="1">
                <a:solidFill>
                  <a:srgbClr val="2D6188"/>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51C6050E-90DB-47B4-B1BD-8BC87378AA8C}"/>
              </a:ext>
            </a:extLst>
          </p:cNvPr>
          <p:cNvSpPr>
            <a:spLocks noGrp="1"/>
          </p:cNvSpPr>
          <p:nvPr>
            <p:ph type="body" sz="quarter" idx="13"/>
          </p:nvPr>
        </p:nvSpPr>
        <p:spPr>
          <a:xfrm>
            <a:off x="675460" y="2611503"/>
            <a:ext cx="3174069" cy="393700"/>
          </a:xfrm>
        </p:spPr>
        <p:txBody>
          <a:bodyPr>
            <a:normAutofit/>
          </a:bodyPr>
          <a:lstStyle>
            <a:lvl1pPr marL="0" indent="0" algn="ctr">
              <a:buNone/>
              <a:defRPr sz="1400">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E19F7FC-79E5-4905-8BC2-1CDD0F13552F}"/>
              </a:ext>
            </a:extLst>
          </p:cNvPr>
          <p:cNvSpPr>
            <a:spLocks noGrp="1"/>
          </p:cNvSpPr>
          <p:nvPr>
            <p:ph type="body" sz="quarter" idx="14"/>
          </p:nvPr>
        </p:nvSpPr>
        <p:spPr>
          <a:xfrm>
            <a:off x="4508965" y="2037626"/>
            <a:ext cx="3174069" cy="563007"/>
          </a:xfrm>
        </p:spPr>
        <p:txBody>
          <a:bodyPr>
            <a:noAutofit/>
          </a:bodyPr>
          <a:lstStyle>
            <a:lvl1pPr marL="0" indent="0" algn="ctr">
              <a:buNone/>
              <a:defRPr sz="2400" b="1">
                <a:solidFill>
                  <a:srgbClr val="2D6188"/>
                </a:solidFill>
                <a:latin typeface="+mj-lt"/>
              </a:defRPr>
            </a:lvl1pPr>
          </a:lstStyle>
          <a:p>
            <a:pPr lvl="0"/>
            <a:r>
              <a:rPr lang="en-US"/>
              <a:t>Click to edit Master text styles</a:t>
            </a:r>
          </a:p>
        </p:txBody>
      </p:sp>
      <p:sp>
        <p:nvSpPr>
          <p:cNvPr id="15" name="Text Placeholder 3">
            <a:extLst>
              <a:ext uri="{FF2B5EF4-FFF2-40B4-BE49-F238E27FC236}">
                <a16:creationId xmlns:a16="http://schemas.microsoft.com/office/drawing/2014/main" id="{0D8D2752-A084-44AE-A9E4-6E2127BFBF0B}"/>
              </a:ext>
            </a:extLst>
          </p:cNvPr>
          <p:cNvSpPr>
            <a:spLocks noGrp="1"/>
          </p:cNvSpPr>
          <p:nvPr>
            <p:ph type="body" sz="quarter" idx="15"/>
          </p:nvPr>
        </p:nvSpPr>
        <p:spPr>
          <a:xfrm>
            <a:off x="4508965" y="2611503"/>
            <a:ext cx="3174069" cy="393700"/>
          </a:xfrm>
        </p:spPr>
        <p:txBody>
          <a:bodyPr>
            <a:normAutofit/>
          </a:bodyPr>
          <a:lstStyle>
            <a:lvl1pPr marL="0" indent="0" algn="ctr">
              <a:buNone/>
              <a:defRPr sz="1400">
                <a:latin typeface="+mj-lt"/>
              </a:defRPr>
            </a:lvl1pPr>
          </a:lstStyle>
          <a:p>
            <a:pPr lvl="0"/>
            <a:r>
              <a:rPr lang="en-US"/>
              <a:t>Click to edit Master text styles</a:t>
            </a:r>
          </a:p>
        </p:txBody>
      </p:sp>
      <p:sp>
        <p:nvSpPr>
          <p:cNvPr id="16" name="Text Placeholder 3">
            <a:extLst>
              <a:ext uri="{FF2B5EF4-FFF2-40B4-BE49-F238E27FC236}">
                <a16:creationId xmlns:a16="http://schemas.microsoft.com/office/drawing/2014/main" id="{95F683B4-F146-4225-8F0F-F445A7578C87}"/>
              </a:ext>
            </a:extLst>
          </p:cNvPr>
          <p:cNvSpPr>
            <a:spLocks noGrp="1"/>
          </p:cNvSpPr>
          <p:nvPr>
            <p:ph type="body" sz="quarter" idx="16"/>
          </p:nvPr>
        </p:nvSpPr>
        <p:spPr>
          <a:xfrm>
            <a:off x="8342471" y="2037626"/>
            <a:ext cx="3174069" cy="563007"/>
          </a:xfrm>
        </p:spPr>
        <p:txBody>
          <a:bodyPr>
            <a:noAutofit/>
          </a:bodyPr>
          <a:lstStyle>
            <a:lvl1pPr marL="0" indent="0" algn="ctr">
              <a:buNone/>
              <a:defRPr sz="2400" b="1">
                <a:solidFill>
                  <a:srgbClr val="2D6188"/>
                </a:solidFill>
                <a:latin typeface="+mj-lt"/>
              </a:defRPr>
            </a:lvl1pPr>
          </a:lstStyle>
          <a:p>
            <a:pPr lvl="0"/>
            <a:r>
              <a:rPr lang="en-US"/>
              <a:t>Click to edit Master text styles</a:t>
            </a:r>
          </a:p>
        </p:txBody>
      </p:sp>
      <p:sp>
        <p:nvSpPr>
          <p:cNvPr id="17" name="Text Placeholder 3">
            <a:extLst>
              <a:ext uri="{FF2B5EF4-FFF2-40B4-BE49-F238E27FC236}">
                <a16:creationId xmlns:a16="http://schemas.microsoft.com/office/drawing/2014/main" id="{404FC831-B148-4081-9994-14572C625B89}"/>
              </a:ext>
            </a:extLst>
          </p:cNvPr>
          <p:cNvSpPr>
            <a:spLocks noGrp="1"/>
          </p:cNvSpPr>
          <p:nvPr>
            <p:ph type="body" sz="quarter" idx="17"/>
          </p:nvPr>
        </p:nvSpPr>
        <p:spPr>
          <a:xfrm>
            <a:off x="8342471" y="2611503"/>
            <a:ext cx="3174069" cy="393700"/>
          </a:xfrm>
        </p:spPr>
        <p:txBody>
          <a:bodyPr>
            <a:normAutofit/>
          </a:bodyPr>
          <a:lstStyle>
            <a:lvl1pPr marL="0" indent="0" algn="ctr">
              <a:buNone/>
              <a:defRPr sz="1400">
                <a:latin typeface="+mj-lt"/>
              </a:defRPr>
            </a:lvl1pPr>
          </a:lstStyle>
          <a:p>
            <a:pPr lvl="0"/>
            <a:r>
              <a:rPr lang="en-US"/>
              <a:t>Click to edit Master text styles</a:t>
            </a:r>
          </a:p>
        </p:txBody>
      </p:sp>
      <p:sp>
        <p:nvSpPr>
          <p:cNvPr id="18" name="Text Placeholder 3">
            <a:extLst>
              <a:ext uri="{FF2B5EF4-FFF2-40B4-BE49-F238E27FC236}">
                <a16:creationId xmlns:a16="http://schemas.microsoft.com/office/drawing/2014/main" id="{2B3B1486-74BA-4143-A1DC-1A711FA16E25}"/>
              </a:ext>
            </a:extLst>
          </p:cNvPr>
          <p:cNvSpPr>
            <a:spLocks noGrp="1"/>
          </p:cNvSpPr>
          <p:nvPr>
            <p:ph type="body" sz="quarter" idx="18"/>
          </p:nvPr>
        </p:nvSpPr>
        <p:spPr>
          <a:xfrm>
            <a:off x="568315" y="1249884"/>
            <a:ext cx="11055371" cy="393700"/>
          </a:xfrm>
        </p:spPr>
        <p:txBody>
          <a:bodyPr>
            <a:noAutofit/>
          </a:bodyPr>
          <a:lstStyle>
            <a:lvl1pPr marL="0" indent="0" algn="ctr">
              <a:buNone/>
              <a:defRPr sz="1800">
                <a:latin typeface="+mj-lt"/>
              </a:defRPr>
            </a:lvl1pPr>
          </a:lstStyle>
          <a:p>
            <a:pPr lvl="0"/>
            <a:r>
              <a:rPr lang="en-US"/>
              <a:t>Click to edit Master text styles</a:t>
            </a:r>
          </a:p>
        </p:txBody>
      </p:sp>
      <p:sp>
        <p:nvSpPr>
          <p:cNvPr id="7" name="Picture Placeholder 6">
            <a:extLst>
              <a:ext uri="{FF2B5EF4-FFF2-40B4-BE49-F238E27FC236}">
                <a16:creationId xmlns:a16="http://schemas.microsoft.com/office/drawing/2014/main" id="{F3BAC328-A6A6-463B-9B97-C88CE9A50B86}"/>
              </a:ext>
            </a:extLst>
          </p:cNvPr>
          <p:cNvSpPr>
            <a:spLocks noGrp="1"/>
          </p:cNvSpPr>
          <p:nvPr>
            <p:ph type="pic" sz="quarter" idx="19"/>
          </p:nvPr>
        </p:nvSpPr>
        <p:spPr>
          <a:xfrm>
            <a:off x="674688" y="3429000"/>
            <a:ext cx="3175000" cy="2630488"/>
          </a:xfrm>
        </p:spPr>
        <p:txBody>
          <a:bodyPr/>
          <a:lstStyle>
            <a:lvl1pPr marL="0" indent="0">
              <a:buNone/>
              <a:defRPr/>
            </a:lvl1pPr>
          </a:lstStyle>
          <a:p>
            <a:endParaRPr lang="en-IN"/>
          </a:p>
        </p:txBody>
      </p:sp>
      <p:sp>
        <p:nvSpPr>
          <p:cNvPr id="21" name="Picture Placeholder 6">
            <a:extLst>
              <a:ext uri="{FF2B5EF4-FFF2-40B4-BE49-F238E27FC236}">
                <a16:creationId xmlns:a16="http://schemas.microsoft.com/office/drawing/2014/main" id="{98062D66-A84F-461D-BA1F-C13383FEAF94}"/>
              </a:ext>
            </a:extLst>
          </p:cNvPr>
          <p:cNvSpPr>
            <a:spLocks noGrp="1"/>
          </p:cNvSpPr>
          <p:nvPr>
            <p:ph type="pic" sz="quarter" idx="20"/>
          </p:nvPr>
        </p:nvSpPr>
        <p:spPr>
          <a:xfrm>
            <a:off x="4528231" y="3429000"/>
            <a:ext cx="3175000" cy="2630488"/>
          </a:xfrm>
        </p:spPr>
        <p:txBody>
          <a:bodyPr/>
          <a:lstStyle>
            <a:lvl1pPr marL="0" indent="0">
              <a:buNone/>
              <a:defRPr/>
            </a:lvl1pPr>
          </a:lstStyle>
          <a:p>
            <a:endParaRPr lang="en-IN"/>
          </a:p>
        </p:txBody>
      </p:sp>
      <p:sp>
        <p:nvSpPr>
          <p:cNvPr id="22" name="Picture Placeholder 6">
            <a:extLst>
              <a:ext uri="{FF2B5EF4-FFF2-40B4-BE49-F238E27FC236}">
                <a16:creationId xmlns:a16="http://schemas.microsoft.com/office/drawing/2014/main" id="{71A33661-CA2D-42FF-BDEE-DA53094DD620}"/>
              </a:ext>
            </a:extLst>
          </p:cNvPr>
          <p:cNvSpPr>
            <a:spLocks noGrp="1"/>
          </p:cNvSpPr>
          <p:nvPr>
            <p:ph type="pic" sz="quarter" idx="21"/>
          </p:nvPr>
        </p:nvSpPr>
        <p:spPr>
          <a:xfrm>
            <a:off x="8365445" y="3429000"/>
            <a:ext cx="3175000" cy="2630488"/>
          </a:xfrm>
        </p:spPr>
        <p:txBody>
          <a:bodyPr/>
          <a:lstStyle>
            <a:lvl1pPr marL="0" indent="0">
              <a:buNone/>
              <a:defRPr/>
            </a:lvl1pPr>
          </a:lstStyle>
          <a:p>
            <a:endParaRPr lang="en-IN"/>
          </a:p>
        </p:txBody>
      </p:sp>
    </p:spTree>
    <p:extLst>
      <p:ext uri="{BB962C8B-B14F-4D97-AF65-F5344CB8AC3E}">
        <p14:creationId xmlns:p14="http://schemas.microsoft.com/office/powerpoint/2010/main" val="190755450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1_Custom Layout">
    <p:spTree>
      <p:nvGrpSpPr>
        <p:cNvPr id="1" name=""/>
        <p:cNvGrpSpPr/>
        <p:nvPr/>
      </p:nvGrpSpPr>
      <p:grpSpPr>
        <a:xfrm>
          <a:off x="0" y="0"/>
          <a:ext cx="0" cy="0"/>
          <a:chOff x="0" y="0"/>
          <a:chExt cx="0" cy="0"/>
        </a:xfrm>
      </p:grpSpPr>
      <p:pic>
        <p:nvPicPr>
          <p:cNvPr id="18" name="Graphic 17">
            <a:extLst>
              <a:ext uri="{FF2B5EF4-FFF2-40B4-BE49-F238E27FC236}">
                <a16:creationId xmlns:a16="http://schemas.microsoft.com/office/drawing/2014/main" id="{01769B99-BE30-4718-8D6A-62FF91EFCE41}"/>
              </a:ext>
            </a:extLst>
          </p:cNvPr>
          <p:cNvPicPr>
            <a:picLocks noChangeAspect="1"/>
          </p:cNvPicPr>
          <p:nvPr/>
        </p:nvPicPr>
        <p:blipFill>
          <a:blip r:embed="rId2"/>
          <a:srcRect/>
          <a:stretch/>
        </p:blipFill>
        <p:spPr>
          <a:xfrm>
            <a:off x="-69274" y="-97422"/>
            <a:ext cx="12330548" cy="7052844"/>
          </a:xfrm>
          <a:prstGeom prst="rect">
            <a:avLst/>
          </a:prstGeom>
          <a:effectLst>
            <a:outerShdw blurRad="50800" dist="50800" dir="5400000" algn="ctr" rotWithShape="0">
              <a:srgbClr val="000000">
                <a:alpha val="0"/>
              </a:srgbClr>
            </a:outerShdw>
          </a:effectLst>
        </p:spPr>
      </p:pic>
      <p:sp>
        <p:nvSpPr>
          <p:cNvPr id="11" name="Text Placeholder 2">
            <a:extLst>
              <a:ext uri="{FF2B5EF4-FFF2-40B4-BE49-F238E27FC236}">
                <a16:creationId xmlns:a16="http://schemas.microsoft.com/office/drawing/2014/main" id="{503A8742-7A0C-414B-AEF8-12DAA288FD0A}"/>
              </a:ext>
            </a:extLst>
          </p:cNvPr>
          <p:cNvSpPr txBox="1">
            <a:spLocks/>
          </p:cNvSpPr>
          <p:nvPr/>
        </p:nvSpPr>
        <p:spPr>
          <a:xfrm>
            <a:off x="838200" y="2077201"/>
            <a:ext cx="4720389" cy="1058863"/>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6000" b="1">
                <a:solidFill>
                  <a:srgbClr val="2D6188"/>
                </a:solidFill>
                <a:latin typeface="Roboto" panose="02000000000000000000" pitchFamily="2" charset="0"/>
                <a:ea typeface="Roboto" panose="02000000000000000000" pitchFamily="2" charset="0"/>
                <a:cs typeface="Roboto" panose="02000000000000000000" pitchFamily="2" charset="0"/>
              </a:rPr>
              <a:t>1</a:t>
            </a:r>
          </a:p>
        </p:txBody>
      </p:sp>
      <p:sp>
        <p:nvSpPr>
          <p:cNvPr id="13" name="Text Placeholder 2">
            <a:extLst>
              <a:ext uri="{FF2B5EF4-FFF2-40B4-BE49-F238E27FC236}">
                <a16:creationId xmlns:a16="http://schemas.microsoft.com/office/drawing/2014/main" id="{5CB8433E-9405-4418-ADF2-2FC761D4FFE4}"/>
              </a:ext>
            </a:extLst>
          </p:cNvPr>
          <p:cNvSpPr txBox="1">
            <a:spLocks/>
          </p:cNvSpPr>
          <p:nvPr/>
        </p:nvSpPr>
        <p:spPr>
          <a:xfrm>
            <a:off x="838200" y="4182184"/>
            <a:ext cx="4720389" cy="1058863"/>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6000" b="1">
                <a:solidFill>
                  <a:srgbClr val="2D6188"/>
                </a:solidFill>
                <a:latin typeface="Roboto" panose="02000000000000000000" pitchFamily="2" charset="0"/>
                <a:ea typeface="Roboto" panose="02000000000000000000" pitchFamily="2" charset="0"/>
                <a:cs typeface="Roboto" panose="02000000000000000000" pitchFamily="2" charset="0"/>
              </a:rPr>
              <a:t>2</a:t>
            </a:r>
          </a:p>
        </p:txBody>
      </p:sp>
      <p:sp>
        <p:nvSpPr>
          <p:cNvPr id="15" name="Text Placeholder 2">
            <a:extLst>
              <a:ext uri="{FF2B5EF4-FFF2-40B4-BE49-F238E27FC236}">
                <a16:creationId xmlns:a16="http://schemas.microsoft.com/office/drawing/2014/main" id="{FFB74BE1-0BE1-44BD-AE46-240A7F7F0A67}"/>
              </a:ext>
            </a:extLst>
          </p:cNvPr>
          <p:cNvSpPr txBox="1">
            <a:spLocks/>
          </p:cNvSpPr>
          <p:nvPr/>
        </p:nvSpPr>
        <p:spPr>
          <a:xfrm>
            <a:off x="5823285" y="2077201"/>
            <a:ext cx="4720389" cy="1058863"/>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6000" b="1">
                <a:solidFill>
                  <a:srgbClr val="2D6188"/>
                </a:solidFill>
                <a:latin typeface="Roboto" panose="02000000000000000000" pitchFamily="2" charset="0"/>
                <a:ea typeface="Roboto" panose="02000000000000000000" pitchFamily="2" charset="0"/>
                <a:cs typeface="Roboto" panose="02000000000000000000" pitchFamily="2" charset="0"/>
              </a:rPr>
              <a:t>3</a:t>
            </a:r>
          </a:p>
        </p:txBody>
      </p:sp>
      <p:sp>
        <p:nvSpPr>
          <p:cNvPr id="17" name="Text Placeholder 2">
            <a:extLst>
              <a:ext uri="{FF2B5EF4-FFF2-40B4-BE49-F238E27FC236}">
                <a16:creationId xmlns:a16="http://schemas.microsoft.com/office/drawing/2014/main" id="{D3FC3367-586E-42AE-A5D3-640F4F0A5A9B}"/>
              </a:ext>
            </a:extLst>
          </p:cNvPr>
          <p:cNvSpPr txBox="1">
            <a:spLocks/>
          </p:cNvSpPr>
          <p:nvPr/>
        </p:nvSpPr>
        <p:spPr>
          <a:xfrm>
            <a:off x="5823285" y="4182184"/>
            <a:ext cx="4720389" cy="1058863"/>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6000" b="1">
                <a:solidFill>
                  <a:srgbClr val="2D6188"/>
                </a:solidFill>
                <a:latin typeface="Roboto" panose="02000000000000000000" pitchFamily="2" charset="0"/>
                <a:ea typeface="Roboto" panose="02000000000000000000" pitchFamily="2" charset="0"/>
                <a:cs typeface="Roboto" panose="02000000000000000000" pitchFamily="2" charset="0"/>
              </a:rPr>
              <a:t>4</a:t>
            </a:r>
          </a:p>
        </p:txBody>
      </p:sp>
      <p:cxnSp>
        <p:nvCxnSpPr>
          <p:cNvPr id="10" name="Straight Connector 9">
            <a:extLst>
              <a:ext uri="{FF2B5EF4-FFF2-40B4-BE49-F238E27FC236}">
                <a16:creationId xmlns:a16="http://schemas.microsoft.com/office/drawing/2014/main" id="{21B99C5A-B2B8-4889-BC9C-7E546ABC316B}"/>
              </a:ext>
            </a:extLst>
          </p:cNvPr>
          <p:cNvCxnSpPr/>
          <p:nvPr/>
        </p:nvCxnSpPr>
        <p:spPr>
          <a:xfrm>
            <a:off x="838200" y="1909010"/>
            <a:ext cx="6364705" cy="0"/>
          </a:xfrm>
          <a:prstGeom prst="line">
            <a:avLst/>
          </a:prstGeom>
          <a:ln>
            <a:solidFill>
              <a:srgbClr val="27ABB8"/>
            </a:solidFill>
          </a:ln>
        </p:spPr>
        <p:style>
          <a:lnRef idx="1">
            <a:schemeClr val="accent1"/>
          </a:lnRef>
          <a:fillRef idx="0">
            <a:schemeClr val="accent1"/>
          </a:fillRef>
          <a:effectRef idx="0">
            <a:schemeClr val="accent1"/>
          </a:effectRef>
          <a:fontRef idx="minor">
            <a:schemeClr val="tx1"/>
          </a:fontRef>
        </p:style>
      </p:cxnSp>
      <p:sp>
        <p:nvSpPr>
          <p:cNvPr id="23" name="Text Placeholder 3">
            <a:extLst>
              <a:ext uri="{FF2B5EF4-FFF2-40B4-BE49-F238E27FC236}">
                <a16:creationId xmlns:a16="http://schemas.microsoft.com/office/drawing/2014/main" id="{52EF9A3E-85F5-450F-B043-B272F82AFF53}"/>
              </a:ext>
            </a:extLst>
          </p:cNvPr>
          <p:cNvSpPr>
            <a:spLocks noGrp="1"/>
          </p:cNvSpPr>
          <p:nvPr>
            <p:ph type="body" sz="quarter" idx="12"/>
          </p:nvPr>
        </p:nvSpPr>
        <p:spPr>
          <a:xfrm>
            <a:off x="838201" y="3462274"/>
            <a:ext cx="4415631" cy="393700"/>
          </a:xfrm>
        </p:spPr>
        <p:txBody>
          <a:bodyPr>
            <a:normAutofit/>
          </a:bodyPr>
          <a:lstStyle>
            <a:lvl1pPr marL="0" indent="0" algn="l">
              <a:buNone/>
              <a:defRPr sz="1400">
                <a:solidFill>
                  <a:schemeClr val="bg1"/>
                </a:solidFill>
              </a:defRPr>
            </a:lvl1pPr>
          </a:lstStyle>
          <a:p>
            <a:pPr lvl="0"/>
            <a:r>
              <a:rPr lang="en-US"/>
              <a:t>Click to edit Master text styles</a:t>
            </a:r>
          </a:p>
        </p:txBody>
      </p:sp>
      <p:sp>
        <p:nvSpPr>
          <p:cNvPr id="24" name="Text Placeholder 3">
            <a:extLst>
              <a:ext uri="{FF2B5EF4-FFF2-40B4-BE49-F238E27FC236}">
                <a16:creationId xmlns:a16="http://schemas.microsoft.com/office/drawing/2014/main" id="{E10570A0-9895-44C7-BD23-E3A88824BFFC}"/>
              </a:ext>
            </a:extLst>
          </p:cNvPr>
          <p:cNvSpPr>
            <a:spLocks noGrp="1"/>
          </p:cNvSpPr>
          <p:nvPr>
            <p:ph type="body" sz="quarter" idx="13"/>
          </p:nvPr>
        </p:nvSpPr>
        <p:spPr>
          <a:xfrm>
            <a:off x="5955632" y="3462274"/>
            <a:ext cx="4415631" cy="393700"/>
          </a:xfrm>
        </p:spPr>
        <p:txBody>
          <a:bodyPr>
            <a:normAutofit/>
          </a:bodyPr>
          <a:lstStyle>
            <a:lvl1pPr marL="0" indent="0" algn="l">
              <a:buNone/>
              <a:defRPr sz="1400">
                <a:solidFill>
                  <a:schemeClr val="bg1"/>
                </a:solidFill>
              </a:defRPr>
            </a:lvl1pPr>
          </a:lstStyle>
          <a:p>
            <a:pPr lvl="0"/>
            <a:r>
              <a:rPr lang="en-US"/>
              <a:t>Click to edit Master text styles</a:t>
            </a:r>
          </a:p>
        </p:txBody>
      </p:sp>
      <p:sp>
        <p:nvSpPr>
          <p:cNvPr id="25" name="Text Placeholder 3">
            <a:extLst>
              <a:ext uri="{FF2B5EF4-FFF2-40B4-BE49-F238E27FC236}">
                <a16:creationId xmlns:a16="http://schemas.microsoft.com/office/drawing/2014/main" id="{5EC5216D-19E2-490A-BA42-31D28143478C}"/>
              </a:ext>
            </a:extLst>
          </p:cNvPr>
          <p:cNvSpPr>
            <a:spLocks noGrp="1"/>
          </p:cNvSpPr>
          <p:nvPr>
            <p:ph type="body" sz="quarter" idx="14"/>
          </p:nvPr>
        </p:nvSpPr>
        <p:spPr>
          <a:xfrm>
            <a:off x="838201" y="5502106"/>
            <a:ext cx="4415631" cy="393700"/>
          </a:xfrm>
        </p:spPr>
        <p:txBody>
          <a:bodyPr>
            <a:normAutofit/>
          </a:bodyPr>
          <a:lstStyle>
            <a:lvl1pPr marL="0" indent="0" algn="l">
              <a:buNone/>
              <a:defRPr sz="1400">
                <a:solidFill>
                  <a:schemeClr val="bg1"/>
                </a:solidFill>
              </a:defRPr>
            </a:lvl1pPr>
          </a:lstStyle>
          <a:p>
            <a:pPr lvl="0"/>
            <a:r>
              <a:rPr lang="en-US"/>
              <a:t>Click to edit Master text styles</a:t>
            </a:r>
          </a:p>
        </p:txBody>
      </p:sp>
      <p:sp>
        <p:nvSpPr>
          <p:cNvPr id="26" name="Text Placeholder 3">
            <a:extLst>
              <a:ext uri="{FF2B5EF4-FFF2-40B4-BE49-F238E27FC236}">
                <a16:creationId xmlns:a16="http://schemas.microsoft.com/office/drawing/2014/main" id="{D59FCB2B-6E6F-4041-8AEA-00F4607E1AD7}"/>
              </a:ext>
            </a:extLst>
          </p:cNvPr>
          <p:cNvSpPr>
            <a:spLocks noGrp="1"/>
          </p:cNvSpPr>
          <p:nvPr>
            <p:ph type="body" sz="quarter" idx="15"/>
          </p:nvPr>
        </p:nvSpPr>
        <p:spPr>
          <a:xfrm>
            <a:off x="5955632" y="5502106"/>
            <a:ext cx="4415631" cy="393700"/>
          </a:xfrm>
        </p:spPr>
        <p:txBody>
          <a:bodyPr>
            <a:normAutofit/>
          </a:bodyPr>
          <a:lstStyle>
            <a:lvl1pPr marL="0" indent="0" algn="l">
              <a:buNone/>
              <a:defRPr sz="1400">
                <a:solidFill>
                  <a:schemeClr val="bg1"/>
                </a:solidFill>
              </a:defRPr>
            </a:lvl1pPr>
          </a:lstStyle>
          <a:p>
            <a:pPr lvl="0"/>
            <a:r>
              <a:rPr lang="en-US"/>
              <a:t>Click to edit Master text styles</a:t>
            </a:r>
          </a:p>
        </p:txBody>
      </p:sp>
      <p:sp>
        <p:nvSpPr>
          <p:cNvPr id="27" name="Text Placeholder 3">
            <a:extLst>
              <a:ext uri="{FF2B5EF4-FFF2-40B4-BE49-F238E27FC236}">
                <a16:creationId xmlns:a16="http://schemas.microsoft.com/office/drawing/2014/main" id="{4CC1A425-AF08-43AE-A547-FBF2DEC373A7}"/>
              </a:ext>
            </a:extLst>
          </p:cNvPr>
          <p:cNvSpPr>
            <a:spLocks noGrp="1"/>
          </p:cNvSpPr>
          <p:nvPr>
            <p:ph type="body" sz="quarter" idx="16"/>
          </p:nvPr>
        </p:nvSpPr>
        <p:spPr>
          <a:xfrm>
            <a:off x="838201" y="2867047"/>
            <a:ext cx="4415631" cy="393700"/>
          </a:xfrm>
        </p:spPr>
        <p:txBody>
          <a:bodyPr>
            <a:noAutofit/>
          </a:bodyPr>
          <a:lstStyle>
            <a:lvl1pPr marL="0" indent="0" algn="l">
              <a:buNone/>
              <a:defRPr sz="2400" b="1">
                <a:solidFill>
                  <a:schemeClr val="bg1"/>
                </a:solidFill>
              </a:defRPr>
            </a:lvl1pPr>
          </a:lstStyle>
          <a:p>
            <a:pPr lvl="0"/>
            <a:r>
              <a:rPr lang="en-US"/>
              <a:t>Click to edit Master text styles</a:t>
            </a:r>
          </a:p>
        </p:txBody>
      </p:sp>
      <p:sp>
        <p:nvSpPr>
          <p:cNvPr id="28" name="Text Placeholder 3">
            <a:extLst>
              <a:ext uri="{FF2B5EF4-FFF2-40B4-BE49-F238E27FC236}">
                <a16:creationId xmlns:a16="http://schemas.microsoft.com/office/drawing/2014/main" id="{87064811-6FA6-4B4F-B942-CB29B0DA0A21}"/>
              </a:ext>
            </a:extLst>
          </p:cNvPr>
          <p:cNvSpPr>
            <a:spLocks noGrp="1"/>
          </p:cNvSpPr>
          <p:nvPr>
            <p:ph type="body" sz="quarter" idx="17"/>
          </p:nvPr>
        </p:nvSpPr>
        <p:spPr>
          <a:xfrm>
            <a:off x="5955632" y="2867047"/>
            <a:ext cx="4415631" cy="393700"/>
          </a:xfrm>
        </p:spPr>
        <p:txBody>
          <a:bodyPr>
            <a:noAutofit/>
          </a:bodyPr>
          <a:lstStyle>
            <a:lvl1pPr marL="0" indent="0" algn="l">
              <a:buNone/>
              <a:defRPr sz="2400" b="1">
                <a:solidFill>
                  <a:schemeClr val="bg1"/>
                </a:solidFill>
              </a:defRPr>
            </a:lvl1pPr>
          </a:lstStyle>
          <a:p>
            <a:pPr lvl="0"/>
            <a:r>
              <a:rPr lang="en-US"/>
              <a:t>Click to edit Master text styles</a:t>
            </a:r>
          </a:p>
        </p:txBody>
      </p:sp>
      <p:sp>
        <p:nvSpPr>
          <p:cNvPr id="29" name="Text Placeholder 3">
            <a:extLst>
              <a:ext uri="{FF2B5EF4-FFF2-40B4-BE49-F238E27FC236}">
                <a16:creationId xmlns:a16="http://schemas.microsoft.com/office/drawing/2014/main" id="{54D99F20-5A4B-492A-AD82-6E0FEB369438}"/>
              </a:ext>
            </a:extLst>
          </p:cNvPr>
          <p:cNvSpPr>
            <a:spLocks noGrp="1"/>
          </p:cNvSpPr>
          <p:nvPr>
            <p:ph type="body" sz="quarter" idx="18"/>
          </p:nvPr>
        </p:nvSpPr>
        <p:spPr>
          <a:xfrm>
            <a:off x="838201" y="5028155"/>
            <a:ext cx="4415631" cy="393700"/>
          </a:xfrm>
        </p:spPr>
        <p:txBody>
          <a:bodyPr>
            <a:noAutofit/>
          </a:bodyPr>
          <a:lstStyle>
            <a:lvl1pPr marL="0" indent="0" algn="l">
              <a:buNone/>
              <a:defRPr sz="2400" b="1">
                <a:solidFill>
                  <a:schemeClr val="bg1"/>
                </a:solidFill>
              </a:defRPr>
            </a:lvl1pPr>
          </a:lstStyle>
          <a:p>
            <a:pPr lvl="0"/>
            <a:r>
              <a:rPr lang="en-US"/>
              <a:t>Click to edit Master text styles</a:t>
            </a:r>
          </a:p>
        </p:txBody>
      </p:sp>
      <p:sp>
        <p:nvSpPr>
          <p:cNvPr id="30" name="Text Placeholder 3">
            <a:extLst>
              <a:ext uri="{FF2B5EF4-FFF2-40B4-BE49-F238E27FC236}">
                <a16:creationId xmlns:a16="http://schemas.microsoft.com/office/drawing/2014/main" id="{9322DDD7-CF8C-44D5-9A93-1117CBDD1AF0}"/>
              </a:ext>
            </a:extLst>
          </p:cNvPr>
          <p:cNvSpPr>
            <a:spLocks noGrp="1"/>
          </p:cNvSpPr>
          <p:nvPr>
            <p:ph type="body" sz="quarter" idx="19"/>
          </p:nvPr>
        </p:nvSpPr>
        <p:spPr>
          <a:xfrm>
            <a:off x="5955632" y="5028155"/>
            <a:ext cx="4415631" cy="393700"/>
          </a:xfrm>
        </p:spPr>
        <p:txBody>
          <a:bodyPr>
            <a:noAutofit/>
          </a:bodyPr>
          <a:lstStyle>
            <a:lvl1pPr marL="0" indent="0" algn="l">
              <a:buNone/>
              <a:defRPr sz="2400" b="1">
                <a:solidFill>
                  <a:schemeClr val="bg1"/>
                </a:solidFill>
              </a:defRPr>
            </a:lvl1pPr>
          </a:lstStyle>
          <a:p>
            <a:pPr lvl="0"/>
            <a:r>
              <a:rPr lang="en-US"/>
              <a:t>Click to edit Master text styles</a:t>
            </a:r>
          </a:p>
        </p:txBody>
      </p:sp>
      <p:sp>
        <p:nvSpPr>
          <p:cNvPr id="32" name="Text Placeholder 3">
            <a:extLst>
              <a:ext uri="{FF2B5EF4-FFF2-40B4-BE49-F238E27FC236}">
                <a16:creationId xmlns:a16="http://schemas.microsoft.com/office/drawing/2014/main" id="{B200A8F0-DD80-4903-B724-1C61C2063BC7}"/>
              </a:ext>
            </a:extLst>
          </p:cNvPr>
          <p:cNvSpPr>
            <a:spLocks noGrp="1"/>
          </p:cNvSpPr>
          <p:nvPr>
            <p:ph type="body" sz="quarter" idx="20"/>
          </p:nvPr>
        </p:nvSpPr>
        <p:spPr>
          <a:xfrm>
            <a:off x="838201" y="469189"/>
            <a:ext cx="4415631" cy="1359569"/>
          </a:xfrm>
        </p:spPr>
        <p:txBody>
          <a:bodyPr>
            <a:noAutofit/>
          </a:bodyPr>
          <a:lstStyle>
            <a:lvl1pPr marL="0" indent="0" algn="l">
              <a:buNone/>
              <a:defRPr sz="4800" b="1">
                <a:solidFill>
                  <a:schemeClr val="bg1"/>
                </a:solidFill>
                <a:latin typeface="Roboto" panose="020B0604020202020204" charset="0"/>
                <a:ea typeface="Roboto" panose="020B0604020202020204" charset="0"/>
                <a:cs typeface="Roboto" panose="020B0604020202020204" charset="0"/>
              </a:defRPr>
            </a:lvl1pPr>
          </a:lstStyle>
          <a:p>
            <a:pPr lvl="0"/>
            <a:r>
              <a:rPr lang="en-US"/>
              <a:t>Click to edit Master text styles</a:t>
            </a:r>
          </a:p>
        </p:txBody>
      </p:sp>
      <p:sp>
        <p:nvSpPr>
          <p:cNvPr id="19" name="Slide Number Placeholder 2">
            <a:extLst>
              <a:ext uri="{FF2B5EF4-FFF2-40B4-BE49-F238E27FC236}">
                <a16:creationId xmlns:a16="http://schemas.microsoft.com/office/drawing/2014/main" id="{7FF2C298-FAE3-48BA-B1DD-721E25F58914}"/>
              </a:ext>
            </a:extLst>
          </p:cNvPr>
          <p:cNvSpPr>
            <a:spLocks noGrp="1"/>
          </p:cNvSpPr>
          <p:nvPr>
            <p:ph type="sldNum" sz="quarter" idx="10"/>
          </p:nvPr>
        </p:nvSpPr>
        <p:spPr>
          <a:xfrm>
            <a:off x="3598363" y="6424178"/>
            <a:ext cx="1772920" cy="365125"/>
          </a:xfrm>
          <a:prstGeom prst="rect">
            <a:avLst/>
          </a:prstGeom>
        </p:spPr>
        <p:txBody>
          <a:bodyPr/>
          <a:lstStyle/>
          <a:p>
            <a:fld id="{E60884FA-1782-2C46-B58F-16BA5B9E415B}" type="slidenum">
              <a:rPr lang="en-US" smtClean="0"/>
              <a:t>‹#›</a:t>
            </a:fld>
            <a:endParaRPr lang="en-US"/>
          </a:p>
        </p:txBody>
      </p:sp>
      <p:sp>
        <p:nvSpPr>
          <p:cNvPr id="20" name="Footer Placeholder 3">
            <a:extLst>
              <a:ext uri="{FF2B5EF4-FFF2-40B4-BE49-F238E27FC236}">
                <a16:creationId xmlns:a16="http://schemas.microsoft.com/office/drawing/2014/main" id="{279CB8CF-FCC3-4122-8D5F-C3AEE44FFA51}"/>
              </a:ext>
            </a:extLst>
          </p:cNvPr>
          <p:cNvSpPr>
            <a:spLocks noGrp="1"/>
          </p:cNvSpPr>
          <p:nvPr>
            <p:ph type="ftr" sz="quarter" idx="11"/>
          </p:nvPr>
        </p:nvSpPr>
        <p:spPr>
          <a:xfrm>
            <a:off x="442913" y="6424178"/>
            <a:ext cx="3406616" cy="365125"/>
          </a:xfrm>
          <a:prstGeom prst="rect">
            <a:avLst/>
          </a:prstGeom>
        </p:spPr>
        <p:txBody>
          <a:bodyPr/>
          <a:lstStyle/>
          <a:p>
            <a:r>
              <a:rPr lang="en-US"/>
              <a:t>COPYRIGHT 2021 ALEPO</a:t>
            </a:r>
          </a:p>
        </p:txBody>
      </p:sp>
      <p:pic>
        <p:nvPicPr>
          <p:cNvPr id="21" name="Graphic 20">
            <a:extLst>
              <a:ext uri="{FF2B5EF4-FFF2-40B4-BE49-F238E27FC236}">
                <a16:creationId xmlns:a16="http://schemas.microsoft.com/office/drawing/2014/main" id="{173C8EF7-5DE3-4292-BA4F-9FE94F1866D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074401" y="6209432"/>
            <a:ext cx="773384" cy="796356"/>
          </a:xfrm>
          <a:prstGeom prst="rect">
            <a:avLst/>
          </a:prstGeom>
        </p:spPr>
      </p:pic>
    </p:spTree>
    <p:extLst>
      <p:ext uri="{BB962C8B-B14F-4D97-AF65-F5344CB8AC3E}">
        <p14:creationId xmlns:p14="http://schemas.microsoft.com/office/powerpoint/2010/main" val="305946649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12_Custom Layout">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EA9DBE95-0A69-4E42-BAD3-B25B35B69B3E}"/>
              </a:ext>
            </a:extLst>
          </p:cNvPr>
          <p:cNvPicPr>
            <a:picLocks noChangeAspect="1"/>
          </p:cNvPicPr>
          <p:nvPr/>
        </p:nvPicPr>
        <p:blipFill>
          <a:blip r:embed="rId2"/>
          <a:srcRect/>
          <a:stretch/>
        </p:blipFill>
        <p:spPr>
          <a:xfrm>
            <a:off x="0" y="-14932"/>
            <a:ext cx="12192000" cy="6858000"/>
          </a:xfrm>
          <a:prstGeom prst="rect">
            <a:avLst/>
          </a:prstGeom>
          <a:noFill/>
        </p:spPr>
      </p:pic>
      <p:sp>
        <p:nvSpPr>
          <p:cNvPr id="3" name="Slide Number Placeholder 2">
            <a:extLst>
              <a:ext uri="{FF2B5EF4-FFF2-40B4-BE49-F238E27FC236}">
                <a16:creationId xmlns:a16="http://schemas.microsoft.com/office/drawing/2014/main" id="{5842808C-B015-4356-8D9C-52DEC8CC5E71}"/>
              </a:ext>
            </a:extLst>
          </p:cNvPr>
          <p:cNvSpPr>
            <a:spLocks noGrp="1"/>
          </p:cNvSpPr>
          <p:nvPr>
            <p:ph type="sldNum" sz="quarter" idx="10"/>
          </p:nvPr>
        </p:nvSpPr>
        <p:spPr>
          <a:xfrm>
            <a:off x="3598363" y="6424178"/>
            <a:ext cx="1772920" cy="365125"/>
          </a:xfrm>
          <a:prstGeom prst="rect">
            <a:avLst/>
          </a:prstGeom>
        </p:spPr>
        <p:txBody>
          <a:bodyPr/>
          <a:lstStyle/>
          <a:p>
            <a:fld id="{E60884FA-1782-2C46-B58F-16BA5B9E415B}" type="slidenum">
              <a:rPr lang="en-US" smtClean="0"/>
              <a:t>‹#›</a:t>
            </a:fld>
            <a:endParaRPr lang="en-US"/>
          </a:p>
        </p:txBody>
      </p:sp>
      <p:sp>
        <p:nvSpPr>
          <p:cNvPr id="4" name="Footer Placeholder 3">
            <a:extLst>
              <a:ext uri="{FF2B5EF4-FFF2-40B4-BE49-F238E27FC236}">
                <a16:creationId xmlns:a16="http://schemas.microsoft.com/office/drawing/2014/main" id="{EFB5AD6C-A558-4CB3-ADC4-8610DD41DB57}"/>
              </a:ext>
            </a:extLst>
          </p:cNvPr>
          <p:cNvSpPr>
            <a:spLocks noGrp="1"/>
          </p:cNvSpPr>
          <p:nvPr>
            <p:ph type="ftr" sz="quarter" idx="11"/>
          </p:nvPr>
        </p:nvSpPr>
        <p:spPr>
          <a:xfrm>
            <a:off x="442913" y="6424178"/>
            <a:ext cx="3406616" cy="365125"/>
          </a:xfrm>
          <a:prstGeom prst="rect">
            <a:avLst/>
          </a:prstGeom>
        </p:spPr>
        <p:txBody>
          <a:bodyPr/>
          <a:lstStyle/>
          <a:p>
            <a:r>
              <a:rPr lang="en-US"/>
              <a:t>COPYRIGHT 2021 ALEPO</a:t>
            </a:r>
          </a:p>
        </p:txBody>
      </p:sp>
      <p:sp>
        <p:nvSpPr>
          <p:cNvPr id="2" name="Title 1">
            <a:extLst>
              <a:ext uri="{FF2B5EF4-FFF2-40B4-BE49-F238E27FC236}">
                <a16:creationId xmlns:a16="http://schemas.microsoft.com/office/drawing/2014/main" id="{8CF112F0-1486-4334-818F-1AD3C921BAF4}"/>
              </a:ext>
            </a:extLst>
          </p:cNvPr>
          <p:cNvSpPr>
            <a:spLocks noGrp="1"/>
          </p:cNvSpPr>
          <p:nvPr>
            <p:ph type="title"/>
          </p:nvPr>
        </p:nvSpPr>
        <p:spPr>
          <a:xfrm>
            <a:off x="6472989" y="449264"/>
            <a:ext cx="5239586" cy="1395575"/>
          </a:xfrm>
        </p:spPr>
        <p:txBody>
          <a:bodyPr>
            <a:normAutofit/>
          </a:bodyPr>
          <a:lstStyle>
            <a:lvl1pPr>
              <a:defRPr sz="4400" b="1">
                <a:latin typeface="Roboto" panose="020B0604020202020204" charset="0"/>
                <a:ea typeface="Roboto" panose="020B0604020202020204" charset="0"/>
                <a:cs typeface="Roboto" panose="020B0604020202020204" charset="0"/>
              </a:defRPr>
            </a:lvl1pPr>
          </a:lstStyle>
          <a:p>
            <a:r>
              <a:rPr lang="en-US"/>
              <a:t>Click to edit Master title style</a:t>
            </a:r>
          </a:p>
        </p:txBody>
      </p:sp>
      <p:cxnSp>
        <p:nvCxnSpPr>
          <p:cNvPr id="7" name="Straight Connector 6">
            <a:extLst>
              <a:ext uri="{FF2B5EF4-FFF2-40B4-BE49-F238E27FC236}">
                <a16:creationId xmlns:a16="http://schemas.microsoft.com/office/drawing/2014/main" id="{8E1309DE-D23A-4AC7-B63A-66D4CF8522BF}"/>
              </a:ext>
            </a:extLst>
          </p:cNvPr>
          <p:cNvCxnSpPr/>
          <p:nvPr/>
        </p:nvCxnSpPr>
        <p:spPr>
          <a:xfrm>
            <a:off x="6472989" y="2156520"/>
            <a:ext cx="5239586" cy="0"/>
          </a:xfrm>
          <a:prstGeom prst="line">
            <a:avLst/>
          </a:prstGeom>
          <a:ln>
            <a:solidFill>
              <a:srgbClr val="27ABB8"/>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007B7961-93F1-4FEE-80CC-7A09F6B8C5D5}"/>
              </a:ext>
            </a:extLst>
          </p:cNvPr>
          <p:cNvSpPr txBox="1">
            <a:spLocks/>
          </p:cNvSpPr>
          <p:nvPr/>
        </p:nvSpPr>
        <p:spPr>
          <a:xfrm>
            <a:off x="6472989" y="1961274"/>
            <a:ext cx="5239586" cy="1395575"/>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4400" b="1" kern="1200" cap="none" baseline="0">
                <a:solidFill>
                  <a:schemeClr val="bg2"/>
                </a:solidFill>
                <a:latin typeface="+mj-lt"/>
                <a:ea typeface="+mj-ea"/>
                <a:cs typeface="+mj-cs"/>
              </a:defRPr>
            </a:lvl1pPr>
          </a:lstStyle>
          <a:p>
            <a:endParaRPr lang="en-US" sz="1500" b="1">
              <a:latin typeface="+mn-lt"/>
            </a:endParaRPr>
          </a:p>
        </p:txBody>
      </p:sp>
      <p:sp>
        <p:nvSpPr>
          <p:cNvPr id="10" name="Text Placeholder 3">
            <a:extLst>
              <a:ext uri="{FF2B5EF4-FFF2-40B4-BE49-F238E27FC236}">
                <a16:creationId xmlns:a16="http://schemas.microsoft.com/office/drawing/2014/main" id="{5603DAC8-43CF-4745-9AAB-B881E87C28A6}"/>
              </a:ext>
            </a:extLst>
          </p:cNvPr>
          <p:cNvSpPr>
            <a:spLocks noGrp="1"/>
          </p:cNvSpPr>
          <p:nvPr>
            <p:ph type="body" sz="quarter" idx="12"/>
          </p:nvPr>
        </p:nvSpPr>
        <p:spPr>
          <a:xfrm>
            <a:off x="6472989" y="1985892"/>
            <a:ext cx="5239586" cy="449934"/>
          </a:xfrm>
        </p:spPr>
        <p:txBody>
          <a:bodyPr>
            <a:normAutofit/>
          </a:bodyPr>
          <a:lstStyle>
            <a:lvl1pPr marL="0" indent="0" algn="l">
              <a:buNone/>
              <a:defRPr sz="1500" b="1">
                <a:solidFill>
                  <a:schemeClr val="bg1"/>
                </a:solidFill>
              </a:defRPr>
            </a:lvl1pPr>
          </a:lstStyle>
          <a:p>
            <a:pPr lvl="0"/>
            <a:r>
              <a:rPr lang="en-US"/>
              <a:t>Click to edit Master text styles</a:t>
            </a:r>
          </a:p>
        </p:txBody>
      </p:sp>
      <p:sp>
        <p:nvSpPr>
          <p:cNvPr id="11" name="Text Placeholder 3">
            <a:extLst>
              <a:ext uri="{FF2B5EF4-FFF2-40B4-BE49-F238E27FC236}">
                <a16:creationId xmlns:a16="http://schemas.microsoft.com/office/drawing/2014/main" id="{21233052-F6FF-4F87-A98A-659E1BE9C46A}"/>
              </a:ext>
            </a:extLst>
          </p:cNvPr>
          <p:cNvSpPr>
            <a:spLocks noGrp="1"/>
          </p:cNvSpPr>
          <p:nvPr>
            <p:ph type="body" sz="quarter" idx="13"/>
          </p:nvPr>
        </p:nvSpPr>
        <p:spPr>
          <a:xfrm>
            <a:off x="6472989" y="2548057"/>
            <a:ext cx="5239586" cy="866011"/>
          </a:xfrm>
        </p:spPr>
        <p:txBody>
          <a:bodyPr>
            <a:normAutofit/>
          </a:bodyPr>
          <a:lstStyle>
            <a:lvl1pPr marL="0" indent="0" algn="l">
              <a:buNone/>
              <a:defRPr sz="1100" b="0">
                <a:solidFill>
                  <a:schemeClr val="bg1"/>
                </a:solidFill>
              </a:defRPr>
            </a:lvl1pPr>
          </a:lstStyle>
          <a:p>
            <a:pPr lvl="0"/>
            <a:r>
              <a:rPr lang="en-US"/>
              <a:t>Click to edit Master text styles</a:t>
            </a:r>
          </a:p>
        </p:txBody>
      </p:sp>
      <p:sp>
        <p:nvSpPr>
          <p:cNvPr id="14" name="Text Placeholder 3">
            <a:extLst>
              <a:ext uri="{FF2B5EF4-FFF2-40B4-BE49-F238E27FC236}">
                <a16:creationId xmlns:a16="http://schemas.microsoft.com/office/drawing/2014/main" id="{B898A5C7-3125-48D5-AB74-76FF1A47569F}"/>
              </a:ext>
            </a:extLst>
          </p:cNvPr>
          <p:cNvSpPr>
            <a:spLocks noGrp="1"/>
          </p:cNvSpPr>
          <p:nvPr>
            <p:ph type="body" sz="quarter" idx="16"/>
          </p:nvPr>
        </p:nvSpPr>
        <p:spPr>
          <a:xfrm>
            <a:off x="6472989" y="5047811"/>
            <a:ext cx="1559663" cy="504947"/>
          </a:xfrm>
        </p:spPr>
        <p:txBody>
          <a:bodyPr>
            <a:noAutofit/>
          </a:bodyPr>
          <a:lstStyle>
            <a:lvl1pPr marL="0" indent="0" algn="l">
              <a:buNone/>
              <a:defRPr sz="3200" b="1">
                <a:solidFill>
                  <a:srgbClr val="2D6188"/>
                </a:solidFill>
                <a:latin typeface="+mj-lt"/>
              </a:defRPr>
            </a:lvl1pPr>
          </a:lstStyle>
          <a:p>
            <a:pPr lvl="0"/>
            <a:r>
              <a:rPr lang="en-US"/>
              <a:t>Click to edit Master text styles</a:t>
            </a:r>
          </a:p>
        </p:txBody>
      </p:sp>
      <p:sp>
        <p:nvSpPr>
          <p:cNvPr id="15" name="Text Placeholder 3">
            <a:extLst>
              <a:ext uri="{FF2B5EF4-FFF2-40B4-BE49-F238E27FC236}">
                <a16:creationId xmlns:a16="http://schemas.microsoft.com/office/drawing/2014/main" id="{DB575684-94C9-4626-9AB7-4C647AC22FD2}"/>
              </a:ext>
            </a:extLst>
          </p:cNvPr>
          <p:cNvSpPr>
            <a:spLocks noGrp="1"/>
          </p:cNvSpPr>
          <p:nvPr>
            <p:ph type="body" sz="quarter" idx="17"/>
          </p:nvPr>
        </p:nvSpPr>
        <p:spPr>
          <a:xfrm>
            <a:off x="6472989" y="3496678"/>
            <a:ext cx="5239586" cy="449934"/>
          </a:xfrm>
        </p:spPr>
        <p:txBody>
          <a:bodyPr>
            <a:normAutofit/>
          </a:bodyPr>
          <a:lstStyle>
            <a:lvl1pPr marL="0" indent="0" algn="l">
              <a:buNone/>
              <a:defRPr sz="1500" b="1">
                <a:solidFill>
                  <a:schemeClr val="bg1"/>
                </a:solidFill>
              </a:defRPr>
            </a:lvl1pPr>
          </a:lstStyle>
          <a:p>
            <a:pPr lvl="0"/>
            <a:r>
              <a:rPr lang="en-US"/>
              <a:t>Click to edit Master text styles</a:t>
            </a:r>
          </a:p>
        </p:txBody>
      </p:sp>
      <p:sp>
        <p:nvSpPr>
          <p:cNvPr id="16" name="Text Placeholder 3">
            <a:extLst>
              <a:ext uri="{FF2B5EF4-FFF2-40B4-BE49-F238E27FC236}">
                <a16:creationId xmlns:a16="http://schemas.microsoft.com/office/drawing/2014/main" id="{8C3D67BD-351E-4572-A547-7452931C4F4E}"/>
              </a:ext>
            </a:extLst>
          </p:cNvPr>
          <p:cNvSpPr>
            <a:spLocks noGrp="1"/>
          </p:cNvSpPr>
          <p:nvPr>
            <p:ph type="body" sz="quarter" idx="18"/>
          </p:nvPr>
        </p:nvSpPr>
        <p:spPr>
          <a:xfrm>
            <a:off x="6472989" y="4058843"/>
            <a:ext cx="5239586" cy="866011"/>
          </a:xfrm>
        </p:spPr>
        <p:txBody>
          <a:bodyPr>
            <a:normAutofit/>
          </a:bodyPr>
          <a:lstStyle>
            <a:lvl1pPr marL="0" indent="0" algn="l">
              <a:buNone/>
              <a:defRPr sz="1100" b="0">
                <a:solidFill>
                  <a:schemeClr val="bg1"/>
                </a:solidFill>
              </a:defRPr>
            </a:lvl1pPr>
          </a:lstStyle>
          <a:p>
            <a:pPr lvl="0"/>
            <a:r>
              <a:rPr lang="en-US"/>
              <a:t>Click to edit Master text styles</a:t>
            </a:r>
          </a:p>
        </p:txBody>
      </p:sp>
      <p:sp>
        <p:nvSpPr>
          <p:cNvPr id="17" name="Text Placeholder 3">
            <a:extLst>
              <a:ext uri="{FF2B5EF4-FFF2-40B4-BE49-F238E27FC236}">
                <a16:creationId xmlns:a16="http://schemas.microsoft.com/office/drawing/2014/main" id="{D0C4945D-B729-4B54-ADDC-F043A62156D9}"/>
              </a:ext>
            </a:extLst>
          </p:cNvPr>
          <p:cNvSpPr>
            <a:spLocks noGrp="1"/>
          </p:cNvSpPr>
          <p:nvPr>
            <p:ph type="body" sz="quarter" idx="19"/>
          </p:nvPr>
        </p:nvSpPr>
        <p:spPr>
          <a:xfrm>
            <a:off x="6472989" y="5636836"/>
            <a:ext cx="2502199" cy="866011"/>
          </a:xfrm>
        </p:spPr>
        <p:txBody>
          <a:bodyPr>
            <a:normAutofit/>
          </a:bodyPr>
          <a:lstStyle>
            <a:lvl1pPr marL="0" indent="0" algn="l">
              <a:buNone/>
              <a:defRPr sz="1100" b="0">
                <a:solidFill>
                  <a:srgbClr val="2D6188"/>
                </a:solidFill>
              </a:defRPr>
            </a:lvl1pPr>
          </a:lstStyle>
          <a:p>
            <a:pPr lvl="0"/>
            <a:r>
              <a:rPr lang="en-US"/>
              <a:t>Click to edit Master text styles</a:t>
            </a:r>
          </a:p>
        </p:txBody>
      </p:sp>
      <p:sp>
        <p:nvSpPr>
          <p:cNvPr id="20" name="Text Placeholder 3">
            <a:extLst>
              <a:ext uri="{FF2B5EF4-FFF2-40B4-BE49-F238E27FC236}">
                <a16:creationId xmlns:a16="http://schemas.microsoft.com/office/drawing/2014/main" id="{2AF70314-2642-43E7-BF3B-C53B91A0FBD7}"/>
              </a:ext>
            </a:extLst>
          </p:cNvPr>
          <p:cNvSpPr>
            <a:spLocks noGrp="1"/>
          </p:cNvSpPr>
          <p:nvPr>
            <p:ph type="body" sz="quarter" idx="20"/>
          </p:nvPr>
        </p:nvSpPr>
        <p:spPr>
          <a:xfrm>
            <a:off x="9215497" y="5047811"/>
            <a:ext cx="1559663" cy="504947"/>
          </a:xfrm>
        </p:spPr>
        <p:txBody>
          <a:bodyPr>
            <a:noAutofit/>
          </a:bodyPr>
          <a:lstStyle>
            <a:lvl1pPr marL="0" indent="0" algn="l">
              <a:buNone/>
              <a:defRPr sz="3200" b="1">
                <a:solidFill>
                  <a:srgbClr val="2D6188"/>
                </a:solidFill>
                <a:latin typeface="+mj-lt"/>
              </a:defRPr>
            </a:lvl1pPr>
          </a:lstStyle>
          <a:p>
            <a:pPr lvl="0"/>
            <a:r>
              <a:rPr lang="en-US"/>
              <a:t>Click to edit Master text styles</a:t>
            </a:r>
          </a:p>
        </p:txBody>
      </p:sp>
      <p:sp>
        <p:nvSpPr>
          <p:cNvPr id="21" name="Text Placeholder 3">
            <a:extLst>
              <a:ext uri="{FF2B5EF4-FFF2-40B4-BE49-F238E27FC236}">
                <a16:creationId xmlns:a16="http://schemas.microsoft.com/office/drawing/2014/main" id="{E6971FB3-8BE3-4544-B8AA-56AC4C08BBEE}"/>
              </a:ext>
            </a:extLst>
          </p:cNvPr>
          <p:cNvSpPr>
            <a:spLocks noGrp="1"/>
          </p:cNvSpPr>
          <p:nvPr>
            <p:ph type="body" sz="quarter" idx="21"/>
          </p:nvPr>
        </p:nvSpPr>
        <p:spPr>
          <a:xfrm>
            <a:off x="9215497" y="5636836"/>
            <a:ext cx="2502199" cy="866011"/>
          </a:xfrm>
        </p:spPr>
        <p:txBody>
          <a:bodyPr>
            <a:normAutofit/>
          </a:bodyPr>
          <a:lstStyle>
            <a:lvl1pPr marL="0" indent="0" algn="l">
              <a:buNone/>
              <a:defRPr sz="1100" b="0">
                <a:solidFill>
                  <a:srgbClr val="2D6188"/>
                </a:solidFill>
              </a:defRPr>
            </a:lvl1pPr>
          </a:lstStyle>
          <a:p>
            <a:pPr lvl="0"/>
            <a:r>
              <a:rPr lang="en-US"/>
              <a:t>Click to edit Master text styles</a:t>
            </a:r>
          </a:p>
        </p:txBody>
      </p:sp>
    </p:spTree>
    <p:extLst>
      <p:ext uri="{BB962C8B-B14F-4D97-AF65-F5344CB8AC3E}">
        <p14:creationId xmlns:p14="http://schemas.microsoft.com/office/powerpoint/2010/main" val="174813471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15_Custom Layout">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EA9DBE95-0A69-4E42-BAD3-B25B35B69B3E}"/>
              </a:ext>
            </a:extLst>
          </p:cNvPr>
          <p:cNvPicPr>
            <a:picLocks noChangeAspect="1"/>
          </p:cNvPicPr>
          <p:nvPr/>
        </p:nvPicPr>
        <p:blipFill>
          <a:blip r:embed="rId2"/>
          <a:srcRect/>
          <a:stretch/>
        </p:blipFill>
        <p:spPr>
          <a:xfrm>
            <a:off x="0" y="-14932"/>
            <a:ext cx="12192000" cy="6858000"/>
          </a:xfrm>
          <a:prstGeom prst="rect">
            <a:avLst/>
          </a:prstGeom>
          <a:noFill/>
        </p:spPr>
      </p:pic>
      <p:sp>
        <p:nvSpPr>
          <p:cNvPr id="3" name="Slide Number Placeholder 2">
            <a:extLst>
              <a:ext uri="{FF2B5EF4-FFF2-40B4-BE49-F238E27FC236}">
                <a16:creationId xmlns:a16="http://schemas.microsoft.com/office/drawing/2014/main" id="{5842808C-B015-4356-8D9C-52DEC8CC5E71}"/>
              </a:ext>
            </a:extLst>
          </p:cNvPr>
          <p:cNvSpPr>
            <a:spLocks noGrp="1"/>
          </p:cNvSpPr>
          <p:nvPr>
            <p:ph type="sldNum" sz="quarter" idx="10"/>
          </p:nvPr>
        </p:nvSpPr>
        <p:spPr>
          <a:xfrm>
            <a:off x="3598363" y="6424178"/>
            <a:ext cx="1772920" cy="365125"/>
          </a:xfrm>
          <a:prstGeom prst="rect">
            <a:avLst/>
          </a:prstGeom>
        </p:spPr>
        <p:txBody>
          <a:bodyPr/>
          <a:lstStyle/>
          <a:p>
            <a:fld id="{E60884FA-1782-2C46-B58F-16BA5B9E415B}" type="slidenum">
              <a:rPr lang="en-US" smtClean="0"/>
              <a:t>‹#›</a:t>
            </a:fld>
            <a:endParaRPr lang="en-US"/>
          </a:p>
        </p:txBody>
      </p:sp>
      <p:sp>
        <p:nvSpPr>
          <p:cNvPr id="4" name="Footer Placeholder 3">
            <a:extLst>
              <a:ext uri="{FF2B5EF4-FFF2-40B4-BE49-F238E27FC236}">
                <a16:creationId xmlns:a16="http://schemas.microsoft.com/office/drawing/2014/main" id="{EFB5AD6C-A558-4CB3-ADC4-8610DD41DB57}"/>
              </a:ext>
            </a:extLst>
          </p:cNvPr>
          <p:cNvSpPr>
            <a:spLocks noGrp="1"/>
          </p:cNvSpPr>
          <p:nvPr>
            <p:ph type="ftr" sz="quarter" idx="11"/>
          </p:nvPr>
        </p:nvSpPr>
        <p:spPr>
          <a:xfrm>
            <a:off x="442913" y="6424178"/>
            <a:ext cx="3406616" cy="365125"/>
          </a:xfrm>
          <a:prstGeom prst="rect">
            <a:avLst/>
          </a:prstGeom>
        </p:spPr>
        <p:txBody>
          <a:bodyPr/>
          <a:lstStyle/>
          <a:p>
            <a:r>
              <a:rPr lang="en-US"/>
              <a:t>COPYRIGHT 2021 ALEPO</a:t>
            </a:r>
          </a:p>
        </p:txBody>
      </p:sp>
      <p:sp>
        <p:nvSpPr>
          <p:cNvPr id="2" name="Title 1">
            <a:extLst>
              <a:ext uri="{FF2B5EF4-FFF2-40B4-BE49-F238E27FC236}">
                <a16:creationId xmlns:a16="http://schemas.microsoft.com/office/drawing/2014/main" id="{8CF112F0-1486-4334-818F-1AD3C921BAF4}"/>
              </a:ext>
            </a:extLst>
          </p:cNvPr>
          <p:cNvSpPr>
            <a:spLocks noGrp="1"/>
          </p:cNvSpPr>
          <p:nvPr>
            <p:ph type="title"/>
          </p:nvPr>
        </p:nvSpPr>
        <p:spPr>
          <a:xfrm>
            <a:off x="6472989" y="449264"/>
            <a:ext cx="5239586" cy="1395575"/>
          </a:xfrm>
        </p:spPr>
        <p:txBody>
          <a:bodyPr>
            <a:normAutofit/>
          </a:bodyPr>
          <a:lstStyle>
            <a:lvl1pPr>
              <a:defRPr sz="4400" b="1">
                <a:latin typeface="Roboto" panose="020B0604020202020204" charset="0"/>
                <a:ea typeface="Roboto" panose="020B0604020202020204" charset="0"/>
                <a:cs typeface="Roboto" panose="020B0604020202020204" charset="0"/>
              </a:defRPr>
            </a:lvl1pPr>
          </a:lstStyle>
          <a:p>
            <a:r>
              <a:rPr lang="en-US"/>
              <a:t>Click to edit Master title style</a:t>
            </a:r>
          </a:p>
        </p:txBody>
      </p:sp>
      <p:cxnSp>
        <p:nvCxnSpPr>
          <p:cNvPr id="7" name="Straight Connector 6">
            <a:extLst>
              <a:ext uri="{FF2B5EF4-FFF2-40B4-BE49-F238E27FC236}">
                <a16:creationId xmlns:a16="http://schemas.microsoft.com/office/drawing/2014/main" id="{8E1309DE-D23A-4AC7-B63A-66D4CF8522BF}"/>
              </a:ext>
            </a:extLst>
          </p:cNvPr>
          <p:cNvCxnSpPr/>
          <p:nvPr/>
        </p:nvCxnSpPr>
        <p:spPr>
          <a:xfrm>
            <a:off x="6472989" y="1895264"/>
            <a:ext cx="5239586" cy="0"/>
          </a:xfrm>
          <a:prstGeom prst="line">
            <a:avLst/>
          </a:prstGeom>
          <a:ln>
            <a:solidFill>
              <a:srgbClr val="27ABB8"/>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007B7961-93F1-4FEE-80CC-7A09F6B8C5D5}"/>
              </a:ext>
            </a:extLst>
          </p:cNvPr>
          <p:cNvSpPr txBox="1">
            <a:spLocks/>
          </p:cNvSpPr>
          <p:nvPr/>
        </p:nvSpPr>
        <p:spPr>
          <a:xfrm>
            <a:off x="6472989" y="1961274"/>
            <a:ext cx="5239586" cy="1395575"/>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4400" b="1" kern="1200" cap="none" baseline="0">
                <a:solidFill>
                  <a:schemeClr val="bg2"/>
                </a:solidFill>
                <a:latin typeface="+mj-lt"/>
                <a:ea typeface="+mj-ea"/>
                <a:cs typeface="+mj-cs"/>
              </a:defRPr>
            </a:lvl1pPr>
          </a:lstStyle>
          <a:p>
            <a:endParaRPr lang="en-US" sz="1500" b="1">
              <a:latin typeface="+mn-lt"/>
            </a:endParaRPr>
          </a:p>
        </p:txBody>
      </p:sp>
      <p:sp>
        <p:nvSpPr>
          <p:cNvPr id="10" name="Text Placeholder 3">
            <a:extLst>
              <a:ext uri="{FF2B5EF4-FFF2-40B4-BE49-F238E27FC236}">
                <a16:creationId xmlns:a16="http://schemas.microsoft.com/office/drawing/2014/main" id="{5603DAC8-43CF-4745-9AAB-B881E87C28A6}"/>
              </a:ext>
            </a:extLst>
          </p:cNvPr>
          <p:cNvSpPr>
            <a:spLocks noGrp="1"/>
          </p:cNvSpPr>
          <p:nvPr>
            <p:ph type="body" sz="quarter" idx="12"/>
          </p:nvPr>
        </p:nvSpPr>
        <p:spPr>
          <a:xfrm>
            <a:off x="6472989" y="1985892"/>
            <a:ext cx="5239586" cy="449934"/>
          </a:xfrm>
        </p:spPr>
        <p:txBody>
          <a:bodyPr>
            <a:normAutofit/>
          </a:bodyPr>
          <a:lstStyle>
            <a:lvl1pPr marL="0" indent="0" algn="l">
              <a:buNone/>
              <a:defRPr sz="1500" b="1">
                <a:solidFill>
                  <a:schemeClr val="bg1"/>
                </a:solidFill>
              </a:defRPr>
            </a:lvl1pPr>
          </a:lstStyle>
          <a:p>
            <a:pPr lvl="0"/>
            <a:r>
              <a:rPr lang="en-US"/>
              <a:t>Click to edit Master text styles</a:t>
            </a:r>
          </a:p>
        </p:txBody>
      </p:sp>
      <p:sp>
        <p:nvSpPr>
          <p:cNvPr id="11" name="Text Placeholder 3">
            <a:extLst>
              <a:ext uri="{FF2B5EF4-FFF2-40B4-BE49-F238E27FC236}">
                <a16:creationId xmlns:a16="http://schemas.microsoft.com/office/drawing/2014/main" id="{21233052-F6FF-4F87-A98A-659E1BE9C46A}"/>
              </a:ext>
            </a:extLst>
          </p:cNvPr>
          <p:cNvSpPr>
            <a:spLocks noGrp="1"/>
          </p:cNvSpPr>
          <p:nvPr>
            <p:ph type="body" sz="quarter" idx="13"/>
          </p:nvPr>
        </p:nvSpPr>
        <p:spPr>
          <a:xfrm>
            <a:off x="6472989" y="2548057"/>
            <a:ext cx="5239586" cy="866011"/>
          </a:xfrm>
        </p:spPr>
        <p:txBody>
          <a:bodyPr>
            <a:normAutofit/>
          </a:bodyPr>
          <a:lstStyle>
            <a:lvl1pPr marL="0" indent="0" algn="l">
              <a:buNone/>
              <a:defRPr sz="1100" b="0">
                <a:solidFill>
                  <a:schemeClr val="bg1"/>
                </a:solidFill>
              </a:defRPr>
            </a:lvl1pPr>
          </a:lstStyle>
          <a:p>
            <a:pPr lvl="0"/>
            <a:r>
              <a:rPr lang="en-US"/>
              <a:t>Click to edit Master text styles</a:t>
            </a:r>
          </a:p>
        </p:txBody>
      </p:sp>
      <p:sp>
        <p:nvSpPr>
          <p:cNvPr id="14" name="Text Placeholder 3">
            <a:extLst>
              <a:ext uri="{FF2B5EF4-FFF2-40B4-BE49-F238E27FC236}">
                <a16:creationId xmlns:a16="http://schemas.microsoft.com/office/drawing/2014/main" id="{B898A5C7-3125-48D5-AB74-76FF1A47569F}"/>
              </a:ext>
            </a:extLst>
          </p:cNvPr>
          <p:cNvSpPr>
            <a:spLocks noGrp="1"/>
          </p:cNvSpPr>
          <p:nvPr>
            <p:ph type="body" sz="quarter" idx="16"/>
          </p:nvPr>
        </p:nvSpPr>
        <p:spPr>
          <a:xfrm>
            <a:off x="6472989" y="5047811"/>
            <a:ext cx="1559663" cy="504947"/>
          </a:xfrm>
        </p:spPr>
        <p:txBody>
          <a:bodyPr>
            <a:noAutofit/>
          </a:bodyPr>
          <a:lstStyle>
            <a:lvl1pPr marL="0" indent="0" algn="l">
              <a:buNone/>
              <a:defRPr sz="3200" b="1">
                <a:solidFill>
                  <a:srgbClr val="2D6188"/>
                </a:solidFill>
                <a:latin typeface="+mj-lt"/>
              </a:defRPr>
            </a:lvl1pPr>
          </a:lstStyle>
          <a:p>
            <a:pPr lvl="0"/>
            <a:r>
              <a:rPr lang="en-US"/>
              <a:t>Click to edit Master text styles</a:t>
            </a:r>
          </a:p>
        </p:txBody>
      </p:sp>
      <p:sp>
        <p:nvSpPr>
          <p:cNvPr id="15" name="Text Placeholder 3">
            <a:extLst>
              <a:ext uri="{FF2B5EF4-FFF2-40B4-BE49-F238E27FC236}">
                <a16:creationId xmlns:a16="http://schemas.microsoft.com/office/drawing/2014/main" id="{DB575684-94C9-4626-9AB7-4C647AC22FD2}"/>
              </a:ext>
            </a:extLst>
          </p:cNvPr>
          <p:cNvSpPr>
            <a:spLocks noGrp="1"/>
          </p:cNvSpPr>
          <p:nvPr>
            <p:ph type="body" sz="quarter" idx="17"/>
          </p:nvPr>
        </p:nvSpPr>
        <p:spPr>
          <a:xfrm>
            <a:off x="6472989" y="3496678"/>
            <a:ext cx="5239586" cy="449934"/>
          </a:xfrm>
        </p:spPr>
        <p:txBody>
          <a:bodyPr>
            <a:normAutofit/>
          </a:bodyPr>
          <a:lstStyle>
            <a:lvl1pPr marL="0" indent="0" algn="l">
              <a:buNone/>
              <a:defRPr sz="1500" b="1">
                <a:solidFill>
                  <a:schemeClr val="bg1"/>
                </a:solidFill>
              </a:defRPr>
            </a:lvl1pPr>
          </a:lstStyle>
          <a:p>
            <a:pPr lvl="0"/>
            <a:r>
              <a:rPr lang="en-US"/>
              <a:t>Click to edit Master text styles</a:t>
            </a:r>
          </a:p>
        </p:txBody>
      </p:sp>
      <p:sp>
        <p:nvSpPr>
          <p:cNvPr id="16" name="Text Placeholder 3">
            <a:extLst>
              <a:ext uri="{FF2B5EF4-FFF2-40B4-BE49-F238E27FC236}">
                <a16:creationId xmlns:a16="http://schemas.microsoft.com/office/drawing/2014/main" id="{8C3D67BD-351E-4572-A547-7452931C4F4E}"/>
              </a:ext>
            </a:extLst>
          </p:cNvPr>
          <p:cNvSpPr>
            <a:spLocks noGrp="1"/>
          </p:cNvSpPr>
          <p:nvPr>
            <p:ph type="body" sz="quarter" idx="18"/>
          </p:nvPr>
        </p:nvSpPr>
        <p:spPr>
          <a:xfrm>
            <a:off x="6472989" y="4058843"/>
            <a:ext cx="5239586" cy="866011"/>
          </a:xfrm>
        </p:spPr>
        <p:txBody>
          <a:bodyPr>
            <a:normAutofit/>
          </a:bodyPr>
          <a:lstStyle>
            <a:lvl1pPr marL="0" indent="0" algn="l">
              <a:buNone/>
              <a:defRPr sz="1100" b="0">
                <a:solidFill>
                  <a:schemeClr val="bg1"/>
                </a:solidFill>
              </a:defRPr>
            </a:lvl1pPr>
          </a:lstStyle>
          <a:p>
            <a:pPr lvl="0"/>
            <a:r>
              <a:rPr lang="en-US"/>
              <a:t>Click to edit Master text styles</a:t>
            </a:r>
          </a:p>
        </p:txBody>
      </p:sp>
      <p:sp>
        <p:nvSpPr>
          <p:cNvPr id="17" name="Text Placeholder 3">
            <a:extLst>
              <a:ext uri="{FF2B5EF4-FFF2-40B4-BE49-F238E27FC236}">
                <a16:creationId xmlns:a16="http://schemas.microsoft.com/office/drawing/2014/main" id="{D0C4945D-B729-4B54-ADDC-F043A62156D9}"/>
              </a:ext>
            </a:extLst>
          </p:cNvPr>
          <p:cNvSpPr>
            <a:spLocks noGrp="1"/>
          </p:cNvSpPr>
          <p:nvPr>
            <p:ph type="body" sz="quarter" idx="19"/>
          </p:nvPr>
        </p:nvSpPr>
        <p:spPr>
          <a:xfrm>
            <a:off x="6472989" y="5636836"/>
            <a:ext cx="2502199" cy="866011"/>
          </a:xfrm>
        </p:spPr>
        <p:txBody>
          <a:bodyPr>
            <a:normAutofit/>
          </a:bodyPr>
          <a:lstStyle>
            <a:lvl1pPr marL="0" indent="0" algn="l">
              <a:buNone/>
              <a:defRPr sz="1100" b="0">
                <a:solidFill>
                  <a:srgbClr val="2D6188"/>
                </a:solidFill>
              </a:defRPr>
            </a:lvl1pPr>
          </a:lstStyle>
          <a:p>
            <a:pPr lvl="0"/>
            <a:r>
              <a:rPr lang="en-US"/>
              <a:t>Click to edit Master text styles</a:t>
            </a:r>
          </a:p>
        </p:txBody>
      </p:sp>
      <p:sp>
        <p:nvSpPr>
          <p:cNvPr id="20" name="Text Placeholder 3">
            <a:extLst>
              <a:ext uri="{FF2B5EF4-FFF2-40B4-BE49-F238E27FC236}">
                <a16:creationId xmlns:a16="http://schemas.microsoft.com/office/drawing/2014/main" id="{2AF70314-2642-43E7-BF3B-C53B91A0FBD7}"/>
              </a:ext>
            </a:extLst>
          </p:cNvPr>
          <p:cNvSpPr>
            <a:spLocks noGrp="1"/>
          </p:cNvSpPr>
          <p:nvPr>
            <p:ph type="body" sz="quarter" idx="20"/>
          </p:nvPr>
        </p:nvSpPr>
        <p:spPr>
          <a:xfrm>
            <a:off x="9215497" y="5047811"/>
            <a:ext cx="1559663" cy="504947"/>
          </a:xfrm>
        </p:spPr>
        <p:txBody>
          <a:bodyPr>
            <a:noAutofit/>
          </a:bodyPr>
          <a:lstStyle>
            <a:lvl1pPr marL="0" indent="0" algn="l">
              <a:buNone/>
              <a:defRPr sz="3200" b="1">
                <a:solidFill>
                  <a:srgbClr val="2D6188"/>
                </a:solidFill>
                <a:latin typeface="+mj-lt"/>
              </a:defRPr>
            </a:lvl1pPr>
          </a:lstStyle>
          <a:p>
            <a:pPr lvl="0"/>
            <a:r>
              <a:rPr lang="en-US"/>
              <a:t>Click to edit Master text styles</a:t>
            </a:r>
          </a:p>
        </p:txBody>
      </p:sp>
      <p:sp>
        <p:nvSpPr>
          <p:cNvPr id="21" name="Text Placeholder 3">
            <a:extLst>
              <a:ext uri="{FF2B5EF4-FFF2-40B4-BE49-F238E27FC236}">
                <a16:creationId xmlns:a16="http://schemas.microsoft.com/office/drawing/2014/main" id="{E6971FB3-8BE3-4544-B8AA-56AC4C08BBEE}"/>
              </a:ext>
            </a:extLst>
          </p:cNvPr>
          <p:cNvSpPr>
            <a:spLocks noGrp="1"/>
          </p:cNvSpPr>
          <p:nvPr>
            <p:ph type="body" sz="quarter" idx="21"/>
          </p:nvPr>
        </p:nvSpPr>
        <p:spPr>
          <a:xfrm>
            <a:off x="9215497" y="5636836"/>
            <a:ext cx="2502199" cy="866011"/>
          </a:xfrm>
        </p:spPr>
        <p:txBody>
          <a:bodyPr>
            <a:normAutofit/>
          </a:bodyPr>
          <a:lstStyle>
            <a:lvl1pPr marL="0" indent="0" algn="l">
              <a:buNone/>
              <a:defRPr sz="1100" b="0">
                <a:solidFill>
                  <a:srgbClr val="2D6188"/>
                </a:solidFill>
              </a:defRPr>
            </a:lvl1pPr>
          </a:lstStyle>
          <a:p>
            <a:pPr lvl="0"/>
            <a:r>
              <a:rPr lang="en-US"/>
              <a:t>Click to edit Master text styles</a:t>
            </a:r>
          </a:p>
        </p:txBody>
      </p:sp>
    </p:spTree>
    <p:extLst>
      <p:ext uri="{BB962C8B-B14F-4D97-AF65-F5344CB8AC3E}">
        <p14:creationId xmlns:p14="http://schemas.microsoft.com/office/powerpoint/2010/main" val="212600426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25_Custom Layout">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86624BB6-3151-415F-9AD1-58CE9BD95BAD}"/>
              </a:ext>
            </a:extLst>
          </p:cNvPr>
          <p:cNvSpPr>
            <a:spLocks noGrp="1"/>
          </p:cNvSpPr>
          <p:nvPr>
            <p:ph type="body" sz="quarter" idx="13"/>
          </p:nvPr>
        </p:nvSpPr>
        <p:spPr>
          <a:xfrm>
            <a:off x="6359236" y="1249746"/>
            <a:ext cx="5313219" cy="4652290"/>
          </a:xfrm>
        </p:spPr>
        <p:txBody>
          <a:bodyPr>
            <a:normAutofit/>
          </a:bodyPr>
          <a:lstStyle>
            <a:lvl1pPr marL="0" indent="0" algn="l">
              <a:buNone/>
              <a:defRPr sz="1800" b="0">
                <a:solidFill>
                  <a:schemeClr val="bg1"/>
                </a:solidFill>
                <a:latin typeface="+mj-lt"/>
              </a:defRPr>
            </a:lvl1pPr>
          </a:lstStyle>
          <a:p>
            <a:pPr lvl="0"/>
            <a:r>
              <a:rPr lang="en-US"/>
              <a:t>Click to edit Master text styles</a:t>
            </a:r>
          </a:p>
        </p:txBody>
      </p:sp>
      <p:sp>
        <p:nvSpPr>
          <p:cNvPr id="11" name="Slide Number Placeholder 2">
            <a:extLst>
              <a:ext uri="{FF2B5EF4-FFF2-40B4-BE49-F238E27FC236}">
                <a16:creationId xmlns:a16="http://schemas.microsoft.com/office/drawing/2014/main" id="{AC1B9CD6-A413-4F26-8326-3F835DE886CB}"/>
              </a:ext>
            </a:extLst>
          </p:cNvPr>
          <p:cNvSpPr>
            <a:spLocks noGrp="1"/>
          </p:cNvSpPr>
          <p:nvPr>
            <p:ph type="sldNum" sz="quarter" idx="10"/>
          </p:nvPr>
        </p:nvSpPr>
        <p:spPr>
          <a:xfrm>
            <a:off x="3598363" y="6424178"/>
            <a:ext cx="1772920" cy="365125"/>
          </a:xfrm>
          <a:prstGeom prst="rect">
            <a:avLst/>
          </a:prstGeom>
        </p:spPr>
        <p:txBody>
          <a:bodyPr/>
          <a:lstStyle/>
          <a:p>
            <a:fld id="{E60884FA-1782-2C46-B58F-16BA5B9E415B}" type="slidenum">
              <a:rPr lang="en-US" smtClean="0"/>
              <a:t>‹#›</a:t>
            </a:fld>
            <a:endParaRPr lang="en-US"/>
          </a:p>
        </p:txBody>
      </p:sp>
      <p:sp>
        <p:nvSpPr>
          <p:cNvPr id="12" name="Footer Placeholder 3">
            <a:extLst>
              <a:ext uri="{FF2B5EF4-FFF2-40B4-BE49-F238E27FC236}">
                <a16:creationId xmlns:a16="http://schemas.microsoft.com/office/drawing/2014/main" id="{68ECEA09-B263-4EC8-9EB7-06E4732552A1}"/>
              </a:ext>
            </a:extLst>
          </p:cNvPr>
          <p:cNvSpPr>
            <a:spLocks noGrp="1"/>
          </p:cNvSpPr>
          <p:nvPr>
            <p:ph type="ftr" sz="quarter" idx="11"/>
          </p:nvPr>
        </p:nvSpPr>
        <p:spPr>
          <a:xfrm>
            <a:off x="442913" y="6424178"/>
            <a:ext cx="3406616" cy="365125"/>
          </a:xfrm>
          <a:prstGeom prst="rect">
            <a:avLst/>
          </a:prstGeom>
        </p:spPr>
        <p:txBody>
          <a:bodyPr/>
          <a:lstStyle/>
          <a:p>
            <a:r>
              <a:rPr lang="en-US"/>
              <a:t>COPYRIGHT 2021 ALEPO</a:t>
            </a:r>
          </a:p>
        </p:txBody>
      </p:sp>
      <p:pic>
        <p:nvPicPr>
          <p:cNvPr id="13" name="Graphic 12">
            <a:extLst>
              <a:ext uri="{FF2B5EF4-FFF2-40B4-BE49-F238E27FC236}">
                <a16:creationId xmlns:a16="http://schemas.microsoft.com/office/drawing/2014/main" id="{816346E0-3857-4123-AD46-42A28D71A6E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074401" y="6209432"/>
            <a:ext cx="773384" cy="796356"/>
          </a:xfrm>
          <a:prstGeom prst="rect">
            <a:avLst/>
          </a:prstGeom>
        </p:spPr>
      </p:pic>
      <p:sp>
        <p:nvSpPr>
          <p:cNvPr id="8" name="Text Placeholder 3">
            <a:extLst>
              <a:ext uri="{FF2B5EF4-FFF2-40B4-BE49-F238E27FC236}">
                <a16:creationId xmlns:a16="http://schemas.microsoft.com/office/drawing/2014/main" id="{A06C1AAC-4B2A-4EA7-80A1-12E4BF8219C2}"/>
              </a:ext>
            </a:extLst>
          </p:cNvPr>
          <p:cNvSpPr>
            <a:spLocks noGrp="1"/>
          </p:cNvSpPr>
          <p:nvPr>
            <p:ph type="body" sz="quarter" idx="15"/>
          </p:nvPr>
        </p:nvSpPr>
        <p:spPr>
          <a:xfrm>
            <a:off x="487073" y="1249746"/>
            <a:ext cx="5313219" cy="1293429"/>
          </a:xfrm>
        </p:spPr>
        <p:txBody>
          <a:bodyPr>
            <a:normAutofit/>
          </a:bodyPr>
          <a:lstStyle>
            <a:lvl1pPr marL="0" indent="0" algn="l">
              <a:buNone/>
              <a:defRPr sz="2400" b="1">
                <a:solidFill>
                  <a:srgbClr val="2D6188"/>
                </a:solidFill>
                <a:latin typeface="+mj-lt"/>
              </a:defRPr>
            </a:lvl1pPr>
          </a:lstStyle>
          <a:p>
            <a:pPr lvl="0"/>
            <a:r>
              <a:rPr lang="en-US"/>
              <a:t>Click to edit Master text styles</a:t>
            </a:r>
          </a:p>
        </p:txBody>
      </p:sp>
      <p:sp>
        <p:nvSpPr>
          <p:cNvPr id="14" name="Title 1">
            <a:extLst>
              <a:ext uri="{FF2B5EF4-FFF2-40B4-BE49-F238E27FC236}">
                <a16:creationId xmlns:a16="http://schemas.microsoft.com/office/drawing/2014/main" id="{CD807FAE-C092-4831-A514-985A1C348E9D}"/>
              </a:ext>
            </a:extLst>
          </p:cNvPr>
          <p:cNvSpPr>
            <a:spLocks noGrp="1"/>
          </p:cNvSpPr>
          <p:nvPr>
            <p:ph type="title" hasCustomPrompt="1"/>
          </p:nvPr>
        </p:nvSpPr>
        <p:spPr>
          <a:xfrm>
            <a:off x="461169" y="406400"/>
            <a:ext cx="11269662" cy="684212"/>
          </a:xfrm>
        </p:spPr>
        <p:txBody>
          <a:bodyPr>
            <a:normAutofit/>
          </a:bodyPr>
          <a:lstStyle>
            <a:lvl1pPr algn="l">
              <a:defRPr sz="3600" b="1">
                <a:solidFill>
                  <a:schemeClr val="bg1"/>
                </a:solidFill>
                <a:latin typeface="Roboto" panose="020B0604020202020204" charset="0"/>
                <a:ea typeface="Roboto" panose="020B0604020202020204" charset="0"/>
                <a:cs typeface="Roboto" panose="020B0604020202020204" charset="0"/>
              </a:defRPr>
            </a:lvl1pPr>
          </a:lstStyle>
          <a:p>
            <a:r>
              <a:rPr lang="en-US"/>
              <a:t>Click to edit master title style</a:t>
            </a:r>
          </a:p>
        </p:txBody>
      </p:sp>
      <p:sp>
        <p:nvSpPr>
          <p:cNvPr id="15" name="Text Placeholder 3">
            <a:extLst>
              <a:ext uri="{FF2B5EF4-FFF2-40B4-BE49-F238E27FC236}">
                <a16:creationId xmlns:a16="http://schemas.microsoft.com/office/drawing/2014/main" id="{8B5B39CB-6DE2-4AAB-ABAB-5015EE4E1032}"/>
              </a:ext>
            </a:extLst>
          </p:cNvPr>
          <p:cNvSpPr>
            <a:spLocks noGrp="1"/>
          </p:cNvSpPr>
          <p:nvPr>
            <p:ph type="body" sz="quarter" idx="16"/>
          </p:nvPr>
        </p:nvSpPr>
        <p:spPr>
          <a:xfrm>
            <a:off x="487073" y="2707071"/>
            <a:ext cx="5313219" cy="3194965"/>
          </a:xfrm>
        </p:spPr>
        <p:txBody>
          <a:bodyPr vert="horz" lIns="91440" tIns="91440" rIns="91440" bIns="45720" rtlCol="0">
            <a:normAutofit/>
          </a:bodyPr>
          <a:lstStyle>
            <a:lvl1pPr>
              <a:defRPr lang="en-US" sz="1800" b="0" dirty="0">
                <a:solidFill>
                  <a:schemeClr val="bg1"/>
                </a:solidFill>
                <a:latin typeface="+mj-lt"/>
              </a:defRPr>
            </a:lvl1pPr>
          </a:lstStyle>
          <a:p>
            <a:pPr marL="0" lvl="0" indent="0">
              <a:buNone/>
            </a:pPr>
            <a:r>
              <a:rPr lang="en-US"/>
              <a:t>Click to edit Master text styles</a:t>
            </a:r>
          </a:p>
        </p:txBody>
      </p:sp>
    </p:spTree>
    <p:extLst>
      <p:ext uri="{BB962C8B-B14F-4D97-AF65-F5344CB8AC3E}">
        <p14:creationId xmlns:p14="http://schemas.microsoft.com/office/powerpoint/2010/main" val="106107541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2_Custom Layout">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86624BB6-3151-415F-9AD1-58CE9BD95BAD}"/>
              </a:ext>
            </a:extLst>
          </p:cNvPr>
          <p:cNvSpPr>
            <a:spLocks noGrp="1"/>
          </p:cNvSpPr>
          <p:nvPr>
            <p:ph type="body" sz="quarter" idx="13"/>
          </p:nvPr>
        </p:nvSpPr>
        <p:spPr>
          <a:xfrm>
            <a:off x="6359236" y="1249746"/>
            <a:ext cx="5313219" cy="4652290"/>
          </a:xfrm>
        </p:spPr>
        <p:txBody>
          <a:bodyPr>
            <a:normAutofit/>
          </a:bodyPr>
          <a:lstStyle>
            <a:lvl1pPr marL="0" indent="0" algn="l">
              <a:buNone/>
              <a:defRPr sz="1200" b="0">
                <a:solidFill>
                  <a:schemeClr val="bg1"/>
                </a:solidFill>
                <a:latin typeface="+mj-lt"/>
              </a:defRPr>
            </a:lvl1pPr>
          </a:lstStyle>
          <a:p>
            <a:pPr lvl="0"/>
            <a:r>
              <a:rPr lang="en-US"/>
              <a:t>Click to edit Master text styles</a:t>
            </a:r>
          </a:p>
        </p:txBody>
      </p:sp>
      <p:sp>
        <p:nvSpPr>
          <p:cNvPr id="10" name="Text Placeholder 3">
            <a:extLst>
              <a:ext uri="{FF2B5EF4-FFF2-40B4-BE49-F238E27FC236}">
                <a16:creationId xmlns:a16="http://schemas.microsoft.com/office/drawing/2014/main" id="{7B776733-EB73-46DA-AF4D-CD76D8002FE0}"/>
              </a:ext>
            </a:extLst>
          </p:cNvPr>
          <p:cNvSpPr>
            <a:spLocks noGrp="1"/>
          </p:cNvSpPr>
          <p:nvPr>
            <p:ph type="body" sz="quarter" idx="14"/>
          </p:nvPr>
        </p:nvSpPr>
        <p:spPr>
          <a:xfrm>
            <a:off x="519546" y="357661"/>
            <a:ext cx="11152909" cy="738806"/>
          </a:xfrm>
        </p:spPr>
        <p:txBody>
          <a:bodyPr>
            <a:noAutofit/>
          </a:bodyPr>
          <a:lstStyle>
            <a:lvl1pPr marL="0" indent="0" algn="l">
              <a:buNone/>
              <a:defRPr sz="3600" b="1">
                <a:solidFill>
                  <a:schemeClr val="bg1"/>
                </a:solidFill>
                <a:latin typeface="Roboto" panose="020B0604020202020204" charset="0"/>
                <a:ea typeface="Roboto" panose="020B0604020202020204" charset="0"/>
                <a:cs typeface="Roboto" panose="020B0604020202020204" charset="0"/>
              </a:defRPr>
            </a:lvl1pPr>
          </a:lstStyle>
          <a:p>
            <a:pPr lvl="0"/>
            <a:r>
              <a:rPr lang="en-US"/>
              <a:t>Click to edit Master text styles</a:t>
            </a:r>
          </a:p>
        </p:txBody>
      </p:sp>
      <p:sp>
        <p:nvSpPr>
          <p:cNvPr id="11" name="Slide Number Placeholder 2">
            <a:extLst>
              <a:ext uri="{FF2B5EF4-FFF2-40B4-BE49-F238E27FC236}">
                <a16:creationId xmlns:a16="http://schemas.microsoft.com/office/drawing/2014/main" id="{AC1B9CD6-A413-4F26-8326-3F835DE886CB}"/>
              </a:ext>
            </a:extLst>
          </p:cNvPr>
          <p:cNvSpPr>
            <a:spLocks noGrp="1"/>
          </p:cNvSpPr>
          <p:nvPr>
            <p:ph type="sldNum" sz="quarter" idx="10"/>
          </p:nvPr>
        </p:nvSpPr>
        <p:spPr>
          <a:xfrm>
            <a:off x="3598363" y="6424178"/>
            <a:ext cx="1772920" cy="365125"/>
          </a:xfrm>
          <a:prstGeom prst="rect">
            <a:avLst/>
          </a:prstGeom>
        </p:spPr>
        <p:txBody>
          <a:bodyPr/>
          <a:lstStyle/>
          <a:p>
            <a:fld id="{E60884FA-1782-2C46-B58F-16BA5B9E415B}" type="slidenum">
              <a:rPr lang="en-US" smtClean="0"/>
              <a:t>‹#›</a:t>
            </a:fld>
            <a:endParaRPr lang="en-US"/>
          </a:p>
        </p:txBody>
      </p:sp>
      <p:sp>
        <p:nvSpPr>
          <p:cNvPr id="12" name="Footer Placeholder 3">
            <a:extLst>
              <a:ext uri="{FF2B5EF4-FFF2-40B4-BE49-F238E27FC236}">
                <a16:creationId xmlns:a16="http://schemas.microsoft.com/office/drawing/2014/main" id="{68ECEA09-B263-4EC8-9EB7-06E4732552A1}"/>
              </a:ext>
            </a:extLst>
          </p:cNvPr>
          <p:cNvSpPr>
            <a:spLocks noGrp="1"/>
          </p:cNvSpPr>
          <p:nvPr>
            <p:ph type="ftr" sz="quarter" idx="11"/>
          </p:nvPr>
        </p:nvSpPr>
        <p:spPr>
          <a:xfrm>
            <a:off x="442913" y="6424178"/>
            <a:ext cx="3406616" cy="365125"/>
          </a:xfrm>
          <a:prstGeom prst="rect">
            <a:avLst/>
          </a:prstGeom>
        </p:spPr>
        <p:txBody>
          <a:bodyPr/>
          <a:lstStyle/>
          <a:p>
            <a:r>
              <a:rPr lang="en-US"/>
              <a:t>COPYRIGHT 2021 ALEPO</a:t>
            </a:r>
          </a:p>
        </p:txBody>
      </p:sp>
      <p:pic>
        <p:nvPicPr>
          <p:cNvPr id="13" name="Graphic 12">
            <a:extLst>
              <a:ext uri="{FF2B5EF4-FFF2-40B4-BE49-F238E27FC236}">
                <a16:creationId xmlns:a16="http://schemas.microsoft.com/office/drawing/2014/main" id="{816346E0-3857-4123-AD46-42A28D71A6E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074401" y="6209432"/>
            <a:ext cx="773384" cy="796356"/>
          </a:xfrm>
          <a:prstGeom prst="rect">
            <a:avLst/>
          </a:prstGeom>
        </p:spPr>
      </p:pic>
    </p:spTree>
    <p:extLst>
      <p:ext uri="{BB962C8B-B14F-4D97-AF65-F5344CB8AC3E}">
        <p14:creationId xmlns:p14="http://schemas.microsoft.com/office/powerpoint/2010/main" val="125905306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22_Custom Layout">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86624BB6-3151-415F-9AD1-58CE9BD95BAD}"/>
              </a:ext>
            </a:extLst>
          </p:cNvPr>
          <p:cNvSpPr>
            <a:spLocks noGrp="1"/>
          </p:cNvSpPr>
          <p:nvPr>
            <p:ph type="body" sz="quarter" idx="13"/>
          </p:nvPr>
        </p:nvSpPr>
        <p:spPr>
          <a:xfrm>
            <a:off x="6359236" y="1249746"/>
            <a:ext cx="5313219" cy="4652290"/>
          </a:xfrm>
        </p:spPr>
        <p:txBody>
          <a:bodyPr>
            <a:normAutofit/>
          </a:bodyPr>
          <a:lstStyle>
            <a:lvl1pPr marL="0" indent="0" algn="l">
              <a:buNone/>
              <a:defRPr sz="1200" b="0">
                <a:solidFill>
                  <a:schemeClr val="bg1"/>
                </a:solidFill>
                <a:latin typeface="+mj-lt"/>
              </a:defRPr>
            </a:lvl1pPr>
          </a:lstStyle>
          <a:p>
            <a:pPr lvl="0"/>
            <a:r>
              <a:rPr lang="en-US"/>
              <a:t>Click to edit Master text styles</a:t>
            </a:r>
          </a:p>
        </p:txBody>
      </p:sp>
      <p:sp>
        <p:nvSpPr>
          <p:cNvPr id="10" name="Text Placeholder 3">
            <a:extLst>
              <a:ext uri="{FF2B5EF4-FFF2-40B4-BE49-F238E27FC236}">
                <a16:creationId xmlns:a16="http://schemas.microsoft.com/office/drawing/2014/main" id="{7B776733-EB73-46DA-AF4D-CD76D8002FE0}"/>
              </a:ext>
            </a:extLst>
          </p:cNvPr>
          <p:cNvSpPr>
            <a:spLocks noGrp="1"/>
          </p:cNvSpPr>
          <p:nvPr>
            <p:ph type="body" sz="quarter" idx="14"/>
          </p:nvPr>
        </p:nvSpPr>
        <p:spPr>
          <a:xfrm>
            <a:off x="519546" y="357661"/>
            <a:ext cx="11152909" cy="738806"/>
          </a:xfrm>
        </p:spPr>
        <p:txBody>
          <a:bodyPr>
            <a:noAutofit/>
          </a:bodyPr>
          <a:lstStyle>
            <a:lvl1pPr marL="0" indent="0" algn="l">
              <a:buNone/>
              <a:defRPr sz="3600" b="1">
                <a:solidFill>
                  <a:schemeClr val="bg1"/>
                </a:solidFill>
                <a:latin typeface="Roboto" panose="020B0604020202020204" charset="0"/>
                <a:ea typeface="Roboto" panose="020B0604020202020204" charset="0"/>
                <a:cs typeface="Roboto" panose="020B0604020202020204" charset="0"/>
              </a:defRPr>
            </a:lvl1pPr>
          </a:lstStyle>
          <a:p>
            <a:pPr lvl="0"/>
            <a:r>
              <a:rPr lang="en-US"/>
              <a:t>Click to edit Master text styles</a:t>
            </a:r>
          </a:p>
        </p:txBody>
      </p:sp>
      <p:sp>
        <p:nvSpPr>
          <p:cNvPr id="11" name="Slide Number Placeholder 2">
            <a:extLst>
              <a:ext uri="{FF2B5EF4-FFF2-40B4-BE49-F238E27FC236}">
                <a16:creationId xmlns:a16="http://schemas.microsoft.com/office/drawing/2014/main" id="{AC1B9CD6-A413-4F26-8326-3F835DE886CB}"/>
              </a:ext>
            </a:extLst>
          </p:cNvPr>
          <p:cNvSpPr>
            <a:spLocks noGrp="1"/>
          </p:cNvSpPr>
          <p:nvPr>
            <p:ph type="sldNum" sz="quarter" idx="10"/>
          </p:nvPr>
        </p:nvSpPr>
        <p:spPr>
          <a:xfrm>
            <a:off x="3598363" y="6424178"/>
            <a:ext cx="1772920" cy="365125"/>
          </a:xfrm>
          <a:prstGeom prst="rect">
            <a:avLst/>
          </a:prstGeom>
        </p:spPr>
        <p:txBody>
          <a:bodyPr/>
          <a:lstStyle/>
          <a:p>
            <a:fld id="{E60884FA-1782-2C46-B58F-16BA5B9E415B}" type="slidenum">
              <a:rPr lang="en-US" smtClean="0"/>
              <a:t>‹#›</a:t>
            </a:fld>
            <a:endParaRPr lang="en-US"/>
          </a:p>
        </p:txBody>
      </p:sp>
      <p:sp>
        <p:nvSpPr>
          <p:cNvPr id="12" name="Footer Placeholder 3">
            <a:extLst>
              <a:ext uri="{FF2B5EF4-FFF2-40B4-BE49-F238E27FC236}">
                <a16:creationId xmlns:a16="http://schemas.microsoft.com/office/drawing/2014/main" id="{68ECEA09-B263-4EC8-9EB7-06E4732552A1}"/>
              </a:ext>
            </a:extLst>
          </p:cNvPr>
          <p:cNvSpPr>
            <a:spLocks noGrp="1"/>
          </p:cNvSpPr>
          <p:nvPr>
            <p:ph type="ftr" sz="quarter" idx="11"/>
          </p:nvPr>
        </p:nvSpPr>
        <p:spPr>
          <a:xfrm>
            <a:off x="442913" y="6424178"/>
            <a:ext cx="3406616" cy="365125"/>
          </a:xfrm>
          <a:prstGeom prst="rect">
            <a:avLst/>
          </a:prstGeom>
        </p:spPr>
        <p:txBody>
          <a:bodyPr/>
          <a:lstStyle/>
          <a:p>
            <a:r>
              <a:rPr lang="en-US"/>
              <a:t>COPYRIGHT 2021 ALEPO</a:t>
            </a:r>
          </a:p>
        </p:txBody>
      </p:sp>
      <p:pic>
        <p:nvPicPr>
          <p:cNvPr id="13" name="Graphic 12">
            <a:extLst>
              <a:ext uri="{FF2B5EF4-FFF2-40B4-BE49-F238E27FC236}">
                <a16:creationId xmlns:a16="http://schemas.microsoft.com/office/drawing/2014/main" id="{816346E0-3857-4123-AD46-42A28D71A6E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074401" y="6209432"/>
            <a:ext cx="773384" cy="796356"/>
          </a:xfrm>
          <a:prstGeom prst="rect">
            <a:avLst/>
          </a:prstGeom>
        </p:spPr>
      </p:pic>
      <p:sp>
        <p:nvSpPr>
          <p:cNvPr id="4" name="Table Placeholder 3">
            <a:extLst>
              <a:ext uri="{FF2B5EF4-FFF2-40B4-BE49-F238E27FC236}">
                <a16:creationId xmlns:a16="http://schemas.microsoft.com/office/drawing/2014/main" id="{121ABE3E-250B-4011-A1D1-E6E40D37760F}"/>
              </a:ext>
            </a:extLst>
          </p:cNvPr>
          <p:cNvSpPr>
            <a:spLocks noGrp="1"/>
          </p:cNvSpPr>
          <p:nvPr>
            <p:ph type="tbl" sz="quarter" idx="15"/>
          </p:nvPr>
        </p:nvSpPr>
        <p:spPr>
          <a:xfrm>
            <a:off x="442913" y="1249746"/>
            <a:ext cx="5389562" cy="4652580"/>
          </a:xfrm>
        </p:spPr>
        <p:txBody>
          <a:bodyPr/>
          <a:lstStyle/>
          <a:p>
            <a:r>
              <a:rPr lang="en-US"/>
              <a:t>Click icon to add table</a:t>
            </a:r>
          </a:p>
        </p:txBody>
      </p:sp>
    </p:spTree>
    <p:extLst>
      <p:ext uri="{BB962C8B-B14F-4D97-AF65-F5344CB8AC3E}">
        <p14:creationId xmlns:p14="http://schemas.microsoft.com/office/powerpoint/2010/main" val="251794232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3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E065F-65EA-4681-98FC-642C6B8DA627}"/>
              </a:ext>
            </a:extLst>
          </p:cNvPr>
          <p:cNvSpPr>
            <a:spLocks noGrp="1"/>
          </p:cNvSpPr>
          <p:nvPr>
            <p:ph type="title"/>
          </p:nvPr>
        </p:nvSpPr>
        <p:spPr/>
        <p:txBody>
          <a:bodyPr/>
          <a:lstStyle/>
          <a:p>
            <a:r>
              <a:rPr lang="en-US"/>
              <a:t>Click to edit Master title style</a:t>
            </a:r>
          </a:p>
        </p:txBody>
      </p:sp>
      <p:pic>
        <p:nvPicPr>
          <p:cNvPr id="5" name="Graphic 4">
            <a:extLst>
              <a:ext uri="{FF2B5EF4-FFF2-40B4-BE49-F238E27FC236}">
                <a16:creationId xmlns:a16="http://schemas.microsoft.com/office/drawing/2014/main" id="{EED39BD1-76FA-4B4D-944F-0F0C00B100E4}"/>
              </a:ext>
            </a:extLst>
          </p:cNvPr>
          <p:cNvPicPr>
            <a:picLocks noChangeAspect="1"/>
          </p:cNvPicPr>
          <p:nvPr/>
        </p:nvPicPr>
        <p:blipFill>
          <a:blip r:embed="rId2"/>
          <a:srcRect t="207" b="207"/>
          <a:stretch/>
        </p:blipFill>
        <p:spPr>
          <a:xfrm>
            <a:off x="0" y="0"/>
            <a:ext cx="12192000" cy="3697903"/>
          </a:xfrm>
          <a:prstGeom prst="rect">
            <a:avLst/>
          </a:prstGeom>
        </p:spPr>
      </p:pic>
      <p:sp>
        <p:nvSpPr>
          <p:cNvPr id="6" name="Rectangle 5">
            <a:extLst>
              <a:ext uri="{FF2B5EF4-FFF2-40B4-BE49-F238E27FC236}">
                <a16:creationId xmlns:a16="http://schemas.microsoft.com/office/drawing/2014/main" id="{E1797061-5759-404E-951F-98AA68426AED}"/>
              </a:ext>
            </a:extLst>
          </p:cNvPr>
          <p:cNvSpPr/>
          <p:nvPr/>
        </p:nvSpPr>
        <p:spPr>
          <a:xfrm>
            <a:off x="3775139" y="3254730"/>
            <a:ext cx="4641723" cy="684212"/>
          </a:xfrm>
          <a:prstGeom prst="rect">
            <a:avLst/>
          </a:prstGeom>
          <a:solidFill>
            <a:srgbClr val="2D6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0"/>
              <a:t>THANK YOU</a:t>
            </a:r>
          </a:p>
        </p:txBody>
      </p:sp>
      <p:pic>
        <p:nvPicPr>
          <p:cNvPr id="39" name="Graphic 38">
            <a:extLst>
              <a:ext uri="{FF2B5EF4-FFF2-40B4-BE49-F238E27FC236}">
                <a16:creationId xmlns:a16="http://schemas.microsoft.com/office/drawing/2014/main" id="{CD3DF8F2-F759-4324-ADF8-71D4A56B47F2}"/>
              </a:ext>
            </a:extLst>
          </p:cNvPr>
          <p:cNvPicPr>
            <a:picLocks noChangeAspect="1"/>
          </p:cNvPicPr>
          <p:nvPr/>
        </p:nvPicPr>
        <p:blipFill>
          <a:blip r:embed="rId3">
            <a:alphaModFix amt="46000"/>
            <a:extLst>
              <a:ext uri="{96DAC541-7B7A-43D3-8B79-37D633B846F1}">
                <asvg:svgBlip xmlns:asvg="http://schemas.microsoft.com/office/drawing/2016/SVG/main" r:embed="rId4"/>
              </a:ext>
            </a:extLst>
          </a:blip>
          <a:stretch>
            <a:fillRect/>
          </a:stretch>
        </p:blipFill>
        <p:spPr>
          <a:xfrm>
            <a:off x="3934794" y="-397788"/>
            <a:ext cx="4322412" cy="4456440"/>
          </a:xfrm>
          <a:prstGeom prst="rect">
            <a:avLst/>
          </a:prstGeom>
        </p:spPr>
      </p:pic>
    </p:spTree>
    <p:extLst>
      <p:ext uri="{BB962C8B-B14F-4D97-AF65-F5344CB8AC3E}">
        <p14:creationId xmlns:p14="http://schemas.microsoft.com/office/powerpoint/2010/main" val="145876742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78D73AA-5B2F-4C91-8CC5-ECC63BBA6D31}" type="datetime1">
              <a:rPr lang="en-US" smtClean="0"/>
              <a:t>9/13/2021</a:t>
            </a:fld>
            <a:endParaRPr lang="en-US"/>
          </a:p>
        </p:txBody>
      </p:sp>
      <p:sp>
        <p:nvSpPr>
          <p:cNvPr id="4" name="Footer Placeholder 3"/>
          <p:cNvSpPr>
            <a:spLocks noGrp="1"/>
          </p:cNvSpPr>
          <p:nvPr>
            <p:ph type="ftr" sz="quarter" idx="11"/>
          </p:nvPr>
        </p:nvSpPr>
        <p:spPr>
          <a:xfrm>
            <a:off x="4615016" y="6358621"/>
            <a:ext cx="4114800" cy="365125"/>
          </a:xfrm>
        </p:spPr>
        <p:txBody>
          <a:bodyPr/>
          <a:lstStyle/>
          <a:p>
            <a:r>
              <a:rPr lang="en-US"/>
              <a:t>CONFIDENTIAL                                                  Alepo – &lt;Customer Name&gt;  Training </a:t>
            </a:r>
          </a:p>
        </p:txBody>
      </p:sp>
      <p:sp>
        <p:nvSpPr>
          <p:cNvPr id="5" name="Slide Number Placeholder 4"/>
          <p:cNvSpPr>
            <a:spLocks noGrp="1"/>
          </p:cNvSpPr>
          <p:nvPr>
            <p:ph type="sldNum" sz="quarter" idx="12"/>
          </p:nvPr>
        </p:nvSpPr>
        <p:spPr/>
        <p:txBody>
          <a:bodyPr/>
          <a:lstStyle/>
          <a:p>
            <a:fld id="{BF925F72-67FF-4B43-BD08-F0FABA7F0B18}" type="slidenum">
              <a:rPr lang="en-US" smtClean="0"/>
              <a:t>‹#›</a:t>
            </a:fld>
            <a:endParaRPr lang="en-US"/>
          </a:p>
        </p:txBody>
      </p:sp>
      <p:cxnSp>
        <p:nvCxnSpPr>
          <p:cNvPr id="6" name="Straight Connector 5"/>
          <p:cNvCxnSpPr/>
          <p:nvPr/>
        </p:nvCxnSpPr>
        <p:spPr>
          <a:xfrm>
            <a:off x="0" y="1181100"/>
            <a:ext cx="9753600" cy="0"/>
          </a:xfrm>
          <a:prstGeom prst="line">
            <a:avLst/>
          </a:prstGeom>
          <a:ln w="9525">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1803010"/>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54F8B3-2A6F-490C-8E8B-C4E7AFFE131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3D10BBE-685A-4F76-AD5E-591C87D3688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C35ABFD-ED69-4138-AC21-2659323C8507}"/>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03642DF0-F6E2-479D-A91D-82401D046430}"/>
              </a:ext>
            </a:extLst>
          </p:cNvPr>
          <p:cNvSpPr>
            <a:spLocks noGrp="1"/>
          </p:cNvSpPr>
          <p:nvPr>
            <p:ph type="ftr" sz="quarter" idx="11"/>
          </p:nvPr>
        </p:nvSpPr>
        <p:spPr/>
        <p:txBody>
          <a:bodyPr/>
          <a:lstStyle/>
          <a:p>
            <a:r>
              <a:rPr lang="en-IN"/>
              <a:t>COPYRIGHT 2021 ALEPO</a:t>
            </a:r>
          </a:p>
        </p:txBody>
      </p:sp>
      <p:sp>
        <p:nvSpPr>
          <p:cNvPr id="6" name="Slide Number Placeholder 5">
            <a:extLst>
              <a:ext uri="{FF2B5EF4-FFF2-40B4-BE49-F238E27FC236}">
                <a16:creationId xmlns:a16="http://schemas.microsoft.com/office/drawing/2014/main" id="{5E8F2B6A-4E4E-48D7-BCE2-926FEF983539}"/>
              </a:ext>
            </a:extLst>
          </p:cNvPr>
          <p:cNvSpPr>
            <a:spLocks noGrp="1"/>
          </p:cNvSpPr>
          <p:nvPr>
            <p:ph type="sldNum" sz="quarter" idx="12"/>
          </p:nvPr>
        </p:nvSpPr>
        <p:spPr/>
        <p:txBody>
          <a:bodyPr/>
          <a:lstStyle/>
          <a:p>
            <a:fld id="{5AD7EA34-E0F4-461C-A237-A6A0B3237174}" type="slidenum">
              <a:rPr lang="en-IN" smtClean="0"/>
              <a:t>‹#›</a:t>
            </a:fld>
            <a:endParaRPr lang="en-IN"/>
          </a:p>
        </p:txBody>
      </p:sp>
    </p:spTree>
    <p:extLst>
      <p:ext uri="{BB962C8B-B14F-4D97-AF65-F5344CB8AC3E}">
        <p14:creationId xmlns:p14="http://schemas.microsoft.com/office/powerpoint/2010/main" val="321659631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0FAB3-632E-48C1-BF79-C09FFB14846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F9688D3-D738-4001-AE65-5502E3612EB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5142ED5-D2A6-47FF-9DFC-43BEF5EB59AB}"/>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79FC7EF0-0D62-43F9-83D1-96F6A4D33A52}"/>
              </a:ext>
            </a:extLst>
          </p:cNvPr>
          <p:cNvSpPr>
            <a:spLocks noGrp="1"/>
          </p:cNvSpPr>
          <p:nvPr>
            <p:ph type="ftr" sz="quarter" idx="11"/>
          </p:nvPr>
        </p:nvSpPr>
        <p:spPr/>
        <p:txBody>
          <a:bodyPr/>
          <a:lstStyle/>
          <a:p>
            <a:r>
              <a:rPr lang="en-IN"/>
              <a:t>COPYRIGHT 2021 ALEPO</a:t>
            </a:r>
          </a:p>
        </p:txBody>
      </p:sp>
      <p:sp>
        <p:nvSpPr>
          <p:cNvPr id="6" name="Slide Number Placeholder 5">
            <a:extLst>
              <a:ext uri="{FF2B5EF4-FFF2-40B4-BE49-F238E27FC236}">
                <a16:creationId xmlns:a16="http://schemas.microsoft.com/office/drawing/2014/main" id="{3A5ABD80-172B-4D93-8957-E1BB8CB9079F}"/>
              </a:ext>
            </a:extLst>
          </p:cNvPr>
          <p:cNvSpPr>
            <a:spLocks noGrp="1"/>
          </p:cNvSpPr>
          <p:nvPr>
            <p:ph type="sldNum" sz="quarter" idx="12"/>
          </p:nvPr>
        </p:nvSpPr>
        <p:spPr/>
        <p:txBody>
          <a:bodyPr/>
          <a:lstStyle/>
          <a:p>
            <a:fld id="{5AD7EA34-E0F4-461C-A237-A6A0B3237174}" type="slidenum">
              <a:rPr lang="en-IN" smtClean="0"/>
              <a:t>‹#›</a:t>
            </a:fld>
            <a:endParaRPr lang="en-IN"/>
          </a:p>
        </p:txBody>
      </p:sp>
    </p:spTree>
    <p:extLst>
      <p:ext uri="{BB962C8B-B14F-4D97-AF65-F5344CB8AC3E}">
        <p14:creationId xmlns:p14="http://schemas.microsoft.com/office/powerpoint/2010/main" val="418201049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31B1F1-F1AE-4DE0-970B-3A75CE1414E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D4DEAF2-278E-4D96-9769-1819A1860B0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28AE8D0-6744-413E-BA99-3A145EFC13E1}"/>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DEA5109B-53A1-4DAF-B8BE-02B2815C69EC}"/>
              </a:ext>
            </a:extLst>
          </p:cNvPr>
          <p:cNvSpPr>
            <a:spLocks noGrp="1"/>
          </p:cNvSpPr>
          <p:nvPr>
            <p:ph type="ftr" sz="quarter" idx="11"/>
          </p:nvPr>
        </p:nvSpPr>
        <p:spPr/>
        <p:txBody>
          <a:bodyPr/>
          <a:lstStyle/>
          <a:p>
            <a:r>
              <a:rPr lang="en-IN"/>
              <a:t>COPYRIGHT 2021 ALEPO</a:t>
            </a:r>
          </a:p>
        </p:txBody>
      </p:sp>
      <p:sp>
        <p:nvSpPr>
          <p:cNvPr id="6" name="Slide Number Placeholder 5">
            <a:extLst>
              <a:ext uri="{FF2B5EF4-FFF2-40B4-BE49-F238E27FC236}">
                <a16:creationId xmlns:a16="http://schemas.microsoft.com/office/drawing/2014/main" id="{01AEC202-0B88-4F72-998D-2DF1241AFBAA}"/>
              </a:ext>
            </a:extLst>
          </p:cNvPr>
          <p:cNvSpPr>
            <a:spLocks noGrp="1"/>
          </p:cNvSpPr>
          <p:nvPr>
            <p:ph type="sldNum" sz="quarter" idx="12"/>
          </p:nvPr>
        </p:nvSpPr>
        <p:spPr/>
        <p:txBody>
          <a:bodyPr/>
          <a:lstStyle/>
          <a:p>
            <a:fld id="{5AD7EA34-E0F4-461C-A237-A6A0B3237174}" type="slidenum">
              <a:rPr lang="en-IN" smtClean="0"/>
              <a:t>‹#›</a:t>
            </a:fld>
            <a:endParaRPr lang="en-IN"/>
          </a:p>
        </p:txBody>
      </p:sp>
    </p:spTree>
    <p:extLst>
      <p:ext uri="{BB962C8B-B14F-4D97-AF65-F5344CB8AC3E}">
        <p14:creationId xmlns:p14="http://schemas.microsoft.com/office/powerpoint/2010/main" val="369172457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AE6627-0362-4979-85C3-5983E6C841B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84A68ED-9D18-406A-8F54-B759B9ED768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1E346FA-18CB-482C-9D60-FB0DC2ED815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67B25AB-49B2-4F0F-A864-A26772322DCB}"/>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968D0FC6-E613-4B27-AA2B-B30E98145A9B}"/>
              </a:ext>
            </a:extLst>
          </p:cNvPr>
          <p:cNvSpPr>
            <a:spLocks noGrp="1"/>
          </p:cNvSpPr>
          <p:nvPr>
            <p:ph type="ftr" sz="quarter" idx="11"/>
          </p:nvPr>
        </p:nvSpPr>
        <p:spPr/>
        <p:txBody>
          <a:bodyPr/>
          <a:lstStyle/>
          <a:p>
            <a:r>
              <a:rPr lang="en-IN"/>
              <a:t>COPYRIGHT 2021 ALEPO</a:t>
            </a:r>
          </a:p>
        </p:txBody>
      </p:sp>
      <p:sp>
        <p:nvSpPr>
          <p:cNvPr id="7" name="Slide Number Placeholder 6">
            <a:extLst>
              <a:ext uri="{FF2B5EF4-FFF2-40B4-BE49-F238E27FC236}">
                <a16:creationId xmlns:a16="http://schemas.microsoft.com/office/drawing/2014/main" id="{A48DE596-DE0F-4692-B7B2-E2394578D3DA}"/>
              </a:ext>
            </a:extLst>
          </p:cNvPr>
          <p:cNvSpPr>
            <a:spLocks noGrp="1"/>
          </p:cNvSpPr>
          <p:nvPr>
            <p:ph type="sldNum" sz="quarter" idx="12"/>
          </p:nvPr>
        </p:nvSpPr>
        <p:spPr/>
        <p:txBody>
          <a:bodyPr/>
          <a:lstStyle/>
          <a:p>
            <a:fld id="{5AD7EA34-E0F4-461C-A237-A6A0B3237174}" type="slidenum">
              <a:rPr lang="en-IN" smtClean="0"/>
              <a:t>‹#›</a:t>
            </a:fld>
            <a:endParaRPr lang="en-IN"/>
          </a:p>
        </p:txBody>
      </p:sp>
    </p:spTree>
    <p:extLst>
      <p:ext uri="{BB962C8B-B14F-4D97-AF65-F5344CB8AC3E}">
        <p14:creationId xmlns:p14="http://schemas.microsoft.com/office/powerpoint/2010/main" val="226985478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488D6-9B64-465B-AE2B-66F5C2E2B01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2E1CFB6-A7CE-451A-963C-9CA6F8911AB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4DCFA6D-9203-4A35-A36E-DB3C200BFEA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2E25621-C1A3-4146-ADAF-5122A74F9B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391DAC0-EC79-493C-B402-7197D662275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5ACC00F-DE27-493B-B3CD-7C7A94210DD9}"/>
              </a:ext>
            </a:extLst>
          </p:cNvPr>
          <p:cNvSpPr>
            <a:spLocks noGrp="1"/>
          </p:cNvSpPr>
          <p:nvPr>
            <p:ph type="dt" sz="half" idx="10"/>
          </p:nvPr>
        </p:nvSpPr>
        <p:spPr/>
        <p:txBody>
          <a:bodyPr/>
          <a:lstStyle/>
          <a:p>
            <a:endParaRPr lang="en-IN"/>
          </a:p>
        </p:txBody>
      </p:sp>
      <p:sp>
        <p:nvSpPr>
          <p:cNvPr id="8" name="Footer Placeholder 7">
            <a:extLst>
              <a:ext uri="{FF2B5EF4-FFF2-40B4-BE49-F238E27FC236}">
                <a16:creationId xmlns:a16="http://schemas.microsoft.com/office/drawing/2014/main" id="{48AC4AFC-19F9-4AD5-9687-58B3CCB27E3A}"/>
              </a:ext>
            </a:extLst>
          </p:cNvPr>
          <p:cNvSpPr>
            <a:spLocks noGrp="1"/>
          </p:cNvSpPr>
          <p:nvPr>
            <p:ph type="ftr" sz="quarter" idx="11"/>
          </p:nvPr>
        </p:nvSpPr>
        <p:spPr/>
        <p:txBody>
          <a:bodyPr/>
          <a:lstStyle/>
          <a:p>
            <a:r>
              <a:rPr lang="en-IN"/>
              <a:t>COPYRIGHT 2021 ALEPO</a:t>
            </a:r>
          </a:p>
        </p:txBody>
      </p:sp>
      <p:sp>
        <p:nvSpPr>
          <p:cNvPr id="9" name="Slide Number Placeholder 8">
            <a:extLst>
              <a:ext uri="{FF2B5EF4-FFF2-40B4-BE49-F238E27FC236}">
                <a16:creationId xmlns:a16="http://schemas.microsoft.com/office/drawing/2014/main" id="{BB246876-5CBB-4179-80DC-84D2677E0E1F}"/>
              </a:ext>
            </a:extLst>
          </p:cNvPr>
          <p:cNvSpPr>
            <a:spLocks noGrp="1"/>
          </p:cNvSpPr>
          <p:nvPr>
            <p:ph type="sldNum" sz="quarter" idx="12"/>
          </p:nvPr>
        </p:nvSpPr>
        <p:spPr/>
        <p:txBody>
          <a:bodyPr/>
          <a:lstStyle/>
          <a:p>
            <a:fld id="{5AD7EA34-E0F4-461C-A237-A6A0B3237174}" type="slidenum">
              <a:rPr lang="en-IN" smtClean="0"/>
              <a:t>‹#›</a:t>
            </a:fld>
            <a:endParaRPr lang="en-IN"/>
          </a:p>
        </p:txBody>
      </p:sp>
    </p:spTree>
    <p:extLst>
      <p:ext uri="{BB962C8B-B14F-4D97-AF65-F5344CB8AC3E}">
        <p14:creationId xmlns:p14="http://schemas.microsoft.com/office/powerpoint/2010/main" val="151120281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CA56BE-1746-4825-9332-BC46A73F5C7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96EE031-D80A-4F88-B326-7CBE0E29B3A8}"/>
              </a:ext>
            </a:extLst>
          </p:cNvPr>
          <p:cNvSpPr>
            <a:spLocks noGrp="1"/>
          </p:cNvSpPr>
          <p:nvPr>
            <p:ph type="dt" sz="half" idx="10"/>
          </p:nvPr>
        </p:nvSpPr>
        <p:spPr/>
        <p:txBody>
          <a:bodyPr/>
          <a:lstStyle/>
          <a:p>
            <a:endParaRPr lang="en-IN"/>
          </a:p>
        </p:txBody>
      </p:sp>
      <p:sp>
        <p:nvSpPr>
          <p:cNvPr id="4" name="Footer Placeholder 3">
            <a:extLst>
              <a:ext uri="{FF2B5EF4-FFF2-40B4-BE49-F238E27FC236}">
                <a16:creationId xmlns:a16="http://schemas.microsoft.com/office/drawing/2014/main" id="{60730C4C-07DA-4BF7-B6FB-768E2A69046D}"/>
              </a:ext>
            </a:extLst>
          </p:cNvPr>
          <p:cNvSpPr>
            <a:spLocks noGrp="1"/>
          </p:cNvSpPr>
          <p:nvPr>
            <p:ph type="ftr" sz="quarter" idx="11"/>
          </p:nvPr>
        </p:nvSpPr>
        <p:spPr/>
        <p:txBody>
          <a:bodyPr/>
          <a:lstStyle/>
          <a:p>
            <a:r>
              <a:rPr lang="en-IN"/>
              <a:t>COPYRIGHT 2021 ALEPO</a:t>
            </a:r>
          </a:p>
        </p:txBody>
      </p:sp>
      <p:sp>
        <p:nvSpPr>
          <p:cNvPr id="5" name="Slide Number Placeholder 4">
            <a:extLst>
              <a:ext uri="{FF2B5EF4-FFF2-40B4-BE49-F238E27FC236}">
                <a16:creationId xmlns:a16="http://schemas.microsoft.com/office/drawing/2014/main" id="{A8BCE241-FE75-4200-8DED-7F25DE01655D}"/>
              </a:ext>
            </a:extLst>
          </p:cNvPr>
          <p:cNvSpPr>
            <a:spLocks noGrp="1"/>
          </p:cNvSpPr>
          <p:nvPr>
            <p:ph type="sldNum" sz="quarter" idx="12"/>
          </p:nvPr>
        </p:nvSpPr>
        <p:spPr/>
        <p:txBody>
          <a:bodyPr/>
          <a:lstStyle/>
          <a:p>
            <a:fld id="{5AD7EA34-E0F4-461C-A237-A6A0B3237174}" type="slidenum">
              <a:rPr lang="en-IN" smtClean="0"/>
              <a:t>‹#›</a:t>
            </a:fld>
            <a:endParaRPr lang="en-IN"/>
          </a:p>
        </p:txBody>
      </p:sp>
    </p:spTree>
    <p:extLst>
      <p:ext uri="{BB962C8B-B14F-4D97-AF65-F5344CB8AC3E}">
        <p14:creationId xmlns:p14="http://schemas.microsoft.com/office/powerpoint/2010/main" val="130978635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6202646-CFE0-4C35-B1EB-0B0E1CA52A5F}"/>
              </a:ext>
            </a:extLst>
          </p:cNvPr>
          <p:cNvSpPr>
            <a:spLocks noGrp="1"/>
          </p:cNvSpPr>
          <p:nvPr>
            <p:ph type="dt" sz="half" idx="10"/>
          </p:nvPr>
        </p:nvSpPr>
        <p:spPr/>
        <p:txBody>
          <a:bodyPr/>
          <a:lstStyle/>
          <a:p>
            <a:endParaRPr lang="en-IN"/>
          </a:p>
        </p:txBody>
      </p:sp>
      <p:sp>
        <p:nvSpPr>
          <p:cNvPr id="3" name="Footer Placeholder 2">
            <a:extLst>
              <a:ext uri="{FF2B5EF4-FFF2-40B4-BE49-F238E27FC236}">
                <a16:creationId xmlns:a16="http://schemas.microsoft.com/office/drawing/2014/main" id="{77FABCA4-B534-4185-8DCA-35DF6F85BEB4}"/>
              </a:ext>
            </a:extLst>
          </p:cNvPr>
          <p:cNvSpPr>
            <a:spLocks noGrp="1"/>
          </p:cNvSpPr>
          <p:nvPr>
            <p:ph type="ftr" sz="quarter" idx="11"/>
          </p:nvPr>
        </p:nvSpPr>
        <p:spPr/>
        <p:txBody>
          <a:bodyPr/>
          <a:lstStyle/>
          <a:p>
            <a:r>
              <a:rPr lang="en-IN"/>
              <a:t>COPYRIGHT 2021 ALEPO</a:t>
            </a:r>
          </a:p>
        </p:txBody>
      </p:sp>
      <p:sp>
        <p:nvSpPr>
          <p:cNvPr id="4" name="Slide Number Placeholder 3">
            <a:extLst>
              <a:ext uri="{FF2B5EF4-FFF2-40B4-BE49-F238E27FC236}">
                <a16:creationId xmlns:a16="http://schemas.microsoft.com/office/drawing/2014/main" id="{18E90F93-0E1E-4C5E-8DFF-2156E8D08170}"/>
              </a:ext>
            </a:extLst>
          </p:cNvPr>
          <p:cNvSpPr>
            <a:spLocks noGrp="1"/>
          </p:cNvSpPr>
          <p:nvPr>
            <p:ph type="sldNum" sz="quarter" idx="12"/>
          </p:nvPr>
        </p:nvSpPr>
        <p:spPr/>
        <p:txBody>
          <a:bodyPr/>
          <a:lstStyle/>
          <a:p>
            <a:fld id="{5AD7EA34-E0F4-461C-A237-A6A0B3237174}" type="slidenum">
              <a:rPr lang="en-IN" smtClean="0"/>
              <a:t>‹#›</a:t>
            </a:fld>
            <a:endParaRPr lang="en-IN"/>
          </a:p>
        </p:txBody>
      </p:sp>
    </p:spTree>
    <p:extLst>
      <p:ext uri="{BB962C8B-B14F-4D97-AF65-F5344CB8AC3E}">
        <p14:creationId xmlns:p14="http://schemas.microsoft.com/office/powerpoint/2010/main" val="20426490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BAAE9-8FFA-49FB-B8CB-D174612EAF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CBD10CB-6A37-4370-86E8-ADABC3C0B5A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C630C81-B46A-4173-B0C7-68968948EF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F1DA182-FC75-46C2-AA84-1057EE9E6DBD}"/>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B5B0D139-DBC7-4F78-8C72-C31D581E50FB}"/>
              </a:ext>
            </a:extLst>
          </p:cNvPr>
          <p:cNvSpPr>
            <a:spLocks noGrp="1"/>
          </p:cNvSpPr>
          <p:nvPr>
            <p:ph type="ftr" sz="quarter" idx="11"/>
          </p:nvPr>
        </p:nvSpPr>
        <p:spPr/>
        <p:txBody>
          <a:bodyPr/>
          <a:lstStyle/>
          <a:p>
            <a:r>
              <a:rPr lang="en-IN"/>
              <a:t>COPYRIGHT 2021 ALEPO</a:t>
            </a:r>
          </a:p>
        </p:txBody>
      </p:sp>
      <p:sp>
        <p:nvSpPr>
          <p:cNvPr id="7" name="Slide Number Placeholder 6">
            <a:extLst>
              <a:ext uri="{FF2B5EF4-FFF2-40B4-BE49-F238E27FC236}">
                <a16:creationId xmlns:a16="http://schemas.microsoft.com/office/drawing/2014/main" id="{453D5B7F-6F4C-49AF-8C05-635B7F50ADB6}"/>
              </a:ext>
            </a:extLst>
          </p:cNvPr>
          <p:cNvSpPr>
            <a:spLocks noGrp="1"/>
          </p:cNvSpPr>
          <p:nvPr>
            <p:ph type="sldNum" sz="quarter" idx="12"/>
          </p:nvPr>
        </p:nvSpPr>
        <p:spPr/>
        <p:txBody>
          <a:bodyPr/>
          <a:lstStyle/>
          <a:p>
            <a:fld id="{5AD7EA34-E0F4-461C-A237-A6A0B3237174}" type="slidenum">
              <a:rPr lang="en-IN" smtClean="0"/>
              <a:t>‹#›</a:t>
            </a:fld>
            <a:endParaRPr lang="en-IN"/>
          </a:p>
        </p:txBody>
      </p:sp>
    </p:spTree>
    <p:extLst>
      <p:ext uri="{BB962C8B-B14F-4D97-AF65-F5344CB8AC3E}">
        <p14:creationId xmlns:p14="http://schemas.microsoft.com/office/powerpoint/2010/main" val="160834307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3FCDC-6688-41F2-94B0-86175D4F119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D70BA39-BDBC-446C-939F-18E162DB092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AC16FA4-4BCB-418B-90BA-271B0CDC7C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64FCEF-A131-43A6-8A5A-AEBCBA2BD3A8}"/>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FD4C2EAD-A83A-492C-9874-8F831BBF15BF}"/>
              </a:ext>
            </a:extLst>
          </p:cNvPr>
          <p:cNvSpPr>
            <a:spLocks noGrp="1"/>
          </p:cNvSpPr>
          <p:nvPr>
            <p:ph type="ftr" sz="quarter" idx="11"/>
          </p:nvPr>
        </p:nvSpPr>
        <p:spPr/>
        <p:txBody>
          <a:bodyPr/>
          <a:lstStyle/>
          <a:p>
            <a:r>
              <a:rPr lang="en-IN"/>
              <a:t>COPYRIGHT 2021 ALEPO</a:t>
            </a:r>
          </a:p>
        </p:txBody>
      </p:sp>
      <p:sp>
        <p:nvSpPr>
          <p:cNvPr id="7" name="Slide Number Placeholder 6">
            <a:extLst>
              <a:ext uri="{FF2B5EF4-FFF2-40B4-BE49-F238E27FC236}">
                <a16:creationId xmlns:a16="http://schemas.microsoft.com/office/drawing/2014/main" id="{BD662651-B8DB-4BFE-AA6A-9C69044573B7}"/>
              </a:ext>
            </a:extLst>
          </p:cNvPr>
          <p:cNvSpPr>
            <a:spLocks noGrp="1"/>
          </p:cNvSpPr>
          <p:nvPr>
            <p:ph type="sldNum" sz="quarter" idx="12"/>
          </p:nvPr>
        </p:nvSpPr>
        <p:spPr/>
        <p:txBody>
          <a:bodyPr/>
          <a:lstStyle/>
          <a:p>
            <a:fld id="{5AD7EA34-E0F4-461C-A237-A6A0B3237174}" type="slidenum">
              <a:rPr lang="en-IN" smtClean="0"/>
              <a:t>‹#›</a:t>
            </a:fld>
            <a:endParaRPr lang="en-IN"/>
          </a:p>
        </p:txBody>
      </p:sp>
    </p:spTree>
    <p:extLst>
      <p:ext uri="{BB962C8B-B14F-4D97-AF65-F5344CB8AC3E}">
        <p14:creationId xmlns:p14="http://schemas.microsoft.com/office/powerpoint/2010/main" val="155014179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A9E18-AAA0-48BD-87E4-7A18928BD33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3B9923F-785C-4945-BF22-E3F70A609FD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4D3551F-1A92-4708-A058-22885284B91D}"/>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10AB5077-6AE3-498E-BE01-03655CDA8772}"/>
              </a:ext>
            </a:extLst>
          </p:cNvPr>
          <p:cNvSpPr>
            <a:spLocks noGrp="1"/>
          </p:cNvSpPr>
          <p:nvPr>
            <p:ph type="ftr" sz="quarter" idx="11"/>
          </p:nvPr>
        </p:nvSpPr>
        <p:spPr/>
        <p:txBody>
          <a:bodyPr/>
          <a:lstStyle/>
          <a:p>
            <a:r>
              <a:rPr lang="en-IN"/>
              <a:t>COPYRIGHT 2021 ALEPO</a:t>
            </a:r>
          </a:p>
        </p:txBody>
      </p:sp>
      <p:sp>
        <p:nvSpPr>
          <p:cNvPr id="6" name="Slide Number Placeholder 5">
            <a:extLst>
              <a:ext uri="{FF2B5EF4-FFF2-40B4-BE49-F238E27FC236}">
                <a16:creationId xmlns:a16="http://schemas.microsoft.com/office/drawing/2014/main" id="{6437578D-B853-49A2-9A02-7BEE49CCE828}"/>
              </a:ext>
            </a:extLst>
          </p:cNvPr>
          <p:cNvSpPr>
            <a:spLocks noGrp="1"/>
          </p:cNvSpPr>
          <p:nvPr>
            <p:ph type="sldNum" sz="quarter" idx="12"/>
          </p:nvPr>
        </p:nvSpPr>
        <p:spPr/>
        <p:txBody>
          <a:bodyPr/>
          <a:lstStyle/>
          <a:p>
            <a:fld id="{5AD7EA34-E0F4-461C-A237-A6A0B3237174}" type="slidenum">
              <a:rPr lang="en-IN" smtClean="0"/>
              <a:t>‹#›</a:t>
            </a:fld>
            <a:endParaRPr lang="en-IN"/>
          </a:p>
        </p:txBody>
      </p:sp>
    </p:spTree>
    <p:extLst>
      <p:ext uri="{BB962C8B-B14F-4D97-AF65-F5344CB8AC3E}">
        <p14:creationId xmlns:p14="http://schemas.microsoft.com/office/powerpoint/2010/main" val="2251981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A12F176-039D-4E7C-991A-4190D864596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AC2B4EE-53CE-4539-896D-2853D229C71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EC41D0B-66A4-4532-AFB0-AB25824D12DA}"/>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51E545C8-3767-422F-A988-7E55DC207D12}"/>
              </a:ext>
            </a:extLst>
          </p:cNvPr>
          <p:cNvSpPr>
            <a:spLocks noGrp="1"/>
          </p:cNvSpPr>
          <p:nvPr>
            <p:ph type="ftr" sz="quarter" idx="11"/>
          </p:nvPr>
        </p:nvSpPr>
        <p:spPr/>
        <p:txBody>
          <a:bodyPr/>
          <a:lstStyle/>
          <a:p>
            <a:r>
              <a:rPr lang="en-IN"/>
              <a:t>COPYRIGHT 2021 ALEPO</a:t>
            </a:r>
          </a:p>
        </p:txBody>
      </p:sp>
      <p:sp>
        <p:nvSpPr>
          <p:cNvPr id="6" name="Slide Number Placeholder 5">
            <a:extLst>
              <a:ext uri="{FF2B5EF4-FFF2-40B4-BE49-F238E27FC236}">
                <a16:creationId xmlns:a16="http://schemas.microsoft.com/office/drawing/2014/main" id="{460063D8-E1C8-489C-A346-7C81A7263226}"/>
              </a:ext>
            </a:extLst>
          </p:cNvPr>
          <p:cNvSpPr>
            <a:spLocks noGrp="1"/>
          </p:cNvSpPr>
          <p:nvPr>
            <p:ph type="sldNum" sz="quarter" idx="12"/>
          </p:nvPr>
        </p:nvSpPr>
        <p:spPr/>
        <p:txBody>
          <a:bodyPr/>
          <a:lstStyle/>
          <a:p>
            <a:fld id="{5AD7EA34-E0F4-461C-A237-A6A0B3237174}" type="slidenum">
              <a:rPr lang="en-IN" smtClean="0"/>
              <a:t>‹#›</a:t>
            </a:fld>
            <a:endParaRPr lang="en-IN"/>
          </a:p>
        </p:txBody>
      </p:sp>
    </p:spTree>
    <p:extLst>
      <p:ext uri="{BB962C8B-B14F-4D97-AF65-F5344CB8AC3E}">
        <p14:creationId xmlns:p14="http://schemas.microsoft.com/office/powerpoint/2010/main" val="309475841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image" Target="../media/image2.sv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8.xml"/><Relationship Id="rId3" Type="http://schemas.openxmlformats.org/officeDocument/2006/relationships/slideLayout" Target="../slideLayouts/slideLayout33.xml"/><Relationship Id="rId7" Type="http://schemas.openxmlformats.org/officeDocument/2006/relationships/slideLayout" Target="../slideLayouts/slideLayout37.xml"/><Relationship Id="rId12" Type="http://schemas.openxmlformats.org/officeDocument/2006/relationships/theme" Target="../theme/theme2.xml"/><Relationship Id="rId2" Type="http://schemas.openxmlformats.org/officeDocument/2006/relationships/slideLayout" Target="../slideLayouts/slideLayout32.xml"/><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slideLayout" Target="../slideLayouts/slideLayout41.xml"/><Relationship Id="rId5" Type="http://schemas.openxmlformats.org/officeDocument/2006/relationships/slideLayout" Target="../slideLayouts/slideLayout35.xml"/><Relationship Id="rId10" Type="http://schemas.openxmlformats.org/officeDocument/2006/relationships/slideLayout" Target="../slideLayouts/slideLayout40.xml"/><Relationship Id="rId4" Type="http://schemas.openxmlformats.org/officeDocument/2006/relationships/slideLayout" Target="../slideLayouts/slideLayout34.xml"/><Relationship Id="rId9"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42913" y="449264"/>
            <a:ext cx="11269662" cy="68421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42913" y="1233488"/>
            <a:ext cx="11269662" cy="4824412"/>
          </a:xfrm>
          <a:prstGeom prst="rect">
            <a:avLst/>
          </a:prstGeom>
        </p:spPr>
        <p:txBody>
          <a:bodyPr vert="horz" lIns="91440" tIns="9144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Graphic 6">
            <a:extLst>
              <a:ext uri="{FF2B5EF4-FFF2-40B4-BE49-F238E27FC236}">
                <a16:creationId xmlns:a16="http://schemas.microsoft.com/office/drawing/2014/main" id="{CB9728CC-E381-4B4F-9560-44004B9F82AB}"/>
              </a:ext>
            </a:extLst>
          </p:cNvPr>
          <p:cNvPicPr>
            <a:picLocks noChangeAspect="1"/>
          </p:cNvPicPr>
          <p:nvPr/>
        </p:nvPicPr>
        <p:blipFill>
          <a:blip r:embed="rId32">
            <a:extLst>
              <a:ext uri="{96DAC541-7B7A-43D3-8B79-37D633B846F1}">
                <asvg:svgBlip xmlns:asvg="http://schemas.microsoft.com/office/drawing/2016/SVG/main" r:embed="rId33"/>
              </a:ext>
            </a:extLst>
          </a:blip>
          <a:stretch>
            <a:fillRect/>
          </a:stretch>
        </p:blipFill>
        <p:spPr>
          <a:xfrm>
            <a:off x="11074401" y="6209432"/>
            <a:ext cx="773384" cy="796356"/>
          </a:xfrm>
          <a:prstGeom prst="rect">
            <a:avLst/>
          </a:prstGeom>
        </p:spPr>
      </p:pic>
      <p:sp>
        <p:nvSpPr>
          <p:cNvPr id="10" name="Slide Number Placeholder 2">
            <a:extLst>
              <a:ext uri="{FF2B5EF4-FFF2-40B4-BE49-F238E27FC236}">
                <a16:creationId xmlns:a16="http://schemas.microsoft.com/office/drawing/2014/main" id="{93E6BF79-D03F-4EC1-99A8-F7AB036C42D1}"/>
              </a:ext>
            </a:extLst>
          </p:cNvPr>
          <p:cNvSpPr>
            <a:spLocks noGrp="1"/>
          </p:cNvSpPr>
          <p:nvPr>
            <p:ph type="sldNum" sz="quarter" idx="4"/>
          </p:nvPr>
        </p:nvSpPr>
        <p:spPr>
          <a:xfrm>
            <a:off x="3598363" y="6424178"/>
            <a:ext cx="1772920" cy="365125"/>
          </a:xfrm>
          <a:prstGeom prst="rect">
            <a:avLst/>
          </a:prstGeom>
        </p:spPr>
        <p:txBody>
          <a:bodyPr anchor="ctr"/>
          <a:lstStyle>
            <a:lvl1pPr>
              <a:defRPr sz="1050">
                <a:solidFill>
                  <a:schemeClr val="bg1"/>
                </a:solidFill>
              </a:defRPr>
            </a:lvl1pPr>
          </a:lstStyle>
          <a:p>
            <a:fld id="{4FAB73BC-B049-4115-A692-8D63A059BFB8}" type="slidenum">
              <a:rPr lang="en-US" smtClean="0"/>
              <a:pPr/>
              <a:t>‹#›</a:t>
            </a:fld>
            <a:endParaRPr lang="en-US"/>
          </a:p>
        </p:txBody>
      </p:sp>
      <p:sp>
        <p:nvSpPr>
          <p:cNvPr id="11" name="Footer Placeholder 3">
            <a:extLst>
              <a:ext uri="{FF2B5EF4-FFF2-40B4-BE49-F238E27FC236}">
                <a16:creationId xmlns:a16="http://schemas.microsoft.com/office/drawing/2014/main" id="{E41563B2-506F-49E4-8762-C6EAB193E7BF}"/>
              </a:ext>
            </a:extLst>
          </p:cNvPr>
          <p:cNvSpPr>
            <a:spLocks noGrp="1"/>
          </p:cNvSpPr>
          <p:nvPr>
            <p:ph type="ftr" sz="quarter" idx="3"/>
          </p:nvPr>
        </p:nvSpPr>
        <p:spPr>
          <a:xfrm>
            <a:off x="442913" y="6424178"/>
            <a:ext cx="3406616" cy="365125"/>
          </a:xfrm>
          <a:prstGeom prst="rect">
            <a:avLst/>
          </a:prstGeom>
        </p:spPr>
        <p:txBody>
          <a:bodyPr anchor="ctr"/>
          <a:lstStyle>
            <a:lvl1pPr>
              <a:defRPr sz="1050">
                <a:solidFill>
                  <a:schemeClr val="bg1"/>
                </a:solidFill>
              </a:defRPr>
            </a:lvl1pPr>
          </a:lstStyle>
          <a:p>
            <a:r>
              <a:rPr lang="en-IN"/>
              <a:t>COPYRIGHT 2021 ALEPO</a:t>
            </a:r>
            <a:endParaRPr lang="en-US"/>
          </a:p>
        </p:txBody>
      </p:sp>
    </p:spTree>
    <p:extLst>
      <p:ext uri="{BB962C8B-B14F-4D97-AF65-F5344CB8AC3E}">
        <p14:creationId xmlns:p14="http://schemas.microsoft.com/office/powerpoint/2010/main" val="1029875623"/>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713" r:id="rId9"/>
    <p:sldLayoutId id="2147483687" r:id="rId10"/>
    <p:sldLayoutId id="2147483709" r:id="rId11"/>
    <p:sldLayoutId id="2147483715" r:id="rId12"/>
    <p:sldLayoutId id="2147483688" r:id="rId13"/>
    <p:sldLayoutId id="2147483689" r:id="rId14"/>
    <p:sldLayoutId id="2147483690" r:id="rId15"/>
    <p:sldLayoutId id="2147483691" r:id="rId16"/>
    <p:sldLayoutId id="2147483692" r:id="rId17"/>
    <p:sldLayoutId id="2147483714" r:id="rId18"/>
    <p:sldLayoutId id="2147483693" r:id="rId19"/>
    <p:sldLayoutId id="2147483694" r:id="rId20"/>
    <p:sldLayoutId id="2147483695" r:id="rId21"/>
    <p:sldLayoutId id="2147483696" r:id="rId22"/>
    <p:sldLayoutId id="2147483697" r:id="rId23"/>
    <p:sldLayoutId id="2147483698" r:id="rId24"/>
    <p:sldLayoutId id="2147483710" r:id="rId25"/>
    <p:sldLayoutId id="2147483699" r:id="rId26"/>
    <p:sldLayoutId id="2147483700" r:id="rId27"/>
    <p:sldLayoutId id="2147483701" r:id="rId28"/>
    <p:sldLayoutId id="2147483702" r:id="rId29"/>
    <p:sldLayoutId id="2147483733" r:id="rId30"/>
  </p:sldLayoutIdLst>
  <p:hf hdr="0" dt="0"/>
  <p:txStyles>
    <p:titleStyle>
      <a:lvl1pPr algn="l" defTabSz="914400" rtl="0" eaLnBrk="1" latinLnBrk="0" hangingPunct="1">
        <a:lnSpc>
          <a:spcPct val="90000"/>
        </a:lnSpc>
        <a:spcBef>
          <a:spcPct val="0"/>
        </a:spcBef>
        <a:buNone/>
        <a:defRPr sz="3600" b="1" kern="1200" cap="none" baseline="0">
          <a:solidFill>
            <a:schemeClr val="bg2"/>
          </a:solidFill>
          <a:latin typeface="Roboto" panose="020B0604020202020204" charset="0"/>
          <a:ea typeface="Roboto" panose="020B0604020202020204" charset="0"/>
          <a:cs typeface="Roboto" panose="020B0604020202020204" charset="0"/>
        </a:defRPr>
      </a:lvl1pPr>
    </p:titleStyle>
    <p:bodyStyle>
      <a:lvl1pPr marL="228600" indent="-228600" algn="l" defTabSz="914400" rtl="0" eaLnBrk="1" latinLnBrk="0" hangingPunct="1">
        <a:lnSpc>
          <a:spcPct val="90000"/>
        </a:lnSpc>
        <a:spcBef>
          <a:spcPts val="1000"/>
        </a:spcBef>
        <a:buClr>
          <a:schemeClr val="bg2"/>
        </a:buClr>
        <a:buSzPct val="80000"/>
        <a:buFont typeface="Arial" panose="020B0604020202020204" pitchFamily="34" charset="0"/>
        <a:buChar char="•"/>
        <a:defRPr sz="2000" kern="1200">
          <a:solidFill>
            <a:schemeClr val="bg2"/>
          </a:solidFill>
          <a:latin typeface="+mn-lt"/>
          <a:ea typeface="+mn-ea"/>
          <a:cs typeface="+mn-cs"/>
        </a:defRPr>
      </a:lvl1pPr>
      <a:lvl2pPr marL="685800" indent="-228600" algn="l" defTabSz="914400" rtl="0" eaLnBrk="1" latinLnBrk="0" hangingPunct="1">
        <a:lnSpc>
          <a:spcPct val="90000"/>
        </a:lnSpc>
        <a:spcBef>
          <a:spcPts val="500"/>
        </a:spcBef>
        <a:buClr>
          <a:schemeClr val="bg2"/>
        </a:buClr>
        <a:buSzPct val="80000"/>
        <a:buFont typeface="Arial" panose="020B0604020202020204" pitchFamily="34" charset="0"/>
        <a:buChar char="•"/>
        <a:defRPr sz="2000" kern="1200">
          <a:solidFill>
            <a:schemeClr val="bg2"/>
          </a:solidFill>
          <a:latin typeface="+mn-lt"/>
          <a:ea typeface="+mn-ea"/>
          <a:cs typeface="+mn-cs"/>
        </a:defRPr>
      </a:lvl2pPr>
      <a:lvl3pPr marL="1143000" indent="-228600" algn="l" defTabSz="914400" rtl="0" eaLnBrk="1" latinLnBrk="0" hangingPunct="1">
        <a:lnSpc>
          <a:spcPct val="90000"/>
        </a:lnSpc>
        <a:spcBef>
          <a:spcPts val="500"/>
        </a:spcBef>
        <a:buClr>
          <a:schemeClr val="bg2"/>
        </a:buClr>
        <a:buSzPct val="80000"/>
        <a:buFont typeface="Arial" panose="020B0604020202020204" pitchFamily="34" charset="0"/>
        <a:buChar char="•"/>
        <a:defRPr sz="1800" kern="1200">
          <a:solidFill>
            <a:schemeClr val="bg2"/>
          </a:solidFill>
          <a:latin typeface="+mn-lt"/>
          <a:ea typeface="+mn-ea"/>
          <a:cs typeface="+mn-cs"/>
        </a:defRPr>
      </a:lvl3pPr>
      <a:lvl4pPr marL="1600200" indent="-228600" algn="l" defTabSz="914400" rtl="0" eaLnBrk="1" latinLnBrk="0" hangingPunct="1">
        <a:lnSpc>
          <a:spcPct val="90000"/>
        </a:lnSpc>
        <a:spcBef>
          <a:spcPts val="500"/>
        </a:spcBef>
        <a:buClr>
          <a:schemeClr val="bg2"/>
        </a:buClr>
        <a:buSzPct val="80000"/>
        <a:buFont typeface="Arial" panose="020B0604020202020204" pitchFamily="34" charset="0"/>
        <a:buChar char="•"/>
        <a:defRPr sz="1600" kern="1200">
          <a:solidFill>
            <a:schemeClr val="bg2"/>
          </a:solidFill>
          <a:latin typeface="+mn-lt"/>
          <a:ea typeface="+mn-ea"/>
          <a:cs typeface="+mn-cs"/>
        </a:defRPr>
      </a:lvl4pPr>
      <a:lvl5pPr marL="2057400" indent="-228600" algn="l" defTabSz="914400" rtl="0" eaLnBrk="1" latinLnBrk="0" hangingPunct="1">
        <a:lnSpc>
          <a:spcPct val="90000"/>
        </a:lnSpc>
        <a:spcBef>
          <a:spcPts val="500"/>
        </a:spcBef>
        <a:buClr>
          <a:schemeClr val="bg2"/>
        </a:buClr>
        <a:buSzPct val="80000"/>
        <a:buFont typeface="Arial" panose="020B0604020202020204" pitchFamily="34" charset="0"/>
        <a:buChar char="•"/>
        <a:defRPr sz="1400" kern="1200">
          <a:solidFill>
            <a:schemeClr val="bg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06">
          <p15:clr>
            <a:srgbClr val="F26B43"/>
          </p15:clr>
        </p15:guide>
        <p15:guide id="2" pos="279">
          <p15:clr>
            <a:srgbClr val="F26B43"/>
          </p15:clr>
        </p15:guide>
        <p15:guide id="3" orient="horz" pos="278">
          <p15:clr>
            <a:srgbClr val="F26B43"/>
          </p15:clr>
        </p15:guide>
        <p15:guide id="4" orient="horz" pos="731">
          <p15:clr>
            <a:srgbClr val="F26B43"/>
          </p15:clr>
        </p15:guide>
        <p15:guide id="5" orient="horz" pos="777">
          <p15:clr>
            <a:srgbClr val="F26B43"/>
          </p15:clr>
        </p15:guide>
        <p15:guide id="6" pos="7378">
          <p15:clr>
            <a:srgbClr val="F26B43"/>
          </p15:clr>
        </p15:guide>
        <p15:guide id="7" orient="horz" pos="381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BC66D0-01A0-4404-AB9E-959DF4CFBE6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CDD335C-EBC4-43C5-869B-C228B259783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26DBDAF-9BA1-4419-8CB4-09F9CD47107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IN"/>
          </a:p>
        </p:txBody>
      </p:sp>
      <p:sp>
        <p:nvSpPr>
          <p:cNvPr id="5" name="Footer Placeholder 4">
            <a:extLst>
              <a:ext uri="{FF2B5EF4-FFF2-40B4-BE49-F238E27FC236}">
                <a16:creationId xmlns:a16="http://schemas.microsoft.com/office/drawing/2014/main" id="{8436E3E1-F2FD-4E42-80E6-E46FD179569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COPYRIGHT 2021 ALEPO</a:t>
            </a:r>
          </a:p>
        </p:txBody>
      </p:sp>
      <p:sp>
        <p:nvSpPr>
          <p:cNvPr id="6" name="Slide Number Placeholder 5">
            <a:extLst>
              <a:ext uri="{FF2B5EF4-FFF2-40B4-BE49-F238E27FC236}">
                <a16:creationId xmlns:a16="http://schemas.microsoft.com/office/drawing/2014/main" id="{D567279B-D6A3-4A47-9752-50881E61D45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AD7EA34-E0F4-461C-A237-A6A0B3237174}" type="slidenum">
              <a:rPr lang="en-IN" smtClean="0"/>
              <a:t>‹#›</a:t>
            </a:fld>
            <a:endParaRPr lang="en-IN"/>
          </a:p>
        </p:txBody>
      </p:sp>
    </p:spTree>
    <p:extLst>
      <p:ext uri="{BB962C8B-B14F-4D97-AF65-F5344CB8AC3E}">
        <p14:creationId xmlns:p14="http://schemas.microsoft.com/office/powerpoint/2010/main" val="2471958374"/>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8.xml"/><Relationship Id="rId1" Type="http://schemas.openxmlformats.org/officeDocument/2006/relationships/tags" Target="../tags/tag1.xml"/><Relationship Id="rId4" Type="http://schemas.openxmlformats.org/officeDocument/2006/relationships/image" Target="../media/image25.em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4.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5.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6.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7.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8.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9.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11.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8.xml"/><Relationship Id="rId1" Type="http://schemas.openxmlformats.org/officeDocument/2006/relationships/tags" Target="../tags/tag1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13.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15.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16.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18.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19.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2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21.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22.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23.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2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25.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2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27.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28.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2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3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31.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32.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33.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34.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35.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36.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37.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38.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3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40.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8.xml"/><Relationship Id="rId1" Type="http://schemas.openxmlformats.org/officeDocument/2006/relationships/tags" Target="../tags/tag41.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42.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8.xml"/><Relationship Id="rId1" Type="http://schemas.openxmlformats.org/officeDocument/2006/relationships/tags" Target="../tags/tag43.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8.xml"/><Relationship Id="rId1" Type="http://schemas.openxmlformats.org/officeDocument/2006/relationships/tags" Target="../tags/tag44.xml"/><Relationship Id="rId4" Type="http://schemas.openxmlformats.org/officeDocument/2006/relationships/image" Target="../media/image26.png"/></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8.xml"/><Relationship Id="rId1" Type="http://schemas.openxmlformats.org/officeDocument/2006/relationships/tags" Target="../tags/tag45.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46.xml"/></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47.xml"/></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48.xml"/></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49.xml"/></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8.xml"/><Relationship Id="rId1" Type="http://schemas.openxmlformats.org/officeDocument/2006/relationships/tags" Target="../tags/tag50.xml"/></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8.xml"/><Relationship Id="rId1" Type="http://schemas.openxmlformats.org/officeDocument/2006/relationships/tags" Target="../tags/tag51.xml"/></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8.xml"/><Relationship Id="rId1" Type="http://schemas.openxmlformats.org/officeDocument/2006/relationships/tags" Target="../tags/tag52.xml"/></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53.xml"/></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54.xml"/></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55.xml"/></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8.xml"/><Relationship Id="rId1" Type="http://schemas.openxmlformats.org/officeDocument/2006/relationships/tags" Target="../tags/tag56.xml"/></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8.xml"/><Relationship Id="rId1" Type="http://schemas.openxmlformats.org/officeDocument/2006/relationships/tags" Target="../tags/tag57.xml"/></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58.xml"/></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8.xml"/><Relationship Id="rId1" Type="http://schemas.openxmlformats.org/officeDocument/2006/relationships/tags" Target="../tags/tag59.xml"/></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60.xml"/></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61.xml"/></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62.xml"/></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63.xml"/></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64.xml"/></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65.xml"/></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66.xml"/></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67.xml"/></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68.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69.xml"/></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70.xml"/></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71.xml"/></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72.xml"/></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73.xml"/></Relationships>
</file>

<file path=ppt/slides/_rels/slide88.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74.xml"/></Relationships>
</file>

<file path=ppt/slides/_rels/slide89.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75.xml"/></Relationships>
</file>

<file path=ppt/slides/_rels/slide90.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76.xml"/></Relationships>
</file>

<file path=ppt/slides/_rels/slide91.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77.xml"/></Relationships>
</file>

<file path=ppt/slides/_rels/slide92.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78.xml"/></Relationships>
</file>

<file path=ppt/slides/_rels/slide93.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79.xml"/></Relationships>
</file>

<file path=ppt/slides/_rels/slide94.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80.xml"/></Relationships>
</file>

<file path=ppt/slides/_rels/slide95.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8.xml"/><Relationship Id="rId1" Type="http://schemas.openxmlformats.org/officeDocument/2006/relationships/tags" Target="../tags/tag81.xml"/></Relationships>
</file>

<file path=ppt/slides/_rels/slide96.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82.xml"/></Relationships>
</file>

<file path=ppt/slides/_rels/slide97.xml.rels><?xml version="1.0" encoding="UTF-8" standalone="yes"?>
<Relationships xmlns="http://schemas.openxmlformats.org/package/2006/relationships"><Relationship Id="rId3" Type="http://schemas.openxmlformats.org/officeDocument/2006/relationships/hyperlink" Target="http://www.alepo.com/" TargetMode="External"/><Relationship Id="rId7" Type="http://schemas.openxmlformats.org/officeDocument/2006/relationships/hyperlink" Target="https://www.linkedin.com/company/alepo/" TargetMode="External"/><Relationship Id="rId2" Type="http://schemas.openxmlformats.org/officeDocument/2006/relationships/hyperlink" Target="mailto:sales@alepo.com" TargetMode="External"/><Relationship Id="rId1" Type="http://schemas.openxmlformats.org/officeDocument/2006/relationships/slideLayout" Target="../slideLayouts/slideLayout29.xml"/><Relationship Id="rId6" Type="http://schemas.openxmlformats.org/officeDocument/2006/relationships/hyperlink" Target="https://www.alepo.com/about-us/" TargetMode="External"/><Relationship Id="rId5" Type="http://schemas.openxmlformats.org/officeDocument/2006/relationships/hyperlink" Target="https://www.facebook.com/AlepoUSA/" TargetMode="External"/><Relationship Id="rId4" Type="http://schemas.openxmlformats.org/officeDocument/2006/relationships/hyperlink" Target="https://www.alepo.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C8FE3195-D3A1-4850-9090-DFEED874F1D9}"/>
              </a:ext>
            </a:extLst>
          </p:cNvPr>
          <p:cNvSpPr>
            <a:spLocks noGrp="1"/>
          </p:cNvSpPr>
          <p:nvPr>
            <p:ph type="body" sz="quarter" idx="12"/>
          </p:nvPr>
        </p:nvSpPr>
        <p:spPr>
          <a:xfrm>
            <a:off x="457200" y="3904095"/>
            <a:ext cx="7276011" cy="393700"/>
          </a:xfrm>
        </p:spPr>
        <p:txBody>
          <a:bodyPr/>
          <a:lstStyle/>
          <a:p>
            <a:pPr marL="0" indent="0">
              <a:buNone/>
            </a:pPr>
            <a:r>
              <a:rPr lang="en-US"/>
              <a:t>Presented to CASA systems | DD - MMM - YYYY</a:t>
            </a:r>
          </a:p>
        </p:txBody>
      </p:sp>
      <p:sp>
        <p:nvSpPr>
          <p:cNvPr id="5" name="Text Placeholder 4">
            <a:extLst>
              <a:ext uri="{FF2B5EF4-FFF2-40B4-BE49-F238E27FC236}">
                <a16:creationId xmlns:a16="http://schemas.microsoft.com/office/drawing/2014/main" id="{6D1A1596-A8D7-4C1A-8956-0FA40A84EFCA}"/>
              </a:ext>
            </a:extLst>
          </p:cNvPr>
          <p:cNvSpPr>
            <a:spLocks noGrp="1"/>
          </p:cNvSpPr>
          <p:nvPr>
            <p:ph type="body" sz="quarter" idx="13"/>
          </p:nvPr>
        </p:nvSpPr>
        <p:spPr>
          <a:xfrm>
            <a:off x="456562" y="2788920"/>
            <a:ext cx="10937477" cy="1312025"/>
          </a:xfrm>
        </p:spPr>
        <p:txBody>
          <a:bodyPr/>
          <a:lstStyle/>
          <a:p>
            <a:r>
              <a:rPr lang="en-US">
                <a:solidFill>
                  <a:srgbClr val="18C0FF"/>
                </a:solidFill>
              </a:rPr>
              <a:t>Alepo 5G Troubleshooting</a:t>
            </a:r>
          </a:p>
        </p:txBody>
      </p:sp>
      <p:pic>
        <p:nvPicPr>
          <p:cNvPr id="7" name="Picture 6" descr="Logo, company name&#10;&#10;Description automatically generated">
            <a:extLst>
              <a:ext uri="{FF2B5EF4-FFF2-40B4-BE49-F238E27FC236}">
                <a16:creationId xmlns:a16="http://schemas.microsoft.com/office/drawing/2014/main" id="{87B1E28C-6CC6-42AB-A7FD-2B4D66CCEF31}"/>
              </a:ext>
            </a:extLst>
          </p:cNvPr>
          <p:cNvPicPr>
            <a:picLocks noChangeAspect="1"/>
          </p:cNvPicPr>
          <p:nvPr/>
        </p:nvPicPr>
        <p:blipFill>
          <a:blip r:embed="rId2"/>
          <a:stretch>
            <a:fillRect/>
          </a:stretch>
        </p:blipFill>
        <p:spPr>
          <a:xfrm>
            <a:off x="9822094" y="212430"/>
            <a:ext cx="1905803" cy="992733"/>
          </a:xfrm>
          <a:prstGeom prst="rect">
            <a:avLst/>
          </a:prstGeom>
        </p:spPr>
      </p:pic>
    </p:spTree>
    <p:extLst>
      <p:ext uri="{BB962C8B-B14F-4D97-AF65-F5344CB8AC3E}">
        <p14:creationId xmlns:p14="http://schemas.microsoft.com/office/powerpoint/2010/main" val="25840363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83F62-BBB9-431B-A37F-BDA0DC7153F6}"/>
              </a:ext>
            </a:extLst>
          </p:cNvPr>
          <p:cNvSpPr>
            <a:spLocks noGrp="1"/>
          </p:cNvSpPr>
          <p:nvPr>
            <p:ph type="title"/>
          </p:nvPr>
        </p:nvSpPr>
        <p:spPr>
          <a:xfrm>
            <a:off x="461169" y="3464005"/>
            <a:ext cx="11269662" cy="684212"/>
          </a:xfrm>
        </p:spPr>
        <p:txBody>
          <a:bodyPr/>
          <a:lstStyle/>
          <a:p>
            <a:r>
              <a:rPr lang="en-US" sz="5400"/>
              <a:t>AGENDA</a:t>
            </a:r>
          </a:p>
        </p:txBody>
      </p:sp>
    </p:spTree>
    <p:extLst>
      <p:ext uri="{BB962C8B-B14F-4D97-AF65-F5344CB8AC3E}">
        <p14:creationId xmlns:p14="http://schemas.microsoft.com/office/powerpoint/2010/main" val="42945744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AR"/>
              <a:t>Agenda</a:t>
            </a:r>
            <a:endParaRPr lang="en-US"/>
          </a:p>
        </p:txBody>
      </p:sp>
      <p:sp>
        <p:nvSpPr>
          <p:cNvPr id="5" name="Content Placeholder 4"/>
          <p:cNvSpPr>
            <a:spLocks noGrp="1"/>
          </p:cNvSpPr>
          <p:nvPr>
            <p:ph idx="1"/>
          </p:nvPr>
        </p:nvSpPr>
        <p:spPr>
          <a:xfrm>
            <a:off x="442913" y="939885"/>
            <a:ext cx="11269662" cy="5141594"/>
          </a:xfrm>
        </p:spPr>
        <p:txBody>
          <a:bodyPr>
            <a:normAutofit/>
          </a:bodyPr>
          <a:lstStyle/>
          <a:p>
            <a:pPr marL="0" indent="0">
              <a:buNone/>
            </a:pPr>
            <a:endParaRPr lang="en-IN" sz="1800" b="1" i="1">
              <a:solidFill>
                <a:srgbClr val="141414"/>
              </a:solidFill>
              <a:latin typeface="Open Sans Light" panose="020B0306030504020204" pitchFamily="34" charset="0"/>
              <a:ea typeface="Open Sans" panose="020B0606030504020204" pitchFamily="34" charset="0"/>
              <a:cs typeface="Times New Roman" panose="02020603050405020304" pitchFamily="18" charset="0"/>
            </a:endParaRPr>
          </a:p>
          <a:p>
            <a:pPr marL="0" indent="0">
              <a:buNone/>
            </a:pPr>
            <a:r>
              <a:rPr lang="en-US" sz="1600"/>
              <a:t>Alepo PCF Troubleshooting</a:t>
            </a:r>
          </a:p>
          <a:p>
            <a:pPr marL="0" indent="0">
              <a:buNone/>
            </a:pPr>
            <a:endParaRPr lang="en-US" sz="1600"/>
          </a:p>
          <a:p>
            <a:pPr marL="0" indent="0">
              <a:buNone/>
            </a:pPr>
            <a:r>
              <a:rPr lang="en-US" sz="1600"/>
              <a:t>Alepo SDM Troubleshooting Manual</a:t>
            </a:r>
          </a:p>
          <a:p>
            <a:pPr marL="0" indent="0">
              <a:buNone/>
            </a:pPr>
            <a:endParaRPr lang="en-IN" sz="1800" b="1">
              <a:solidFill>
                <a:srgbClr val="595959"/>
              </a:solidFill>
              <a:effectLst/>
              <a:latin typeface="Arial" panose="020B0604020202020204" pitchFamily="34" charset="0"/>
            </a:endParaRPr>
          </a:p>
          <a:p>
            <a:pPr marL="0" indent="0">
              <a:buNone/>
            </a:pPr>
            <a:endParaRPr lang="en-US" sz="1200"/>
          </a:p>
        </p:txBody>
      </p:sp>
      <p:sp>
        <p:nvSpPr>
          <p:cNvPr id="6" name="Footer Placeholder 2"/>
          <p:cNvSpPr>
            <a:spLocks noGrp="1"/>
          </p:cNvSpPr>
          <p:nvPr>
            <p:ph type="ftr" sz="quarter" idx="11"/>
          </p:nvPr>
        </p:nvSpPr>
        <p:spPr>
          <a:xfrm>
            <a:off x="308688" y="6085576"/>
            <a:ext cx="3406616" cy="365125"/>
          </a:xfrm>
        </p:spPr>
        <p:txBody>
          <a:bodyPr/>
          <a:lstStyle/>
          <a:p>
            <a:r>
              <a:rPr lang="en-IN">
                <a:solidFill>
                  <a:schemeClr val="bg1"/>
                </a:solidFill>
              </a:rPr>
              <a:t>COPYRIGHT 2021 ALEPO</a:t>
            </a:r>
            <a:endParaRPr lang="en-US">
              <a:solidFill>
                <a:schemeClr val="bg1"/>
              </a:solidFill>
            </a:endParaRPr>
          </a:p>
        </p:txBody>
      </p:sp>
      <p:sp>
        <p:nvSpPr>
          <p:cNvPr id="4" name="Slide Number Placeholder 3"/>
          <p:cNvSpPr>
            <a:spLocks noGrp="1"/>
          </p:cNvSpPr>
          <p:nvPr>
            <p:ph type="sldNum" sz="quarter" idx="12"/>
          </p:nvPr>
        </p:nvSpPr>
        <p:spPr>
          <a:xfrm>
            <a:off x="3363471" y="6077381"/>
            <a:ext cx="1772920" cy="365125"/>
          </a:xfrm>
        </p:spPr>
        <p:txBody>
          <a:bodyPr/>
          <a:lstStyle/>
          <a:p>
            <a:fld id="{BF925F72-67FF-4B43-BD08-F0FABA7F0B18}" type="slidenum">
              <a:rPr lang="en-US" smtClean="0">
                <a:solidFill>
                  <a:schemeClr val="bg1"/>
                </a:solidFill>
              </a:rPr>
              <a:pPr/>
              <a:t>3</a:t>
            </a:fld>
            <a:endParaRPr lang="en-US">
              <a:solidFill>
                <a:schemeClr val="bg1"/>
              </a:solidFill>
            </a:endParaRPr>
          </a:p>
        </p:txBody>
      </p:sp>
      <p:sp>
        <p:nvSpPr>
          <p:cNvPr id="9" name="Oval 8"/>
          <p:cNvSpPr/>
          <p:nvPr/>
        </p:nvSpPr>
        <p:spPr>
          <a:xfrm>
            <a:off x="8375241" y="1401355"/>
            <a:ext cx="3002508" cy="3002508"/>
          </a:xfrm>
          <a:prstGeom prst="ellipse">
            <a:avLst/>
          </a:prstGeom>
          <a:solidFill>
            <a:srgbClr val="2BAC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p:cNvPicPr>
            <a:picLocks noChangeAspect="1"/>
          </p:cNvPicPr>
          <p:nvPr/>
        </p:nvPicPr>
        <p:blipFill>
          <a:blip r:embed="rId4"/>
          <a:stretch>
            <a:fillRect/>
          </a:stretch>
        </p:blipFill>
        <p:spPr>
          <a:xfrm>
            <a:off x="8858512" y="2162785"/>
            <a:ext cx="2035966" cy="1479649"/>
          </a:xfrm>
          <a:prstGeom prst="rect">
            <a:avLst/>
          </a:prstGeom>
        </p:spPr>
      </p:pic>
    </p:spTree>
    <p:custDataLst>
      <p:tags r:id="rId1"/>
    </p:custDataLst>
    <p:extLst>
      <p:ext uri="{BB962C8B-B14F-4D97-AF65-F5344CB8AC3E}">
        <p14:creationId xmlns:p14="http://schemas.microsoft.com/office/powerpoint/2010/main" val="19124682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83F62-BBB9-431B-A37F-BDA0DC7153F6}"/>
              </a:ext>
            </a:extLst>
          </p:cNvPr>
          <p:cNvSpPr>
            <a:spLocks noGrp="1"/>
          </p:cNvSpPr>
          <p:nvPr>
            <p:ph type="title"/>
          </p:nvPr>
        </p:nvSpPr>
        <p:spPr>
          <a:xfrm>
            <a:off x="461169" y="3464005"/>
            <a:ext cx="11269662" cy="684212"/>
          </a:xfrm>
        </p:spPr>
        <p:txBody>
          <a:bodyPr/>
          <a:lstStyle/>
          <a:p>
            <a:r>
              <a:rPr lang="en-US" sz="5400"/>
              <a:t>Alepo PCF Troubleshooting</a:t>
            </a:r>
          </a:p>
        </p:txBody>
      </p:sp>
    </p:spTree>
    <p:extLst>
      <p:ext uri="{BB962C8B-B14F-4D97-AF65-F5344CB8AC3E}">
        <p14:creationId xmlns:p14="http://schemas.microsoft.com/office/powerpoint/2010/main" val="6485803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42913" y="457994"/>
            <a:ext cx="11269662" cy="684212"/>
          </a:xfrm>
        </p:spPr>
        <p:txBody>
          <a:bodyPr/>
          <a:lstStyle/>
          <a:p>
            <a:r>
              <a:rPr lang="en-US" sz="3600"/>
              <a:t>Alepo PCF Troubleshooting</a:t>
            </a:r>
            <a:endParaRPr lang="en-IN" sz="3600" b="1">
              <a:solidFill>
                <a:srgbClr val="141414"/>
              </a:solidFill>
              <a:effectLst/>
              <a:latin typeface="Roboto" panose="02000000000000000000" pitchFamily="2" charset="0"/>
              <a:ea typeface="Times New Roman" panose="02020603050405020304" pitchFamily="18"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5</a:t>
            </a:fld>
            <a:endParaRPr lang="en-US"/>
          </a:p>
        </p:txBody>
      </p:sp>
      <p:sp>
        <p:nvSpPr>
          <p:cNvPr id="5" name="Content Placeholder 4">
            <a:extLst>
              <a:ext uri="{FF2B5EF4-FFF2-40B4-BE49-F238E27FC236}">
                <a16:creationId xmlns:a16="http://schemas.microsoft.com/office/drawing/2014/main" id="{B3F41200-3D7D-4D9F-8AC7-CB92286A2D1C}"/>
              </a:ext>
            </a:extLst>
          </p:cNvPr>
          <p:cNvSpPr>
            <a:spLocks noGrp="1"/>
          </p:cNvSpPr>
          <p:nvPr>
            <p:ph idx="1"/>
          </p:nvPr>
        </p:nvSpPr>
        <p:spPr/>
        <p:txBody>
          <a:bodyPr>
            <a:normAutofit/>
          </a:bodyPr>
          <a:lstStyle/>
          <a:p>
            <a:r>
              <a:rPr lang="en-US" sz="1200" b="0" i="0">
                <a:solidFill>
                  <a:srgbClr val="333333"/>
                </a:solidFill>
                <a:effectLst/>
              </a:rPr>
              <a:t>This troubleshooting section describes how to identify the cause of failures in the PCF and how to troubleshoot them.</a:t>
            </a:r>
          </a:p>
          <a:p>
            <a:endParaRPr lang="en-US" sz="1200">
              <a:solidFill>
                <a:srgbClr val="333333"/>
              </a:solidFill>
            </a:endParaRPr>
          </a:p>
          <a:p>
            <a:r>
              <a:rPr lang="en-US" sz="1200" b="0" i="0">
                <a:solidFill>
                  <a:srgbClr val="333333"/>
                </a:solidFill>
                <a:effectLst/>
              </a:rPr>
              <a:t>This troubleshooting procedures is intended for the PCF module of Alepo 5G solution ACC 21.2.1. </a:t>
            </a:r>
          </a:p>
          <a:p>
            <a:endParaRPr lang="en-US" sz="1200" b="0" i="0">
              <a:solidFill>
                <a:srgbClr val="333333"/>
              </a:solidFill>
              <a:effectLst/>
            </a:endParaRPr>
          </a:p>
          <a:p>
            <a:r>
              <a:rPr lang="en-US" sz="1200" b="0" i="0">
                <a:solidFill>
                  <a:srgbClr val="333333"/>
                </a:solidFill>
                <a:effectLst/>
              </a:rPr>
              <a:t>Alepo PCF includes the following components:</a:t>
            </a:r>
          </a:p>
          <a:p>
            <a:pPr lvl="1"/>
            <a:r>
              <a:rPr lang="en-US" sz="1200">
                <a:solidFill>
                  <a:srgbClr val="333333"/>
                </a:solidFill>
              </a:rPr>
              <a:t>UDR</a:t>
            </a:r>
          </a:p>
          <a:p>
            <a:pPr lvl="1"/>
            <a:r>
              <a:rPr lang="en-US" sz="1200">
                <a:solidFill>
                  <a:srgbClr val="333333"/>
                </a:solidFill>
              </a:rPr>
              <a:t>PCF-PCRF </a:t>
            </a:r>
          </a:p>
          <a:p>
            <a:pPr lvl="1"/>
            <a:r>
              <a:rPr lang="en-US" sz="1200">
                <a:solidFill>
                  <a:srgbClr val="333333"/>
                </a:solidFill>
              </a:rPr>
              <a:t>PCF Portal </a:t>
            </a:r>
            <a:endParaRPr lang="en-IN" sz="1200"/>
          </a:p>
        </p:txBody>
      </p:sp>
    </p:spTree>
    <p:custDataLst>
      <p:tags r:id="rId1"/>
    </p:custDataLst>
    <p:extLst>
      <p:ext uri="{BB962C8B-B14F-4D97-AF65-F5344CB8AC3E}">
        <p14:creationId xmlns:p14="http://schemas.microsoft.com/office/powerpoint/2010/main" val="37816351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42913" y="457994"/>
            <a:ext cx="11269662" cy="684212"/>
          </a:xfrm>
        </p:spPr>
        <p:txBody>
          <a:bodyPr/>
          <a:lstStyle/>
          <a:p>
            <a:r>
              <a:rPr lang="en-US" sz="3600"/>
              <a:t>Alepo PCF Troubleshooting</a:t>
            </a:r>
            <a:endParaRPr lang="en-IN" sz="3600" b="1">
              <a:solidFill>
                <a:srgbClr val="141414"/>
              </a:solidFill>
              <a:effectLst/>
              <a:latin typeface="Roboto" panose="02000000000000000000" pitchFamily="2" charset="0"/>
              <a:ea typeface="Times New Roman" panose="02020603050405020304" pitchFamily="18"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6</a:t>
            </a:fld>
            <a:endParaRPr lang="en-US"/>
          </a:p>
        </p:txBody>
      </p:sp>
      <p:sp>
        <p:nvSpPr>
          <p:cNvPr id="5" name="Content Placeholder 4">
            <a:extLst>
              <a:ext uri="{FF2B5EF4-FFF2-40B4-BE49-F238E27FC236}">
                <a16:creationId xmlns:a16="http://schemas.microsoft.com/office/drawing/2014/main" id="{B3F41200-3D7D-4D9F-8AC7-CB92286A2D1C}"/>
              </a:ext>
            </a:extLst>
          </p:cNvPr>
          <p:cNvSpPr>
            <a:spLocks noGrp="1"/>
          </p:cNvSpPr>
          <p:nvPr>
            <p:ph idx="1"/>
          </p:nvPr>
        </p:nvSpPr>
        <p:spPr/>
        <p:txBody>
          <a:bodyPr/>
          <a:lstStyle/>
          <a:p>
            <a:pPr marL="0" indent="0">
              <a:buNone/>
            </a:pPr>
            <a:r>
              <a:rPr lang="en-US" sz="1200" b="0" i="0">
                <a:solidFill>
                  <a:srgbClr val="333333"/>
                </a:solidFill>
                <a:effectLst/>
              </a:rPr>
              <a:t>This chapter describes the major PCF issues a subscriber might encounter in 4G and 5G networks.</a:t>
            </a:r>
          </a:p>
          <a:p>
            <a:pPr marL="0" indent="0">
              <a:buNone/>
            </a:pPr>
            <a:endParaRPr lang="en-US" sz="1200">
              <a:solidFill>
                <a:schemeClr val="bg1"/>
              </a:solidFill>
            </a:endParaRPr>
          </a:p>
          <a:p>
            <a:r>
              <a:rPr lang="en-US" sz="1200">
                <a:solidFill>
                  <a:schemeClr val="bg1"/>
                </a:solidFill>
              </a:rPr>
              <a:t>AM Policy is not getting applied to subscriber</a:t>
            </a:r>
          </a:p>
          <a:p>
            <a:r>
              <a:rPr lang="en-US" sz="1200">
                <a:solidFill>
                  <a:schemeClr val="bg1"/>
                </a:solidFill>
              </a:rPr>
              <a:t>SM Session Policy is not getting applied to subscriber</a:t>
            </a:r>
          </a:p>
          <a:p>
            <a:r>
              <a:rPr lang="en-US" sz="1200">
                <a:solidFill>
                  <a:schemeClr val="bg1"/>
                </a:solidFill>
              </a:rPr>
              <a:t>SM Session Policy is applied to subscriber but not getting desired QoS</a:t>
            </a:r>
          </a:p>
          <a:p>
            <a:r>
              <a:rPr lang="en-US" sz="1200">
                <a:solidFill>
                  <a:schemeClr val="bg1"/>
                </a:solidFill>
              </a:rPr>
              <a:t>SM Session Policy is applied to subscriber, but usage monitoring is not enabled</a:t>
            </a:r>
          </a:p>
          <a:p>
            <a:r>
              <a:rPr lang="en-US" sz="1200">
                <a:solidFill>
                  <a:schemeClr val="bg1"/>
                </a:solidFill>
              </a:rPr>
              <a:t>SM Authorization Policy is not getting applied to subscriber</a:t>
            </a:r>
          </a:p>
          <a:p>
            <a:r>
              <a:rPr lang="en-US" sz="1200">
                <a:solidFill>
                  <a:schemeClr val="bg1"/>
                </a:solidFill>
              </a:rPr>
              <a:t>Access Network Information is not received at AF</a:t>
            </a:r>
          </a:p>
          <a:p>
            <a:r>
              <a:rPr lang="en-US" sz="1200">
                <a:solidFill>
                  <a:schemeClr val="bg1"/>
                </a:solidFill>
              </a:rPr>
              <a:t>P-CSCF Restoration is not successful</a:t>
            </a:r>
          </a:p>
          <a:p>
            <a:endParaRPr lang="en-IN"/>
          </a:p>
        </p:txBody>
      </p:sp>
    </p:spTree>
    <p:custDataLst>
      <p:tags r:id="rId1"/>
    </p:custDataLst>
    <p:extLst>
      <p:ext uri="{BB962C8B-B14F-4D97-AF65-F5344CB8AC3E}">
        <p14:creationId xmlns:p14="http://schemas.microsoft.com/office/powerpoint/2010/main" val="23789580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83F62-BBB9-431B-A37F-BDA0DC7153F6}"/>
              </a:ext>
            </a:extLst>
          </p:cNvPr>
          <p:cNvSpPr>
            <a:spLocks noGrp="1"/>
          </p:cNvSpPr>
          <p:nvPr>
            <p:ph type="title"/>
          </p:nvPr>
        </p:nvSpPr>
        <p:spPr>
          <a:xfrm>
            <a:off x="461169" y="3464005"/>
            <a:ext cx="11269662" cy="684212"/>
          </a:xfrm>
        </p:spPr>
        <p:txBody>
          <a:bodyPr/>
          <a:lstStyle/>
          <a:p>
            <a:r>
              <a:rPr lang="en-US" sz="5400"/>
              <a:t>AM Policy is not getting applied to subscriber</a:t>
            </a:r>
          </a:p>
        </p:txBody>
      </p:sp>
    </p:spTree>
    <p:extLst>
      <p:ext uri="{BB962C8B-B14F-4D97-AF65-F5344CB8AC3E}">
        <p14:creationId xmlns:p14="http://schemas.microsoft.com/office/powerpoint/2010/main" val="31925486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42913" y="457994"/>
            <a:ext cx="11269662" cy="684212"/>
          </a:xfrm>
        </p:spPr>
        <p:txBody>
          <a:bodyPr/>
          <a:lstStyle/>
          <a:p>
            <a:r>
              <a:rPr lang="en-US" sz="3600">
                <a:solidFill>
                  <a:schemeClr val="bg1"/>
                </a:solidFill>
              </a:rPr>
              <a:t>AM Policy is not getting applied to subscriber</a:t>
            </a:r>
          </a:p>
        </p:txBody>
      </p:sp>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8</a:t>
            </a:fld>
            <a:endParaRPr lang="en-US"/>
          </a:p>
        </p:txBody>
      </p:sp>
      <p:sp>
        <p:nvSpPr>
          <p:cNvPr id="5" name="Content Placeholder 4">
            <a:extLst>
              <a:ext uri="{FF2B5EF4-FFF2-40B4-BE49-F238E27FC236}">
                <a16:creationId xmlns:a16="http://schemas.microsoft.com/office/drawing/2014/main" id="{B3F41200-3D7D-4D9F-8AC7-CB92286A2D1C}"/>
              </a:ext>
            </a:extLst>
          </p:cNvPr>
          <p:cNvSpPr>
            <a:spLocks noGrp="1"/>
          </p:cNvSpPr>
          <p:nvPr>
            <p:ph idx="1"/>
          </p:nvPr>
        </p:nvSpPr>
        <p:spPr/>
        <p:txBody>
          <a:bodyPr/>
          <a:lstStyle/>
          <a:p>
            <a:pPr marL="0" indent="0" algn="l">
              <a:buNone/>
            </a:pPr>
            <a:r>
              <a:rPr lang="en-US" sz="1200" b="1" i="0">
                <a:solidFill>
                  <a:srgbClr val="333333"/>
                </a:solidFill>
                <a:effectLst/>
              </a:rPr>
              <a:t>Possible Causes</a:t>
            </a:r>
          </a:p>
          <a:p>
            <a:pPr marL="0" indent="0" algn="l">
              <a:buNone/>
            </a:pPr>
            <a:r>
              <a:rPr lang="en-US" sz="1200" b="0" i="0">
                <a:solidFill>
                  <a:srgbClr val="333333"/>
                </a:solidFill>
                <a:effectLst/>
              </a:rPr>
              <a:t>AM policy allocation can fail due to the following reasons:</a:t>
            </a:r>
          </a:p>
          <a:p>
            <a:pPr lvl="1"/>
            <a:r>
              <a:rPr lang="en-US" sz="1200" b="0" i="0">
                <a:solidFill>
                  <a:srgbClr val="333333"/>
                </a:solidFill>
                <a:effectLst/>
              </a:rPr>
              <a:t>Requested SUPI is not present in the system</a:t>
            </a:r>
          </a:p>
          <a:p>
            <a:pPr lvl="1"/>
            <a:r>
              <a:rPr lang="en-US" sz="1200" b="0" i="0">
                <a:solidFill>
                  <a:srgbClr val="333333"/>
                </a:solidFill>
                <a:effectLst/>
              </a:rPr>
              <a:t>User has not subscribed to AM policy</a:t>
            </a:r>
          </a:p>
          <a:p>
            <a:pPr lvl="1"/>
            <a:r>
              <a:rPr lang="en-US" sz="1200" b="0" i="0">
                <a:solidFill>
                  <a:srgbClr val="333333"/>
                </a:solidFill>
                <a:effectLst/>
              </a:rPr>
              <a:t>AM policy evaluation failure</a:t>
            </a:r>
          </a:p>
          <a:p>
            <a:pPr lvl="1"/>
            <a:r>
              <a:rPr lang="en-US" sz="1200" b="0" i="0">
                <a:solidFill>
                  <a:srgbClr val="333333"/>
                </a:solidFill>
                <a:effectLst/>
              </a:rPr>
              <a:t>UDR PCF is not reachable</a:t>
            </a:r>
          </a:p>
          <a:p>
            <a:endParaRPr lang="en-IN" sz="1200"/>
          </a:p>
          <a:p>
            <a:pPr marL="0" indent="0" algn="l">
              <a:buNone/>
            </a:pPr>
            <a:r>
              <a:rPr lang="en-US" sz="1200" b="1" i="0">
                <a:solidFill>
                  <a:srgbClr val="333333"/>
                </a:solidFill>
                <a:effectLst/>
              </a:rPr>
              <a:t>Preprocessing</a:t>
            </a:r>
          </a:p>
          <a:p>
            <a:pPr algn="l">
              <a:buFont typeface="Arial" panose="020B0604020202020204" pitchFamily="34" charset="0"/>
              <a:buChar char="•"/>
            </a:pPr>
            <a:r>
              <a:rPr lang="en-US" sz="1200" b="0" i="0">
                <a:solidFill>
                  <a:srgbClr val="333333"/>
                </a:solidFill>
                <a:effectLst/>
              </a:rPr>
              <a:t>Check if the UDR and UDRPCF are up and running.</a:t>
            </a:r>
          </a:p>
          <a:p>
            <a:pPr algn="l">
              <a:buFont typeface="Arial" panose="020B0604020202020204" pitchFamily="34" charset="0"/>
              <a:buChar char="•"/>
            </a:pPr>
            <a:r>
              <a:rPr lang="en-US" sz="1200" b="0" i="0">
                <a:solidFill>
                  <a:srgbClr val="333333"/>
                </a:solidFill>
                <a:effectLst/>
              </a:rPr>
              <a:t>Check if a fault alarm is generated by any of the network functions.</a:t>
            </a:r>
          </a:p>
          <a:p>
            <a:pPr marL="0" indent="0">
              <a:buNone/>
            </a:pPr>
            <a:endParaRPr lang="en-IN"/>
          </a:p>
        </p:txBody>
      </p:sp>
    </p:spTree>
    <p:custDataLst>
      <p:tags r:id="rId1"/>
    </p:custDataLst>
    <p:extLst>
      <p:ext uri="{BB962C8B-B14F-4D97-AF65-F5344CB8AC3E}">
        <p14:creationId xmlns:p14="http://schemas.microsoft.com/office/powerpoint/2010/main" val="2646166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42913" y="457994"/>
            <a:ext cx="11269662" cy="684212"/>
          </a:xfrm>
        </p:spPr>
        <p:txBody>
          <a:bodyPr/>
          <a:lstStyle/>
          <a:p>
            <a:r>
              <a:rPr lang="en-US" sz="3600">
                <a:solidFill>
                  <a:schemeClr val="bg1"/>
                </a:solidFill>
              </a:rPr>
              <a:t>AM Policy is not getting applied to subscriber</a:t>
            </a:r>
          </a:p>
        </p:txBody>
      </p:sp>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9</a:t>
            </a:fld>
            <a:endParaRPr lang="en-US"/>
          </a:p>
        </p:txBody>
      </p:sp>
      <p:sp>
        <p:nvSpPr>
          <p:cNvPr id="5" name="Content Placeholder 4">
            <a:extLst>
              <a:ext uri="{FF2B5EF4-FFF2-40B4-BE49-F238E27FC236}">
                <a16:creationId xmlns:a16="http://schemas.microsoft.com/office/drawing/2014/main" id="{B3F41200-3D7D-4D9F-8AC7-CB92286A2D1C}"/>
              </a:ext>
            </a:extLst>
          </p:cNvPr>
          <p:cNvSpPr>
            <a:spLocks noGrp="1"/>
          </p:cNvSpPr>
          <p:nvPr>
            <p:ph idx="1"/>
          </p:nvPr>
        </p:nvSpPr>
        <p:spPr/>
        <p:txBody>
          <a:bodyPr>
            <a:normAutofit/>
          </a:bodyPr>
          <a:lstStyle/>
          <a:p>
            <a:pPr marL="0" indent="0" algn="l">
              <a:buNone/>
            </a:pPr>
            <a:r>
              <a:rPr lang="en-US" sz="1200" b="1" i="0">
                <a:solidFill>
                  <a:srgbClr val="333333"/>
                </a:solidFill>
                <a:effectLst/>
              </a:rPr>
              <a:t>Troubleshooting Procedure</a:t>
            </a:r>
          </a:p>
          <a:p>
            <a:pPr algn="l"/>
            <a:r>
              <a:rPr lang="en-US" sz="1200" b="0" i="0">
                <a:solidFill>
                  <a:srgbClr val="333333"/>
                </a:solidFill>
                <a:effectLst/>
              </a:rPr>
              <a:t>The following section includes troubleshooting steps for various API messages and their error codes:</a:t>
            </a:r>
          </a:p>
          <a:p>
            <a:pPr marL="0" indent="0" algn="l">
              <a:buNone/>
            </a:pPr>
            <a:endParaRPr lang="en-US" sz="1200" b="1" i="0">
              <a:solidFill>
                <a:srgbClr val="333333"/>
              </a:solidFill>
              <a:effectLst/>
            </a:endParaRPr>
          </a:p>
          <a:p>
            <a:pPr marL="0" indent="0" algn="l">
              <a:buNone/>
            </a:pPr>
            <a:r>
              <a:rPr lang="en-US" sz="1200" b="1" i="0">
                <a:solidFill>
                  <a:srgbClr val="333333"/>
                </a:solidFill>
                <a:effectLst/>
              </a:rPr>
              <a:t>HTTP Error Code 400</a:t>
            </a:r>
          </a:p>
          <a:p>
            <a:pPr marL="0" indent="0" algn="l">
              <a:buNone/>
            </a:pPr>
            <a:r>
              <a:rPr lang="en-US" sz="1200" b="0" i="0">
                <a:solidFill>
                  <a:srgbClr val="333333"/>
                </a:solidFill>
                <a:effectLst/>
              </a:rPr>
              <a:t>This API message and error code can occur due to multiple reasons:</a:t>
            </a:r>
          </a:p>
          <a:p>
            <a:pPr marL="0" indent="0" algn="l">
              <a:buNone/>
            </a:pPr>
            <a:endParaRPr lang="en-US" sz="1200" b="1" i="0">
              <a:solidFill>
                <a:srgbClr val="333333"/>
              </a:solidFill>
              <a:effectLst/>
            </a:endParaRPr>
          </a:p>
          <a:p>
            <a:pPr marL="0" indent="0" algn="l">
              <a:buNone/>
            </a:pPr>
            <a:r>
              <a:rPr lang="en-US" sz="1200" b="1" i="0">
                <a:solidFill>
                  <a:srgbClr val="333333"/>
                </a:solidFill>
                <a:effectLst/>
              </a:rPr>
              <a:t>Case 1</a:t>
            </a:r>
          </a:p>
          <a:p>
            <a:pPr algn="l"/>
            <a:r>
              <a:rPr lang="en-US" sz="1200" b="0" i="0">
                <a:solidFill>
                  <a:srgbClr val="333333"/>
                </a:solidFill>
                <a:effectLst/>
              </a:rPr>
              <a:t>Message - API : AM Policy Associations (Create)</a:t>
            </a:r>
          </a:p>
          <a:p>
            <a:pPr marL="0" indent="0" algn="l">
              <a:buNone/>
            </a:pPr>
            <a:endParaRPr lang="en-US" sz="1200" b="0" i="0">
              <a:solidFill>
                <a:srgbClr val="333333"/>
              </a:solidFill>
              <a:effectLst/>
            </a:endParaRPr>
          </a:p>
          <a:p>
            <a:pPr marL="0" indent="0" algn="l">
              <a:buNone/>
            </a:pPr>
            <a:r>
              <a:rPr lang="en-US" sz="1200" b="0" i="0">
                <a:solidFill>
                  <a:srgbClr val="333333"/>
                </a:solidFill>
                <a:effectLst/>
              </a:rPr>
              <a:t>Reason : </a:t>
            </a:r>
          </a:p>
          <a:p>
            <a:pPr algn="l">
              <a:buFont typeface="Arial" panose="020B0604020202020204" pitchFamily="34" charset="0"/>
              <a:buChar char="•"/>
            </a:pPr>
            <a:r>
              <a:rPr lang="en-US" sz="1200" b="0" i="0">
                <a:solidFill>
                  <a:srgbClr val="333333"/>
                </a:solidFill>
                <a:effectLst/>
              </a:rPr>
              <a:t>Unknown SUPI</a:t>
            </a:r>
          </a:p>
          <a:p>
            <a:pPr algn="l">
              <a:buFont typeface="Arial" panose="020B0604020202020204" pitchFamily="34" charset="0"/>
              <a:buChar char="•"/>
            </a:pPr>
            <a:r>
              <a:rPr lang="en-US" sz="1200" b="0" i="0">
                <a:solidFill>
                  <a:srgbClr val="333333"/>
                </a:solidFill>
                <a:effectLst/>
              </a:rPr>
              <a:t>SUPI is not present in UDR</a:t>
            </a:r>
          </a:p>
          <a:p>
            <a:pPr algn="l">
              <a:buFont typeface="Arial" panose="020B0604020202020204" pitchFamily="34" charset="0"/>
              <a:buChar char="•"/>
            </a:pPr>
            <a:r>
              <a:rPr lang="en-US" sz="1200" b="0" i="0">
                <a:solidFill>
                  <a:srgbClr val="333333"/>
                </a:solidFill>
                <a:effectLst/>
              </a:rPr>
              <a:t>The end-user specified in the request is unknown to the PCF</a:t>
            </a:r>
          </a:p>
          <a:p>
            <a:pPr marL="0" indent="0" algn="l">
              <a:buNone/>
            </a:pPr>
            <a:endParaRPr lang="en-US" b="0" i="0">
              <a:solidFill>
                <a:srgbClr val="333333"/>
              </a:solidFill>
              <a:effectLst/>
              <a:latin typeface="Arial" panose="020B0604020202020204" pitchFamily="34" charset="0"/>
            </a:endParaRPr>
          </a:p>
          <a:p>
            <a:pPr marL="0" indent="0" algn="l">
              <a:buNone/>
            </a:pPr>
            <a:endParaRPr lang="en-US" b="0" i="0">
              <a:solidFill>
                <a:srgbClr val="333333"/>
              </a:solidFill>
              <a:effectLst/>
              <a:latin typeface="Arial" panose="020B0604020202020204" pitchFamily="34" charset="0"/>
            </a:endParaRPr>
          </a:p>
          <a:p>
            <a:pPr marL="0" indent="0">
              <a:buNone/>
            </a:pPr>
            <a:endParaRPr lang="en-IN"/>
          </a:p>
        </p:txBody>
      </p:sp>
    </p:spTree>
    <p:custDataLst>
      <p:tags r:id="rId1"/>
    </p:custDataLst>
    <p:extLst>
      <p:ext uri="{BB962C8B-B14F-4D97-AF65-F5344CB8AC3E}">
        <p14:creationId xmlns:p14="http://schemas.microsoft.com/office/powerpoint/2010/main" val="38361753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42913" y="457994"/>
            <a:ext cx="11269662" cy="684212"/>
          </a:xfrm>
        </p:spPr>
        <p:txBody>
          <a:bodyPr/>
          <a:lstStyle/>
          <a:p>
            <a:r>
              <a:rPr lang="en-US" sz="3600">
                <a:solidFill>
                  <a:schemeClr val="bg1"/>
                </a:solidFill>
              </a:rPr>
              <a:t>AM Policy is not getting applied to subscriber</a:t>
            </a:r>
          </a:p>
        </p:txBody>
      </p:sp>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10</a:t>
            </a:fld>
            <a:endParaRPr lang="en-US"/>
          </a:p>
        </p:txBody>
      </p:sp>
      <p:sp>
        <p:nvSpPr>
          <p:cNvPr id="5" name="Content Placeholder 4">
            <a:extLst>
              <a:ext uri="{FF2B5EF4-FFF2-40B4-BE49-F238E27FC236}">
                <a16:creationId xmlns:a16="http://schemas.microsoft.com/office/drawing/2014/main" id="{B3F41200-3D7D-4D9F-8AC7-CB92286A2D1C}"/>
              </a:ext>
            </a:extLst>
          </p:cNvPr>
          <p:cNvSpPr>
            <a:spLocks noGrp="1"/>
          </p:cNvSpPr>
          <p:nvPr>
            <p:ph idx="1"/>
          </p:nvPr>
        </p:nvSpPr>
        <p:spPr/>
        <p:txBody>
          <a:bodyPr>
            <a:normAutofit/>
          </a:bodyPr>
          <a:lstStyle/>
          <a:p>
            <a:pPr marL="0" indent="0" algn="l">
              <a:buNone/>
            </a:pPr>
            <a:endParaRPr lang="en-US" b="0" i="0">
              <a:solidFill>
                <a:srgbClr val="333333"/>
              </a:solidFill>
              <a:effectLst/>
              <a:latin typeface="Arial" panose="020B0604020202020204" pitchFamily="34" charset="0"/>
            </a:endParaRPr>
          </a:p>
          <a:p>
            <a:pPr marL="0" indent="0" algn="l">
              <a:buNone/>
            </a:pPr>
            <a:endParaRPr lang="en-US" b="0" i="0">
              <a:solidFill>
                <a:srgbClr val="333333"/>
              </a:solidFill>
              <a:effectLst/>
              <a:latin typeface="Arial" panose="020B0604020202020204" pitchFamily="34" charset="0"/>
            </a:endParaRPr>
          </a:p>
          <a:p>
            <a:pPr marL="0" indent="0">
              <a:buNone/>
            </a:pPr>
            <a:endParaRPr lang="en-IN"/>
          </a:p>
        </p:txBody>
      </p:sp>
      <p:sp>
        <p:nvSpPr>
          <p:cNvPr id="7" name="TextBox 6">
            <a:extLst>
              <a:ext uri="{FF2B5EF4-FFF2-40B4-BE49-F238E27FC236}">
                <a16:creationId xmlns:a16="http://schemas.microsoft.com/office/drawing/2014/main" id="{A6657038-FCCE-444F-BEE7-76DFBE3CBCC6}"/>
              </a:ext>
            </a:extLst>
          </p:cNvPr>
          <p:cNvSpPr txBox="1"/>
          <p:nvPr/>
        </p:nvSpPr>
        <p:spPr>
          <a:xfrm>
            <a:off x="649778" y="1422024"/>
            <a:ext cx="11778563" cy="2862322"/>
          </a:xfrm>
          <a:prstGeom prst="rect">
            <a:avLst/>
          </a:prstGeom>
          <a:noFill/>
        </p:spPr>
        <p:txBody>
          <a:bodyPr wrap="square">
            <a:spAutoFit/>
          </a:bodyPr>
          <a:lstStyle/>
          <a:p>
            <a:pPr algn="l"/>
            <a:r>
              <a:rPr lang="en-US" sz="1200" b="0" i="0">
                <a:solidFill>
                  <a:srgbClr val="333333"/>
                </a:solidFill>
                <a:effectLst/>
              </a:rPr>
              <a:t>Steps to Resolve:</a:t>
            </a:r>
          </a:p>
          <a:p>
            <a:pPr algn="l"/>
            <a:endParaRPr lang="en-US" sz="1200" b="0" i="0">
              <a:solidFill>
                <a:srgbClr val="333333"/>
              </a:solidFill>
              <a:effectLst/>
            </a:endParaRPr>
          </a:p>
          <a:p>
            <a:pPr algn="l">
              <a:buFont typeface="+mj-lt"/>
              <a:buAutoNum type="arabicPeriod"/>
            </a:pPr>
            <a:r>
              <a:rPr lang="en-US" sz="1200" b="0" i="0">
                <a:solidFill>
                  <a:srgbClr val="333333"/>
                </a:solidFill>
                <a:effectLst/>
              </a:rPr>
              <a:t>Check if the subscriber is present in the SDM portal by searching it through the </a:t>
            </a:r>
            <a:r>
              <a:rPr lang="en-US" sz="1200" b="0" i="1">
                <a:solidFill>
                  <a:srgbClr val="333333"/>
                </a:solidFill>
                <a:effectLst/>
              </a:rPr>
              <a:t>Subscriber Management</a:t>
            </a:r>
            <a:r>
              <a:rPr lang="en-US" sz="1200" b="0" i="0">
                <a:solidFill>
                  <a:srgbClr val="333333"/>
                </a:solidFill>
                <a:effectLst/>
              </a:rPr>
              <a:t> menu in the SDM portal.</a:t>
            </a:r>
          </a:p>
          <a:p>
            <a:pPr algn="l"/>
            <a:endParaRPr lang="en-US" sz="1200" b="0" i="0">
              <a:solidFill>
                <a:srgbClr val="333333"/>
              </a:solidFill>
              <a:effectLst/>
            </a:endParaRPr>
          </a:p>
          <a:p>
            <a:pPr algn="l"/>
            <a:r>
              <a:rPr lang="en-US" sz="1200" b="0" i="0">
                <a:solidFill>
                  <a:srgbClr val="333333"/>
                </a:solidFill>
                <a:effectLst/>
              </a:rPr>
              <a:t>2. If Subscriber is not present, then provision the subscriber via </a:t>
            </a:r>
            <a:r>
              <a:rPr lang="en-US" sz="1200" b="0" i="1">
                <a:solidFill>
                  <a:srgbClr val="333333"/>
                </a:solidFill>
                <a:effectLst/>
              </a:rPr>
              <a:t>SIM Batch Management &amp; Subscriber Management</a:t>
            </a:r>
            <a:r>
              <a:rPr lang="en-US" sz="1200" b="0" i="0">
                <a:solidFill>
                  <a:srgbClr val="333333"/>
                </a:solidFill>
                <a:effectLst/>
              </a:rPr>
              <a:t> menus in SDM portal.</a:t>
            </a:r>
          </a:p>
          <a:p>
            <a:pPr algn="l"/>
            <a:endParaRPr lang="en-US" sz="1200" b="0" i="0">
              <a:solidFill>
                <a:srgbClr val="333333"/>
              </a:solidFill>
              <a:effectLst/>
            </a:endParaRPr>
          </a:p>
          <a:p>
            <a:pPr algn="l"/>
            <a:r>
              <a:rPr lang="en-US" sz="1200" b="0" i="0">
                <a:solidFill>
                  <a:srgbClr val="333333"/>
                </a:solidFill>
                <a:effectLst/>
              </a:rPr>
              <a:t>3. If the subscriber is present, check if the policy is associated with the subscriber by clicking the View Subscriber option:</a:t>
            </a:r>
          </a:p>
          <a:p>
            <a:pPr algn="l"/>
            <a:endParaRPr lang="en-US" sz="1200">
              <a:solidFill>
                <a:srgbClr val="333333"/>
              </a:solidFill>
            </a:endParaRPr>
          </a:p>
          <a:p>
            <a:pPr algn="l"/>
            <a:r>
              <a:rPr lang="en-US" sz="1200" b="0" i="0">
                <a:solidFill>
                  <a:srgbClr val="333333"/>
                </a:solidFill>
                <a:effectLst/>
              </a:rPr>
              <a:t>4. Select </a:t>
            </a:r>
            <a:r>
              <a:rPr lang="en-US" sz="1200" b="0" i="1">
                <a:solidFill>
                  <a:srgbClr val="333333"/>
                </a:solidFill>
                <a:effectLst/>
              </a:rPr>
              <a:t>Policy</a:t>
            </a:r>
            <a:r>
              <a:rPr lang="en-US" sz="1200" b="0" i="0">
                <a:solidFill>
                  <a:srgbClr val="333333"/>
                </a:solidFill>
                <a:effectLst/>
              </a:rPr>
              <a:t> dropdown in the </a:t>
            </a:r>
            <a:r>
              <a:rPr lang="en-US" sz="1200" b="0" i="1">
                <a:solidFill>
                  <a:srgbClr val="333333"/>
                </a:solidFill>
                <a:effectLst/>
              </a:rPr>
              <a:t>Data Type</a:t>
            </a:r>
            <a:r>
              <a:rPr lang="en-US" sz="1200" b="0" i="0">
                <a:solidFill>
                  <a:srgbClr val="333333"/>
                </a:solidFill>
                <a:effectLst/>
              </a:rPr>
              <a:t> section and check for AM Policy Section.</a:t>
            </a:r>
          </a:p>
          <a:p>
            <a:pPr algn="l"/>
            <a:endParaRPr lang="en-US" sz="1200" b="0" i="0">
              <a:solidFill>
                <a:srgbClr val="333333"/>
              </a:solidFill>
              <a:effectLst/>
            </a:endParaRPr>
          </a:p>
          <a:p>
            <a:pPr algn="l"/>
            <a:r>
              <a:rPr lang="en-US" sz="1200">
                <a:solidFill>
                  <a:srgbClr val="333333"/>
                </a:solidFill>
              </a:rPr>
              <a:t>5. </a:t>
            </a:r>
            <a:r>
              <a:rPr lang="en-US" sz="1200" b="0" i="0">
                <a:solidFill>
                  <a:srgbClr val="333333"/>
                </a:solidFill>
                <a:effectLst/>
              </a:rPr>
              <a:t>If no category is associated with a subscriber under AM Policy Tab, then assign a subscriber category. This will complete AM policy association.</a:t>
            </a:r>
          </a:p>
          <a:p>
            <a:pPr algn="l"/>
            <a:endParaRPr lang="en-US" sz="1200">
              <a:solidFill>
                <a:srgbClr val="333333"/>
              </a:solidFill>
            </a:endParaRPr>
          </a:p>
          <a:p>
            <a:pPr algn="l"/>
            <a:r>
              <a:rPr lang="en-IN" sz="1200" b="0" i="0">
                <a:solidFill>
                  <a:srgbClr val="333333"/>
                </a:solidFill>
                <a:effectLst/>
              </a:rPr>
              <a:t>Check Logs</a:t>
            </a:r>
            <a:endParaRPr lang="en-US" sz="1200" b="0" i="0">
              <a:solidFill>
                <a:srgbClr val="333333"/>
              </a:solidFill>
              <a:effectLst/>
            </a:endParaRPr>
          </a:p>
          <a:p>
            <a:pPr algn="l"/>
            <a:endParaRPr lang="en-US" sz="1200">
              <a:solidFill>
                <a:srgbClr val="333333"/>
              </a:solidFill>
              <a:latin typeface="Arial" panose="020B0604020202020204" pitchFamily="34" charset="0"/>
            </a:endParaRPr>
          </a:p>
          <a:p>
            <a:pPr algn="l"/>
            <a:r>
              <a:rPr lang="en-US" sz="1200" b="0" i="0">
                <a:solidFill>
                  <a:srgbClr val="333333"/>
                </a:solidFill>
                <a:effectLst/>
              </a:rPr>
              <a:t> </a:t>
            </a:r>
          </a:p>
        </p:txBody>
      </p:sp>
    </p:spTree>
    <p:custDataLst>
      <p:tags r:id="rId1"/>
    </p:custDataLst>
    <p:extLst>
      <p:ext uri="{BB962C8B-B14F-4D97-AF65-F5344CB8AC3E}">
        <p14:creationId xmlns:p14="http://schemas.microsoft.com/office/powerpoint/2010/main" val="36871733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42913" y="457994"/>
            <a:ext cx="11269662" cy="684212"/>
          </a:xfrm>
        </p:spPr>
        <p:txBody>
          <a:bodyPr/>
          <a:lstStyle/>
          <a:p>
            <a:r>
              <a:rPr lang="en-US" sz="3600">
                <a:solidFill>
                  <a:schemeClr val="bg1"/>
                </a:solidFill>
              </a:rPr>
              <a:t>AM Policy is not getting applied to subscriber</a:t>
            </a:r>
          </a:p>
        </p:txBody>
      </p:sp>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11</a:t>
            </a:fld>
            <a:endParaRPr lang="en-US"/>
          </a:p>
        </p:txBody>
      </p:sp>
      <p:sp>
        <p:nvSpPr>
          <p:cNvPr id="5" name="Content Placeholder 4">
            <a:extLst>
              <a:ext uri="{FF2B5EF4-FFF2-40B4-BE49-F238E27FC236}">
                <a16:creationId xmlns:a16="http://schemas.microsoft.com/office/drawing/2014/main" id="{B3F41200-3D7D-4D9F-8AC7-CB92286A2D1C}"/>
              </a:ext>
            </a:extLst>
          </p:cNvPr>
          <p:cNvSpPr>
            <a:spLocks noGrp="1"/>
          </p:cNvSpPr>
          <p:nvPr>
            <p:ph idx="1"/>
          </p:nvPr>
        </p:nvSpPr>
        <p:spPr/>
        <p:txBody>
          <a:bodyPr>
            <a:normAutofit/>
          </a:bodyPr>
          <a:lstStyle/>
          <a:p>
            <a:pPr marL="0" indent="0" algn="l">
              <a:buNone/>
            </a:pPr>
            <a:endParaRPr lang="en-US" b="0" i="0">
              <a:solidFill>
                <a:srgbClr val="333333"/>
              </a:solidFill>
              <a:effectLst/>
              <a:latin typeface="Arial" panose="020B0604020202020204" pitchFamily="34" charset="0"/>
            </a:endParaRPr>
          </a:p>
          <a:p>
            <a:pPr marL="0" indent="0" algn="l">
              <a:buNone/>
            </a:pPr>
            <a:endParaRPr lang="en-US" b="0" i="0">
              <a:solidFill>
                <a:srgbClr val="333333"/>
              </a:solidFill>
              <a:effectLst/>
              <a:latin typeface="Arial" panose="020B0604020202020204" pitchFamily="34" charset="0"/>
            </a:endParaRPr>
          </a:p>
          <a:p>
            <a:pPr marL="0" indent="0">
              <a:buNone/>
            </a:pPr>
            <a:endParaRPr lang="en-IN"/>
          </a:p>
        </p:txBody>
      </p:sp>
      <p:sp>
        <p:nvSpPr>
          <p:cNvPr id="7" name="TextBox 6">
            <a:extLst>
              <a:ext uri="{FF2B5EF4-FFF2-40B4-BE49-F238E27FC236}">
                <a16:creationId xmlns:a16="http://schemas.microsoft.com/office/drawing/2014/main" id="{A6657038-FCCE-444F-BEE7-76DFBE3CBCC6}"/>
              </a:ext>
            </a:extLst>
          </p:cNvPr>
          <p:cNvSpPr txBox="1"/>
          <p:nvPr/>
        </p:nvSpPr>
        <p:spPr>
          <a:xfrm>
            <a:off x="649778" y="1422024"/>
            <a:ext cx="11778563" cy="3416320"/>
          </a:xfrm>
          <a:prstGeom prst="rect">
            <a:avLst/>
          </a:prstGeom>
          <a:noFill/>
        </p:spPr>
        <p:txBody>
          <a:bodyPr wrap="square">
            <a:spAutoFit/>
          </a:bodyPr>
          <a:lstStyle/>
          <a:p>
            <a:pPr algn="l"/>
            <a:r>
              <a:rPr lang="en-US" sz="1200" b="1" i="0">
                <a:solidFill>
                  <a:srgbClr val="333333"/>
                </a:solidFill>
                <a:effectLst/>
              </a:rPr>
              <a:t>Case 2</a:t>
            </a:r>
          </a:p>
          <a:p>
            <a:pPr algn="l"/>
            <a:endParaRPr lang="en-US" sz="1200" b="0" i="0">
              <a:solidFill>
                <a:srgbClr val="333333"/>
              </a:solidFill>
              <a:effectLst/>
            </a:endParaRPr>
          </a:p>
          <a:p>
            <a:pPr algn="l"/>
            <a:r>
              <a:rPr lang="en-US" sz="1200" b="0" i="0">
                <a:solidFill>
                  <a:srgbClr val="333333"/>
                </a:solidFill>
                <a:effectLst/>
              </a:rPr>
              <a:t>Message: API - AM Policy Associations (Create)</a:t>
            </a:r>
          </a:p>
          <a:p>
            <a:pPr algn="l"/>
            <a:endParaRPr lang="en-US" sz="1200" b="0" i="0">
              <a:solidFill>
                <a:srgbClr val="333333"/>
              </a:solidFill>
              <a:effectLst/>
            </a:endParaRPr>
          </a:p>
          <a:p>
            <a:pPr algn="l"/>
            <a:r>
              <a:rPr lang="en-US" sz="1200" b="0" i="0">
                <a:solidFill>
                  <a:srgbClr val="333333"/>
                </a:solidFill>
                <a:effectLst/>
              </a:rPr>
              <a:t>Reason:  AM policy evaluation failure (Matching AM policy not found)</a:t>
            </a:r>
          </a:p>
          <a:p>
            <a:pPr algn="l"/>
            <a:endParaRPr lang="en-US" sz="1200" b="0" i="0">
              <a:solidFill>
                <a:srgbClr val="333333"/>
              </a:solidFill>
              <a:effectLst/>
            </a:endParaRPr>
          </a:p>
          <a:p>
            <a:pPr algn="l"/>
            <a:r>
              <a:rPr lang="en-US" sz="1200" b="0" i="0">
                <a:solidFill>
                  <a:srgbClr val="333333"/>
                </a:solidFill>
                <a:effectLst/>
              </a:rPr>
              <a:t>Steps to Resolve: </a:t>
            </a:r>
          </a:p>
          <a:p>
            <a:pPr algn="l"/>
            <a:endParaRPr lang="en-US" sz="1200" b="0" i="0">
              <a:solidFill>
                <a:srgbClr val="333333"/>
              </a:solidFill>
              <a:effectLst/>
            </a:endParaRPr>
          </a:p>
          <a:p>
            <a:pPr algn="l">
              <a:buFont typeface="+mj-lt"/>
              <a:buAutoNum type="arabicPeriod"/>
            </a:pPr>
            <a:r>
              <a:rPr lang="en-US" sz="1200" b="0" i="0">
                <a:solidFill>
                  <a:srgbClr val="333333"/>
                </a:solidFill>
                <a:effectLst/>
              </a:rPr>
              <a:t>Check for Subscriber category by searching and viewing subscriber in </a:t>
            </a:r>
            <a:r>
              <a:rPr lang="en-US" sz="1200" b="0" i="1">
                <a:solidFill>
                  <a:srgbClr val="333333"/>
                </a:solidFill>
                <a:effectLst/>
              </a:rPr>
              <a:t>Subscriber Management -&gt; Policy</a:t>
            </a:r>
            <a:r>
              <a:rPr lang="en-US" sz="1200" b="0" i="0">
                <a:solidFill>
                  <a:srgbClr val="333333"/>
                </a:solidFill>
                <a:effectLst/>
              </a:rPr>
              <a:t> dropdown in </a:t>
            </a:r>
            <a:r>
              <a:rPr lang="en-US" sz="1200" b="0" i="1">
                <a:solidFill>
                  <a:srgbClr val="333333"/>
                </a:solidFill>
                <a:effectLst/>
              </a:rPr>
              <a:t>Data Type.</a:t>
            </a:r>
          </a:p>
          <a:p>
            <a:pPr algn="l"/>
            <a:endParaRPr lang="en-US" sz="1200" b="0" i="0">
              <a:solidFill>
                <a:srgbClr val="333333"/>
              </a:solidFill>
              <a:effectLst/>
            </a:endParaRPr>
          </a:p>
          <a:p>
            <a:pPr algn="l"/>
            <a:r>
              <a:rPr lang="en-US" sz="1200">
                <a:solidFill>
                  <a:srgbClr val="333333"/>
                </a:solidFill>
              </a:rPr>
              <a:t>2. Obtain subscriber category from step 1 and search this category in PCF portal under Subscriber Categories.</a:t>
            </a:r>
          </a:p>
          <a:p>
            <a:pPr algn="l"/>
            <a:endParaRPr lang="en-US" sz="1200">
              <a:solidFill>
                <a:srgbClr val="333333"/>
              </a:solidFill>
            </a:endParaRPr>
          </a:p>
          <a:p>
            <a:pPr algn="l"/>
            <a:r>
              <a:rPr lang="en-US" sz="1200" b="0" i="0">
                <a:solidFill>
                  <a:srgbClr val="333333"/>
                </a:solidFill>
                <a:effectLst/>
              </a:rPr>
              <a:t>3. Once you find a category, check </a:t>
            </a:r>
            <a:r>
              <a:rPr lang="en-US" sz="1200" b="0" i="1">
                <a:solidFill>
                  <a:srgbClr val="333333"/>
                </a:solidFill>
                <a:effectLst/>
              </a:rPr>
              <a:t>AM Policy</a:t>
            </a:r>
            <a:r>
              <a:rPr lang="en-US" sz="1200" b="0" i="0">
                <a:solidFill>
                  <a:srgbClr val="333333"/>
                </a:solidFill>
                <a:effectLst/>
              </a:rPr>
              <a:t> section in the category. Then check rules configured to evaluate a particular AM policy.</a:t>
            </a:r>
          </a:p>
          <a:p>
            <a:pPr algn="l"/>
            <a:endParaRPr lang="en-US" sz="1200" b="0" i="0">
              <a:solidFill>
                <a:srgbClr val="333333"/>
              </a:solidFill>
              <a:effectLst/>
            </a:endParaRPr>
          </a:p>
          <a:p>
            <a:pPr algn="l"/>
            <a:r>
              <a:rPr lang="en-US" sz="1200" b="0" i="0">
                <a:solidFill>
                  <a:srgbClr val="333333"/>
                </a:solidFill>
                <a:effectLst/>
              </a:rPr>
              <a:t>4. If the rules do not have the correct configuration, then correct it as per business needs by using various condition assets. </a:t>
            </a:r>
          </a:p>
          <a:p>
            <a:pPr algn="l">
              <a:buFont typeface="+mj-lt"/>
              <a:buAutoNum type="arabicPeriod"/>
            </a:pPr>
            <a:endParaRPr lang="en-US" sz="1200">
              <a:solidFill>
                <a:srgbClr val="333333"/>
              </a:solidFill>
            </a:endParaRPr>
          </a:p>
          <a:p>
            <a:r>
              <a:rPr lang="en-IN" sz="1200" b="0" i="0">
                <a:solidFill>
                  <a:srgbClr val="333333"/>
                </a:solidFill>
                <a:effectLst/>
              </a:rPr>
              <a:t>Check Logs</a:t>
            </a:r>
            <a:endParaRPr lang="en-US" sz="1200" b="0" i="0">
              <a:solidFill>
                <a:srgbClr val="333333"/>
              </a:solidFill>
              <a:effectLst/>
            </a:endParaRPr>
          </a:p>
          <a:p>
            <a:pPr algn="l">
              <a:buFont typeface="+mj-lt"/>
              <a:buAutoNum type="arabicPeriod"/>
            </a:pPr>
            <a:endParaRPr lang="en-US" sz="1200" b="0" i="0">
              <a:solidFill>
                <a:srgbClr val="333333"/>
              </a:solidFill>
              <a:effectLst/>
              <a:latin typeface="Arial" panose="020B0604020202020204" pitchFamily="34" charset="0"/>
            </a:endParaRPr>
          </a:p>
        </p:txBody>
      </p:sp>
    </p:spTree>
    <p:custDataLst>
      <p:tags r:id="rId1"/>
    </p:custDataLst>
    <p:extLst>
      <p:ext uri="{BB962C8B-B14F-4D97-AF65-F5344CB8AC3E}">
        <p14:creationId xmlns:p14="http://schemas.microsoft.com/office/powerpoint/2010/main" val="10920030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42913" y="457994"/>
            <a:ext cx="11269662" cy="684212"/>
          </a:xfrm>
        </p:spPr>
        <p:txBody>
          <a:bodyPr/>
          <a:lstStyle/>
          <a:p>
            <a:r>
              <a:rPr lang="en-US" sz="3600">
                <a:solidFill>
                  <a:schemeClr val="bg1"/>
                </a:solidFill>
              </a:rPr>
              <a:t>AM Policy is not getting applied to subscriber</a:t>
            </a:r>
          </a:p>
        </p:txBody>
      </p:sp>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12</a:t>
            </a:fld>
            <a:endParaRPr lang="en-US"/>
          </a:p>
        </p:txBody>
      </p:sp>
      <p:sp>
        <p:nvSpPr>
          <p:cNvPr id="5" name="Content Placeholder 4">
            <a:extLst>
              <a:ext uri="{FF2B5EF4-FFF2-40B4-BE49-F238E27FC236}">
                <a16:creationId xmlns:a16="http://schemas.microsoft.com/office/drawing/2014/main" id="{B3F41200-3D7D-4D9F-8AC7-CB92286A2D1C}"/>
              </a:ext>
            </a:extLst>
          </p:cNvPr>
          <p:cNvSpPr>
            <a:spLocks noGrp="1"/>
          </p:cNvSpPr>
          <p:nvPr>
            <p:ph idx="1"/>
          </p:nvPr>
        </p:nvSpPr>
        <p:spPr/>
        <p:txBody>
          <a:bodyPr>
            <a:normAutofit/>
          </a:bodyPr>
          <a:lstStyle/>
          <a:p>
            <a:pPr marL="0" indent="0" algn="l">
              <a:buNone/>
            </a:pPr>
            <a:endParaRPr lang="en-US" b="0" i="0">
              <a:solidFill>
                <a:srgbClr val="333333"/>
              </a:solidFill>
              <a:effectLst/>
              <a:latin typeface="Arial" panose="020B0604020202020204" pitchFamily="34" charset="0"/>
            </a:endParaRPr>
          </a:p>
          <a:p>
            <a:pPr marL="0" indent="0" algn="l">
              <a:buNone/>
            </a:pPr>
            <a:endParaRPr lang="en-US" b="0" i="0">
              <a:solidFill>
                <a:srgbClr val="333333"/>
              </a:solidFill>
              <a:effectLst/>
              <a:latin typeface="Arial" panose="020B0604020202020204" pitchFamily="34" charset="0"/>
            </a:endParaRPr>
          </a:p>
          <a:p>
            <a:pPr marL="0" indent="0">
              <a:buNone/>
            </a:pPr>
            <a:endParaRPr lang="en-IN"/>
          </a:p>
        </p:txBody>
      </p:sp>
      <p:sp>
        <p:nvSpPr>
          <p:cNvPr id="7" name="TextBox 6">
            <a:extLst>
              <a:ext uri="{FF2B5EF4-FFF2-40B4-BE49-F238E27FC236}">
                <a16:creationId xmlns:a16="http://schemas.microsoft.com/office/drawing/2014/main" id="{A6657038-FCCE-444F-BEE7-76DFBE3CBCC6}"/>
              </a:ext>
            </a:extLst>
          </p:cNvPr>
          <p:cNvSpPr txBox="1"/>
          <p:nvPr/>
        </p:nvSpPr>
        <p:spPr>
          <a:xfrm>
            <a:off x="649778" y="1422024"/>
            <a:ext cx="11778563" cy="2308324"/>
          </a:xfrm>
          <a:prstGeom prst="rect">
            <a:avLst/>
          </a:prstGeom>
          <a:noFill/>
        </p:spPr>
        <p:txBody>
          <a:bodyPr wrap="square">
            <a:spAutoFit/>
          </a:bodyPr>
          <a:lstStyle/>
          <a:p>
            <a:r>
              <a:rPr lang="en-US" sz="1200" b="1">
                <a:solidFill>
                  <a:srgbClr val="333333"/>
                </a:solidFill>
              </a:rPr>
              <a:t>Case 3</a:t>
            </a:r>
          </a:p>
          <a:p>
            <a:endParaRPr lang="en-US" sz="1200">
              <a:solidFill>
                <a:srgbClr val="333333"/>
              </a:solidFill>
            </a:endParaRPr>
          </a:p>
          <a:p>
            <a:r>
              <a:rPr lang="en-US" sz="1200">
                <a:solidFill>
                  <a:srgbClr val="333333"/>
                </a:solidFill>
              </a:rPr>
              <a:t>Message: API: Individual AM Policy Association (Update)</a:t>
            </a:r>
          </a:p>
          <a:p>
            <a:endParaRPr lang="en-US" sz="1200">
              <a:solidFill>
                <a:srgbClr val="333333"/>
              </a:solidFill>
            </a:endParaRPr>
          </a:p>
          <a:p>
            <a:r>
              <a:rPr lang="en-US" sz="1200">
                <a:solidFill>
                  <a:srgbClr val="333333"/>
                </a:solidFill>
              </a:rPr>
              <a:t>Reason: AM policy association is not present in PCF. The end-user specified in the request is unknown to the PCF.</a:t>
            </a:r>
          </a:p>
          <a:p>
            <a:endParaRPr lang="en-US" sz="1200">
              <a:solidFill>
                <a:srgbClr val="333333"/>
              </a:solidFill>
            </a:endParaRPr>
          </a:p>
          <a:p>
            <a:r>
              <a:rPr lang="en-US" sz="1200">
                <a:solidFill>
                  <a:srgbClr val="333333"/>
                </a:solidFill>
              </a:rPr>
              <a:t>Resolution: </a:t>
            </a:r>
          </a:p>
          <a:p>
            <a:r>
              <a:rPr lang="en-US" sz="1200">
                <a:solidFill>
                  <a:srgbClr val="333333"/>
                </a:solidFill>
              </a:rPr>
              <a:t>Ensure AM policy association is present and re-create AM policy session from AMF. This is a client-side error from AMF.</a:t>
            </a:r>
          </a:p>
          <a:p>
            <a:endParaRPr lang="en-US" sz="1200">
              <a:solidFill>
                <a:srgbClr val="333333"/>
              </a:solidFill>
            </a:endParaRPr>
          </a:p>
          <a:p>
            <a:r>
              <a:rPr lang="en-US" sz="1200">
                <a:solidFill>
                  <a:srgbClr val="333333"/>
                </a:solidFill>
              </a:rPr>
              <a:t>Check Logs</a:t>
            </a:r>
          </a:p>
          <a:p>
            <a:pPr algn="l"/>
            <a:endParaRPr lang="en-US" sz="1200">
              <a:solidFill>
                <a:srgbClr val="333333"/>
              </a:solidFill>
              <a:latin typeface="Arial" panose="020B0604020202020204" pitchFamily="34" charset="0"/>
            </a:endParaRPr>
          </a:p>
          <a:p>
            <a:pPr algn="l"/>
            <a:r>
              <a:rPr lang="en-US" sz="1200" b="0" i="0">
                <a:solidFill>
                  <a:srgbClr val="333333"/>
                </a:solidFill>
                <a:effectLst/>
              </a:rPr>
              <a:t> </a:t>
            </a:r>
          </a:p>
        </p:txBody>
      </p:sp>
    </p:spTree>
    <p:custDataLst>
      <p:tags r:id="rId1"/>
    </p:custDataLst>
    <p:extLst>
      <p:ext uri="{BB962C8B-B14F-4D97-AF65-F5344CB8AC3E}">
        <p14:creationId xmlns:p14="http://schemas.microsoft.com/office/powerpoint/2010/main" val="12318753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42913" y="457994"/>
            <a:ext cx="11269662" cy="684212"/>
          </a:xfrm>
        </p:spPr>
        <p:txBody>
          <a:bodyPr/>
          <a:lstStyle/>
          <a:p>
            <a:r>
              <a:rPr lang="en-US" sz="3600">
                <a:solidFill>
                  <a:schemeClr val="bg1"/>
                </a:solidFill>
              </a:rPr>
              <a:t>AM Policy is not getting applied to subscriber</a:t>
            </a:r>
          </a:p>
        </p:txBody>
      </p:sp>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13</a:t>
            </a:fld>
            <a:endParaRPr lang="en-US"/>
          </a:p>
        </p:txBody>
      </p:sp>
      <p:sp>
        <p:nvSpPr>
          <p:cNvPr id="5" name="Content Placeholder 4">
            <a:extLst>
              <a:ext uri="{FF2B5EF4-FFF2-40B4-BE49-F238E27FC236}">
                <a16:creationId xmlns:a16="http://schemas.microsoft.com/office/drawing/2014/main" id="{B3F41200-3D7D-4D9F-8AC7-CB92286A2D1C}"/>
              </a:ext>
            </a:extLst>
          </p:cNvPr>
          <p:cNvSpPr>
            <a:spLocks noGrp="1"/>
          </p:cNvSpPr>
          <p:nvPr>
            <p:ph idx="1"/>
          </p:nvPr>
        </p:nvSpPr>
        <p:spPr/>
        <p:txBody>
          <a:bodyPr>
            <a:normAutofit/>
          </a:bodyPr>
          <a:lstStyle/>
          <a:p>
            <a:pPr marL="0" indent="0" algn="l">
              <a:buNone/>
            </a:pPr>
            <a:endParaRPr lang="en-US" b="0" i="0">
              <a:solidFill>
                <a:srgbClr val="333333"/>
              </a:solidFill>
              <a:effectLst/>
              <a:latin typeface="Arial" panose="020B0604020202020204" pitchFamily="34" charset="0"/>
            </a:endParaRPr>
          </a:p>
          <a:p>
            <a:pPr marL="0" indent="0" algn="l">
              <a:buNone/>
            </a:pPr>
            <a:endParaRPr lang="en-US" b="0" i="0">
              <a:solidFill>
                <a:srgbClr val="333333"/>
              </a:solidFill>
              <a:effectLst/>
              <a:latin typeface="Arial" panose="020B0604020202020204" pitchFamily="34" charset="0"/>
            </a:endParaRPr>
          </a:p>
          <a:p>
            <a:pPr marL="0" indent="0">
              <a:buNone/>
            </a:pPr>
            <a:endParaRPr lang="en-IN"/>
          </a:p>
        </p:txBody>
      </p:sp>
      <p:sp>
        <p:nvSpPr>
          <p:cNvPr id="7" name="TextBox 6">
            <a:extLst>
              <a:ext uri="{FF2B5EF4-FFF2-40B4-BE49-F238E27FC236}">
                <a16:creationId xmlns:a16="http://schemas.microsoft.com/office/drawing/2014/main" id="{A6657038-FCCE-444F-BEE7-76DFBE3CBCC6}"/>
              </a:ext>
            </a:extLst>
          </p:cNvPr>
          <p:cNvSpPr txBox="1"/>
          <p:nvPr/>
        </p:nvSpPr>
        <p:spPr>
          <a:xfrm>
            <a:off x="558338" y="1508484"/>
            <a:ext cx="11778563" cy="3231654"/>
          </a:xfrm>
          <a:prstGeom prst="rect">
            <a:avLst/>
          </a:prstGeom>
          <a:noFill/>
        </p:spPr>
        <p:txBody>
          <a:bodyPr wrap="square">
            <a:spAutoFit/>
          </a:bodyPr>
          <a:lstStyle/>
          <a:p>
            <a:pPr algn="l"/>
            <a:r>
              <a:rPr lang="en-US" sz="1200" b="1" i="0">
                <a:solidFill>
                  <a:srgbClr val="333333"/>
                </a:solidFill>
                <a:effectLst/>
              </a:rPr>
              <a:t>Case 4</a:t>
            </a:r>
          </a:p>
          <a:p>
            <a:pPr algn="l"/>
            <a:endParaRPr lang="en-US" sz="1200" b="0" i="0">
              <a:solidFill>
                <a:srgbClr val="333333"/>
              </a:solidFill>
              <a:effectLst/>
            </a:endParaRPr>
          </a:p>
          <a:p>
            <a:pPr algn="l"/>
            <a:r>
              <a:rPr lang="en-US" sz="1200" b="0" i="0">
                <a:solidFill>
                  <a:srgbClr val="333333"/>
                </a:solidFill>
                <a:effectLst/>
              </a:rPr>
              <a:t>Message: API - Individual AM Policy Association (Update)</a:t>
            </a:r>
          </a:p>
          <a:p>
            <a:pPr algn="l"/>
            <a:endParaRPr lang="en-US" sz="1200" b="0" i="0">
              <a:solidFill>
                <a:srgbClr val="333333"/>
              </a:solidFill>
              <a:effectLst/>
            </a:endParaRPr>
          </a:p>
          <a:p>
            <a:pPr algn="l"/>
            <a:r>
              <a:rPr lang="en-US" sz="1200" b="0" i="0">
                <a:solidFill>
                  <a:srgbClr val="333333"/>
                </a:solidFill>
                <a:effectLst/>
              </a:rPr>
              <a:t>Reason: AM policy evaluation failure (Matching AM policy not found.)</a:t>
            </a:r>
          </a:p>
          <a:p>
            <a:pPr algn="l"/>
            <a:endParaRPr lang="en-US" sz="1200" b="0" i="0">
              <a:solidFill>
                <a:srgbClr val="333333"/>
              </a:solidFill>
              <a:effectLst/>
            </a:endParaRPr>
          </a:p>
          <a:p>
            <a:pPr algn="l"/>
            <a:r>
              <a:rPr lang="en-US" sz="1200" b="0" i="0">
                <a:solidFill>
                  <a:srgbClr val="333333"/>
                </a:solidFill>
                <a:effectLst/>
              </a:rPr>
              <a:t>Steps to resolve: </a:t>
            </a:r>
          </a:p>
          <a:p>
            <a:pPr algn="l"/>
            <a:endParaRPr lang="en-US" sz="1200" b="0" i="0">
              <a:solidFill>
                <a:srgbClr val="333333"/>
              </a:solidFill>
              <a:effectLst/>
            </a:endParaRPr>
          </a:p>
          <a:p>
            <a:pPr algn="l">
              <a:buFont typeface="+mj-lt"/>
              <a:buAutoNum type="arabicPeriod"/>
            </a:pPr>
            <a:r>
              <a:rPr lang="en-US" sz="1200" b="0" i="0">
                <a:solidFill>
                  <a:srgbClr val="333333"/>
                </a:solidFill>
                <a:effectLst/>
              </a:rPr>
              <a:t>Check subscriber category by searching and viewing subscriber in </a:t>
            </a:r>
            <a:r>
              <a:rPr lang="en-US" sz="1200" b="0" i="1">
                <a:solidFill>
                  <a:srgbClr val="333333"/>
                </a:solidFill>
                <a:effectLst/>
              </a:rPr>
              <a:t>Subscriber Management -&gt; Policy</a:t>
            </a:r>
            <a:r>
              <a:rPr lang="en-US" sz="1200" b="0" i="0">
                <a:solidFill>
                  <a:srgbClr val="333333"/>
                </a:solidFill>
                <a:effectLst/>
              </a:rPr>
              <a:t> dropdown in </a:t>
            </a:r>
            <a:r>
              <a:rPr lang="en-US" sz="1200" b="0" i="1">
                <a:solidFill>
                  <a:srgbClr val="333333"/>
                </a:solidFill>
                <a:effectLst/>
              </a:rPr>
              <a:t>Data Type.</a:t>
            </a:r>
          </a:p>
          <a:p>
            <a:pPr algn="l"/>
            <a:endParaRPr lang="en-US" sz="1200" b="0" i="0">
              <a:solidFill>
                <a:srgbClr val="333333"/>
              </a:solidFill>
              <a:effectLst/>
            </a:endParaRPr>
          </a:p>
          <a:p>
            <a:pPr algn="l"/>
            <a:r>
              <a:rPr lang="en-US" sz="1200" b="0" i="0">
                <a:solidFill>
                  <a:srgbClr val="333333"/>
                </a:solidFill>
                <a:effectLst/>
              </a:rPr>
              <a:t>2. Obtain subscriber category from step 1 and search this category in PCF portal under </a:t>
            </a:r>
            <a:r>
              <a:rPr lang="en-US" sz="1200" b="0" i="1">
                <a:solidFill>
                  <a:srgbClr val="333333"/>
                </a:solidFill>
                <a:effectLst/>
              </a:rPr>
              <a:t>Subscriber Categories</a:t>
            </a:r>
          </a:p>
          <a:p>
            <a:pPr algn="l"/>
            <a:endParaRPr lang="en-US" sz="1200" b="0" i="0">
              <a:solidFill>
                <a:srgbClr val="333333"/>
              </a:solidFill>
              <a:effectLst/>
            </a:endParaRPr>
          </a:p>
          <a:p>
            <a:pPr algn="l"/>
            <a:r>
              <a:rPr lang="en-US" sz="1200" b="0" i="0">
                <a:solidFill>
                  <a:srgbClr val="333333"/>
                </a:solidFill>
                <a:effectLst/>
              </a:rPr>
              <a:t>3. Once you find a category, check </a:t>
            </a:r>
            <a:r>
              <a:rPr lang="en-US" sz="1200" b="0" i="1">
                <a:solidFill>
                  <a:srgbClr val="333333"/>
                </a:solidFill>
                <a:effectLst/>
              </a:rPr>
              <a:t>AM P </a:t>
            </a:r>
            <a:r>
              <a:rPr lang="en-US" sz="1200" b="0" i="1" err="1">
                <a:solidFill>
                  <a:srgbClr val="333333"/>
                </a:solidFill>
                <a:effectLst/>
              </a:rPr>
              <a:t>olicy</a:t>
            </a:r>
            <a:r>
              <a:rPr lang="en-US" sz="1200" b="0" i="0">
                <a:solidFill>
                  <a:srgbClr val="333333"/>
                </a:solidFill>
                <a:effectLst/>
              </a:rPr>
              <a:t> section in the category. Check for rules configured under this section to evaluate a particular AM policy.</a:t>
            </a:r>
          </a:p>
          <a:p>
            <a:pPr algn="l">
              <a:buFont typeface="+mj-lt"/>
              <a:buAutoNum type="arabicPeriod"/>
            </a:pPr>
            <a:endParaRPr lang="en-US" sz="1200" b="0" i="0">
              <a:solidFill>
                <a:srgbClr val="333333"/>
              </a:solidFill>
              <a:effectLst/>
            </a:endParaRPr>
          </a:p>
          <a:p>
            <a:pPr algn="l"/>
            <a:r>
              <a:rPr lang="en-US" sz="1200" b="0" i="0">
                <a:solidFill>
                  <a:srgbClr val="333333"/>
                </a:solidFill>
                <a:effectLst/>
              </a:rPr>
              <a:t>4. If the rules do not have the correct configuration, then correct it as per business needs and use various condition assets.</a:t>
            </a:r>
          </a:p>
          <a:p>
            <a:pPr algn="l"/>
            <a:endParaRPr lang="en-US" sz="1200" b="0" i="0">
              <a:solidFill>
                <a:srgbClr val="333333"/>
              </a:solidFill>
              <a:effectLst/>
            </a:endParaRPr>
          </a:p>
          <a:p>
            <a:pPr algn="l"/>
            <a:r>
              <a:rPr lang="en-US" sz="1200" b="0" i="0">
                <a:solidFill>
                  <a:srgbClr val="333333"/>
                </a:solidFill>
                <a:effectLst/>
              </a:rPr>
              <a:t>Check Logs</a:t>
            </a:r>
          </a:p>
        </p:txBody>
      </p:sp>
    </p:spTree>
    <p:custDataLst>
      <p:tags r:id="rId1"/>
    </p:custDataLst>
    <p:extLst>
      <p:ext uri="{BB962C8B-B14F-4D97-AF65-F5344CB8AC3E}">
        <p14:creationId xmlns:p14="http://schemas.microsoft.com/office/powerpoint/2010/main" val="10589736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42913" y="457994"/>
            <a:ext cx="11269662" cy="684212"/>
          </a:xfrm>
        </p:spPr>
        <p:txBody>
          <a:bodyPr/>
          <a:lstStyle/>
          <a:p>
            <a:r>
              <a:rPr lang="en-US" sz="3600">
                <a:solidFill>
                  <a:schemeClr val="bg1"/>
                </a:solidFill>
              </a:rPr>
              <a:t>AM Policy is not getting applied to subscriber</a:t>
            </a:r>
          </a:p>
        </p:txBody>
      </p:sp>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14</a:t>
            </a:fld>
            <a:endParaRPr lang="en-US"/>
          </a:p>
        </p:txBody>
      </p:sp>
      <p:sp>
        <p:nvSpPr>
          <p:cNvPr id="5" name="Content Placeholder 4">
            <a:extLst>
              <a:ext uri="{FF2B5EF4-FFF2-40B4-BE49-F238E27FC236}">
                <a16:creationId xmlns:a16="http://schemas.microsoft.com/office/drawing/2014/main" id="{B3F41200-3D7D-4D9F-8AC7-CB92286A2D1C}"/>
              </a:ext>
            </a:extLst>
          </p:cNvPr>
          <p:cNvSpPr>
            <a:spLocks noGrp="1"/>
          </p:cNvSpPr>
          <p:nvPr>
            <p:ph idx="1"/>
          </p:nvPr>
        </p:nvSpPr>
        <p:spPr/>
        <p:txBody>
          <a:bodyPr>
            <a:normAutofit/>
          </a:bodyPr>
          <a:lstStyle/>
          <a:p>
            <a:pPr marL="0" indent="0" algn="l">
              <a:buNone/>
            </a:pPr>
            <a:endParaRPr lang="en-US" b="0" i="0">
              <a:solidFill>
                <a:srgbClr val="333333"/>
              </a:solidFill>
              <a:effectLst/>
              <a:latin typeface="Arial" panose="020B0604020202020204" pitchFamily="34" charset="0"/>
            </a:endParaRPr>
          </a:p>
          <a:p>
            <a:pPr marL="0" indent="0" algn="l">
              <a:buNone/>
            </a:pPr>
            <a:endParaRPr lang="en-US" b="0" i="0">
              <a:solidFill>
                <a:srgbClr val="333333"/>
              </a:solidFill>
              <a:effectLst/>
              <a:latin typeface="Arial" panose="020B0604020202020204" pitchFamily="34" charset="0"/>
            </a:endParaRPr>
          </a:p>
          <a:p>
            <a:pPr marL="0" indent="0">
              <a:buNone/>
            </a:pPr>
            <a:endParaRPr lang="en-IN"/>
          </a:p>
        </p:txBody>
      </p:sp>
      <p:sp>
        <p:nvSpPr>
          <p:cNvPr id="7" name="TextBox 6">
            <a:extLst>
              <a:ext uri="{FF2B5EF4-FFF2-40B4-BE49-F238E27FC236}">
                <a16:creationId xmlns:a16="http://schemas.microsoft.com/office/drawing/2014/main" id="{A6657038-FCCE-444F-BEE7-76DFBE3CBCC6}"/>
              </a:ext>
            </a:extLst>
          </p:cNvPr>
          <p:cNvSpPr txBox="1"/>
          <p:nvPr/>
        </p:nvSpPr>
        <p:spPr>
          <a:xfrm>
            <a:off x="649778" y="1422024"/>
            <a:ext cx="11778563" cy="2677656"/>
          </a:xfrm>
          <a:prstGeom prst="rect">
            <a:avLst/>
          </a:prstGeom>
          <a:noFill/>
        </p:spPr>
        <p:txBody>
          <a:bodyPr wrap="square">
            <a:spAutoFit/>
          </a:bodyPr>
          <a:lstStyle/>
          <a:p>
            <a:pPr algn="l"/>
            <a:r>
              <a:rPr lang="en-US" sz="1200" b="1" i="0">
                <a:solidFill>
                  <a:srgbClr val="333333"/>
                </a:solidFill>
                <a:effectLst/>
              </a:rPr>
              <a:t>HTTP Error Code 500</a:t>
            </a:r>
          </a:p>
          <a:p>
            <a:pPr algn="l"/>
            <a:endParaRPr lang="en-US" sz="1200" b="1" i="0">
              <a:solidFill>
                <a:srgbClr val="333333"/>
              </a:solidFill>
              <a:effectLst/>
            </a:endParaRPr>
          </a:p>
          <a:p>
            <a:pPr algn="l"/>
            <a:r>
              <a:rPr lang="en-US" sz="1200" b="1" i="0">
                <a:solidFill>
                  <a:srgbClr val="333333"/>
                </a:solidFill>
                <a:effectLst/>
              </a:rPr>
              <a:t>Message</a:t>
            </a:r>
            <a:r>
              <a:rPr lang="en-US" sz="1200" b="0" i="0">
                <a:solidFill>
                  <a:srgbClr val="333333"/>
                </a:solidFill>
                <a:effectLst/>
              </a:rPr>
              <a:t>: API - AM Policy Associations (Create) / Individual AM Policy Association (Update)</a:t>
            </a:r>
          </a:p>
          <a:p>
            <a:pPr algn="l"/>
            <a:endParaRPr lang="en-US" sz="1200" b="1" i="0">
              <a:solidFill>
                <a:srgbClr val="333333"/>
              </a:solidFill>
              <a:effectLst/>
            </a:endParaRPr>
          </a:p>
          <a:p>
            <a:pPr algn="l"/>
            <a:r>
              <a:rPr lang="en-US" sz="1200" b="1" i="0">
                <a:solidFill>
                  <a:srgbClr val="333333"/>
                </a:solidFill>
                <a:effectLst/>
              </a:rPr>
              <a:t>Reason</a:t>
            </a:r>
            <a:r>
              <a:rPr lang="en-US" sz="1200" b="0" i="0">
                <a:solidFill>
                  <a:srgbClr val="333333"/>
                </a:solidFill>
                <a:effectLst/>
              </a:rPr>
              <a:t>: UDR PCF is not reachable (UDR service down)</a:t>
            </a:r>
          </a:p>
          <a:p>
            <a:pPr algn="l"/>
            <a:endParaRPr lang="en-US" sz="1200" b="0" i="0">
              <a:solidFill>
                <a:srgbClr val="333333"/>
              </a:solidFill>
              <a:effectLst/>
            </a:endParaRPr>
          </a:p>
          <a:p>
            <a:pPr algn="l"/>
            <a:r>
              <a:rPr lang="en-US" sz="1200" b="0" i="0">
                <a:solidFill>
                  <a:srgbClr val="333333"/>
                </a:solidFill>
                <a:effectLst/>
              </a:rPr>
              <a:t>Steps to resolve: </a:t>
            </a:r>
          </a:p>
          <a:p>
            <a:pPr algn="l"/>
            <a:endParaRPr lang="en-US" sz="1200" b="0" i="0">
              <a:solidFill>
                <a:srgbClr val="333333"/>
              </a:solidFill>
              <a:effectLst/>
            </a:endParaRPr>
          </a:p>
          <a:p>
            <a:pPr algn="l">
              <a:buFont typeface="+mj-lt"/>
              <a:buAutoNum type="arabicPeriod"/>
            </a:pPr>
            <a:r>
              <a:rPr lang="en-US" sz="1200" b="0" i="0">
                <a:solidFill>
                  <a:srgbClr val="333333"/>
                </a:solidFill>
                <a:effectLst/>
              </a:rPr>
              <a:t>Check if the UDRPCF is running. The process of checking depends on the type of infrastructure. In the case of Kubernetes, there must be a container within </a:t>
            </a:r>
            <a:r>
              <a:rPr lang="en-US" sz="1200" b="0" i="1" err="1">
                <a:solidFill>
                  <a:srgbClr val="333333"/>
                </a:solidFill>
                <a:effectLst/>
              </a:rPr>
              <a:t>pcf-pcrf</a:t>
            </a:r>
            <a:r>
              <a:rPr lang="en-US" sz="1200" b="0" i="0">
                <a:solidFill>
                  <a:srgbClr val="333333"/>
                </a:solidFill>
                <a:effectLst/>
              </a:rPr>
              <a:t> pod (or UDRPCF can be deployed as a separate standalone pod).</a:t>
            </a:r>
          </a:p>
          <a:p>
            <a:pPr algn="l"/>
            <a:endParaRPr lang="en-US" sz="1200" b="0" i="0">
              <a:solidFill>
                <a:srgbClr val="333333"/>
              </a:solidFill>
              <a:effectLst/>
            </a:endParaRPr>
          </a:p>
          <a:p>
            <a:pPr algn="l"/>
            <a:r>
              <a:rPr lang="en-US" sz="1200" b="0" i="0">
                <a:solidFill>
                  <a:srgbClr val="333333"/>
                </a:solidFill>
                <a:effectLst/>
              </a:rPr>
              <a:t>2. If it is not running, then start the process of checking UDRPCF. In the case of Kubernetes, UDRPCF gets auto restarted after 40 seconds.</a:t>
            </a:r>
          </a:p>
          <a:p>
            <a:pPr algn="l"/>
            <a:endParaRPr lang="en-US" sz="1200" b="0" i="0">
              <a:solidFill>
                <a:srgbClr val="333333"/>
              </a:solidFill>
              <a:effectLst/>
            </a:endParaRPr>
          </a:p>
          <a:p>
            <a:pPr algn="l"/>
            <a:r>
              <a:rPr lang="en-US" sz="1200" b="0" i="0">
                <a:solidFill>
                  <a:srgbClr val="333333"/>
                </a:solidFill>
                <a:effectLst/>
              </a:rPr>
              <a:t>Check Logs</a:t>
            </a:r>
          </a:p>
        </p:txBody>
      </p:sp>
    </p:spTree>
    <p:custDataLst>
      <p:tags r:id="rId1"/>
    </p:custDataLst>
    <p:extLst>
      <p:ext uri="{BB962C8B-B14F-4D97-AF65-F5344CB8AC3E}">
        <p14:creationId xmlns:p14="http://schemas.microsoft.com/office/powerpoint/2010/main" val="7084120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83F62-BBB9-431B-A37F-BDA0DC7153F6}"/>
              </a:ext>
            </a:extLst>
          </p:cNvPr>
          <p:cNvSpPr>
            <a:spLocks noGrp="1"/>
          </p:cNvSpPr>
          <p:nvPr>
            <p:ph type="title"/>
          </p:nvPr>
        </p:nvSpPr>
        <p:spPr>
          <a:xfrm>
            <a:off x="461169" y="3464005"/>
            <a:ext cx="11269662" cy="684212"/>
          </a:xfrm>
        </p:spPr>
        <p:txBody>
          <a:bodyPr/>
          <a:lstStyle/>
          <a:p>
            <a:r>
              <a:rPr lang="en-US" sz="5400"/>
              <a:t>SM Session Policy is not getting applied to subscriber</a:t>
            </a:r>
          </a:p>
        </p:txBody>
      </p:sp>
    </p:spTree>
    <p:extLst>
      <p:ext uri="{BB962C8B-B14F-4D97-AF65-F5344CB8AC3E}">
        <p14:creationId xmlns:p14="http://schemas.microsoft.com/office/powerpoint/2010/main" val="33575559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42913" y="457994"/>
            <a:ext cx="11269662" cy="684212"/>
          </a:xfrm>
        </p:spPr>
        <p:txBody>
          <a:bodyPr/>
          <a:lstStyle/>
          <a:p>
            <a:r>
              <a:rPr lang="en-US" sz="3600">
                <a:solidFill>
                  <a:schemeClr val="bg1"/>
                </a:solidFill>
              </a:rPr>
              <a:t>SM Session Policy is not getting applied to subscriber</a:t>
            </a:r>
          </a:p>
        </p:txBody>
      </p:sp>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16</a:t>
            </a:fld>
            <a:endParaRPr lang="en-US"/>
          </a:p>
        </p:txBody>
      </p:sp>
      <p:sp>
        <p:nvSpPr>
          <p:cNvPr id="5" name="Content Placeholder 4">
            <a:extLst>
              <a:ext uri="{FF2B5EF4-FFF2-40B4-BE49-F238E27FC236}">
                <a16:creationId xmlns:a16="http://schemas.microsoft.com/office/drawing/2014/main" id="{B3F41200-3D7D-4D9F-8AC7-CB92286A2D1C}"/>
              </a:ext>
            </a:extLst>
          </p:cNvPr>
          <p:cNvSpPr>
            <a:spLocks noGrp="1"/>
          </p:cNvSpPr>
          <p:nvPr>
            <p:ph idx="1"/>
          </p:nvPr>
        </p:nvSpPr>
        <p:spPr/>
        <p:txBody>
          <a:bodyPr>
            <a:normAutofit/>
          </a:bodyPr>
          <a:lstStyle/>
          <a:p>
            <a:pPr marL="0" indent="0" algn="l">
              <a:buNone/>
            </a:pPr>
            <a:r>
              <a:rPr lang="en-US" sz="1200" b="1" i="0">
                <a:solidFill>
                  <a:srgbClr val="333333"/>
                </a:solidFill>
                <a:effectLst/>
              </a:rPr>
              <a:t>Possible Causes</a:t>
            </a:r>
          </a:p>
          <a:p>
            <a:pPr lvl="1"/>
            <a:r>
              <a:rPr lang="en-US" sz="1200" b="0" i="0">
                <a:solidFill>
                  <a:srgbClr val="333333"/>
                </a:solidFill>
                <a:effectLst/>
              </a:rPr>
              <a:t>Authentication of a subscriber can fail due to the following causes: </a:t>
            </a:r>
          </a:p>
          <a:p>
            <a:pPr lvl="1"/>
            <a:r>
              <a:rPr lang="en-US" sz="1200" b="0" i="0">
                <a:solidFill>
                  <a:srgbClr val="333333"/>
                </a:solidFill>
                <a:effectLst/>
              </a:rPr>
              <a:t>Requested SUPI is not present in the system</a:t>
            </a:r>
          </a:p>
          <a:p>
            <a:pPr lvl="1"/>
            <a:r>
              <a:rPr lang="en-US" sz="1200" b="0" i="0">
                <a:solidFill>
                  <a:srgbClr val="333333"/>
                </a:solidFill>
                <a:effectLst/>
              </a:rPr>
              <a:t>User has not subscribed to SM policy</a:t>
            </a:r>
          </a:p>
          <a:p>
            <a:pPr lvl="1"/>
            <a:r>
              <a:rPr lang="en-US" sz="1200" b="0" i="0">
                <a:solidFill>
                  <a:srgbClr val="333333"/>
                </a:solidFill>
                <a:effectLst/>
              </a:rPr>
              <a:t>SM policy evaluation failure (PCC Rule or Session Rule)</a:t>
            </a:r>
          </a:p>
          <a:p>
            <a:pPr lvl="1"/>
            <a:r>
              <a:rPr lang="en-US" sz="1200" b="0" i="0">
                <a:solidFill>
                  <a:srgbClr val="333333"/>
                </a:solidFill>
                <a:effectLst/>
              </a:rPr>
              <a:t>UDR PCF is not reachable</a:t>
            </a:r>
          </a:p>
          <a:p>
            <a:pPr marL="457200" lvl="1" indent="0">
              <a:buNone/>
            </a:pPr>
            <a:endParaRPr lang="en-US" sz="1200" b="0" i="0">
              <a:solidFill>
                <a:srgbClr val="333333"/>
              </a:solidFill>
              <a:effectLst/>
            </a:endParaRPr>
          </a:p>
          <a:p>
            <a:pPr marL="0" indent="0" algn="l">
              <a:buNone/>
            </a:pPr>
            <a:r>
              <a:rPr lang="en-US" sz="1200" b="1" i="0">
                <a:solidFill>
                  <a:srgbClr val="333333"/>
                </a:solidFill>
                <a:effectLst/>
              </a:rPr>
              <a:t>Preprocessing</a:t>
            </a:r>
          </a:p>
          <a:p>
            <a:pPr lvl="1"/>
            <a:r>
              <a:rPr lang="en-US" sz="1200">
                <a:solidFill>
                  <a:srgbClr val="333333"/>
                </a:solidFill>
              </a:rPr>
              <a:t>Check if the UDR and UDRPCF are up and running.</a:t>
            </a:r>
          </a:p>
          <a:p>
            <a:pPr lvl="1"/>
            <a:r>
              <a:rPr lang="en-US" sz="1200">
                <a:solidFill>
                  <a:srgbClr val="333333"/>
                </a:solidFill>
              </a:rPr>
              <a:t>Check if a fault alarm is generated by any of the network functions.</a:t>
            </a:r>
          </a:p>
          <a:p>
            <a:pPr marL="0" indent="0" algn="l">
              <a:buNone/>
            </a:pPr>
            <a:endParaRPr lang="en-US" sz="1200" b="0" i="0">
              <a:solidFill>
                <a:srgbClr val="333333"/>
              </a:solidFill>
              <a:effectLst/>
            </a:endParaRPr>
          </a:p>
          <a:p>
            <a:pPr marL="0" indent="0" algn="l">
              <a:buNone/>
            </a:pPr>
            <a:endParaRPr lang="en-US" b="0" i="0">
              <a:solidFill>
                <a:srgbClr val="333333"/>
              </a:solidFill>
              <a:effectLst/>
              <a:latin typeface="Arial" panose="020B0604020202020204" pitchFamily="34" charset="0"/>
            </a:endParaRPr>
          </a:p>
          <a:p>
            <a:pPr marL="0" indent="0">
              <a:buNone/>
            </a:pPr>
            <a:endParaRPr lang="en-IN"/>
          </a:p>
        </p:txBody>
      </p:sp>
    </p:spTree>
    <p:custDataLst>
      <p:tags r:id="rId1"/>
    </p:custDataLst>
    <p:extLst>
      <p:ext uri="{BB962C8B-B14F-4D97-AF65-F5344CB8AC3E}">
        <p14:creationId xmlns:p14="http://schemas.microsoft.com/office/powerpoint/2010/main" val="38670426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42913" y="457994"/>
            <a:ext cx="11269662" cy="684212"/>
          </a:xfrm>
        </p:spPr>
        <p:txBody>
          <a:bodyPr/>
          <a:lstStyle/>
          <a:p>
            <a:r>
              <a:rPr lang="en-US" sz="3600">
                <a:solidFill>
                  <a:schemeClr val="bg1"/>
                </a:solidFill>
              </a:rPr>
              <a:t>SM Session Policy is not getting applied to subscriber</a:t>
            </a:r>
          </a:p>
        </p:txBody>
      </p:sp>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17</a:t>
            </a:fld>
            <a:endParaRPr lang="en-US"/>
          </a:p>
        </p:txBody>
      </p:sp>
      <p:sp>
        <p:nvSpPr>
          <p:cNvPr id="5" name="Content Placeholder 4">
            <a:extLst>
              <a:ext uri="{FF2B5EF4-FFF2-40B4-BE49-F238E27FC236}">
                <a16:creationId xmlns:a16="http://schemas.microsoft.com/office/drawing/2014/main" id="{B3F41200-3D7D-4D9F-8AC7-CB92286A2D1C}"/>
              </a:ext>
            </a:extLst>
          </p:cNvPr>
          <p:cNvSpPr>
            <a:spLocks noGrp="1"/>
          </p:cNvSpPr>
          <p:nvPr>
            <p:ph idx="1"/>
          </p:nvPr>
        </p:nvSpPr>
        <p:spPr/>
        <p:txBody>
          <a:bodyPr>
            <a:normAutofit/>
          </a:bodyPr>
          <a:lstStyle/>
          <a:p>
            <a:pPr marL="0" indent="0" algn="l">
              <a:buNone/>
            </a:pPr>
            <a:endParaRPr lang="en-US" b="0" i="0">
              <a:solidFill>
                <a:srgbClr val="333333"/>
              </a:solidFill>
              <a:effectLst/>
              <a:latin typeface="Arial" panose="020B0604020202020204" pitchFamily="34" charset="0"/>
            </a:endParaRPr>
          </a:p>
          <a:p>
            <a:pPr marL="0" indent="0" algn="l">
              <a:buNone/>
            </a:pPr>
            <a:endParaRPr lang="en-US" b="0" i="0">
              <a:solidFill>
                <a:srgbClr val="333333"/>
              </a:solidFill>
              <a:effectLst/>
              <a:latin typeface="Arial" panose="020B0604020202020204" pitchFamily="34" charset="0"/>
            </a:endParaRPr>
          </a:p>
          <a:p>
            <a:pPr marL="0" indent="0">
              <a:buNone/>
            </a:pPr>
            <a:endParaRPr lang="en-IN"/>
          </a:p>
        </p:txBody>
      </p:sp>
      <p:sp>
        <p:nvSpPr>
          <p:cNvPr id="7" name="TextBox 6">
            <a:extLst>
              <a:ext uri="{FF2B5EF4-FFF2-40B4-BE49-F238E27FC236}">
                <a16:creationId xmlns:a16="http://schemas.microsoft.com/office/drawing/2014/main" id="{FC600F77-6B9C-43FF-8107-8038F44704D6}"/>
              </a:ext>
            </a:extLst>
          </p:cNvPr>
          <p:cNvSpPr txBox="1"/>
          <p:nvPr/>
        </p:nvSpPr>
        <p:spPr>
          <a:xfrm>
            <a:off x="622195" y="1074189"/>
            <a:ext cx="10385982" cy="5325817"/>
          </a:xfrm>
          <a:prstGeom prst="rect">
            <a:avLst/>
          </a:prstGeom>
          <a:noFill/>
        </p:spPr>
        <p:txBody>
          <a:bodyPr wrap="square">
            <a:spAutoFit/>
          </a:bodyPr>
          <a:lstStyle/>
          <a:p>
            <a:pPr algn="l"/>
            <a:r>
              <a:rPr lang="en-US" sz="1200" b="1" i="0" dirty="0">
                <a:solidFill>
                  <a:srgbClr val="333333"/>
                </a:solidFill>
                <a:effectLst/>
              </a:rPr>
              <a:t>Troubleshooting Procedure</a:t>
            </a:r>
          </a:p>
          <a:p>
            <a:pPr algn="l"/>
            <a:r>
              <a:rPr lang="en-US" sz="1200" b="0" i="0" dirty="0">
                <a:solidFill>
                  <a:srgbClr val="333333"/>
                </a:solidFill>
                <a:effectLst/>
              </a:rPr>
              <a:t>The following section includes troubleshooting steps for various API messages and their error codes:</a:t>
            </a:r>
          </a:p>
          <a:p>
            <a:pPr algn="l"/>
            <a:endParaRPr lang="en-US" sz="1200" b="1" i="0" dirty="0">
              <a:solidFill>
                <a:srgbClr val="333333"/>
              </a:solidFill>
              <a:effectLst/>
            </a:endParaRPr>
          </a:p>
          <a:p>
            <a:pPr algn="l"/>
            <a:r>
              <a:rPr lang="en-US" sz="1200" b="1" i="0" dirty="0">
                <a:solidFill>
                  <a:srgbClr val="333333"/>
                </a:solidFill>
                <a:effectLst/>
              </a:rPr>
              <a:t>HTTP Error Code 400</a:t>
            </a:r>
          </a:p>
          <a:p>
            <a:pPr algn="l"/>
            <a:endParaRPr lang="en-US" sz="1200" b="0" i="0" dirty="0">
              <a:solidFill>
                <a:srgbClr val="333333"/>
              </a:solidFill>
              <a:effectLst/>
            </a:endParaRPr>
          </a:p>
          <a:p>
            <a:pPr algn="l"/>
            <a:r>
              <a:rPr lang="en-US" sz="1200" b="0" i="0" dirty="0">
                <a:solidFill>
                  <a:srgbClr val="333333"/>
                </a:solidFill>
                <a:effectLst/>
              </a:rPr>
              <a:t>This API message and error code can occur due to multiple reasons:</a:t>
            </a:r>
          </a:p>
          <a:p>
            <a:pPr algn="l"/>
            <a:endParaRPr lang="en-US" sz="1200" b="0" i="0" dirty="0">
              <a:solidFill>
                <a:srgbClr val="333333"/>
              </a:solidFill>
              <a:effectLst/>
            </a:endParaRPr>
          </a:p>
          <a:p>
            <a:pPr algn="l"/>
            <a:r>
              <a:rPr lang="en-US" sz="1200" b="1" i="0" dirty="0">
                <a:solidFill>
                  <a:srgbClr val="333333"/>
                </a:solidFill>
                <a:effectLst/>
              </a:rPr>
              <a:t>Case 1</a:t>
            </a:r>
          </a:p>
          <a:p>
            <a:pPr algn="l"/>
            <a:r>
              <a:rPr lang="en-US" sz="1200" b="0" i="0" dirty="0">
                <a:solidFill>
                  <a:srgbClr val="333333"/>
                </a:solidFill>
                <a:effectLst/>
              </a:rPr>
              <a:t>Message - </a:t>
            </a:r>
            <a:r>
              <a:rPr lang="en-US" sz="1200" b="1" i="0" dirty="0">
                <a:solidFill>
                  <a:srgbClr val="333333"/>
                </a:solidFill>
                <a:effectLst/>
              </a:rPr>
              <a:t>API: SM Policies (Create)</a:t>
            </a:r>
            <a:endParaRPr lang="en-US" sz="1200" b="0" i="0" dirty="0">
              <a:solidFill>
                <a:srgbClr val="333333"/>
              </a:solidFill>
              <a:effectLst/>
            </a:endParaRPr>
          </a:p>
          <a:p>
            <a:pPr algn="l"/>
            <a:endParaRPr lang="en-US" sz="1200" b="0" i="0" dirty="0">
              <a:solidFill>
                <a:srgbClr val="333333"/>
              </a:solidFill>
              <a:effectLst/>
            </a:endParaRPr>
          </a:p>
          <a:p>
            <a:pPr algn="l"/>
            <a:r>
              <a:rPr lang="en-US" sz="1200" b="0" i="0" dirty="0">
                <a:solidFill>
                  <a:srgbClr val="333333"/>
                </a:solidFill>
                <a:effectLst/>
              </a:rPr>
              <a:t>Reason: </a:t>
            </a:r>
          </a:p>
          <a:p>
            <a:pPr algn="l"/>
            <a:endParaRPr lang="en-US" sz="1200" b="0" i="0" dirty="0">
              <a:solidFill>
                <a:srgbClr val="333333"/>
              </a:solidFill>
              <a:effectLst/>
            </a:endParaRPr>
          </a:p>
          <a:p>
            <a:pPr algn="l">
              <a:buFont typeface="Arial" panose="020B0604020202020204" pitchFamily="34" charset="0"/>
              <a:buChar char="•"/>
            </a:pPr>
            <a:r>
              <a:rPr lang="en-US" sz="1200" b="0" i="0" dirty="0">
                <a:solidFill>
                  <a:srgbClr val="333333"/>
                </a:solidFill>
                <a:effectLst/>
              </a:rPr>
              <a:t> Incorrect SUPI passed in request Body</a:t>
            </a:r>
          </a:p>
          <a:p>
            <a:pPr algn="l"/>
            <a:endParaRPr lang="en-US" sz="1200" b="0" i="0" dirty="0">
              <a:solidFill>
                <a:srgbClr val="333333"/>
              </a:solidFill>
              <a:effectLst/>
            </a:endParaRPr>
          </a:p>
          <a:p>
            <a:pPr algn="l">
              <a:buFont typeface="Arial" panose="020B0604020202020204" pitchFamily="34" charset="0"/>
              <a:buChar char="•"/>
            </a:pPr>
            <a:r>
              <a:rPr lang="en-US" sz="1200" b="0" i="0" dirty="0">
                <a:solidFill>
                  <a:srgbClr val="333333"/>
                </a:solidFill>
                <a:effectLst/>
              </a:rPr>
              <a:t> End user specified in the request is unknown to the PCF</a:t>
            </a:r>
          </a:p>
          <a:p>
            <a:pPr algn="l"/>
            <a:endParaRPr lang="en-US" sz="1200" b="0" i="0" dirty="0">
              <a:solidFill>
                <a:srgbClr val="333333"/>
              </a:solidFill>
              <a:effectLst/>
            </a:endParaRPr>
          </a:p>
          <a:p>
            <a:pPr algn="l"/>
            <a:r>
              <a:rPr lang="en-US" sz="1200" b="0" i="0" dirty="0">
                <a:solidFill>
                  <a:srgbClr val="333333"/>
                </a:solidFill>
                <a:effectLst/>
              </a:rPr>
              <a:t>Steps to Resolve:</a:t>
            </a:r>
          </a:p>
          <a:p>
            <a:pPr algn="l"/>
            <a:endParaRPr lang="en-US" sz="1200" b="0" i="0" dirty="0">
              <a:solidFill>
                <a:srgbClr val="333333"/>
              </a:solidFill>
              <a:effectLst/>
            </a:endParaRPr>
          </a:p>
          <a:p>
            <a:pPr algn="l">
              <a:lnSpc>
                <a:spcPct val="150000"/>
              </a:lnSpc>
              <a:buFont typeface="+mj-lt"/>
              <a:buAutoNum type="arabicPeriod"/>
            </a:pPr>
            <a:r>
              <a:rPr lang="en-US" sz="1200" b="0" i="0" dirty="0">
                <a:solidFill>
                  <a:srgbClr val="333333"/>
                </a:solidFill>
                <a:effectLst/>
              </a:rPr>
              <a:t>Check if the subscriber is present in the SDM portal by searching it through </a:t>
            </a:r>
            <a:r>
              <a:rPr lang="en-US" sz="1200" b="0" i="1" dirty="0">
                <a:solidFill>
                  <a:srgbClr val="333333"/>
                </a:solidFill>
                <a:effectLst/>
              </a:rPr>
              <a:t>Subscriber Management</a:t>
            </a:r>
            <a:r>
              <a:rPr lang="en-US" sz="1200" b="0" i="0" dirty="0">
                <a:solidFill>
                  <a:srgbClr val="333333"/>
                </a:solidFill>
                <a:effectLst/>
              </a:rPr>
              <a:t> menu in SDM portal.</a:t>
            </a:r>
          </a:p>
          <a:p>
            <a:pPr algn="l">
              <a:lnSpc>
                <a:spcPct val="150000"/>
              </a:lnSpc>
              <a:buFont typeface="+mj-lt"/>
              <a:buAutoNum type="arabicPeriod"/>
            </a:pPr>
            <a:r>
              <a:rPr lang="en-US" sz="1200" b="0" i="0" dirty="0">
                <a:solidFill>
                  <a:srgbClr val="333333"/>
                </a:solidFill>
                <a:effectLst/>
              </a:rPr>
              <a:t>If Subscriber is not present, then Provision subscriber via </a:t>
            </a:r>
            <a:r>
              <a:rPr lang="en-US" sz="1200" b="0" i="1" dirty="0">
                <a:solidFill>
                  <a:srgbClr val="333333"/>
                </a:solidFill>
                <a:effectLst/>
              </a:rPr>
              <a:t>SIM Batch Management &amp; Subscriber Management</a:t>
            </a:r>
            <a:r>
              <a:rPr lang="en-US" sz="1200" b="0" i="0" dirty="0">
                <a:solidFill>
                  <a:srgbClr val="333333"/>
                </a:solidFill>
                <a:effectLst/>
              </a:rPr>
              <a:t> menus in SDM portal.</a:t>
            </a:r>
          </a:p>
          <a:p>
            <a:pPr algn="l">
              <a:lnSpc>
                <a:spcPct val="150000"/>
              </a:lnSpc>
              <a:buFont typeface="+mj-lt"/>
              <a:buAutoNum type="arabicPeriod"/>
            </a:pPr>
            <a:r>
              <a:rPr lang="en-US" sz="1200" b="0" i="0" dirty="0">
                <a:solidFill>
                  <a:srgbClr val="333333"/>
                </a:solidFill>
                <a:effectLst/>
              </a:rPr>
              <a:t>If subscriber is present, check if policy is associated with subscriber by clicking the View Subscriber, selecting </a:t>
            </a:r>
            <a:r>
              <a:rPr lang="en-US" sz="1200" b="0" i="1" dirty="0">
                <a:solidFill>
                  <a:srgbClr val="333333"/>
                </a:solidFill>
                <a:effectLst/>
              </a:rPr>
              <a:t>Policy</a:t>
            </a:r>
            <a:r>
              <a:rPr lang="en-US" sz="1200" b="0" i="0" dirty="0">
                <a:solidFill>
                  <a:srgbClr val="333333"/>
                </a:solidFill>
                <a:effectLst/>
              </a:rPr>
              <a:t> dropdown in </a:t>
            </a:r>
            <a:r>
              <a:rPr lang="en-US" sz="1200" b="0" i="1" dirty="0">
                <a:solidFill>
                  <a:srgbClr val="333333"/>
                </a:solidFill>
                <a:effectLst/>
              </a:rPr>
              <a:t>Data Type</a:t>
            </a:r>
            <a:r>
              <a:rPr lang="en-US" sz="1200" b="0" i="0" dirty="0">
                <a:solidFill>
                  <a:srgbClr val="333333"/>
                </a:solidFill>
                <a:effectLst/>
              </a:rPr>
              <a:t> section, and checking for Subscribed Slice section.</a:t>
            </a:r>
          </a:p>
          <a:p>
            <a:pPr algn="l">
              <a:lnSpc>
                <a:spcPct val="150000"/>
              </a:lnSpc>
              <a:buFont typeface="+mj-lt"/>
              <a:buAutoNum type="arabicPeriod"/>
            </a:pPr>
            <a:r>
              <a:rPr lang="en-US" sz="1200" b="0" i="0" dirty="0">
                <a:solidFill>
                  <a:srgbClr val="333333"/>
                </a:solidFill>
                <a:effectLst/>
              </a:rPr>
              <a:t>If subscriber is not associated to subscribed slice, then assign a slice to the subscriber from the same menu. Also, assign Usage Monitoring if necessary. This will complete SM policy association.</a:t>
            </a:r>
          </a:p>
          <a:p>
            <a:pPr algn="l">
              <a:lnSpc>
                <a:spcPct val="150000"/>
              </a:lnSpc>
              <a:buFont typeface="+mj-lt"/>
              <a:buAutoNum type="arabicPeriod"/>
            </a:pPr>
            <a:r>
              <a:rPr lang="en-US" sz="1200" dirty="0">
                <a:solidFill>
                  <a:srgbClr val="333333"/>
                </a:solidFill>
              </a:rPr>
              <a:t>Check Logs</a:t>
            </a:r>
          </a:p>
        </p:txBody>
      </p:sp>
    </p:spTree>
    <p:custDataLst>
      <p:tags r:id="rId1"/>
    </p:custDataLst>
    <p:extLst>
      <p:ext uri="{BB962C8B-B14F-4D97-AF65-F5344CB8AC3E}">
        <p14:creationId xmlns:p14="http://schemas.microsoft.com/office/powerpoint/2010/main" val="35195042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42913" y="457994"/>
            <a:ext cx="11269662" cy="684212"/>
          </a:xfrm>
        </p:spPr>
        <p:txBody>
          <a:bodyPr/>
          <a:lstStyle/>
          <a:p>
            <a:r>
              <a:rPr lang="en-US" sz="3600">
                <a:solidFill>
                  <a:schemeClr val="bg1"/>
                </a:solidFill>
              </a:rPr>
              <a:t>SM Session Policy is not getting applied to subscriber</a:t>
            </a:r>
          </a:p>
        </p:txBody>
      </p:sp>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18</a:t>
            </a:fld>
            <a:endParaRPr lang="en-US"/>
          </a:p>
        </p:txBody>
      </p:sp>
      <p:sp>
        <p:nvSpPr>
          <p:cNvPr id="5" name="Content Placeholder 4">
            <a:extLst>
              <a:ext uri="{FF2B5EF4-FFF2-40B4-BE49-F238E27FC236}">
                <a16:creationId xmlns:a16="http://schemas.microsoft.com/office/drawing/2014/main" id="{B3F41200-3D7D-4D9F-8AC7-CB92286A2D1C}"/>
              </a:ext>
            </a:extLst>
          </p:cNvPr>
          <p:cNvSpPr>
            <a:spLocks noGrp="1"/>
          </p:cNvSpPr>
          <p:nvPr>
            <p:ph idx="1"/>
          </p:nvPr>
        </p:nvSpPr>
        <p:spPr>
          <a:xfrm>
            <a:off x="561667" y="1233488"/>
            <a:ext cx="11269662" cy="4824412"/>
          </a:xfrm>
        </p:spPr>
        <p:txBody>
          <a:bodyPr>
            <a:normAutofit/>
          </a:bodyPr>
          <a:lstStyle/>
          <a:p>
            <a:pPr marL="0" indent="0" algn="l">
              <a:buNone/>
            </a:pPr>
            <a:r>
              <a:rPr lang="en-US" sz="1200" b="1" i="0">
                <a:solidFill>
                  <a:srgbClr val="333333"/>
                </a:solidFill>
                <a:effectLst/>
              </a:rPr>
              <a:t>Case 2</a:t>
            </a:r>
          </a:p>
          <a:p>
            <a:pPr algn="l"/>
            <a:r>
              <a:rPr lang="en-US" sz="1200" b="0" i="0">
                <a:solidFill>
                  <a:srgbClr val="333333"/>
                </a:solidFill>
                <a:effectLst/>
              </a:rPr>
              <a:t>Message: </a:t>
            </a:r>
            <a:r>
              <a:rPr lang="en-US" sz="1200" b="1" i="0">
                <a:solidFill>
                  <a:srgbClr val="333333"/>
                </a:solidFill>
                <a:effectLst/>
              </a:rPr>
              <a:t>API: SM Policies (Create) / Individual SM Policy (Update)</a:t>
            </a:r>
            <a:endParaRPr lang="en-US" sz="1200" b="0" i="0">
              <a:solidFill>
                <a:srgbClr val="333333"/>
              </a:solidFill>
              <a:effectLst/>
            </a:endParaRPr>
          </a:p>
          <a:p>
            <a:pPr algn="l"/>
            <a:r>
              <a:rPr lang="en-US" sz="1200" b="0" i="0">
                <a:solidFill>
                  <a:srgbClr val="333333"/>
                </a:solidFill>
                <a:effectLst/>
              </a:rPr>
              <a:t>Reason: All rules of SM Session failed. (No SM Session rules evaluated)</a:t>
            </a:r>
          </a:p>
          <a:p>
            <a:pPr marL="0" indent="0" algn="l">
              <a:buNone/>
            </a:pPr>
            <a:endParaRPr lang="en-US" sz="1200" b="0" i="0">
              <a:solidFill>
                <a:srgbClr val="333333"/>
              </a:solidFill>
              <a:effectLst/>
            </a:endParaRPr>
          </a:p>
          <a:p>
            <a:pPr marL="0" indent="0" algn="l">
              <a:buNone/>
            </a:pPr>
            <a:r>
              <a:rPr lang="en-US" sz="1200" b="0" i="0">
                <a:solidFill>
                  <a:srgbClr val="333333"/>
                </a:solidFill>
                <a:effectLst/>
              </a:rPr>
              <a:t>Steps to resolve: </a:t>
            </a:r>
          </a:p>
          <a:p>
            <a:pPr algn="l">
              <a:buFont typeface="+mj-lt"/>
              <a:buAutoNum type="arabicPeriod"/>
            </a:pPr>
            <a:r>
              <a:rPr lang="en-US" sz="1200" b="0" i="0">
                <a:solidFill>
                  <a:srgbClr val="333333"/>
                </a:solidFill>
                <a:effectLst/>
              </a:rPr>
              <a:t>Check Subscriber category by searching and viewing subscriber in </a:t>
            </a:r>
            <a:r>
              <a:rPr lang="en-US" sz="1200" b="0" i="1">
                <a:solidFill>
                  <a:srgbClr val="333333"/>
                </a:solidFill>
                <a:effectLst/>
              </a:rPr>
              <a:t>Subscriber Management -&gt; Policy</a:t>
            </a:r>
            <a:r>
              <a:rPr lang="en-US" sz="1200" b="0" i="0">
                <a:solidFill>
                  <a:srgbClr val="333333"/>
                </a:solidFill>
                <a:effectLst/>
              </a:rPr>
              <a:t> dropdown in </a:t>
            </a:r>
            <a:r>
              <a:rPr lang="en-US" sz="1200" b="0" i="1">
                <a:solidFill>
                  <a:srgbClr val="333333"/>
                </a:solidFill>
                <a:effectLst/>
              </a:rPr>
              <a:t>Data Type</a:t>
            </a:r>
            <a:r>
              <a:rPr lang="en-US" sz="1200" b="0" i="0">
                <a:solidFill>
                  <a:srgbClr val="333333"/>
                </a:solidFill>
                <a:effectLst/>
              </a:rPr>
              <a:t> section check Subscriber Category.</a:t>
            </a:r>
          </a:p>
          <a:p>
            <a:pPr algn="l">
              <a:buFont typeface="+mj-lt"/>
              <a:buAutoNum type="arabicPeriod"/>
            </a:pPr>
            <a:r>
              <a:rPr lang="en-US" sz="1200" b="0" i="0">
                <a:solidFill>
                  <a:srgbClr val="333333"/>
                </a:solidFill>
                <a:effectLst/>
              </a:rPr>
              <a:t>Obtain subscriber category from step 1 and search this category in PCF portal under </a:t>
            </a:r>
            <a:r>
              <a:rPr lang="en-US" sz="1200" b="0" i="1">
                <a:solidFill>
                  <a:srgbClr val="333333"/>
                </a:solidFill>
                <a:effectLst/>
              </a:rPr>
              <a:t>Subscriber Categories</a:t>
            </a:r>
            <a:endParaRPr lang="en-US" sz="1200" b="0" i="0">
              <a:solidFill>
                <a:srgbClr val="333333"/>
              </a:solidFill>
              <a:effectLst/>
            </a:endParaRPr>
          </a:p>
          <a:p>
            <a:pPr algn="l">
              <a:buFont typeface="+mj-lt"/>
              <a:buAutoNum type="arabicPeriod"/>
            </a:pPr>
            <a:r>
              <a:rPr lang="en-US" sz="1200" b="0" i="0">
                <a:solidFill>
                  <a:srgbClr val="333333"/>
                </a:solidFill>
                <a:effectLst/>
              </a:rPr>
              <a:t>Find category check </a:t>
            </a:r>
            <a:r>
              <a:rPr lang="en-US" sz="1200" b="0" i="1">
                <a:solidFill>
                  <a:srgbClr val="333333"/>
                </a:solidFill>
                <a:effectLst/>
              </a:rPr>
              <a:t>SM P </a:t>
            </a:r>
            <a:r>
              <a:rPr lang="en-US" sz="1200" b="0" i="1" err="1">
                <a:solidFill>
                  <a:srgbClr val="333333"/>
                </a:solidFill>
                <a:effectLst/>
              </a:rPr>
              <a:t>olicy</a:t>
            </a:r>
            <a:r>
              <a:rPr lang="en-US" sz="1200" b="0" i="0">
                <a:solidFill>
                  <a:srgbClr val="333333"/>
                </a:solidFill>
                <a:effectLst/>
              </a:rPr>
              <a:t> section in the category for session or under PCC policy, check for rules configured to evaluate a particular SM policy.</a:t>
            </a:r>
          </a:p>
          <a:p>
            <a:pPr algn="l">
              <a:buFont typeface="+mj-lt"/>
              <a:buAutoNum type="arabicPeriod"/>
            </a:pPr>
            <a:r>
              <a:rPr lang="en-US" sz="1200" b="0" i="0">
                <a:solidFill>
                  <a:srgbClr val="333333"/>
                </a:solidFill>
                <a:effectLst/>
              </a:rPr>
              <a:t>If the rules do not have the correct configuration, then correct it according to your business needs and by using various condition assets.</a:t>
            </a:r>
          </a:p>
          <a:p>
            <a:pPr algn="l">
              <a:buFont typeface="+mj-lt"/>
              <a:buAutoNum type="arabicPeriod"/>
            </a:pPr>
            <a:r>
              <a:rPr lang="en-US" sz="1200" b="0" i="0">
                <a:solidFill>
                  <a:srgbClr val="333333"/>
                </a:solidFill>
                <a:effectLst/>
              </a:rPr>
              <a:t>Check Logs</a:t>
            </a:r>
          </a:p>
          <a:p>
            <a:pPr marL="0" indent="0">
              <a:buNone/>
            </a:pPr>
            <a:br>
              <a:rPr lang="en-US" sz="1200" b="0" i="0">
                <a:solidFill>
                  <a:srgbClr val="333333"/>
                </a:solidFill>
                <a:effectLst/>
              </a:rPr>
            </a:br>
            <a:endParaRPr lang="en-IN" sz="1200"/>
          </a:p>
        </p:txBody>
      </p:sp>
    </p:spTree>
    <p:custDataLst>
      <p:tags r:id="rId1"/>
    </p:custDataLst>
    <p:extLst>
      <p:ext uri="{BB962C8B-B14F-4D97-AF65-F5344CB8AC3E}">
        <p14:creationId xmlns:p14="http://schemas.microsoft.com/office/powerpoint/2010/main" val="17329381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42913" y="457994"/>
            <a:ext cx="11269662" cy="684212"/>
          </a:xfrm>
        </p:spPr>
        <p:txBody>
          <a:bodyPr/>
          <a:lstStyle/>
          <a:p>
            <a:r>
              <a:rPr lang="en-US" sz="3600">
                <a:solidFill>
                  <a:schemeClr val="bg1"/>
                </a:solidFill>
              </a:rPr>
              <a:t>SM Session Policy is not getting applied to subscriber</a:t>
            </a:r>
          </a:p>
        </p:txBody>
      </p:sp>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19</a:t>
            </a:fld>
            <a:endParaRPr lang="en-US"/>
          </a:p>
        </p:txBody>
      </p:sp>
      <p:sp>
        <p:nvSpPr>
          <p:cNvPr id="5" name="Content Placeholder 4">
            <a:extLst>
              <a:ext uri="{FF2B5EF4-FFF2-40B4-BE49-F238E27FC236}">
                <a16:creationId xmlns:a16="http://schemas.microsoft.com/office/drawing/2014/main" id="{B3F41200-3D7D-4D9F-8AC7-CB92286A2D1C}"/>
              </a:ext>
            </a:extLst>
          </p:cNvPr>
          <p:cNvSpPr>
            <a:spLocks noGrp="1"/>
          </p:cNvSpPr>
          <p:nvPr>
            <p:ph idx="1"/>
          </p:nvPr>
        </p:nvSpPr>
        <p:spPr>
          <a:xfrm>
            <a:off x="561667" y="1233488"/>
            <a:ext cx="11269662" cy="4824412"/>
          </a:xfrm>
        </p:spPr>
        <p:txBody>
          <a:bodyPr>
            <a:normAutofit/>
          </a:bodyPr>
          <a:lstStyle/>
          <a:p>
            <a:pPr marL="0" indent="0" algn="l">
              <a:buNone/>
            </a:pPr>
            <a:r>
              <a:rPr lang="en-US" sz="1200" b="1" i="0">
                <a:solidFill>
                  <a:srgbClr val="333333"/>
                </a:solidFill>
                <a:effectLst/>
              </a:rPr>
              <a:t>Case 3</a:t>
            </a:r>
          </a:p>
          <a:p>
            <a:pPr algn="l"/>
            <a:r>
              <a:rPr lang="en-US" sz="1200" b="0" i="0">
                <a:solidFill>
                  <a:srgbClr val="333333"/>
                </a:solidFill>
                <a:effectLst/>
              </a:rPr>
              <a:t>Message: API: Individual SM Policy (Update)</a:t>
            </a:r>
          </a:p>
          <a:p>
            <a:pPr marL="0" indent="0" algn="l">
              <a:buNone/>
            </a:pPr>
            <a:endParaRPr lang="en-US" sz="1200" b="0" i="0">
              <a:solidFill>
                <a:srgbClr val="333333"/>
              </a:solidFill>
              <a:effectLst/>
            </a:endParaRPr>
          </a:p>
          <a:p>
            <a:pPr marL="0" indent="0" algn="l">
              <a:buNone/>
            </a:pPr>
            <a:r>
              <a:rPr lang="en-US" sz="1200" b="0" i="0">
                <a:solidFill>
                  <a:srgbClr val="333333"/>
                </a:solidFill>
                <a:effectLst/>
              </a:rPr>
              <a:t>Reason: </a:t>
            </a:r>
          </a:p>
          <a:p>
            <a:pPr algn="l">
              <a:buFont typeface="Arial" panose="020B0604020202020204" pitchFamily="34" charset="0"/>
              <a:buChar char="•"/>
            </a:pPr>
            <a:r>
              <a:rPr lang="en-US" sz="1200" b="0" i="0">
                <a:solidFill>
                  <a:srgbClr val="333333"/>
                </a:solidFill>
                <a:effectLst/>
              </a:rPr>
              <a:t>SM policy association is not present in PCF</a:t>
            </a:r>
          </a:p>
          <a:p>
            <a:pPr algn="l">
              <a:buFont typeface="Arial" panose="020B0604020202020204" pitchFamily="34" charset="0"/>
              <a:buChar char="•"/>
            </a:pPr>
            <a:r>
              <a:rPr lang="en-US" sz="1200" b="0" i="0">
                <a:solidFill>
                  <a:srgbClr val="333333"/>
                </a:solidFill>
                <a:effectLst/>
              </a:rPr>
              <a:t>SM session record not found in database</a:t>
            </a:r>
          </a:p>
          <a:p>
            <a:pPr algn="l">
              <a:buFont typeface="Arial" panose="020B0604020202020204" pitchFamily="34" charset="0"/>
              <a:buChar char="•"/>
            </a:pPr>
            <a:r>
              <a:rPr lang="en-US" sz="1200" b="0" i="0">
                <a:solidFill>
                  <a:srgbClr val="333333"/>
                </a:solidFill>
                <a:effectLst/>
              </a:rPr>
              <a:t>Unknown </a:t>
            </a:r>
            <a:r>
              <a:rPr lang="en-US" sz="1200" b="0" i="1">
                <a:solidFill>
                  <a:srgbClr val="333333"/>
                </a:solidFill>
                <a:effectLst/>
              </a:rPr>
              <a:t>smPolicyId</a:t>
            </a:r>
            <a:r>
              <a:rPr lang="en-US" sz="1200" b="0" i="0">
                <a:solidFill>
                  <a:srgbClr val="333333"/>
                </a:solidFill>
                <a:effectLst/>
              </a:rPr>
              <a:t> is received</a:t>
            </a:r>
          </a:p>
          <a:p>
            <a:pPr marL="0" indent="0" algn="l">
              <a:buNone/>
            </a:pPr>
            <a:endParaRPr lang="en-US" sz="1200" b="0" i="0">
              <a:solidFill>
                <a:srgbClr val="333333"/>
              </a:solidFill>
              <a:effectLst/>
            </a:endParaRPr>
          </a:p>
          <a:p>
            <a:pPr marL="0" indent="0" algn="l">
              <a:buNone/>
            </a:pPr>
            <a:r>
              <a:rPr lang="en-US" sz="1200" b="0" i="0">
                <a:solidFill>
                  <a:srgbClr val="333333"/>
                </a:solidFill>
                <a:effectLst/>
              </a:rPr>
              <a:t>Steps to Resolve: </a:t>
            </a:r>
          </a:p>
          <a:p>
            <a:pPr algn="l">
              <a:buFont typeface="+mj-lt"/>
              <a:buAutoNum type="arabicPeriod"/>
            </a:pPr>
            <a:r>
              <a:rPr lang="en-US" sz="1200" b="0" i="0">
                <a:solidFill>
                  <a:srgbClr val="333333"/>
                </a:solidFill>
                <a:effectLst/>
              </a:rPr>
              <a:t>Ensure SM policy association is present</a:t>
            </a:r>
          </a:p>
          <a:p>
            <a:pPr algn="l">
              <a:buFont typeface="+mj-lt"/>
              <a:buAutoNum type="arabicPeriod"/>
            </a:pPr>
            <a:r>
              <a:rPr lang="en-US" sz="1200" b="0" i="0">
                <a:solidFill>
                  <a:srgbClr val="333333"/>
                </a:solidFill>
                <a:effectLst/>
              </a:rPr>
              <a:t>Re-create SM policy session from SMF</a:t>
            </a:r>
          </a:p>
          <a:p>
            <a:pPr algn="l">
              <a:buFont typeface="+mj-lt"/>
              <a:buAutoNum type="arabicPeriod"/>
            </a:pPr>
            <a:r>
              <a:rPr lang="en-US" sz="1200" b="0" i="0">
                <a:solidFill>
                  <a:srgbClr val="333333"/>
                </a:solidFill>
                <a:effectLst/>
              </a:rPr>
              <a:t>Check Logs</a:t>
            </a:r>
          </a:p>
          <a:p>
            <a:pPr marL="0" indent="0">
              <a:buNone/>
            </a:pPr>
            <a:br>
              <a:rPr lang="en-US" sz="1200" b="0" i="0">
                <a:solidFill>
                  <a:srgbClr val="333333"/>
                </a:solidFill>
                <a:effectLst/>
              </a:rPr>
            </a:br>
            <a:endParaRPr lang="en-IN" sz="1200"/>
          </a:p>
        </p:txBody>
      </p:sp>
    </p:spTree>
    <p:custDataLst>
      <p:tags r:id="rId1"/>
    </p:custDataLst>
    <p:extLst>
      <p:ext uri="{BB962C8B-B14F-4D97-AF65-F5344CB8AC3E}">
        <p14:creationId xmlns:p14="http://schemas.microsoft.com/office/powerpoint/2010/main" val="35867312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83F62-BBB9-431B-A37F-BDA0DC7153F6}"/>
              </a:ext>
            </a:extLst>
          </p:cNvPr>
          <p:cNvSpPr>
            <a:spLocks noGrp="1"/>
          </p:cNvSpPr>
          <p:nvPr>
            <p:ph type="title"/>
          </p:nvPr>
        </p:nvSpPr>
        <p:spPr>
          <a:xfrm>
            <a:off x="461169" y="3464005"/>
            <a:ext cx="11269662" cy="684212"/>
          </a:xfrm>
        </p:spPr>
        <p:txBody>
          <a:bodyPr/>
          <a:lstStyle/>
          <a:p>
            <a:r>
              <a:rPr lang="en-US" sz="5400"/>
              <a:t>SM Session Policy is applied to subscriber but not getting desired QoS</a:t>
            </a:r>
          </a:p>
        </p:txBody>
      </p:sp>
    </p:spTree>
    <p:extLst>
      <p:ext uri="{BB962C8B-B14F-4D97-AF65-F5344CB8AC3E}">
        <p14:creationId xmlns:p14="http://schemas.microsoft.com/office/powerpoint/2010/main" val="35155228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42913" y="457994"/>
            <a:ext cx="11269662" cy="684212"/>
          </a:xfrm>
        </p:spPr>
        <p:txBody>
          <a:bodyPr>
            <a:normAutofit fontScale="90000"/>
          </a:bodyPr>
          <a:lstStyle/>
          <a:p>
            <a:r>
              <a:rPr lang="en-US" sz="3600">
                <a:solidFill>
                  <a:schemeClr val="bg1"/>
                </a:solidFill>
              </a:rPr>
              <a:t>SM Session Policy is applied to subscriber but not getting desired QoS</a:t>
            </a:r>
          </a:p>
        </p:txBody>
      </p:sp>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21</a:t>
            </a:fld>
            <a:endParaRPr lang="en-US"/>
          </a:p>
        </p:txBody>
      </p:sp>
      <p:sp>
        <p:nvSpPr>
          <p:cNvPr id="5" name="Content Placeholder 4">
            <a:extLst>
              <a:ext uri="{FF2B5EF4-FFF2-40B4-BE49-F238E27FC236}">
                <a16:creationId xmlns:a16="http://schemas.microsoft.com/office/drawing/2014/main" id="{B3F41200-3D7D-4D9F-8AC7-CB92286A2D1C}"/>
              </a:ext>
            </a:extLst>
          </p:cNvPr>
          <p:cNvSpPr>
            <a:spLocks noGrp="1"/>
          </p:cNvSpPr>
          <p:nvPr>
            <p:ph idx="1"/>
          </p:nvPr>
        </p:nvSpPr>
        <p:spPr>
          <a:xfrm>
            <a:off x="561667" y="1233488"/>
            <a:ext cx="11269662" cy="4824412"/>
          </a:xfrm>
        </p:spPr>
        <p:txBody>
          <a:bodyPr>
            <a:normAutofit/>
          </a:bodyPr>
          <a:lstStyle/>
          <a:p>
            <a:pPr marL="0" indent="0" algn="l">
              <a:buNone/>
            </a:pPr>
            <a:endParaRPr lang="en-US" sz="1200" b="0" i="0">
              <a:solidFill>
                <a:srgbClr val="333333"/>
              </a:solidFill>
              <a:effectLst/>
            </a:endParaRPr>
          </a:p>
          <a:p>
            <a:pPr marL="0" indent="0" algn="l">
              <a:buNone/>
            </a:pPr>
            <a:r>
              <a:rPr lang="en-US" sz="1200" b="1" i="0">
                <a:solidFill>
                  <a:srgbClr val="333333"/>
                </a:solidFill>
                <a:effectLst/>
              </a:rPr>
              <a:t>Possible Causes</a:t>
            </a:r>
          </a:p>
          <a:p>
            <a:pPr algn="l"/>
            <a:r>
              <a:rPr lang="en-US" sz="1200" b="0" i="0">
                <a:solidFill>
                  <a:srgbClr val="333333"/>
                </a:solidFill>
                <a:effectLst/>
              </a:rPr>
              <a:t>The issue with desired QoS can occur due to the following reasons: </a:t>
            </a:r>
          </a:p>
          <a:p>
            <a:pPr lvl="1"/>
            <a:r>
              <a:rPr lang="en-US" sz="1200" b="0" i="0">
                <a:solidFill>
                  <a:srgbClr val="333333"/>
                </a:solidFill>
                <a:effectLst/>
              </a:rPr>
              <a:t>If a static PCC rule is applied, then incorrect QoS is pre-defined against PCC rule in SMF/PGW.</a:t>
            </a:r>
          </a:p>
          <a:p>
            <a:pPr lvl="1"/>
            <a:r>
              <a:rPr lang="en-US" sz="1200" b="0" i="0">
                <a:solidFill>
                  <a:srgbClr val="333333"/>
                </a:solidFill>
                <a:effectLst/>
              </a:rPr>
              <a:t>If a dynamic PCC rule is applied, then incorrect QoS is pre-defined against PCC rule in PCF.</a:t>
            </a:r>
          </a:p>
          <a:p>
            <a:pPr marL="0" indent="0">
              <a:buNone/>
            </a:pPr>
            <a:r>
              <a:rPr lang="en-US" sz="1200" b="1">
                <a:solidFill>
                  <a:srgbClr val="333333"/>
                </a:solidFill>
              </a:rPr>
              <a:t>Preprocessing</a:t>
            </a:r>
          </a:p>
          <a:p>
            <a:pPr lvl="1"/>
            <a:r>
              <a:rPr lang="en-US" sz="1200" b="0" i="0">
                <a:solidFill>
                  <a:srgbClr val="333333"/>
                </a:solidFill>
                <a:effectLst/>
              </a:rPr>
              <a:t>Check if the UDR and UDRPCF are up and running.</a:t>
            </a:r>
          </a:p>
          <a:p>
            <a:pPr lvl="1"/>
            <a:r>
              <a:rPr lang="en-US" sz="1200" b="0" i="0">
                <a:solidFill>
                  <a:srgbClr val="333333"/>
                </a:solidFill>
                <a:effectLst/>
              </a:rPr>
              <a:t>Check if a fault alarm is generated by any of the network functions.</a:t>
            </a:r>
          </a:p>
          <a:p>
            <a:pPr marL="0" indent="0">
              <a:buNone/>
            </a:pPr>
            <a:br>
              <a:rPr lang="en-US" b="0" i="0">
                <a:solidFill>
                  <a:srgbClr val="333333"/>
                </a:solidFill>
                <a:effectLst/>
                <a:latin typeface="Arial" panose="020B0604020202020204" pitchFamily="34" charset="0"/>
              </a:rPr>
            </a:br>
            <a:endParaRPr lang="en-IN"/>
          </a:p>
        </p:txBody>
      </p:sp>
    </p:spTree>
    <p:custDataLst>
      <p:tags r:id="rId1"/>
    </p:custDataLst>
    <p:extLst>
      <p:ext uri="{BB962C8B-B14F-4D97-AF65-F5344CB8AC3E}">
        <p14:creationId xmlns:p14="http://schemas.microsoft.com/office/powerpoint/2010/main" val="14903275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42913" y="457994"/>
            <a:ext cx="11269662" cy="684212"/>
          </a:xfrm>
        </p:spPr>
        <p:txBody>
          <a:bodyPr>
            <a:normAutofit fontScale="90000"/>
          </a:bodyPr>
          <a:lstStyle/>
          <a:p>
            <a:r>
              <a:rPr lang="en-US" sz="3600">
                <a:solidFill>
                  <a:schemeClr val="bg1"/>
                </a:solidFill>
              </a:rPr>
              <a:t>SM Session Policy is applied to subscriber but not getting desired QoS</a:t>
            </a:r>
          </a:p>
        </p:txBody>
      </p:sp>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22</a:t>
            </a:fld>
            <a:endParaRPr lang="en-US"/>
          </a:p>
        </p:txBody>
      </p:sp>
      <p:sp>
        <p:nvSpPr>
          <p:cNvPr id="5" name="Content Placeholder 4">
            <a:extLst>
              <a:ext uri="{FF2B5EF4-FFF2-40B4-BE49-F238E27FC236}">
                <a16:creationId xmlns:a16="http://schemas.microsoft.com/office/drawing/2014/main" id="{B3F41200-3D7D-4D9F-8AC7-CB92286A2D1C}"/>
              </a:ext>
            </a:extLst>
          </p:cNvPr>
          <p:cNvSpPr>
            <a:spLocks noGrp="1"/>
          </p:cNvSpPr>
          <p:nvPr>
            <p:ph idx="1"/>
          </p:nvPr>
        </p:nvSpPr>
        <p:spPr>
          <a:xfrm>
            <a:off x="561667" y="1233488"/>
            <a:ext cx="11269662" cy="4824412"/>
          </a:xfrm>
        </p:spPr>
        <p:txBody>
          <a:bodyPr>
            <a:normAutofit/>
          </a:bodyPr>
          <a:lstStyle/>
          <a:p>
            <a:pPr marL="0" indent="0" algn="l">
              <a:buNone/>
            </a:pPr>
            <a:endParaRPr lang="en-US" sz="1200" b="0" i="0">
              <a:solidFill>
                <a:srgbClr val="333333"/>
              </a:solidFill>
              <a:effectLst/>
            </a:endParaRPr>
          </a:p>
          <a:p>
            <a:pPr marL="0" indent="0" algn="l">
              <a:buNone/>
            </a:pPr>
            <a:r>
              <a:rPr lang="en-US" sz="1200" b="0" i="0">
                <a:solidFill>
                  <a:srgbClr val="333333"/>
                </a:solidFill>
                <a:effectLst/>
              </a:rPr>
              <a:t>Troubleshooting Procedure</a:t>
            </a:r>
          </a:p>
          <a:p>
            <a:pPr algn="l"/>
            <a:r>
              <a:rPr lang="en-US" sz="1200" b="0" i="0">
                <a:solidFill>
                  <a:srgbClr val="333333"/>
                </a:solidFill>
                <a:effectLst/>
              </a:rPr>
              <a:t>Steps to Resolve</a:t>
            </a:r>
          </a:p>
          <a:p>
            <a:pPr algn="l">
              <a:buFont typeface="+mj-lt"/>
              <a:buAutoNum type="arabicPeriod"/>
            </a:pPr>
            <a:r>
              <a:rPr lang="en-US" sz="1200" b="0" i="0">
                <a:solidFill>
                  <a:srgbClr val="333333"/>
                </a:solidFill>
                <a:effectLst/>
              </a:rPr>
              <a:t>If a static PCC rule is allocated, then validate pre-defined QoS or static PCC rule in SMF or PGW with the one configured in PCF.</a:t>
            </a:r>
          </a:p>
          <a:p>
            <a:pPr algn="l">
              <a:buFont typeface="+mj-lt"/>
              <a:buAutoNum type="arabicPeriod"/>
            </a:pPr>
            <a:r>
              <a:rPr lang="en-US" sz="1200" b="0" i="0">
                <a:solidFill>
                  <a:srgbClr val="333333"/>
                </a:solidFill>
                <a:effectLst/>
              </a:rPr>
              <a:t>If a dynamic PCC rule is allocated, then pre-defined QoS or dynamic PCC rule in PCF must be re-checked.</a:t>
            </a:r>
          </a:p>
          <a:p>
            <a:pPr algn="l">
              <a:buFont typeface="+mj-lt"/>
              <a:buAutoNum type="arabicPeriod"/>
            </a:pPr>
            <a:r>
              <a:rPr lang="en-US" sz="1200" b="0" i="0">
                <a:solidFill>
                  <a:srgbClr val="333333"/>
                </a:solidFill>
                <a:effectLst/>
              </a:rPr>
              <a:t>Do this from the PCF Portal under </a:t>
            </a:r>
            <a:r>
              <a:rPr lang="en-US" sz="1200" b="0" i="1">
                <a:solidFill>
                  <a:srgbClr val="333333"/>
                </a:solidFill>
                <a:effectLst/>
              </a:rPr>
              <a:t>Policy Management</a:t>
            </a:r>
            <a:r>
              <a:rPr lang="en-US" sz="1200" b="0" i="0">
                <a:solidFill>
                  <a:srgbClr val="333333"/>
                </a:solidFill>
                <a:effectLst/>
              </a:rPr>
              <a:t> -&gt;</a:t>
            </a:r>
            <a:r>
              <a:rPr lang="en-US" sz="1200" b="0" i="1">
                <a:solidFill>
                  <a:srgbClr val="333333"/>
                </a:solidFill>
                <a:effectLst/>
              </a:rPr>
              <a:t> SM Policies</a:t>
            </a:r>
            <a:endParaRPr lang="en-US" sz="1200" b="0" i="0">
              <a:solidFill>
                <a:srgbClr val="333333"/>
              </a:solidFill>
              <a:effectLst/>
            </a:endParaRPr>
          </a:p>
          <a:p>
            <a:pPr algn="l">
              <a:buFont typeface="+mj-lt"/>
              <a:buAutoNum type="arabicPeriod"/>
            </a:pPr>
            <a:r>
              <a:rPr lang="en-US" sz="1200" b="0" i="0">
                <a:solidFill>
                  <a:srgbClr val="333333"/>
                </a:solidFill>
                <a:effectLst/>
              </a:rPr>
              <a:t>Check if the evaluated rule is configured with a QoS information.</a:t>
            </a:r>
          </a:p>
          <a:p>
            <a:pPr algn="l">
              <a:buFont typeface="+mj-lt"/>
              <a:buAutoNum type="arabicPeriod"/>
            </a:pPr>
            <a:r>
              <a:rPr lang="en-US" sz="1200" b="0" i="0">
                <a:solidFill>
                  <a:srgbClr val="333333"/>
                </a:solidFill>
                <a:effectLst/>
              </a:rPr>
              <a:t>On SM policy update, if new policy with new desired QoS is expected, then validate the old PCC rule removal &amp; new PCC rule installation in both SMF/PGW &amp; PCF.</a:t>
            </a:r>
          </a:p>
          <a:p>
            <a:pPr algn="l">
              <a:buFont typeface="+mj-lt"/>
              <a:buAutoNum type="arabicPeriod"/>
            </a:pPr>
            <a:r>
              <a:rPr lang="en-US" sz="1200">
                <a:solidFill>
                  <a:srgbClr val="333333"/>
                </a:solidFill>
              </a:rPr>
              <a:t>Check Logs</a:t>
            </a:r>
            <a:endParaRPr lang="en-US" sz="1200" b="0" i="0">
              <a:solidFill>
                <a:srgbClr val="333333"/>
              </a:solidFill>
              <a:effectLst/>
            </a:endParaRPr>
          </a:p>
          <a:p>
            <a:pPr marL="0" indent="0">
              <a:buNone/>
            </a:pPr>
            <a:br>
              <a:rPr lang="en-US" b="0" i="0">
                <a:solidFill>
                  <a:srgbClr val="333333"/>
                </a:solidFill>
                <a:effectLst/>
                <a:latin typeface="Arial" panose="020B0604020202020204" pitchFamily="34" charset="0"/>
              </a:rPr>
            </a:br>
            <a:endParaRPr lang="en-IN"/>
          </a:p>
        </p:txBody>
      </p:sp>
    </p:spTree>
    <p:custDataLst>
      <p:tags r:id="rId1"/>
    </p:custDataLst>
    <p:extLst>
      <p:ext uri="{BB962C8B-B14F-4D97-AF65-F5344CB8AC3E}">
        <p14:creationId xmlns:p14="http://schemas.microsoft.com/office/powerpoint/2010/main" val="42674017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42913" y="457994"/>
            <a:ext cx="11269662" cy="684212"/>
          </a:xfrm>
        </p:spPr>
        <p:txBody>
          <a:bodyPr>
            <a:normAutofit fontScale="90000"/>
          </a:bodyPr>
          <a:lstStyle/>
          <a:p>
            <a:r>
              <a:rPr lang="en-US" sz="3600">
                <a:solidFill>
                  <a:schemeClr val="bg1"/>
                </a:solidFill>
              </a:rPr>
              <a:t>SM Session Policy is applied to subscriber but not getting desired QoS</a:t>
            </a:r>
          </a:p>
        </p:txBody>
      </p:sp>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23</a:t>
            </a:fld>
            <a:endParaRPr lang="en-US"/>
          </a:p>
        </p:txBody>
      </p:sp>
      <p:sp>
        <p:nvSpPr>
          <p:cNvPr id="5" name="Content Placeholder 4">
            <a:extLst>
              <a:ext uri="{FF2B5EF4-FFF2-40B4-BE49-F238E27FC236}">
                <a16:creationId xmlns:a16="http://schemas.microsoft.com/office/drawing/2014/main" id="{B3F41200-3D7D-4D9F-8AC7-CB92286A2D1C}"/>
              </a:ext>
            </a:extLst>
          </p:cNvPr>
          <p:cNvSpPr>
            <a:spLocks noGrp="1"/>
          </p:cNvSpPr>
          <p:nvPr>
            <p:ph idx="1"/>
          </p:nvPr>
        </p:nvSpPr>
        <p:spPr>
          <a:xfrm>
            <a:off x="561667" y="1233488"/>
            <a:ext cx="11269662" cy="4824412"/>
          </a:xfrm>
        </p:spPr>
        <p:txBody>
          <a:bodyPr>
            <a:normAutofit/>
          </a:bodyPr>
          <a:lstStyle/>
          <a:p>
            <a:pPr marL="0" indent="0" algn="l">
              <a:buNone/>
            </a:pPr>
            <a:endParaRPr lang="en-US" sz="1200" b="0" i="0">
              <a:solidFill>
                <a:srgbClr val="333333"/>
              </a:solidFill>
              <a:effectLst/>
            </a:endParaRPr>
          </a:p>
          <a:p>
            <a:pPr marL="0" indent="0" algn="l">
              <a:buNone/>
            </a:pPr>
            <a:r>
              <a:rPr lang="en-US" sz="1200" b="0" i="0">
                <a:solidFill>
                  <a:srgbClr val="333333"/>
                </a:solidFill>
                <a:effectLst/>
              </a:rPr>
              <a:t>Troubleshooting Procedure</a:t>
            </a:r>
          </a:p>
          <a:p>
            <a:pPr algn="l"/>
            <a:r>
              <a:rPr lang="en-US" sz="1200" b="0" i="0">
                <a:solidFill>
                  <a:srgbClr val="333333"/>
                </a:solidFill>
                <a:effectLst/>
              </a:rPr>
              <a:t>Steps to Resolve</a:t>
            </a:r>
          </a:p>
          <a:p>
            <a:pPr algn="l">
              <a:buFont typeface="+mj-lt"/>
              <a:buAutoNum type="arabicPeriod"/>
            </a:pPr>
            <a:r>
              <a:rPr lang="en-US" sz="1200" b="0" i="0">
                <a:solidFill>
                  <a:srgbClr val="333333"/>
                </a:solidFill>
                <a:effectLst/>
              </a:rPr>
              <a:t>If a static PCC rule is allocated, then validate pre-defined QoS or static PCC rule in SMF or PGW with the one configured in PCF.</a:t>
            </a:r>
          </a:p>
          <a:p>
            <a:pPr algn="l">
              <a:buFont typeface="+mj-lt"/>
              <a:buAutoNum type="arabicPeriod"/>
            </a:pPr>
            <a:r>
              <a:rPr lang="en-US" sz="1200" b="0" i="0">
                <a:solidFill>
                  <a:srgbClr val="333333"/>
                </a:solidFill>
                <a:effectLst/>
              </a:rPr>
              <a:t>If a dynamic PCC rule is allocated, then pre-defined QoS or dynamic PCC rule in PCF must be re-checked.</a:t>
            </a:r>
          </a:p>
          <a:p>
            <a:pPr algn="l">
              <a:buFont typeface="+mj-lt"/>
              <a:buAutoNum type="arabicPeriod"/>
            </a:pPr>
            <a:r>
              <a:rPr lang="en-US" sz="1200" b="0" i="0">
                <a:solidFill>
                  <a:srgbClr val="333333"/>
                </a:solidFill>
                <a:effectLst/>
              </a:rPr>
              <a:t>Do this from the PCF Portal under </a:t>
            </a:r>
            <a:r>
              <a:rPr lang="en-US" sz="1200" b="0" i="1">
                <a:solidFill>
                  <a:srgbClr val="333333"/>
                </a:solidFill>
                <a:effectLst/>
              </a:rPr>
              <a:t>Policy Management</a:t>
            </a:r>
            <a:r>
              <a:rPr lang="en-US" sz="1200" b="0" i="0">
                <a:solidFill>
                  <a:srgbClr val="333333"/>
                </a:solidFill>
                <a:effectLst/>
              </a:rPr>
              <a:t> -&gt;</a:t>
            </a:r>
            <a:r>
              <a:rPr lang="en-US" sz="1200" b="0" i="1">
                <a:solidFill>
                  <a:srgbClr val="333333"/>
                </a:solidFill>
                <a:effectLst/>
              </a:rPr>
              <a:t> SM Policies</a:t>
            </a:r>
            <a:endParaRPr lang="en-US" sz="1200" b="0" i="0">
              <a:solidFill>
                <a:srgbClr val="333333"/>
              </a:solidFill>
              <a:effectLst/>
            </a:endParaRPr>
          </a:p>
          <a:p>
            <a:pPr algn="l">
              <a:buFont typeface="+mj-lt"/>
              <a:buAutoNum type="arabicPeriod"/>
            </a:pPr>
            <a:r>
              <a:rPr lang="en-US" sz="1200" b="0" i="0">
                <a:solidFill>
                  <a:srgbClr val="333333"/>
                </a:solidFill>
                <a:effectLst/>
              </a:rPr>
              <a:t>Check if the evaluated rule is configured with a QoS information.</a:t>
            </a:r>
          </a:p>
          <a:p>
            <a:pPr algn="l">
              <a:buFont typeface="+mj-lt"/>
              <a:buAutoNum type="arabicPeriod"/>
            </a:pPr>
            <a:r>
              <a:rPr lang="en-US" sz="1200" b="0" i="0">
                <a:solidFill>
                  <a:srgbClr val="333333"/>
                </a:solidFill>
                <a:effectLst/>
              </a:rPr>
              <a:t>On SM policy update, if new policy with new desired QoS is expected, then validate the old PCC rule removal &amp; new PCC rule installation in both SMF/PGW &amp; PCF.</a:t>
            </a:r>
          </a:p>
          <a:p>
            <a:pPr algn="l">
              <a:buFont typeface="+mj-lt"/>
              <a:buAutoNum type="arabicPeriod"/>
            </a:pPr>
            <a:r>
              <a:rPr lang="en-US" sz="1200">
                <a:solidFill>
                  <a:srgbClr val="333333"/>
                </a:solidFill>
              </a:rPr>
              <a:t>Check Logs</a:t>
            </a:r>
            <a:endParaRPr lang="en-US" sz="1200" b="0" i="0">
              <a:solidFill>
                <a:srgbClr val="333333"/>
              </a:solidFill>
              <a:effectLst/>
            </a:endParaRPr>
          </a:p>
          <a:p>
            <a:pPr marL="0" indent="0">
              <a:buNone/>
            </a:pPr>
            <a:br>
              <a:rPr lang="en-US" b="0" i="0">
                <a:solidFill>
                  <a:srgbClr val="333333"/>
                </a:solidFill>
                <a:effectLst/>
                <a:latin typeface="Arial" panose="020B0604020202020204" pitchFamily="34" charset="0"/>
              </a:rPr>
            </a:br>
            <a:endParaRPr lang="en-IN"/>
          </a:p>
        </p:txBody>
      </p:sp>
    </p:spTree>
    <p:custDataLst>
      <p:tags r:id="rId1"/>
    </p:custDataLst>
    <p:extLst>
      <p:ext uri="{BB962C8B-B14F-4D97-AF65-F5344CB8AC3E}">
        <p14:creationId xmlns:p14="http://schemas.microsoft.com/office/powerpoint/2010/main" val="30118299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83F62-BBB9-431B-A37F-BDA0DC7153F6}"/>
              </a:ext>
            </a:extLst>
          </p:cNvPr>
          <p:cNvSpPr>
            <a:spLocks noGrp="1"/>
          </p:cNvSpPr>
          <p:nvPr>
            <p:ph type="title"/>
          </p:nvPr>
        </p:nvSpPr>
        <p:spPr>
          <a:xfrm>
            <a:off x="461169" y="3464005"/>
            <a:ext cx="11269662" cy="684212"/>
          </a:xfrm>
        </p:spPr>
        <p:txBody>
          <a:bodyPr/>
          <a:lstStyle/>
          <a:p>
            <a:r>
              <a:rPr lang="en-US" sz="5400"/>
              <a:t>SM Session Policy is applied to subscriber, but usage monitoring is not enabled</a:t>
            </a:r>
          </a:p>
        </p:txBody>
      </p:sp>
    </p:spTree>
    <p:extLst>
      <p:ext uri="{BB962C8B-B14F-4D97-AF65-F5344CB8AC3E}">
        <p14:creationId xmlns:p14="http://schemas.microsoft.com/office/powerpoint/2010/main" val="10562903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42913" y="457994"/>
            <a:ext cx="11269662" cy="684212"/>
          </a:xfrm>
        </p:spPr>
        <p:txBody>
          <a:bodyPr>
            <a:normAutofit fontScale="90000"/>
          </a:bodyPr>
          <a:lstStyle/>
          <a:p>
            <a:r>
              <a:rPr lang="en-US" sz="3600">
                <a:solidFill>
                  <a:schemeClr val="bg1"/>
                </a:solidFill>
              </a:rPr>
              <a:t>SM Session Policy is applied to subscriber, but usage monitoring is not enabled</a:t>
            </a:r>
          </a:p>
        </p:txBody>
      </p:sp>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25</a:t>
            </a:fld>
            <a:endParaRPr lang="en-US"/>
          </a:p>
        </p:txBody>
      </p:sp>
      <p:sp>
        <p:nvSpPr>
          <p:cNvPr id="5" name="Content Placeholder 4">
            <a:extLst>
              <a:ext uri="{FF2B5EF4-FFF2-40B4-BE49-F238E27FC236}">
                <a16:creationId xmlns:a16="http://schemas.microsoft.com/office/drawing/2014/main" id="{B3F41200-3D7D-4D9F-8AC7-CB92286A2D1C}"/>
              </a:ext>
            </a:extLst>
          </p:cNvPr>
          <p:cNvSpPr>
            <a:spLocks noGrp="1"/>
          </p:cNvSpPr>
          <p:nvPr>
            <p:ph idx="1"/>
          </p:nvPr>
        </p:nvSpPr>
        <p:spPr>
          <a:xfrm>
            <a:off x="461169" y="1359874"/>
            <a:ext cx="11269662" cy="4824412"/>
          </a:xfrm>
        </p:spPr>
        <p:txBody>
          <a:bodyPr>
            <a:normAutofit/>
          </a:bodyPr>
          <a:lstStyle/>
          <a:p>
            <a:pPr marL="0" indent="0" algn="l">
              <a:buNone/>
            </a:pPr>
            <a:r>
              <a:rPr lang="en-US" sz="1200" b="1" i="0">
                <a:solidFill>
                  <a:srgbClr val="333333"/>
                </a:solidFill>
                <a:effectLst/>
              </a:rPr>
              <a:t>Possible Causes</a:t>
            </a:r>
          </a:p>
          <a:p>
            <a:pPr marL="0" indent="0" algn="l">
              <a:buNone/>
            </a:pPr>
            <a:r>
              <a:rPr lang="en-US" sz="1200" b="0" i="0">
                <a:solidFill>
                  <a:srgbClr val="333333"/>
                </a:solidFill>
                <a:effectLst/>
              </a:rPr>
              <a:t>Issue with enabling usage monitoring can be due to the following reasons:</a:t>
            </a:r>
          </a:p>
          <a:p>
            <a:pPr lvl="1"/>
            <a:r>
              <a:rPr lang="en-US" sz="1200" b="0" i="0">
                <a:solidFill>
                  <a:srgbClr val="333333"/>
                </a:solidFill>
                <a:effectLst/>
              </a:rPr>
              <a:t>Usage monitoring limit ID is not associated with subscriber SM policy</a:t>
            </a:r>
          </a:p>
          <a:p>
            <a:pPr lvl="1"/>
            <a:r>
              <a:rPr lang="en-US" sz="1200" b="0" i="0">
                <a:solidFill>
                  <a:srgbClr val="333333"/>
                </a:solidFill>
                <a:effectLst/>
              </a:rPr>
              <a:t>Usage monitoring limit ID is not associated with evaluated SM policy PCC rule </a:t>
            </a:r>
          </a:p>
          <a:p>
            <a:pPr marL="0" indent="0" algn="l">
              <a:buNone/>
            </a:pPr>
            <a:endParaRPr lang="en-US" sz="1200" b="1" i="0">
              <a:solidFill>
                <a:srgbClr val="333333"/>
              </a:solidFill>
              <a:effectLst/>
            </a:endParaRPr>
          </a:p>
          <a:p>
            <a:pPr marL="0" indent="0" algn="l">
              <a:buNone/>
            </a:pPr>
            <a:r>
              <a:rPr lang="en-US" sz="1200" b="1" i="0">
                <a:solidFill>
                  <a:srgbClr val="333333"/>
                </a:solidFill>
                <a:effectLst/>
              </a:rPr>
              <a:t>Preprocessing</a:t>
            </a:r>
          </a:p>
          <a:p>
            <a:pPr lvl="1"/>
            <a:r>
              <a:rPr lang="en-US" sz="1200" b="0" i="0">
                <a:solidFill>
                  <a:srgbClr val="333333"/>
                </a:solidFill>
                <a:effectLst/>
              </a:rPr>
              <a:t>Check if the UDR and UDRPCF are up and running.</a:t>
            </a:r>
          </a:p>
          <a:p>
            <a:pPr lvl="1"/>
            <a:r>
              <a:rPr lang="en-US" sz="1200" b="0" i="0">
                <a:solidFill>
                  <a:srgbClr val="333333"/>
                </a:solidFill>
                <a:effectLst/>
              </a:rPr>
              <a:t>Check if a fault alarm is generated by any of the network functions.</a:t>
            </a:r>
          </a:p>
          <a:p>
            <a:pPr marL="0" indent="0">
              <a:buNone/>
            </a:pPr>
            <a:br>
              <a:rPr lang="en-US" b="0" i="0">
                <a:solidFill>
                  <a:srgbClr val="333333"/>
                </a:solidFill>
                <a:effectLst/>
                <a:latin typeface="Arial" panose="020B0604020202020204" pitchFamily="34" charset="0"/>
              </a:rPr>
            </a:br>
            <a:endParaRPr lang="en-IN"/>
          </a:p>
        </p:txBody>
      </p:sp>
    </p:spTree>
    <p:custDataLst>
      <p:tags r:id="rId1"/>
    </p:custDataLst>
    <p:extLst>
      <p:ext uri="{BB962C8B-B14F-4D97-AF65-F5344CB8AC3E}">
        <p14:creationId xmlns:p14="http://schemas.microsoft.com/office/powerpoint/2010/main" val="32259032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42913" y="457994"/>
            <a:ext cx="11269662" cy="684212"/>
          </a:xfrm>
        </p:spPr>
        <p:txBody>
          <a:bodyPr>
            <a:normAutofit fontScale="90000"/>
          </a:bodyPr>
          <a:lstStyle/>
          <a:p>
            <a:r>
              <a:rPr lang="en-US" sz="3600">
                <a:solidFill>
                  <a:schemeClr val="bg1"/>
                </a:solidFill>
              </a:rPr>
              <a:t>SM Session Policy is applied to subscriber, but usage monitoring is not enabled</a:t>
            </a:r>
          </a:p>
        </p:txBody>
      </p:sp>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26</a:t>
            </a:fld>
            <a:endParaRPr lang="en-US"/>
          </a:p>
        </p:txBody>
      </p:sp>
      <p:sp>
        <p:nvSpPr>
          <p:cNvPr id="5" name="Content Placeholder 4">
            <a:extLst>
              <a:ext uri="{FF2B5EF4-FFF2-40B4-BE49-F238E27FC236}">
                <a16:creationId xmlns:a16="http://schemas.microsoft.com/office/drawing/2014/main" id="{B3F41200-3D7D-4D9F-8AC7-CB92286A2D1C}"/>
              </a:ext>
            </a:extLst>
          </p:cNvPr>
          <p:cNvSpPr>
            <a:spLocks noGrp="1"/>
          </p:cNvSpPr>
          <p:nvPr>
            <p:ph idx="1"/>
          </p:nvPr>
        </p:nvSpPr>
        <p:spPr>
          <a:xfrm>
            <a:off x="561667" y="1233488"/>
            <a:ext cx="11269662" cy="4824412"/>
          </a:xfrm>
        </p:spPr>
        <p:txBody>
          <a:bodyPr>
            <a:normAutofit/>
          </a:bodyPr>
          <a:lstStyle/>
          <a:p>
            <a:pPr marL="0" indent="0" algn="l">
              <a:buNone/>
            </a:pPr>
            <a:r>
              <a:rPr lang="en-US" sz="1200" b="0" i="0">
                <a:solidFill>
                  <a:srgbClr val="333333"/>
                </a:solidFill>
                <a:effectLst/>
              </a:rPr>
              <a:t>Troubleshooting Procedure</a:t>
            </a:r>
          </a:p>
          <a:p>
            <a:pPr algn="l"/>
            <a:r>
              <a:rPr lang="en-US" sz="1200" b="1" i="0">
                <a:solidFill>
                  <a:srgbClr val="333333"/>
                </a:solidFill>
                <a:effectLst/>
              </a:rPr>
              <a:t>In the case of Association with SM Policy           </a:t>
            </a:r>
          </a:p>
          <a:p>
            <a:pPr algn="l"/>
            <a:r>
              <a:rPr lang="en-US" sz="1200" b="0" i="0">
                <a:solidFill>
                  <a:srgbClr val="333333"/>
                </a:solidFill>
                <a:effectLst/>
              </a:rPr>
              <a:t>Steps to resolve</a:t>
            </a:r>
          </a:p>
          <a:p>
            <a:pPr lvl="1">
              <a:buFont typeface="+mj-lt"/>
              <a:buAutoNum type="arabicPeriod"/>
            </a:pPr>
            <a:r>
              <a:rPr lang="en-US" sz="1200" b="0" i="0">
                <a:solidFill>
                  <a:srgbClr val="333333"/>
                </a:solidFill>
                <a:effectLst/>
              </a:rPr>
              <a:t>Go to SDM portal and subscription management</a:t>
            </a:r>
          </a:p>
          <a:p>
            <a:pPr lvl="1">
              <a:buFont typeface="+mj-lt"/>
              <a:buAutoNum type="arabicPeriod"/>
            </a:pPr>
            <a:r>
              <a:rPr lang="en-US" sz="1200" b="0" i="0">
                <a:solidFill>
                  <a:srgbClr val="333333"/>
                </a:solidFill>
                <a:effectLst/>
              </a:rPr>
              <a:t>Search for relevant SUPI and view SM policy data</a:t>
            </a:r>
          </a:p>
          <a:p>
            <a:pPr lvl="1">
              <a:buFont typeface="+mj-lt"/>
              <a:buAutoNum type="arabicPeriod"/>
            </a:pPr>
            <a:r>
              <a:rPr lang="en-US" sz="1200" b="0" i="0">
                <a:solidFill>
                  <a:srgbClr val="333333"/>
                </a:solidFill>
                <a:effectLst/>
              </a:rPr>
              <a:t>Check if the usage limit is associated with SM policy. If not, then associate the required usage limit.</a:t>
            </a:r>
          </a:p>
          <a:p>
            <a:pPr algn="l"/>
            <a:r>
              <a:rPr lang="en-US" sz="1200" b="1" i="0">
                <a:solidFill>
                  <a:srgbClr val="333333"/>
                </a:solidFill>
                <a:effectLst/>
              </a:rPr>
              <a:t>In the case of Association with SM policy PCC rule</a:t>
            </a:r>
          </a:p>
          <a:p>
            <a:pPr algn="l"/>
            <a:r>
              <a:rPr lang="en-US" sz="1200" b="0" i="0">
                <a:solidFill>
                  <a:srgbClr val="333333"/>
                </a:solidFill>
                <a:effectLst/>
              </a:rPr>
              <a:t>Steps to Resolve</a:t>
            </a:r>
          </a:p>
          <a:p>
            <a:pPr lvl="1">
              <a:buFont typeface="+mj-lt"/>
              <a:buAutoNum type="arabicPeriod"/>
            </a:pPr>
            <a:r>
              <a:rPr lang="en-US" sz="1200" b="0" i="0">
                <a:solidFill>
                  <a:srgbClr val="333333"/>
                </a:solidFill>
                <a:effectLst/>
              </a:rPr>
              <a:t>Go to PCF portal and PCC rules</a:t>
            </a:r>
          </a:p>
          <a:p>
            <a:pPr lvl="1">
              <a:buFont typeface="+mj-lt"/>
              <a:buAutoNum type="arabicPeriod"/>
            </a:pPr>
            <a:r>
              <a:rPr lang="en-US" sz="1200" b="0" i="0">
                <a:solidFill>
                  <a:srgbClr val="333333"/>
                </a:solidFill>
                <a:effectLst/>
              </a:rPr>
              <a:t>Search for evaluated SM policy PCC rule name and view rule configuration</a:t>
            </a:r>
          </a:p>
          <a:p>
            <a:pPr lvl="1">
              <a:buFont typeface="+mj-lt"/>
              <a:buAutoNum type="arabicPeriod"/>
            </a:pPr>
            <a:r>
              <a:rPr lang="en-US" sz="1200" b="0" i="0">
                <a:solidFill>
                  <a:srgbClr val="333333"/>
                </a:solidFill>
                <a:effectLst/>
              </a:rPr>
              <a:t>Check if usage limit is associated with PCC rule, if not, then associate the required usage limit</a:t>
            </a:r>
          </a:p>
          <a:p>
            <a:pPr marL="0" indent="0">
              <a:buNone/>
            </a:pPr>
            <a:r>
              <a:rPr lang="en-US" sz="1200" b="0" i="0">
                <a:solidFill>
                  <a:srgbClr val="333333"/>
                </a:solidFill>
                <a:effectLst/>
              </a:rPr>
              <a:t>Check Logs</a:t>
            </a:r>
            <a:br>
              <a:rPr lang="en-US" b="0" i="0">
                <a:solidFill>
                  <a:srgbClr val="333333"/>
                </a:solidFill>
                <a:effectLst/>
                <a:latin typeface="Arial" panose="020B0604020202020204" pitchFamily="34" charset="0"/>
              </a:rPr>
            </a:br>
            <a:endParaRPr lang="en-IN"/>
          </a:p>
        </p:txBody>
      </p:sp>
    </p:spTree>
    <p:custDataLst>
      <p:tags r:id="rId1"/>
    </p:custDataLst>
    <p:extLst>
      <p:ext uri="{BB962C8B-B14F-4D97-AF65-F5344CB8AC3E}">
        <p14:creationId xmlns:p14="http://schemas.microsoft.com/office/powerpoint/2010/main" val="21641985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42913" y="457994"/>
            <a:ext cx="11269662" cy="684212"/>
          </a:xfrm>
        </p:spPr>
        <p:txBody>
          <a:bodyPr>
            <a:normAutofit fontScale="90000"/>
          </a:bodyPr>
          <a:lstStyle/>
          <a:p>
            <a:r>
              <a:rPr lang="en-US" sz="3600">
                <a:solidFill>
                  <a:schemeClr val="bg1"/>
                </a:solidFill>
              </a:rPr>
              <a:t>SM Session Policy is applied to subscriber, but usage monitoring is not enabled</a:t>
            </a:r>
          </a:p>
        </p:txBody>
      </p:sp>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27</a:t>
            </a:fld>
            <a:endParaRPr lang="en-US"/>
          </a:p>
        </p:txBody>
      </p:sp>
      <p:sp>
        <p:nvSpPr>
          <p:cNvPr id="5" name="Content Placeholder 4">
            <a:extLst>
              <a:ext uri="{FF2B5EF4-FFF2-40B4-BE49-F238E27FC236}">
                <a16:creationId xmlns:a16="http://schemas.microsoft.com/office/drawing/2014/main" id="{B3F41200-3D7D-4D9F-8AC7-CB92286A2D1C}"/>
              </a:ext>
            </a:extLst>
          </p:cNvPr>
          <p:cNvSpPr>
            <a:spLocks noGrp="1"/>
          </p:cNvSpPr>
          <p:nvPr>
            <p:ph idx="1"/>
          </p:nvPr>
        </p:nvSpPr>
        <p:spPr>
          <a:xfrm>
            <a:off x="461169" y="1359874"/>
            <a:ext cx="11269662" cy="4824412"/>
          </a:xfrm>
        </p:spPr>
        <p:txBody>
          <a:bodyPr>
            <a:normAutofit/>
          </a:bodyPr>
          <a:lstStyle/>
          <a:p>
            <a:pPr marL="0" indent="0" algn="l">
              <a:buNone/>
            </a:pPr>
            <a:r>
              <a:rPr lang="en-US" sz="1200" b="0" i="0">
                <a:solidFill>
                  <a:srgbClr val="333333"/>
                </a:solidFill>
                <a:effectLst/>
              </a:rPr>
              <a:t>Troubleshooting Procedure</a:t>
            </a:r>
          </a:p>
          <a:p>
            <a:pPr algn="l"/>
            <a:r>
              <a:rPr lang="en-US" sz="1200" b="1" i="0">
                <a:solidFill>
                  <a:srgbClr val="333333"/>
                </a:solidFill>
                <a:effectLst/>
              </a:rPr>
              <a:t>In the case of Association with SM Policy           </a:t>
            </a:r>
          </a:p>
          <a:p>
            <a:pPr algn="l"/>
            <a:r>
              <a:rPr lang="en-US" sz="1200" b="0" i="0">
                <a:solidFill>
                  <a:srgbClr val="333333"/>
                </a:solidFill>
                <a:effectLst/>
              </a:rPr>
              <a:t>Steps to resolve</a:t>
            </a:r>
          </a:p>
          <a:p>
            <a:pPr lvl="1">
              <a:buFont typeface="+mj-lt"/>
              <a:buAutoNum type="arabicPeriod"/>
            </a:pPr>
            <a:r>
              <a:rPr lang="en-US" sz="1200" b="0" i="0">
                <a:solidFill>
                  <a:srgbClr val="333333"/>
                </a:solidFill>
                <a:effectLst/>
              </a:rPr>
              <a:t>Go to SDM portal and subscription management</a:t>
            </a:r>
          </a:p>
          <a:p>
            <a:pPr lvl="1">
              <a:buFont typeface="+mj-lt"/>
              <a:buAutoNum type="arabicPeriod"/>
            </a:pPr>
            <a:r>
              <a:rPr lang="en-US" sz="1200" b="0" i="0">
                <a:solidFill>
                  <a:srgbClr val="333333"/>
                </a:solidFill>
                <a:effectLst/>
              </a:rPr>
              <a:t>Search for relevant SUPI and view SM policy data</a:t>
            </a:r>
          </a:p>
          <a:p>
            <a:pPr lvl="1">
              <a:buFont typeface="+mj-lt"/>
              <a:buAutoNum type="arabicPeriod"/>
            </a:pPr>
            <a:r>
              <a:rPr lang="en-US" sz="1200" b="0" i="0">
                <a:solidFill>
                  <a:srgbClr val="333333"/>
                </a:solidFill>
                <a:effectLst/>
              </a:rPr>
              <a:t>Check if the usage limit is associated with SM policy. If not, then associate the required usage limit.</a:t>
            </a:r>
          </a:p>
          <a:p>
            <a:pPr algn="l"/>
            <a:r>
              <a:rPr lang="en-US" sz="1200" b="1" i="0">
                <a:solidFill>
                  <a:srgbClr val="333333"/>
                </a:solidFill>
                <a:effectLst/>
              </a:rPr>
              <a:t>In the case of Association with SM policy PCC rule</a:t>
            </a:r>
          </a:p>
          <a:p>
            <a:pPr algn="l"/>
            <a:r>
              <a:rPr lang="en-US" sz="1200" b="0" i="0">
                <a:solidFill>
                  <a:srgbClr val="333333"/>
                </a:solidFill>
                <a:effectLst/>
              </a:rPr>
              <a:t>Steps to Resolve</a:t>
            </a:r>
          </a:p>
          <a:p>
            <a:pPr lvl="1">
              <a:buFont typeface="+mj-lt"/>
              <a:buAutoNum type="arabicPeriod"/>
            </a:pPr>
            <a:r>
              <a:rPr lang="en-US" sz="1200" b="0" i="0">
                <a:solidFill>
                  <a:srgbClr val="333333"/>
                </a:solidFill>
                <a:effectLst/>
              </a:rPr>
              <a:t>Go to PCF portal and PCC rules</a:t>
            </a:r>
          </a:p>
          <a:p>
            <a:pPr lvl="1">
              <a:buFont typeface="+mj-lt"/>
              <a:buAutoNum type="arabicPeriod"/>
            </a:pPr>
            <a:r>
              <a:rPr lang="en-US" sz="1200" b="0" i="0">
                <a:solidFill>
                  <a:srgbClr val="333333"/>
                </a:solidFill>
                <a:effectLst/>
              </a:rPr>
              <a:t>Search for evaluated SM policy PCC rule name and view rule configuration</a:t>
            </a:r>
          </a:p>
          <a:p>
            <a:pPr lvl="1">
              <a:buFont typeface="+mj-lt"/>
              <a:buAutoNum type="arabicPeriod"/>
            </a:pPr>
            <a:r>
              <a:rPr lang="en-US" sz="1200" b="0" i="0">
                <a:solidFill>
                  <a:srgbClr val="333333"/>
                </a:solidFill>
                <a:effectLst/>
              </a:rPr>
              <a:t>Check if usage limit is associated with PCC rule, if not, then associate the required usage limit</a:t>
            </a:r>
          </a:p>
          <a:p>
            <a:pPr marL="0" indent="0">
              <a:buNone/>
            </a:pPr>
            <a:r>
              <a:rPr lang="en-US" sz="1200" b="0" i="0">
                <a:solidFill>
                  <a:srgbClr val="333333"/>
                </a:solidFill>
                <a:effectLst/>
              </a:rPr>
              <a:t>Check Logs</a:t>
            </a:r>
            <a:br>
              <a:rPr lang="en-US" sz="1200" b="0" i="0">
                <a:solidFill>
                  <a:srgbClr val="333333"/>
                </a:solidFill>
                <a:effectLst/>
              </a:rPr>
            </a:br>
            <a:endParaRPr lang="en-IN" sz="1200"/>
          </a:p>
        </p:txBody>
      </p:sp>
    </p:spTree>
    <p:custDataLst>
      <p:tags r:id="rId1"/>
    </p:custDataLst>
    <p:extLst>
      <p:ext uri="{BB962C8B-B14F-4D97-AF65-F5344CB8AC3E}">
        <p14:creationId xmlns:p14="http://schemas.microsoft.com/office/powerpoint/2010/main" val="30924153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83F62-BBB9-431B-A37F-BDA0DC7153F6}"/>
              </a:ext>
            </a:extLst>
          </p:cNvPr>
          <p:cNvSpPr>
            <a:spLocks noGrp="1"/>
          </p:cNvSpPr>
          <p:nvPr>
            <p:ph type="title"/>
          </p:nvPr>
        </p:nvSpPr>
        <p:spPr>
          <a:xfrm>
            <a:off x="461169" y="3464005"/>
            <a:ext cx="11269662" cy="684212"/>
          </a:xfrm>
        </p:spPr>
        <p:txBody>
          <a:bodyPr/>
          <a:lstStyle/>
          <a:p>
            <a:r>
              <a:rPr lang="en-US" sz="5400"/>
              <a:t>SM Authorization Policy is not getting applied to subscriber</a:t>
            </a:r>
          </a:p>
        </p:txBody>
      </p:sp>
    </p:spTree>
    <p:extLst>
      <p:ext uri="{BB962C8B-B14F-4D97-AF65-F5344CB8AC3E}">
        <p14:creationId xmlns:p14="http://schemas.microsoft.com/office/powerpoint/2010/main" val="22175247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42913" y="457994"/>
            <a:ext cx="11269662" cy="684212"/>
          </a:xfrm>
        </p:spPr>
        <p:txBody>
          <a:bodyPr>
            <a:normAutofit/>
          </a:bodyPr>
          <a:lstStyle/>
          <a:p>
            <a:pPr algn="l"/>
            <a:r>
              <a:rPr lang="en-US" sz="3200">
                <a:solidFill>
                  <a:schemeClr val="bg1"/>
                </a:solidFill>
              </a:rPr>
              <a:t>SM Authorization Policy is not getting applied to subscriber</a:t>
            </a:r>
          </a:p>
        </p:txBody>
      </p:sp>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29</a:t>
            </a:fld>
            <a:endParaRPr lang="en-US"/>
          </a:p>
        </p:txBody>
      </p:sp>
      <p:sp>
        <p:nvSpPr>
          <p:cNvPr id="5" name="Content Placeholder 4">
            <a:extLst>
              <a:ext uri="{FF2B5EF4-FFF2-40B4-BE49-F238E27FC236}">
                <a16:creationId xmlns:a16="http://schemas.microsoft.com/office/drawing/2014/main" id="{B3F41200-3D7D-4D9F-8AC7-CB92286A2D1C}"/>
              </a:ext>
            </a:extLst>
          </p:cNvPr>
          <p:cNvSpPr>
            <a:spLocks noGrp="1"/>
          </p:cNvSpPr>
          <p:nvPr>
            <p:ph idx="1"/>
          </p:nvPr>
        </p:nvSpPr>
        <p:spPr>
          <a:xfrm>
            <a:off x="561667" y="1233488"/>
            <a:ext cx="11269662" cy="4824412"/>
          </a:xfrm>
        </p:spPr>
        <p:txBody>
          <a:bodyPr>
            <a:normAutofit/>
          </a:bodyPr>
          <a:lstStyle/>
          <a:p>
            <a:pPr marL="0" indent="0" algn="l">
              <a:buNone/>
            </a:pPr>
            <a:r>
              <a:rPr lang="en-US" sz="1200" b="1" i="0">
                <a:solidFill>
                  <a:srgbClr val="333333"/>
                </a:solidFill>
                <a:effectLst/>
              </a:rPr>
              <a:t>Possible Causes</a:t>
            </a:r>
          </a:p>
          <a:p>
            <a:pPr lvl="1"/>
            <a:r>
              <a:rPr lang="en-US" sz="1200" b="0" i="0">
                <a:solidFill>
                  <a:srgbClr val="333333"/>
                </a:solidFill>
                <a:effectLst/>
              </a:rPr>
              <a:t>SM Authorization Policy can fail due to the following reasons: </a:t>
            </a:r>
          </a:p>
          <a:p>
            <a:pPr lvl="1"/>
            <a:r>
              <a:rPr lang="en-US" sz="1200" b="0" i="0">
                <a:solidFill>
                  <a:srgbClr val="333333"/>
                </a:solidFill>
                <a:effectLst/>
              </a:rPr>
              <a:t>Corresponding IP CAN session is not available on </a:t>
            </a:r>
            <a:r>
              <a:rPr lang="en-US" sz="1200" b="0" i="1" err="1">
                <a:solidFill>
                  <a:srgbClr val="333333"/>
                </a:solidFill>
                <a:effectLst/>
              </a:rPr>
              <a:t>Npcf_SMPolicy</a:t>
            </a:r>
            <a:r>
              <a:rPr lang="en-US" sz="1200" b="0" i="0">
                <a:solidFill>
                  <a:srgbClr val="333333"/>
                </a:solidFill>
                <a:effectLst/>
              </a:rPr>
              <a:t> Interface</a:t>
            </a:r>
          </a:p>
          <a:p>
            <a:pPr lvl="1"/>
            <a:r>
              <a:rPr lang="en-US" sz="1200" b="0" i="0">
                <a:solidFill>
                  <a:srgbClr val="333333"/>
                </a:solidFill>
                <a:effectLst/>
              </a:rPr>
              <a:t>IP CAN session is online with emergency DNN</a:t>
            </a:r>
          </a:p>
          <a:p>
            <a:pPr lvl="1"/>
            <a:r>
              <a:rPr lang="en-US" sz="1200" b="0" i="0">
                <a:solidFill>
                  <a:srgbClr val="333333"/>
                </a:solidFill>
                <a:effectLst/>
              </a:rPr>
              <a:t>PCF network function is not reachable</a:t>
            </a:r>
          </a:p>
          <a:p>
            <a:pPr marL="0" indent="0" algn="l">
              <a:buNone/>
            </a:pPr>
            <a:endParaRPr lang="en-US" sz="1200" b="0" i="0">
              <a:solidFill>
                <a:srgbClr val="333333"/>
              </a:solidFill>
              <a:effectLst/>
            </a:endParaRPr>
          </a:p>
          <a:p>
            <a:pPr marL="0" indent="0">
              <a:buNone/>
            </a:pPr>
            <a:r>
              <a:rPr lang="en-US" sz="1200" b="1">
                <a:solidFill>
                  <a:srgbClr val="333333"/>
                </a:solidFill>
              </a:rPr>
              <a:t>Preprocessing</a:t>
            </a:r>
          </a:p>
          <a:p>
            <a:pPr lvl="1"/>
            <a:r>
              <a:rPr lang="en-US" sz="1200" b="0" i="0">
                <a:solidFill>
                  <a:srgbClr val="333333"/>
                </a:solidFill>
                <a:effectLst/>
              </a:rPr>
              <a:t>Check if the UDR and UDRPCF are up and running.</a:t>
            </a:r>
          </a:p>
          <a:p>
            <a:pPr lvl="1"/>
            <a:r>
              <a:rPr lang="en-US" sz="1200" b="0" i="0">
                <a:solidFill>
                  <a:srgbClr val="333333"/>
                </a:solidFill>
                <a:effectLst/>
              </a:rPr>
              <a:t>Check if a fault alarm is generated by any of the network functions.</a:t>
            </a:r>
          </a:p>
          <a:p>
            <a:pPr marL="0" indent="0" algn="l">
              <a:buNone/>
            </a:pPr>
            <a:br>
              <a:rPr lang="en-US" b="0" i="0">
                <a:solidFill>
                  <a:srgbClr val="333333"/>
                </a:solidFill>
                <a:effectLst/>
                <a:latin typeface="Arial" panose="020B0604020202020204" pitchFamily="34" charset="0"/>
              </a:rPr>
            </a:br>
            <a:endParaRPr lang="en-IN"/>
          </a:p>
        </p:txBody>
      </p:sp>
    </p:spTree>
    <p:custDataLst>
      <p:tags r:id="rId1"/>
    </p:custDataLst>
    <p:extLst>
      <p:ext uri="{BB962C8B-B14F-4D97-AF65-F5344CB8AC3E}">
        <p14:creationId xmlns:p14="http://schemas.microsoft.com/office/powerpoint/2010/main" val="31635953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42913" y="457994"/>
            <a:ext cx="11269662" cy="684212"/>
          </a:xfrm>
        </p:spPr>
        <p:txBody>
          <a:bodyPr>
            <a:normAutofit/>
          </a:bodyPr>
          <a:lstStyle/>
          <a:p>
            <a:pPr algn="l"/>
            <a:r>
              <a:rPr lang="en-US" sz="3200">
                <a:solidFill>
                  <a:schemeClr val="bg1"/>
                </a:solidFill>
              </a:rPr>
              <a:t>SM Authorization Policy is not getting applied to subscriber</a:t>
            </a:r>
          </a:p>
        </p:txBody>
      </p:sp>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30</a:t>
            </a:fld>
            <a:endParaRPr lang="en-US"/>
          </a:p>
        </p:txBody>
      </p:sp>
      <p:sp>
        <p:nvSpPr>
          <p:cNvPr id="5" name="Content Placeholder 4">
            <a:extLst>
              <a:ext uri="{FF2B5EF4-FFF2-40B4-BE49-F238E27FC236}">
                <a16:creationId xmlns:a16="http://schemas.microsoft.com/office/drawing/2014/main" id="{B3F41200-3D7D-4D9F-8AC7-CB92286A2D1C}"/>
              </a:ext>
            </a:extLst>
          </p:cNvPr>
          <p:cNvSpPr>
            <a:spLocks noGrp="1"/>
          </p:cNvSpPr>
          <p:nvPr>
            <p:ph idx="1"/>
          </p:nvPr>
        </p:nvSpPr>
        <p:spPr>
          <a:xfrm>
            <a:off x="561667" y="1233488"/>
            <a:ext cx="11269662" cy="4824412"/>
          </a:xfrm>
        </p:spPr>
        <p:txBody>
          <a:bodyPr>
            <a:normAutofit fontScale="92500" lnSpcReduction="10000"/>
          </a:bodyPr>
          <a:lstStyle/>
          <a:p>
            <a:pPr marL="0" indent="0" algn="l">
              <a:buNone/>
            </a:pPr>
            <a:r>
              <a:rPr lang="en-US" sz="1300" b="0" i="0">
                <a:solidFill>
                  <a:srgbClr val="333333"/>
                </a:solidFill>
                <a:effectLst/>
              </a:rPr>
              <a:t>Troubleshooting Procedure</a:t>
            </a:r>
          </a:p>
          <a:p>
            <a:pPr marL="0" indent="0" algn="l">
              <a:buNone/>
            </a:pPr>
            <a:endParaRPr lang="en-US" sz="1300" b="0" i="0">
              <a:solidFill>
                <a:srgbClr val="333333"/>
              </a:solidFill>
              <a:effectLst/>
            </a:endParaRPr>
          </a:p>
          <a:p>
            <a:pPr algn="l"/>
            <a:r>
              <a:rPr lang="en-US" sz="1300" b="0" i="0">
                <a:solidFill>
                  <a:srgbClr val="333333"/>
                </a:solidFill>
                <a:effectLst/>
              </a:rPr>
              <a:t>The following section includes troubleshooting steps for various Rx Diameter supported messages and their result codes:</a:t>
            </a:r>
          </a:p>
          <a:p>
            <a:pPr marL="0" indent="0" algn="l">
              <a:buNone/>
            </a:pPr>
            <a:endParaRPr lang="en-US" sz="1300" b="0" i="0">
              <a:solidFill>
                <a:srgbClr val="333333"/>
              </a:solidFill>
              <a:effectLst/>
            </a:endParaRPr>
          </a:p>
          <a:p>
            <a:pPr marL="0" indent="0" algn="l">
              <a:buNone/>
            </a:pPr>
            <a:r>
              <a:rPr lang="en-US" sz="1300" b="1" i="0">
                <a:solidFill>
                  <a:srgbClr val="333333"/>
                </a:solidFill>
                <a:effectLst/>
              </a:rPr>
              <a:t>Diameter Result Code 5065</a:t>
            </a:r>
          </a:p>
          <a:p>
            <a:pPr algn="l"/>
            <a:r>
              <a:rPr lang="en-US" sz="1300" b="0" i="0">
                <a:solidFill>
                  <a:srgbClr val="333333"/>
                </a:solidFill>
                <a:effectLst/>
              </a:rPr>
              <a:t>Message - </a:t>
            </a:r>
            <a:r>
              <a:rPr lang="en-US" sz="1300" b="1" i="0">
                <a:solidFill>
                  <a:srgbClr val="333333"/>
                </a:solidFill>
                <a:effectLst/>
              </a:rPr>
              <a:t>Initial Provisioning of Session Information - Rx AAR</a:t>
            </a:r>
            <a:endParaRPr lang="en-US" sz="1300" b="0" i="0">
              <a:solidFill>
                <a:srgbClr val="333333"/>
              </a:solidFill>
              <a:effectLst/>
            </a:endParaRPr>
          </a:p>
          <a:p>
            <a:pPr algn="l"/>
            <a:r>
              <a:rPr lang="en-US" sz="1300" b="0" i="0">
                <a:solidFill>
                  <a:srgbClr val="333333"/>
                </a:solidFill>
                <a:effectLst/>
              </a:rPr>
              <a:t>Diameter Error Message: PDU session record not found in database</a:t>
            </a:r>
          </a:p>
          <a:p>
            <a:pPr marL="0" indent="0" algn="l">
              <a:buNone/>
            </a:pPr>
            <a:endParaRPr lang="en-US" sz="1300" b="0" i="0">
              <a:solidFill>
                <a:srgbClr val="333333"/>
              </a:solidFill>
              <a:effectLst/>
            </a:endParaRPr>
          </a:p>
          <a:p>
            <a:pPr marL="0" indent="0" algn="l">
              <a:buNone/>
            </a:pPr>
            <a:r>
              <a:rPr lang="en-US" sz="1300" b="0" i="0">
                <a:solidFill>
                  <a:srgbClr val="333333"/>
                </a:solidFill>
                <a:effectLst/>
              </a:rPr>
              <a:t>Reason: The corresponding IP CAN session is not available on </a:t>
            </a:r>
            <a:r>
              <a:rPr lang="en-US" sz="1300" b="0" i="0" err="1">
                <a:solidFill>
                  <a:srgbClr val="333333"/>
                </a:solidFill>
                <a:effectLst/>
              </a:rPr>
              <a:t>Npcf_SMPolicy</a:t>
            </a:r>
            <a:r>
              <a:rPr lang="en-US" sz="1300" b="0" i="0">
                <a:solidFill>
                  <a:srgbClr val="333333"/>
                </a:solidFill>
                <a:effectLst/>
              </a:rPr>
              <a:t> Interface.</a:t>
            </a:r>
          </a:p>
          <a:p>
            <a:pPr marL="0" indent="0" algn="l">
              <a:buNone/>
            </a:pPr>
            <a:r>
              <a:rPr lang="en-US" sz="1300" b="0" i="0">
                <a:solidFill>
                  <a:srgbClr val="333333"/>
                </a:solidFill>
                <a:effectLst/>
              </a:rPr>
              <a:t>Steps to resolve: </a:t>
            </a:r>
          </a:p>
          <a:p>
            <a:pPr marL="0" indent="0" algn="l">
              <a:buNone/>
            </a:pPr>
            <a:endParaRPr lang="en-US" sz="1300" b="0" i="0">
              <a:solidFill>
                <a:srgbClr val="333333"/>
              </a:solidFill>
              <a:effectLst/>
            </a:endParaRPr>
          </a:p>
          <a:p>
            <a:pPr algn="l">
              <a:buFont typeface="+mj-lt"/>
              <a:buAutoNum type="arabicPeriod"/>
            </a:pPr>
            <a:r>
              <a:rPr lang="en-US" sz="1300" b="0" i="0">
                <a:solidFill>
                  <a:srgbClr val="333333"/>
                </a:solidFill>
                <a:effectLst/>
              </a:rPr>
              <a:t>Ensure that SM Session Policy session is available.</a:t>
            </a:r>
          </a:p>
          <a:p>
            <a:pPr algn="l">
              <a:buFont typeface="+mj-lt"/>
              <a:buAutoNum type="arabicPeriod"/>
            </a:pPr>
            <a:r>
              <a:rPr lang="en-US" sz="1300" b="0" i="0">
                <a:solidFill>
                  <a:srgbClr val="333333"/>
                </a:solidFill>
                <a:effectLst/>
              </a:rPr>
              <a:t>If unavailable, create new SM Session Policy session.</a:t>
            </a:r>
          </a:p>
          <a:p>
            <a:pPr marL="0" indent="0" algn="l">
              <a:buNone/>
            </a:pPr>
            <a:endParaRPr lang="en-US" sz="1300" b="0" i="0">
              <a:solidFill>
                <a:srgbClr val="333333"/>
              </a:solidFill>
              <a:effectLst/>
            </a:endParaRPr>
          </a:p>
          <a:p>
            <a:pPr marL="0" indent="0" algn="l">
              <a:buNone/>
            </a:pPr>
            <a:r>
              <a:rPr lang="en-US" sz="1300" b="0" i="0">
                <a:solidFill>
                  <a:srgbClr val="333333"/>
                </a:solidFill>
                <a:effectLst/>
              </a:rPr>
              <a:t>Chec</a:t>
            </a:r>
            <a:r>
              <a:rPr lang="en-US" sz="1300">
                <a:solidFill>
                  <a:srgbClr val="333333"/>
                </a:solidFill>
              </a:rPr>
              <a:t>k </a:t>
            </a:r>
            <a:r>
              <a:rPr lang="en-US" sz="1300" b="0" i="0">
                <a:solidFill>
                  <a:srgbClr val="333333"/>
                </a:solidFill>
                <a:effectLst/>
              </a:rPr>
              <a:t>Logs</a:t>
            </a:r>
          </a:p>
          <a:p>
            <a:pPr marL="0" indent="0" algn="l">
              <a:buNone/>
            </a:pPr>
            <a:br>
              <a:rPr lang="en-US" b="0" i="0">
                <a:solidFill>
                  <a:srgbClr val="333333"/>
                </a:solidFill>
                <a:effectLst/>
                <a:latin typeface="Arial" panose="020B0604020202020204" pitchFamily="34" charset="0"/>
              </a:rPr>
            </a:br>
            <a:endParaRPr lang="en-IN"/>
          </a:p>
        </p:txBody>
      </p:sp>
    </p:spTree>
    <p:custDataLst>
      <p:tags r:id="rId1"/>
    </p:custDataLst>
    <p:extLst>
      <p:ext uri="{BB962C8B-B14F-4D97-AF65-F5344CB8AC3E}">
        <p14:creationId xmlns:p14="http://schemas.microsoft.com/office/powerpoint/2010/main" val="6839115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42913" y="457994"/>
            <a:ext cx="11269662" cy="684212"/>
          </a:xfrm>
        </p:spPr>
        <p:txBody>
          <a:bodyPr>
            <a:normAutofit/>
          </a:bodyPr>
          <a:lstStyle/>
          <a:p>
            <a:pPr algn="l"/>
            <a:r>
              <a:rPr lang="en-US" sz="3200">
                <a:solidFill>
                  <a:schemeClr val="bg1"/>
                </a:solidFill>
              </a:rPr>
              <a:t>SM Authorization Policy is not getting applied to subscriber</a:t>
            </a:r>
          </a:p>
        </p:txBody>
      </p:sp>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31</a:t>
            </a:fld>
            <a:endParaRPr lang="en-US"/>
          </a:p>
        </p:txBody>
      </p:sp>
      <p:sp>
        <p:nvSpPr>
          <p:cNvPr id="5" name="Content Placeholder 4">
            <a:extLst>
              <a:ext uri="{FF2B5EF4-FFF2-40B4-BE49-F238E27FC236}">
                <a16:creationId xmlns:a16="http://schemas.microsoft.com/office/drawing/2014/main" id="{B3F41200-3D7D-4D9F-8AC7-CB92286A2D1C}"/>
              </a:ext>
            </a:extLst>
          </p:cNvPr>
          <p:cNvSpPr>
            <a:spLocks noGrp="1"/>
          </p:cNvSpPr>
          <p:nvPr>
            <p:ph idx="1"/>
          </p:nvPr>
        </p:nvSpPr>
        <p:spPr>
          <a:xfrm>
            <a:off x="561667" y="1233488"/>
            <a:ext cx="11269662" cy="4824412"/>
          </a:xfrm>
        </p:spPr>
        <p:txBody>
          <a:bodyPr>
            <a:normAutofit fontScale="92500" lnSpcReduction="10000"/>
          </a:bodyPr>
          <a:lstStyle/>
          <a:p>
            <a:pPr marL="0" indent="0" algn="l">
              <a:buNone/>
            </a:pPr>
            <a:r>
              <a:rPr lang="en-US" sz="1300" b="0" i="0">
                <a:solidFill>
                  <a:srgbClr val="333333"/>
                </a:solidFill>
                <a:effectLst/>
              </a:rPr>
              <a:t>Troubleshooting Procedure</a:t>
            </a:r>
          </a:p>
          <a:p>
            <a:pPr marL="0" indent="0" algn="l">
              <a:buNone/>
            </a:pPr>
            <a:endParaRPr lang="en-US" sz="1300" b="0" i="0">
              <a:solidFill>
                <a:srgbClr val="333333"/>
              </a:solidFill>
              <a:effectLst/>
            </a:endParaRPr>
          </a:p>
          <a:p>
            <a:pPr algn="l"/>
            <a:r>
              <a:rPr lang="en-US" sz="1300" b="0" i="0">
                <a:solidFill>
                  <a:srgbClr val="333333"/>
                </a:solidFill>
                <a:effectLst/>
              </a:rPr>
              <a:t>The following section includes troubleshooting steps for various Rx Diameter supported messages and their result codes:</a:t>
            </a:r>
          </a:p>
          <a:p>
            <a:pPr marL="0" indent="0" algn="l">
              <a:buNone/>
            </a:pPr>
            <a:endParaRPr lang="en-US" sz="1300" b="0" i="0">
              <a:solidFill>
                <a:srgbClr val="333333"/>
              </a:solidFill>
              <a:effectLst/>
            </a:endParaRPr>
          </a:p>
          <a:p>
            <a:pPr marL="0" indent="0" algn="l">
              <a:buNone/>
            </a:pPr>
            <a:r>
              <a:rPr lang="en-US" sz="1300" b="1" i="0">
                <a:solidFill>
                  <a:srgbClr val="333333"/>
                </a:solidFill>
                <a:effectLst/>
              </a:rPr>
              <a:t>Diameter Result Code 5065</a:t>
            </a:r>
          </a:p>
          <a:p>
            <a:pPr algn="l"/>
            <a:r>
              <a:rPr lang="en-US" sz="1300" b="0" i="0">
                <a:solidFill>
                  <a:srgbClr val="333333"/>
                </a:solidFill>
                <a:effectLst/>
              </a:rPr>
              <a:t>Message - </a:t>
            </a:r>
            <a:r>
              <a:rPr lang="en-US" sz="1300" b="1" i="0">
                <a:solidFill>
                  <a:srgbClr val="333333"/>
                </a:solidFill>
                <a:effectLst/>
              </a:rPr>
              <a:t>Initial Provisioning of Session Information - Rx AAR</a:t>
            </a:r>
            <a:endParaRPr lang="en-US" sz="1300" b="0" i="0">
              <a:solidFill>
                <a:srgbClr val="333333"/>
              </a:solidFill>
              <a:effectLst/>
            </a:endParaRPr>
          </a:p>
          <a:p>
            <a:pPr algn="l"/>
            <a:r>
              <a:rPr lang="en-US" sz="1300" b="0" i="0">
                <a:solidFill>
                  <a:srgbClr val="333333"/>
                </a:solidFill>
                <a:effectLst/>
              </a:rPr>
              <a:t>Diameter Error Message: PDU session record not found in database</a:t>
            </a:r>
          </a:p>
          <a:p>
            <a:pPr marL="0" indent="0" algn="l">
              <a:buNone/>
            </a:pPr>
            <a:endParaRPr lang="en-US" sz="1300" b="0" i="0">
              <a:solidFill>
                <a:srgbClr val="333333"/>
              </a:solidFill>
              <a:effectLst/>
            </a:endParaRPr>
          </a:p>
          <a:p>
            <a:pPr marL="0" indent="0" algn="l">
              <a:buNone/>
            </a:pPr>
            <a:r>
              <a:rPr lang="en-US" sz="1300" b="0" i="0">
                <a:solidFill>
                  <a:srgbClr val="333333"/>
                </a:solidFill>
                <a:effectLst/>
              </a:rPr>
              <a:t>Reason: The corresponding IP CAN session is not available on </a:t>
            </a:r>
            <a:r>
              <a:rPr lang="en-US" sz="1300" b="0" i="0" err="1">
                <a:solidFill>
                  <a:srgbClr val="333333"/>
                </a:solidFill>
                <a:effectLst/>
              </a:rPr>
              <a:t>Npcf_SMPolicy</a:t>
            </a:r>
            <a:r>
              <a:rPr lang="en-US" sz="1300" b="0" i="0">
                <a:solidFill>
                  <a:srgbClr val="333333"/>
                </a:solidFill>
                <a:effectLst/>
              </a:rPr>
              <a:t> Interface.</a:t>
            </a:r>
          </a:p>
          <a:p>
            <a:pPr marL="0" indent="0" algn="l">
              <a:buNone/>
            </a:pPr>
            <a:r>
              <a:rPr lang="en-US" sz="1300" b="0" i="0">
                <a:solidFill>
                  <a:srgbClr val="333333"/>
                </a:solidFill>
                <a:effectLst/>
              </a:rPr>
              <a:t>Steps to resolve: </a:t>
            </a:r>
          </a:p>
          <a:p>
            <a:pPr marL="0" indent="0" algn="l">
              <a:buNone/>
            </a:pPr>
            <a:endParaRPr lang="en-US" sz="1300" b="0" i="0">
              <a:solidFill>
                <a:srgbClr val="333333"/>
              </a:solidFill>
              <a:effectLst/>
            </a:endParaRPr>
          </a:p>
          <a:p>
            <a:pPr algn="l">
              <a:buFont typeface="+mj-lt"/>
              <a:buAutoNum type="arabicPeriod"/>
            </a:pPr>
            <a:r>
              <a:rPr lang="en-US" sz="1300" b="0" i="0">
                <a:solidFill>
                  <a:srgbClr val="333333"/>
                </a:solidFill>
                <a:effectLst/>
              </a:rPr>
              <a:t>Ensure that SM Session Policy session is available.</a:t>
            </a:r>
          </a:p>
          <a:p>
            <a:pPr algn="l">
              <a:buFont typeface="+mj-lt"/>
              <a:buAutoNum type="arabicPeriod"/>
            </a:pPr>
            <a:r>
              <a:rPr lang="en-US" sz="1300" b="0" i="0">
                <a:solidFill>
                  <a:srgbClr val="333333"/>
                </a:solidFill>
                <a:effectLst/>
              </a:rPr>
              <a:t>If unavailable, create new SM Session Policy session.</a:t>
            </a:r>
          </a:p>
          <a:p>
            <a:pPr marL="0" indent="0" algn="l">
              <a:buNone/>
            </a:pPr>
            <a:endParaRPr lang="en-US" sz="1300" b="0" i="0">
              <a:solidFill>
                <a:srgbClr val="333333"/>
              </a:solidFill>
              <a:effectLst/>
            </a:endParaRPr>
          </a:p>
          <a:p>
            <a:pPr marL="0" indent="0" algn="l">
              <a:buNone/>
            </a:pPr>
            <a:r>
              <a:rPr lang="en-US" sz="1300" b="0" i="0">
                <a:solidFill>
                  <a:srgbClr val="333333"/>
                </a:solidFill>
                <a:effectLst/>
              </a:rPr>
              <a:t>Chec</a:t>
            </a:r>
            <a:r>
              <a:rPr lang="en-US" sz="1300">
                <a:solidFill>
                  <a:srgbClr val="333333"/>
                </a:solidFill>
              </a:rPr>
              <a:t>k </a:t>
            </a:r>
            <a:r>
              <a:rPr lang="en-US" sz="1300" b="0" i="0">
                <a:solidFill>
                  <a:srgbClr val="333333"/>
                </a:solidFill>
                <a:effectLst/>
              </a:rPr>
              <a:t>Logs</a:t>
            </a:r>
          </a:p>
          <a:p>
            <a:pPr marL="0" indent="0" algn="l">
              <a:buNone/>
            </a:pPr>
            <a:br>
              <a:rPr lang="en-US" b="0" i="0">
                <a:solidFill>
                  <a:srgbClr val="333333"/>
                </a:solidFill>
                <a:effectLst/>
                <a:latin typeface="Arial" panose="020B0604020202020204" pitchFamily="34" charset="0"/>
              </a:rPr>
            </a:br>
            <a:endParaRPr lang="en-IN"/>
          </a:p>
        </p:txBody>
      </p:sp>
    </p:spTree>
    <p:custDataLst>
      <p:tags r:id="rId1"/>
    </p:custDataLst>
    <p:extLst>
      <p:ext uri="{BB962C8B-B14F-4D97-AF65-F5344CB8AC3E}">
        <p14:creationId xmlns:p14="http://schemas.microsoft.com/office/powerpoint/2010/main" val="12569656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42913" y="457994"/>
            <a:ext cx="11269662" cy="684212"/>
          </a:xfrm>
        </p:spPr>
        <p:txBody>
          <a:bodyPr>
            <a:normAutofit/>
          </a:bodyPr>
          <a:lstStyle/>
          <a:p>
            <a:pPr algn="l"/>
            <a:r>
              <a:rPr lang="en-US" sz="3200">
                <a:solidFill>
                  <a:schemeClr val="bg1"/>
                </a:solidFill>
              </a:rPr>
              <a:t>SM Authorization Policy is not getting applied to subscriber</a:t>
            </a:r>
          </a:p>
        </p:txBody>
      </p:sp>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32</a:t>
            </a:fld>
            <a:endParaRPr lang="en-US"/>
          </a:p>
        </p:txBody>
      </p:sp>
      <p:sp>
        <p:nvSpPr>
          <p:cNvPr id="5" name="Content Placeholder 4">
            <a:extLst>
              <a:ext uri="{FF2B5EF4-FFF2-40B4-BE49-F238E27FC236}">
                <a16:creationId xmlns:a16="http://schemas.microsoft.com/office/drawing/2014/main" id="{B3F41200-3D7D-4D9F-8AC7-CB92286A2D1C}"/>
              </a:ext>
            </a:extLst>
          </p:cNvPr>
          <p:cNvSpPr>
            <a:spLocks noGrp="1"/>
          </p:cNvSpPr>
          <p:nvPr>
            <p:ph idx="1"/>
          </p:nvPr>
        </p:nvSpPr>
        <p:spPr>
          <a:xfrm>
            <a:off x="561667" y="1233488"/>
            <a:ext cx="11269662" cy="4824412"/>
          </a:xfrm>
        </p:spPr>
        <p:txBody>
          <a:bodyPr>
            <a:normAutofit/>
          </a:bodyPr>
          <a:lstStyle/>
          <a:p>
            <a:pPr algn="l"/>
            <a:r>
              <a:rPr lang="en-IN" sz="1200" b="1" i="0">
                <a:solidFill>
                  <a:srgbClr val="333333"/>
                </a:solidFill>
                <a:effectLst/>
              </a:rPr>
              <a:t>Diameter Result Code 5066</a:t>
            </a:r>
          </a:p>
          <a:p>
            <a:pPr algn="l"/>
            <a:r>
              <a:rPr lang="en-IN" sz="1200" b="0" i="0">
                <a:solidFill>
                  <a:srgbClr val="333333"/>
                </a:solidFill>
                <a:effectLst/>
              </a:rPr>
              <a:t>Message - </a:t>
            </a:r>
            <a:r>
              <a:rPr lang="en-IN" sz="1200" b="1" i="0">
                <a:solidFill>
                  <a:srgbClr val="333333"/>
                </a:solidFill>
                <a:effectLst/>
              </a:rPr>
              <a:t>Initial Provisioning of Session Information - Rx AAR</a:t>
            </a:r>
            <a:endParaRPr lang="en-IN" sz="1200" b="0" i="0">
              <a:solidFill>
                <a:srgbClr val="333333"/>
              </a:solidFill>
              <a:effectLst/>
            </a:endParaRPr>
          </a:p>
          <a:p>
            <a:pPr algn="l"/>
            <a:r>
              <a:rPr lang="en-IN" sz="1200" b="0" i="0">
                <a:solidFill>
                  <a:srgbClr val="333333"/>
                </a:solidFill>
                <a:effectLst/>
              </a:rPr>
              <a:t>Diameter Error Message: PDU session is not established to an Emergency DNN</a:t>
            </a:r>
          </a:p>
          <a:p>
            <a:pPr algn="l"/>
            <a:r>
              <a:rPr lang="en-IN" sz="1200" b="0" i="0">
                <a:solidFill>
                  <a:srgbClr val="333333"/>
                </a:solidFill>
                <a:effectLst/>
              </a:rPr>
              <a:t>Reason: IP CAN session is online with emergency DNN</a:t>
            </a:r>
          </a:p>
          <a:p>
            <a:pPr algn="l"/>
            <a:r>
              <a:rPr lang="en-IN" sz="1200" b="0" i="0">
                <a:solidFill>
                  <a:srgbClr val="333333"/>
                </a:solidFill>
                <a:effectLst/>
              </a:rPr>
              <a:t>Resolution: </a:t>
            </a:r>
          </a:p>
          <a:p>
            <a:pPr algn="l"/>
            <a:r>
              <a:rPr lang="en-IN" sz="1200" b="0" i="0">
                <a:solidFill>
                  <a:srgbClr val="333333"/>
                </a:solidFill>
                <a:effectLst/>
              </a:rPr>
              <a:t>Ensure that IP CAN session is available with non-emergency DNN.</a:t>
            </a:r>
          </a:p>
          <a:p>
            <a:r>
              <a:rPr lang="en-IN" sz="1200" b="0" i="0">
                <a:solidFill>
                  <a:srgbClr val="333333"/>
                </a:solidFill>
                <a:effectLst/>
              </a:rPr>
              <a:t>Chec</a:t>
            </a:r>
            <a:r>
              <a:rPr lang="en-IN" sz="1200">
                <a:solidFill>
                  <a:srgbClr val="333333"/>
                </a:solidFill>
              </a:rPr>
              <a:t>k </a:t>
            </a:r>
            <a:r>
              <a:rPr lang="en-IN" sz="1200" b="0" i="0">
                <a:solidFill>
                  <a:srgbClr val="333333"/>
                </a:solidFill>
                <a:effectLst/>
              </a:rPr>
              <a:t> Logs</a:t>
            </a:r>
          </a:p>
          <a:p>
            <a:pPr marL="0" indent="0" algn="l">
              <a:buNone/>
            </a:pPr>
            <a:br>
              <a:rPr lang="en-US" b="0" i="0">
                <a:solidFill>
                  <a:srgbClr val="333333"/>
                </a:solidFill>
                <a:effectLst/>
                <a:latin typeface="Arial" panose="020B0604020202020204" pitchFamily="34" charset="0"/>
              </a:rPr>
            </a:br>
            <a:endParaRPr lang="en-IN"/>
          </a:p>
        </p:txBody>
      </p:sp>
    </p:spTree>
    <p:custDataLst>
      <p:tags r:id="rId1"/>
    </p:custDataLst>
    <p:extLst>
      <p:ext uri="{BB962C8B-B14F-4D97-AF65-F5344CB8AC3E}">
        <p14:creationId xmlns:p14="http://schemas.microsoft.com/office/powerpoint/2010/main" val="14881950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83F62-BBB9-431B-A37F-BDA0DC7153F6}"/>
              </a:ext>
            </a:extLst>
          </p:cNvPr>
          <p:cNvSpPr>
            <a:spLocks noGrp="1"/>
          </p:cNvSpPr>
          <p:nvPr>
            <p:ph type="title"/>
          </p:nvPr>
        </p:nvSpPr>
        <p:spPr>
          <a:xfrm>
            <a:off x="461169" y="3464005"/>
            <a:ext cx="11269662" cy="684212"/>
          </a:xfrm>
        </p:spPr>
        <p:txBody>
          <a:bodyPr/>
          <a:lstStyle/>
          <a:p>
            <a:r>
              <a:rPr lang="en-US" sz="5400"/>
              <a:t>Access Network Information is not received at AF</a:t>
            </a:r>
          </a:p>
        </p:txBody>
      </p:sp>
    </p:spTree>
    <p:extLst>
      <p:ext uri="{BB962C8B-B14F-4D97-AF65-F5344CB8AC3E}">
        <p14:creationId xmlns:p14="http://schemas.microsoft.com/office/powerpoint/2010/main" val="31624621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42913" y="457994"/>
            <a:ext cx="11269662" cy="684212"/>
          </a:xfrm>
        </p:spPr>
        <p:txBody>
          <a:bodyPr>
            <a:normAutofit/>
          </a:bodyPr>
          <a:lstStyle/>
          <a:p>
            <a:pPr algn="l"/>
            <a:r>
              <a:rPr lang="en-US" sz="3200">
                <a:solidFill>
                  <a:schemeClr val="bg1"/>
                </a:solidFill>
              </a:rPr>
              <a:t>Access Network Information is not received at AF</a:t>
            </a:r>
          </a:p>
        </p:txBody>
      </p:sp>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34</a:t>
            </a:fld>
            <a:endParaRPr lang="en-US"/>
          </a:p>
        </p:txBody>
      </p:sp>
      <p:sp>
        <p:nvSpPr>
          <p:cNvPr id="5" name="Content Placeholder 4">
            <a:extLst>
              <a:ext uri="{FF2B5EF4-FFF2-40B4-BE49-F238E27FC236}">
                <a16:creationId xmlns:a16="http://schemas.microsoft.com/office/drawing/2014/main" id="{B3F41200-3D7D-4D9F-8AC7-CB92286A2D1C}"/>
              </a:ext>
            </a:extLst>
          </p:cNvPr>
          <p:cNvSpPr>
            <a:spLocks noGrp="1"/>
          </p:cNvSpPr>
          <p:nvPr>
            <p:ph idx="1"/>
          </p:nvPr>
        </p:nvSpPr>
        <p:spPr>
          <a:xfrm>
            <a:off x="561667" y="1233488"/>
            <a:ext cx="11269662" cy="4824412"/>
          </a:xfrm>
        </p:spPr>
        <p:txBody>
          <a:bodyPr>
            <a:normAutofit/>
          </a:bodyPr>
          <a:lstStyle/>
          <a:p>
            <a:pPr marL="0" indent="0" algn="l">
              <a:buNone/>
            </a:pPr>
            <a:r>
              <a:rPr lang="en-US" sz="1200" b="1" i="0">
                <a:solidFill>
                  <a:srgbClr val="333333"/>
                </a:solidFill>
                <a:effectLst/>
              </a:rPr>
              <a:t>Possible Causes</a:t>
            </a:r>
          </a:p>
          <a:p>
            <a:pPr lvl="1"/>
            <a:r>
              <a:rPr lang="en-US" sz="1200" b="0" i="0">
                <a:solidFill>
                  <a:srgbClr val="333333"/>
                </a:solidFill>
                <a:effectLst/>
              </a:rPr>
              <a:t>ANI information retrieval can fail due to the following reasons: </a:t>
            </a:r>
          </a:p>
          <a:p>
            <a:pPr lvl="1"/>
            <a:r>
              <a:rPr lang="en-US" sz="1200" b="0" i="0">
                <a:solidFill>
                  <a:srgbClr val="333333"/>
                </a:solidFill>
                <a:effectLst/>
              </a:rPr>
              <a:t>The corresponding IP CAN session is not available on </a:t>
            </a:r>
            <a:r>
              <a:rPr lang="en-US" sz="1200" b="0" i="1" err="1">
                <a:solidFill>
                  <a:srgbClr val="333333"/>
                </a:solidFill>
                <a:effectLst/>
              </a:rPr>
              <a:t>Npcf_SMPolicy</a:t>
            </a:r>
            <a:r>
              <a:rPr lang="en-US" sz="1200" b="0" i="0">
                <a:solidFill>
                  <a:srgbClr val="333333"/>
                </a:solidFill>
                <a:effectLst/>
              </a:rPr>
              <a:t> Interface</a:t>
            </a:r>
          </a:p>
          <a:p>
            <a:pPr lvl="1"/>
            <a:r>
              <a:rPr lang="en-US" sz="1200" b="0" i="0">
                <a:solidFill>
                  <a:srgbClr val="333333"/>
                </a:solidFill>
                <a:effectLst/>
              </a:rPr>
              <a:t>PCF network function is not reachable</a:t>
            </a:r>
          </a:p>
          <a:p>
            <a:pPr lvl="1"/>
            <a:r>
              <a:rPr lang="en-US" sz="1200" b="0" i="0">
                <a:solidFill>
                  <a:srgbClr val="333333"/>
                </a:solidFill>
                <a:effectLst/>
              </a:rPr>
              <a:t>Network Access feature is not supported at SMF</a:t>
            </a:r>
          </a:p>
          <a:p>
            <a:pPr marL="0" indent="0" algn="l">
              <a:buNone/>
            </a:pPr>
            <a:endParaRPr lang="en-US" sz="1200" b="1" i="0">
              <a:solidFill>
                <a:srgbClr val="333333"/>
              </a:solidFill>
              <a:effectLst/>
            </a:endParaRPr>
          </a:p>
          <a:p>
            <a:pPr marL="0" indent="0" algn="l">
              <a:buNone/>
            </a:pPr>
            <a:r>
              <a:rPr lang="en-US" sz="1200" b="1" i="0">
                <a:solidFill>
                  <a:srgbClr val="333333"/>
                </a:solidFill>
                <a:effectLst/>
              </a:rPr>
              <a:t>Preprocessing</a:t>
            </a:r>
          </a:p>
          <a:p>
            <a:pPr lvl="1"/>
            <a:r>
              <a:rPr lang="en-US" sz="1200" b="0" i="0">
                <a:solidFill>
                  <a:srgbClr val="333333"/>
                </a:solidFill>
                <a:effectLst/>
              </a:rPr>
              <a:t>Check if the UDR and UDRPCF are up and running.</a:t>
            </a:r>
          </a:p>
          <a:p>
            <a:pPr lvl="1"/>
            <a:r>
              <a:rPr lang="en-US" sz="1200" b="0" i="0">
                <a:solidFill>
                  <a:srgbClr val="333333"/>
                </a:solidFill>
                <a:effectLst/>
              </a:rPr>
              <a:t>Check if a fault alarm is generated by any of the network functions.</a:t>
            </a:r>
          </a:p>
          <a:p>
            <a:pPr marL="0" indent="0" algn="l">
              <a:buNone/>
            </a:pPr>
            <a:br>
              <a:rPr lang="en-US" sz="1200" b="0" i="0">
                <a:solidFill>
                  <a:srgbClr val="333333"/>
                </a:solidFill>
                <a:effectLst/>
              </a:rPr>
            </a:br>
            <a:endParaRPr lang="en-IN" sz="1200"/>
          </a:p>
        </p:txBody>
      </p:sp>
    </p:spTree>
    <p:custDataLst>
      <p:tags r:id="rId1"/>
    </p:custDataLst>
    <p:extLst>
      <p:ext uri="{BB962C8B-B14F-4D97-AF65-F5344CB8AC3E}">
        <p14:creationId xmlns:p14="http://schemas.microsoft.com/office/powerpoint/2010/main" val="30197218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42913" y="457994"/>
            <a:ext cx="11269662" cy="684212"/>
          </a:xfrm>
        </p:spPr>
        <p:txBody>
          <a:bodyPr>
            <a:normAutofit/>
          </a:bodyPr>
          <a:lstStyle/>
          <a:p>
            <a:pPr algn="l"/>
            <a:r>
              <a:rPr lang="en-US" sz="3200">
                <a:solidFill>
                  <a:schemeClr val="bg1"/>
                </a:solidFill>
              </a:rPr>
              <a:t>Access Network Information is not received at AF</a:t>
            </a:r>
          </a:p>
        </p:txBody>
      </p:sp>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35</a:t>
            </a:fld>
            <a:endParaRPr lang="en-US"/>
          </a:p>
        </p:txBody>
      </p:sp>
      <p:sp>
        <p:nvSpPr>
          <p:cNvPr id="5" name="Content Placeholder 4">
            <a:extLst>
              <a:ext uri="{FF2B5EF4-FFF2-40B4-BE49-F238E27FC236}">
                <a16:creationId xmlns:a16="http://schemas.microsoft.com/office/drawing/2014/main" id="{B3F41200-3D7D-4D9F-8AC7-CB92286A2D1C}"/>
              </a:ext>
            </a:extLst>
          </p:cNvPr>
          <p:cNvSpPr>
            <a:spLocks noGrp="1"/>
          </p:cNvSpPr>
          <p:nvPr>
            <p:ph idx="1"/>
          </p:nvPr>
        </p:nvSpPr>
        <p:spPr>
          <a:xfrm>
            <a:off x="561667" y="1233488"/>
            <a:ext cx="11269662" cy="4824412"/>
          </a:xfrm>
        </p:spPr>
        <p:txBody>
          <a:bodyPr>
            <a:normAutofit/>
          </a:bodyPr>
          <a:lstStyle/>
          <a:p>
            <a:pPr marL="0" indent="0" algn="l">
              <a:buNone/>
            </a:pPr>
            <a:r>
              <a:rPr lang="en-US" sz="1200" b="0" i="0">
                <a:solidFill>
                  <a:srgbClr val="333333"/>
                </a:solidFill>
                <a:effectLst/>
              </a:rPr>
              <a:t>Troubleshooting Procedure</a:t>
            </a:r>
          </a:p>
          <a:p>
            <a:pPr algn="l"/>
            <a:r>
              <a:rPr lang="en-US" sz="1200" b="0" i="0">
                <a:solidFill>
                  <a:srgbClr val="333333"/>
                </a:solidFill>
                <a:effectLst/>
              </a:rPr>
              <a:t>The following section includes troubleshooting steps for various Rx Diameter supported messages and their result codes:</a:t>
            </a:r>
          </a:p>
          <a:p>
            <a:pPr marL="0" indent="0" algn="l">
              <a:buNone/>
            </a:pPr>
            <a:r>
              <a:rPr lang="en-US" sz="1200" b="1" i="0">
                <a:solidFill>
                  <a:srgbClr val="333333"/>
                </a:solidFill>
                <a:effectLst/>
              </a:rPr>
              <a:t>Diameter Result Code 2001 (With </a:t>
            </a:r>
            <a:r>
              <a:rPr lang="en-US" sz="1200" b="1" i="0" err="1">
                <a:solidFill>
                  <a:srgbClr val="333333"/>
                </a:solidFill>
                <a:effectLst/>
              </a:rPr>
              <a:t>NetLoc</a:t>
            </a:r>
            <a:r>
              <a:rPr lang="en-US" sz="1200" b="1" i="0">
                <a:solidFill>
                  <a:srgbClr val="333333"/>
                </a:solidFill>
                <a:effectLst/>
              </a:rPr>
              <a:t>-Access-Support)</a:t>
            </a:r>
          </a:p>
          <a:p>
            <a:pPr algn="l"/>
            <a:r>
              <a:rPr lang="en-US" sz="1200" b="0" i="0">
                <a:solidFill>
                  <a:srgbClr val="333333"/>
                </a:solidFill>
                <a:effectLst/>
              </a:rPr>
              <a:t>Message - Reporting Access Network Information </a:t>
            </a:r>
            <a:r>
              <a:rPr lang="en-US" sz="1200" b="1" i="0">
                <a:solidFill>
                  <a:srgbClr val="333333"/>
                </a:solidFill>
                <a:effectLst/>
              </a:rPr>
              <a:t>- Rx AAR</a:t>
            </a:r>
            <a:endParaRPr lang="en-US" sz="1200" b="0" i="0">
              <a:solidFill>
                <a:srgbClr val="333333"/>
              </a:solidFill>
              <a:effectLst/>
            </a:endParaRPr>
          </a:p>
          <a:p>
            <a:pPr algn="l"/>
            <a:r>
              <a:rPr lang="en-US" sz="1200" b="0" i="0">
                <a:solidFill>
                  <a:srgbClr val="333333"/>
                </a:solidFill>
                <a:effectLst/>
              </a:rPr>
              <a:t>Diameter Error Message: None</a:t>
            </a:r>
          </a:p>
          <a:p>
            <a:pPr marL="0" indent="0" algn="l">
              <a:buNone/>
            </a:pPr>
            <a:r>
              <a:rPr lang="en-US" sz="1200" b="0" i="0">
                <a:solidFill>
                  <a:srgbClr val="333333"/>
                </a:solidFill>
                <a:effectLst/>
              </a:rPr>
              <a:t>Reason: Network Access Feature is not supported at SMF</a:t>
            </a:r>
          </a:p>
          <a:p>
            <a:pPr marL="0" indent="0" algn="l">
              <a:buNone/>
            </a:pPr>
            <a:r>
              <a:rPr lang="en-US" sz="1200" b="0" i="0">
                <a:solidFill>
                  <a:srgbClr val="333333"/>
                </a:solidFill>
                <a:effectLst/>
              </a:rPr>
              <a:t>Steps to resolve: </a:t>
            </a:r>
          </a:p>
          <a:p>
            <a:pPr algn="l">
              <a:buFont typeface="+mj-lt"/>
              <a:buAutoNum type="arabicPeriod"/>
            </a:pPr>
            <a:r>
              <a:rPr lang="en-US" sz="1200" b="0" i="0">
                <a:solidFill>
                  <a:srgbClr val="333333"/>
                </a:solidFill>
                <a:effectLst/>
              </a:rPr>
              <a:t>Ensure that SM Session Policy session is available with access network feature support.</a:t>
            </a:r>
          </a:p>
          <a:p>
            <a:pPr algn="l">
              <a:buFont typeface="+mj-lt"/>
              <a:buAutoNum type="arabicPeriod"/>
            </a:pPr>
            <a:r>
              <a:rPr lang="en-US" sz="1200" b="0" i="0">
                <a:solidFill>
                  <a:srgbClr val="333333"/>
                </a:solidFill>
                <a:effectLst/>
              </a:rPr>
              <a:t>If unavailable, create new SM Session Policy session.</a:t>
            </a:r>
          </a:p>
          <a:p>
            <a:pPr marL="0" indent="0" algn="l">
              <a:buNone/>
            </a:pPr>
            <a:r>
              <a:rPr lang="en-US" sz="1200" b="0" i="0">
                <a:solidFill>
                  <a:srgbClr val="333333"/>
                </a:solidFill>
                <a:effectLst/>
              </a:rPr>
              <a:t>3. Chec</a:t>
            </a:r>
            <a:r>
              <a:rPr lang="en-US" sz="1200">
                <a:solidFill>
                  <a:srgbClr val="333333"/>
                </a:solidFill>
              </a:rPr>
              <a:t>k </a:t>
            </a:r>
            <a:r>
              <a:rPr lang="en-US" sz="1200" b="0" i="0">
                <a:solidFill>
                  <a:srgbClr val="333333"/>
                </a:solidFill>
                <a:effectLst/>
              </a:rPr>
              <a:t>Logs</a:t>
            </a:r>
          </a:p>
          <a:p>
            <a:pPr marL="0" indent="0" algn="l">
              <a:buNone/>
            </a:pPr>
            <a:endParaRPr lang="en-IN"/>
          </a:p>
        </p:txBody>
      </p:sp>
    </p:spTree>
    <p:custDataLst>
      <p:tags r:id="rId1"/>
    </p:custDataLst>
    <p:extLst>
      <p:ext uri="{BB962C8B-B14F-4D97-AF65-F5344CB8AC3E}">
        <p14:creationId xmlns:p14="http://schemas.microsoft.com/office/powerpoint/2010/main" val="322923943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83F62-BBB9-431B-A37F-BDA0DC7153F6}"/>
              </a:ext>
            </a:extLst>
          </p:cNvPr>
          <p:cNvSpPr>
            <a:spLocks noGrp="1"/>
          </p:cNvSpPr>
          <p:nvPr>
            <p:ph type="title"/>
          </p:nvPr>
        </p:nvSpPr>
        <p:spPr>
          <a:xfrm>
            <a:off x="461169" y="3464005"/>
            <a:ext cx="11269662" cy="684212"/>
          </a:xfrm>
        </p:spPr>
        <p:txBody>
          <a:bodyPr/>
          <a:lstStyle/>
          <a:p>
            <a:r>
              <a:rPr lang="en-US" sz="5400"/>
              <a:t>P-CSCF Restoration is not successful</a:t>
            </a:r>
          </a:p>
        </p:txBody>
      </p:sp>
    </p:spTree>
    <p:extLst>
      <p:ext uri="{BB962C8B-B14F-4D97-AF65-F5344CB8AC3E}">
        <p14:creationId xmlns:p14="http://schemas.microsoft.com/office/powerpoint/2010/main" val="40121117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83126" y="366137"/>
            <a:ext cx="11186535" cy="684212"/>
          </a:xfrm>
        </p:spPr>
        <p:txBody>
          <a:bodyPr>
            <a:normAutofit/>
          </a:bodyPr>
          <a:lstStyle/>
          <a:p>
            <a:pPr algn="l"/>
            <a:r>
              <a:rPr lang="en-US" sz="3200">
                <a:solidFill>
                  <a:schemeClr val="bg1"/>
                </a:solidFill>
              </a:rPr>
              <a:t>P-CSCF Restoration is not successful</a:t>
            </a:r>
          </a:p>
        </p:txBody>
      </p:sp>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37</a:t>
            </a:fld>
            <a:endParaRPr lang="en-US"/>
          </a:p>
        </p:txBody>
      </p:sp>
      <p:sp>
        <p:nvSpPr>
          <p:cNvPr id="5" name="Content Placeholder 4">
            <a:extLst>
              <a:ext uri="{FF2B5EF4-FFF2-40B4-BE49-F238E27FC236}">
                <a16:creationId xmlns:a16="http://schemas.microsoft.com/office/drawing/2014/main" id="{B3F41200-3D7D-4D9F-8AC7-CB92286A2D1C}"/>
              </a:ext>
            </a:extLst>
          </p:cNvPr>
          <p:cNvSpPr>
            <a:spLocks noGrp="1"/>
          </p:cNvSpPr>
          <p:nvPr>
            <p:ph idx="1"/>
          </p:nvPr>
        </p:nvSpPr>
        <p:spPr>
          <a:xfrm>
            <a:off x="561667" y="1233488"/>
            <a:ext cx="11269662" cy="4824412"/>
          </a:xfrm>
        </p:spPr>
        <p:txBody>
          <a:bodyPr>
            <a:normAutofit/>
          </a:bodyPr>
          <a:lstStyle/>
          <a:p>
            <a:pPr marL="0" indent="0" algn="l">
              <a:buNone/>
            </a:pPr>
            <a:r>
              <a:rPr lang="en-US" sz="1200" b="1" i="0">
                <a:solidFill>
                  <a:srgbClr val="333333"/>
                </a:solidFill>
                <a:effectLst/>
              </a:rPr>
              <a:t>Possible Causes</a:t>
            </a:r>
          </a:p>
          <a:p>
            <a:pPr lvl="1"/>
            <a:r>
              <a:rPr lang="en-US" sz="1200" b="0" i="0">
                <a:solidFill>
                  <a:srgbClr val="333333"/>
                </a:solidFill>
                <a:effectLst/>
              </a:rPr>
              <a:t>P-CSCF Restoration can fail due to the following reasons: </a:t>
            </a:r>
          </a:p>
          <a:p>
            <a:pPr lvl="1"/>
            <a:r>
              <a:rPr lang="en-US" sz="1200" b="0" i="0">
                <a:solidFill>
                  <a:srgbClr val="333333"/>
                </a:solidFill>
                <a:effectLst/>
              </a:rPr>
              <a:t>Corresponding IP CAN session is not available on </a:t>
            </a:r>
            <a:r>
              <a:rPr lang="en-US" sz="1200" b="0" i="1" err="1">
                <a:solidFill>
                  <a:srgbClr val="333333"/>
                </a:solidFill>
                <a:effectLst/>
              </a:rPr>
              <a:t>Npcf_SMPolicy</a:t>
            </a:r>
            <a:r>
              <a:rPr lang="en-US" sz="1200" b="0" i="0">
                <a:solidFill>
                  <a:srgbClr val="333333"/>
                </a:solidFill>
                <a:effectLst/>
              </a:rPr>
              <a:t> Interface</a:t>
            </a:r>
          </a:p>
          <a:p>
            <a:pPr lvl="1"/>
            <a:r>
              <a:rPr lang="en-US" sz="1200" b="0" i="0">
                <a:solidFill>
                  <a:srgbClr val="333333"/>
                </a:solidFill>
                <a:effectLst/>
              </a:rPr>
              <a:t>PCF network function is not reachable</a:t>
            </a:r>
          </a:p>
          <a:p>
            <a:pPr lvl="1"/>
            <a:r>
              <a:rPr lang="en-US" sz="1200" b="0" i="0">
                <a:solidFill>
                  <a:srgbClr val="333333"/>
                </a:solidFill>
                <a:effectLst/>
              </a:rPr>
              <a:t>P-CSCF Restoration Feature is not supported at SMF</a:t>
            </a:r>
          </a:p>
          <a:p>
            <a:pPr lvl="1"/>
            <a:r>
              <a:rPr lang="en-US" sz="1200" b="0" i="0">
                <a:solidFill>
                  <a:srgbClr val="333333"/>
                </a:solidFill>
                <a:effectLst/>
              </a:rPr>
              <a:t>P-CSCF Restoration fails at SMF</a:t>
            </a:r>
          </a:p>
          <a:p>
            <a:pPr marL="0" indent="0" algn="l">
              <a:buNone/>
            </a:pPr>
            <a:endParaRPr lang="en-US" sz="1200" b="1" i="0">
              <a:solidFill>
                <a:srgbClr val="333333"/>
              </a:solidFill>
              <a:effectLst/>
            </a:endParaRPr>
          </a:p>
          <a:p>
            <a:pPr marL="0" indent="0" algn="l">
              <a:buNone/>
            </a:pPr>
            <a:r>
              <a:rPr lang="en-US" sz="1200" b="1" i="0">
                <a:solidFill>
                  <a:srgbClr val="333333"/>
                </a:solidFill>
                <a:effectLst/>
              </a:rPr>
              <a:t>Preprocessing</a:t>
            </a:r>
          </a:p>
          <a:p>
            <a:pPr lvl="1"/>
            <a:r>
              <a:rPr lang="en-US" sz="1200" b="0" i="0">
                <a:solidFill>
                  <a:srgbClr val="333333"/>
                </a:solidFill>
                <a:effectLst/>
              </a:rPr>
              <a:t>Check if the UDR and UDRPCF are up and running.</a:t>
            </a:r>
          </a:p>
          <a:p>
            <a:pPr lvl="1"/>
            <a:r>
              <a:rPr lang="en-US" sz="1200" b="0" i="0">
                <a:solidFill>
                  <a:srgbClr val="333333"/>
                </a:solidFill>
                <a:effectLst/>
              </a:rPr>
              <a:t>Check if a fault alarm is generated by any of the network functions.</a:t>
            </a:r>
          </a:p>
          <a:p>
            <a:pPr marL="0" indent="0" algn="l">
              <a:buNone/>
            </a:pPr>
            <a:endParaRPr lang="en-IN"/>
          </a:p>
        </p:txBody>
      </p:sp>
    </p:spTree>
    <p:custDataLst>
      <p:tags r:id="rId1"/>
    </p:custDataLst>
    <p:extLst>
      <p:ext uri="{BB962C8B-B14F-4D97-AF65-F5344CB8AC3E}">
        <p14:creationId xmlns:p14="http://schemas.microsoft.com/office/powerpoint/2010/main" val="396951750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42913" y="457994"/>
            <a:ext cx="11269662" cy="684212"/>
          </a:xfrm>
        </p:spPr>
        <p:txBody>
          <a:bodyPr>
            <a:normAutofit/>
          </a:bodyPr>
          <a:lstStyle/>
          <a:p>
            <a:pPr algn="l"/>
            <a:r>
              <a:rPr lang="en-US" sz="3200">
                <a:solidFill>
                  <a:schemeClr val="bg1"/>
                </a:solidFill>
              </a:rPr>
              <a:t>P-CSCF Restoration is not successful</a:t>
            </a:r>
          </a:p>
        </p:txBody>
      </p:sp>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38</a:t>
            </a:fld>
            <a:endParaRPr lang="en-US"/>
          </a:p>
        </p:txBody>
      </p:sp>
      <p:sp>
        <p:nvSpPr>
          <p:cNvPr id="5" name="Content Placeholder 4">
            <a:extLst>
              <a:ext uri="{FF2B5EF4-FFF2-40B4-BE49-F238E27FC236}">
                <a16:creationId xmlns:a16="http://schemas.microsoft.com/office/drawing/2014/main" id="{B3F41200-3D7D-4D9F-8AC7-CB92286A2D1C}"/>
              </a:ext>
            </a:extLst>
          </p:cNvPr>
          <p:cNvSpPr>
            <a:spLocks noGrp="1"/>
          </p:cNvSpPr>
          <p:nvPr>
            <p:ph idx="1"/>
          </p:nvPr>
        </p:nvSpPr>
        <p:spPr>
          <a:xfrm>
            <a:off x="561667" y="1233488"/>
            <a:ext cx="11269662" cy="4824412"/>
          </a:xfrm>
        </p:spPr>
        <p:txBody>
          <a:bodyPr>
            <a:normAutofit/>
          </a:bodyPr>
          <a:lstStyle/>
          <a:p>
            <a:pPr marL="0" indent="0" algn="l">
              <a:buNone/>
            </a:pPr>
            <a:r>
              <a:rPr lang="en-US" sz="1200" b="0" i="0">
                <a:solidFill>
                  <a:srgbClr val="333333"/>
                </a:solidFill>
                <a:effectLst/>
              </a:rPr>
              <a:t>Troubleshooting Procedure</a:t>
            </a:r>
          </a:p>
          <a:p>
            <a:pPr algn="l"/>
            <a:r>
              <a:rPr lang="en-US" sz="1200" b="0" i="0">
                <a:solidFill>
                  <a:srgbClr val="333333"/>
                </a:solidFill>
                <a:effectLst/>
              </a:rPr>
              <a:t>The following section includes troubleshooting steps for various Rx Diameter supported messages and their result codes:</a:t>
            </a:r>
          </a:p>
          <a:p>
            <a:pPr algn="l"/>
            <a:r>
              <a:rPr lang="en-US" sz="1200" b="1" i="0">
                <a:solidFill>
                  <a:srgbClr val="333333"/>
                </a:solidFill>
                <a:effectLst/>
              </a:rPr>
              <a:t>Diameter Result Code 5012</a:t>
            </a:r>
          </a:p>
          <a:p>
            <a:pPr marL="0" indent="0" algn="l">
              <a:buNone/>
            </a:pPr>
            <a:r>
              <a:rPr lang="en-US" sz="1200" b="1" i="0">
                <a:solidFill>
                  <a:srgbClr val="333333"/>
                </a:solidFill>
                <a:effectLst/>
              </a:rPr>
              <a:t>Case 1</a:t>
            </a:r>
          </a:p>
          <a:p>
            <a:pPr algn="l"/>
            <a:r>
              <a:rPr lang="en-US" sz="1200" b="0" i="0">
                <a:solidFill>
                  <a:srgbClr val="333333"/>
                </a:solidFill>
                <a:effectLst/>
              </a:rPr>
              <a:t>Message : P-CSCF Restoration Enhancement Support </a:t>
            </a:r>
            <a:r>
              <a:rPr lang="en-US" sz="1200" b="1" i="0">
                <a:solidFill>
                  <a:srgbClr val="333333"/>
                </a:solidFill>
                <a:effectLst/>
              </a:rPr>
              <a:t>- Rx AAR</a:t>
            </a:r>
            <a:endParaRPr lang="en-US" sz="1200" b="0" i="0">
              <a:solidFill>
                <a:srgbClr val="333333"/>
              </a:solidFill>
              <a:effectLst/>
            </a:endParaRPr>
          </a:p>
          <a:p>
            <a:pPr algn="l"/>
            <a:r>
              <a:rPr lang="en-US" sz="1200" b="0" i="0">
                <a:solidFill>
                  <a:srgbClr val="333333"/>
                </a:solidFill>
                <a:effectLst/>
              </a:rPr>
              <a:t>Diameter Error Message: Feature not supported in SMF Supported Features</a:t>
            </a:r>
          </a:p>
          <a:p>
            <a:pPr algn="l"/>
            <a:r>
              <a:rPr lang="en-US" sz="1200" b="0" i="0">
                <a:solidFill>
                  <a:srgbClr val="333333"/>
                </a:solidFill>
                <a:effectLst/>
              </a:rPr>
              <a:t>Reason: P-CSCF Restoration Feature is not supported at SMF</a:t>
            </a:r>
          </a:p>
          <a:p>
            <a:pPr marL="0" indent="0" algn="l">
              <a:buNone/>
            </a:pPr>
            <a:r>
              <a:rPr lang="en-US" sz="1200" b="0" i="0">
                <a:solidFill>
                  <a:srgbClr val="333333"/>
                </a:solidFill>
                <a:effectLst/>
              </a:rPr>
              <a:t>Steps to resolve: </a:t>
            </a:r>
          </a:p>
          <a:p>
            <a:pPr algn="l">
              <a:buFont typeface="+mj-lt"/>
              <a:buAutoNum type="arabicPeriod"/>
            </a:pPr>
            <a:r>
              <a:rPr lang="en-US" sz="1200" b="0" i="0">
                <a:solidFill>
                  <a:srgbClr val="333333"/>
                </a:solidFill>
                <a:effectLst/>
              </a:rPr>
              <a:t>Ensure that SM Session Policy session is available with P-CSCF restoration feature support.</a:t>
            </a:r>
          </a:p>
          <a:p>
            <a:pPr algn="l">
              <a:buFont typeface="+mj-lt"/>
              <a:buAutoNum type="arabicPeriod"/>
            </a:pPr>
            <a:r>
              <a:rPr lang="en-US" sz="1200" b="0" i="0">
                <a:solidFill>
                  <a:srgbClr val="333333"/>
                </a:solidFill>
                <a:effectLst/>
              </a:rPr>
              <a:t>If unavailable, create new SM Session Policy session.</a:t>
            </a:r>
          </a:p>
          <a:p>
            <a:pPr marL="0" indent="0" algn="l">
              <a:buNone/>
            </a:pPr>
            <a:r>
              <a:rPr lang="en-US" sz="1200" b="0" i="0">
                <a:solidFill>
                  <a:srgbClr val="333333"/>
                </a:solidFill>
                <a:effectLst/>
              </a:rPr>
              <a:t>Check Logs</a:t>
            </a:r>
          </a:p>
          <a:p>
            <a:pPr marL="0" indent="0" algn="l">
              <a:buNone/>
            </a:pPr>
            <a:endParaRPr lang="en-IN"/>
          </a:p>
        </p:txBody>
      </p:sp>
    </p:spTree>
    <p:custDataLst>
      <p:tags r:id="rId1"/>
    </p:custDataLst>
    <p:extLst>
      <p:ext uri="{BB962C8B-B14F-4D97-AF65-F5344CB8AC3E}">
        <p14:creationId xmlns:p14="http://schemas.microsoft.com/office/powerpoint/2010/main" val="26635079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42913" y="457994"/>
            <a:ext cx="11269662" cy="684212"/>
          </a:xfrm>
        </p:spPr>
        <p:txBody>
          <a:bodyPr>
            <a:normAutofit/>
          </a:bodyPr>
          <a:lstStyle/>
          <a:p>
            <a:pPr algn="l"/>
            <a:r>
              <a:rPr lang="en-US" sz="3200">
                <a:solidFill>
                  <a:schemeClr val="bg1"/>
                </a:solidFill>
              </a:rPr>
              <a:t>P-CSCF Restoration is not successful</a:t>
            </a:r>
          </a:p>
        </p:txBody>
      </p:sp>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39</a:t>
            </a:fld>
            <a:endParaRPr lang="en-US"/>
          </a:p>
        </p:txBody>
      </p:sp>
      <p:sp>
        <p:nvSpPr>
          <p:cNvPr id="5" name="Content Placeholder 4">
            <a:extLst>
              <a:ext uri="{FF2B5EF4-FFF2-40B4-BE49-F238E27FC236}">
                <a16:creationId xmlns:a16="http://schemas.microsoft.com/office/drawing/2014/main" id="{B3F41200-3D7D-4D9F-8AC7-CB92286A2D1C}"/>
              </a:ext>
            </a:extLst>
          </p:cNvPr>
          <p:cNvSpPr>
            <a:spLocks noGrp="1"/>
          </p:cNvSpPr>
          <p:nvPr>
            <p:ph idx="1"/>
          </p:nvPr>
        </p:nvSpPr>
        <p:spPr>
          <a:xfrm>
            <a:off x="561667" y="1233488"/>
            <a:ext cx="11269662" cy="4824412"/>
          </a:xfrm>
        </p:spPr>
        <p:txBody>
          <a:bodyPr>
            <a:normAutofit/>
          </a:bodyPr>
          <a:lstStyle/>
          <a:p>
            <a:pPr marL="0" indent="0" algn="l">
              <a:buNone/>
            </a:pPr>
            <a:r>
              <a:rPr lang="en-IN" sz="1200" b="0" i="0">
                <a:solidFill>
                  <a:srgbClr val="333333"/>
                </a:solidFill>
                <a:effectLst/>
              </a:rPr>
              <a:t>Case 2</a:t>
            </a:r>
          </a:p>
          <a:p>
            <a:pPr algn="l"/>
            <a:r>
              <a:rPr lang="en-IN" sz="1200" b="0" i="0">
                <a:solidFill>
                  <a:srgbClr val="333333"/>
                </a:solidFill>
                <a:effectLst/>
              </a:rPr>
              <a:t>Message - P-CSCF Restoration Enhancement Support </a:t>
            </a:r>
            <a:r>
              <a:rPr lang="en-IN" sz="1200" b="1" i="0">
                <a:solidFill>
                  <a:srgbClr val="333333"/>
                </a:solidFill>
                <a:effectLst/>
              </a:rPr>
              <a:t>- Rx AAR</a:t>
            </a:r>
            <a:endParaRPr lang="en-IN" sz="1200" b="0" i="0">
              <a:solidFill>
                <a:srgbClr val="333333"/>
              </a:solidFill>
              <a:effectLst/>
            </a:endParaRPr>
          </a:p>
          <a:p>
            <a:pPr algn="l"/>
            <a:r>
              <a:rPr lang="en-IN" sz="1200" b="0" i="0">
                <a:solidFill>
                  <a:srgbClr val="333333"/>
                </a:solidFill>
                <a:effectLst/>
              </a:rPr>
              <a:t>Diameter Error Message: Feature not supported in SMF Supported Features</a:t>
            </a:r>
          </a:p>
          <a:p>
            <a:pPr algn="l"/>
            <a:r>
              <a:rPr lang="en-IN" sz="1200" b="0" i="0">
                <a:solidFill>
                  <a:srgbClr val="333333"/>
                </a:solidFill>
                <a:effectLst/>
              </a:rPr>
              <a:t>Reason: P-CSCF Restoration fails at SMF</a:t>
            </a:r>
          </a:p>
          <a:p>
            <a:pPr marL="0" indent="0" algn="l">
              <a:buNone/>
            </a:pPr>
            <a:r>
              <a:rPr lang="en-IN" sz="1200" b="0" i="0">
                <a:solidFill>
                  <a:srgbClr val="333333"/>
                </a:solidFill>
                <a:effectLst/>
              </a:rPr>
              <a:t>Steps to resolve: </a:t>
            </a:r>
          </a:p>
          <a:p>
            <a:pPr algn="l"/>
            <a:r>
              <a:rPr lang="en-IN" sz="1200" b="0" i="0">
                <a:solidFill>
                  <a:srgbClr val="333333"/>
                </a:solidFill>
                <a:effectLst/>
              </a:rPr>
              <a:t>Check on SMF(Client) side for the error/failure response being sent.</a:t>
            </a:r>
          </a:p>
          <a:p>
            <a:pPr marL="0" indent="0" algn="l">
              <a:buNone/>
            </a:pPr>
            <a:r>
              <a:rPr lang="en-IN" sz="1200" b="0" i="0">
                <a:solidFill>
                  <a:srgbClr val="333333"/>
                </a:solidFill>
                <a:effectLst/>
              </a:rPr>
              <a:t>Check Logs</a:t>
            </a:r>
          </a:p>
          <a:p>
            <a:pPr marL="0" indent="0" algn="l">
              <a:buNone/>
            </a:pPr>
            <a:endParaRPr lang="en-IN"/>
          </a:p>
        </p:txBody>
      </p:sp>
    </p:spTree>
    <p:custDataLst>
      <p:tags r:id="rId1"/>
    </p:custDataLst>
    <p:extLst>
      <p:ext uri="{BB962C8B-B14F-4D97-AF65-F5344CB8AC3E}">
        <p14:creationId xmlns:p14="http://schemas.microsoft.com/office/powerpoint/2010/main" val="48749162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83F62-BBB9-431B-A37F-BDA0DC7153F6}"/>
              </a:ext>
            </a:extLst>
          </p:cNvPr>
          <p:cNvSpPr>
            <a:spLocks noGrp="1"/>
          </p:cNvSpPr>
          <p:nvPr>
            <p:ph type="title"/>
          </p:nvPr>
        </p:nvSpPr>
        <p:spPr>
          <a:xfrm>
            <a:off x="461169" y="3464005"/>
            <a:ext cx="11269662" cy="684212"/>
          </a:xfrm>
        </p:spPr>
        <p:txBody>
          <a:bodyPr/>
          <a:lstStyle/>
          <a:p>
            <a:r>
              <a:rPr lang="en-US" sz="5400"/>
              <a:t>Alepo SDM Troubleshooting</a:t>
            </a:r>
          </a:p>
        </p:txBody>
      </p:sp>
    </p:spTree>
    <p:extLst>
      <p:ext uri="{BB962C8B-B14F-4D97-AF65-F5344CB8AC3E}">
        <p14:creationId xmlns:p14="http://schemas.microsoft.com/office/powerpoint/2010/main" val="361820509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42913" y="457994"/>
            <a:ext cx="11269662" cy="684212"/>
          </a:xfrm>
        </p:spPr>
        <p:txBody>
          <a:bodyPr>
            <a:normAutofit/>
          </a:bodyPr>
          <a:lstStyle/>
          <a:p>
            <a:pPr algn="l"/>
            <a:r>
              <a:rPr lang="en-US" sz="3200"/>
              <a:t>Alepo SDM Troubleshooting</a:t>
            </a:r>
            <a:endParaRPr lang="en-US" sz="3200">
              <a:solidFill>
                <a:schemeClr val="bg1"/>
              </a:solidFill>
            </a:endParaRPr>
          </a:p>
        </p:txBody>
      </p:sp>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41</a:t>
            </a:fld>
            <a:endParaRPr lang="en-US"/>
          </a:p>
        </p:txBody>
      </p:sp>
      <p:sp>
        <p:nvSpPr>
          <p:cNvPr id="5" name="Content Placeholder 4">
            <a:extLst>
              <a:ext uri="{FF2B5EF4-FFF2-40B4-BE49-F238E27FC236}">
                <a16:creationId xmlns:a16="http://schemas.microsoft.com/office/drawing/2014/main" id="{B3F41200-3D7D-4D9F-8AC7-CB92286A2D1C}"/>
              </a:ext>
            </a:extLst>
          </p:cNvPr>
          <p:cNvSpPr>
            <a:spLocks noGrp="1"/>
          </p:cNvSpPr>
          <p:nvPr>
            <p:ph idx="1"/>
          </p:nvPr>
        </p:nvSpPr>
        <p:spPr>
          <a:xfrm>
            <a:off x="561667" y="1233488"/>
            <a:ext cx="11269662" cy="4824412"/>
          </a:xfrm>
        </p:spPr>
        <p:txBody>
          <a:bodyPr>
            <a:normAutofit/>
          </a:bodyPr>
          <a:lstStyle/>
          <a:p>
            <a:pPr marL="0" indent="0" algn="l">
              <a:buNone/>
            </a:pPr>
            <a:r>
              <a:rPr lang="en-US" sz="1200" b="0" i="0">
                <a:solidFill>
                  <a:srgbClr val="333333"/>
                </a:solidFill>
                <a:effectLst/>
              </a:rPr>
              <a:t>This </a:t>
            </a:r>
            <a:r>
              <a:rPr lang="en-US" sz="1200">
                <a:solidFill>
                  <a:srgbClr val="333333"/>
                </a:solidFill>
              </a:rPr>
              <a:t>section </a:t>
            </a:r>
            <a:r>
              <a:rPr lang="en-US" sz="1200" b="0" i="0">
                <a:solidFill>
                  <a:srgbClr val="333333"/>
                </a:solidFill>
                <a:effectLst/>
              </a:rPr>
              <a:t>describes the major issues related to SDM and steps to troubleshoot them. </a:t>
            </a:r>
          </a:p>
          <a:p>
            <a:pPr marL="0" indent="0" algn="l">
              <a:buNone/>
            </a:pPr>
            <a:r>
              <a:rPr lang="en-US" sz="1200" b="0" i="0">
                <a:solidFill>
                  <a:srgbClr val="333333"/>
                </a:solidFill>
                <a:effectLst/>
              </a:rPr>
              <a:t>The SDM solution includes AUSF, UDM, UDR, HSS. </a:t>
            </a:r>
          </a:p>
          <a:p>
            <a:pPr marL="0" indent="0" algn="l">
              <a:buNone/>
            </a:pPr>
            <a:endParaRPr lang="en-US" sz="1200">
              <a:solidFill>
                <a:srgbClr val="333333"/>
              </a:solidFill>
            </a:endParaRPr>
          </a:p>
          <a:p>
            <a:pPr marL="0" indent="0" algn="l">
              <a:buNone/>
            </a:pPr>
            <a:r>
              <a:rPr lang="en-US" sz="1200" b="0" i="0">
                <a:solidFill>
                  <a:srgbClr val="333333"/>
                </a:solidFill>
                <a:effectLst/>
              </a:rPr>
              <a:t>Troubleshooting the SDM</a:t>
            </a:r>
          </a:p>
          <a:p>
            <a:pPr marL="0" indent="0" algn="l">
              <a:buNone/>
            </a:pPr>
            <a:r>
              <a:rPr lang="en-US" sz="1200" b="0" i="0">
                <a:solidFill>
                  <a:srgbClr val="333333"/>
                </a:solidFill>
                <a:effectLst/>
              </a:rPr>
              <a:t>The operator must troubleshoot the SDM, when any of the following are reported: </a:t>
            </a:r>
          </a:p>
          <a:p>
            <a:pPr lvl="1"/>
            <a:r>
              <a:rPr lang="en-US" sz="1200" b="0" i="0">
                <a:solidFill>
                  <a:srgbClr val="333333"/>
                </a:solidFill>
                <a:effectLst/>
              </a:rPr>
              <a:t>Authentication Issues</a:t>
            </a:r>
          </a:p>
          <a:p>
            <a:pPr lvl="1"/>
            <a:r>
              <a:rPr lang="en-US" sz="1200" b="0" i="0">
                <a:solidFill>
                  <a:srgbClr val="333333"/>
                </a:solidFill>
                <a:effectLst/>
              </a:rPr>
              <a:t>Handover Issues</a:t>
            </a:r>
          </a:p>
          <a:p>
            <a:pPr lvl="1"/>
            <a:r>
              <a:rPr lang="en-US" sz="1200" b="0" i="0">
                <a:solidFill>
                  <a:srgbClr val="333333"/>
                </a:solidFill>
                <a:effectLst/>
              </a:rPr>
              <a:t>Registration/Deregistration Issues</a:t>
            </a:r>
          </a:p>
          <a:p>
            <a:pPr lvl="1"/>
            <a:r>
              <a:rPr lang="en-US" sz="1200" b="0" i="0">
                <a:solidFill>
                  <a:srgbClr val="333333"/>
                </a:solidFill>
                <a:effectLst/>
              </a:rPr>
              <a:t>Configuration Issues</a:t>
            </a:r>
          </a:p>
          <a:p>
            <a:pPr marL="0" indent="0" algn="l">
              <a:buNone/>
            </a:pPr>
            <a:endParaRPr lang="en-IN"/>
          </a:p>
        </p:txBody>
      </p:sp>
    </p:spTree>
    <p:custDataLst>
      <p:tags r:id="rId1"/>
    </p:custDataLst>
    <p:extLst>
      <p:ext uri="{BB962C8B-B14F-4D97-AF65-F5344CB8AC3E}">
        <p14:creationId xmlns:p14="http://schemas.microsoft.com/office/powerpoint/2010/main" val="338922830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83F62-BBB9-431B-A37F-BDA0DC7153F6}"/>
              </a:ext>
            </a:extLst>
          </p:cNvPr>
          <p:cNvSpPr>
            <a:spLocks noGrp="1"/>
          </p:cNvSpPr>
          <p:nvPr>
            <p:ph type="title"/>
          </p:nvPr>
        </p:nvSpPr>
        <p:spPr>
          <a:xfrm>
            <a:off x="461169" y="3464005"/>
            <a:ext cx="11269662" cy="684212"/>
          </a:xfrm>
        </p:spPr>
        <p:txBody>
          <a:bodyPr/>
          <a:lstStyle/>
          <a:p>
            <a:r>
              <a:rPr lang="en-US" sz="5400"/>
              <a:t>Authentication Issues</a:t>
            </a:r>
          </a:p>
        </p:txBody>
      </p:sp>
    </p:spTree>
    <p:extLst>
      <p:ext uri="{BB962C8B-B14F-4D97-AF65-F5344CB8AC3E}">
        <p14:creationId xmlns:p14="http://schemas.microsoft.com/office/powerpoint/2010/main" val="131485464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42913" y="457994"/>
            <a:ext cx="11269662" cy="684212"/>
          </a:xfrm>
        </p:spPr>
        <p:txBody>
          <a:bodyPr>
            <a:normAutofit/>
          </a:bodyPr>
          <a:lstStyle/>
          <a:p>
            <a:pPr algn="l"/>
            <a:r>
              <a:rPr lang="en-US" sz="3200"/>
              <a:t>Authentication Issues</a:t>
            </a:r>
            <a:endParaRPr lang="en-US" sz="3200">
              <a:solidFill>
                <a:schemeClr val="bg1"/>
              </a:solidFill>
            </a:endParaRPr>
          </a:p>
        </p:txBody>
      </p:sp>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43</a:t>
            </a:fld>
            <a:endParaRPr lang="en-US"/>
          </a:p>
        </p:txBody>
      </p:sp>
      <p:sp>
        <p:nvSpPr>
          <p:cNvPr id="5" name="Content Placeholder 4">
            <a:extLst>
              <a:ext uri="{FF2B5EF4-FFF2-40B4-BE49-F238E27FC236}">
                <a16:creationId xmlns:a16="http://schemas.microsoft.com/office/drawing/2014/main" id="{B3F41200-3D7D-4D9F-8AC7-CB92286A2D1C}"/>
              </a:ext>
            </a:extLst>
          </p:cNvPr>
          <p:cNvSpPr>
            <a:spLocks noGrp="1"/>
          </p:cNvSpPr>
          <p:nvPr>
            <p:ph idx="1"/>
          </p:nvPr>
        </p:nvSpPr>
        <p:spPr>
          <a:xfrm>
            <a:off x="561667" y="1233488"/>
            <a:ext cx="11269662" cy="4824412"/>
          </a:xfrm>
        </p:spPr>
        <p:txBody>
          <a:bodyPr>
            <a:normAutofit/>
          </a:bodyPr>
          <a:lstStyle/>
          <a:p>
            <a:pPr marL="0" indent="0" algn="l">
              <a:buNone/>
            </a:pPr>
            <a:r>
              <a:rPr lang="en-US" sz="1050" b="0" i="0">
                <a:solidFill>
                  <a:srgbClr val="333333"/>
                </a:solidFill>
                <a:effectLst/>
                <a:latin typeface="Arial" panose="020B0604020202020204" pitchFamily="34" charset="0"/>
              </a:rPr>
              <a:t>This section describes the two major authentication issues a subscriber might encounter in 4G and 5G networks.</a:t>
            </a:r>
          </a:p>
          <a:p>
            <a:pPr marL="0" indent="0" algn="l">
              <a:buNone/>
            </a:pPr>
            <a:endParaRPr lang="en-US" sz="1050">
              <a:solidFill>
                <a:srgbClr val="333333"/>
              </a:solidFill>
              <a:latin typeface="Arial" panose="020B0604020202020204" pitchFamily="34" charset="0"/>
            </a:endParaRPr>
          </a:p>
          <a:p>
            <a:pPr marL="0" indent="0">
              <a:buNone/>
            </a:pPr>
            <a:r>
              <a:rPr lang="en-US" sz="1200" b="0" i="0" u="none" strike="noStrike">
                <a:solidFill>
                  <a:srgbClr val="333333"/>
                </a:solidFill>
                <a:effectLst/>
              </a:rPr>
              <a:t>Subscriber authentication not successful (4G)</a:t>
            </a:r>
            <a:endParaRPr lang="en-US" sz="1200" b="0" i="0">
              <a:solidFill>
                <a:srgbClr val="333333"/>
              </a:solidFill>
              <a:effectLst/>
            </a:endParaRPr>
          </a:p>
          <a:p>
            <a:pPr marL="0" indent="0">
              <a:buNone/>
            </a:pPr>
            <a:r>
              <a:rPr lang="en-US" sz="1200" b="0" i="0" u="none" strike="noStrike">
                <a:solidFill>
                  <a:srgbClr val="333333"/>
                </a:solidFill>
                <a:effectLst/>
              </a:rPr>
              <a:t>Subscriber authentication not successful (5G)</a:t>
            </a:r>
            <a:endParaRPr lang="en-US" sz="1200" b="0" i="0">
              <a:solidFill>
                <a:srgbClr val="333333"/>
              </a:solidFill>
              <a:effectLst/>
            </a:endParaRPr>
          </a:p>
          <a:p>
            <a:pPr marL="0" indent="0" algn="l">
              <a:buNone/>
            </a:pPr>
            <a:endParaRPr lang="en-IN"/>
          </a:p>
        </p:txBody>
      </p:sp>
    </p:spTree>
    <p:custDataLst>
      <p:tags r:id="rId1"/>
    </p:custDataLst>
    <p:extLst>
      <p:ext uri="{BB962C8B-B14F-4D97-AF65-F5344CB8AC3E}">
        <p14:creationId xmlns:p14="http://schemas.microsoft.com/office/powerpoint/2010/main" val="402688586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42913" y="457994"/>
            <a:ext cx="11269662" cy="684212"/>
          </a:xfrm>
        </p:spPr>
        <p:txBody>
          <a:bodyPr>
            <a:normAutofit/>
          </a:bodyPr>
          <a:lstStyle/>
          <a:p>
            <a:pPr algn="l"/>
            <a:r>
              <a:rPr lang="en-US" sz="3200">
                <a:solidFill>
                  <a:schemeClr val="bg1"/>
                </a:solidFill>
              </a:rPr>
              <a:t>Subscriber authentication not successful (4G)</a:t>
            </a:r>
          </a:p>
        </p:txBody>
      </p:sp>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44</a:t>
            </a:fld>
            <a:endParaRPr lang="en-US"/>
          </a:p>
        </p:txBody>
      </p:sp>
      <p:sp>
        <p:nvSpPr>
          <p:cNvPr id="5" name="Content Placeholder 4">
            <a:extLst>
              <a:ext uri="{FF2B5EF4-FFF2-40B4-BE49-F238E27FC236}">
                <a16:creationId xmlns:a16="http://schemas.microsoft.com/office/drawing/2014/main" id="{B3F41200-3D7D-4D9F-8AC7-CB92286A2D1C}"/>
              </a:ext>
            </a:extLst>
          </p:cNvPr>
          <p:cNvSpPr>
            <a:spLocks noGrp="1"/>
          </p:cNvSpPr>
          <p:nvPr>
            <p:ph idx="1"/>
          </p:nvPr>
        </p:nvSpPr>
        <p:spPr>
          <a:xfrm>
            <a:off x="561667" y="1233488"/>
            <a:ext cx="11269662" cy="4824412"/>
          </a:xfrm>
        </p:spPr>
        <p:txBody>
          <a:bodyPr>
            <a:normAutofit/>
          </a:bodyPr>
          <a:lstStyle/>
          <a:p>
            <a:pPr algn="l"/>
            <a:r>
              <a:rPr lang="en-US" sz="1200" b="1" i="0">
                <a:solidFill>
                  <a:srgbClr val="333333"/>
                </a:solidFill>
                <a:effectLst/>
              </a:rPr>
              <a:t>Possible Causes</a:t>
            </a:r>
          </a:p>
          <a:p>
            <a:pPr algn="l"/>
            <a:r>
              <a:rPr lang="en-US" sz="1200" b="0" i="0">
                <a:solidFill>
                  <a:srgbClr val="333333"/>
                </a:solidFill>
                <a:effectLst/>
              </a:rPr>
              <a:t>Authentication of a subscriber can fail due to multiple causes as given below: </a:t>
            </a:r>
          </a:p>
          <a:p>
            <a:pPr algn="l">
              <a:buFont typeface="Arial" panose="020B0604020202020204" pitchFamily="34" charset="0"/>
              <a:buChar char="•"/>
            </a:pPr>
            <a:r>
              <a:rPr lang="en-US" sz="1200" b="0" i="0">
                <a:solidFill>
                  <a:srgbClr val="333333"/>
                </a:solidFill>
                <a:effectLst/>
              </a:rPr>
              <a:t>Requested IMSI number is not configured in UDR/ HSS components.</a:t>
            </a:r>
          </a:p>
          <a:p>
            <a:pPr algn="l">
              <a:buFont typeface="Arial" panose="020B0604020202020204" pitchFamily="34" charset="0"/>
              <a:buChar char="•"/>
            </a:pPr>
            <a:r>
              <a:rPr lang="en-US" sz="1200" b="0" i="0">
                <a:solidFill>
                  <a:srgbClr val="333333"/>
                </a:solidFill>
                <a:effectLst/>
              </a:rPr>
              <a:t>Authentication keys mapped to IMSI are incorrect.</a:t>
            </a:r>
          </a:p>
          <a:p>
            <a:pPr algn="l">
              <a:buFont typeface="Arial" panose="020B0604020202020204" pitchFamily="34" charset="0"/>
              <a:buChar char="•"/>
            </a:pPr>
            <a:r>
              <a:rPr lang="en-US" sz="1200" b="0" i="0">
                <a:solidFill>
                  <a:srgbClr val="333333"/>
                </a:solidFill>
                <a:effectLst/>
              </a:rPr>
              <a:t>Requested IMSI profile is barred.</a:t>
            </a:r>
          </a:p>
          <a:p>
            <a:pPr algn="l"/>
            <a:r>
              <a:rPr lang="en-US" sz="1200" b="1" i="0">
                <a:solidFill>
                  <a:srgbClr val="333333"/>
                </a:solidFill>
                <a:effectLst/>
              </a:rPr>
              <a:t>Preprocessing</a:t>
            </a:r>
          </a:p>
          <a:p>
            <a:pPr algn="l">
              <a:buFont typeface="Arial" panose="020B0604020202020204" pitchFamily="34" charset="0"/>
              <a:buChar char="•"/>
            </a:pPr>
            <a:r>
              <a:rPr lang="en-US" sz="1200" b="0" i="0">
                <a:solidFill>
                  <a:srgbClr val="333333"/>
                </a:solidFill>
                <a:effectLst/>
              </a:rPr>
              <a:t>Check if the IWF, UDR and HSS are up and running.</a:t>
            </a:r>
          </a:p>
          <a:p>
            <a:pPr algn="l">
              <a:buFont typeface="Arial" panose="020B0604020202020204" pitchFamily="34" charset="0"/>
              <a:buChar char="•"/>
            </a:pPr>
            <a:r>
              <a:rPr lang="en-US" sz="1200" b="0" i="0">
                <a:solidFill>
                  <a:srgbClr val="333333"/>
                </a:solidFill>
                <a:effectLst/>
              </a:rPr>
              <a:t>Check if any fault alarm is generated by any of the network functions.</a:t>
            </a:r>
          </a:p>
          <a:p>
            <a:pPr algn="l"/>
            <a:r>
              <a:rPr lang="en-US" sz="1200" b="1" i="0">
                <a:solidFill>
                  <a:srgbClr val="333333"/>
                </a:solidFill>
                <a:effectLst/>
              </a:rPr>
              <a:t>Troubleshooting Procedure</a:t>
            </a:r>
          </a:p>
          <a:p>
            <a:pPr algn="l"/>
            <a:r>
              <a:rPr lang="en-US" sz="1200" b="0" i="0">
                <a:solidFill>
                  <a:srgbClr val="333333"/>
                </a:solidFill>
                <a:effectLst/>
              </a:rPr>
              <a:t>The following section includes troubleshooting steps for various diameter messages and their error codes:</a:t>
            </a:r>
          </a:p>
          <a:p>
            <a:pPr algn="l"/>
            <a:r>
              <a:rPr lang="en-US" sz="1200" b="1" i="0">
                <a:solidFill>
                  <a:srgbClr val="333333"/>
                </a:solidFill>
                <a:effectLst/>
              </a:rPr>
              <a:t>Diameter Error Code 5001</a:t>
            </a:r>
          </a:p>
          <a:p>
            <a:pPr algn="l"/>
            <a:r>
              <a:rPr lang="en-US" sz="1200" b="0" i="0">
                <a:solidFill>
                  <a:srgbClr val="333333"/>
                </a:solidFill>
                <a:effectLst/>
              </a:rPr>
              <a:t>Message:   Authentication-Information-Request</a:t>
            </a:r>
          </a:p>
          <a:p>
            <a:pPr algn="l"/>
            <a:r>
              <a:rPr lang="en-US" sz="1200" b="0" i="0">
                <a:solidFill>
                  <a:srgbClr val="333333"/>
                </a:solidFill>
                <a:effectLst/>
              </a:rPr>
              <a:t>Reason:    User received request identified by “User-Name” diameter </a:t>
            </a:r>
            <a:r>
              <a:rPr lang="en-US" sz="1200" b="0" i="0" err="1">
                <a:solidFill>
                  <a:srgbClr val="333333"/>
                </a:solidFill>
                <a:effectLst/>
              </a:rPr>
              <a:t>avp</a:t>
            </a:r>
            <a:r>
              <a:rPr lang="en-US" sz="1200" b="0" i="0">
                <a:solidFill>
                  <a:srgbClr val="333333"/>
                </a:solidFill>
                <a:effectLst/>
              </a:rPr>
              <a:t> is unknown to HSS.</a:t>
            </a:r>
          </a:p>
          <a:p>
            <a:pPr algn="l"/>
            <a:r>
              <a:rPr lang="en-US" sz="1200" b="0" i="0">
                <a:solidFill>
                  <a:srgbClr val="333333"/>
                </a:solidFill>
                <a:effectLst/>
              </a:rPr>
              <a:t>Steps to resolve:</a:t>
            </a:r>
          </a:p>
          <a:p>
            <a:pPr algn="l">
              <a:buFont typeface="+mj-lt"/>
              <a:buAutoNum type="arabicPeriod"/>
            </a:pPr>
            <a:r>
              <a:rPr lang="en-US" sz="1200" b="0" i="0">
                <a:solidFill>
                  <a:srgbClr val="333333"/>
                </a:solidFill>
                <a:effectLst/>
              </a:rPr>
              <a:t>Provision SIM with IMSI coming in request.</a:t>
            </a:r>
          </a:p>
          <a:p>
            <a:pPr algn="l">
              <a:buFont typeface="+mj-lt"/>
              <a:buAutoNum type="arabicPeriod"/>
            </a:pPr>
            <a:r>
              <a:rPr lang="en-US" sz="1200" b="0" i="0">
                <a:solidFill>
                  <a:srgbClr val="333333"/>
                </a:solidFill>
                <a:effectLst/>
              </a:rPr>
              <a:t>Associate subscription to provisioned sim.</a:t>
            </a:r>
          </a:p>
          <a:p>
            <a:pPr marL="0" indent="0" algn="l">
              <a:buNone/>
            </a:pPr>
            <a:endParaRPr lang="en-IN"/>
          </a:p>
          <a:p>
            <a:pPr marL="0" indent="0" algn="l">
              <a:buNone/>
            </a:pPr>
            <a:endParaRPr lang="en-IN"/>
          </a:p>
        </p:txBody>
      </p:sp>
    </p:spTree>
    <p:custDataLst>
      <p:tags r:id="rId1"/>
    </p:custDataLst>
    <p:extLst>
      <p:ext uri="{BB962C8B-B14F-4D97-AF65-F5344CB8AC3E}">
        <p14:creationId xmlns:p14="http://schemas.microsoft.com/office/powerpoint/2010/main" val="24690472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42913" y="457994"/>
            <a:ext cx="11269662" cy="684212"/>
          </a:xfrm>
        </p:spPr>
        <p:txBody>
          <a:bodyPr>
            <a:normAutofit/>
          </a:bodyPr>
          <a:lstStyle/>
          <a:p>
            <a:pPr algn="l"/>
            <a:r>
              <a:rPr lang="en-US" sz="3200">
                <a:solidFill>
                  <a:schemeClr val="bg1"/>
                </a:solidFill>
              </a:rPr>
              <a:t>Subscriber authentication not successful (4G)</a:t>
            </a:r>
          </a:p>
        </p:txBody>
      </p:sp>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45</a:t>
            </a:fld>
            <a:endParaRPr lang="en-US"/>
          </a:p>
        </p:txBody>
      </p:sp>
      <p:sp>
        <p:nvSpPr>
          <p:cNvPr id="5" name="Content Placeholder 4">
            <a:extLst>
              <a:ext uri="{FF2B5EF4-FFF2-40B4-BE49-F238E27FC236}">
                <a16:creationId xmlns:a16="http://schemas.microsoft.com/office/drawing/2014/main" id="{B3F41200-3D7D-4D9F-8AC7-CB92286A2D1C}"/>
              </a:ext>
            </a:extLst>
          </p:cNvPr>
          <p:cNvSpPr>
            <a:spLocks noGrp="1"/>
          </p:cNvSpPr>
          <p:nvPr>
            <p:ph idx="1"/>
          </p:nvPr>
        </p:nvSpPr>
        <p:spPr>
          <a:xfrm>
            <a:off x="561667" y="1142206"/>
            <a:ext cx="11269662" cy="4824412"/>
          </a:xfrm>
        </p:spPr>
        <p:txBody>
          <a:bodyPr>
            <a:noAutofit/>
          </a:bodyPr>
          <a:lstStyle/>
          <a:p>
            <a:pPr algn="l"/>
            <a:r>
              <a:rPr lang="en-IN" sz="1200" b="1" i="0">
                <a:solidFill>
                  <a:srgbClr val="333333"/>
                </a:solidFill>
                <a:effectLst/>
              </a:rPr>
              <a:t>Diameter Error Code 5003</a:t>
            </a:r>
          </a:p>
          <a:p>
            <a:pPr algn="l"/>
            <a:r>
              <a:rPr lang="en-IN" sz="1200" b="0" i="0">
                <a:solidFill>
                  <a:srgbClr val="333333"/>
                </a:solidFill>
                <a:effectLst/>
              </a:rPr>
              <a:t>This Diameter messages and error code can occur due to multiple reasons:</a:t>
            </a:r>
          </a:p>
          <a:p>
            <a:pPr marL="0" indent="0" algn="l">
              <a:buNone/>
            </a:pPr>
            <a:r>
              <a:rPr lang="en-IN" sz="1200" b="1" i="0">
                <a:solidFill>
                  <a:srgbClr val="333333"/>
                </a:solidFill>
                <a:effectLst/>
              </a:rPr>
              <a:t>Case 1</a:t>
            </a:r>
          </a:p>
          <a:p>
            <a:pPr algn="l"/>
            <a:r>
              <a:rPr lang="en-IN" sz="1200" b="0" i="0">
                <a:solidFill>
                  <a:srgbClr val="333333"/>
                </a:solidFill>
                <a:effectLst/>
              </a:rPr>
              <a:t>Message: Authentication-Information-Request</a:t>
            </a:r>
          </a:p>
          <a:p>
            <a:pPr algn="l"/>
            <a:r>
              <a:rPr lang="en-IN" sz="1200" b="0" i="0">
                <a:solidFill>
                  <a:srgbClr val="333333"/>
                </a:solidFill>
                <a:effectLst/>
              </a:rPr>
              <a:t>Reason: User received request identified by “User-Name” diameter </a:t>
            </a:r>
            <a:r>
              <a:rPr lang="en-IN" sz="1200" b="0" i="0" err="1">
                <a:solidFill>
                  <a:srgbClr val="333333"/>
                </a:solidFill>
                <a:effectLst/>
              </a:rPr>
              <a:t>avp</a:t>
            </a:r>
            <a:r>
              <a:rPr lang="en-IN" sz="1200" b="0" i="0">
                <a:solidFill>
                  <a:srgbClr val="333333"/>
                </a:solidFill>
                <a:effectLst/>
              </a:rPr>
              <a:t> is barred using operator determined barring parameter in SDM portal.</a:t>
            </a:r>
          </a:p>
          <a:p>
            <a:pPr algn="l"/>
            <a:r>
              <a:rPr lang="en-IN" sz="1200" b="0" i="0">
                <a:solidFill>
                  <a:srgbClr val="333333"/>
                </a:solidFill>
                <a:effectLst/>
              </a:rPr>
              <a:t>Steps to resolve: </a:t>
            </a:r>
            <a:r>
              <a:rPr lang="en-IN" sz="1200" b="1" i="0">
                <a:solidFill>
                  <a:srgbClr val="333333"/>
                </a:solidFill>
                <a:effectLst/>
              </a:rPr>
              <a:t>   </a:t>
            </a:r>
            <a:endParaRPr lang="en-IN" sz="1200" b="0" i="0">
              <a:solidFill>
                <a:srgbClr val="333333"/>
              </a:solidFill>
              <a:effectLst/>
            </a:endParaRPr>
          </a:p>
          <a:p>
            <a:pPr algn="l">
              <a:buFont typeface="+mj-lt"/>
              <a:buAutoNum type="arabicPeriod"/>
            </a:pPr>
            <a:r>
              <a:rPr lang="en-IN" sz="1200" b="0" i="0">
                <a:solidFill>
                  <a:srgbClr val="333333"/>
                </a:solidFill>
                <a:effectLst/>
              </a:rPr>
              <a:t>Search the user present in request in Subscriber Management menu of SDM portal, click on view.</a:t>
            </a:r>
          </a:p>
          <a:p>
            <a:pPr algn="l">
              <a:buFont typeface="+mj-lt"/>
              <a:buAutoNum type="arabicPeriod"/>
            </a:pPr>
            <a:r>
              <a:rPr lang="en-IN" sz="1200" b="0" i="0">
                <a:solidFill>
                  <a:srgbClr val="333333"/>
                </a:solidFill>
                <a:effectLst/>
              </a:rPr>
              <a:t>Navigate to Access &amp; Mobility tab on subscriber page, click on ODB Data.</a:t>
            </a:r>
          </a:p>
          <a:p>
            <a:pPr algn="l">
              <a:buFont typeface="+mj-lt"/>
              <a:buAutoNum type="arabicPeriod"/>
            </a:pPr>
            <a:r>
              <a:rPr lang="en-IN" sz="1200" b="0" i="0">
                <a:solidFill>
                  <a:srgbClr val="333333"/>
                </a:solidFill>
                <a:effectLst/>
              </a:rPr>
              <a:t>Set ODB Packet Services to None.</a:t>
            </a:r>
          </a:p>
          <a:p>
            <a:pPr>
              <a:buFont typeface="+mj-lt"/>
              <a:buAutoNum type="arabicPeriod"/>
            </a:pPr>
            <a:r>
              <a:rPr lang="en-US" sz="1200" b="0" i="0">
                <a:solidFill>
                  <a:srgbClr val="333333"/>
                </a:solidFill>
                <a:effectLst/>
              </a:rPr>
              <a:t>Check application logs for above diameter messages for Interworking Function (IWF) &amp; Home Subscriber Server (HSS):</a:t>
            </a:r>
            <a:endParaRPr lang="en-IN" sz="1200" b="0" i="0">
              <a:solidFill>
                <a:srgbClr val="333333"/>
              </a:solidFill>
              <a:effectLst/>
            </a:endParaRPr>
          </a:p>
          <a:p>
            <a:pPr marL="0" indent="0" algn="l">
              <a:buNone/>
            </a:pPr>
            <a:endParaRPr lang="en-IN" sz="1200"/>
          </a:p>
          <a:p>
            <a:pPr marL="0" indent="0" algn="l">
              <a:buNone/>
            </a:pPr>
            <a:r>
              <a:rPr lang="en-US" sz="1200" b="1" i="0">
                <a:solidFill>
                  <a:srgbClr val="333333"/>
                </a:solidFill>
                <a:effectLst/>
              </a:rPr>
              <a:t>Case 2</a:t>
            </a:r>
          </a:p>
          <a:p>
            <a:pPr algn="l"/>
            <a:r>
              <a:rPr lang="en-US" sz="1200" b="0" i="0">
                <a:solidFill>
                  <a:srgbClr val="333333"/>
                </a:solidFill>
                <a:effectLst/>
              </a:rPr>
              <a:t>Message:  Authentication-Information-Request</a:t>
            </a:r>
          </a:p>
          <a:p>
            <a:pPr algn="l"/>
            <a:r>
              <a:rPr lang="en-US" sz="1200" b="0" i="0">
                <a:solidFill>
                  <a:srgbClr val="333333"/>
                </a:solidFill>
                <a:effectLst/>
              </a:rPr>
              <a:t>Reason:  Visited PLMN of Subscriber as indicated by “Visited-PLMN-Id” diameter </a:t>
            </a:r>
            <a:r>
              <a:rPr lang="en-US" sz="1200" b="0" i="0" err="1">
                <a:solidFill>
                  <a:srgbClr val="333333"/>
                </a:solidFill>
                <a:effectLst/>
              </a:rPr>
              <a:t>avp</a:t>
            </a:r>
            <a:r>
              <a:rPr lang="en-US" sz="1200" b="0" i="0">
                <a:solidFill>
                  <a:srgbClr val="333333"/>
                </a:solidFill>
                <a:effectLst/>
              </a:rPr>
              <a:t> is not allowed in the HSS configuration.</a:t>
            </a:r>
          </a:p>
          <a:p>
            <a:pPr algn="l"/>
            <a:r>
              <a:rPr lang="en-US" sz="1200" b="0" i="0">
                <a:solidFill>
                  <a:srgbClr val="333333"/>
                </a:solidFill>
                <a:effectLst/>
              </a:rPr>
              <a:t>Steps to Resolve:  </a:t>
            </a:r>
          </a:p>
          <a:p>
            <a:pPr algn="l"/>
            <a:r>
              <a:rPr lang="en-US" sz="1200" b="0" i="0">
                <a:solidFill>
                  <a:srgbClr val="333333"/>
                </a:solidFill>
                <a:effectLst/>
              </a:rPr>
              <a:t>Configure visited PLMN of Subscriber as indicated by “Visited-PLMN-Id” diameter </a:t>
            </a:r>
            <a:r>
              <a:rPr lang="en-US" sz="1200" b="0" i="0" err="1">
                <a:solidFill>
                  <a:srgbClr val="333333"/>
                </a:solidFill>
                <a:effectLst/>
              </a:rPr>
              <a:t>avp</a:t>
            </a:r>
            <a:r>
              <a:rPr lang="en-US" sz="1200" b="0" i="0">
                <a:solidFill>
                  <a:srgbClr val="333333"/>
                </a:solidFill>
                <a:effectLst/>
              </a:rPr>
              <a:t> in “</a:t>
            </a:r>
            <a:r>
              <a:rPr lang="en-US" sz="1200" b="0" i="0" err="1">
                <a:solidFill>
                  <a:srgbClr val="333333"/>
                </a:solidFill>
                <a:effectLst/>
              </a:rPr>
              <a:t>plmnList</a:t>
            </a:r>
            <a:r>
              <a:rPr lang="en-US" sz="1200" b="0" i="0">
                <a:solidFill>
                  <a:srgbClr val="333333"/>
                </a:solidFill>
                <a:effectLst/>
              </a:rPr>
              <a:t>” or “</a:t>
            </a:r>
            <a:r>
              <a:rPr lang="en-US" sz="1200" b="0" i="0" err="1">
                <a:solidFill>
                  <a:srgbClr val="333333"/>
                </a:solidFill>
                <a:effectLst/>
              </a:rPr>
              <a:t>allowedPlmns</a:t>
            </a:r>
            <a:r>
              <a:rPr lang="en-US" sz="1200" b="0" i="0">
                <a:solidFill>
                  <a:srgbClr val="333333"/>
                </a:solidFill>
                <a:effectLst/>
              </a:rPr>
              <a:t>” array parameter under </a:t>
            </a:r>
            <a:r>
              <a:rPr lang="en-US" sz="1200" b="0" i="0" err="1">
                <a:solidFill>
                  <a:srgbClr val="333333"/>
                </a:solidFill>
                <a:effectLst/>
              </a:rPr>
              <a:t>nfInstaces</a:t>
            </a:r>
            <a:r>
              <a:rPr lang="en-US" sz="1200" b="0" i="0">
                <a:solidFill>
                  <a:srgbClr val="333333"/>
                </a:solidFill>
                <a:effectLst/>
              </a:rPr>
              <a:t> parameter group in configuration of HSS.</a:t>
            </a:r>
          </a:p>
          <a:p>
            <a:pPr marL="0" indent="0" algn="l">
              <a:buNone/>
            </a:pPr>
            <a:r>
              <a:rPr lang="en-US" sz="1200" b="0" i="0">
                <a:solidFill>
                  <a:srgbClr val="333333"/>
                </a:solidFill>
                <a:effectLst/>
              </a:rPr>
              <a:t>Check application logs for above diameter messages for Interworking Function (IWF) &amp; Home Subscriber Server (HSS):</a:t>
            </a:r>
            <a:endParaRPr lang="en-IN" sz="1200"/>
          </a:p>
        </p:txBody>
      </p:sp>
    </p:spTree>
    <p:custDataLst>
      <p:tags r:id="rId1"/>
    </p:custDataLst>
    <p:extLst>
      <p:ext uri="{BB962C8B-B14F-4D97-AF65-F5344CB8AC3E}">
        <p14:creationId xmlns:p14="http://schemas.microsoft.com/office/powerpoint/2010/main" val="124941782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42913" y="457994"/>
            <a:ext cx="11269662" cy="684212"/>
          </a:xfrm>
        </p:spPr>
        <p:txBody>
          <a:bodyPr>
            <a:normAutofit/>
          </a:bodyPr>
          <a:lstStyle/>
          <a:p>
            <a:pPr algn="l"/>
            <a:r>
              <a:rPr lang="en-US" sz="3200">
                <a:solidFill>
                  <a:schemeClr val="bg1"/>
                </a:solidFill>
              </a:rPr>
              <a:t>Subscriber authentication not successful (4G)</a:t>
            </a:r>
          </a:p>
        </p:txBody>
      </p:sp>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46</a:t>
            </a:fld>
            <a:endParaRPr lang="en-US"/>
          </a:p>
        </p:txBody>
      </p:sp>
      <p:sp>
        <p:nvSpPr>
          <p:cNvPr id="5" name="Content Placeholder 4">
            <a:extLst>
              <a:ext uri="{FF2B5EF4-FFF2-40B4-BE49-F238E27FC236}">
                <a16:creationId xmlns:a16="http://schemas.microsoft.com/office/drawing/2014/main" id="{B3F41200-3D7D-4D9F-8AC7-CB92286A2D1C}"/>
              </a:ext>
            </a:extLst>
          </p:cNvPr>
          <p:cNvSpPr>
            <a:spLocks noGrp="1"/>
          </p:cNvSpPr>
          <p:nvPr>
            <p:ph idx="1"/>
          </p:nvPr>
        </p:nvSpPr>
        <p:spPr>
          <a:xfrm>
            <a:off x="561667" y="1233488"/>
            <a:ext cx="11269662" cy="4824412"/>
          </a:xfrm>
        </p:spPr>
        <p:txBody>
          <a:bodyPr>
            <a:normAutofit/>
          </a:bodyPr>
          <a:lstStyle/>
          <a:p>
            <a:pPr algn="l"/>
            <a:r>
              <a:rPr lang="en-US" sz="1200" b="1" i="0">
                <a:solidFill>
                  <a:srgbClr val="333333"/>
                </a:solidFill>
                <a:effectLst/>
              </a:rPr>
              <a:t>Diameter Error Code 5012</a:t>
            </a:r>
          </a:p>
          <a:p>
            <a:pPr algn="l"/>
            <a:r>
              <a:rPr lang="en-US" sz="1200" b="0" i="0">
                <a:solidFill>
                  <a:srgbClr val="333333"/>
                </a:solidFill>
                <a:effectLst/>
              </a:rPr>
              <a:t>Message:   Authentication-Information-Request</a:t>
            </a:r>
          </a:p>
          <a:p>
            <a:pPr algn="l"/>
            <a:r>
              <a:rPr lang="en-US" sz="1200" b="0" i="0">
                <a:solidFill>
                  <a:srgbClr val="333333"/>
                </a:solidFill>
                <a:effectLst/>
              </a:rPr>
              <a:t>Reason:  Some issue in SIM provisioned for subscriber.</a:t>
            </a:r>
          </a:p>
          <a:p>
            <a:pPr algn="l"/>
            <a:r>
              <a:rPr lang="en-US" sz="1200" b="0" i="0">
                <a:solidFill>
                  <a:srgbClr val="333333"/>
                </a:solidFill>
                <a:effectLst/>
              </a:rPr>
              <a:t>Steps to Resolve:</a:t>
            </a:r>
          </a:p>
          <a:p>
            <a:pPr algn="l">
              <a:buFont typeface="+mj-lt"/>
              <a:buAutoNum type="arabicPeriod"/>
            </a:pPr>
            <a:r>
              <a:rPr lang="en-US" sz="1200" b="0" i="0">
                <a:solidFill>
                  <a:srgbClr val="333333"/>
                </a:solidFill>
                <a:effectLst/>
              </a:rPr>
              <a:t>Check for the SIM in SIM Info section</a:t>
            </a:r>
          </a:p>
          <a:p>
            <a:pPr algn="l">
              <a:buFont typeface="+mj-lt"/>
              <a:buAutoNum type="arabicPeriod"/>
            </a:pPr>
            <a:r>
              <a:rPr lang="en-US" sz="1200" b="0" i="0">
                <a:solidFill>
                  <a:srgbClr val="333333"/>
                </a:solidFill>
                <a:effectLst/>
              </a:rPr>
              <a:t>If the SIM is present, then check for its details as obtained from SIM vendor.</a:t>
            </a:r>
          </a:p>
          <a:p>
            <a:pPr algn="l">
              <a:buFont typeface="+mj-lt"/>
              <a:buAutoNum type="arabicPeriod"/>
            </a:pPr>
            <a:r>
              <a:rPr lang="en-US" sz="1200" b="0" i="0">
                <a:solidFill>
                  <a:srgbClr val="333333"/>
                </a:solidFill>
                <a:effectLst/>
              </a:rPr>
              <a:t>If there is any correction, then update the SIM through a new batch using SIM Batch menu in SIM Batch Management in SDM portal.</a:t>
            </a:r>
          </a:p>
          <a:p>
            <a:pPr>
              <a:buFont typeface="+mj-lt"/>
              <a:buAutoNum type="arabicPeriod"/>
            </a:pPr>
            <a:r>
              <a:rPr lang="en-US" sz="1200" b="0" i="0">
                <a:solidFill>
                  <a:srgbClr val="333333"/>
                </a:solidFill>
                <a:effectLst/>
              </a:rPr>
              <a:t>Check application logs for above diameter messages for Interworking Function (IWF) &amp; Home Subscriber Server (HSS):</a:t>
            </a:r>
            <a:endParaRPr lang="en-IN" sz="1200"/>
          </a:p>
          <a:p>
            <a:pPr algn="l">
              <a:buFont typeface="+mj-lt"/>
              <a:buAutoNum type="arabicPeriod"/>
            </a:pPr>
            <a:endParaRPr lang="en-US" sz="1200" b="0" i="0">
              <a:solidFill>
                <a:srgbClr val="333333"/>
              </a:solidFill>
              <a:effectLst/>
              <a:latin typeface="Arial" panose="020B0604020202020204" pitchFamily="34" charset="0"/>
            </a:endParaRPr>
          </a:p>
          <a:p>
            <a:pPr marL="0" indent="0" algn="l">
              <a:buNone/>
            </a:pPr>
            <a:endParaRPr lang="en-IN" sz="1300"/>
          </a:p>
        </p:txBody>
      </p:sp>
    </p:spTree>
    <p:custDataLst>
      <p:tags r:id="rId1"/>
    </p:custDataLst>
    <p:extLst>
      <p:ext uri="{BB962C8B-B14F-4D97-AF65-F5344CB8AC3E}">
        <p14:creationId xmlns:p14="http://schemas.microsoft.com/office/powerpoint/2010/main" val="280325079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42913" y="457994"/>
            <a:ext cx="11269662" cy="684212"/>
          </a:xfrm>
        </p:spPr>
        <p:txBody>
          <a:bodyPr>
            <a:normAutofit/>
          </a:bodyPr>
          <a:lstStyle/>
          <a:p>
            <a:pPr algn="l"/>
            <a:r>
              <a:rPr lang="en-US" sz="3200">
                <a:solidFill>
                  <a:schemeClr val="bg1"/>
                </a:solidFill>
              </a:rPr>
              <a:t>Subscriber authentication not successful (5G)</a:t>
            </a:r>
          </a:p>
        </p:txBody>
      </p:sp>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47</a:t>
            </a:fld>
            <a:endParaRPr lang="en-US"/>
          </a:p>
        </p:txBody>
      </p:sp>
      <p:sp>
        <p:nvSpPr>
          <p:cNvPr id="5" name="Content Placeholder 4">
            <a:extLst>
              <a:ext uri="{FF2B5EF4-FFF2-40B4-BE49-F238E27FC236}">
                <a16:creationId xmlns:a16="http://schemas.microsoft.com/office/drawing/2014/main" id="{B3F41200-3D7D-4D9F-8AC7-CB92286A2D1C}"/>
              </a:ext>
            </a:extLst>
          </p:cNvPr>
          <p:cNvSpPr>
            <a:spLocks noGrp="1"/>
          </p:cNvSpPr>
          <p:nvPr>
            <p:ph idx="1"/>
          </p:nvPr>
        </p:nvSpPr>
        <p:spPr>
          <a:xfrm>
            <a:off x="561667" y="1233488"/>
            <a:ext cx="11269662" cy="4824412"/>
          </a:xfrm>
        </p:spPr>
        <p:txBody>
          <a:bodyPr>
            <a:normAutofit/>
          </a:bodyPr>
          <a:lstStyle/>
          <a:p>
            <a:pPr algn="l"/>
            <a:r>
              <a:rPr lang="en-US" sz="1200" b="1" i="0">
                <a:solidFill>
                  <a:srgbClr val="333333"/>
                </a:solidFill>
                <a:effectLst/>
              </a:rPr>
              <a:t>Possible Causes</a:t>
            </a:r>
          </a:p>
          <a:p>
            <a:pPr algn="l"/>
            <a:r>
              <a:rPr lang="en-US" sz="1200" b="0" i="0">
                <a:solidFill>
                  <a:srgbClr val="333333"/>
                </a:solidFill>
                <a:effectLst/>
              </a:rPr>
              <a:t>Authentication of the user can fail due to:</a:t>
            </a:r>
          </a:p>
          <a:p>
            <a:pPr algn="l">
              <a:buFont typeface="Arial" panose="020B0604020202020204" pitchFamily="34" charset="0"/>
              <a:buChar char="•"/>
            </a:pPr>
            <a:r>
              <a:rPr lang="en-US" sz="1200" b="0" i="0">
                <a:solidFill>
                  <a:srgbClr val="333333"/>
                </a:solidFill>
                <a:effectLst/>
              </a:rPr>
              <a:t>Error in core network of </a:t>
            </a:r>
            <a:r>
              <a:rPr lang="en-US" sz="1200" b="0" i="0" err="1">
                <a:solidFill>
                  <a:srgbClr val="333333"/>
                </a:solidFill>
                <a:effectLst/>
              </a:rPr>
              <a:t>Alepo’s</a:t>
            </a:r>
            <a:r>
              <a:rPr lang="en-US" sz="1200" b="0" i="0">
                <a:solidFill>
                  <a:srgbClr val="333333"/>
                </a:solidFill>
                <a:effectLst/>
              </a:rPr>
              <a:t> components</a:t>
            </a:r>
          </a:p>
          <a:p>
            <a:pPr algn="l">
              <a:buFont typeface="Arial" panose="020B0604020202020204" pitchFamily="34" charset="0"/>
              <a:buChar char="•"/>
            </a:pPr>
            <a:r>
              <a:rPr lang="en-US" sz="1200" b="0" i="0">
                <a:solidFill>
                  <a:srgbClr val="333333"/>
                </a:solidFill>
                <a:effectLst/>
              </a:rPr>
              <a:t>Error in core network during user authentication</a:t>
            </a:r>
          </a:p>
          <a:p>
            <a:pPr algn="l">
              <a:buFont typeface="Arial" panose="020B0604020202020204" pitchFamily="34" charset="0"/>
              <a:buChar char="•"/>
            </a:pPr>
            <a:r>
              <a:rPr lang="en-US" sz="1200" b="0" i="0">
                <a:solidFill>
                  <a:srgbClr val="333333"/>
                </a:solidFill>
                <a:effectLst/>
              </a:rPr>
              <a:t>Request not reaching network components.</a:t>
            </a:r>
          </a:p>
          <a:p>
            <a:pPr algn="l">
              <a:buFont typeface="Arial" panose="020B0604020202020204" pitchFamily="34" charset="0"/>
              <a:buChar char="•"/>
            </a:pPr>
            <a:r>
              <a:rPr lang="en-US" sz="1200" b="0" i="0">
                <a:solidFill>
                  <a:srgbClr val="333333"/>
                </a:solidFill>
                <a:effectLst/>
              </a:rPr>
              <a:t>Serving network issue</a:t>
            </a:r>
          </a:p>
          <a:p>
            <a:pPr algn="l"/>
            <a:r>
              <a:rPr lang="en-US" sz="1200" b="1" i="0">
                <a:solidFill>
                  <a:srgbClr val="333333"/>
                </a:solidFill>
                <a:effectLst/>
              </a:rPr>
              <a:t>Preprocessing</a:t>
            </a:r>
          </a:p>
          <a:p>
            <a:pPr algn="l">
              <a:buFont typeface="Arial" panose="020B0604020202020204" pitchFamily="34" charset="0"/>
              <a:buChar char="•"/>
            </a:pPr>
            <a:r>
              <a:rPr lang="en-US" sz="1200" b="0" i="0">
                <a:solidFill>
                  <a:srgbClr val="333333"/>
                </a:solidFill>
                <a:effectLst/>
              </a:rPr>
              <a:t>Check if the AUSF, UDM, UDR are up and running.</a:t>
            </a:r>
          </a:p>
          <a:p>
            <a:pPr algn="l">
              <a:buFont typeface="Arial" panose="020B0604020202020204" pitchFamily="34" charset="0"/>
              <a:buChar char="•"/>
            </a:pPr>
            <a:r>
              <a:rPr lang="en-US" sz="1200" b="0" i="0">
                <a:solidFill>
                  <a:srgbClr val="333333"/>
                </a:solidFill>
                <a:effectLst/>
              </a:rPr>
              <a:t>Check if any fault alarm is generated by any of the network functions.</a:t>
            </a:r>
          </a:p>
          <a:p>
            <a:pPr marL="0" indent="0" algn="l">
              <a:buNone/>
            </a:pPr>
            <a:endParaRPr lang="en-US" sz="1200" b="0" i="0">
              <a:solidFill>
                <a:srgbClr val="333333"/>
              </a:solidFill>
              <a:effectLst/>
            </a:endParaRPr>
          </a:p>
          <a:p>
            <a:pPr algn="l"/>
            <a:r>
              <a:rPr lang="en-US" sz="1200" b="1" i="0">
                <a:solidFill>
                  <a:srgbClr val="333333"/>
                </a:solidFill>
                <a:effectLst/>
              </a:rPr>
              <a:t>Troubleshooting Procedure</a:t>
            </a:r>
          </a:p>
          <a:p>
            <a:pPr marL="0" indent="0" algn="l">
              <a:buNone/>
            </a:pPr>
            <a:r>
              <a:rPr lang="en-US" sz="1200" b="0" i="0">
                <a:solidFill>
                  <a:srgbClr val="333333"/>
                </a:solidFill>
                <a:effectLst/>
              </a:rPr>
              <a:t>This section explains how to identify and troubleshoot the problem.</a:t>
            </a:r>
          </a:p>
          <a:p>
            <a:pPr marL="0" indent="0" algn="l">
              <a:buNone/>
            </a:pPr>
            <a:r>
              <a:rPr lang="en-US" sz="1200" b="0" i="0">
                <a:solidFill>
                  <a:srgbClr val="333333"/>
                </a:solidFill>
                <a:effectLst/>
              </a:rPr>
              <a:t>Follow the steps given below to check if the issue exists in core network of </a:t>
            </a:r>
            <a:r>
              <a:rPr lang="en-US" sz="1200" b="0" i="0" err="1">
                <a:solidFill>
                  <a:srgbClr val="333333"/>
                </a:solidFill>
                <a:effectLst/>
              </a:rPr>
              <a:t>Alepo's</a:t>
            </a:r>
            <a:r>
              <a:rPr lang="en-US" sz="1200" b="0" i="0">
                <a:solidFill>
                  <a:srgbClr val="333333"/>
                </a:solidFill>
                <a:effectLst/>
              </a:rPr>
              <a:t> components (AUSF-UDM-UDR):</a:t>
            </a:r>
          </a:p>
          <a:p>
            <a:pPr algn="l">
              <a:buFont typeface="+mj-lt"/>
              <a:buAutoNum type="arabicPeriod"/>
            </a:pPr>
            <a:r>
              <a:rPr lang="en-US" sz="1200" b="0" i="0">
                <a:solidFill>
                  <a:srgbClr val="333333"/>
                </a:solidFill>
                <a:effectLst/>
              </a:rPr>
              <a:t>Get the approximate timestamp and the user details (either IMSI or SUPI) of the affected user/users.</a:t>
            </a:r>
          </a:p>
          <a:p>
            <a:pPr algn="l">
              <a:buFont typeface="+mj-lt"/>
              <a:buAutoNum type="arabicPeriod"/>
            </a:pPr>
            <a:r>
              <a:rPr lang="en-US" sz="1200" b="0" i="0">
                <a:solidFill>
                  <a:srgbClr val="333333"/>
                </a:solidFill>
                <a:effectLst/>
              </a:rPr>
              <a:t>Begin with AUSF logs and use approximate timestamp and user details to narrow down search.</a:t>
            </a:r>
          </a:p>
          <a:p>
            <a:pPr marL="0" indent="0" algn="l">
              <a:buNone/>
            </a:pPr>
            <a:r>
              <a:rPr lang="en-US" sz="1200" b="0" i="0">
                <a:solidFill>
                  <a:srgbClr val="333333"/>
                </a:solidFill>
                <a:effectLst/>
              </a:rPr>
              <a:t>3.   If authentication has failed due to any error in core network components, then AUSF logs has non 2xx error code (200 or 201)</a:t>
            </a:r>
          </a:p>
          <a:p>
            <a:pPr marL="0" indent="0" algn="l">
              <a:buNone/>
            </a:pPr>
            <a:endParaRPr lang="en-IN" sz="1300"/>
          </a:p>
        </p:txBody>
      </p:sp>
    </p:spTree>
    <p:custDataLst>
      <p:tags r:id="rId1"/>
    </p:custDataLst>
    <p:extLst>
      <p:ext uri="{BB962C8B-B14F-4D97-AF65-F5344CB8AC3E}">
        <p14:creationId xmlns:p14="http://schemas.microsoft.com/office/powerpoint/2010/main" val="108335635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42913" y="457994"/>
            <a:ext cx="11269662" cy="684212"/>
          </a:xfrm>
        </p:spPr>
        <p:txBody>
          <a:bodyPr>
            <a:normAutofit/>
          </a:bodyPr>
          <a:lstStyle/>
          <a:p>
            <a:pPr algn="l"/>
            <a:r>
              <a:rPr lang="en-US" sz="3200">
                <a:solidFill>
                  <a:schemeClr val="bg1"/>
                </a:solidFill>
              </a:rPr>
              <a:t>Subscriber authentication not successful (5G)</a:t>
            </a:r>
          </a:p>
        </p:txBody>
      </p:sp>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48</a:t>
            </a:fld>
            <a:endParaRPr lang="en-US"/>
          </a:p>
        </p:txBody>
      </p:sp>
      <p:sp>
        <p:nvSpPr>
          <p:cNvPr id="5" name="Content Placeholder 4">
            <a:extLst>
              <a:ext uri="{FF2B5EF4-FFF2-40B4-BE49-F238E27FC236}">
                <a16:creationId xmlns:a16="http://schemas.microsoft.com/office/drawing/2014/main" id="{B3F41200-3D7D-4D9F-8AC7-CB92286A2D1C}"/>
              </a:ext>
            </a:extLst>
          </p:cNvPr>
          <p:cNvSpPr>
            <a:spLocks noGrp="1"/>
          </p:cNvSpPr>
          <p:nvPr>
            <p:ph idx="1"/>
          </p:nvPr>
        </p:nvSpPr>
        <p:spPr>
          <a:xfrm>
            <a:off x="561667" y="1233488"/>
            <a:ext cx="11269662" cy="4824412"/>
          </a:xfrm>
        </p:spPr>
        <p:txBody>
          <a:bodyPr>
            <a:normAutofit/>
          </a:bodyPr>
          <a:lstStyle/>
          <a:p>
            <a:pPr algn="l">
              <a:buFont typeface="Arial" panose="020B0604020202020204" pitchFamily="34" charset="0"/>
              <a:buChar char="•"/>
            </a:pPr>
            <a:r>
              <a:rPr lang="en-US" sz="1200" b="0" i="0">
                <a:solidFill>
                  <a:srgbClr val="333333"/>
                </a:solidFill>
                <a:effectLst/>
              </a:rPr>
              <a:t>Response logs are identified by "Sending Response" string, present at the end of the </a:t>
            </a:r>
            <a:r>
              <a:rPr lang="en-US" sz="1200" b="0" i="0" err="1">
                <a:solidFill>
                  <a:srgbClr val="333333"/>
                </a:solidFill>
                <a:effectLst/>
              </a:rPr>
              <a:t>logwrite</a:t>
            </a:r>
            <a:r>
              <a:rPr lang="en-US" sz="1200" b="0" i="0">
                <a:solidFill>
                  <a:srgbClr val="333333"/>
                </a:solidFill>
                <a:effectLst/>
              </a:rPr>
              <a:t> line as shown above. If there is any non 2xx status code e.g., 403 as shown above, then this indicates error has occurred in core network side during user authentication.</a:t>
            </a:r>
          </a:p>
          <a:p>
            <a:pPr algn="l">
              <a:buFont typeface="Arial" panose="020B0604020202020204" pitchFamily="34" charset="0"/>
              <a:buChar char="•"/>
            </a:pPr>
            <a:r>
              <a:rPr lang="en-US" sz="1200" b="0" i="0">
                <a:solidFill>
                  <a:srgbClr val="333333"/>
                </a:solidFill>
                <a:effectLst/>
              </a:rPr>
              <a:t>In case of authentication confirmation (second API in authentication flow in 5G AKA) even if the response code is 200, authentication might not be successful from core network perspective. This is illustrated more in troubleshooting steps. </a:t>
            </a:r>
          </a:p>
          <a:p>
            <a:pPr marL="742950" lvl="1" indent="-285750" algn="l">
              <a:buFont typeface="Arial" panose="020B0604020202020204" pitchFamily="34" charset="0"/>
              <a:buChar char="•"/>
            </a:pPr>
            <a:r>
              <a:rPr lang="en-US" sz="1200" b="0" i="0">
                <a:solidFill>
                  <a:srgbClr val="333333"/>
                </a:solidFill>
                <a:effectLst/>
              </a:rPr>
              <a:t>If you are unable to find any logs for response even with narrowed down timestamps and user details, then it indicates that the request has not reached components and the issue might be in the serving network side.</a:t>
            </a:r>
          </a:p>
          <a:p>
            <a:pPr marL="0" indent="0" algn="l">
              <a:buNone/>
            </a:pPr>
            <a:endParaRPr lang="en-IN" sz="1200"/>
          </a:p>
          <a:p>
            <a:pPr algn="l"/>
            <a:r>
              <a:rPr lang="en-US" sz="1200" b="1" i="0">
                <a:solidFill>
                  <a:srgbClr val="333333"/>
                </a:solidFill>
                <a:effectLst/>
              </a:rPr>
              <a:t>HTTP Status Code 200</a:t>
            </a:r>
          </a:p>
          <a:p>
            <a:pPr algn="l"/>
            <a:r>
              <a:rPr lang="en-US" sz="1200" b="0" i="0">
                <a:solidFill>
                  <a:srgbClr val="333333"/>
                </a:solidFill>
                <a:effectLst/>
              </a:rPr>
              <a:t>Message: API - PUT /</a:t>
            </a:r>
            <a:r>
              <a:rPr lang="en-US" sz="1200" b="0" i="0" err="1">
                <a:solidFill>
                  <a:srgbClr val="333333"/>
                </a:solidFill>
                <a:effectLst/>
              </a:rPr>
              <a:t>ue</a:t>
            </a:r>
            <a:r>
              <a:rPr lang="en-US" sz="1200" b="0" i="0">
                <a:solidFill>
                  <a:srgbClr val="333333"/>
                </a:solidFill>
                <a:effectLst/>
              </a:rPr>
              <a:t>-authentications/{</a:t>
            </a:r>
            <a:r>
              <a:rPr lang="en-US" sz="1200" b="0" i="0" err="1">
                <a:solidFill>
                  <a:srgbClr val="333333"/>
                </a:solidFill>
                <a:effectLst/>
              </a:rPr>
              <a:t>authCtxId</a:t>
            </a:r>
            <a:r>
              <a:rPr lang="en-US" sz="1200" b="0" i="0">
                <a:solidFill>
                  <a:srgbClr val="333333"/>
                </a:solidFill>
                <a:effectLst/>
              </a:rPr>
              <a:t>}/5g-aka-confirmation</a:t>
            </a:r>
          </a:p>
          <a:p>
            <a:pPr algn="l"/>
            <a:r>
              <a:rPr lang="en-US" sz="1200" b="0" i="0" u="sng">
                <a:solidFill>
                  <a:srgbClr val="333333"/>
                </a:solidFill>
                <a:effectLst/>
              </a:rPr>
              <a:t>Reason</a:t>
            </a:r>
            <a:endParaRPr lang="en-US" sz="1200" b="0" i="0">
              <a:solidFill>
                <a:srgbClr val="333333"/>
              </a:solidFill>
              <a:effectLst/>
            </a:endParaRPr>
          </a:p>
          <a:p>
            <a:pPr algn="l">
              <a:buFont typeface="+mj-lt"/>
              <a:buAutoNum type="arabicPeriod"/>
            </a:pPr>
            <a:r>
              <a:rPr lang="en-US" sz="1200" b="0" i="0">
                <a:solidFill>
                  <a:srgbClr val="333333"/>
                </a:solidFill>
                <a:effectLst/>
              </a:rPr>
              <a:t>This is not an error code but, it can indicate the problem if user's authentication is not accepted by AUSF as the response parameter, </a:t>
            </a:r>
            <a:r>
              <a:rPr lang="en-US" sz="1200" b="0" i="0" err="1">
                <a:solidFill>
                  <a:srgbClr val="333333"/>
                </a:solidFill>
                <a:effectLst/>
              </a:rPr>
              <a:t>resStar</a:t>
            </a:r>
            <a:r>
              <a:rPr lang="en-US" sz="1200" b="0" i="0">
                <a:solidFill>
                  <a:srgbClr val="333333"/>
                </a:solidFill>
                <a:effectLst/>
              </a:rPr>
              <a:t>(RES*) of a user sent by network, does not match with expected response parameter </a:t>
            </a:r>
            <a:r>
              <a:rPr lang="en-US" sz="1200" b="0" i="0" err="1">
                <a:solidFill>
                  <a:srgbClr val="333333"/>
                </a:solidFill>
                <a:effectLst/>
              </a:rPr>
              <a:t>XRESStar</a:t>
            </a:r>
            <a:r>
              <a:rPr lang="en-US" sz="1200" b="0" i="0">
                <a:solidFill>
                  <a:srgbClr val="333333"/>
                </a:solidFill>
                <a:effectLst/>
              </a:rPr>
              <a:t>(XRES*) stored by AUSF in its local context.</a:t>
            </a:r>
          </a:p>
          <a:p>
            <a:pPr algn="l">
              <a:buFont typeface="+mj-lt"/>
              <a:buAutoNum type="arabicPeriod"/>
            </a:pPr>
            <a:r>
              <a:rPr lang="en-US" sz="1200" b="0" i="0">
                <a:solidFill>
                  <a:srgbClr val="333333"/>
                </a:solidFill>
                <a:effectLst/>
              </a:rPr>
              <a:t>This API is for confirming authentication status.</a:t>
            </a:r>
            <a:br>
              <a:rPr lang="en-US" sz="1200" b="0" i="0">
                <a:solidFill>
                  <a:srgbClr val="333333"/>
                </a:solidFill>
                <a:effectLst/>
              </a:rPr>
            </a:br>
            <a:r>
              <a:rPr lang="en-US" sz="1200" b="0" i="0">
                <a:solidFill>
                  <a:srgbClr val="333333"/>
                </a:solidFill>
                <a:effectLst/>
              </a:rPr>
              <a:t>If AUSF does not accept response sent by UE through network, authentication is still marked as failed as indicated by "AUTHENTICATION_FAILURE" in the response body.</a:t>
            </a:r>
          </a:p>
          <a:p>
            <a:pPr algn="l"/>
            <a:r>
              <a:rPr lang="en-US" sz="1200" b="0" i="0">
                <a:solidFill>
                  <a:srgbClr val="333333"/>
                </a:solidFill>
                <a:effectLst/>
              </a:rPr>
              <a:t>Steps to resolve:</a:t>
            </a:r>
          </a:p>
          <a:p>
            <a:pPr algn="l">
              <a:buFont typeface="+mj-lt"/>
              <a:buAutoNum type="arabicPeriod"/>
            </a:pPr>
            <a:r>
              <a:rPr lang="en-US" sz="1200" b="0" i="0">
                <a:solidFill>
                  <a:srgbClr val="333333"/>
                </a:solidFill>
                <a:effectLst/>
              </a:rPr>
              <a:t>Check for the SIM in SIM Info section</a:t>
            </a:r>
          </a:p>
          <a:p>
            <a:pPr algn="l">
              <a:buFont typeface="+mj-lt"/>
              <a:buAutoNum type="arabicPeriod"/>
            </a:pPr>
            <a:r>
              <a:rPr lang="en-US" sz="1200" b="0" i="0">
                <a:solidFill>
                  <a:srgbClr val="333333"/>
                </a:solidFill>
                <a:effectLst/>
              </a:rPr>
              <a:t>If the SIM is present, then check for its details as obtained from SIM vendor.</a:t>
            </a:r>
          </a:p>
          <a:p>
            <a:pPr algn="l">
              <a:buFont typeface="+mj-lt"/>
              <a:buAutoNum type="arabicPeriod"/>
            </a:pPr>
            <a:r>
              <a:rPr lang="en-US" sz="1200" b="0" i="0">
                <a:solidFill>
                  <a:srgbClr val="333333"/>
                </a:solidFill>
                <a:effectLst/>
              </a:rPr>
              <a:t>If there is any correction, then update the SIM through a new batch using SIM Batch menu in SIM Batch Management in SDM portal.</a:t>
            </a:r>
          </a:p>
          <a:p>
            <a:pPr marL="0" indent="0" algn="l">
              <a:buNone/>
            </a:pPr>
            <a:endParaRPr lang="en-IN" sz="1300"/>
          </a:p>
        </p:txBody>
      </p:sp>
    </p:spTree>
    <p:custDataLst>
      <p:tags r:id="rId1"/>
    </p:custDataLst>
    <p:extLst>
      <p:ext uri="{BB962C8B-B14F-4D97-AF65-F5344CB8AC3E}">
        <p14:creationId xmlns:p14="http://schemas.microsoft.com/office/powerpoint/2010/main" val="201780895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42913" y="457994"/>
            <a:ext cx="11269662" cy="684212"/>
          </a:xfrm>
        </p:spPr>
        <p:txBody>
          <a:bodyPr>
            <a:normAutofit/>
          </a:bodyPr>
          <a:lstStyle/>
          <a:p>
            <a:pPr algn="l"/>
            <a:r>
              <a:rPr lang="en-US" sz="3200">
                <a:solidFill>
                  <a:schemeClr val="bg1"/>
                </a:solidFill>
              </a:rPr>
              <a:t>Subscriber authentication not successful (5G)</a:t>
            </a:r>
          </a:p>
        </p:txBody>
      </p:sp>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49</a:t>
            </a:fld>
            <a:endParaRPr lang="en-US"/>
          </a:p>
        </p:txBody>
      </p:sp>
      <p:sp>
        <p:nvSpPr>
          <p:cNvPr id="5" name="Content Placeholder 4">
            <a:extLst>
              <a:ext uri="{FF2B5EF4-FFF2-40B4-BE49-F238E27FC236}">
                <a16:creationId xmlns:a16="http://schemas.microsoft.com/office/drawing/2014/main" id="{B3F41200-3D7D-4D9F-8AC7-CB92286A2D1C}"/>
              </a:ext>
            </a:extLst>
          </p:cNvPr>
          <p:cNvSpPr>
            <a:spLocks noGrp="1"/>
          </p:cNvSpPr>
          <p:nvPr>
            <p:ph idx="1"/>
          </p:nvPr>
        </p:nvSpPr>
        <p:spPr>
          <a:xfrm>
            <a:off x="561667" y="1128785"/>
            <a:ext cx="11269662" cy="4824412"/>
          </a:xfrm>
        </p:spPr>
        <p:txBody>
          <a:bodyPr>
            <a:normAutofit fontScale="92500" lnSpcReduction="20000"/>
          </a:bodyPr>
          <a:lstStyle/>
          <a:p>
            <a:pPr algn="l"/>
            <a:r>
              <a:rPr lang="en-US" sz="1300" b="1" i="0">
                <a:solidFill>
                  <a:srgbClr val="333333"/>
                </a:solidFill>
                <a:effectLst/>
              </a:rPr>
              <a:t>HTTP Error Code 400</a:t>
            </a:r>
          </a:p>
          <a:p>
            <a:pPr algn="l"/>
            <a:r>
              <a:rPr lang="en-US" sz="1300" b="0" i="0">
                <a:solidFill>
                  <a:srgbClr val="333333"/>
                </a:solidFill>
                <a:effectLst/>
              </a:rPr>
              <a:t>Message: API: POST /</a:t>
            </a:r>
            <a:r>
              <a:rPr lang="en-US" sz="1300" b="0" i="0" err="1">
                <a:solidFill>
                  <a:srgbClr val="333333"/>
                </a:solidFill>
                <a:effectLst/>
              </a:rPr>
              <a:t>ue</a:t>
            </a:r>
            <a:r>
              <a:rPr lang="en-US" sz="1300" b="0" i="0">
                <a:solidFill>
                  <a:srgbClr val="333333"/>
                </a:solidFill>
                <a:effectLst/>
              </a:rPr>
              <a:t>-authentications</a:t>
            </a:r>
          </a:p>
          <a:p>
            <a:pPr algn="l"/>
            <a:r>
              <a:rPr lang="en-US" sz="1300" b="0" i="0">
                <a:solidFill>
                  <a:srgbClr val="333333"/>
                </a:solidFill>
                <a:effectLst/>
              </a:rPr>
              <a:t>Reason:</a:t>
            </a:r>
          </a:p>
          <a:p>
            <a:pPr algn="l">
              <a:buFont typeface="Arial" panose="020B0604020202020204" pitchFamily="34" charset="0"/>
              <a:buChar char="•"/>
            </a:pPr>
            <a:r>
              <a:rPr lang="en-US" sz="1300" b="0" i="0">
                <a:solidFill>
                  <a:srgbClr val="333333"/>
                </a:solidFill>
                <a:effectLst/>
              </a:rPr>
              <a:t>This is a bad request error. It means, either "</a:t>
            </a:r>
            <a:r>
              <a:rPr lang="en-US" sz="1300" b="0" i="1" err="1">
                <a:solidFill>
                  <a:srgbClr val="333333"/>
                </a:solidFill>
                <a:effectLst/>
              </a:rPr>
              <a:t>supiOrSuci</a:t>
            </a:r>
            <a:r>
              <a:rPr lang="en-US" sz="1300" b="0" i="0">
                <a:solidFill>
                  <a:srgbClr val="333333"/>
                </a:solidFill>
                <a:effectLst/>
              </a:rPr>
              <a:t>" or serving network name, sent in the request body is not acceptable.</a:t>
            </a:r>
          </a:p>
          <a:p>
            <a:pPr algn="l">
              <a:buFont typeface="Arial" panose="020B0604020202020204" pitchFamily="34" charset="0"/>
              <a:buChar char="•"/>
            </a:pPr>
            <a:r>
              <a:rPr lang="en-US" sz="1300" b="0" i="1" err="1">
                <a:solidFill>
                  <a:srgbClr val="333333"/>
                </a:solidFill>
                <a:effectLst/>
              </a:rPr>
              <a:t>supiOrSuci</a:t>
            </a:r>
            <a:r>
              <a:rPr lang="en-US" sz="1300" b="0" i="0">
                <a:solidFill>
                  <a:srgbClr val="333333"/>
                </a:solidFill>
                <a:effectLst/>
              </a:rPr>
              <a:t> or serving network name is missing.</a:t>
            </a:r>
          </a:p>
          <a:p>
            <a:pPr algn="l"/>
            <a:r>
              <a:rPr lang="en-US" sz="1300" b="0" i="0">
                <a:solidFill>
                  <a:srgbClr val="333333"/>
                </a:solidFill>
                <a:effectLst/>
              </a:rPr>
              <a:t>Step to resolve:</a:t>
            </a:r>
          </a:p>
          <a:p>
            <a:pPr algn="l"/>
            <a:r>
              <a:rPr lang="en-US" sz="1300" b="0" i="0">
                <a:solidFill>
                  <a:srgbClr val="333333"/>
                </a:solidFill>
                <a:effectLst/>
              </a:rPr>
              <a:t>This is a client error. To resolve this issue, contact the serving network vendor/team. </a:t>
            </a:r>
          </a:p>
          <a:p>
            <a:pPr marL="0" indent="0" algn="l">
              <a:buNone/>
            </a:pPr>
            <a:endParaRPr lang="en-IN" sz="1300"/>
          </a:p>
          <a:p>
            <a:pPr algn="l"/>
            <a:r>
              <a:rPr lang="en-US" sz="1300" b="1" i="0">
                <a:solidFill>
                  <a:srgbClr val="333333"/>
                </a:solidFill>
                <a:effectLst/>
              </a:rPr>
              <a:t>HTTP Error Code 403</a:t>
            </a:r>
          </a:p>
          <a:p>
            <a:pPr algn="l"/>
            <a:r>
              <a:rPr lang="en-US" sz="1300" b="0" i="0">
                <a:solidFill>
                  <a:srgbClr val="333333"/>
                </a:solidFill>
                <a:effectLst/>
              </a:rPr>
              <a:t>Message: API - POST /</a:t>
            </a:r>
            <a:r>
              <a:rPr lang="en-US" sz="1300" b="0" i="0" err="1">
                <a:solidFill>
                  <a:srgbClr val="333333"/>
                </a:solidFill>
                <a:effectLst/>
              </a:rPr>
              <a:t>ue</a:t>
            </a:r>
            <a:r>
              <a:rPr lang="en-US" sz="1300" b="0" i="0">
                <a:solidFill>
                  <a:srgbClr val="333333"/>
                </a:solidFill>
                <a:effectLst/>
              </a:rPr>
              <a:t>-authentications</a:t>
            </a:r>
          </a:p>
          <a:p>
            <a:pPr algn="l"/>
            <a:r>
              <a:rPr lang="en-US" sz="1300" b="0" i="0">
                <a:solidFill>
                  <a:srgbClr val="333333"/>
                </a:solidFill>
                <a:effectLst/>
              </a:rPr>
              <a:t>Reason: Authentication is rejected due to following reasons: </a:t>
            </a:r>
          </a:p>
          <a:p>
            <a:pPr algn="l">
              <a:buFont typeface="Arial" panose="020B0604020202020204" pitchFamily="34" charset="0"/>
              <a:buChar char="•"/>
            </a:pPr>
            <a:r>
              <a:rPr lang="en-US" sz="1300" b="0" i="1" err="1">
                <a:solidFill>
                  <a:srgbClr val="333333"/>
                </a:solidFill>
                <a:effectLst/>
              </a:rPr>
              <a:t>odbPacketServices</a:t>
            </a:r>
            <a:r>
              <a:rPr lang="en-US" sz="1300" b="0" i="0">
                <a:solidFill>
                  <a:srgbClr val="333333"/>
                </a:solidFill>
                <a:effectLst/>
              </a:rPr>
              <a:t> parameter in </a:t>
            </a:r>
            <a:r>
              <a:rPr lang="en-US" sz="1300" b="0" i="1" err="1">
                <a:solidFill>
                  <a:srgbClr val="333333"/>
                </a:solidFill>
                <a:effectLst/>
              </a:rPr>
              <a:t>accessMobilitySubscription</a:t>
            </a:r>
            <a:r>
              <a:rPr lang="en-US" sz="1300" b="0" i="0">
                <a:solidFill>
                  <a:srgbClr val="333333"/>
                </a:solidFill>
                <a:effectLst/>
              </a:rPr>
              <a:t> data in subscriber database is not supported by AUSF. This parameter decides operator determined barring of subscriber.</a:t>
            </a:r>
          </a:p>
          <a:p>
            <a:pPr algn="l">
              <a:buFont typeface="Arial" panose="020B0604020202020204" pitchFamily="34" charset="0"/>
              <a:buChar char="•"/>
            </a:pPr>
            <a:r>
              <a:rPr lang="en-US" sz="1300" b="0" i="0">
                <a:solidFill>
                  <a:srgbClr val="333333"/>
                </a:solidFill>
                <a:effectLst/>
              </a:rPr>
              <a:t>User's PLMN is not supported by AUSF.</a:t>
            </a:r>
          </a:p>
          <a:p>
            <a:pPr algn="l"/>
            <a:r>
              <a:rPr lang="en-US" sz="1300" b="0" i="0">
                <a:solidFill>
                  <a:srgbClr val="333333"/>
                </a:solidFill>
                <a:effectLst/>
              </a:rPr>
              <a:t>Steps to resolve:</a:t>
            </a:r>
          </a:p>
          <a:p>
            <a:pPr algn="l">
              <a:buFont typeface="+mj-lt"/>
              <a:buAutoNum type="arabicPeriod"/>
            </a:pPr>
            <a:r>
              <a:rPr lang="en-US" sz="1300" b="0" i="0">
                <a:solidFill>
                  <a:srgbClr val="333333"/>
                </a:solidFill>
                <a:effectLst/>
              </a:rPr>
              <a:t>Search for the user using its IMSI in the </a:t>
            </a:r>
            <a:r>
              <a:rPr lang="en-US" sz="1300" b="0" i="1">
                <a:solidFill>
                  <a:srgbClr val="333333"/>
                </a:solidFill>
                <a:effectLst/>
              </a:rPr>
              <a:t>Subscriber Management </a:t>
            </a:r>
            <a:r>
              <a:rPr lang="en-US" sz="1300" b="0" i="0">
                <a:solidFill>
                  <a:srgbClr val="333333"/>
                </a:solidFill>
                <a:effectLst/>
              </a:rPr>
              <a:t>on SDM portal, then click on view subscriber.</a:t>
            </a:r>
          </a:p>
          <a:p>
            <a:pPr algn="l">
              <a:buFont typeface="+mj-lt"/>
              <a:buAutoNum type="arabicPeriod"/>
            </a:pPr>
            <a:r>
              <a:rPr lang="en-US" sz="1300" b="0" i="0">
                <a:solidFill>
                  <a:srgbClr val="333333"/>
                </a:solidFill>
                <a:effectLst/>
              </a:rPr>
              <a:t>Check </a:t>
            </a:r>
            <a:r>
              <a:rPr lang="en-US" sz="1300" b="0" i="1">
                <a:solidFill>
                  <a:srgbClr val="333333"/>
                </a:solidFill>
                <a:effectLst/>
              </a:rPr>
              <a:t>ODB Data section</a:t>
            </a:r>
            <a:r>
              <a:rPr lang="en-US" sz="1300" b="0" i="0">
                <a:solidFill>
                  <a:srgbClr val="333333"/>
                </a:solidFill>
                <a:effectLst/>
              </a:rPr>
              <a:t> under </a:t>
            </a:r>
            <a:r>
              <a:rPr lang="en-US" sz="1300" b="0" i="1">
                <a:solidFill>
                  <a:srgbClr val="333333"/>
                </a:solidFill>
                <a:effectLst/>
              </a:rPr>
              <a:t>Access &amp; Mobility Tab</a:t>
            </a:r>
            <a:r>
              <a:rPr lang="en-US" sz="1300" b="0" i="0">
                <a:solidFill>
                  <a:srgbClr val="333333"/>
                </a:solidFill>
                <a:effectLst/>
              </a:rPr>
              <a:t>. If ODB is set for packet services or for roaming, then unset it.</a:t>
            </a:r>
          </a:p>
          <a:p>
            <a:pPr algn="l">
              <a:buFont typeface="+mj-lt"/>
              <a:buAutoNum type="arabicPeriod"/>
            </a:pPr>
            <a:r>
              <a:rPr lang="en-US" sz="1300" b="0" i="0">
                <a:solidFill>
                  <a:srgbClr val="333333"/>
                </a:solidFill>
                <a:effectLst/>
              </a:rPr>
              <a:t>Subscriber of other PLMN not allowed by AUSF is not authenticated by AUSF. Configure visited PLMN of Subscriber as indicated by serving network name parameter in “</a:t>
            </a:r>
            <a:r>
              <a:rPr lang="en-US" sz="1300" b="0" i="1" err="1">
                <a:solidFill>
                  <a:srgbClr val="333333"/>
                </a:solidFill>
                <a:effectLst/>
              </a:rPr>
              <a:t>plmnList</a:t>
            </a:r>
            <a:r>
              <a:rPr lang="en-US" sz="1300" b="0" i="0">
                <a:solidFill>
                  <a:srgbClr val="333333"/>
                </a:solidFill>
                <a:effectLst/>
              </a:rPr>
              <a:t>” or “</a:t>
            </a:r>
            <a:r>
              <a:rPr lang="en-US" sz="1300" b="0" i="1" err="1">
                <a:solidFill>
                  <a:srgbClr val="333333"/>
                </a:solidFill>
                <a:effectLst/>
              </a:rPr>
              <a:t>allowedPlmns</a:t>
            </a:r>
            <a:r>
              <a:rPr lang="en-US" sz="1300" b="0" i="0">
                <a:solidFill>
                  <a:srgbClr val="333333"/>
                </a:solidFill>
                <a:effectLst/>
              </a:rPr>
              <a:t>” array parameter under </a:t>
            </a:r>
            <a:r>
              <a:rPr lang="en-US" sz="1300" b="0" i="1" err="1">
                <a:solidFill>
                  <a:srgbClr val="333333"/>
                </a:solidFill>
                <a:effectLst/>
              </a:rPr>
              <a:t>nfInstaces</a:t>
            </a:r>
            <a:r>
              <a:rPr lang="en-US" sz="1300" b="0" i="0">
                <a:solidFill>
                  <a:srgbClr val="333333"/>
                </a:solidFill>
                <a:effectLst/>
              </a:rPr>
              <a:t> parameter group in configuration of AUSF.</a:t>
            </a:r>
          </a:p>
          <a:p>
            <a:pPr marL="0" indent="0" algn="l">
              <a:buNone/>
            </a:pPr>
            <a:endParaRPr lang="en-IN" sz="1300"/>
          </a:p>
        </p:txBody>
      </p:sp>
    </p:spTree>
    <p:custDataLst>
      <p:tags r:id="rId1"/>
    </p:custDataLst>
    <p:extLst>
      <p:ext uri="{BB962C8B-B14F-4D97-AF65-F5344CB8AC3E}">
        <p14:creationId xmlns:p14="http://schemas.microsoft.com/office/powerpoint/2010/main" val="327158589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42913" y="457994"/>
            <a:ext cx="11269662" cy="684212"/>
          </a:xfrm>
        </p:spPr>
        <p:txBody>
          <a:bodyPr>
            <a:normAutofit/>
          </a:bodyPr>
          <a:lstStyle/>
          <a:p>
            <a:pPr algn="l"/>
            <a:r>
              <a:rPr lang="en-US" sz="3200">
                <a:solidFill>
                  <a:schemeClr val="bg1"/>
                </a:solidFill>
              </a:rPr>
              <a:t>Subscriber authentication not successful (5G)</a:t>
            </a:r>
          </a:p>
        </p:txBody>
      </p:sp>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50</a:t>
            </a:fld>
            <a:endParaRPr lang="en-US"/>
          </a:p>
        </p:txBody>
      </p:sp>
      <p:sp>
        <p:nvSpPr>
          <p:cNvPr id="5" name="Content Placeholder 4">
            <a:extLst>
              <a:ext uri="{FF2B5EF4-FFF2-40B4-BE49-F238E27FC236}">
                <a16:creationId xmlns:a16="http://schemas.microsoft.com/office/drawing/2014/main" id="{B3F41200-3D7D-4D9F-8AC7-CB92286A2D1C}"/>
              </a:ext>
            </a:extLst>
          </p:cNvPr>
          <p:cNvSpPr>
            <a:spLocks noGrp="1"/>
          </p:cNvSpPr>
          <p:nvPr>
            <p:ph idx="1"/>
          </p:nvPr>
        </p:nvSpPr>
        <p:spPr>
          <a:xfrm>
            <a:off x="561667" y="1233488"/>
            <a:ext cx="11269662" cy="4824412"/>
          </a:xfrm>
        </p:spPr>
        <p:txBody>
          <a:bodyPr>
            <a:normAutofit fontScale="25000" lnSpcReduction="20000"/>
          </a:bodyPr>
          <a:lstStyle/>
          <a:p>
            <a:pPr algn="l"/>
            <a:r>
              <a:rPr lang="en-US" sz="4800" b="1" i="0" dirty="0">
                <a:solidFill>
                  <a:srgbClr val="333333"/>
                </a:solidFill>
                <a:effectLst/>
              </a:rPr>
              <a:t>HTTP Error Code 404.</a:t>
            </a:r>
          </a:p>
          <a:p>
            <a:pPr algn="l"/>
            <a:r>
              <a:rPr lang="en-US" sz="4800" b="0" i="0" dirty="0">
                <a:solidFill>
                  <a:srgbClr val="333333"/>
                </a:solidFill>
                <a:effectLst/>
              </a:rPr>
              <a:t>This error message occurs due to multiple reasons:</a:t>
            </a:r>
          </a:p>
          <a:p>
            <a:pPr algn="l"/>
            <a:r>
              <a:rPr lang="en-US" sz="4800" b="1" i="0" dirty="0">
                <a:solidFill>
                  <a:srgbClr val="333333"/>
                </a:solidFill>
                <a:effectLst/>
              </a:rPr>
              <a:t>Case 1</a:t>
            </a:r>
          </a:p>
          <a:p>
            <a:pPr algn="l"/>
            <a:r>
              <a:rPr lang="en-US" sz="4800" b="0" i="0" dirty="0">
                <a:solidFill>
                  <a:srgbClr val="333333"/>
                </a:solidFill>
                <a:effectLst/>
              </a:rPr>
              <a:t>Message API - POST /</a:t>
            </a:r>
            <a:r>
              <a:rPr lang="en-US" sz="4800" b="0" i="0" dirty="0" err="1">
                <a:solidFill>
                  <a:srgbClr val="333333"/>
                </a:solidFill>
                <a:effectLst/>
              </a:rPr>
              <a:t>ue</a:t>
            </a:r>
            <a:r>
              <a:rPr lang="en-US" sz="4800" b="0" i="0" dirty="0">
                <a:solidFill>
                  <a:srgbClr val="333333"/>
                </a:solidFill>
                <a:effectLst/>
              </a:rPr>
              <a:t>-authentications</a:t>
            </a:r>
          </a:p>
          <a:p>
            <a:pPr algn="l"/>
            <a:r>
              <a:rPr lang="en-US" sz="4800" b="0" i="0" dirty="0">
                <a:solidFill>
                  <a:srgbClr val="333333"/>
                </a:solidFill>
                <a:effectLst/>
              </a:rPr>
              <a:t>Reason: Information presented by client is not available at the server.</a:t>
            </a:r>
          </a:p>
          <a:p>
            <a:pPr algn="l"/>
            <a:r>
              <a:rPr lang="en-US" sz="4800" b="0" i="0" dirty="0">
                <a:solidFill>
                  <a:srgbClr val="333333"/>
                </a:solidFill>
                <a:effectLst/>
              </a:rPr>
              <a:t>This can occur due to a user unknown error or user's authentication subscription might not have been provisioned through SDM portal.</a:t>
            </a:r>
          </a:p>
          <a:p>
            <a:pPr algn="l"/>
            <a:r>
              <a:rPr lang="en-US" sz="4800" b="0" i="0" dirty="0">
                <a:solidFill>
                  <a:srgbClr val="333333"/>
                </a:solidFill>
                <a:effectLst/>
              </a:rPr>
              <a:t>Steps to resolve:</a:t>
            </a:r>
          </a:p>
          <a:p>
            <a:pPr marL="0" indent="0" algn="l">
              <a:buNone/>
            </a:pPr>
            <a:r>
              <a:rPr lang="en-US" sz="4800" b="0" i="0" dirty="0">
                <a:solidFill>
                  <a:srgbClr val="333333"/>
                </a:solidFill>
                <a:effectLst/>
              </a:rPr>
              <a:t>Provision subscriber via </a:t>
            </a:r>
            <a:r>
              <a:rPr lang="en-US" sz="4800" b="0" i="1" dirty="0">
                <a:solidFill>
                  <a:srgbClr val="333333"/>
                </a:solidFill>
                <a:effectLst/>
              </a:rPr>
              <a:t>SIM Batch Management &amp; Subscriber Management</a:t>
            </a:r>
            <a:r>
              <a:rPr lang="en-US" sz="4800" b="0" i="0" dirty="0">
                <a:solidFill>
                  <a:srgbClr val="333333"/>
                </a:solidFill>
                <a:effectLst/>
              </a:rPr>
              <a:t> menus in SDM portal.</a:t>
            </a:r>
          </a:p>
          <a:p>
            <a:pPr marL="0" indent="0" algn="l">
              <a:buNone/>
            </a:pPr>
            <a:endParaRPr lang="en-IN" sz="4800" dirty="0"/>
          </a:p>
          <a:p>
            <a:pPr algn="l"/>
            <a:r>
              <a:rPr lang="en-US" sz="4800" b="1" i="0" dirty="0">
                <a:solidFill>
                  <a:srgbClr val="333333"/>
                </a:solidFill>
                <a:effectLst/>
              </a:rPr>
              <a:t>Case 2</a:t>
            </a:r>
          </a:p>
          <a:p>
            <a:pPr algn="l"/>
            <a:r>
              <a:rPr lang="en-US" sz="4800" b="0" i="0" dirty="0">
                <a:solidFill>
                  <a:srgbClr val="333333"/>
                </a:solidFill>
                <a:effectLst/>
              </a:rPr>
              <a:t>Message: API - PUT /</a:t>
            </a:r>
            <a:r>
              <a:rPr lang="en-US" sz="4800" b="0" i="0" dirty="0" err="1">
                <a:solidFill>
                  <a:srgbClr val="333333"/>
                </a:solidFill>
                <a:effectLst/>
              </a:rPr>
              <a:t>ue</a:t>
            </a:r>
            <a:r>
              <a:rPr lang="en-US" sz="4800" b="0" i="0" dirty="0">
                <a:solidFill>
                  <a:srgbClr val="333333"/>
                </a:solidFill>
                <a:effectLst/>
              </a:rPr>
              <a:t>-authentications/{</a:t>
            </a:r>
            <a:r>
              <a:rPr lang="en-US" sz="4800" b="0" i="0" dirty="0" err="1">
                <a:solidFill>
                  <a:srgbClr val="333333"/>
                </a:solidFill>
                <a:effectLst/>
              </a:rPr>
              <a:t>authCtxId</a:t>
            </a:r>
            <a:r>
              <a:rPr lang="en-US" sz="4800" b="0" i="0" dirty="0">
                <a:solidFill>
                  <a:srgbClr val="333333"/>
                </a:solidFill>
                <a:effectLst/>
              </a:rPr>
              <a:t>}/5g-aka-confirmation</a:t>
            </a:r>
          </a:p>
          <a:p>
            <a:pPr algn="l"/>
            <a:r>
              <a:rPr lang="en-US" sz="4800" b="0" i="0" dirty="0">
                <a:solidFill>
                  <a:srgbClr val="333333"/>
                </a:solidFill>
                <a:effectLst/>
              </a:rPr>
              <a:t>Reason: Server is unable to process the request due to following internal reasons:</a:t>
            </a:r>
          </a:p>
          <a:p>
            <a:pPr algn="l">
              <a:buFont typeface="Arial" panose="020B0604020202020204" pitchFamily="34" charset="0"/>
              <a:buChar char="•"/>
            </a:pPr>
            <a:r>
              <a:rPr lang="en-US" sz="4800" b="0" i="0" dirty="0">
                <a:solidFill>
                  <a:srgbClr val="333333"/>
                </a:solidFill>
                <a:effectLst/>
              </a:rPr>
              <a:t>AUSF Database is down</a:t>
            </a:r>
          </a:p>
          <a:p>
            <a:pPr algn="l">
              <a:buFont typeface="Arial" panose="020B0604020202020204" pitchFamily="34" charset="0"/>
              <a:buChar char="•"/>
            </a:pPr>
            <a:r>
              <a:rPr lang="en-US" sz="4800" b="0" i="0" dirty="0">
                <a:solidFill>
                  <a:srgbClr val="333333"/>
                </a:solidFill>
                <a:effectLst/>
              </a:rPr>
              <a:t>AUSF is unable to update the authentication status with the help of UDM /UDR.</a:t>
            </a:r>
          </a:p>
          <a:p>
            <a:pPr algn="l"/>
            <a:r>
              <a:rPr lang="en-US" sz="4800" b="0" i="0" dirty="0">
                <a:solidFill>
                  <a:srgbClr val="333333"/>
                </a:solidFill>
                <a:effectLst/>
              </a:rPr>
              <a:t>Steps to resolve:</a:t>
            </a:r>
          </a:p>
          <a:p>
            <a:pPr algn="l">
              <a:buFont typeface="+mj-lt"/>
              <a:buAutoNum type="arabicPeriod"/>
            </a:pPr>
            <a:r>
              <a:rPr lang="en-US" sz="4800" b="0" i="0" dirty="0">
                <a:solidFill>
                  <a:srgbClr val="333333"/>
                </a:solidFill>
                <a:effectLst/>
              </a:rPr>
              <a:t>Contact system administrators to restart the process if database of AUSF or UDR is down. Restart processes for database can vary from environment to environment, depending upon how database is deployed.</a:t>
            </a:r>
          </a:p>
          <a:p>
            <a:pPr algn="l">
              <a:buFont typeface="+mj-lt"/>
              <a:buAutoNum type="arabicPeriod"/>
            </a:pPr>
            <a:r>
              <a:rPr lang="en-US" sz="4800" b="0" i="0" dirty="0">
                <a:solidFill>
                  <a:srgbClr val="333333"/>
                </a:solidFill>
                <a:effectLst/>
              </a:rPr>
              <a:t>Restart the application container /POD (what is pod), if UDM application is down.</a:t>
            </a:r>
            <a:br>
              <a:rPr lang="en-US" sz="4800" b="0" i="0" dirty="0">
                <a:solidFill>
                  <a:srgbClr val="333333"/>
                </a:solidFill>
                <a:effectLst/>
              </a:rPr>
            </a:br>
            <a:endParaRPr lang="en-US" sz="4800" b="0" i="0" dirty="0">
              <a:solidFill>
                <a:srgbClr val="333333"/>
              </a:solidFill>
              <a:effectLst/>
            </a:endParaRPr>
          </a:p>
          <a:p>
            <a:pPr algn="l"/>
            <a:r>
              <a:rPr lang="en-US" sz="4800" b="0" i="0" dirty="0">
                <a:solidFill>
                  <a:srgbClr val="333333"/>
                </a:solidFill>
                <a:effectLst/>
              </a:rPr>
              <a:t>These steps can depend upon the environment, in general for </a:t>
            </a:r>
            <a:r>
              <a:rPr lang="en-US" sz="4800" b="0" i="0" dirty="0" err="1">
                <a:solidFill>
                  <a:srgbClr val="333333"/>
                </a:solidFill>
                <a:effectLst/>
              </a:rPr>
              <a:t>kubernetes</a:t>
            </a:r>
            <a:r>
              <a:rPr lang="en-US" sz="4800" b="0" i="0" dirty="0">
                <a:solidFill>
                  <a:srgbClr val="333333"/>
                </a:solidFill>
                <a:effectLst/>
              </a:rPr>
              <a:t> like environments, new POD will be auto-spawn if the current POD goes down.</a:t>
            </a:r>
          </a:p>
          <a:p>
            <a:br>
              <a:rPr lang="en-US" sz="1200" b="0" i="0" dirty="0">
                <a:solidFill>
                  <a:srgbClr val="333333"/>
                </a:solidFill>
                <a:effectLst/>
                <a:latin typeface="Arial" panose="020B0604020202020204" pitchFamily="34" charset="0"/>
              </a:rPr>
            </a:br>
            <a:endParaRPr lang="en-IN" sz="1300" dirty="0"/>
          </a:p>
        </p:txBody>
      </p:sp>
    </p:spTree>
    <p:custDataLst>
      <p:tags r:id="rId1"/>
    </p:custDataLst>
    <p:extLst>
      <p:ext uri="{BB962C8B-B14F-4D97-AF65-F5344CB8AC3E}">
        <p14:creationId xmlns:p14="http://schemas.microsoft.com/office/powerpoint/2010/main" val="113608611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42913" y="457994"/>
            <a:ext cx="11269662" cy="684212"/>
          </a:xfrm>
        </p:spPr>
        <p:txBody>
          <a:bodyPr>
            <a:normAutofit/>
          </a:bodyPr>
          <a:lstStyle/>
          <a:p>
            <a:pPr algn="l"/>
            <a:r>
              <a:rPr lang="en-US" sz="3200">
                <a:solidFill>
                  <a:schemeClr val="bg1"/>
                </a:solidFill>
              </a:rPr>
              <a:t>Subscriber authentication not successful (5G)</a:t>
            </a:r>
          </a:p>
        </p:txBody>
      </p:sp>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51</a:t>
            </a:fld>
            <a:endParaRPr lang="en-US"/>
          </a:p>
        </p:txBody>
      </p:sp>
      <p:sp>
        <p:nvSpPr>
          <p:cNvPr id="5" name="Content Placeholder 4">
            <a:extLst>
              <a:ext uri="{FF2B5EF4-FFF2-40B4-BE49-F238E27FC236}">
                <a16:creationId xmlns:a16="http://schemas.microsoft.com/office/drawing/2014/main" id="{B3F41200-3D7D-4D9F-8AC7-CB92286A2D1C}"/>
              </a:ext>
            </a:extLst>
          </p:cNvPr>
          <p:cNvSpPr>
            <a:spLocks noGrp="1"/>
          </p:cNvSpPr>
          <p:nvPr>
            <p:ph idx="1"/>
          </p:nvPr>
        </p:nvSpPr>
        <p:spPr>
          <a:xfrm>
            <a:off x="561667" y="1233488"/>
            <a:ext cx="11269662" cy="4824412"/>
          </a:xfrm>
        </p:spPr>
        <p:txBody>
          <a:bodyPr>
            <a:normAutofit/>
          </a:bodyPr>
          <a:lstStyle/>
          <a:p>
            <a:pPr algn="l"/>
            <a:r>
              <a:rPr lang="en-US" sz="1200" b="1" i="0">
                <a:solidFill>
                  <a:srgbClr val="333333"/>
                </a:solidFill>
                <a:effectLst/>
              </a:rPr>
              <a:t>HTTP Error Code 500</a:t>
            </a:r>
          </a:p>
          <a:p>
            <a:pPr algn="l"/>
            <a:r>
              <a:rPr lang="en-US" sz="1200" b="0" i="0">
                <a:solidFill>
                  <a:srgbClr val="333333"/>
                </a:solidFill>
                <a:effectLst/>
              </a:rPr>
              <a:t>Message: API: POST /</a:t>
            </a:r>
            <a:r>
              <a:rPr lang="en-US" sz="1200" b="0" i="0" err="1">
                <a:solidFill>
                  <a:srgbClr val="333333"/>
                </a:solidFill>
                <a:effectLst/>
              </a:rPr>
              <a:t>ue</a:t>
            </a:r>
            <a:r>
              <a:rPr lang="en-US" sz="1200" b="0" i="0">
                <a:solidFill>
                  <a:srgbClr val="333333"/>
                </a:solidFill>
                <a:effectLst/>
              </a:rPr>
              <a:t>-authentications</a:t>
            </a:r>
          </a:p>
          <a:p>
            <a:pPr algn="l"/>
            <a:r>
              <a:rPr lang="en-US" sz="1200" b="0" i="0">
                <a:solidFill>
                  <a:srgbClr val="333333"/>
                </a:solidFill>
                <a:effectLst/>
              </a:rPr>
              <a:t>Reason: Error could be due to one of the following reasons: </a:t>
            </a:r>
          </a:p>
          <a:p>
            <a:pPr algn="l">
              <a:buFont typeface="Arial" panose="020B0604020202020204" pitchFamily="34" charset="0"/>
              <a:buChar char="•"/>
            </a:pPr>
            <a:r>
              <a:rPr lang="en-US" sz="1200" b="0" i="0">
                <a:solidFill>
                  <a:srgbClr val="333333"/>
                </a:solidFill>
                <a:effectLst/>
              </a:rPr>
              <a:t>AUSF/UDM/ UDR database is unreachable / down</a:t>
            </a:r>
          </a:p>
          <a:p>
            <a:pPr algn="l">
              <a:buFont typeface="Arial" panose="020B0604020202020204" pitchFamily="34" charset="0"/>
              <a:buChar char="•"/>
            </a:pPr>
            <a:r>
              <a:rPr lang="en-US" sz="1200" b="0" i="0">
                <a:solidFill>
                  <a:srgbClr val="333333"/>
                </a:solidFill>
                <a:effectLst/>
              </a:rPr>
              <a:t>UDR's subscriber database is down</a:t>
            </a:r>
          </a:p>
          <a:p>
            <a:pPr algn="l">
              <a:buFont typeface="Arial" panose="020B0604020202020204" pitchFamily="34" charset="0"/>
              <a:buChar char="•"/>
            </a:pPr>
            <a:r>
              <a:rPr lang="en-US" sz="1200" b="0" i="0">
                <a:solidFill>
                  <a:srgbClr val="333333"/>
                </a:solidFill>
                <a:effectLst/>
              </a:rPr>
              <a:t>UDM is unable to generate proper authentication vectors required for authentication</a:t>
            </a:r>
          </a:p>
          <a:p>
            <a:pPr algn="l">
              <a:buFont typeface="Arial" panose="020B0604020202020204" pitchFamily="34" charset="0"/>
              <a:buChar char="•"/>
            </a:pPr>
            <a:r>
              <a:rPr lang="en-US" sz="1200" b="0" i="0">
                <a:solidFill>
                  <a:srgbClr val="333333"/>
                </a:solidFill>
                <a:effectLst/>
              </a:rPr>
              <a:t>AUSF is unable to generate keys &amp; hashed values of authentication vectors obtained from UDM</a:t>
            </a:r>
          </a:p>
          <a:p>
            <a:pPr marL="0" indent="0">
              <a:buNone/>
            </a:pPr>
            <a:endParaRPr lang="en-US" sz="1200" b="0" i="0">
              <a:solidFill>
                <a:srgbClr val="333333"/>
              </a:solidFill>
              <a:effectLst/>
            </a:endParaRPr>
          </a:p>
          <a:p>
            <a:pPr algn="l"/>
            <a:r>
              <a:rPr lang="en-US" sz="1200" b="0" i="0" u="sng">
                <a:solidFill>
                  <a:srgbClr val="333333"/>
                </a:solidFill>
                <a:effectLst/>
              </a:rPr>
              <a:t>Steps to Resolve</a:t>
            </a:r>
            <a:endParaRPr lang="en-US" sz="1200" b="0" i="0">
              <a:solidFill>
                <a:srgbClr val="333333"/>
              </a:solidFill>
              <a:effectLst/>
            </a:endParaRPr>
          </a:p>
          <a:p>
            <a:pPr algn="l">
              <a:buFont typeface="+mj-lt"/>
              <a:buAutoNum type="arabicPeriod"/>
            </a:pPr>
            <a:r>
              <a:rPr lang="en-US" sz="1200" b="0" i="0">
                <a:solidFill>
                  <a:srgbClr val="333333"/>
                </a:solidFill>
                <a:effectLst/>
              </a:rPr>
              <a:t>In this case, check if correct values of Ki &amp; </a:t>
            </a:r>
            <a:r>
              <a:rPr lang="en-US" sz="1200" b="0" i="0" err="1">
                <a:solidFill>
                  <a:srgbClr val="333333"/>
                </a:solidFill>
                <a:effectLst/>
              </a:rPr>
              <a:t>Opc</a:t>
            </a:r>
            <a:r>
              <a:rPr lang="en-US" sz="1200" b="0" i="0">
                <a:solidFill>
                  <a:srgbClr val="333333"/>
                </a:solidFill>
                <a:effectLst/>
              </a:rPr>
              <a:t> are provisioned in subscriber through SIM Batch Management in SDM portal.</a:t>
            </a:r>
          </a:p>
          <a:p>
            <a:pPr algn="l">
              <a:buFont typeface="+mj-lt"/>
              <a:buAutoNum type="arabicPeriod"/>
            </a:pPr>
            <a:r>
              <a:rPr lang="en-US" sz="1200" b="0" i="0">
                <a:solidFill>
                  <a:srgbClr val="333333"/>
                </a:solidFill>
                <a:effectLst/>
              </a:rPr>
              <a:t>If there is any correction, then update the SIM using a new batch through SIM Batch Management menu in SDM Portal.</a:t>
            </a:r>
          </a:p>
          <a:p>
            <a:pPr algn="l">
              <a:buFont typeface="+mj-lt"/>
              <a:buAutoNum type="arabicPeriod"/>
            </a:pPr>
            <a:r>
              <a:rPr lang="en-US" sz="1200" b="0" i="0">
                <a:solidFill>
                  <a:srgbClr val="333333"/>
                </a:solidFill>
                <a:effectLst/>
              </a:rPr>
              <a:t>Contact system administrators to restart the database if AUSF or UDR is down</a:t>
            </a:r>
          </a:p>
          <a:p>
            <a:pPr algn="l">
              <a:buFont typeface="+mj-lt"/>
              <a:buAutoNum type="arabicPeriod"/>
            </a:pPr>
            <a:r>
              <a:rPr lang="en-US" sz="1200" b="0" i="0">
                <a:solidFill>
                  <a:srgbClr val="333333"/>
                </a:solidFill>
                <a:effectLst/>
              </a:rPr>
              <a:t>Restart processes for database varies for each environment depending on how database is deployed. It is out of scope of this document to describe all restart processes. If UDM application is down, then restart the application container / POD. Generally, for Kubernetes like environments, new POD will be auto-spawn if the current POD goes down. If UDM is unable to generate Authentication vectors, it will respond with 500 error code to AUSF</a:t>
            </a:r>
          </a:p>
          <a:p>
            <a:pPr marL="0" indent="0">
              <a:buNone/>
            </a:pPr>
            <a:br>
              <a:rPr lang="en-US" sz="1200" b="0" i="0">
                <a:solidFill>
                  <a:srgbClr val="333333"/>
                </a:solidFill>
                <a:effectLst/>
                <a:latin typeface="Arial" panose="020B0604020202020204" pitchFamily="34" charset="0"/>
              </a:rPr>
            </a:br>
            <a:endParaRPr lang="en-IN" sz="1300"/>
          </a:p>
        </p:txBody>
      </p:sp>
    </p:spTree>
    <p:custDataLst>
      <p:tags r:id="rId1"/>
    </p:custDataLst>
    <p:extLst>
      <p:ext uri="{BB962C8B-B14F-4D97-AF65-F5344CB8AC3E}">
        <p14:creationId xmlns:p14="http://schemas.microsoft.com/office/powerpoint/2010/main" val="411481693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83F62-BBB9-431B-A37F-BDA0DC7153F6}"/>
              </a:ext>
            </a:extLst>
          </p:cNvPr>
          <p:cNvSpPr>
            <a:spLocks noGrp="1"/>
          </p:cNvSpPr>
          <p:nvPr>
            <p:ph type="title"/>
          </p:nvPr>
        </p:nvSpPr>
        <p:spPr>
          <a:xfrm>
            <a:off x="461169" y="3464005"/>
            <a:ext cx="11269662" cy="684212"/>
          </a:xfrm>
        </p:spPr>
        <p:txBody>
          <a:bodyPr/>
          <a:lstStyle/>
          <a:p>
            <a:r>
              <a:rPr lang="en-US" sz="5400"/>
              <a:t>Handover Issues</a:t>
            </a:r>
          </a:p>
        </p:txBody>
      </p:sp>
    </p:spTree>
    <p:extLst>
      <p:ext uri="{BB962C8B-B14F-4D97-AF65-F5344CB8AC3E}">
        <p14:creationId xmlns:p14="http://schemas.microsoft.com/office/powerpoint/2010/main" val="400955599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42913" y="457994"/>
            <a:ext cx="11269662" cy="684212"/>
          </a:xfrm>
        </p:spPr>
        <p:txBody>
          <a:bodyPr>
            <a:normAutofit/>
          </a:bodyPr>
          <a:lstStyle/>
          <a:p>
            <a:pPr algn="l"/>
            <a:r>
              <a:rPr lang="en-US" sz="3200"/>
              <a:t>Handover Issues</a:t>
            </a:r>
            <a:endParaRPr lang="en-US" sz="3200">
              <a:solidFill>
                <a:schemeClr val="bg1"/>
              </a:solidFill>
            </a:endParaRPr>
          </a:p>
        </p:txBody>
      </p:sp>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53</a:t>
            </a:fld>
            <a:endParaRPr lang="en-US"/>
          </a:p>
        </p:txBody>
      </p:sp>
      <p:sp>
        <p:nvSpPr>
          <p:cNvPr id="5" name="Content Placeholder 4">
            <a:extLst>
              <a:ext uri="{FF2B5EF4-FFF2-40B4-BE49-F238E27FC236}">
                <a16:creationId xmlns:a16="http://schemas.microsoft.com/office/drawing/2014/main" id="{B3F41200-3D7D-4D9F-8AC7-CB92286A2D1C}"/>
              </a:ext>
            </a:extLst>
          </p:cNvPr>
          <p:cNvSpPr>
            <a:spLocks noGrp="1"/>
          </p:cNvSpPr>
          <p:nvPr>
            <p:ph idx="1"/>
          </p:nvPr>
        </p:nvSpPr>
        <p:spPr>
          <a:xfrm>
            <a:off x="561667" y="1233488"/>
            <a:ext cx="11269662" cy="4824412"/>
          </a:xfrm>
        </p:spPr>
        <p:txBody>
          <a:bodyPr>
            <a:normAutofit/>
          </a:bodyPr>
          <a:lstStyle/>
          <a:p>
            <a:pPr marL="0" indent="0">
              <a:buNone/>
            </a:pPr>
            <a:r>
              <a:rPr lang="en-IN" sz="1200">
                <a:effectLst/>
              </a:rPr>
              <a:t>There are four possible scenarios where subscriber handover can fail:</a:t>
            </a:r>
          </a:p>
          <a:p>
            <a:pPr marL="0" indent="0">
              <a:buNone/>
            </a:pPr>
            <a:endParaRPr lang="en-IN" sz="1200">
              <a:effectLst/>
            </a:endParaRPr>
          </a:p>
          <a:p>
            <a:pPr lvl="1"/>
            <a:r>
              <a:rPr lang="en-IN" sz="1200" u="none" strike="noStrike">
                <a:solidFill>
                  <a:schemeClr val="bg1"/>
                </a:solidFill>
                <a:effectLst/>
              </a:rPr>
              <a:t>Subscriber 4G-4G handover fails</a:t>
            </a:r>
            <a:endParaRPr lang="en-IN" sz="1200">
              <a:solidFill>
                <a:schemeClr val="bg1"/>
              </a:solidFill>
              <a:effectLst/>
            </a:endParaRPr>
          </a:p>
          <a:p>
            <a:pPr lvl="1"/>
            <a:r>
              <a:rPr lang="en-IN" sz="1200" u="none" strike="noStrike">
                <a:solidFill>
                  <a:schemeClr val="bg1"/>
                </a:solidFill>
                <a:effectLst/>
              </a:rPr>
              <a:t>Subscriber 4G-5G handover fails</a:t>
            </a:r>
            <a:endParaRPr lang="en-IN" sz="1200">
              <a:solidFill>
                <a:schemeClr val="bg1"/>
              </a:solidFill>
              <a:effectLst/>
            </a:endParaRPr>
          </a:p>
          <a:p>
            <a:pPr lvl="1"/>
            <a:r>
              <a:rPr lang="en-IN" sz="1200" u="none" strike="noStrike">
                <a:solidFill>
                  <a:schemeClr val="bg1"/>
                </a:solidFill>
                <a:effectLst/>
              </a:rPr>
              <a:t>Subscriber 5G-4G handover fails</a:t>
            </a:r>
            <a:endParaRPr lang="en-IN" sz="1200">
              <a:solidFill>
                <a:schemeClr val="bg1"/>
              </a:solidFill>
              <a:effectLst/>
            </a:endParaRPr>
          </a:p>
          <a:p>
            <a:pPr lvl="1"/>
            <a:r>
              <a:rPr lang="en-IN" sz="1200" u="none" strike="noStrike">
                <a:solidFill>
                  <a:schemeClr val="bg1"/>
                </a:solidFill>
                <a:effectLst/>
              </a:rPr>
              <a:t>Subscriber 5G-5G handover fails</a:t>
            </a:r>
            <a:endParaRPr lang="en-IN" sz="1200">
              <a:solidFill>
                <a:schemeClr val="bg1"/>
              </a:solidFill>
              <a:effectLst/>
            </a:endParaRPr>
          </a:p>
          <a:p>
            <a:pPr marL="0" indent="0">
              <a:buNone/>
            </a:pPr>
            <a:br>
              <a:rPr lang="en-IN" sz="1100">
                <a:effectLst/>
              </a:rPr>
            </a:br>
            <a:endParaRPr lang="en-IN"/>
          </a:p>
        </p:txBody>
      </p:sp>
    </p:spTree>
    <p:custDataLst>
      <p:tags r:id="rId1"/>
    </p:custDataLst>
    <p:extLst>
      <p:ext uri="{BB962C8B-B14F-4D97-AF65-F5344CB8AC3E}">
        <p14:creationId xmlns:p14="http://schemas.microsoft.com/office/powerpoint/2010/main" val="225316379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42913" y="457994"/>
            <a:ext cx="11269662" cy="684212"/>
          </a:xfrm>
        </p:spPr>
        <p:txBody>
          <a:bodyPr>
            <a:normAutofit/>
          </a:bodyPr>
          <a:lstStyle/>
          <a:p>
            <a:pPr algn="l"/>
            <a:r>
              <a:rPr lang="en-US" sz="3200"/>
              <a:t>Subscriber 4G-4G handover fails</a:t>
            </a:r>
            <a:endParaRPr lang="en-US" sz="3200">
              <a:solidFill>
                <a:schemeClr val="bg1"/>
              </a:solidFill>
            </a:endParaRPr>
          </a:p>
        </p:txBody>
      </p:sp>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54</a:t>
            </a:fld>
            <a:endParaRPr lang="en-US"/>
          </a:p>
        </p:txBody>
      </p:sp>
      <p:sp>
        <p:nvSpPr>
          <p:cNvPr id="5" name="Content Placeholder 4">
            <a:extLst>
              <a:ext uri="{FF2B5EF4-FFF2-40B4-BE49-F238E27FC236}">
                <a16:creationId xmlns:a16="http://schemas.microsoft.com/office/drawing/2014/main" id="{B3F41200-3D7D-4D9F-8AC7-CB92286A2D1C}"/>
              </a:ext>
            </a:extLst>
          </p:cNvPr>
          <p:cNvSpPr>
            <a:spLocks noGrp="1"/>
          </p:cNvSpPr>
          <p:nvPr>
            <p:ph idx="1"/>
          </p:nvPr>
        </p:nvSpPr>
        <p:spPr>
          <a:xfrm>
            <a:off x="442913" y="1016794"/>
            <a:ext cx="11269662" cy="4824412"/>
          </a:xfrm>
        </p:spPr>
        <p:txBody>
          <a:bodyPr>
            <a:normAutofit fontScale="25000" lnSpcReduction="20000"/>
          </a:bodyPr>
          <a:lstStyle/>
          <a:p>
            <a:pPr marL="0" indent="0" algn="l">
              <a:buNone/>
            </a:pPr>
            <a:r>
              <a:rPr lang="en-US" sz="4800" b="1" i="0">
                <a:solidFill>
                  <a:srgbClr val="333333"/>
                </a:solidFill>
                <a:effectLst/>
              </a:rPr>
              <a:t>Possible Causes</a:t>
            </a:r>
          </a:p>
          <a:p>
            <a:pPr lvl="1"/>
            <a:r>
              <a:rPr lang="en-US" sz="4800" b="0" i="0">
                <a:solidFill>
                  <a:srgbClr val="333333"/>
                </a:solidFill>
                <a:effectLst/>
              </a:rPr>
              <a:t>Handover can fail due to:</a:t>
            </a:r>
          </a:p>
          <a:p>
            <a:pPr lvl="1"/>
            <a:r>
              <a:rPr lang="en-US" sz="4800" b="0" i="0">
                <a:solidFill>
                  <a:srgbClr val="333333"/>
                </a:solidFill>
                <a:effectLst/>
              </a:rPr>
              <a:t>Error in core network components</a:t>
            </a:r>
          </a:p>
          <a:p>
            <a:pPr lvl="1"/>
            <a:r>
              <a:rPr lang="en-US" sz="4800" b="0" i="0">
                <a:solidFill>
                  <a:srgbClr val="333333"/>
                </a:solidFill>
                <a:effectLst/>
              </a:rPr>
              <a:t>Database is down</a:t>
            </a:r>
          </a:p>
          <a:p>
            <a:pPr lvl="1"/>
            <a:r>
              <a:rPr lang="en-US" sz="4800" b="0" i="0">
                <a:solidFill>
                  <a:srgbClr val="333333"/>
                </a:solidFill>
                <a:effectLst/>
              </a:rPr>
              <a:t>UDR is down</a:t>
            </a:r>
          </a:p>
          <a:p>
            <a:pPr lvl="1"/>
            <a:r>
              <a:rPr lang="en-US" sz="4800" b="0" i="0">
                <a:solidFill>
                  <a:srgbClr val="333333"/>
                </a:solidFill>
                <a:effectLst/>
              </a:rPr>
              <a:t>Subscriber database is down</a:t>
            </a:r>
          </a:p>
          <a:p>
            <a:pPr marL="0" indent="0" algn="l">
              <a:buNone/>
            </a:pPr>
            <a:r>
              <a:rPr lang="en-US" sz="4800" b="1" i="0">
                <a:solidFill>
                  <a:srgbClr val="333333"/>
                </a:solidFill>
                <a:effectLst/>
              </a:rPr>
              <a:t>Preprocessing</a:t>
            </a:r>
          </a:p>
          <a:p>
            <a:pPr lvl="1"/>
            <a:r>
              <a:rPr lang="en-US" sz="4800" b="0" i="0">
                <a:solidFill>
                  <a:srgbClr val="333333"/>
                </a:solidFill>
                <a:effectLst/>
              </a:rPr>
              <a:t>Check if the HSS, UDR are up and running</a:t>
            </a:r>
          </a:p>
          <a:p>
            <a:pPr lvl="1"/>
            <a:r>
              <a:rPr lang="en-US" sz="4800" b="0" i="0">
                <a:solidFill>
                  <a:srgbClr val="333333"/>
                </a:solidFill>
                <a:effectLst/>
              </a:rPr>
              <a:t>Check if a fault alarm is generated by any of the network functions</a:t>
            </a:r>
          </a:p>
          <a:p>
            <a:pPr marL="0" indent="0" algn="l">
              <a:buNone/>
            </a:pPr>
            <a:r>
              <a:rPr lang="en-US" sz="4800" b="1" i="0">
                <a:solidFill>
                  <a:srgbClr val="333333"/>
                </a:solidFill>
                <a:effectLst/>
              </a:rPr>
              <a:t>Troubleshooting Procedure</a:t>
            </a:r>
          </a:p>
          <a:p>
            <a:pPr marL="0" indent="0" algn="l">
              <a:buNone/>
            </a:pPr>
            <a:r>
              <a:rPr lang="en-US" sz="4800" b="0" i="0">
                <a:solidFill>
                  <a:srgbClr val="333333"/>
                </a:solidFill>
                <a:effectLst/>
              </a:rPr>
              <a:t>The following section includes troubleshooting steps for various diameter messages and their error codes:</a:t>
            </a:r>
          </a:p>
          <a:p>
            <a:pPr lvl="1"/>
            <a:r>
              <a:rPr lang="en-US" sz="4800" b="1" i="0">
                <a:solidFill>
                  <a:srgbClr val="333333"/>
                </a:solidFill>
                <a:effectLst/>
              </a:rPr>
              <a:t>Diameter Error Code 5001</a:t>
            </a:r>
          </a:p>
          <a:p>
            <a:pPr lvl="1"/>
            <a:r>
              <a:rPr lang="en-US" sz="4800" b="1" i="0">
                <a:solidFill>
                  <a:srgbClr val="333333"/>
                </a:solidFill>
                <a:effectLst/>
              </a:rPr>
              <a:t>Diameter Message: </a:t>
            </a:r>
            <a:r>
              <a:rPr lang="en-US" sz="4800" b="0" i="0">
                <a:solidFill>
                  <a:srgbClr val="333333"/>
                </a:solidFill>
                <a:effectLst/>
              </a:rPr>
              <a:t>ULR</a:t>
            </a:r>
          </a:p>
          <a:p>
            <a:pPr marL="0" indent="0" algn="l">
              <a:buNone/>
            </a:pPr>
            <a:r>
              <a:rPr lang="en-US" sz="4800" b="1" i="0">
                <a:solidFill>
                  <a:srgbClr val="333333"/>
                </a:solidFill>
                <a:effectLst/>
              </a:rPr>
              <a:t>Reason:</a:t>
            </a:r>
            <a:r>
              <a:rPr lang="en-US" sz="4800" b="0" i="0">
                <a:solidFill>
                  <a:srgbClr val="333333"/>
                </a:solidFill>
                <a:effectLst/>
              </a:rPr>
              <a:t> Internal server error can occur due to the following reasons:</a:t>
            </a:r>
          </a:p>
          <a:p>
            <a:pPr lvl="1"/>
            <a:r>
              <a:rPr lang="en-US" sz="4800" b="0" i="0">
                <a:solidFill>
                  <a:srgbClr val="333333"/>
                </a:solidFill>
                <a:effectLst/>
              </a:rPr>
              <a:t>HSS/ UDR is down</a:t>
            </a:r>
          </a:p>
          <a:p>
            <a:pPr lvl="1"/>
            <a:r>
              <a:rPr lang="en-US" sz="4800" b="0" i="0">
                <a:solidFill>
                  <a:srgbClr val="333333"/>
                </a:solidFill>
                <a:effectLst/>
              </a:rPr>
              <a:t>Database is down.</a:t>
            </a:r>
          </a:p>
          <a:p>
            <a:pPr lvl="1"/>
            <a:r>
              <a:rPr lang="en-US" sz="4800" b="0" i="0">
                <a:solidFill>
                  <a:srgbClr val="333333"/>
                </a:solidFill>
                <a:effectLst/>
              </a:rPr>
              <a:t>Invalid subscriber data</a:t>
            </a:r>
          </a:p>
          <a:p>
            <a:pPr marL="0" indent="0" algn="l">
              <a:buNone/>
            </a:pPr>
            <a:r>
              <a:rPr lang="en-US" sz="4800" b="1" i="0">
                <a:solidFill>
                  <a:srgbClr val="333333"/>
                </a:solidFill>
                <a:effectLst/>
              </a:rPr>
              <a:t>Steps to Resolve:</a:t>
            </a:r>
            <a:endParaRPr lang="en-US" sz="4800" b="0" i="0">
              <a:solidFill>
                <a:srgbClr val="333333"/>
              </a:solidFill>
              <a:effectLst/>
            </a:endParaRPr>
          </a:p>
          <a:p>
            <a:pPr lvl="1">
              <a:buFont typeface="+mj-lt"/>
              <a:buAutoNum type="arabicPeriod"/>
            </a:pPr>
            <a:r>
              <a:rPr lang="en-US" sz="4800" b="0" i="0">
                <a:solidFill>
                  <a:srgbClr val="333333"/>
                </a:solidFill>
                <a:effectLst/>
              </a:rPr>
              <a:t>If database is down, restart, depending on type of deployment environment.</a:t>
            </a:r>
          </a:p>
          <a:p>
            <a:pPr lvl="1">
              <a:buFont typeface="+mj-lt"/>
              <a:buAutoNum type="arabicPeriod"/>
            </a:pPr>
            <a:r>
              <a:rPr lang="en-US" sz="4800" b="0" i="0">
                <a:solidFill>
                  <a:srgbClr val="333333"/>
                </a:solidFill>
                <a:effectLst/>
              </a:rPr>
              <a:t>If UDR is down, restart the UDR network function.</a:t>
            </a:r>
          </a:p>
          <a:p>
            <a:pPr lvl="1">
              <a:buFont typeface="+mj-lt"/>
              <a:buAutoNum type="arabicPeriod"/>
            </a:pPr>
            <a:r>
              <a:rPr lang="en-US" sz="4800" b="0" i="0">
                <a:solidFill>
                  <a:srgbClr val="333333"/>
                </a:solidFill>
                <a:effectLst/>
              </a:rPr>
              <a:t>If the deployment of UDR is a POD on Kubernetes, then it restarts automatically.</a:t>
            </a:r>
          </a:p>
          <a:p>
            <a:pPr lvl="1">
              <a:buFont typeface="+mj-lt"/>
              <a:buAutoNum type="arabicPeriod"/>
            </a:pPr>
            <a:r>
              <a:rPr lang="en-US" sz="4800" b="0" i="0">
                <a:solidFill>
                  <a:srgbClr val="333333"/>
                </a:solidFill>
                <a:effectLst/>
              </a:rPr>
              <a:t>If subscriber database has invalid values, then correct the values by re-provisioning same subscriber correctly.</a:t>
            </a:r>
          </a:p>
          <a:p>
            <a:pPr marL="0" indent="0">
              <a:buNone/>
            </a:pPr>
            <a:br>
              <a:rPr lang="en-IN" sz="1100">
                <a:effectLst/>
              </a:rPr>
            </a:br>
            <a:endParaRPr lang="en-IN"/>
          </a:p>
        </p:txBody>
      </p:sp>
    </p:spTree>
    <p:custDataLst>
      <p:tags r:id="rId1"/>
    </p:custDataLst>
    <p:extLst>
      <p:ext uri="{BB962C8B-B14F-4D97-AF65-F5344CB8AC3E}">
        <p14:creationId xmlns:p14="http://schemas.microsoft.com/office/powerpoint/2010/main" val="202298825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42913" y="283056"/>
            <a:ext cx="11269662" cy="684212"/>
          </a:xfrm>
        </p:spPr>
        <p:txBody>
          <a:bodyPr>
            <a:normAutofit/>
          </a:bodyPr>
          <a:lstStyle/>
          <a:p>
            <a:pPr algn="l"/>
            <a:r>
              <a:rPr lang="en-US" sz="3200"/>
              <a:t>Subscriber 4G-4G handover fails</a:t>
            </a:r>
            <a:endParaRPr lang="en-US" sz="3200">
              <a:solidFill>
                <a:schemeClr val="bg1"/>
              </a:solidFill>
            </a:endParaRPr>
          </a:p>
        </p:txBody>
      </p:sp>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55</a:t>
            </a:fld>
            <a:endParaRPr lang="en-US"/>
          </a:p>
        </p:txBody>
      </p:sp>
      <p:sp>
        <p:nvSpPr>
          <p:cNvPr id="5" name="Content Placeholder 4">
            <a:extLst>
              <a:ext uri="{FF2B5EF4-FFF2-40B4-BE49-F238E27FC236}">
                <a16:creationId xmlns:a16="http://schemas.microsoft.com/office/drawing/2014/main" id="{B3F41200-3D7D-4D9F-8AC7-CB92286A2D1C}"/>
              </a:ext>
            </a:extLst>
          </p:cNvPr>
          <p:cNvSpPr>
            <a:spLocks noGrp="1"/>
          </p:cNvSpPr>
          <p:nvPr>
            <p:ph idx="1"/>
          </p:nvPr>
        </p:nvSpPr>
        <p:spPr>
          <a:xfrm>
            <a:off x="479425" y="803038"/>
            <a:ext cx="11269662" cy="4824412"/>
          </a:xfrm>
        </p:spPr>
        <p:txBody>
          <a:bodyPr>
            <a:normAutofit fontScale="25000" lnSpcReduction="20000"/>
          </a:bodyPr>
          <a:lstStyle/>
          <a:p>
            <a:pPr marL="0" indent="0" algn="l">
              <a:buNone/>
            </a:pPr>
            <a:r>
              <a:rPr lang="en-US" sz="4800" b="1" i="0">
                <a:solidFill>
                  <a:srgbClr val="333333"/>
                </a:solidFill>
                <a:effectLst/>
              </a:rPr>
              <a:t>Possible Causes</a:t>
            </a:r>
          </a:p>
          <a:p>
            <a:pPr lvl="1"/>
            <a:r>
              <a:rPr lang="en-US" sz="4800" b="0" i="0">
                <a:solidFill>
                  <a:srgbClr val="333333"/>
                </a:solidFill>
                <a:effectLst/>
              </a:rPr>
              <a:t>Handover can fail due to:</a:t>
            </a:r>
          </a:p>
          <a:p>
            <a:pPr lvl="1"/>
            <a:r>
              <a:rPr lang="en-US" sz="4800" b="0" i="0">
                <a:solidFill>
                  <a:srgbClr val="333333"/>
                </a:solidFill>
                <a:effectLst/>
              </a:rPr>
              <a:t>Error in core network components</a:t>
            </a:r>
          </a:p>
          <a:p>
            <a:pPr lvl="1"/>
            <a:r>
              <a:rPr lang="en-US" sz="4800" b="0" i="0">
                <a:solidFill>
                  <a:srgbClr val="333333"/>
                </a:solidFill>
                <a:effectLst/>
              </a:rPr>
              <a:t>Database is down</a:t>
            </a:r>
          </a:p>
          <a:p>
            <a:pPr lvl="1"/>
            <a:r>
              <a:rPr lang="en-US" sz="4800" b="0" i="0">
                <a:solidFill>
                  <a:srgbClr val="333333"/>
                </a:solidFill>
                <a:effectLst/>
              </a:rPr>
              <a:t>UDR is down</a:t>
            </a:r>
          </a:p>
          <a:p>
            <a:pPr lvl="1"/>
            <a:r>
              <a:rPr lang="en-US" sz="4800" b="0" i="0">
                <a:solidFill>
                  <a:srgbClr val="333333"/>
                </a:solidFill>
                <a:effectLst/>
              </a:rPr>
              <a:t>Subscriber database is down</a:t>
            </a:r>
          </a:p>
          <a:p>
            <a:pPr marL="0" indent="0" algn="l">
              <a:buNone/>
            </a:pPr>
            <a:endParaRPr lang="en-US" sz="4800" b="1" i="0">
              <a:solidFill>
                <a:srgbClr val="333333"/>
              </a:solidFill>
              <a:effectLst/>
            </a:endParaRPr>
          </a:p>
          <a:p>
            <a:pPr marL="0" indent="0" algn="l">
              <a:buNone/>
            </a:pPr>
            <a:r>
              <a:rPr lang="en-US" sz="4800" b="1" i="0">
                <a:solidFill>
                  <a:srgbClr val="333333"/>
                </a:solidFill>
                <a:effectLst/>
              </a:rPr>
              <a:t>Preprocessing</a:t>
            </a:r>
          </a:p>
          <a:p>
            <a:pPr lvl="1"/>
            <a:r>
              <a:rPr lang="en-US" sz="4800" b="0" i="0">
                <a:solidFill>
                  <a:srgbClr val="333333"/>
                </a:solidFill>
                <a:effectLst/>
              </a:rPr>
              <a:t>Check if the HSS, UDR are up and running</a:t>
            </a:r>
          </a:p>
          <a:p>
            <a:pPr lvl="1"/>
            <a:r>
              <a:rPr lang="en-US" sz="4800" b="0" i="0">
                <a:solidFill>
                  <a:srgbClr val="333333"/>
                </a:solidFill>
                <a:effectLst/>
              </a:rPr>
              <a:t>Check if a fault alarm is generated by any of the network functions</a:t>
            </a:r>
          </a:p>
          <a:p>
            <a:pPr marL="0" indent="0" algn="l">
              <a:buNone/>
            </a:pPr>
            <a:endParaRPr lang="en-US" sz="4800" b="1" i="0">
              <a:solidFill>
                <a:srgbClr val="333333"/>
              </a:solidFill>
              <a:effectLst/>
            </a:endParaRPr>
          </a:p>
          <a:p>
            <a:pPr marL="0" indent="0" algn="l">
              <a:buNone/>
            </a:pPr>
            <a:r>
              <a:rPr lang="en-US" sz="4800" b="1" i="0">
                <a:solidFill>
                  <a:srgbClr val="333333"/>
                </a:solidFill>
                <a:effectLst/>
              </a:rPr>
              <a:t>Troubleshooting Procedure</a:t>
            </a:r>
          </a:p>
          <a:p>
            <a:pPr marL="0" indent="0" algn="l">
              <a:buNone/>
            </a:pPr>
            <a:r>
              <a:rPr lang="en-US" sz="4800" b="0" i="0">
                <a:solidFill>
                  <a:srgbClr val="333333"/>
                </a:solidFill>
                <a:effectLst/>
              </a:rPr>
              <a:t>The following section includes troubleshooting steps for various diameter messages and their error codes:</a:t>
            </a:r>
          </a:p>
          <a:p>
            <a:pPr lvl="1"/>
            <a:r>
              <a:rPr lang="en-US" sz="4800" b="1" i="0">
                <a:solidFill>
                  <a:srgbClr val="333333"/>
                </a:solidFill>
                <a:effectLst/>
              </a:rPr>
              <a:t>Diameter Error Code 5001</a:t>
            </a:r>
          </a:p>
          <a:p>
            <a:pPr lvl="1"/>
            <a:r>
              <a:rPr lang="en-US" sz="4800" b="1" i="0">
                <a:solidFill>
                  <a:srgbClr val="333333"/>
                </a:solidFill>
                <a:effectLst/>
              </a:rPr>
              <a:t>Diameter Message: </a:t>
            </a:r>
            <a:r>
              <a:rPr lang="en-US" sz="4800" b="0" i="0">
                <a:solidFill>
                  <a:srgbClr val="333333"/>
                </a:solidFill>
                <a:effectLst/>
              </a:rPr>
              <a:t>ULR</a:t>
            </a:r>
          </a:p>
          <a:p>
            <a:pPr marL="0" indent="0" algn="l">
              <a:buNone/>
            </a:pPr>
            <a:endParaRPr lang="en-US" sz="4800" b="1" i="0">
              <a:solidFill>
                <a:srgbClr val="333333"/>
              </a:solidFill>
              <a:effectLst/>
            </a:endParaRPr>
          </a:p>
          <a:p>
            <a:pPr marL="0" indent="0" algn="l">
              <a:buNone/>
            </a:pPr>
            <a:r>
              <a:rPr lang="en-US" sz="4800" b="1" i="0">
                <a:solidFill>
                  <a:srgbClr val="333333"/>
                </a:solidFill>
                <a:effectLst/>
              </a:rPr>
              <a:t>Reason:</a:t>
            </a:r>
            <a:r>
              <a:rPr lang="en-US" sz="4800" b="0" i="0">
                <a:solidFill>
                  <a:srgbClr val="333333"/>
                </a:solidFill>
                <a:effectLst/>
              </a:rPr>
              <a:t> Internal server error can occur due to the following reasons:</a:t>
            </a:r>
          </a:p>
          <a:p>
            <a:pPr lvl="1"/>
            <a:r>
              <a:rPr lang="en-US" sz="4800" b="0" i="0">
                <a:solidFill>
                  <a:srgbClr val="333333"/>
                </a:solidFill>
                <a:effectLst/>
              </a:rPr>
              <a:t>HSS/ UDR is down</a:t>
            </a:r>
          </a:p>
          <a:p>
            <a:pPr lvl="1"/>
            <a:r>
              <a:rPr lang="en-US" sz="4800" b="0" i="0">
                <a:solidFill>
                  <a:srgbClr val="333333"/>
                </a:solidFill>
                <a:effectLst/>
              </a:rPr>
              <a:t>Database is down.</a:t>
            </a:r>
          </a:p>
          <a:p>
            <a:pPr lvl="1"/>
            <a:r>
              <a:rPr lang="en-US" sz="4800" b="0" i="0">
                <a:solidFill>
                  <a:srgbClr val="333333"/>
                </a:solidFill>
                <a:effectLst/>
              </a:rPr>
              <a:t>Invalid subscriber data</a:t>
            </a:r>
          </a:p>
          <a:p>
            <a:pPr marL="0" indent="0" algn="l">
              <a:buNone/>
            </a:pPr>
            <a:endParaRPr lang="en-US" sz="4800" b="1" i="0">
              <a:solidFill>
                <a:srgbClr val="333333"/>
              </a:solidFill>
              <a:effectLst/>
            </a:endParaRPr>
          </a:p>
          <a:p>
            <a:pPr marL="0" indent="0" algn="l">
              <a:buNone/>
            </a:pPr>
            <a:r>
              <a:rPr lang="en-US" sz="4800" b="1" i="0">
                <a:solidFill>
                  <a:srgbClr val="333333"/>
                </a:solidFill>
                <a:effectLst/>
              </a:rPr>
              <a:t>Steps to Resolve:</a:t>
            </a:r>
            <a:endParaRPr lang="en-US" sz="4800" b="0" i="0">
              <a:solidFill>
                <a:srgbClr val="333333"/>
              </a:solidFill>
              <a:effectLst/>
            </a:endParaRPr>
          </a:p>
          <a:p>
            <a:pPr lvl="1">
              <a:buFont typeface="+mj-lt"/>
              <a:buAutoNum type="arabicPeriod"/>
            </a:pPr>
            <a:r>
              <a:rPr lang="en-US" sz="4800" b="0" i="0">
                <a:solidFill>
                  <a:srgbClr val="333333"/>
                </a:solidFill>
                <a:effectLst/>
              </a:rPr>
              <a:t>If database is down, restart, depending on type of deployment environment.</a:t>
            </a:r>
          </a:p>
          <a:p>
            <a:pPr lvl="1">
              <a:buFont typeface="+mj-lt"/>
              <a:buAutoNum type="arabicPeriod"/>
            </a:pPr>
            <a:r>
              <a:rPr lang="en-US" sz="4800" b="0" i="0">
                <a:solidFill>
                  <a:srgbClr val="333333"/>
                </a:solidFill>
                <a:effectLst/>
              </a:rPr>
              <a:t>If UDR is down, restart the UDR network function.</a:t>
            </a:r>
          </a:p>
          <a:p>
            <a:pPr lvl="1">
              <a:buFont typeface="+mj-lt"/>
              <a:buAutoNum type="arabicPeriod"/>
            </a:pPr>
            <a:r>
              <a:rPr lang="en-US" sz="4800" b="0" i="0">
                <a:solidFill>
                  <a:srgbClr val="333333"/>
                </a:solidFill>
                <a:effectLst/>
              </a:rPr>
              <a:t>If the deployment of UDR is a POD on Kubernetes, then it restarts automatically.</a:t>
            </a:r>
          </a:p>
          <a:p>
            <a:pPr lvl="1">
              <a:buFont typeface="+mj-lt"/>
              <a:buAutoNum type="arabicPeriod"/>
            </a:pPr>
            <a:r>
              <a:rPr lang="en-US" sz="4800" b="0" i="0">
                <a:solidFill>
                  <a:srgbClr val="333333"/>
                </a:solidFill>
                <a:effectLst/>
              </a:rPr>
              <a:t>If subscriber database has invalid values, then correct the values by re-provisioning same subscriber correctly.</a:t>
            </a:r>
          </a:p>
          <a:p>
            <a:pPr marL="0" indent="0">
              <a:buNone/>
            </a:pPr>
            <a:br>
              <a:rPr lang="en-IN" sz="1100">
                <a:effectLst/>
              </a:rPr>
            </a:br>
            <a:endParaRPr lang="en-IN"/>
          </a:p>
        </p:txBody>
      </p:sp>
    </p:spTree>
    <p:custDataLst>
      <p:tags r:id="rId1"/>
    </p:custDataLst>
    <p:extLst>
      <p:ext uri="{BB962C8B-B14F-4D97-AF65-F5344CB8AC3E}">
        <p14:creationId xmlns:p14="http://schemas.microsoft.com/office/powerpoint/2010/main" val="60734968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42913" y="457994"/>
            <a:ext cx="11269662" cy="684212"/>
          </a:xfrm>
        </p:spPr>
        <p:txBody>
          <a:bodyPr>
            <a:normAutofit/>
          </a:bodyPr>
          <a:lstStyle/>
          <a:p>
            <a:pPr algn="l"/>
            <a:r>
              <a:rPr lang="en-US" sz="3200"/>
              <a:t>Subscriber 4G-5G handover fails</a:t>
            </a:r>
            <a:endParaRPr lang="en-US" sz="3200">
              <a:solidFill>
                <a:schemeClr val="bg1"/>
              </a:solidFill>
            </a:endParaRPr>
          </a:p>
        </p:txBody>
      </p:sp>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56</a:t>
            </a:fld>
            <a:endParaRPr lang="en-US"/>
          </a:p>
        </p:txBody>
      </p:sp>
      <p:sp>
        <p:nvSpPr>
          <p:cNvPr id="5" name="Content Placeholder 4">
            <a:extLst>
              <a:ext uri="{FF2B5EF4-FFF2-40B4-BE49-F238E27FC236}">
                <a16:creationId xmlns:a16="http://schemas.microsoft.com/office/drawing/2014/main" id="{B3F41200-3D7D-4D9F-8AC7-CB92286A2D1C}"/>
              </a:ext>
            </a:extLst>
          </p:cNvPr>
          <p:cNvSpPr>
            <a:spLocks noGrp="1"/>
          </p:cNvSpPr>
          <p:nvPr>
            <p:ph idx="1"/>
          </p:nvPr>
        </p:nvSpPr>
        <p:spPr>
          <a:xfrm>
            <a:off x="561667" y="1143000"/>
            <a:ext cx="11269662" cy="5383212"/>
          </a:xfrm>
        </p:spPr>
        <p:txBody>
          <a:bodyPr>
            <a:normAutofit/>
          </a:bodyPr>
          <a:lstStyle/>
          <a:p>
            <a:pPr algn="l"/>
            <a:r>
              <a:rPr lang="en-US" sz="1200" b="1" i="0">
                <a:solidFill>
                  <a:srgbClr val="333333"/>
                </a:solidFill>
                <a:effectLst/>
              </a:rPr>
              <a:t>Possible Causes</a:t>
            </a:r>
          </a:p>
          <a:p>
            <a:pPr lvl="1"/>
            <a:r>
              <a:rPr lang="en-US" sz="1200" b="0" i="0">
                <a:solidFill>
                  <a:srgbClr val="333333"/>
                </a:solidFill>
                <a:effectLst/>
              </a:rPr>
              <a:t> Handover can fail:</a:t>
            </a:r>
          </a:p>
          <a:p>
            <a:pPr lvl="1"/>
            <a:r>
              <a:rPr lang="en-US" sz="1200" b="0" i="0">
                <a:solidFill>
                  <a:srgbClr val="333333"/>
                </a:solidFill>
                <a:effectLst/>
              </a:rPr>
              <a:t>Due to issue on serving network side</a:t>
            </a:r>
          </a:p>
          <a:p>
            <a:pPr lvl="1"/>
            <a:r>
              <a:rPr lang="en-US" sz="1200" b="0" i="0">
                <a:solidFill>
                  <a:srgbClr val="333333"/>
                </a:solidFill>
                <a:effectLst/>
              </a:rPr>
              <a:t>Due to issue on core network side</a:t>
            </a:r>
          </a:p>
          <a:p>
            <a:pPr lvl="1"/>
            <a:r>
              <a:rPr lang="en-US" sz="1200" b="0" i="0">
                <a:solidFill>
                  <a:srgbClr val="333333"/>
                </a:solidFill>
                <a:effectLst/>
              </a:rPr>
              <a:t>When the subscriber is not allowed to attach into NR RAT Type</a:t>
            </a:r>
          </a:p>
          <a:p>
            <a:pPr algn="l"/>
            <a:r>
              <a:rPr lang="en-US" sz="1200" b="1" i="0">
                <a:solidFill>
                  <a:srgbClr val="333333"/>
                </a:solidFill>
                <a:effectLst/>
              </a:rPr>
              <a:t>Preprocessing</a:t>
            </a:r>
          </a:p>
          <a:p>
            <a:pPr lvl="1"/>
            <a:r>
              <a:rPr lang="en-US" sz="1200" b="0" i="0">
                <a:solidFill>
                  <a:srgbClr val="333333"/>
                </a:solidFill>
                <a:effectLst/>
              </a:rPr>
              <a:t>Check if the HSS, UDM, UDR are up and running</a:t>
            </a:r>
          </a:p>
          <a:p>
            <a:pPr lvl="1"/>
            <a:r>
              <a:rPr lang="en-US" sz="1200" b="0" i="0">
                <a:solidFill>
                  <a:srgbClr val="333333"/>
                </a:solidFill>
                <a:effectLst/>
              </a:rPr>
              <a:t>Check if a fault alarm is generated by any of the network functions</a:t>
            </a:r>
          </a:p>
          <a:p>
            <a:pPr lvl="1"/>
            <a:r>
              <a:rPr lang="en-US" sz="1200" b="0" i="0">
                <a:solidFill>
                  <a:srgbClr val="333333"/>
                </a:solidFill>
                <a:effectLst/>
              </a:rPr>
              <a:t>4G-5G Handover:</a:t>
            </a:r>
          </a:p>
          <a:p>
            <a:pPr lvl="1"/>
            <a:r>
              <a:rPr lang="en-US" sz="1200" b="0" i="0">
                <a:solidFill>
                  <a:srgbClr val="333333"/>
                </a:solidFill>
                <a:effectLst/>
              </a:rPr>
              <a:t>HSS:</a:t>
            </a:r>
          </a:p>
          <a:p>
            <a:pPr lvl="1"/>
            <a:r>
              <a:rPr lang="en-US" sz="1200" b="0" i="0">
                <a:solidFill>
                  <a:srgbClr val="333333"/>
                </a:solidFill>
                <a:effectLst/>
              </a:rPr>
              <a:t>Interworking5G: 1</a:t>
            </a:r>
          </a:p>
          <a:p>
            <a:pPr marL="457200" lvl="1" indent="0">
              <a:buNone/>
            </a:pPr>
            <a:endParaRPr lang="en-US" sz="1200" b="0" i="0">
              <a:solidFill>
                <a:srgbClr val="333333"/>
              </a:solidFill>
              <a:effectLst/>
            </a:endParaRPr>
          </a:p>
          <a:p>
            <a:pPr algn="l"/>
            <a:r>
              <a:rPr lang="en-US" sz="1200" b="1" i="0">
                <a:solidFill>
                  <a:srgbClr val="333333"/>
                </a:solidFill>
                <a:effectLst/>
              </a:rPr>
              <a:t>Troubleshooting Procedure</a:t>
            </a:r>
          </a:p>
          <a:p>
            <a:pPr lvl="1"/>
            <a:r>
              <a:rPr lang="en-US" sz="1200" b="0" i="0">
                <a:solidFill>
                  <a:srgbClr val="333333"/>
                </a:solidFill>
                <a:effectLst/>
              </a:rPr>
              <a:t>The following section includes troubleshooting steps for various API and their error codes:</a:t>
            </a:r>
          </a:p>
          <a:p>
            <a:pPr algn="l"/>
            <a:r>
              <a:rPr lang="en-US" sz="1200" b="1" i="0">
                <a:solidFill>
                  <a:srgbClr val="333333"/>
                </a:solidFill>
                <a:effectLst/>
              </a:rPr>
              <a:t>HTTP Error Code 403</a:t>
            </a:r>
          </a:p>
          <a:p>
            <a:pPr algn="l"/>
            <a:r>
              <a:rPr lang="en-US" sz="1200" b="1" i="0">
                <a:solidFill>
                  <a:srgbClr val="333333"/>
                </a:solidFill>
                <a:effectLst/>
              </a:rPr>
              <a:t>Message:</a:t>
            </a:r>
            <a:r>
              <a:rPr lang="en-US" sz="1200" b="0" i="0">
                <a:solidFill>
                  <a:srgbClr val="333333"/>
                </a:solidFill>
                <a:effectLst/>
              </a:rPr>
              <a:t> API - AMF Registration PUT</a:t>
            </a:r>
          </a:p>
          <a:p>
            <a:pPr algn="l"/>
            <a:r>
              <a:rPr lang="en-US" sz="1200" b="1" i="0">
                <a:solidFill>
                  <a:srgbClr val="333333"/>
                </a:solidFill>
                <a:effectLst/>
              </a:rPr>
              <a:t>Reason:</a:t>
            </a:r>
            <a:r>
              <a:rPr lang="en-US" sz="1200" b="0" i="0">
                <a:solidFill>
                  <a:srgbClr val="333333"/>
                </a:solidFill>
                <a:effectLst/>
              </a:rPr>
              <a:t> Radio access type New Radio (NR) is restricted in subscriber profile in database.</a:t>
            </a:r>
          </a:p>
          <a:p>
            <a:pPr algn="l"/>
            <a:r>
              <a:rPr lang="en-US" sz="1200" b="1" i="0">
                <a:solidFill>
                  <a:srgbClr val="333333"/>
                </a:solidFill>
                <a:effectLst/>
              </a:rPr>
              <a:t>Steps to Resolve:</a:t>
            </a:r>
            <a:endParaRPr lang="en-US" sz="1200" b="0" i="0">
              <a:solidFill>
                <a:srgbClr val="333333"/>
              </a:solidFill>
              <a:effectLst/>
            </a:endParaRPr>
          </a:p>
          <a:p>
            <a:pPr lvl="1">
              <a:buFont typeface="+mj-lt"/>
              <a:buAutoNum type="arabicPeriod"/>
            </a:pPr>
            <a:r>
              <a:rPr lang="en-US" sz="1200" b="0" i="0">
                <a:solidFill>
                  <a:srgbClr val="333333"/>
                </a:solidFill>
                <a:effectLst/>
              </a:rPr>
              <a:t>Search the subscriber coming in request on SDM portal in Subscriber Management menu, click on view subscriber.</a:t>
            </a:r>
          </a:p>
          <a:p>
            <a:pPr lvl="1">
              <a:buFont typeface="+mj-lt"/>
              <a:buAutoNum type="arabicPeriod"/>
            </a:pPr>
            <a:r>
              <a:rPr lang="en-US" sz="1200" b="0" i="0">
                <a:solidFill>
                  <a:srgbClr val="333333"/>
                </a:solidFill>
                <a:effectLst/>
              </a:rPr>
              <a:t>Under Access &amp; Mobility tab in subscriber page, check Access Network section for RAT restrictions configured. If ratType coming in request was not meant to be blocked, then set RAT restrictions to None.</a:t>
            </a:r>
          </a:p>
          <a:p>
            <a:pPr algn="l">
              <a:buFont typeface="Arial" panose="020B0604020202020204" pitchFamily="34" charset="0"/>
              <a:buChar char="•"/>
            </a:pPr>
            <a:endParaRPr lang="en-US" sz="1200" b="0" i="0">
              <a:solidFill>
                <a:srgbClr val="333333"/>
              </a:solidFill>
              <a:effectLst/>
            </a:endParaRPr>
          </a:p>
          <a:p>
            <a:pPr marL="0" indent="0" algn="l">
              <a:buNone/>
            </a:pPr>
            <a:endParaRPr lang="en-IN"/>
          </a:p>
        </p:txBody>
      </p:sp>
    </p:spTree>
    <p:custDataLst>
      <p:tags r:id="rId1"/>
    </p:custDataLst>
    <p:extLst>
      <p:ext uri="{BB962C8B-B14F-4D97-AF65-F5344CB8AC3E}">
        <p14:creationId xmlns:p14="http://schemas.microsoft.com/office/powerpoint/2010/main" val="282036344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42913" y="457994"/>
            <a:ext cx="11269662" cy="684212"/>
          </a:xfrm>
        </p:spPr>
        <p:txBody>
          <a:bodyPr>
            <a:normAutofit/>
          </a:bodyPr>
          <a:lstStyle/>
          <a:p>
            <a:pPr algn="l"/>
            <a:r>
              <a:rPr lang="en-US" sz="3200"/>
              <a:t>Subscriber 4G-5G handover fails</a:t>
            </a:r>
            <a:endParaRPr lang="en-US" sz="3200">
              <a:solidFill>
                <a:schemeClr val="bg1"/>
              </a:solidFill>
            </a:endParaRPr>
          </a:p>
        </p:txBody>
      </p:sp>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57</a:t>
            </a:fld>
            <a:endParaRPr lang="en-US"/>
          </a:p>
        </p:txBody>
      </p:sp>
      <p:sp>
        <p:nvSpPr>
          <p:cNvPr id="5" name="Content Placeholder 4">
            <a:extLst>
              <a:ext uri="{FF2B5EF4-FFF2-40B4-BE49-F238E27FC236}">
                <a16:creationId xmlns:a16="http://schemas.microsoft.com/office/drawing/2014/main" id="{B3F41200-3D7D-4D9F-8AC7-CB92286A2D1C}"/>
              </a:ext>
            </a:extLst>
          </p:cNvPr>
          <p:cNvSpPr>
            <a:spLocks noGrp="1"/>
          </p:cNvSpPr>
          <p:nvPr>
            <p:ph idx="1"/>
          </p:nvPr>
        </p:nvSpPr>
        <p:spPr>
          <a:xfrm>
            <a:off x="561667" y="1016794"/>
            <a:ext cx="11269662" cy="4824412"/>
          </a:xfrm>
        </p:spPr>
        <p:txBody>
          <a:bodyPr>
            <a:normAutofit fontScale="25000" lnSpcReduction="20000"/>
          </a:bodyPr>
          <a:lstStyle/>
          <a:p>
            <a:pPr algn="l">
              <a:buFont typeface="Arial" panose="020B0604020202020204" pitchFamily="34" charset="0"/>
              <a:buChar char="•"/>
            </a:pPr>
            <a:r>
              <a:rPr lang="en-US" sz="4800" b="0" i="0">
                <a:solidFill>
                  <a:srgbClr val="333333"/>
                </a:solidFill>
                <a:effectLst/>
              </a:rPr>
              <a:t>Logs of sending response is shown below</a:t>
            </a:r>
          </a:p>
          <a:p>
            <a:pPr marL="0" indent="0" algn="l">
              <a:buNone/>
            </a:pPr>
            <a:endParaRPr lang="en-US" sz="4800" b="0" i="0">
              <a:solidFill>
                <a:srgbClr val="333333"/>
              </a:solidFill>
              <a:effectLst/>
            </a:endParaRPr>
          </a:p>
          <a:p>
            <a:pPr algn="l">
              <a:buFont typeface="Arial" panose="020B0604020202020204" pitchFamily="34" charset="0"/>
              <a:buChar char="•"/>
            </a:pPr>
            <a:endParaRPr lang="en-US" sz="3000">
              <a:solidFill>
                <a:srgbClr val="333333"/>
              </a:solidFill>
            </a:endParaRPr>
          </a:p>
          <a:p>
            <a:pPr algn="l">
              <a:buFont typeface="Arial" panose="020B0604020202020204" pitchFamily="34" charset="0"/>
              <a:buChar char="•"/>
            </a:pPr>
            <a:endParaRPr lang="en-US" sz="3000" b="0" i="0">
              <a:solidFill>
                <a:srgbClr val="333333"/>
              </a:solidFill>
              <a:effectLst/>
            </a:endParaRPr>
          </a:p>
          <a:p>
            <a:pPr algn="l">
              <a:buFont typeface="Arial" panose="020B0604020202020204" pitchFamily="34" charset="0"/>
              <a:buChar char="•"/>
            </a:pPr>
            <a:endParaRPr lang="en-US" sz="3000">
              <a:solidFill>
                <a:srgbClr val="333333"/>
              </a:solidFill>
            </a:endParaRPr>
          </a:p>
          <a:p>
            <a:pPr algn="l">
              <a:buFont typeface="Arial" panose="020B0604020202020204" pitchFamily="34" charset="0"/>
              <a:buChar char="•"/>
            </a:pPr>
            <a:endParaRPr lang="en-US" sz="3000" b="0" i="0">
              <a:solidFill>
                <a:srgbClr val="333333"/>
              </a:solidFill>
              <a:effectLst/>
            </a:endParaRPr>
          </a:p>
          <a:p>
            <a:pPr algn="l">
              <a:buFont typeface="Arial" panose="020B0604020202020204" pitchFamily="34" charset="0"/>
              <a:buChar char="•"/>
            </a:pPr>
            <a:endParaRPr lang="en-US" sz="3000">
              <a:solidFill>
                <a:srgbClr val="333333"/>
              </a:solidFill>
            </a:endParaRPr>
          </a:p>
          <a:p>
            <a:pPr algn="l">
              <a:buFont typeface="Arial" panose="020B0604020202020204" pitchFamily="34" charset="0"/>
              <a:buChar char="•"/>
            </a:pPr>
            <a:endParaRPr lang="en-US" sz="3000" b="0" i="0">
              <a:solidFill>
                <a:srgbClr val="333333"/>
              </a:solidFill>
              <a:effectLst/>
            </a:endParaRPr>
          </a:p>
          <a:p>
            <a:pPr algn="l">
              <a:buFont typeface="Arial" panose="020B0604020202020204" pitchFamily="34" charset="0"/>
              <a:buChar char="•"/>
            </a:pPr>
            <a:endParaRPr lang="en-US" sz="3000">
              <a:solidFill>
                <a:srgbClr val="333333"/>
              </a:solidFill>
            </a:endParaRPr>
          </a:p>
          <a:p>
            <a:pPr algn="l"/>
            <a:r>
              <a:rPr lang="en-US" sz="4800" b="1" i="0">
                <a:solidFill>
                  <a:srgbClr val="333333"/>
                </a:solidFill>
                <a:effectLst/>
              </a:rPr>
              <a:t>HTTP Error Code 404</a:t>
            </a:r>
          </a:p>
          <a:p>
            <a:pPr algn="l"/>
            <a:r>
              <a:rPr lang="en-US" sz="4800" b="1" i="0">
                <a:solidFill>
                  <a:srgbClr val="333333"/>
                </a:solidFill>
                <a:effectLst/>
              </a:rPr>
              <a:t>Message API</a:t>
            </a:r>
            <a:r>
              <a:rPr lang="en-US" sz="4800" b="0" i="0">
                <a:solidFill>
                  <a:srgbClr val="333333"/>
                </a:solidFill>
                <a:effectLst/>
              </a:rPr>
              <a:t> - AMF Registration PUT</a:t>
            </a:r>
          </a:p>
          <a:p>
            <a:pPr algn="l"/>
            <a:r>
              <a:rPr lang="en-US" sz="4800" b="1" i="0">
                <a:solidFill>
                  <a:srgbClr val="333333"/>
                </a:solidFill>
                <a:effectLst/>
              </a:rPr>
              <a:t>Reason:</a:t>
            </a:r>
            <a:r>
              <a:rPr lang="en-US" sz="4800" b="0" i="0">
                <a:solidFill>
                  <a:srgbClr val="333333"/>
                </a:solidFill>
                <a:effectLst/>
              </a:rPr>
              <a:t> This is an internal server error, which occurs due to the following reasons:</a:t>
            </a:r>
          </a:p>
          <a:p>
            <a:pPr algn="l">
              <a:buFont typeface="Arial" panose="020B0604020202020204" pitchFamily="34" charset="0"/>
              <a:buChar char="•"/>
            </a:pPr>
            <a:r>
              <a:rPr lang="en-US" sz="4800" b="0" i="0">
                <a:solidFill>
                  <a:srgbClr val="333333"/>
                </a:solidFill>
                <a:effectLst/>
              </a:rPr>
              <a:t>UDR is down or is unreachable</a:t>
            </a:r>
          </a:p>
          <a:p>
            <a:pPr algn="l">
              <a:buFont typeface="Arial" panose="020B0604020202020204" pitchFamily="34" charset="0"/>
              <a:buChar char="•"/>
            </a:pPr>
            <a:r>
              <a:rPr lang="en-US" sz="4800" b="0" i="0">
                <a:solidFill>
                  <a:srgbClr val="333333"/>
                </a:solidFill>
                <a:effectLst/>
              </a:rPr>
              <a:t>Database is down or is unreachable</a:t>
            </a:r>
          </a:p>
          <a:p>
            <a:pPr algn="l">
              <a:buFont typeface="Arial" panose="020B0604020202020204" pitchFamily="34" charset="0"/>
              <a:buChar char="•"/>
            </a:pPr>
            <a:r>
              <a:rPr lang="en-US" sz="4800" b="0" i="0">
                <a:solidFill>
                  <a:srgbClr val="333333"/>
                </a:solidFill>
                <a:effectLst/>
              </a:rPr>
              <a:t>Subscriber data has invalid values in the database, so UDM is unable to complete registration request completely</a:t>
            </a:r>
          </a:p>
          <a:p>
            <a:pPr marL="0" indent="0" algn="l">
              <a:buNone/>
            </a:pPr>
            <a:endParaRPr lang="en-US" sz="4800" b="1" i="0">
              <a:solidFill>
                <a:srgbClr val="333333"/>
              </a:solidFill>
              <a:effectLst/>
            </a:endParaRPr>
          </a:p>
          <a:p>
            <a:pPr marL="0" indent="0" algn="l">
              <a:buNone/>
            </a:pPr>
            <a:r>
              <a:rPr lang="en-US" sz="4800" b="1" i="0">
                <a:solidFill>
                  <a:srgbClr val="333333"/>
                </a:solidFill>
                <a:effectLst/>
              </a:rPr>
              <a:t>Steps to resolve:</a:t>
            </a:r>
            <a:endParaRPr lang="en-US" sz="4800" b="0" i="0">
              <a:solidFill>
                <a:srgbClr val="333333"/>
              </a:solidFill>
              <a:effectLst/>
            </a:endParaRPr>
          </a:p>
          <a:p>
            <a:pPr algn="l">
              <a:buFont typeface="+mj-lt"/>
              <a:buAutoNum type="arabicPeriod"/>
            </a:pPr>
            <a:r>
              <a:rPr lang="en-US" sz="4800" b="0" i="0">
                <a:solidFill>
                  <a:srgbClr val="333333"/>
                </a:solidFill>
                <a:effectLst/>
              </a:rPr>
              <a:t>If Database is down, restart the same. Steps of restart depend upon type of deployment. In case of Kubernetes deployment if database is deployed as a</a:t>
            </a:r>
          </a:p>
          <a:p>
            <a:pPr marL="0" indent="0" algn="l">
              <a:buNone/>
            </a:pPr>
            <a:r>
              <a:rPr lang="en-US" sz="4800" b="0" i="0">
                <a:solidFill>
                  <a:srgbClr val="333333"/>
                </a:solidFill>
                <a:effectLst/>
              </a:rPr>
              <a:t>       POD, then it will be automatically restarted after some time.</a:t>
            </a:r>
          </a:p>
          <a:p>
            <a:pPr marL="0" indent="0" algn="l">
              <a:buNone/>
            </a:pPr>
            <a:r>
              <a:rPr lang="en-US" sz="4800" b="0" i="0">
                <a:solidFill>
                  <a:srgbClr val="333333"/>
                </a:solidFill>
                <a:effectLst/>
              </a:rPr>
              <a:t>2.  If Subscriber database has invalid values, correct the same by re-provisioning same subscriber correctly.</a:t>
            </a:r>
          </a:p>
          <a:p>
            <a:pPr algn="l">
              <a:buFont typeface="Arial" panose="020B0604020202020204" pitchFamily="34" charset="0"/>
              <a:buChar char="•"/>
            </a:pPr>
            <a:endParaRPr lang="en-US" sz="1100" b="0" i="0">
              <a:solidFill>
                <a:srgbClr val="333333"/>
              </a:solidFill>
              <a:effectLst/>
              <a:latin typeface="Arial" panose="020B0604020202020204" pitchFamily="34" charset="0"/>
            </a:endParaRPr>
          </a:p>
          <a:p>
            <a:pPr marL="0" indent="0" algn="l">
              <a:buNone/>
            </a:pPr>
            <a:endParaRPr lang="en-US" sz="1200" b="0" i="0">
              <a:solidFill>
                <a:srgbClr val="333333"/>
              </a:solidFill>
              <a:effectLst/>
            </a:endParaRPr>
          </a:p>
          <a:p>
            <a:pPr marL="0" indent="0" algn="l">
              <a:buNone/>
            </a:pPr>
            <a:endParaRPr lang="en-IN"/>
          </a:p>
        </p:txBody>
      </p:sp>
      <p:pic>
        <p:nvPicPr>
          <p:cNvPr id="6" name="Picture 5">
            <a:extLst>
              <a:ext uri="{FF2B5EF4-FFF2-40B4-BE49-F238E27FC236}">
                <a16:creationId xmlns:a16="http://schemas.microsoft.com/office/drawing/2014/main" id="{96A3C6B0-C0C9-4509-B7CF-FF94E5931C3D}"/>
              </a:ext>
            </a:extLst>
          </p:cNvPr>
          <p:cNvPicPr>
            <a:picLocks noChangeAspect="1"/>
          </p:cNvPicPr>
          <p:nvPr/>
        </p:nvPicPr>
        <p:blipFill>
          <a:blip r:embed="rId4"/>
          <a:stretch>
            <a:fillRect/>
          </a:stretch>
        </p:blipFill>
        <p:spPr>
          <a:xfrm>
            <a:off x="3153645" y="1446524"/>
            <a:ext cx="6276975" cy="1695450"/>
          </a:xfrm>
          <a:prstGeom prst="rect">
            <a:avLst/>
          </a:prstGeom>
        </p:spPr>
      </p:pic>
    </p:spTree>
    <p:custDataLst>
      <p:tags r:id="rId1"/>
    </p:custDataLst>
    <p:extLst>
      <p:ext uri="{BB962C8B-B14F-4D97-AF65-F5344CB8AC3E}">
        <p14:creationId xmlns:p14="http://schemas.microsoft.com/office/powerpoint/2010/main" val="282970459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42913" y="11680"/>
            <a:ext cx="11269662" cy="684212"/>
          </a:xfrm>
        </p:spPr>
        <p:txBody>
          <a:bodyPr>
            <a:normAutofit/>
          </a:bodyPr>
          <a:lstStyle/>
          <a:p>
            <a:pPr algn="l"/>
            <a:r>
              <a:rPr lang="en-US" sz="3200"/>
              <a:t>Subscriber 5G-4G handover fails</a:t>
            </a:r>
            <a:endParaRPr lang="en-US" sz="3200">
              <a:solidFill>
                <a:schemeClr val="bg1"/>
              </a:solidFill>
            </a:endParaRPr>
          </a:p>
        </p:txBody>
      </p:sp>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58</a:t>
            </a:fld>
            <a:endParaRPr lang="en-US" dirty="0"/>
          </a:p>
        </p:txBody>
      </p:sp>
      <p:sp>
        <p:nvSpPr>
          <p:cNvPr id="5" name="Content Placeholder 4">
            <a:extLst>
              <a:ext uri="{FF2B5EF4-FFF2-40B4-BE49-F238E27FC236}">
                <a16:creationId xmlns:a16="http://schemas.microsoft.com/office/drawing/2014/main" id="{B3F41200-3D7D-4D9F-8AC7-CB92286A2D1C}"/>
              </a:ext>
            </a:extLst>
          </p:cNvPr>
          <p:cNvSpPr>
            <a:spLocks noGrp="1"/>
          </p:cNvSpPr>
          <p:nvPr>
            <p:ph idx="1"/>
          </p:nvPr>
        </p:nvSpPr>
        <p:spPr>
          <a:xfrm>
            <a:off x="442913" y="743763"/>
            <a:ext cx="11645009" cy="5862977"/>
          </a:xfrm>
        </p:spPr>
        <p:txBody>
          <a:bodyPr>
            <a:normAutofit fontScale="25000" lnSpcReduction="20000"/>
          </a:bodyPr>
          <a:lstStyle/>
          <a:p>
            <a:pPr marL="0" indent="0" algn="l">
              <a:buNone/>
            </a:pPr>
            <a:r>
              <a:rPr lang="en-US" sz="4800" b="1" i="0" dirty="0">
                <a:solidFill>
                  <a:srgbClr val="333333"/>
                </a:solidFill>
                <a:effectLst/>
              </a:rPr>
              <a:t>Possible Causes</a:t>
            </a:r>
          </a:p>
          <a:p>
            <a:pPr algn="l"/>
            <a:r>
              <a:rPr lang="en-US" sz="4800" b="0" i="0" dirty="0">
                <a:solidFill>
                  <a:srgbClr val="333333"/>
                </a:solidFill>
                <a:effectLst/>
              </a:rPr>
              <a:t>Handover can fail:</a:t>
            </a:r>
          </a:p>
          <a:p>
            <a:pPr algn="l">
              <a:buFont typeface="Arial" panose="020B0604020202020204" pitchFamily="34" charset="0"/>
              <a:buChar char="•"/>
            </a:pPr>
            <a:r>
              <a:rPr lang="en-US" sz="4800" b="0" i="0" dirty="0">
                <a:solidFill>
                  <a:srgbClr val="333333"/>
                </a:solidFill>
                <a:effectLst/>
              </a:rPr>
              <a:t>In component side</a:t>
            </a:r>
          </a:p>
          <a:p>
            <a:pPr algn="l">
              <a:buFont typeface="Arial" panose="020B0604020202020204" pitchFamily="34" charset="0"/>
              <a:buChar char="•"/>
            </a:pPr>
            <a:r>
              <a:rPr lang="en-US" sz="4800" b="0" i="0" dirty="0">
                <a:solidFill>
                  <a:srgbClr val="333333"/>
                </a:solidFill>
                <a:effectLst/>
              </a:rPr>
              <a:t>On network side</a:t>
            </a:r>
          </a:p>
          <a:p>
            <a:pPr algn="l">
              <a:buFont typeface="Arial" panose="020B0604020202020204" pitchFamily="34" charset="0"/>
              <a:buChar char="•"/>
            </a:pPr>
            <a:r>
              <a:rPr lang="en-US" sz="4800" b="0" i="0" dirty="0">
                <a:solidFill>
                  <a:srgbClr val="333333"/>
                </a:solidFill>
                <a:effectLst/>
              </a:rPr>
              <a:t>In serving side</a:t>
            </a:r>
          </a:p>
          <a:p>
            <a:pPr algn="l">
              <a:buFont typeface="Arial" panose="020B0604020202020204" pitchFamily="34" charset="0"/>
              <a:buChar char="•"/>
            </a:pPr>
            <a:r>
              <a:rPr lang="en-US" sz="4800" b="0" i="0" dirty="0">
                <a:solidFill>
                  <a:srgbClr val="333333"/>
                </a:solidFill>
                <a:effectLst/>
              </a:rPr>
              <a:t>If the subscriber is not to be subscribed for an interworking scenario</a:t>
            </a:r>
          </a:p>
          <a:p>
            <a:pPr marL="0" indent="0" algn="l">
              <a:buNone/>
            </a:pPr>
            <a:r>
              <a:rPr lang="en-US" sz="4800" b="1" i="0" dirty="0">
                <a:solidFill>
                  <a:srgbClr val="333333"/>
                </a:solidFill>
                <a:effectLst/>
              </a:rPr>
              <a:t>Preprocessing</a:t>
            </a:r>
          </a:p>
          <a:p>
            <a:pPr algn="l">
              <a:buFont typeface="Arial" panose="020B0604020202020204" pitchFamily="34" charset="0"/>
              <a:buChar char="•"/>
            </a:pPr>
            <a:r>
              <a:rPr lang="en-US" sz="4800" b="0" i="0" dirty="0">
                <a:solidFill>
                  <a:srgbClr val="333333"/>
                </a:solidFill>
                <a:effectLst/>
              </a:rPr>
              <a:t>Check if the UDM, UDR, HSS are up and running</a:t>
            </a:r>
          </a:p>
          <a:p>
            <a:pPr algn="l">
              <a:buFont typeface="Arial" panose="020B0604020202020204" pitchFamily="34" charset="0"/>
              <a:buChar char="•"/>
            </a:pPr>
            <a:r>
              <a:rPr lang="en-US" sz="4800" b="0" i="0" dirty="0">
                <a:solidFill>
                  <a:srgbClr val="333333"/>
                </a:solidFill>
                <a:effectLst/>
              </a:rPr>
              <a:t>Check if a fault alarm is generated by any of the network functions</a:t>
            </a:r>
          </a:p>
          <a:p>
            <a:pPr algn="l">
              <a:buFont typeface="Arial" panose="020B0604020202020204" pitchFamily="34" charset="0"/>
              <a:buChar char="•"/>
            </a:pPr>
            <a:r>
              <a:rPr lang="en-US" sz="4800" b="0" i="0" dirty="0">
                <a:solidFill>
                  <a:srgbClr val="333333"/>
                </a:solidFill>
                <a:effectLst/>
              </a:rPr>
              <a:t>5G-4G handover:</a:t>
            </a:r>
          </a:p>
          <a:p>
            <a:pPr algn="l">
              <a:buFont typeface="Arial" panose="020B0604020202020204" pitchFamily="34" charset="0"/>
              <a:buChar char="•"/>
            </a:pPr>
            <a:r>
              <a:rPr lang="en-US" sz="4800" b="0" i="0" dirty="0">
                <a:solidFill>
                  <a:srgbClr val="333333"/>
                </a:solidFill>
                <a:effectLst/>
              </a:rPr>
              <a:t>UDM:</a:t>
            </a:r>
          </a:p>
          <a:p>
            <a:pPr algn="l">
              <a:buFont typeface="Arial" panose="020B0604020202020204" pitchFamily="34" charset="0"/>
              <a:buChar char="•"/>
            </a:pPr>
            <a:r>
              <a:rPr lang="en-US" sz="4800" b="0" i="0" dirty="0">
                <a:solidFill>
                  <a:srgbClr val="333333"/>
                </a:solidFill>
                <a:effectLst/>
              </a:rPr>
              <a:t>Interworking4G: 1</a:t>
            </a:r>
          </a:p>
          <a:p>
            <a:pPr marL="0" indent="0" algn="l">
              <a:buNone/>
            </a:pPr>
            <a:endParaRPr lang="en-US" sz="4800" b="0" i="0" dirty="0">
              <a:solidFill>
                <a:srgbClr val="333333"/>
              </a:solidFill>
              <a:effectLst/>
            </a:endParaRPr>
          </a:p>
          <a:p>
            <a:pPr marL="0" indent="0" algn="l">
              <a:buNone/>
            </a:pPr>
            <a:r>
              <a:rPr lang="en-US" sz="4800" b="1" i="0" dirty="0">
                <a:solidFill>
                  <a:srgbClr val="333333"/>
                </a:solidFill>
                <a:effectLst/>
              </a:rPr>
              <a:t>Troubleshooting Procedure</a:t>
            </a:r>
          </a:p>
          <a:p>
            <a:pPr algn="l"/>
            <a:r>
              <a:rPr lang="en-US" sz="4800" b="0" i="0" dirty="0">
                <a:solidFill>
                  <a:srgbClr val="333333"/>
                </a:solidFill>
                <a:effectLst/>
              </a:rPr>
              <a:t>The following section includes troubleshooting steps for various diameter messages and their error codes:</a:t>
            </a:r>
          </a:p>
          <a:p>
            <a:pPr algn="l"/>
            <a:r>
              <a:rPr lang="en-US" sz="4800" b="1" i="0" dirty="0">
                <a:solidFill>
                  <a:srgbClr val="333333"/>
                </a:solidFill>
                <a:effectLst/>
              </a:rPr>
              <a:t>Diameter Error Code 5001</a:t>
            </a:r>
          </a:p>
          <a:p>
            <a:pPr algn="l"/>
            <a:r>
              <a:rPr lang="en-US" sz="4800" b="1" i="0" dirty="0">
                <a:solidFill>
                  <a:srgbClr val="333333"/>
                </a:solidFill>
                <a:effectLst/>
              </a:rPr>
              <a:t>Diameter Message:</a:t>
            </a:r>
            <a:r>
              <a:rPr lang="en-US" sz="4800" b="0" i="0" dirty="0">
                <a:solidFill>
                  <a:srgbClr val="333333"/>
                </a:solidFill>
                <a:effectLst/>
              </a:rPr>
              <a:t> ULR</a:t>
            </a:r>
          </a:p>
          <a:p>
            <a:pPr marL="0" indent="0" algn="l">
              <a:buNone/>
            </a:pPr>
            <a:r>
              <a:rPr lang="en-US" sz="4800" b="1" i="0" dirty="0">
                <a:solidFill>
                  <a:srgbClr val="333333"/>
                </a:solidFill>
                <a:effectLst/>
              </a:rPr>
              <a:t>Reason:</a:t>
            </a:r>
            <a:r>
              <a:rPr lang="en-US" sz="4800" b="0" i="0" dirty="0">
                <a:solidFill>
                  <a:srgbClr val="333333"/>
                </a:solidFill>
                <a:effectLst/>
              </a:rPr>
              <a:t> Internal Server Error occurs due to:</a:t>
            </a:r>
          </a:p>
          <a:p>
            <a:pPr algn="l">
              <a:buFont typeface="Arial" panose="020B0604020202020204" pitchFamily="34" charset="0"/>
              <a:buChar char="•"/>
            </a:pPr>
            <a:r>
              <a:rPr lang="en-US" sz="4800" b="0" i="0" dirty="0">
                <a:solidFill>
                  <a:srgbClr val="333333"/>
                </a:solidFill>
                <a:effectLst/>
              </a:rPr>
              <a:t>HSS/ UDR is down</a:t>
            </a:r>
          </a:p>
          <a:p>
            <a:pPr algn="l">
              <a:buFont typeface="Arial" panose="020B0604020202020204" pitchFamily="34" charset="0"/>
              <a:buChar char="•"/>
            </a:pPr>
            <a:r>
              <a:rPr lang="en-US" sz="4800" b="0" i="0" dirty="0">
                <a:solidFill>
                  <a:srgbClr val="333333"/>
                </a:solidFill>
                <a:effectLst/>
              </a:rPr>
              <a:t>Database is down</a:t>
            </a:r>
          </a:p>
          <a:p>
            <a:pPr algn="l">
              <a:buFont typeface="Arial" panose="020B0604020202020204" pitchFamily="34" charset="0"/>
              <a:buChar char="•"/>
            </a:pPr>
            <a:r>
              <a:rPr lang="en-US" sz="4800" b="0" i="0" dirty="0">
                <a:solidFill>
                  <a:srgbClr val="333333"/>
                </a:solidFill>
                <a:effectLst/>
              </a:rPr>
              <a:t>Invalid subscriber data</a:t>
            </a:r>
          </a:p>
          <a:p>
            <a:pPr marL="0" indent="0" algn="l">
              <a:buNone/>
            </a:pPr>
            <a:endParaRPr lang="en-IN" dirty="0"/>
          </a:p>
        </p:txBody>
      </p:sp>
    </p:spTree>
    <p:custDataLst>
      <p:tags r:id="rId1"/>
    </p:custDataLst>
    <p:extLst>
      <p:ext uri="{BB962C8B-B14F-4D97-AF65-F5344CB8AC3E}">
        <p14:creationId xmlns:p14="http://schemas.microsoft.com/office/powerpoint/2010/main" val="40536873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42913" y="11680"/>
            <a:ext cx="11269662" cy="684212"/>
          </a:xfrm>
        </p:spPr>
        <p:txBody>
          <a:bodyPr>
            <a:normAutofit/>
          </a:bodyPr>
          <a:lstStyle/>
          <a:p>
            <a:pPr algn="l"/>
            <a:r>
              <a:rPr lang="en-US" sz="3200"/>
              <a:t>Subscriber 5G-4G handover fails</a:t>
            </a:r>
            <a:endParaRPr lang="en-US" sz="3200">
              <a:solidFill>
                <a:schemeClr val="bg1"/>
              </a:solidFill>
            </a:endParaRPr>
          </a:p>
        </p:txBody>
      </p:sp>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59</a:t>
            </a:fld>
            <a:endParaRPr lang="en-US"/>
          </a:p>
        </p:txBody>
      </p:sp>
      <p:sp>
        <p:nvSpPr>
          <p:cNvPr id="5" name="Content Placeholder 4">
            <a:extLst>
              <a:ext uri="{FF2B5EF4-FFF2-40B4-BE49-F238E27FC236}">
                <a16:creationId xmlns:a16="http://schemas.microsoft.com/office/drawing/2014/main" id="{B3F41200-3D7D-4D9F-8AC7-CB92286A2D1C}"/>
              </a:ext>
            </a:extLst>
          </p:cNvPr>
          <p:cNvSpPr>
            <a:spLocks noGrp="1"/>
          </p:cNvSpPr>
          <p:nvPr>
            <p:ph idx="1"/>
          </p:nvPr>
        </p:nvSpPr>
        <p:spPr>
          <a:xfrm>
            <a:off x="442913" y="671287"/>
            <a:ext cx="11269662" cy="5862977"/>
          </a:xfrm>
        </p:spPr>
        <p:txBody>
          <a:bodyPr>
            <a:normAutofit/>
          </a:bodyPr>
          <a:lstStyle/>
          <a:p>
            <a:pPr marL="0" indent="0" algn="l">
              <a:buNone/>
            </a:pPr>
            <a:r>
              <a:rPr lang="en-US" sz="1200" b="1" i="0" dirty="0">
                <a:solidFill>
                  <a:srgbClr val="333333"/>
                </a:solidFill>
                <a:effectLst/>
              </a:rPr>
              <a:t>Steps to resolve:</a:t>
            </a:r>
            <a:endParaRPr lang="en-US" sz="1200" b="0" i="0" dirty="0">
              <a:solidFill>
                <a:srgbClr val="333333"/>
              </a:solidFill>
              <a:effectLst/>
            </a:endParaRPr>
          </a:p>
          <a:p>
            <a:pPr algn="l">
              <a:buFont typeface="+mj-lt"/>
              <a:buAutoNum type="arabicPeriod"/>
            </a:pPr>
            <a:r>
              <a:rPr lang="en-US" sz="1200" b="0" i="0" dirty="0">
                <a:solidFill>
                  <a:srgbClr val="333333"/>
                </a:solidFill>
                <a:effectLst/>
              </a:rPr>
              <a:t>If database is down, restart the same, depending upon type of deployment.</a:t>
            </a:r>
          </a:p>
          <a:p>
            <a:pPr algn="l">
              <a:buFont typeface="+mj-lt"/>
              <a:buAutoNum type="arabicPeriod"/>
            </a:pPr>
            <a:r>
              <a:rPr lang="en-US" sz="1200" b="0" i="0" dirty="0">
                <a:solidFill>
                  <a:srgbClr val="333333"/>
                </a:solidFill>
                <a:effectLst/>
              </a:rPr>
              <a:t>If UDR is down, restart the </a:t>
            </a:r>
            <a:r>
              <a:rPr lang="en-US" sz="1200" b="0" i="1" dirty="0">
                <a:solidFill>
                  <a:srgbClr val="333333"/>
                </a:solidFill>
                <a:effectLst/>
              </a:rPr>
              <a:t>UDR NF</a:t>
            </a:r>
            <a:endParaRPr lang="en-US" sz="1200" b="0" i="0" dirty="0">
              <a:solidFill>
                <a:srgbClr val="333333"/>
              </a:solidFill>
              <a:effectLst/>
            </a:endParaRPr>
          </a:p>
          <a:p>
            <a:pPr algn="l">
              <a:buFont typeface="+mj-lt"/>
              <a:buAutoNum type="arabicPeriod"/>
            </a:pPr>
            <a:r>
              <a:rPr lang="en-US" sz="1200" b="0" i="0" dirty="0">
                <a:solidFill>
                  <a:srgbClr val="333333"/>
                </a:solidFill>
                <a:effectLst/>
              </a:rPr>
              <a:t>If the deployment of UDR is a POD on Kubernetes, then it automatically restarts.</a:t>
            </a:r>
          </a:p>
          <a:p>
            <a:pPr algn="l">
              <a:buFont typeface="+mj-lt"/>
              <a:buAutoNum type="arabicPeriod"/>
            </a:pPr>
            <a:r>
              <a:rPr lang="en-US" sz="1200" b="0" i="0" dirty="0">
                <a:solidFill>
                  <a:srgbClr val="333333"/>
                </a:solidFill>
                <a:effectLst/>
              </a:rPr>
              <a:t>If subscriber database has invalid values, correct the values by re-provisioning same subscriber correctly.</a:t>
            </a:r>
            <a:endParaRPr lang="en-US" sz="1200" b="1" i="0" dirty="0">
              <a:solidFill>
                <a:srgbClr val="333333"/>
              </a:solidFill>
              <a:effectLst/>
            </a:endParaRPr>
          </a:p>
          <a:p>
            <a:pPr algn="l"/>
            <a:endParaRPr lang="en-US" sz="1200" b="1" dirty="0">
              <a:solidFill>
                <a:srgbClr val="333333"/>
              </a:solidFill>
            </a:endParaRPr>
          </a:p>
          <a:p>
            <a:pPr algn="l"/>
            <a:r>
              <a:rPr lang="en-US" sz="1200" b="1" i="0" dirty="0">
                <a:solidFill>
                  <a:srgbClr val="333333"/>
                </a:solidFill>
                <a:effectLst/>
              </a:rPr>
              <a:t>Diameter Error Code 5003</a:t>
            </a:r>
          </a:p>
          <a:p>
            <a:pPr algn="l"/>
            <a:r>
              <a:rPr lang="en-US" sz="1200" b="1" i="0" dirty="0">
                <a:solidFill>
                  <a:srgbClr val="333333"/>
                </a:solidFill>
                <a:effectLst/>
              </a:rPr>
              <a:t>Diameter Message</a:t>
            </a:r>
            <a:r>
              <a:rPr lang="en-US" sz="1200" b="0" i="0" dirty="0">
                <a:solidFill>
                  <a:srgbClr val="333333"/>
                </a:solidFill>
                <a:effectLst/>
              </a:rPr>
              <a:t>: ULR</a:t>
            </a:r>
          </a:p>
          <a:p>
            <a:pPr algn="l"/>
            <a:r>
              <a:rPr lang="en-US" sz="1200" b="1" i="0" dirty="0">
                <a:solidFill>
                  <a:srgbClr val="333333"/>
                </a:solidFill>
                <a:effectLst/>
              </a:rPr>
              <a:t>Reason</a:t>
            </a:r>
            <a:r>
              <a:rPr lang="en-US" sz="1200" b="0" i="0" dirty="0">
                <a:solidFill>
                  <a:srgbClr val="333333"/>
                </a:solidFill>
                <a:effectLst/>
              </a:rPr>
              <a:t>: Diameter Authorization Rejected. This occurs when subscriber is not allowed in EUTRAN Radio type</a:t>
            </a:r>
          </a:p>
          <a:p>
            <a:pPr algn="l"/>
            <a:r>
              <a:rPr lang="en-US" sz="1200" b="1" i="0" dirty="0">
                <a:solidFill>
                  <a:srgbClr val="333333"/>
                </a:solidFill>
                <a:effectLst/>
              </a:rPr>
              <a:t>Step to resolve</a:t>
            </a:r>
            <a:r>
              <a:rPr lang="en-US" sz="1200" b="0" i="0" dirty="0">
                <a:solidFill>
                  <a:srgbClr val="333333"/>
                </a:solidFill>
                <a:effectLst/>
              </a:rPr>
              <a:t>: Check subscriber provisioning, if subscriber is not allowed in EUTRAN network then, this failure can occur. If subscriber was not meant to be blocked in EUTRAN network, then this can be unset using SDM Portal.</a:t>
            </a:r>
          </a:p>
          <a:p>
            <a:pPr algn="l">
              <a:buFont typeface="Arial" panose="020B0604020202020204" pitchFamily="34" charset="0"/>
              <a:buChar char="•"/>
            </a:pPr>
            <a:endParaRPr lang="en-US" sz="1200" b="0" i="0" dirty="0">
              <a:solidFill>
                <a:srgbClr val="333333"/>
              </a:solidFill>
              <a:effectLst/>
            </a:endParaRPr>
          </a:p>
          <a:p>
            <a:pPr marL="0" indent="0" algn="l">
              <a:buNone/>
            </a:pPr>
            <a:endParaRPr lang="en-IN" dirty="0"/>
          </a:p>
        </p:txBody>
      </p:sp>
    </p:spTree>
    <p:custDataLst>
      <p:tags r:id="rId1"/>
    </p:custDataLst>
    <p:extLst>
      <p:ext uri="{BB962C8B-B14F-4D97-AF65-F5344CB8AC3E}">
        <p14:creationId xmlns:p14="http://schemas.microsoft.com/office/powerpoint/2010/main" val="237773113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42913" y="11680"/>
            <a:ext cx="11269662" cy="684212"/>
          </a:xfrm>
        </p:spPr>
        <p:txBody>
          <a:bodyPr>
            <a:normAutofit/>
          </a:bodyPr>
          <a:lstStyle/>
          <a:p>
            <a:pPr algn="l"/>
            <a:r>
              <a:rPr lang="en-US" sz="3200">
                <a:solidFill>
                  <a:schemeClr val="bg1"/>
                </a:solidFill>
              </a:rPr>
              <a:t>Subscriber 5G-5G handover fails</a:t>
            </a:r>
          </a:p>
        </p:txBody>
      </p:sp>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60</a:t>
            </a:fld>
            <a:endParaRPr lang="en-US"/>
          </a:p>
        </p:txBody>
      </p:sp>
      <p:sp>
        <p:nvSpPr>
          <p:cNvPr id="5" name="Content Placeholder 4">
            <a:extLst>
              <a:ext uri="{FF2B5EF4-FFF2-40B4-BE49-F238E27FC236}">
                <a16:creationId xmlns:a16="http://schemas.microsoft.com/office/drawing/2014/main" id="{B3F41200-3D7D-4D9F-8AC7-CB92286A2D1C}"/>
              </a:ext>
            </a:extLst>
          </p:cNvPr>
          <p:cNvSpPr>
            <a:spLocks noGrp="1"/>
          </p:cNvSpPr>
          <p:nvPr>
            <p:ph idx="1"/>
          </p:nvPr>
        </p:nvSpPr>
        <p:spPr>
          <a:xfrm>
            <a:off x="461169" y="839729"/>
            <a:ext cx="11269662" cy="5862977"/>
          </a:xfrm>
        </p:spPr>
        <p:txBody>
          <a:bodyPr>
            <a:normAutofit/>
          </a:bodyPr>
          <a:lstStyle/>
          <a:p>
            <a:pPr marL="0" indent="0" algn="l">
              <a:buNone/>
            </a:pPr>
            <a:r>
              <a:rPr lang="en-US" sz="1200" b="1" i="0">
                <a:solidFill>
                  <a:srgbClr val="333333"/>
                </a:solidFill>
                <a:effectLst/>
              </a:rPr>
              <a:t>Possible Causes</a:t>
            </a:r>
          </a:p>
          <a:p>
            <a:pPr lvl="1"/>
            <a:r>
              <a:rPr lang="en-US" sz="1200" b="0" i="0">
                <a:solidFill>
                  <a:srgbClr val="333333"/>
                </a:solidFill>
                <a:effectLst/>
              </a:rPr>
              <a:t>Handover can fail due to:</a:t>
            </a:r>
          </a:p>
          <a:p>
            <a:pPr lvl="1"/>
            <a:r>
              <a:rPr lang="en-US" sz="1200" b="0" i="0">
                <a:solidFill>
                  <a:srgbClr val="333333"/>
                </a:solidFill>
                <a:effectLst/>
              </a:rPr>
              <a:t>Error in core network components</a:t>
            </a:r>
          </a:p>
          <a:p>
            <a:pPr lvl="1"/>
            <a:r>
              <a:rPr lang="en-US" sz="1200" b="0" i="0">
                <a:solidFill>
                  <a:srgbClr val="333333"/>
                </a:solidFill>
                <a:effectLst/>
              </a:rPr>
              <a:t>Database is down</a:t>
            </a:r>
          </a:p>
          <a:p>
            <a:pPr lvl="1"/>
            <a:r>
              <a:rPr lang="en-US" sz="1200" b="0" i="0">
                <a:solidFill>
                  <a:srgbClr val="333333"/>
                </a:solidFill>
                <a:effectLst/>
              </a:rPr>
              <a:t>UDR is down</a:t>
            </a:r>
          </a:p>
          <a:p>
            <a:pPr lvl="1"/>
            <a:r>
              <a:rPr lang="en-US" sz="1200" b="0" i="0">
                <a:solidFill>
                  <a:srgbClr val="333333"/>
                </a:solidFill>
                <a:effectLst/>
              </a:rPr>
              <a:t>Subscriber database is down</a:t>
            </a:r>
          </a:p>
          <a:p>
            <a:pPr algn="l"/>
            <a:r>
              <a:rPr lang="en-US" sz="1200" b="1" i="0">
                <a:solidFill>
                  <a:srgbClr val="333333"/>
                </a:solidFill>
                <a:effectLst/>
              </a:rPr>
              <a:t>Preprocessing</a:t>
            </a:r>
          </a:p>
          <a:p>
            <a:pPr lvl="1"/>
            <a:r>
              <a:rPr lang="en-US" sz="1200" b="0" i="0">
                <a:solidFill>
                  <a:srgbClr val="333333"/>
                </a:solidFill>
                <a:effectLst/>
              </a:rPr>
              <a:t>Check if the UDM, UDR are up and running</a:t>
            </a:r>
          </a:p>
          <a:p>
            <a:pPr lvl="1"/>
            <a:r>
              <a:rPr lang="en-US" sz="1200" b="0" i="0">
                <a:solidFill>
                  <a:srgbClr val="333333"/>
                </a:solidFill>
                <a:effectLst/>
              </a:rPr>
              <a:t>Check if any fault alarm is generated by any of the network functions</a:t>
            </a:r>
          </a:p>
          <a:p>
            <a:pPr algn="l"/>
            <a:r>
              <a:rPr lang="en-US" sz="1200" b="1" i="0">
                <a:solidFill>
                  <a:srgbClr val="333333"/>
                </a:solidFill>
                <a:effectLst/>
              </a:rPr>
              <a:t>Troubleshooting Procedure</a:t>
            </a:r>
          </a:p>
          <a:p>
            <a:pPr marL="0" indent="0" algn="l">
              <a:buNone/>
            </a:pPr>
            <a:r>
              <a:rPr lang="en-US" sz="1200" b="0" i="0">
                <a:solidFill>
                  <a:srgbClr val="333333"/>
                </a:solidFill>
                <a:effectLst/>
              </a:rPr>
              <a:t>Below section includes troubleshooting steps for various API and their error codes:</a:t>
            </a:r>
          </a:p>
          <a:p>
            <a:pPr algn="l"/>
            <a:r>
              <a:rPr lang="en-US" sz="1200" b="1" i="0">
                <a:solidFill>
                  <a:srgbClr val="333333"/>
                </a:solidFill>
                <a:effectLst/>
              </a:rPr>
              <a:t>HTTP Error Code 404</a:t>
            </a:r>
          </a:p>
          <a:p>
            <a:pPr lvl="1"/>
            <a:r>
              <a:rPr lang="en-US" sz="1200" b="1" i="0">
                <a:solidFill>
                  <a:srgbClr val="333333"/>
                </a:solidFill>
                <a:effectLst/>
              </a:rPr>
              <a:t>Message:</a:t>
            </a:r>
            <a:r>
              <a:rPr lang="en-US" sz="1200" b="0" i="0">
                <a:solidFill>
                  <a:srgbClr val="333333"/>
                </a:solidFill>
                <a:effectLst/>
              </a:rPr>
              <a:t> API - AMF Registration PUT</a:t>
            </a:r>
          </a:p>
          <a:p>
            <a:pPr lvl="1"/>
            <a:r>
              <a:rPr lang="en-US" sz="1200" b="1" i="0">
                <a:solidFill>
                  <a:srgbClr val="333333"/>
                </a:solidFill>
                <a:effectLst/>
              </a:rPr>
              <a:t>Reason: </a:t>
            </a:r>
            <a:r>
              <a:rPr lang="en-US" sz="1200" b="0" i="0">
                <a:solidFill>
                  <a:srgbClr val="333333"/>
                </a:solidFill>
                <a:effectLst/>
              </a:rPr>
              <a:t>This an internal server error which can occur due to following reasons:</a:t>
            </a:r>
          </a:p>
          <a:p>
            <a:pPr lvl="1"/>
            <a:r>
              <a:rPr lang="en-US" sz="1200" b="0" i="0">
                <a:solidFill>
                  <a:srgbClr val="333333"/>
                </a:solidFill>
                <a:effectLst/>
              </a:rPr>
              <a:t>Database is down/ unreachable.</a:t>
            </a:r>
          </a:p>
          <a:p>
            <a:pPr lvl="1"/>
            <a:r>
              <a:rPr lang="en-US" sz="1200" b="0" i="0">
                <a:solidFill>
                  <a:srgbClr val="333333"/>
                </a:solidFill>
                <a:effectLst/>
              </a:rPr>
              <a:t>UDR is down / unreachable.</a:t>
            </a:r>
          </a:p>
          <a:p>
            <a:pPr lvl="1"/>
            <a:r>
              <a:rPr lang="en-US" sz="1200" b="0" i="0">
                <a:solidFill>
                  <a:srgbClr val="333333"/>
                </a:solidFill>
                <a:effectLst/>
              </a:rPr>
              <a:t>Subscriber data present inside database has invalid values, so UDM is unable to complete registration request completely.</a:t>
            </a:r>
          </a:p>
          <a:p>
            <a:pPr algn="l"/>
            <a:r>
              <a:rPr lang="en-US" sz="1200" b="1" i="0">
                <a:solidFill>
                  <a:srgbClr val="333333"/>
                </a:solidFill>
                <a:effectLst/>
              </a:rPr>
              <a:t>Steps to Resolve:</a:t>
            </a:r>
            <a:endParaRPr lang="en-US" sz="1200" b="0" i="0">
              <a:solidFill>
                <a:srgbClr val="333333"/>
              </a:solidFill>
              <a:effectLst/>
            </a:endParaRPr>
          </a:p>
          <a:p>
            <a:pPr lvl="1">
              <a:buFont typeface="+mj-lt"/>
              <a:buAutoNum type="arabicPeriod"/>
            </a:pPr>
            <a:r>
              <a:rPr lang="en-US" sz="1200" b="0" i="0">
                <a:solidFill>
                  <a:srgbClr val="333333"/>
                </a:solidFill>
                <a:effectLst/>
              </a:rPr>
              <a:t>If Database is down, restart the database depending upon type of deployment.</a:t>
            </a:r>
          </a:p>
          <a:p>
            <a:pPr lvl="1">
              <a:buFont typeface="+mj-lt"/>
              <a:buAutoNum type="arabicPeriod"/>
            </a:pPr>
            <a:r>
              <a:rPr lang="en-US" sz="1200" b="0" i="0">
                <a:solidFill>
                  <a:srgbClr val="333333"/>
                </a:solidFill>
                <a:effectLst/>
              </a:rPr>
              <a:t>If subscriber database has invalid values, correct the same by re-provisioning same subscriber correctly.</a:t>
            </a:r>
          </a:p>
          <a:p>
            <a:pPr algn="l">
              <a:buFont typeface="Arial" panose="020B0604020202020204" pitchFamily="34" charset="0"/>
              <a:buChar char="•"/>
            </a:pPr>
            <a:endParaRPr lang="en-US" sz="1200" b="0" i="0">
              <a:solidFill>
                <a:srgbClr val="333333"/>
              </a:solidFill>
              <a:effectLst/>
            </a:endParaRPr>
          </a:p>
          <a:p>
            <a:pPr marL="0" indent="0" algn="l">
              <a:buNone/>
            </a:pPr>
            <a:endParaRPr lang="en-IN"/>
          </a:p>
        </p:txBody>
      </p:sp>
    </p:spTree>
    <p:custDataLst>
      <p:tags r:id="rId1"/>
    </p:custDataLst>
    <p:extLst>
      <p:ext uri="{BB962C8B-B14F-4D97-AF65-F5344CB8AC3E}">
        <p14:creationId xmlns:p14="http://schemas.microsoft.com/office/powerpoint/2010/main" val="148989511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42913" y="11680"/>
            <a:ext cx="11269662" cy="684212"/>
          </a:xfrm>
        </p:spPr>
        <p:txBody>
          <a:bodyPr>
            <a:normAutofit/>
          </a:bodyPr>
          <a:lstStyle/>
          <a:p>
            <a:pPr algn="l"/>
            <a:r>
              <a:rPr lang="en-US" sz="3200">
                <a:solidFill>
                  <a:schemeClr val="bg1"/>
                </a:solidFill>
              </a:rPr>
              <a:t>Registration/Deregistration Issues</a:t>
            </a:r>
          </a:p>
        </p:txBody>
      </p:sp>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61</a:t>
            </a:fld>
            <a:endParaRPr lang="en-US"/>
          </a:p>
        </p:txBody>
      </p:sp>
      <p:sp>
        <p:nvSpPr>
          <p:cNvPr id="5" name="Content Placeholder 4">
            <a:extLst>
              <a:ext uri="{FF2B5EF4-FFF2-40B4-BE49-F238E27FC236}">
                <a16:creationId xmlns:a16="http://schemas.microsoft.com/office/drawing/2014/main" id="{B3F41200-3D7D-4D9F-8AC7-CB92286A2D1C}"/>
              </a:ext>
            </a:extLst>
          </p:cNvPr>
          <p:cNvSpPr>
            <a:spLocks noGrp="1"/>
          </p:cNvSpPr>
          <p:nvPr>
            <p:ph idx="1"/>
          </p:nvPr>
        </p:nvSpPr>
        <p:spPr>
          <a:xfrm>
            <a:off x="461169" y="839729"/>
            <a:ext cx="11269662" cy="5862977"/>
          </a:xfrm>
        </p:spPr>
        <p:txBody>
          <a:bodyPr>
            <a:normAutofit/>
          </a:bodyPr>
          <a:lstStyle/>
          <a:p>
            <a:pPr marL="0" indent="0" algn="l">
              <a:buNone/>
            </a:pPr>
            <a:r>
              <a:rPr lang="en-US" sz="1200" i="0">
                <a:solidFill>
                  <a:srgbClr val="333333"/>
                </a:solidFill>
                <a:effectLst/>
              </a:rPr>
              <a:t>The following are the four possible scenarios:</a:t>
            </a:r>
          </a:p>
          <a:p>
            <a:pPr marL="0" indent="0" algn="l">
              <a:buNone/>
            </a:pPr>
            <a:endParaRPr lang="en-US" sz="1200" i="0">
              <a:solidFill>
                <a:srgbClr val="333333"/>
              </a:solidFill>
              <a:effectLst/>
            </a:endParaRPr>
          </a:p>
          <a:p>
            <a:pPr lvl="1"/>
            <a:r>
              <a:rPr lang="en-US" sz="1200" i="0">
                <a:solidFill>
                  <a:srgbClr val="333333"/>
                </a:solidFill>
                <a:effectLst/>
              </a:rPr>
              <a:t>Subscriber registration is not successful (4G)</a:t>
            </a:r>
          </a:p>
          <a:p>
            <a:pPr lvl="1"/>
            <a:endParaRPr lang="en-US" sz="1200" i="0">
              <a:solidFill>
                <a:srgbClr val="333333"/>
              </a:solidFill>
              <a:effectLst/>
            </a:endParaRPr>
          </a:p>
          <a:p>
            <a:pPr lvl="1"/>
            <a:r>
              <a:rPr lang="en-US" sz="1200" i="0">
                <a:solidFill>
                  <a:srgbClr val="333333"/>
                </a:solidFill>
                <a:effectLst/>
              </a:rPr>
              <a:t>Subscriber registration is not successful (5G)</a:t>
            </a:r>
          </a:p>
          <a:p>
            <a:pPr lvl="1"/>
            <a:endParaRPr lang="en-US" sz="1200" i="0">
              <a:solidFill>
                <a:srgbClr val="333333"/>
              </a:solidFill>
              <a:effectLst/>
            </a:endParaRPr>
          </a:p>
          <a:p>
            <a:pPr lvl="1"/>
            <a:r>
              <a:rPr lang="en-US" sz="1200" i="0">
                <a:solidFill>
                  <a:srgbClr val="333333"/>
                </a:solidFill>
                <a:effectLst/>
              </a:rPr>
              <a:t>Subscriber De-registration is not successful ( 4G)</a:t>
            </a:r>
          </a:p>
          <a:p>
            <a:pPr lvl="1"/>
            <a:endParaRPr lang="en-US" sz="1200" i="0">
              <a:solidFill>
                <a:srgbClr val="333333"/>
              </a:solidFill>
              <a:effectLst/>
            </a:endParaRPr>
          </a:p>
          <a:p>
            <a:pPr lvl="1"/>
            <a:r>
              <a:rPr lang="en-US" sz="1200" i="0">
                <a:solidFill>
                  <a:srgbClr val="333333"/>
                </a:solidFill>
                <a:effectLst/>
              </a:rPr>
              <a:t>Subscriber Deregistration is not successful (5G)</a:t>
            </a:r>
          </a:p>
          <a:p>
            <a:pPr marL="0" indent="0" algn="l">
              <a:buNone/>
            </a:pPr>
            <a:endParaRPr lang="en-US" sz="1200" b="1" i="0">
              <a:solidFill>
                <a:srgbClr val="333333"/>
              </a:solidFill>
              <a:effectLst/>
              <a:latin typeface="Arial" panose="020B0604020202020204" pitchFamily="34" charset="0"/>
            </a:endParaRPr>
          </a:p>
          <a:p>
            <a:pPr algn="l">
              <a:buFont typeface="Arial" panose="020B0604020202020204" pitchFamily="34" charset="0"/>
              <a:buChar char="•"/>
            </a:pPr>
            <a:endParaRPr lang="en-US" sz="1200" b="0" i="0">
              <a:solidFill>
                <a:srgbClr val="333333"/>
              </a:solidFill>
              <a:effectLst/>
            </a:endParaRPr>
          </a:p>
          <a:p>
            <a:pPr marL="0" indent="0" algn="l">
              <a:buNone/>
            </a:pPr>
            <a:endParaRPr lang="en-IN"/>
          </a:p>
        </p:txBody>
      </p:sp>
    </p:spTree>
    <p:custDataLst>
      <p:tags r:id="rId1"/>
    </p:custDataLst>
    <p:extLst>
      <p:ext uri="{BB962C8B-B14F-4D97-AF65-F5344CB8AC3E}">
        <p14:creationId xmlns:p14="http://schemas.microsoft.com/office/powerpoint/2010/main" val="311926966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42913" y="11680"/>
            <a:ext cx="11269662" cy="684212"/>
          </a:xfrm>
        </p:spPr>
        <p:txBody>
          <a:bodyPr>
            <a:normAutofit/>
          </a:bodyPr>
          <a:lstStyle/>
          <a:p>
            <a:pPr algn="l"/>
            <a:r>
              <a:rPr lang="en-US" sz="3200">
                <a:solidFill>
                  <a:schemeClr val="bg1"/>
                </a:solidFill>
              </a:rPr>
              <a:t>Subscriber registration is not successful (4G)</a:t>
            </a:r>
          </a:p>
        </p:txBody>
      </p:sp>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62</a:t>
            </a:fld>
            <a:endParaRPr lang="en-US"/>
          </a:p>
        </p:txBody>
      </p:sp>
      <p:sp>
        <p:nvSpPr>
          <p:cNvPr id="5" name="Content Placeholder 4">
            <a:extLst>
              <a:ext uri="{FF2B5EF4-FFF2-40B4-BE49-F238E27FC236}">
                <a16:creationId xmlns:a16="http://schemas.microsoft.com/office/drawing/2014/main" id="{B3F41200-3D7D-4D9F-8AC7-CB92286A2D1C}"/>
              </a:ext>
            </a:extLst>
          </p:cNvPr>
          <p:cNvSpPr>
            <a:spLocks noGrp="1"/>
          </p:cNvSpPr>
          <p:nvPr>
            <p:ph idx="1"/>
          </p:nvPr>
        </p:nvSpPr>
        <p:spPr>
          <a:xfrm>
            <a:off x="461169" y="839729"/>
            <a:ext cx="11269662" cy="5862977"/>
          </a:xfrm>
        </p:spPr>
        <p:txBody>
          <a:bodyPr>
            <a:normAutofit/>
          </a:bodyPr>
          <a:lstStyle/>
          <a:p>
            <a:pPr algn="l"/>
            <a:r>
              <a:rPr lang="en-US" sz="1200" b="1" i="0">
                <a:solidFill>
                  <a:srgbClr val="333333"/>
                </a:solidFill>
                <a:effectLst/>
              </a:rPr>
              <a:t>Possible Causes</a:t>
            </a:r>
          </a:p>
          <a:p>
            <a:pPr algn="l"/>
            <a:r>
              <a:rPr lang="en-US" sz="1200" b="0" i="0">
                <a:solidFill>
                  <a:srgbClr val="333333"/>
                </a:solidFill>
                <a:effectLst/>
              </a:rPr>
              <a:t>LTE registration of a subscriber can fail due to the following reasons:</a:t>
            </a:r>
          </a:p>
          <a:p>
            <a:pPr algn="l">
              <a:buFont typeface="Arial" panose="020B0604020202020204" pitchFamily="34" charset="0"/>
              <a:buChar char="•"/>
            </a:pPr>
            <a:r>
              <a:rPr lang="en-US" sz="1200" b="0" i="0">
                <a:solidFill>
                  <a:srgbClr val="333333"/>
                </a:solidFill>
                <a:effectLst/>
              </a:rPr>
              <a:t>Requested IMSI is not configured in HSS/UDR</a:t>
            </a:r>
          </a:p>
          <a:p>
            <a:pPr algn="l">
              <a:buFont typeface="Arial" panose="020B0604020202020204" pitchFamily="34" charset="0"/>
              <a:buChar char="•"/>
            </a:pPr>
            <a:r>
              <a:rPr lang="en-US" sz="1200" b="0" i="0">
                <a:solidFill>
                  <a:srgbClr val="333333"/>
                </a:solidFill>
                <a:effectLst/>
              </a:rPr>
              <a:t>Accessing from restricted access network</a:t>
            </a:r>
          </a:p>
          <a:p>
            <a:pPr algn="l">
              <a:buFont typeface="Arial" panose="020B0604020202020204" pitchFamily="34" charset="0"/>
              <a:buChar char="•"/>
            </a:pPr>
            <a:r>
              <a:rPr lang="en-US" sz="1200" b="0" i="0">
                <a:solidFill>
                  <a:srgbClr val="333333"/>
                </a:solidFill>
                <a:effectLst/>
              </a:rPr>
              <a:t>Requested IMSI profile is barred</a:t>
            </a:r>
          </a:p>
          <a:p>
            <a:pPr algn="l"/>
            <a:r>
              <a:rPr lang="en-US" sz="1200" b="1" i="0">
                <a:solidFill>
                  <a:srgbClr val="333333"/>
                </a:solidFill>
                <a:effectLst/>
              </a:rPr>
              <a:t>Preprocessing</a:t>
            </a:r>
          </a:p>
          <a:p>
            <a:pPr algn="l">
              <a:buFont typeface="Arial" panose="020B0604020202020204" pitchFamily="34" charset="0"/>
              <a:buChar char="•"/>
            </a:pPr>
            <a:r>
              <a:rPr lang="en-US" sz="1200" b="0" i="0">
                <a:solidFill>
                  <a:srgbClr val="333333"/>
                </a:solidFill>
                <a:effectLst/>
              </a:rPr>
              <a:t>Check if the HSS, UDR are up and running</a:t>
            </a:r>
          </a:p>
          <a:p>
            <a:pPr algn="l">
              <a:buFont typeface="Arial" panose="020B0604020202020204" pitchFamily="34" charset="0"/>
              <a:buChar char="•"/>
            </a:pPr>
            <a:r>
              <a:rPr lang="en-US" sz="1200" b="0" i="0">
                <a:solidFill>
                  <a:srgbClr val="333333"/>
                </a:solidFill>
                <a:effectLst/>
              </a:rPr>
              <a:t>Check if any fault alarm is generated by any of the network functions</a:t>
            </a:r>
          </a:p>
          <a:p>
            <a:pPr algn="l"/>
            <a:r>
              <a:rPr lang="en-US" sz="1200" b="1" i="0">
                <a:solidFill>
                  <a:srgbClr val="333333"/>
                </a:solidFill>
                <a:effectLst/>
              </a:rPr>
              <a:t>Troubleshooting Procedure</a:t>
            </a:r>
          </a:p>
          <a:p>
            <a:pPr algn="l"/>
            <a:r>
              <a:rPr lang="en-US" sz="1200" b="0" i="0">
                <a:solidFill>
                  <a:srgbClr val="333333"/>
                </a:solidFill>
                <a:effectLst/>
              </a:rPr>
              <a:t>Below section includes troubleshooting steps for Diameter Messages and error codes.</a:t>
            </a:r>
          </a:p>
          <a:p>
            <a:pPr algn="l"/>
            <a:r>
              <a:rPr lang="en-US" sz="1200" b="1" i="0">
                <a:solidFill>
                  <a:srgbClr val="333333"/>
                </a:solidFill>
                <a:effectLst/>
              </a:rPr>
              <a:t>Diameter Error Code 5001</a:t>
            </a:r>
          </a:p>
          <a:p>
            <a:pPr algn="l"/>
            <a:r>
              <a:rPr lang="en-US" sz="1200" b="1" i="0">
                <a:solidFill>
                  <a:srgbClr val="333333"/>
                </a:solidFill>
                <a:effectLst/>
              </a:rPr>
              <a:t>Message:</a:t>
            </a:r>
            <a:r>
              <a:rPr lang="en-US" sz="1200" b="0" i="0">
                <a:solidFill>
                  <a:srgbClr val="333333"/>
                </a:solidFill>
                <a:effectLst/>
              </a:rPr>
              <a:t> Update-Location-Request</a:t>
            </a:r>
          </a:p>
          <a:p>
            <a:pPr algn="l"/>
            <a:r>
              <a:rPr lang="en-US" sz="1200" b="1" i="0">
                <a:solidFill>
                  <a:srgbClr val="333333"/>
                </a:solidFill>
                <a:effectLst/>
              </a:rPr>
              <a:t>Reason: </a:t>
            </a:r>
            <a:r>
              <a:rPr lang="en-US" sz="1200" b="0" i="0">
                <a:solidFill>
                  <a:srgbClr val="333333"/>
                </a:solidFill>
                <a:effectLst/>
              </a:rPr>
              <a:t>User received in request identified by “User-Name” diameter </a:t>
            </a:r>
            <a:r>
              <a:rPr lang="en-US" sz="1200" b="0" i="0" err="1">
                <a:solidFill>
                  <a:srgbClr val="333333"/>
                </a:solidFill>
                <a:effectLst/>
              </a:rPr>
              <a:t>avp</a:t>
            </a:r>
            <a:r>
              <a:rPr lang="en-US" sz="1200" b="0" i="0">
                <a:solidFill>
                  <a:srgbClr val="333333"/>
                </a:solidFill>
                <a:effectLst/>
              </a:rPr>
              <a:t> is unknown to HSS.</a:t>
            </a:r>
          </a:p>
          <a:p>
            <a:pPr algn="l"/>
            <a:r>
              <a:rPr lang="en-US" sz="1200" b="1" i="0">
                <a:solidFill>
                  <a:srgbClr val="333333"/>
                </a:solidFill>
                <a:effectLst/>
              </a:rPr>
              <a:t>Steps to Resolve:  </a:t>
            </a:r>
            <a:endParaRPr lang="en-US" sz="1200" b="0" i="0">
              <a:solidFill>
                <a:srgbClr val="333333"/>
              </a:solidFill>
              <a:effectLst/>
            </a:endParaRPr>
          </a:p>
          <a:p>
            <a:pPr algn="l">
              <a:buFont typeface="+mj-lt"/>
              <a:buAutoNum type="arabicPeriod"/>
            </a:pPr>
            <a:r>
              <a:rPr lang="en-US" sz="1200" b="0" i="0">
                <a:solidFill>
                  <a:srgbClr val="333333"/>
                </a:solidFill>
                <a:effectLst/>
              </a:rPr>
              <a:t>Provision SIM with IMSI coming in request</a:t>
            </a:r>
          </a:p>
          <a:p>
            <a:pPr algn="l">
              <a:buFont typeface="+mj-lt"/>
              <a:buAutoNum type="arabicPeriod"/>
            </a:pPr>
            <a:r>
              <a:rPr lang="en-US" sz="1200" b="0" i="0">
                <a:solidFill>
                  <a:srgbClr val="333333"/>
                </a:solidFill>
                <a:effectLst/>
              </a:rPr>
              <a:t>Associate subscription to provisioned sim</a:t>
            </a:r>
            <a:endParaRPr lang="en-US" sz="1200">
              <a:solidFill>
                <a:srgbClr val="333333"/>
              </a:solidFill>
            </a:endParaRPr>
          </a:p>
          <a:p>
            <a:pPr algn="l">
              <a:buFont typeface="+mj-lt"/>
              <a:buAutoNum type="arabicPeriod"/>
            </a:pPr>
            <a:r>
              <a:rPr lang="en-US" sz="1200" b="0" i="0">
                <a:solidFill>
                  <a:srgbClr val="333333"/>
                </a:solidFill>
                <a:effectLst/>
              </a:rPr>
              <a:t>Check Logs in IWF, HSS,</a:t>
            </a:r>
            <a:r>
              <a:rPr lang="en-US" sz="1100" b="0" i="0">
                <a:solidFill>
                  <a:srgbClr val="333333"/>
                </a:solidFill>
                <a:effectLst/>
                <a:latin typeface="Arial" panose="020B0604020202020204" pitchFamily="34" charset="0"/>
              </a:rPr>
              <a:t> </a:t>
            </a:r>
          </a:p>
          <a:p>
            <a:pPr marL="0" indent="0" algn="l">
              <a:buNone/>
            </a:pPr>
            <a:endParaRPr lang="en-US" sz="1200" b="1" i="0">
              <a:solidFill>
                <a:srgbClr val="333333"/>
              </a:solidFill>
              <a:effectLst/>
              <a:latin typeface="Arial" panose="020B0604020202020204" pitchFamily="34" charset="0"/>
            </a:endParaRPr>
          </a:p>
          <a:p>
            <a:pPr algn="l">
              <a:buFont typeface="Arial" panose="020B0604020202020204" pitchFamily="34" charset="0"/>
              <a:buChar char="•"/>
            </a:pPr>
            <a:endParaRPr lang="en-US" sz="1200" b="0" i="0">
              <a:solidFill>
                <a:srgbClr val="333333"/>
              </a:solidFill>
              <a:effectLst/>
            </a:endParaRPr>
          </a:p>
          <a:p>
            <a:pPr marL="0" indent="0" algn="l">
              <a:buNone/>
            </a:pPr>
            <a:endParaRPr lang="en-IN"/>
          </a:p>
        </p:txBody>
      </p:sp>
    </p:spTree>
    <p:custDataLst>
      <p:tags r:id="rId1"/>
    </p:custDataLst>
    <p:extLst>
      <p:ext uri="{BB962C8B-B14F-4D97-AF65-F5344CB8AC3E}">
        <p14:creationId xmlns:p14="http://schemas.microsoft.com/office/powerpoint/2010/main" val="104726668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42913" y="11680"/>
            <a:ext cx="11269662" cy="684212"/>
          </a:xfrm>
        </p:spPr>
        <p:txBody>
          <a:bodyPr>
            <a:normAutofit/>
          </a:bodyPr>
          <a:lstStyle/>
          <a:p>
            <a:pPr algn="l"/>
            <a:r>
              <a:rPr lang="en-US" sz="3200">
                <a:solidFill>
                  <a:schemeClr val="bg1"/>
                </a:solidFill>
              </a:rPr>
              <a:t>Subscriber registration is not successful (4G)</a:t>
            </a:r>
          </a:p>
        </p:txBody>
      </p:sp>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63</a:t>
            </a:fld>
            <a:endParaRPr lang="en-US"/>
          </a:p>
        </p:txBody>
      </p:sp>
      <p:sp>
        <p:nvSpPr>
          <p:cNvPr id="5" name="Content Placeholder 4">
            <a:extLst>
              <a:ext uri="{FF2B5EF4-FFF2-40B4-BE49-F238E27FC236}">
                <a16:creationId xmlns:a16="http://schemas.microsoft.com/office/drawing/2014/main" id="{B3F41200-3D7D-4D9F-8AC7-CB92286A2D1C}"/>
              </a:ext>
            </a:extLst>
          </p:cNvPr>
          <p:cNvSpPr>
            <a:spLocks noGrp="1"/>
          </p:cNvSpPr>
          <p:nvPr>
            <p:ph idx="1"/>
          </p:nvPr>
        </p:nvSpPr>
        <p:spPr>
          <a:xfrm>
            <a:off x="587709" y="743763"/>
            <a:ext cx="11269662" cy="5862977"/>
          </a:xfrm>
        </p:spPr>
        <p:txBody>
          <a:bodyPr vert="horz" lIns="91440" tIns="91440" rIns="91440" bIns="45720" rtlCol="0" anchor="t">
            <a:normAutofit/>
          </a:bodyPr>
          <a:lstStyle/>
          <a:p>
            <a:pPr marL="0" indent="0" algn="l">
              <a:buNone/>
            </a:pPr>
            <a:endParaRPr lang="en-US" sz="1200" b="0" i="0">
              <a:solidFill>
                <a:srgbClr val="333333"/>
              </a:solidFill>
              <a:effectLst/>
            </a:endParaRPr>
          </a:p>
          <a:p>
            <a:pPr algn="l"/>
            <a:r>
              <a:rPr lang="en-US" sz="1200" b="1" i="0">
                <a:solidFill>
                  <a:srgbClr val="333333"/>
                </a:solidFill>
                <a:effectLst/>
              </a:rPr>
              <a:t>Message:</a:t>
            </a:r>
            <a:r>
              <a:rPr lang="en-US" sz="1200" b="0" i="0">
                <a:solidFill>
                  <a:srgbClr val="333333"/>
                </a:solidFill>
                <a:effectLst/>
              </a:rPr>
              <a:t> Update-Location-Request       </a:t>
            </a:r>
          </a:p>
          <a:p>
            <a:pPr algn="l"/>
            <a:r>
              <a:rPr lang="en-US" sz="1200" b="1" i="0">
                <a:solidFill>
                  <a:srgbClr val="333333"/>
                </a:solidFill>
                <a:effectLst/>
              </a:rPr>
              <a:t>Reason: </a:t>
            </a:r>
            <a:r>
              <a:rPr lang="en-US" sz="1200" b="0" i="0">
                <a:solidFill>
                  <a:srgbClr val="333333"/>
                </a:solidFill>
                <a:effectLst/>
              </a:rPr>
              <a:t>UDR/Database is unreachable</a:t>
            </a:r>
          </a:p>
          <a:p>
            <a:pPr algn="l"/>
            <a:r>
              <a:rPr lang="en-US" sz="1200" b="1" i="0">
                <a:solidFill>
                  <a:srgbClr val="333333"/>
                </a:solidFill>
                <a:effectLst/>
              </a:rPr>
              <a:t>Steps to Resolve: </a:t>
            </a:r>
            <a:r>
              <a:rPr lang="en-US" sz="1200" b="0" i="0">
                <a:solidFill>
                  <a:srgbClr val="333333"/>
                </a:solidFill>
                <a:effectLst/>
              </a:rPr>
              <a:t>Ensure UDR is up and running         </a:t>
            </a:r>
          </a:p>
          <a:p>
            <a:pPr marL="457200" lvl="1" indent="0">
              <a:buNone/>
            </a:pPr>
            <a:r>
              <a:rPr lang="en-IN" sz="1200"/>
              <a:t>Check logs of IWF &amp; HSS</a:t>
            </a:r>
          </a:p>
          <a:p>
            <a:pPr marL="0" indent="0" algn="l">
              <a:buNone/>
            </a:pPr>
            <a:endParaRPr lang="en-IN" sz="1200"/>
          </a:p>
          <a:p>
            <a:pPr algn="l"/>
            <a:r>
              <a:rPr lang="en-US" sz="1200" b="1" i="0">
                <a:solidFill>
                  <a:srgbClr val="333333"/>
                </a:solidFill>
                <a:effectLst/>
              </a:rPr>
              <a:t>Diameter Error Code 5003</a:t>
            </a:r>
          </a:p>
          <a:p>
            <a:pPr algn="l"/>
            <a:r>
              <a:rPr lang="en-US" sz="1200" b="1" i="0">
                <a:solidFill>
                  <a:srgbClr val="333333"/>
                </a:solidFill>
                <a:effectLst/>
              </a:rPr>
              <a:t>Message:</a:t>
            </a:r>
            <a:r>
              <a:rPr lang="en-US" sz="1200" b="0" i="0">
                <a:solidFill>
                  <a:srgbClr val="333333"/>
                </a:solidFill>
                <a:effectLst/>
              </a:rPr>
              <a:t> Update-Location-Request</a:t>
            </a:r>
          </a:p>
          <a:p>
            <a:r>
              <a:rPr lang="en-US" sz="1200" b="1" i="0">
                <a:solidFill>
                  <a:srgbClr val="333333"/>
                </a:solidFill>
                <a:effectLst/>
              </a:rPr>
              <a:t>Reason: </a:t>
            </a:r>
            <a:r>
              <a:rPr lang="en-US" sz="1200" b="0" i="0">
                <a:solidFill>
                  <a:srgbClr val="333333"/>
                </a:solidFill>
                <a:effectLst/>
              </a:rPr>
              <a:t>Access from disallowed </a:t>
            </a:r>
            <a:r>
              <a:rPr lang="en-US" sz="1200">
                <a:solidFill>
                  <a:srgbClr val="333333"/>
                </a:solidFill>
              </a:rPr>
              <a:t>network. (Access from disallowed network. (Configured HPLMN and requested </a:t>
            </a:r>
            <a:r>
              <a:rPr lang="en-US" sz="1200" err="1">
                <a:solidFill>
                  <a:srgbClr val="333333"/>
                </a:solidFill>
              </a:rPr>
              <a:t>visted</a:t>
            </a:r>
            <a:r>
              <a:rPr lang="en-US" sz="1200">
                <a:solidFill>
                  <a:srgbClr val="333333"/>
                </a:solidFill>
              </a:rPr>
              <a:t>-</a:t>
            </a:r>
            <a:r>
              <a:rPr lang="en-US" sz="1200" err="1">
                <a:solidFill>
                  <a:srgbClr val="333333"/>
                </a:solidFill>
              </a:rPr>
              <a:t>plmn</a:t>
            </a:r>
            <a:r>
              <a:rPr lang="en-US" sz="1200">
                <a:solidFill>
                  <a:srgbClr val="333333"/>
                </a:solidFill>
              </a:rPr>
              <a:t>-id is not matched, then </a:t>
            </a:r>
            <a:r>
              <a:rPr lang="en-US" sz="1200" err="1">
                <a:solidFill>
                  <a:srgbClr val="333333"/>
                </a:solidFill>
              </a:rPr>
              <a:t>hss</a:t>
            </a:r>
            <a:r>
              <a:rPr lang="en-US" sz="1200">
                <a:solidFill>
                  <a:srgbClr val="333333"/>
                </a:solidFill>
              </a:rPr>
              <a:t> response with 5003)</a:t>
            </a:r>
          </a:p>
          <a:p>
            <a:pPr marL="0" indent="0">
              <a:buNone/>
            </a:pPr>
            <a:r>
              <a:rPr lang="en-US" sz="1200">
                <a:solidFill>
                  <a:srgbClr val="333333"/>
                </a:solidFill>
              </a:rPr>
              <a:t>                                                           </a:t>
            </a:r>
            <a:endParaRPr lang="en-US" sz="1200" b="0" i="0">
              <a:solidFill>
                <a:srgbClr val="333333"/>
              </a:solidFill>
              <a:effectLst/>
              <a:ea typeface="Open Sans"/>
              <a:cs typeface="Open Sans"/>
            </a:endParaRPr>
          </a:p>
          <a:p>
            <a:pPr algn="l"/>
            <a:r>
              <a:rPr lang="en-US" sz="1200" b="1" i="0">
                <a:solidFill>
                  <a:srgbClr val="333333"/>
                </a:solidFill>
                <a:effectLst/>
              </a:rPr>
              <a:t>Steps to Resolve:</a:t>
            </a:r>
            <a:r>
              <a:rPr lang="en-US" sz="1200" b="0" i="0">
                <a:solidFill>
                  <a:srgbClr val="333333"/>
                </a:solidFill>
                <a:effectLst/>
              </a:rPr>
              <a:t>       N/A</a:t>
            </a:r>
          </a:p>
          <a:p>
            <a:pPr marL="457200" lvl="1" indent="0">
              <a:buNone/>
            </a:pPr>
            <a:r>
              <a:rPr lang="en-IN" sz="1200"/>
              <a:t>Check logs of IWF &amp; HSS</a:t>
            </a:r>
          </a:p>
          <a:p>
            <a:pPr marL="457200" lvl="1" indent="0">
              <a:buNone/>
            </a:pPr>
            <a:endParaRPr lang="en-IN" sz="1200"/>
          </a:p>
          <a:p>
            <a:pPr algn="l"/>
            <a:r>
              <a:rPr lang="en-US" sz="1200" b="1" i="0">
                <a:solidFill>
                  <a:srgbClr val="333333"/>
                </a:solidFill>
                <a:effectLst/>
              </a:rPr>
              <a:t>Diameter Error Code 5004</a:t>
            </a:r>
          </a:p>
          <a:p>
            <a:pPr algn="l"/>
            <a:r>
              <a:rPr lang="en-US" sz="1200" b="1" i="0">
                <a:solidFill>
                  <a:srgbClr val="333333"/>
                </a:solidFill>
                <a:effectLst/>
              </a:rPr>
              <a:t>Message:</a:t>
            </a:r>
            <a:r>
              <a:rPr lang="en-US" sz="1200" b="0" i="0">
                <a:solidFill>
                  <a:srgbClr val="333333"/>
                </a:solidFill>
                <a:effectLst/>
              </a:rPr>
              <a:t> Update-Location-Request</a:t>
            </a:r>
          </a:p>
          <a:p>
            <a:pPr algn="l"/>
            <a:r>
              <a:rPr lang="en-US" sz="1200" b="1" i="0">
                <a:solidFill>
                  <a:srgbClr val="333333"/>
                </a:solidFill>
                <a:effectLst/>
              </a:rPr>
              <a:t>Reason:</a:t>
            </a:r>
            <a:r>
              <a:rPr lang="en-US" sz="1200" b="0" i="0">
                <a:solidFill>
                  <a:srgbClr val="333333"/>
                </a:solidFill>
                <a:effectLst/>
              </a:rPr>
              <a:t> Received IMSI profile is barred from accessing LTE services</a:t>
            </a:r>
          </a:p>
          <a:p>
            <a:pPr algn="l"/>
            <a:r>
              <a:rPr lang="en-US" sz="1200" b="1" i="0">
                <a:solidFill>
                  <a:srgbClr val="333333"/>
                </a:solidFill>
                <a:effectLst/>
              </a:rPr>
              <a:t>Steps to Resolve: </a:t>
            </a:r>
            <a:r>
              <a:rPr lang="en-US" sz="1200" b="0" i="0">
                <a:solidFill>
                  <a:srgbClr val="333333"/>
                </a:solidFill>
                <a:effectLst/>
              </a:rPr>
              <a:t>Remove barring from subscription</a:t>
            </a:r>
          </a:p>
          <a:p>
            <a:pPr marL="457200" lvl="1" indent="0">
              <a:buNone/>
            </a:pPr>
            <a:r>
              <a:rPr lang="en-IN" sz="1200"/>
              <a:t>Check logs of IWF &amp; HSS</a:t>
            </a:r>
          </a:p>
          <a:p>
            <a:pPr algn="l"/>
            <a:endParaRPr lang="en-US" b="0" i="0">
              <a:solidFill>
                <a:srgbClr val="333333"/>
              </a:solidFill>
              <a:effectLst/>
              <a:latin typeface="Arial" panose="020B0604020202020204" pitchFamily="34" charset="0"/>
            </a:endParaRPr>
          </a:p>
          <a:p>
            <a:pPr marL="0" indent="0" algn="l">
              <a:buNone/>
            </a:pPr>
            <a:endParaRPr lang="en-IN"/>
          </a:p>
        </p:txBody>
      </p:sp>
    </p:spTree>
    <p:custDataLst>
      <p:tags r:id="rId1"/>
    </p:custDataLst>
    <p:extLst>
      <p:ext uri="{BB962C8B-B14F-4D97-AF65-F5344CB8AC3E}">
        <p14:creationId xmlns:p14="http://schemas.microsoft.com/office/powerpoint/2010/main" val="409291869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42913" y="11680"/>
            <a:ext cx="11269662" cy="684212"/>
          </a:xfrm>
        </p:spPr>
        <p:txBody>
          <a:bodyPr>
            <a:normAutofit/>
          </a:bodyPr>
          <a:lstStyle/>
          <a:p>
            <a:pPr algn="l"/>
            <a:r>
              <a:rPr lang="en-US" sz="3200">
                <a:solidFill>
                  <a:schemeClr val="bg1"/>
                </a:solidFill>
              </a:rPr>
              <a:t>Subscriber registration is not successful (5G)</a:t>
            </a:r>
          </a:p>
        </p:txBody>
      </p:sp>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64</a:t>
            </a:fld>
            <a:endParaRPr lang="en-US"/>
          </a:p>
        </p:txBody>
      </p:sp>
      <p:sp>
        <p:nvSpPr>
          <p:cNvPr id="5" name="Content Placeholder 4">
            <a:extLst>
              <a:ext uri="{FF2B5EF4-FFF2-40B4-BE49-F238E27FC236}">
                <a16:creationId xmlns:a16="http://schemas.microsoft.com/office/drawing/2014/main" id="{B3F41200-3D7D-4D9F-8AC7-CB92286A2D1C}"/>
              </a:ext>
            </a:extLst>
          </p:cNvPr>
          <p:cNvSpPr>
            <a:spLocks noGrp="1"/>
          </p:cNvSpPr>
          <p:nvPr>
            <p:ph idx="1"/>
          </p:nvPr>
        </p:nvSpPr>
        <p:spPr>
          <a:xfrm>
            <a:off x="587709" y="743763"/>
            <a:ext cx="11269662" cy="5862977"/>
          </a:xfrm>
        </p:spPr>
        <p:txBody>
          <a:bodyPr>
            <a:normAutofit/>
          </a:bodyPr>
          <a:lstStyle/>
          <a:p>
            <a:pPr marL="0" indent="0" algn="l">
              <a:buNone/>
            </a:pPr>
            <a:r>
              <a:rPr lang="en-US" sz="1200" b="1" i="0">
                <a:solidFill>
                  <a:srgbClr val="333333"/>
                </a:solidFill>
                <a:effectLst/>
              </a:rPr>
              <a:t>Possible Causes</a:t>
            </a:r>
          </a:p>
          <a:p>
            <a:pPr algn="l"/>
            <a:r>
              <a:rPr lang="en-US" sz="1200" b="0" i="0">
                <a:solidFill>
                  <a:srgbClr val="333333"/>
                </a:solidFill>
                <a:effectLst/>
              </a:rPr>
              <a:t>Registration can fail due to:</a:t>
            </a:r>
          </a:p>
          <a:p>
            <a:pPr algn="l">
              <a:buFont typeface="Arial" panose="020B0604020202020204" pitchFamily="34" charset="0"/>
              <a:buChar char="•"/>
            </a:pPr>
            <a:r>
              <a:rPr lang="en-US" sz="1200" b="0" i="0">
                <a:solidFill>
                  <a:srgbClr val="333333"/>
                </a:solidFill>
                <a:effectLst/>
              </a:rPr>
              <a:t>AMF registration failure</a:t>
            </a:r>
          </a:p>
          <a:p>
            <a:pPr algn="l">
              <a:buFont typeface="Arial" panose="020B0604020202020204" pitchFamily="34" charset="0"/>
              <a:buChar char="•"/>
            </a:pPr>
            <a:r>
              <a:rPr lang="en-US" sz="1200" b="0" i="0">
                <a:solidFill>
                  <a:srgbClr val="333333"/>
                </a:solidFill>
                <a:effectLst/>
              </a:rPr>
              <a:t>SMF Registration failure</a:t>
            </a:r>
          </a:p>
          <a:p>
            <a:pPr algn="l">
              <a:buFont typeface="Arial" panose="020B0604020202020204" pitchFamily="34" charset="0"/>
              <a:buChar char="•"/>
            </a:pPr>
            <a:r>
              <a:rPr lang="en-US" sz="1200" b="0" i="0">
                <a:solidFill>
                  <a:srgbClr val="333333"/>
                </a:solidFill>
                <a:effectLst/>
              </a:rPr>
              <a:t>subscriber's data obtained by AMF/SMF is not suitable for AMF to register for access &amp; mobility and SMF to register for PDU Session.</a:t>
            </a:r>
          </a:p>
          <a:p>
            <a:pPr marL="0" indent="0" algn="l">
              <a:buNone/>
            </a:pPr>
            <a:r>
              <a:rPr lang="en-US" sz="1200" b="1" i="0">
                <a:solidFill>
                  <a:srgbClr val="333333"/>
                </a:solidFill>
                <a:effectLst/>
              </a:rPr>
              <a:t>Preprocessing</a:t>
            </a:r>
          </a:p>
          <a:p>
            <a:pPr algn="l">
              <a:buFont typeface="Arial" panose="020B0604020202020204" pitchFamily="34" charset="0"/>
              <a:buChar char="•"/>
            </a:pPr>
            <a:r>
              <a:rPr lang="en-US" sz="1200" b="0" i="0">
                <a:solidFill>
                  <a:srgbClr val="333333"/>
                </a:solidFill>
                <a:effectLst/>
              </a:rPr>
              <a:t>Check if the HSS, UDR are up and running.</a:t>
            </a:r>
          </a:p>
          <a:p>
            <a:pPr algn="l">
              <a:buFont typeface="Arial" panose="020B0604020202020204" pitchFamily="34" charset="0"/>
              <a:buChar char="•"/>
            </a:pPr>
            <a:r>
              <a:rPr lang="en-US" sz="1200" b="0" i="0">
                <a:solidFill>
                  <a:srgbClr val="333333"/>
                </a:solidFill>
                <a:effectLst/>
              </a:rPr>
              <a:t>Check if a fault alarm is generated by any of the network functions.</a:t>
            </a:r>
          </a:p>
          <a:p>
            <a:pPr marL="0" indent="0" algn="l">
              <a:buNone/>
            </a:pPr>
            <a:r>
              <a:rPr lang="en-US" sz="1200" b="1" i="0">
                <a:solidFill>
                  <a:srgbClr val="333333"/>
                </a:solidFill>
                <a:effectLst/>
              </a:rPr>
              <a:t>Troubleshooting Procedure</a:t>
            </a:r>
          </a:p>
          <a:p>
            <a:pPr algn="l"/>
            <a:r>
              <a:rPr lang="en-US" sz="1200" b="0" i="0">
                <a:solidFill>
                  <a:srgbClr val="333333"/>
                </a:solidFill>
                <a:effectLst/>
              </a:rPr>
              <a:t>How to identify and troubleshoot the problem</a:t>
            </a:r>
          </a:p>
          <a:p>
            <a:pPr algn="l"/>
            <a:r>
              <a:rPr lang="en-US" sz="1200" b="0" i="0">
                <a:solidFill>
                  <a:srgbClr val="333333"/>
                </a:solidFill>
                <a:effectLst/>
              </a:rPr>
              <a:t>Follow the below steps to ascertain that problem of registration lies with </a:t>
            </a:r>
            <a:r>
              <a:rPr lang="en-US" sz="1200" b="0" i="0" err="1">
                <a:solidFill>
                  <a:srgbClr val="333333"/>
                </a:solidFill>
                <a:effectLst/>
              </a:rPr>
              <a:t>Alepo's</a:t>
            </a:r>
            <a:r>
              <a:rPr lang="en-US" sz="1200" b="0" i="0">
                <a:solidFill>
                  <a:srgbClr val="333333"/>
                </a:solidFill>
                <a:effectLst/>
              </a:rPr>
              <a:t> components for a given UE: </a:t>
            </a:r>
          </a:p>
          <a:p>
            <a:pPr lvl="1">
              <a:buFont typeface="+mj-lt"/>
              <a:buAutoNum type="arabicPeriod"/>
            </a:pPr>
            <a:r>
              <a:rPr lang="en-US" sz="1200" b="0" i="0">
                <a:solidFill>
                  <a:srgbClr val="333333"/>
                </a:solidFill>
                <a:effectLst/>
              </a:rPr>
              <a:t>Obtain the User's Identifier which is SUPI (in case of 3GPP access) and GPSI (in case of non-3gpp access).</a:t>
            </a:r>
          </a:p>
          <a:p>
            <a:pPr lvl="1">
              <a:buFont typeface="+mj-lt"/>
              <a:buAutoNum type="arabicPeriod"/>
            </a:pPr>
            <a:r>
              <a:rPr lang="en-US" sz="1200" b="0" i="0">
                <a:solidFill>
                  <a:srgbClr val="333333"/>
                </a:solidFill>
                <a:effectLst/>
              </a:rPr>
              <a:t>Obtain approximate timestamp when user was authenticated or switched-on device.</a:t>
            </a:r>
          </a:p>
          <a:p>
            <a:pPr lvl="1">
              <a:buFont typeface="+mj-lt"/>
              <a:buAutoNum type="arabicPeriod"/>
            </a:pPr>
            <a:r>
              <a:rPr lang="en-US" sz="1200" b="0" i="0">
                <a:solidFill>
                  <a:srgbClr val="333333"/>
                </a:solidFill>
                <a:effectLst/>
              </a:rPr>
              <a:t>Registration call flows occurs after authentication procedure. Once the exact logs are narrowed down, find out the errors in "Sending Response" logs for below APIs:</a:t>
            </a:r>
          </a:p>
          <a:p>
            <a:pPr algn="l">
              <a:buFont typeface="Arial" panose="020B0604020202020204" pitchFamily="34" charset="0"/>
              <a:buChar char="•"/>
            </a:pPr>
            <a:r>
              <a:rPr lang="en-US" sz="1200" b="0" i="0">
                <a:solidFill>
                  <a:srgbClr val="333333"/>
                </a:solidFill>
                <a:effectLst/>
              </a:rPr>
              <a:t>AMF Registration failure for API resource: /SUPI/registrations/amf-3gpp-access</a:t>
            </a:r>
          </a:p>
          <a:p>
            <a:pPr algn="l"/>
            <a:r>
              <a:rPr lang="en-US" sz="1200" b="0" i="0">
                <a:solidFill>
                  <a:srgbClr val="333333"/>
                </a:solidFill>
                <a:effectLst/>
              </a:rPr>
              <a:t>SMF Registration failure for API resource: /</a:t>
            </a:r>
            <a:r>
              <a:rPr lang="en-US" sz="1200" b="0" i="0" err="1">
                <a:solidFill>
                  <a:srgbClr val="333333"/>
                </a:solidFill>
                <a:effectLst/>
              </a:rPr>
              <a:t>ueId</a:t>
            </a:r>
            <a:r>
              <a:rPr lang="en-US" sz="1200" b="0" i="0">
                <a:solidFill>
                  <a:srgbClr val="333333"/>
                </a:solidFill>
                <a:effectLst/>
              </a:rPr>
              <a:t>/registrations/</a:t>
            </a:r>
            <a:r>
              <a:rPr lang="en-US" sz="1200" b="0" i="0" err="1">
                <a:solidFill>
                  <a:srgbClr val="333333"/>
                </a:solidFill>
                <a:effectLst/>
              </a:rPr>
              <a:t>smf</a:t>
            </a:r>
            <a:r>
              <a:rPr lang="en-US" sz="1200" b="0" i="0">
                <a:solidFill>
                  <a:srgbClr val="333333"/>
                </a:solidFill>
                <a:effectLst/>
              </a:rPr>
              <a:t>-registrations</a:t>
            </a:r>
          </a:p>
          <a:p>
            <a:r>
              <a:rPr lang="en-US" sz="1200" b="0" i="0">
                <a:solidFill>
                  <a:srgbClr val="333333"/>
                </a:solidFill>
                <a:effectLst/>
              </a:rPr>
              <a:t>Subscription (to receive notification on data change) failure:</a:t>
            </a:r>
          </a:p>
          <a:p>
            <a:pPr algn="l"/>
            <a:endParaRPr lang="en-US" b="0" i="0">
              <a:solidFill>
                <a:srgbClr val="333333"/>
              </a:solidFill>
              <a:effectLst/>
              <a:latin typeface="Arial" panose="020B0604020202020204" pitchFamily="34" charset="0"/>
            </a:endParaRPr>
          </a:p>
          <a:p>
            <a:pPr marL="0" indent="0" algn="l">
              <a:buNone/>
            </a:pPr>
            <a:endParaRPr lang="en-IN"/>
          </a:p>
        </p:txBody>
      </p:sp>
    </p:spTree>
    <p:custDataLst>
      <p:tags r:id="rId1"/>
    </p:custDataLst>
    <p:extLst>
      <p:ext uri="{BB962C8B-B14F-4D97-AF65-F5344CB8AC3E}">
        <p14:creationId xmlns:p14="http://schemas.microsoft.com/office/powerpoint/2010/main" val="370785187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42913" y="11680"/>
            <a:ext cx="11269662" cy="684212"/>
          </a:xfrm>
        </p:spPr>
        <p:txBody>
          <a:bodyPr>
            <a:normAutofit/>
          </a:bodyPr>
          <a:lstStyle/>
          <a:p>
            <a:pPr algn="l"/>
            <a:r>
              <a:rPr lang="en-US" sz="3200">
                <a:solidFill>
                  <a:schemeClr val="bg1"/>
                </a:solidFill>
              </a:rPr>
              <a:t>Subscriber registration is not successful (5G)</a:t>
            </a:r>
          </a:p>
        </p:txBody>
      </p:sp>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65</a:t>
            </a:fld>
            <a:endParaRPr lang="en-US"/>
          </a:p>
        </p:txBody>
      </p:sp>
      <p:sp>
        <p:nvSpPr>
          <p:cNvPr id="5" name="Content Placeholder 4">
            <a:extLst>
              <a:ext uri="{FF2B5EF4-FFF2-40B4-BE49-F238E27FC236}">
                <a16:creationId xmlns:a16="http://schemas.microsoft.com/office/drawing/2014/main" id="{B3F41200-3D7D-4D9F-8AC7-CB92286A2D1C}"/>
              </a:ext>
            </a:extLst>
          </p:cNvPr>
          <p:cNvSpPr>
            <a:spLocks noGrp="1"/>
          </p:cNvSpPr>
          <p:nvPr>
            <p:ph idx="1"/>
          </p:nvPr>
        </p:nvSpPr>
        <p:spPr>
          <a:xfrm>
            <a:off x="587709" y="743763"/>
            <a:ext cx="11269662" cy="5862977"/>
          </a:xfrm>
        </p:spPr>
        <p:txBody>
          <a:bodyPr>
            <a:normAutofit/>
          </a:bodyPr>
          <a:lstStyle/>
          <a:p>
            <a:pPr algn="l"/>
            <a:r>
              <a:rPr lang="en-US" sz="1200" b="0" i="0">
                <a:solidFill>
                  <a:srgbClr val="333333"/>
                </a:solidFill>
                <a:effectLst/>
              </a:rPr>
              <a:t>The following section includes troubleshooting steps for various API and their error codes:</a:t>
            </a:r>
          </a:p>
          <a:p>
            <a:pPr algn="l"/>
            <a:r>
              <a:rPr lang="en-US" sz="1200" b="1" i="0">
                <a:solidFill>
                  <a:srgbClr val="333333"/>
                </a:solidFill>
                <a:effectLst/>
              </a:rPr>
              <a:t>HTTP Error Code 403</a:t>
            </a:r>
          </a:p>
          <a:p>
            <a:pPr algn="l"/>
            <a:r>
              <a:rPr lang="en-US" sz="1200" b="1" i="0">
                <a:solidFill>
                  <a:srgbClr val="333333"/>
                </a:solidFill>
                <a:effectLst/>
              </a:rPr>
              <a:t>Message API: </a:t>
            </a:r>
            <a:r>
              <a:rPr lang="en-US" sz="1200" b="0" i="0">
                <a:solidFill>
                  <a:srgbClr val="333333"/>
                </a:solidFill>
                <a:effectLst/>
              </a:rPr>
              <a:t>AMF Registration PUT</a:t>
            </a:r>
          </a:p>
          <a:p>
            <a:pPr algn="l"/>
            <a:r>
              <a:rPr lang="en-US" sz="1200" b="1" i="0">
                <a:solidFill>
                  <a:srgbClr val="333333"/>
                </a:solidFill>
                <a:effectLst/>
              </a:rPr>
              <a:t>Reason:</a:t>
            </a:r>
            <a:r>
              <a:rPr lang="en-US" sz="1200" b="0" i="0">
                <a:solidFill>
                  <a:srgbClr val="333333"/>
                </a:solidFill>
                <a:effectLst/>
              </a:rPr>
              <a:t> This error occurs when:</a:t>
            </a:r>
          </a:p>
          <a:p>
            <a:pPr algn="l">
              <a:buFont typeface="Arial" panose="020B0604020202020204" pitchFamily="34" charset="0"/>
              <a:buChar char="•"/>
            </a:pPr>
            <a:r>
              <a:rPr lang="en-US" sz="1200" b="0" i="0">
                <a:solidFill>
                  <a:srgbClr val="333333"/>
                </a:solidFill>
                <a:effectLst/>
              </a:rPr>
              <a:t>Radio Access type of subscriber for registered AMF is restricted in the subscriber profile in database</a:t>
            </a:r>
          </a:p>
          <a:p>
            <a:pPr algn="l">
              <a:buFont typeface="Arial" panose="020B0604020202020204" pitchFamily="34" charset="0"/>
              <a:buChar char="•"/>
            </a:pPr>
            <a:r>
              <a:rPr lang="en-US" sz="1200" b="0" i="0">
                <a:solidFill>
                  <a:srgbClr val="333333"/>
                </a:solidFill>
                <a:effectLst/>
              </a:rPr>
              <a:t>Subscriber is not authenticated in the serving network of AMF</a:t>
            </a:r>
          </a:p>
          <a:p>
            <a:pPr algn="l">
              <a:buFont typeface="Arial" panose="020B0604020202020204" pitchFamily="34" charset="0"/>
              <a:buChar char="•"/>
            </a:pPr>
            <a:r>
              <a:rPr lang="en-US" sz="1200" b="0" i="0">
                <a:solidFill>
                  <a:srgbClr val="333333"/>
                </a:solidFill>
                <a:effectLst/>
              </a:rPr>
              <a:t>Indicated by GUAMI value in request</a:t>
            </a:r>
          </a:p>
          <a:p>
            <a:pPr marL="0" indent="0" algn="l">
              <a:buNone/>
            </a:pPr>
            <a:endParaRPr lang="en-US" sz="1200" b="0" i="0">
              <a:solidFill>
                <a:srgbClr val="333333"/>
              </a:solidFill>
              <a:effectLst/>
            </a:endParaRPr>
          </a:p>
          <a:p>
            <a:pPr algn="l"/>
            <a:r>
              <a:rPr lang="en-US" sz="1200" b="1" i="0">
                <a:solidFill>
                  <a:srgbClr val="333333"/>
                </a:solidFill>
                <a:effectLst/>
              </a:rPr>
              <a:t>Steps to resolve:</a:t>
            </a:r>
            <a:endParaRPr lang="en-US" sz="1200" b="0" i="0">
              <a:solidFill>
                <a:srgbClr val="333333"/>
              </a:solidFill>
              <a:effectLst/>
            </a:endParaRPr>
          </a:p>
          <a:p>
            <a:pPr algn="l">
              <a:buFont typeface="+mj-lt"/>
              <a:buAutoNum type="arabicPeriod"/>
            </a:pPr>
            <a:r>
              <a:rPr lang="en-US" sz="1200" b="0" i="0">
                <a:solidFill>
                  <a:srgbClr val="333333"/>
                </a:solidFill>
                <a:effectLst/>
              </a:rPr>
              <a:t>Search the subscriber coming in request on SDM portal in Subscriber Management menu, click on view subscriber.</a:t>
            </a:r>
          </a:p>
          <a:p>
            <a:pPr algn="l">
              <a:buFont typeface="+mj-lt"/>
              <a:buAutoNum type="arabicPeriod"/>
            </a:pPr>
            <a:r>
              <a:rPr lang="en-US" sz="1200" b="0" i="0">
                <a:solidFill>
                  <a:srgbClr val="333333"/>
                </a:solidFill>
                <a:effectLst/>
              </a:rPr>
              <a:t>Under Access &amp; Mobility tab in subscriber page, check Access Network section for RAT restrictions configured. If </a:t>
            </a:r>
            <a:r>
              <a:rPr lang="en-US" sz="1200" b="0" i="1">
                <a:solidFill>
                  <a:srgbClr val="333333"/>
                </a:solidFill>
                <a:effectLst/>
              </a:rPr>
              <a:t>ratType</a:t>
            </a:r>
            <a:r>
              <a:rPr lang="en-US" sz="1200" b="0" i="0">
                <a:solidFill>
                  <a:srgbClr val="333333"/>
                </a:solidFill>
                <a:effectLst/>
              </a:rPr>
              <a:t> coming in request was not meant to be blocked, then set RAT restrictions to None.</a:t>
            </a:r>
          </a:p>
          <a:p>
            <a:pPr algn="l">
              <a:buFont typeface="+mj-lt"/>
              <a:buAutoNum type="arabicPeriod"/>
            </a:pPr>
            <a:r>
              <a:rPr lang="en-US" sz="1200" b="0" i="0">
                <a:solidFill>
                  <a:srgbClr val="333333"/>
                </a:solidFill>
                <a:effectLst/>
              </a:rPr>
              <a:t>Authenticate the subscriber if the subscriber is not authenticated from the serving network of the AMF.</a:t>
            </a:r>
          </a:p>
          <a:p>
            <a:pPr algn="l">
              <a:buFont typeface="+mj-lt"/>
              <a:buAutoNum type="arabicPeriod"/>
            </a:pPr>
            <a:r>
              <a:rPr lang="en-US" sz="1200" b="0" i="0">
                <a:solidFill>
                  <a:srgbClr val="333333"/>
                </a:solidFill>
                <a:effectLst/>
              </a:rPr>
              <a:t>Cross-check MCC &amp; MNC present in GUAMI of request with </a:t>
            </a:r>
            <a:r>
              <a:rPr lang="en-US" sz="1200" b="0" i="0" err="1">
                <a:solidFill>
                  <a:srgbClr val="333333"/>
                </a:solidFill>
                <a:effectLst/>
              </a:rPr>
              <a:t>servingNetworkName</a:t>
            </a:r>
            <a:r>
              <a:rPr lang="en-US" sz="1200" b="0" i="0">
                <a:solidFill>
                  <a:srgbClr val="333333"/>
                </a:solidFill>
                <a:effectLst/>
              </a:rPr>
              <a:t> in </a:t>
            </a:r>
            <a:r>
              <a:rPr lang="en-US" sz="1200" b="0" i="0" err="1">
                <a:solidFill>
                  <a:srgbClr val="333333"/>
                </a:solidFill>
                <a:effectLst/>
              </a:rPr>
              <a:t>authenticationStatus</a:t>
            </a:r>
            <a:r>
              <a:rPr lang="en-US" sz="1200" b="0" i="0">
                <a:solidFill>
                  <a:srgbClr val="333333"/>
                </a:solidFill>
                <a:effectLst/>
              </a:rPr>
              <a:t> in </a:t>
            </a:r>
            <a:r>
              <a:rPr lang="en-US" sz="1200" b="0" i="0" err="1">
                <a:solidFill>
                  <a:srgbClr val="333333"/>
                </a:solidFill>
                <a:effectLst/>
              </a:rPr>
              <a:t>subscriberprofile</a:t>
            </a:r>
            <a:r>
              <a:rPr lang="en-US" sz="1200" b="0" i="0">
                <a:solidFill>
                  <a:srgbClr val="333333"/>
                </a:solidFill>
                <a:effectLst/>
              </a:rPr>
              <a:t> in database and check if they match. This is done to check from which PLMN or serving network the subscriber was authenticated.</a:t>
            </a:r>
          </a:p>
          <a:p>
            <a:pPr algn="l">
              <a:buFont typeface="+mj-lt"/>
              <a:buAutoNum type="arabicPeriod"/>
            </a:pPr>
            <a:r>
              <a:rPr lang="en-US" sz="1200" b="0" i="0">
                <a:solidFill>
                  <a:srgbClr val="333333"/>
                </a:solidFill>
                <a:effectLst/>
              </a:rPr>
              <a:t>If they do not match, UDM sends error &amp; logs of sending response </a:t>
            </a:r>
          </a:p>
          <a:p>
            <a:pPr algn="l"/>
            <a:endParaRPr lang="en-US" b="0" i="0">
              <a:solidFill>
                <a:srgbClr val="333333"/>
              </a:solidFill>
              <a:effectLst/>
              <a:latin typeface="Arial" panose="020B0604020202020204" pitchFamily="34" charset="0"/>
            </a:endParaRPr>
          </a:p>
          <a:p>
            <a:pPr marL="0" indent="0" algn="l">
              <a:buNone/>
            </a:pPr>
            <a:endParaRPr lang="en-IN"/>
          </a:p>
        </p:txBody>
      </p:sp>
    </p:spTree>
    <p:custDataLst>
      <p:tags r:id="rId1"/>
    </p:custDataLst>
    <p:extLst>
      <p:ext uri="{BB962C8B-B14F-4D97-AF65-F5344CB8AC3E}">
        <p14:creationId xmlns:p14="http://schemas.microsoft.com/office/powerpoint/2010/main" val="258324669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42913" y="11680"/>
            <a:ext cx="11269662" cy="684212"/>
          </a:xfrm>
        </p:spPr>
        <p:txBody>
          <a:bodyPr>
            <a:normAutofit/>
          </a:bodyPr>
          <a:lstStyle/>
          <a:p>
            <a:pPr algn="l"/>
            <a:r>
              <a:rPr lang="en-US" sz="3200">
                <a:solidFill>
                  <a:schemeClr val="bg1"/>
                </a:solidFill>
              </a:rPr>
              <a:t>Subscriber registration is not successful (5G)</a:t>
            </a:r>
          </a:p>
        </p:txBody>
      </p:sp>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66</a:t>
            </a:fld>
            <a:endParaRPr lang="en-US"/>
          </a:p>
        </p:txBody>
      </p:sp>
      <p:sp>
        <p:nvSpPr>
          <p:cNvPr id="5" name="Content Placeholder 4">
            <a:extLst>
              <a:ext uri="{FF2B5EF4-FFF2-40B4-BE49-F238E27FC236}">
                <a16:creationId xmlns:a16="http://schemas.microsoft.com/office/drawing/2014/main" id="{B3F41200-3D7D-4D9F-8AC7-CB92286A2D1C}"/>
              </a:ext>
            </a:extLst>
          </p:cNvPr>
          <p:cNvSpPr>
            <a:spLocks noGrp="1"/>
          </p:cNvSpPr>
          <p:nvPr>
            <p:ph idx="1"/>
          </p:nvPr>
        </p:nvSpPr>
        <p:spPr>
          <a:xfrm>
            <a:off x="587709" y="743763"/>
            <a:ext cx="11269662" cy="5862977"/>
          </a:xfrm>
        </p:spPr>
        <p:txBody>
          <a:bodyPr>
            <a:normAutofit/>
          </a:bodyPr>
          <a:lstStyle/>
          <a:p>
            <a:pPr algn="l"/>
            <a:r>
              <a:rPr lang="en-US" sz="1200" b="1" i="0">
                <a:solidFill>
                  <a:srgbClr val="333333"/>
                </a:solidFill>
                <a:effectLst/>
              </a:rPr>
              <a:t>HTTP Error Code 400</a:t>
            </a:r>
          </a:p>
          <a:p>
            <a:pPr algn="l"/>
            <a:r>
              <a:rPr lang="en-US" sz="1200" b="0" i="0">
                <a:solidFill>
                  <a:srgbClr val="333333"/>
                </a:solidFill>
                <a:effectLst/>
              </a:rPr>
              <a:t>This error code can occur due to multiple reasons as given by different case numbers:</a:t>
            </a:r>
          </a:p>
          <a:p>
            <a:pPr algn="l"/>
            <a:r>
              <a:rPr lang="en-US" sz="1200" b="1" i="0">
                <a:solidFill>
                  <a:srgbClr val="333333"/>
                </a:solidFill>
                <a:effectLst/>
              </a:rPr>
              <a:t>Case 1</a:t>
            </a:r>
            <a:endParaRPr lang="en-US" sz="1200" b="0" i="0">
              <a:solidFill>
                <a:srgbClr val="333333"/>
              </a:solidFill>
              <a:effectLst/>
            </a:endParaRPr>
          </a:p>
          <a:p>
            <a:pPr algn="l"/>
            <a:r>
              <a:rPr lang="en-US" sz="1200" b="1" i="0">
                <a:solidFill>
                  <a:srgbClr val="333333"/>
                </a:solidFill>
                <a:effectLst/>
              </a:rPr>
              <a:t>Message API:</a:t>
            </a:r>
            <a:r>
              <a:rPr lang="en-US" sz="1200" b="0" i="0">
                <a:solidFill>
                  <a:srgbClr val="333333"/>
                </a:solidFill>
                <a:effectLst/>
              </a:rPr>
              <a:t> AMF Registration PUT</a:t>
            </a:r>
          </a:p>
          <a:p>
            <a:pPr algn="l"/>
            <a:r>
              <a:rPr lang="en-US" sz="1200" b="1" i="0">
                <a:solidFill>
                  <a:srgbClr val="333333"/>
                </a:solidFill>
                <a:effectLst/>
              </a:rPr>
              <a:t>Reason:</a:t>
            </a:r>
            <a:r>
              <a:rPr lang="en-US" sz="1200" b="0" i="0">
                <a:solidFill>
                  <a:srgbClr val="333333"/>
                </a:solidFill>
                <a:effectLst/>
              </a:rPr>
              <a:t> This error comes when request is badly formed when:</a:t>
            </a:r>
          </a:p>
          <a:p>
            <a:pPr algn="l">
              <a:buFont typeface="Arial" panose="020B0604020202020204" pitchFamily="34" charset="0"/>
              <a:buChar char="•"/>
            </a:pPr>
            <a:r>
              <a:rPr lang="en-US" sz="1200" b="0" i="0">
                <a:solidFill>
                  <a:srgbClr val="333333"/>
                </a:solidFill>
                <a:effectLst/>
              </a:rPr>
              <a:t>Mandatory parameter like amfInstanceId, deregCallbackUri,deregCallbackUri, ratType are missing in the request</a:t>
            </a:r>
          </a:p>
          <a:p>
            <a:pPr algn="l">
              <a:buFont typeface="Arial" panose="020B0604020202020204" pitchFamily="34" charset="0"/>
              <a:buChar char="•"/>
            </a:pPr>
            <a:r>
              <a:rPr lang="en-US" sz="1200" b="0" i="0">
                <a:solidFill>
                  <a:srgbClr val="333333"/>
                </a:solidFill>
                <a:effectLst/>
              </a:rPr>
              <a:t>Parameters are present but, have invalid values that are not recognized by server</a:t>
            </a:r>
          </a:p>
          <a:p>
            <a:pPr algn="l"/>
            <a:r>
              <a:rPr lang="en-US" sz="1200" b="0" i="0">
                <a:solidFill>
                  <a:srgbClr val="333333"/>
                </a:solidFill>
                <a:effectLst/>
              </a:rPr>
              <a:t> </a:t>
            </a:r>
            <a:r>
              <a:rPr lang="en-US" sz="1200" b="1" i="0">
                <a:solidFill>
                  <a:srgbClr val="333333"/>
                </a:solidFill>
                <a:effectLst/>
              </a:rPr>
              <a:t>Steps to resolve:</a:t>
            </a:r>
            <a:endParaRPr lang="en-US" sz="1200" b="0" i="0">
              <a:solidFill>
                <a:srgbClr val="333333"/>
              </a:solidFill>
              <a:effectLst/>
            </a:endParaRPr>
          </a:p>
          <a:p>
            <a:pPr algn="l">
              <a:buFont typeface="+mj-lt"/>
              <a:buAutoNum type="arabicPeriod"/>
            </a:pPr>
            <a:r>
              <a:rPr lang="en-US" sz="1200" b="0" i="0">
                <a:solidFill>
                  <a:srgbClr val="333333"/>
                </a:solidFill>
                <a:effectLst/>
              </a:rPr>
              <a:t>This error must be checked from AMF since, it has sent a malformed request.</a:t>
            </a:r>
          </a:p>
          <a:p>
            <a:pPr algn="l">
              <a:buFont typeface="+mj-lt"/>
              <a:buAutoNum type="arabicPeriod"/>
            </a:pPr>
            <a:r>
              <a:rPr lang="en-US" sz="1200" b="0" i="0">
                <a:solidFill>
                  <a:srgbClr val="333333"/>
                </a:solidFill>
                <a:effectLst/>
              </a:rPr>
              <a:t>Logs of sending response from the UDM side </a:t>
            </a:r>
          </a:p>
          <a:p>
            <a:pPr marL="0" indent="0" algn="l">
              <a:buNone/>
            </a:pPr>
            <a:endParaRPr lang="en-US" sz="1200" b="1" i="0">
              <a:solidFill>
                <a:srgbClr val="333333"/>
              </a:solidFill>
              <a:effectLst/>
            </a:endParaRPr>
          </a:p>
          <a:p>
            <a:pPr marL="0" indent="0" algn="l">
              <a:buNone/>
            </a:pPr>
            <a:r>
              <a:rPr lang="en-US" sz="1200" b="1" i="0">
                <a:solidFill>
                  <a:srgbClr val="333333"/>
                </a:solidFill>
                <a:effectLst/>
              </a:rPr>
              <a:t>Case 2</a:t>
            </a:r>
            <a:endParaRPr lang="en-US" sz="1200" b="0" i="0">
              <a:solidFill>
                <a:srgbClr val="333333"/>
              </a:solidFill>
              <a:effectLst/>
            </a:endParaRPr>
          </a:p>
          <a:p>
            <a:pPr algn="l"/>
            <a:r>
              <a:rPr lang="en-US" sz="1200" b="1" i="0">
                <a:solidFill>
                  <a:srgbClr val="333333"/>
                </a:solidFill>
                <a:effectLst/>
              </a:rPr>
              <a:t>Message API: </a:t>
            </a:r>
            <a:r>
              <a:rPr lang="en-US" sz="1200" b="0" i="0">
                <a:solidFill>
                  <a:srgbClr val="333333"/>
                </a:solidFill>
                <a:effectLst/>
              </a:rPr>
              <a:t>AMF Registration PATCH</a:t>
            </a:r>
          </a:p>
          <a:p>
            <a:pPr algn="l"/>
            <a:r>
              <a:rPr lang="en-US" sz="1200" b="1" i="0">
                <a:solidFill>
                  <a:srgbClr val="333333"/>
                </a:solidFill>
                <a:effectLst/>
              </a:rPr>
              <a:t>Reason:</a:t>
            </a:r>
            <a:r>
              <a:rPr lang="en-US" sz="1200" b="0" i="0">
                <a:solidFill>
                  <a:srgbClr val="333333"/>
                </a:solidFill>
                <a:effectLst/>
              </a:rPr>
              <a:t> This error occurs when PATCH operation is used to modify AMF Registration data fields which are not allowed to be modified </a:t>
            </a:r>
            <a:r>
              <a:rPr lang="en-US" sz="1200" b="0" i="0" err="1">
                <a:solidFill>
                  <a:srgbClr val="333333"/>
                </a:solidFill>
                <a:effectLst/>
              </a:rPr>
              <a:t>e.g</a:t>
            </a:r>
            <a:r>
              <a:rPr lang="en-US" sz="1200" b="0" i="0">
                <a:solidFill>
                  <a:srgbClr val="333333"/>
                </a:solidFill>
                <a:effectLst/>
              </a:rPr>
              <a:t>, </a:t>
            </a:r>
            <a:r>
              <a:rPr lang="en-US" sz="1200" b="0" i="1">
                <a:solidFill>
                  <a:srgbClr val="333333"/>
                </a:solidFill>
                <a:effectLst/>
              </a:rPr>
              <a:t>amfInstanceId</a:t>
            </a:r>
            <a:r>
              <a:rPr lang="en-US" sz="1200" b="0" i="0">
                <a:solidFill>
                  <a:srgbClr val="333333"/>
                </a:solidFill>
                <a:effectLst/>
              </a:rPr>
              <a:t>, PLMN of GUAMI etc.</a:t>
            </a:r>
          </a:p>
          <a:p>
            <a:pPr algn="l"/>
            <a:r>
              <a:rPr lang="en-US" sz="1200" b="0" i="0">
                <a:solidFill>
                  <a:srgbClr val="333333"/>
                </a:solidFill>
                <a:effectLst/>
              </a:rPr>
              <a:t>Steps to resolve:</a:t>
            </a:r>
          </a:p>
          <a:p>
            <a:pPr algn="l">
              <a:buFont typeface="+mj-lt"/>
              <a:buAutoNum type="arabicPeriod"/>
            </a:pPr>
            <a:r>
              <a:rPr lang="en-US" sz="1200" b="0" i="0">
                <a:solidFill>
                  <a:srgbClr val="333333"/>
                </a:solidFill>
                <a:effectLst/>
              </a:rPr>
              <a:t>This is a client error. Check the configuration from AMF if different values of parameters that are not allowed to be modified are sent.</a:t>
            </a:r>
          </a:p>
          <a:p>
            <a:pPr algn="l">
              <a:buFont typeface="+mj-lt"/>
              <a:buAutoNum type="arabicPeriod"/>
            </a:pPr>
            <a:r>
              <a:rPr lang="en-US" sz="1200" b="0" i="0">
                <a:solidFill>
                  <a:srgbClr val="333333"/>
                </a:solidFill>
                <a:effectLst/>
              </a:rPr>
              <a:t>If a totally different AMF is sending PATCH request to modify registration, this is clearly an error.</a:t>
            </a:r>
            <a:br>
              <a:rPr lang="en-US" sz="1200" b="0" i="0">
                <a:solidFill>
                  <a:srgbClr val="333333"/>
                </a:solidFill>
                <a:effectLst/>
              </a:rPr>
            </a:br>
            <a:r>
              <a:rPr lang="en-US" sz="1200" b="0" i="0">
                <a:solidFill>
                  <a:srgbClr val="333333"/>
                </a:solidFill>
                <a:effectLst/>
              </a:rPr>
              <a:t>Logs of "Sending Response"</a:t>
            </a:r>
          </a:p>
          <a:p>
            <a:pPr algn="l"/>
            <a:endParaRPr lang="en-US" b="0" i="0">
              <a:solidFill>
                <a:srgbClr val="333333"/>
              </a:solidFill>
              <a:effectLst/>
              <a:latin typeface="Arial" panose="020B0604020202020204" pitchFamily="34" charset="0"/>
            </a:endParaRPr>
          </a:p>
          <a:p>
            <a:pPr marL="0" indent="0" algn="l">
              <a:buNone/>
            </a:pPr>
            <a:endParaRPr lang="en-IN"/>
          </a:p>
        </p:txBody>
      </p:sp>
    </p:spTree>
    <p:custDataLst>
      <p:tags r:id="rId1"/>
    </p:custDataLst>
    <p:extLst>
      <p:ext uri="{BB962C8B-B14F-4D97-AF65-F5344CB8AC3E}">
        <p14:creationId xmlns:p14="http://schemas.microsoft.com/office/powerpoint/2010/main" val="163801433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42913" y="11680"/>
            <a:ext cx="11269662" cy="684212"/>
          </a:xfrm>
        </p:spPr>
        <p:txBody>
          <a:bodyPr>
            <a:normAutofit/>
          </a:bodyPr>
          <a:lstStyle/>
          <a:p>
            <a:pPr algn="l"/>
            <a:r>
              <a:rPr lang="en-US" sz="3200">
                <a:solidFill>
                  <a:schemeClr val="bg1"/>
                </a:solidFill>
              </a:rPr>
              <a:t>Subscriber registration is not successful (5G)</a:t>
            </a:r>
          </a:p>
        </p:txBody>
      </p:sp>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67</a:t>
            </a:fld>
            <a:endParaRPr lang="en-US"/>
          </a:p>
        </p:txBody>
      </p:sp>
      <p:sp>
        <p:nvSpPr>
          <p:cNvPr id="5" name="Content Placeholder 4">
            <a:extLst>
              <a:ext uri="{FF2B5EF4-FFF2-40B4-BE49-F238E27FC236}">
                <a16:creationId xmlns:a16="http://schemas.microsoft.com/office/drawing/2014/main" id="{B3F41200-3D7D-4D9F-8AC7-CB92286A2D1C}"/>
              </a:ext>
            </a:extLst>
          </p:cNvPr>
          <p:cNvSpPr>
            <a:spLocks noGrp="1"/>
          </p:cNvSpPr>
          <p:nvPr>
            <p:ph idx="1"/>
          </p:nvPr>
        </p:nvSpPr>
        <p:spPr>
          <a:xfrm>
            <a:off x="587709" y="743763"/>
            <a:ext cx="11269662" cy="5862977"/>
          </a:xfrm>
        </p:spPr>
        <p:txBody>
          <a:bodyPr>
            <a:normAutofit/>
          </a:bodyPr>
          <a:lstStyle/>
          <a:p>
            <a:pPr marL="0" indent="0" algn="l">
              <a:buNone/>
            </a:pPr>
            <a:r>
              <a:rPr lang="en-US" sz="1200" b="1" i="0">
                <a:solidFill>
                  <a:srgbClr val="333333"/>
                </a:solidFill>
                <a:effectLst/>
              </a:rPr>
              <a:t>Case 3</a:t>
            </a:r>
            <a:endParaRPr lang="en-US" sz="1200" b="0" i="0">
              <a:solidFill>
                <a:srgbClr val="333333"/>
              </a:solidFill>
              <a:effectLst/>
            </a:endParaRPr>
          </a:p>
          <a:p>
            <a:pPr algn="l"/>
            <a:r>
              <a:rPr lang="en-US" sz="1200" b="1" i="0">
                <a:solidFill>
                  <a:srgbClr val="333333"/>
                </a:solidFill>
                <a:effectLst/>
              </a:rPr>
              <a:t>Message:</a:t>
            </a:r>
            <a:r>
              <a:rPr lang="en-US" sz="1200" b="0" i="0">
                <a:solidFill>
                  <a:srgbClr val="333333"/>
                </a:solidFill>
                <a:effectLst/>
              </a:rPr>
              <a:t> API - AMF Registration PATCH</a:t>
            </a:r>
          </a:p>
          <a:p>
            <a:pPr algn="l"/>
            <a:r>
              <a:rPr lang="en-US" sz="1200" b="1" i="0">
                <a:solidFill>
                  <a:srgbClr val="333333"/>
                </a:solidFill>
                <a:effectLst/>
              </a:rPr>
              <a:t>Reason:</a:t>
            </a:r>
            <a:r>
              <a:rPr lang="en-US" sz="1200" b="0" i="0">
                <a:solidFill>
                  <a:srgbClr val="333333"/>
                </a:solidFill>
                <a:effectLst/>
              </a:rPr>
              <a:t> This error occurs when PATCH operation is sent with a request body missing any mandatory parameters such as GUAMI.</a:t>
            </a:r>
          </a:p>
          <a:p>
            <a:pPr algn="l"/>
            <a:r>
              <a:rPr lang="en-US" sz="1200" b="1" i="0">
                <a:solidFill>
                  <a:srgbClr val="333333"/>
                </a:solidFill>
                <a:effectLst/>
              </a:rPr>
              <a:t>Steps to resolve:</a:t>
            </a:r>
            <a:endParaRPr lang="en-US" sz="1200" b="0" i="0">
              <a:solidFill>
                <a:srgbClr val="333333"/>
              </a:solidFill>
              <a:effectLst/>
            </a:endParaRPr>
          </a:p>
          <a:p>
            <a:pPr marL="0" indent="0" algn="l">
              <a:buNone/>
            </a:pPr>
            <a:r>
              <a:rPr lang="en-US" sz="1200" b="0" i="0">
                <a:solidFill>
                  <a:srgbClr val="333333"/>
                </a:solidFill>
                <a:effectLst/>
              </a:rPr>
              <a:t> This is a client-side error. It must be checked why AMF is not including all parameters for registration.</a:t>
            </a:r>
          </a:p>
          <a:p>
            <a:pPr algn="l"/>
            <a:r>
              <a:rPr lang="en-US" sz="1200" b="0" i="0">
                <a:solidFill>
                  <a:srgbClr val="333333"/>
                </a:solidFill>
                <a:effectLst/>
              </a:rPr>
              <a:t>Check Logs of error messages</a:t>
            </a:r>
          </a:p>
          <a:p>
            <a:pPr marL="0" indent="0" algn="l">
              <a:buNone/>
            </a:pPr>
            <a:endParaRPr lang="en-US" sz="1200" b="1" i="0">
              <a:solidFill>
                <a:srgbClr val="333333"/>
              </a:solidFill>
              <a:effectLst/>
            </a:endParaRPr>
          </a:p>
          <a:p>
            <a:pPr marL="0" indent="0" algn="l">
              <a:buNone/>
            </a:pPr>
            <a:r>
              <a:rPr lang="en-US" sz="1200" b="1" i="0">
                <a:solidFill>
                  <a:srgbClr val="333333"/>
                </a:solidFill>
                <a:effectLst/>
              </a:rPr>
              <a:t>Case 4</a:t>
            </a:r>
            <a:endParaRPr lang="en-US" sz="1200" b="0" i="0">
              <a:solidFill>
                <a:srgbClr val="333333"/>
              </a:solidFill>
              <a:effectLst/>
            </a:endParaRPr>
          </a:p>
          <a:p>
            <a:pPr algn="l"/>
            <a:r>
              <a:rPr lang="en-US" sz="1200" b="1" i="0">
                <a:solidFill>
                  <a:srgbClr val="333333"/>
                </a:solidFill>
                <a:effectLst/>
              </a:rPr>
              <a:t>Message:</a:t>
            </a:r>
            <a:r>
              <a:rPr lang="en-US" sz="1200" b="0" i="0">
                <a:solidFill>
                  <a:srgbClr val="333333"/>
                </a:solidFill>
                <a:effectLst/>
              </a:rPr>
              <a:t> API - SMF Registration PUT</a:t>
            </a:r>
          </a:p>
          <a:p>
            <a:pPr algn="l"/>
            <a:r>
              <a:rPr lang="en-US" sz="1200" b="1" i="0">
                <a:solidFill>
                  <a:srgbClr val="333333"/>
                </a:solidFill>
                <a:effectLst/>
              </a:rPr>
              <a:t>Reason:</a:t>
            </a:r>
            <a:endParaRPr lang="en-US" sz="1200" b="0" i="0">
              <a:solidFill>
                <a:srgbClr val="333333"/>
              </a:solidFill>
              <a:effectLst/>
            </a:endParaRPr>
          </a:p>
          <a:p>
            <a:pPr algn="l">
              <a:buFont typeface="Arial" panose="020B0604020202020204" pitchFamily="34" charset="0"/>
              <a:buChar char="•"/>
            </a:pPr>
            <a:r>
              <a:rPr lang="en-US" sz="1200" b="0" i="0">
                <a:solidFill>
                  <a:srgbClr val="333333"/>
                </a:solidFill>
                <a:effectLst/>
              </a:rPr>
              <a:t>This error occurs when mandatory parameters are missing in the request such as: </a:t>
            </a:r>
            <a:r>
              <a:rPr lang="en-US" sz="1200" b="0" i="1" err="1">
                <a:solidFill>
                  <a:srgbClr val="333333"/>
                </a:solidFill>
                <a:effectLst/>
              </a:rPr>
              <a:t>smfInstanceId,pduSessionId,singleNssai,plmnId</a:t>
            </a:r>
            <a:endParaRPr lang="en-US" sz="1200" b="0" i="0">
              <a:solidFill>
                <a:srgbClr val="333333"/>
              </a:solidFill>
              <a:effectLst/>
            </a:endParaRPr>
          </a:p>
          <a:p>
            <a:pPr algn="l">
              <a:buFont typeface="Arial" panose="020B0604020202020204" pitchFamily="34" charset="0"/>
              <a:buChar char="•"/>
            </a:pPr>
            <a:r>
              <a:rPr lang="en-US" sz="1200" b="0" i="0">
                <a:solidFill>
                  <a:srgbClr val="333333"/>
                </a:solidFill>
                <a:effectLst/>
              </a:rPr>
              <a:t>This can occur when there is a mismatch in </a:t>
            </a:r>
            <a:r>
              <a:rPr lang="en-US" sz="1200" b="0" i="1" err="1">
                <a:solidFill>
                  <a:srgbClr val="333333"/>
                </a:solidFill>
                <a:effectLst/>
              </a:rPr>
              <a:t>pdusession</a:t>
            </a:r>
            <a:r>
              <a:rPr lang="en-US" sz="1200" b="0" i="0">
                <a:solidFill>
                  <a:srgbClr val="333333"/>
                </a:solidFill>
                <a:effectLst/>
              </a:rPr>
              <a:t> ID sent by SMF in the body and in the URI.</a:t>
            </a:r>
          </a:p>
          <a:p>
            <a:pPr algn="l"/>
            <a:r>
              <a:rPr lang="en-US" sz="1200" b="1" i="0">
                <a:solidFill>
                  <a:srgbClr val="333333"/>
                </a:solidFill>
                <a:effectLst/>
              </a:rPr>
              <a:t>Steps to resolve:</a:t>
            </a:r>
            <a:endParaRPr lang="en-US" sz="1200" b="0" i="0">
              <a:solidFill>
                <a:srgbClr val="333333"/>
              </a:solidFill>
              <a:effectLst/>
            </a:endParaRPr>
          </a:p>
          <a:p>
            <a:pPr algn="l">
              <a:buFont typeface="+mj-lt"/>
              <a:buAutoNum type="arabicPeriod"/>
            </a:pPr>
            <a:r>
              <a:rPr lang="en-US" sz="1200" b="0" i="0">
                <a:solidFill>
                  <a:srgbClr val="333333"/>
                </a:solidFill>
                <a:effectLst/>
              </a:rPr>
              <a:t>This is a client-side error and must be checked by them.</a:t>
            </a:r>
          </a:p>
          <a:p>
            <a:pPr>
              <a:buFont typeface="+mj-lt"/>
              <a:buAutoNum type="arabicPeriod"/>
            </a:pPr>
            <a:r>
              <a:rPr lang="en-US" sz="1200" b="0" i="0">
                <a:solidFill>
                  <a:srgbClr val="333333"/>
                </a:solidFill>
                <a:effectLst/>
                <a:latin typeface="Arial" panose="020B0604020202020204" pitchFamily="34" charset="0"/>
              </a:rPr>
              <a:t>Check Logs of error messages</a:t>
            </a:r>
          </a:p>
          <a:p>
            <a:pPr algn="l">
              <a:buFont typeface="+mj-lt"/>
              <a:buAutoNum type="arabicPeriod"/>
            </a:pPr>
            <a:endParaRPr lang="en-US" sz="1200" b="0" i="0">
              <a:solidFill>
                <a:srgbClr val="333333"/>
              </a:solidFill>
              <a:effectLst/>
            </a:endParaRPr>
          </a:p>
          <a:p>
            <a:pPr marL="0" indent="0" algn="l">
              <a:buNone/>
            </a:pPr>
            <a:endParaRPr lang="en-US" b="0" i="0">
              <a:solidFill>
                <a:srgbClr val="333333"/>
              </a:solidFill>
              <a:effectLst/>
              <a:latin typeface="Arial" panose="020B0604020202020204" pitchFamily="34" charset="0"/>
            </a:endParaRPr>
          </a:p>
          <a:p>
            <a:pPr marL="0" indent="0" algn="l">
              <a:buNone/>
            </a:pPr>
            <a:endParaRPr lang="en-IN"/>
          </a:p>
        </p:txBody>
      </p:sp>
    </p:spTree>
    <p:custDataLst>
      <p:tags r:id="rId1"/>
    </p:custDataLst>
    <p:extLst>
      <p:ext uri="{BB962C8B-B14F-4D97-AF65-F5344CB8AC3E}">
        <p14:creationId xmlns:p14="http://schemas.microsoft.com/office/powerpoint/2010/main" val="67277321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42913" y="11680"/>
            <a:ext cx="11269662" cy="684212"/>
          </a:xfrm>
        </p:spPr>
        <p:txBody>
          <a:bodyPr>
            <a:normAutofit/>
          </a:bodyPr>
          <a:lstStyle/>
          <a:p>
            <a:pPr algn="l"/>
            <a:r>
              <a:rPr lang="en-US" sz="3200">
                <a:solidFill>
                  <a:schemeClr val="bg1"/>
                </a:solidFill>
              </a:rPr>
              <a:t>Subscriber registration is not successful (5G)</a:t>
            </a:r>
          </a:p>
        </p:txBody>
      </p:sp>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68</a:t>
            </a:fld>
            <a:endParaRPr lang="en-US"/>
          </a:p>
        </p:txBody>
      </p:sp>
      <p:sp>
        <p:nvSpPr>
          <p:cNvPr id="5" name="Content Placeholder 4">
            <a:extLst>
              <a:ext uri="{FF2B5EF4-FFF2-40B4-BE49-F238E27FC236}">
                <a16:creationId xmlns:a16="http://schemas.microsoft.com/office/drawing/2014/main" id="{B3F41200-3D7D-4D9F-8AC7-CB92286A2D1C}"/>
              </a:ext>
            </a:extLst>
          </p:cNvPr>
          <p:cNvSpPr>
            <a:spLocks noGrp="1"/>
          </p:cNvSpPr>
          <p:nvPr>
            <p:ph idx="1"/>
          </p:nvPr>
        </p:nvSpPr>
        <p:spPr>
          <a:xfrm>
            <a:off x="587709" y="743763"/>
            <a:ext cx="11269662" cy="5862977"/>
          </a:xfrm>
        </p:spPr>
        <p:txBody>
          <a:bodyPr>
            <a:normAutofit/>
          </a:bodyPr>
          <a:lstStyle/>
          <a:p>
            <a:pPr marL="0" indent="0" algn="l">
              <a:buNone/>
            </a:pPr>
            <a:r>
              <a:rPr lang="en-US" sz="1200" b="1" i="0">
                <a:solidFill>
                  <a:srgbClr val="333333"/>
                </a:solidFill>
                <a:effectLst/>
              </a:rPr>
              <a:t>Case 5</a:t>
            </a:r>
            <a:endParaRPr lang="en-US" sz="1200" b="0" i="0">
              <a:solidFill>
                <a:srgbClr val="333333"/>
              </a:solidFill>
              <a:effectLst/>
            </a:endParaRPr>
          </a:p>
          <a:p>
            <a:pPr algn="l"/>
            <a:r>
              <a:rPr lang="en-US" sz="1200" b="1" i="0">
                <a:solidFill>
                  <a:srgbClr val="333333"/>
                </a:solidFill>
                <a:effectLst/>
              </a:rPr>
              <a:t>Message:</a:t>
            </a:r>
            <a:r>
              <a:rPr lang="en-US" sz="1200" b="0" i="0">
                <a:solidFill>
                  <a:srgbClr val="333333"/>
                </a:solidFill>
                <a:effectLst/>
              </a:rPr>
              <a:t> API - SDM Subscription POST</a:t>
            </a:r>
          </a:p>
          <a:p>
            <a:pPr algn="l"/>
            <a:r>
              <a:rPr lang="en-US" sz="1200" b="1" i="0">
                <a:solidFill>
                  <a:srgbClr val="333333"/>
                </a:solidFill>
                <a:effectLst/>
              </a:rPr>
              <a:t>Reason:</a:t>
            </a:r>
            <a:r>
              <a:rPr lang="en-US" sz="1200" b="0" i="0">
                <a:solidFill>
                  <a:srgbClr val="333333"/>
                </a:solidFill>
                <a:effectLst/>
              </a:rPr>
              <a:t> This error can occur when request is sent:</a:t>
            </a:r>
          </a:p>
          <a:p>
            <a:pPr algn="l">
              <a:buFont typeface="Arial" panose="020B0604020202020204" pitchFamily="34" charset="0"/>
              <a:buChar char="•"/>
            </a:pPr>
            <a:r>
              <a:rPr lang="en-US" sz="1200" b="0" i="0">
                <a:solidFill>
                  <a:srgbClr val="333333"/>
                </a:solidFill>
                <a:effectLst/>
              </a:rPr>
              <a:t>Without mandatory parameters</a:t>
            </a:r>
          </a:p>
          <a:p>
            <a:pPr algn="l">
              <a:buFont typeface="Arial" panose="020B0604020202020204" pitchFamily="34" charset="0"/>
              <a:buChar char="•"/>
            </a:pPr>
            <a:r>
              <a:rPr lang="en-US" sz="1200" b="0" i="0">
                <a:solidFill>
                  <a:srgbClr val="333333"/>
                </a:solidFill>
                <a:effectLst/>
              </a:rPr>
              <a:t>With invalid parameters</a:t>
            </a:r>
          </a:p>
          <a:p>
            <a:pPr algn="l">
              <a:buFont typeface="Arial" panose="020B0604020202020204" pitchFamily="34" charset="0"/>
              <a:buChar char="•"/>
            </a:pPr>
            <a:r>
              <a:rPr lang="en-US" sz="1200" b="0" i="0">
                <a:solidFill>
                  <a:srgbClr val="333333"/>
                </a:solidFill>
                <a:effectLst/>
              </a:rPr>
              <a:t>With both </a:t>
            </a:r>
            <a:r>
              <a:rPr lang="en-US" sz="1200" b="0" i="0" err="1">
                <a:solidFill>
                  <a:srgbClr val="333333"/>
                </a:solidFill>
                <a:effectLst/>
              </a:rPr>
              <a:t>amfServicename</a:t>
            </a:r>
            <a:r>
              <a:rPr lang="en-US" sz="1200" b="0" i="0">
                <a:solidFill>
                  <a:srgbClr val="333333"/>
                </a:solidFill>
                <a:effectLst/>
              </a:rPr>
              <a:t> and </a:t>
            </a:r>
            <a:r>
              <a:rPr lang="en-US" sz="1200" b="0" i="0" err="1">
                <a:solidFill>
                  <a:srgbClr val="333333"/>
                </a:solidFill>
                <a:effectLst/>
              </a:rPr>
              <a:t>singleNssai</a:t>
            </a:r>
            <a:r>
              <a:rPr lang="en-US" sz="1200" b="0" i="0">
                <a:solidFill>
                  <a:srgbClr val="333333"/>
                </a:solidFill>
                <a:effectLst/>
              </a:rPr>
              <a:t> or </a:t>
            </a:r>
            <a:r>
              <a:rPr lang="en-US" sz="1200" b="0" i="0" err="1">
                <a:solidFill>
                  <a:srgbClr val="333333"/>
                </a:solidFill>
                <a:effectLst/>
              </a:rPr>
              <a:t>dnn</a:t>
            </a:r>
            <a:r>
              <a:rPr lang="en-US" sz="1200" b="0" i="0">
                <a:solidFill>
                  <a:srgbClr val="333333"/>
                </a:solidFill>
                <a:effectLst/>
              </a:rPr>
              <a:t> parameters present in request.</a:t>
            </a:r>
          </a:p>
          <a:p>
            <a:pPr algn="l"/>
            <a:r>
              <a:rPr lang="en-US" sz="1200" b="1" i="0">
                <a:solidFill>
                  <a:srgbClr val="333333"/>
                </a:solidFill>
                <a:effectLst/>
              </a:rPr>
              <a:t>Steps to resolve:</a:t>
            </a:r>
            <a:endParaRPr lang="en-US" sz="1200" b="0" i="0">
              <a:solidFill>
                <a:srgbClr val="333333"/>
              </a:solidFill>
              <a:effectLst/>
            </a:endParaRPr>
          </a:p>
          <a:p>
            <a:pPr algn="l">
              <a:buFont typeface="+mj-lt"/>
              <a:buAutoNum type="arabicPeriod"/>
            </a:pPr>
            <a:r>
              <a:rPr lang="en-US" sz="1200" b="0" i="0">
                <a:solidFill>
                  <a:srgbClr val="333333"/>
                </a:solidFill>
                <a:effectLst/>
              </a:rPr>
              <a:t>Since this is a client error, it must be checked by SMF to determine why such a request is sent/ triggered.</a:t>
            </a:r>
          </a:p>
          <a:p>
            <a:pPr algn="l">
              <a:buFont typeface="+mj-lt"/>
              <a:buAutoNum type="arabicPeriod"/>
            </a:pPr>
            <a:r>
              <a:rPr lang="en-US" sz="1200" b="0" i="0">
                <a:solidFill>
                  <a:srgbClr val="333333"/>
                </a:solidFill>
                <a:effectLst/>
              </a:rPr>
              <a:t>Check Logs of "Sending Response" </a:t>
            </a:r>
          </a:p>
          <a:p>
            <a:pPr algn="l">
              <a:buFont typeface="+mj-lt"/>
              <a:buAutoNum type="arabicPeriod"/>
            </a:pPr>
            <a:endParaRPr lang="en-US" sz="1200">
              <a:solidFill>
                <a:srgbClr val="333333"/>
              </a:solidFill>
            </a:endParaRPr>
          </a:p>
          <a:p>
            <a:pPr marL="0" indent="0" algn="l">
              <a:buNone/>
            </a:pPr>
            <a:r>
              <a:rPr lang="en-US" sz="1200" b="1" i="0">
                <a:solidFill>
                  <a:srgbClr val="333333"/>
                </a:solidFill>
                <a:effectLst/>
              </a:rPr>
              <a:t>Case 6</a:t>
            </a:r>
            <a:endParaRPr lang="en-US" sz="1200" b="0" i="0">
              <a:solidFill>
                <a:srgbClr val="333333"/>
              </a:solidFill>
              <a:effectLst/>
            </a:endParaRPr>
          </a:p>
          <a:p>
            <a:pPr algn="l"/>
            <a:r>
              <a:rPr lang="en-US" sz="1200" b="1" i="0">
                <a:solidFill>
                  <a:srgbClr val="333333"/>
                </a:solidFill>
                <a:effectLst/>
              </a:rPr>
              <a:t>Message:</a:t>
            </a:r>
            <a:r>
              <a:rPr lang="en-US" sz="1200" b="0" i="0">
                <a:solidFill>
                  <a:srgbClr val="333333"/>
                </a:solidFill>
                <a:effectLst/>
              </a:rPr>
              <a:t> API - SDM Data get Multiple datasets</a:t>
            </a:r>
          </a:p>
          <a:p>
            <a:pPr algn="l"/>
            <a:r>
              <a:rPr lang="en-US" sz="1200" b="1" i="0">
                <a:solidFill>
                  <a:srgbClr val="333333"/>
                </a:solidFill>
                <a:effectLst/>
              </a:rPr>
              <a:t>Reason: </a:t>
            </a:r>
            <a:endParaRPr lang="en-US" sz="1200" b="0" i="0">
              <a:solidFill>
                <a:srgbClr val="333333"/>
              </a:solidFill>
              <a:effectLst/>
            </a:endParaRPr>
          </a:p>
          <a:p>
            <a:pPr algn="l">
              <a:buFont typeface="Arial" panose="020B0604020202020204" pitchFamily="34" charset="0"/>
              <a:buChar char="•"/>
            </a:pPr>
            <a:r>
              <a:rPr lang="en-US" sz="1200" b="0" i="0">
                <a:solidFill>
                  <a:srgbClr val="333333"/>
                </a:solidFill>
                <a:effectLst/>
              </a:rPr>
              <a:t>This error occurs when the </a:t>
            </a:r>
            <a:r>
              <a:rPr lang="en-US" sz="1200" b="0" i="1">
                <a:solidFill>
                  <a:srgbClr val="333333"/>
                </a:solidFill>
                <a:effectLst/>
              </a:rPr>
              <a:t>get request</a:t>
            </a:r>
            <a:r>
              <a:rPr lang="en-US" sz="1200" b="0" i="0">
                <a:solidFill>
                  <a:srgbClr val="333333"/>
                </a:solidFill>
                <a:effectLst/>
              </a:rPr>
              <a:t> sent by AMF / SMF is malformed.</a:t>
            </a:r>
          </a:p>
          <a:p>
            <a:pPr algn="l">
              <a:buFont typeface="Arial" panose="020B0604020202020204" pitchFamily="34" charset="0"/>
              <a:buChar char="•"/>
            </a:pPr>
            <a:r>
              <a:rPr lang="en-US" sz="1200" b="0" i="0">
                <a:solidFill>
                  <a:srgbClr val="333333"/>
                </a:solidFill>
                <a:effectLst/>
              </a:rPr>
              <a:t>Example: Invalid query parameters or invalid number of query parameters (at least 2 parameters must be there)</a:t>
            </a:r>
          </a:p>
          <a:p>
            <a:pPr algn="l"/>
            <a:r>
              <a:rPr lang="en-US" sz="1200" b="0" i="0">
                <a:solidFill>
                  <a:srgbClr val="333333"/>
                </a:solidFill>
                <a:effectLst/>
              </a:rPr>
              <a:t> </a:t>
            </a:r>
            <a:r>
              <a:rPr lang="en-US" sz="1200" b="1" i="0">
                <a:solidFill>
                  <a:srgbClr val="333333"/>
                </a:solidFill>
                <a:effectLst/>
              </a:rPr>
              <a:t>Steps to resolve:</a:t>
            </a:r>
            <a:endParaRPr lang="en-US" sz="1200" b="0" i="0">
              <a:solidFill>
                <a:srgbClr val="333333"/>
              </a:solidFill>
              <a:effectLst/>
            </a:endParaRPr>
          </a:p>
          <a:p>
            <a:pPr algn="l">
              <a:buFont typeface="+mj-lt"/>
              <a:buAutoNum type="arabicPeriod"/>
            </a:pPr>
            <a:r>
              <a:rPr lang="en-US" sz="1200" b="0" i="0">
                <a:solidFill>
                  <a:srgbClr val="333333"/>
                </a:solidFill>
                <a:effectLst/>
              </a:rPr>
              <a:t>This is a client-side error. Please check AMF / SMF configuration so that it sends the correct requests.</a:t>
            </a:r>
          </a:p>
          <a:p>
            <a:pPr algn="l">
              <a:buFont typeface="+mj-lt"/>
              <a:buAutoNum type="arabicPeriod"/>
            </a:pPr>
            <a:r>
              <a:rPr lang="en-US" sz="1200" b="0" i="0">
                <a:solidFill>
                  <a:srgbClr val="333333"/>
                </a:solidFill>
                <a:effectLst/>
              </a:rPr>
              <a:t>Check Logs of "Sending Response" </a:t>
            </a:r>
          </a:p>
          <a:p>
            <a:pPr marL="0" indent="0" algn="l">
              <a:buNone/>
            </a:pPr>
            <a:endParaRPr lang="en-US" sz="1100" b="0" i="0">
              <a:solidFill>
                <a:srgbClr val="333333"/>
              </a:solidFill>
              <a:effectLst/>
              <a:latin typeface="Arial" panose="020B0604020202020204" pitchFamily="34" charset="0"/>
            </a:endParaRPr>
          </a:p>
          <a:p>
            <a:pPr marL="0" indent="0" algn="l">
              <a:buNone/>
            </a:pPr>
            <a:endParaRPr lang="en-US" sz="1200" b="0" i="0">
              <a:solidFill>
                <a:srgbClr val="333333"/>
              </a:solidFill>
              <a:effectLst/>
            </a:endParaRPr>
          </a:p>
          <a:p>
            <a:pPr algn="l"/>
            <a:endParaRPr lang="en-US" sz="1200" b="0" i="0">
              <a:solidFill>
                <a:srgbClr val="333333"/>
              </a:solidFill>
              <a:effectLst/>
            </a:endParaRPr>
          </a:p>
          <a:p>
            <a:pPr marL="0" indent="0" algn="l">
              <a:buNone/>
            </a:pPr>
            <a:endParaRPr lang="en-US" b="0" i="0">
              <a:solidFill>
                <a:srgbClr val="333333"/>
              </a:solidFill>
              <a:effectLst/>
              <a:latin typeface="Arial" panose="020B0604020202020204" pitchFamily="34" charset="0"/>
            </a:endParaRPr>
          </a:p>
          <a:p>
            <a:pPr marL="0" indent="0" algn="l">
              <a:buNone/>
            </a:pPr>
            <a:endParaRPr lang="en-IN"/>
          </a:p>
        </p:txBody>
      </p:sp>
    </p:spTree>
    <p:custDataLst>
      <p:tags r:id="rId1"/>
    </p:custDataLst>
    <p:extLst>
      <p:ext uri="{BB962C8B-B14F-4D97-AF65-F5344CB8AC3E}">
        <p14:creationId xmlns:p14="http://schemas.microsoft.com/office/powerpoint/2010/main" val="104073071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42913" y="11680"/>
            <a:ext cx="11269662" cy="684212"/>
          </a:xfrm>
        </p:spPr>
        <p:txBody>
          <a:bodyPr>
            <a:normAutofit/>
          </a:bodyPr>
          <a:lstStyle/>
          <a:p>
            <a:pPr algn="l"/>
            <a:r>
              <a:rPr lang="en-US" sz="3200">
                <a:solidFill>
                  <a:schemeClr val="bg1"/>
                </a:solidFill>
              </a:rPr>
              <a:t>Subscriber registration is not successful (5G)</a:t>
            </a:r>
          </a:p>
        </p:txBody>
      </p:sp>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69</a:t>
            </a:fld>
            <a:endParaRPr lang="en-US"/>
          </a:p>
        </p:txBody>
      </p:sp>
      <p:sp>
        <p:nvSpPr>
          <p:cNvPr id="5" name="Content Placeholder 4">
            <a:extLst>
              <a:ext uri="{FF2B5EF4-FFF2-40B4-BE49-F238E27FC236}">
                <a16:creationId xmlns:a16="http://schemas.microsoft.com/office/drawing/2014/main" id="{B3F41200-3D7D-4D9F-8AC7-CB92286A2D1C}"/>
              </a:ext>
            </a:extLst>
          </p:cNvPr>
          <p:cNvSpPr>
            <a:spLocks noGrp="1"/>
          </p:cNvSpPr>
          <p:nvPr>
            <p:ph idx="1"/>
          </p:nvPr>
        </p:nvSpPr>
        <p:spPr>
          <a:xfrm>
            <a:off x="587709" y="743763"/>
            <a:ext cx="11269662" cy="5862977"/>
          </a:xfrm>
        </p:spPr>
        <p:txBody>
          <a:bodyPr>
            <a:normAutofit fontScale="92500" lnSpcReduction="20000"/>
          </a:bodyPr>
          <a:lstStyle/>
          <a:p>
            <a:pPr algn="l"/>
            <a:r>
              <a:rPr lang="en-US" sz="1300" b="1" i="0" dirty="0">
                <a:solidFill>
                  <a:srgbClr val="333333"/>
                </a:solidFill>
                <a:effectLst/>
              </a:rPr>
              <a:t>HTTP Error Code 404</a:t>
            </a:r>
          </a:p>
          <a:p>
            <a:pPr algn="l"/>
            <a:r>
              <a:rPr lang="en-US" sz="1300" b="0" i="0" dirty="0">
                <a:solidFill>
                  <a:srgbClr val="333333"/>
                </a:solidFill>
                <a:effectLst/>
              </a:rPr>
              <a:t>This error code can occur due to multiple reasons as given by different case numbers:</a:t>
            </a:r>
          </a:p>
          <a:p>
            <a:pPr algn="l"/>
            <a:r>
              <a:rPr lang="en-US" sz="1300" b="1" i="0" dirty="0">
                <a:solidFill>
                  <a:srgbClr val="333333"/>
                </a:solidFill>
                <a:effectLst/>
              </a:rPr>
              <a:t>Case 1</a:t>
            </a:r>
            <a:endParaRPr lang="en-US" sz="1300" b="0" i="0" dirty="0">
              <a:solidFill>
                <a:srgbClr val="333333"/>
              </a:solidFill>
              <a:effectLst/>
            </a:endParaRPr>
          </a:p>
          <a:p>
            <a:pPr algn="l"/>
            <a:r>
              <a:rPr lang="en-US" sz="1300" b="1" i="0" dirty="0">
                <a:solidFill>
                  <a:srgbClr val="333333"/>
                </a:solidFill>
                <a:effectLst/>
              </a:rPr>
              <a:t>Message:</a:t>
            </a:r>
            <a:r>
              <a:rPr lang="en-US" sz="1300" b="0" i="0" dirty="0">
                <a:solidFill>
                  <a:srgbClr val="333333"/>
                </a:solidFill>
                <a:effectLst/>
              </a:rPr>
              <a:t>  API - AMF Registration PUT</a:t>
            </a:r>
          </a:p>
          <a:p>
            <a:pPr algn="l"/>
            <a:r>
              <a:rPr lang="en-US" sz="1300" b="1" i="0" dirty="0">
                <a:solidFill>
                  <a:srgbClr val="333333"/>
                </a:solidFill>
                <a:effectLst/>
              </a:rPr>
              <a:t>Reason:</a:t>
            </a:r>
            <a:r>
              <a:rPr lang="en-US" sz="1300" b="0" i="0" dirty="0">
                <a:solidFill>
                  <a:srgbClr val="333333"/>
                </a:solidFill>
                <a:effectLst/>
              </a:rPr>
              <a:t> This is an internal server error which occurs when:</a:t>
            </a:r>
          </a:p>
          <a:p>
            <a:pPr algn="l">
              <a:buFont typeface="Arial" panose="020B0604020202020204" pitchFamily="34" charset="0"/>
              <a:buChar char="•"/>
            </a:pPr>
            <a:r>
              <a:rPr lang="en-US" sz="1300" b="0" i="0" dirty="0">
                <a:solidFill>
                  <a:srgbClr val="333333"/>
                </a:solidFill>
                <a:effectLst/>
              </a:rPr>
              <a:t>Database is down/ unreachable</a:t>
            </a:r>
          </a:p>
          <a:p>
            <a:pPr algn="l">
              <a:buFont typeface="Arial" panose="020B0604020202020204" pitchFamily="34" charset="0"/>
              <a:buChar char="•"/>
            </a:pPr>
            <a:r>
              <a:rPr lang="en-US" sz="1300" b="0" i="0" dirty="0">
                <a:solidFill>
                  <a:srgbClr val="333333"/>
                </a:solidFill>
                <a:effectLst/>
              </a:rPr>
              <a:t>UDR is down / unreachable</a:t>
            </a:r>
          </a:p>
          <a:p>
            <a:pPr algn="l">
              <a:buFont typeface="Arial" panose="020B0604020202020204" pitchFamily="34" charset="0"/>
              <a:buChar char="•"/>
            </a:pPr>
            <a:r>
              <a:rPr lang="en-US" sz="1300" b="0" i="0" dirty="0">
                <a:solidFill>
                  <a:srgbClr val="333333"/>
                </a:solidFill>
                <a:effectLst/>
              </a:rPr>
              <a:t>Invalid values are present in subscriber database, so UDM is unable to complete registration request entirely.</a:t>
            </a:r>
          </a:p>
          <a:p>
            <a:pPr algn="l"/>
            <a:r>
              <a:rPr lang="en-US" sz="1300" b="1" i="0" dirty="0">
                <a:solidFill>
                  <a:srgbClr val="333333"/>
                </a:solidFill>
                <a:effectLst/>
              </a:rPr>
              <a:t>Steps to resolve:</a:t>
            </a:r>
            <a:endParaRPr lang="en-US" sz="1300" b="0" i="0" dirty="0">
              <a:solidFill>
                <a:srgbClr val="333333"/>
              </a:solidFill>
              <a:effectLst/>
            </a:endParaRPr>
          </a:p>
          <a:p>
            <a:pPr algn="l">
              <a:buFont typeface="+mj-lt"/>
              <a:buAutoNum type="arabicPeriod"/>
            </a:pPr>
            <a:r>
              <a:rPr lang="en-US" sz="1300" b="0" i="0" dirty="0">
                <a:solidFill>
                  <a:srgbClr val="333333"/>
                </a:solidFill>
                <a:effectLst/>
              </a:rPr>
              <a:t>If Database is down, restart the process, depending on type of deployment.</a:t>
            </a:r>
          </a:p>
          <a:p>
            <a:pPr>
              <a:buFont typeface="+mj-lt"/>
              <a:buAutoNum type="arabicPeriod"/>
            </a:pPr>
            <a:r>
              <a:rPr lang="en-US" sz="1300" b="0" i="0" dirty="0">
                <a:solidFill>
                  <a:srgbClr val="333333"/>
                </a:solidFill>
                <a:effectLst/>
              </a:rPr>
              <a:t>If Subscriber database has invalid values, correct it by re-provisioning the same subscriber.</a:t>
            </a:r>
          </a:p>
          <a:p>
            <a:pPr algn="l"/>
            <a:r>
              <a:rPr lang="en-US" sz="1300" b="1" i="0" dirty="0">
                <a:solidFill>
                  <a:srgbClr val="333333"/>
                </a:solidFill>
                <a:effectLst/>
              </a:rPr>
              <a:t>Case 2</a:t>
            </a:r>
            <a:endParaRPr lang="en-US" sz="1300" b="0" i="0" dirty="0">
              <a:solidFill>
                <a:srgbClr val="333333"/>
              </a:solidFill>
              <a:effectLst/>
            </a:endParaRPr>
          </a:p>
          <a:p>
            <a:pPr algn="l"/>
            <a:r>
              <a:rPr lang="en-US" sz="1300" b="1" i="0" dirty="0">
                <a:solidFill>
                  <a:srgbClr val="333333"/>
                </a:solidFill>
                <a:effectLst/>
              </a:rPr>
              <a:t>Message:</a:t>
            </a:r>
            <a:r>
              <a:rPr lang="en-US" sz="1300" b="0" i="0" dirty="0">
                <a:solidFill>
                  <a:srgbClr val="333333"/>
                </a:solidFill>
                <a:effectLst/>
              </a:rPr>
              <a:t> API - AMF Registration PUT</a:t>
            </a:r>
          </a:p>
          <a:p>
            <a:pPr algn="l"/>
            <a:r>
              <a:rPr lang="en-US" sz="1300" b="1" i="0" dirty="0">
                <a:solidFill>
                  <a:srgbClr val="333333"/>
                </a:solidFill>
                <a:effectLst/>
              </a:rPr>
              <a:t>Reason:</a:t>
            </a:r>
            <a:r>
              <a:rPr lang="en-US" sz="1300" b="0" i="0" dirty="0">
                <a:solidFill>
                  <a:srgbClr val="333333"/>
                </a:solidFill>
                <a:effectLst/>
              </a:rPr>
              <a:t> This error occurs in two scenarios:</a:t>
            </a:r>
          </a:p>
          <a:p>
            <a:pPr algn="l">
              <a:buFont typeface="Arial" panose="020B0604020202020204" pitchFamily="34" charset="0"/>
              <a:buChar char="•"/>
            </a:pPr>
            <a:r>
              <a:rPr lang="en-US" sz="1300" b="0" i="0" dirty="0">
                <a:solidFill>
                  <a:srgbClr val="333333"/>
                </a:solidFill>
                <a:effectLst/>
              </a:rPr>
              <a:t>When the user does not exist in the subscriber database</a:t>
            </a:r>
          </a:p>
          <a:p>
            <a:pPr algn="l">
              <a:buFont typeface="Arial" panose="020B0604020202020204" pitchFamily="34" charset="0"/>
              <a:buChar char="•"/>
            </a:pPr>
            <a:r>
              <a:rPr lang="en-US" sz="1300" b="0" i="0" dirty="0">
                <a:solidFill>
                  <a:srgbClr val="333333"/>
                </a:solidFill>
                <a:effectLst/>
              </a:rPr>
              <a:t>User exists but, does not have PLMN subscription associated with it.</a:t>
            </a:r>
          </a:p>
          <a:p>
            <a:pPr algn="l"/>
            <a:r>
              <a:rPr lang="en-US" sz="1300" b="1" i="0" dirty="0">
                <a:solidFill>
                  <a:srgbClr val="333333"/>
                </a:solidFill>
                <a:effectLst/>
              </a:rPr>
              <a:t>Steps to resolve:</a:t>
            </a:r>
            <a:endParaRPr lang="en-US" sz="1300" b="0" i="0" dirty="0">
              <a:solidFill>
                <a:srgbClr val="333333"/>
              </a:solidFill>
              <a:effectLst/>
            </a:endParaRPr>
          </a:p>
          <a:p>
            <a:pPr algn="l">
              <a:buFont typeface="+mj-lt"/>
              <a:buAutoNum type="arabicPeriod"/>
            </a:pPr>
            <a:r>
              <a:rPr lang="en-US" sz="1300" b="0" i="0" dirty="0">
                <a:solidFill>
                  <a:srgbClr val="333333"/>
                </a:solidFill>
                <a:effectLst/>
              </a:rPr>
              <a:t>Check if the user exists in the database.</a:t>
            </a:r>
          </a:p>
          <a:p>
            <a:pPr algn="l">
              <a:buFont typeface="+mj-lt"/>
              <a:buAutoNum type="arabicPeriod"/>
            </a:pPr>
            <a:r>
              <a:rPr lang="en-US" sz="1300" b="0" i="0" dirty="0">
                <a:solidFill>
                  <a:srgbClr val="333333"/>
                </a:solidFill>
                <a:effectLst/>
              </a:rPr>
              <a:t>If the user is non-existent, then user needs to be added in the system through provisioning.</a:t>
            </a:r>
            <a:br>
              <a:rPr lang="en-US" sz="1300" b="0" i="0" dirty="0">
                <a:solidFill>
                  <a:srgbClr val="333333"/>
                </a:solidFill>
                <a:effectLst/>
              </a:rPr>
            </a:br>
            <a:r>
              <a:rPr lang="en-US" sz="1300" b="0" i="0" dirty="0">
                <a:solidFill>
                  <a:srgbClr val="333333"/>
                </a:solidFill>
                <a:effectLst/>
              </a:rPr>
              <a:t>Check Logs of "Sending Response“</a:t>
            </a:r>
          </a:p>
          <a:p>
            <a:pPr algn="l">
              <a:buFont typeface="+mj-lt"/>
              <a:buAutoNum type="arabicPeriod"/>
            </a:pPr>
            <a:r>
              <a:rPr lang="en-US" sz="1300" b="0" i="0" dirty="0">
                <a:solidFill>
                  <a:srgbClr val="333333"/>
                </a:solidFill>
                <a:effectLst/>
              </a:rPr>
              <a:t>3. If user exists in the database but </a:t>
            </a:r>
            <a:r>
              <a:rPr lang="en-US" sz="1300" b="0" i="0" dirty="0" err="1">
                <a:solidFill>
                  <a:srgbClr val="333333"/>
                </a:solidFill>
                <a:effectLst/>
              </a:rPr>
              <a:t>PLMNGroup</a:t>
            </a:r>
            <a:r>
              <a:rPr lang="en-US" sz="1300" b="0" i="0" dirty="0">
                <a:solidFill>
                  <a:srgbClr val="333333"/>
                </a:solidFill>
                <a:effectLst/>
              </a:rPr>
              <a:t> associated with user does not exists, then PLMN group subscription needs to be added from SDM Portal Subscriber Management tab.</a:t>
            </a:r>
          </a:p>
          <a:p>
            <a:pPr marL="0" indent="0" algn="l">
              <a:buNone/>
            </a:pPr>
            <a:br>
              <a:rPr lang="en-US" sz="1300" b="0" i="0" dirty="0">
                <a:solidFill>
                  <a:srgbClr val="333333"/>
                </a:solidFill>
                <a:effectLst/>
              </a:rPr>
            </a:br>
            <a:r>
              <a:rPr lang="en-US" sz="1300" b="0" i="0" dirty="0">
                <a:solidFill>
                  <a:srgbClr val="333333"/>
                </a:solidFill>
                <a:effectLst/>
              </a:rPr>
              <a:t>4. Check Logs of "Sending Response“</a:t>
            </a:r>
          </a:p>
          <a:p>
            <a:pPr marL="0" indent="0" algn="l">
              <a:buNone/>
            </a:pPr>
            <a:endParaRPr lang="en-US" sz="1100" b="0" i="0" dirty="0">
              <a:solidFill>
                <a:srgbClr val="333333"/>
              </a:solidFill>
              <a:effectLst/>
              <a:latin typeface="Arial" panose="020B0604020202020204" pitchFamily="34" charset="0"/>
            </a:endParaRPr>
          </a:p>
          <a:p>
            <a:pPr marL="0" indent="0" algn="l">
              <a:buNone/>
            </a:pPr>
            <a:endParaRPr lang="en-US" sz="1200" b="0" i="0" dirty="0">
              <a:solidFill>
                <a:srgbClr val="333333"/>
              </a:solidFill>
              <a:effectLst/>
            </a:endParaRPr>
          </a:p>
          <a:p>
            <a:pPr algn="l"/>
            <a:endParaRPr lang="en-US" sz="1200" b="0" i="0" dirty="0">
              <a:solidFill>
                <a:srgbClr val="333333"/>
              </a:solidFill>
              <a:effectLst/>
            </a:endParaRPr>
          </a:p>
          <a:p>
            <a:pPr marL="0" indent="0" algn="l">
              <a:buNone/>
            </a:pPr>
            <a:endParaRPr lang="en-US" b="0" i="0" dirty="0">
              <a:solidFill>
                <a:srgbClr val="333333"/>
              </a:solidFill>
              <a:effectLst/>
              <a:latin typeface="Arial" panose="020B0604020202020204" pitchFamily="34" charset="0"/>
            </a:endParaRPr>
          </a:p>
          <a:p>
            <a:pPr marL="0" indent="0" algn="l">
              <a:buNone/>
            </a:pPr>
            <a:endParaRPr lang="en-IN" dirty="0"/>
          </a:p>
        </p:txBody>
      </p:sp>
    </p:spTree>
    <p:custDataLst>
      <p:tags r:id="rId1"/>
    </p:custDataLst>
    <p:extLst>
      <p:ext uri="{BB962C8B-B14F-4D97-AF65-F5344CB8AC3E}">
        <p14:creationId xmlns:p14="http://schemas.microsoft.com/office/powerpoint/2010/main" val="391908680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42913" y="37875"/>
            <a:ext cx="11269662" cy="684212"/>
          </a:xfrm>
        </p:spPr>
        <p:txBody>
          <a:bodyPr>
            <a:normAutofit/>
          </a:bodyPr>
          <a:lstStyle/>
          <a:p>
            <a:pPr algn="l"/>
            <a:r>
              <a:rPr lang="en-US" sz="3200" dirty="0">
                <a:solidFill>
                  <a:schemeClr val="bg1"/>
                </a:solidFill>
              </a:rPr>
              <a:t>Subscriber registration is not successful (5G)</a:t>
            </a:r>
          </a:p>
        </p:txBody>
      </p:sp>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70</a:t>
            </a:fld>
            <a:endParaRPr lang="en-US"/>
          </a:p>
        </p:txBody>
      </p:sp>
      <p:sp>
        <p:nvSpPr>
          <p:cNvPr id="5" name="Content Placeholder 4">
            <a:extLst>
              <a:ext uri="{FF2B5EF4-FFF2-40B4-BE49-F238E27FC236}">
                <a16:creationId xmlns:a16="http://schemas.microsoft.com/office/drawing/2014/main" id="{B3F41200-3D7D-4D9F-8AC7-CB92286A2D1C}"/>
              </a:ext>
            </a:extLst>
          </p:cNvPr>
          <p:cNvSpPr>
            <a:spLocks noGrp="1"/>
          </p:cNvSpPr>
          <p:nvPr>
            <p:ph idx="1"/>
          </p:nvPr>
        </p:nvSpPr>
        <p:spPr>
          <a:xfrm>
            <a:off x="442913" y="872205"/>
            <a:ext cx="11269662" cy="5862977"/>
          </a:xfrm>
        </p:spPr>
        <p:txBody>
          <a:bodyPr>
            <a:normAutofit/>
          </a:bodyPr>
          <a:lstStyle/>
          <a:p>
            <a:pPr algn="l"/>
            <a:r>
              <a:rPr lang="en-US" sz="1300" b="1" i="0" dirty="0">
                <a:solidFill>
                  <a:srgbClr val="333333"/>
                </a:solidFill>
                <a:effectLst/>
              </a:rPr>
              <a:t>Case </a:t>
            </a:r>
            <a:r>
              <a:rPr lang="en-US" sz="1300" b="1" dirty="0">
                <a:solidFill>
                  <a:srgbClr val="333333"/>
                </a:solidFill>
              </a:rPr>
              <a:t>3:</a:t>
            </a:r>
          </a:p>
          <a:p>
            <a:pPr algn="l"/>
            <a:r>
              <a:rPr lang="en-US" sz="1300" b="1" i="0" dirty="0">
                <a:solidFill>
                  <a:srgbClr val="333333"/>
                </a:solidFill>
                <a:effectLst/>
              </a:rPr>
              <a:t>Message:</a:t>
            </a:r>
            <a:r>
              <a:rPr lang="en-US" sz="1300" b="0" i="0" dirty="0">
                <a:solidFill>
                  <a:srgbClr val="333333"/>
                </a:solidFill>
                <a:effectLst/>
              </a:rPr>
              <a:t>  API - AMF Registration PUT</a:t>
            </a:r>
          </a:p>
          <a:p>
            <a:pPr algn="l"/>
            <a:r>
              <a:rPr lang="en-US" sz="1300" b="1" i="0" dirty="0">
                <a:solidFill>
                  <a:srgbClr val="333333"/>
                </a:solidFill>
                <a:effectLst/>
              </a:rPr>
              <a:t>Reason: </a:t>
            </a:r>
            <a:r>
              <a:rPr lang="en-US" sz="1300" b="0" i="0" dirty="0">
                <a:solidFill>
                  <a:srgbClr val="333333"/>
                </a:solidFill>
                <a:effectLst/>
              </a:rPr>
              <a:t>No authentication status data for given subscriber-id in database</a:t>
            </a:r>
          </a:p>
          <a:p>
            <a:pPr algn="l"/>
            <a:r>
              <a:rPr lang="en-US" sz="1300" b="1" i="0" dirty="0">
                <a:solidFill>
                  <a:srgbClr val="333333"/>
                </a:solidFill>
                <a:effectLst/>
              </a:rPr>
              <a:t>Steps to resolve:</a:t>
            </a:r>
            <a:endParaRPr lang="en-US" sz="1300" b="0" i="0" dirty="0">
              <a:solidFill>
                <a:srgbClr val="333333"/>
              </a:solidFill>
              <a:effectLst/>
            </a:endParaRPr>
          </a:p>
          <a:p>
            <a:pPr algn="l">
              <a:buFont typeface="+mj-lt"/>
              <a:buAutoNum type="arabicPeriod"/>
            </a:pPr>
            <a:r>
              <a:rPr lang="en-US" sz="1300" b="0" i="0" dirty="0">
                <a:solidFill>
                  <a:srgbClr val="333333"/>
                </a:solidFill>
                <a:effectLst/>
              </a:rPr>
              <a:t> In  the AMF registration case </a:t>
            </a:r>
            <a:r>
              <a:rPr lang="en-US" sz="1300" b="0" i="0" dirty="0" err="1">
                <a:solidFill>
                  <a:srgbClr val="333333"/>
                </a:solidFill>
                <a:effectLst/>
              </a:rPr>
              <a:t>udm</a:t>
            </a:r>
            <a:r>
              <a:rPr lang="en-US" sz="1300" b="0" i="0" dirty="0">
                <a:solidFill>
                  <a:srgbClr val="333333"/>
                </a:solidFill>
                <a:effectLst/>
              </a:rPr>
              <a:t> responses (HTTP Error code 404) with message "No authentication status data for given subscriber-id in database", then requires to check whether Authentication is successfully done or not. </a:t>
            </a:r>
            <a:endParaRPr lang="en-US" sz="1100" b="0" i="0" dirty="0">
              <a:solidFill>
                <a:srgbClr val="333333"/>
              </a:solidFill>
              <a:effectLst/>
              <a:latin typeface="Arial" panose="020B0604020202020204" pitchFamily="34" charset="0"/>
            </a:endParaRPr>
          </a:p>
          <a:p>
            <a:pPr marL="0" indent="0" algn="l">
              <a:buNone/>
            </a:pPr>
            <a:endParaRPr lang="en-US" sz="1200" b="0" i="0" dirty="0">
              <a:solidFill>
                <a:srgbClr val="333333"/>
              </a:solidFill>
              <a:effectLst/>
            </a:endParaRPr>
          </a:p>
          <a:p>
            <a:pPr algn="l"/>
            <a:endParaRPr lang="en-US" sz="1200" b="0" i="0" dirty="0">
              <a:solidFill>
                <a:srgbClr val="333333"/>
              </a:solidFill>
              <a:effectLst/>
            </a:endParaRPr>
          </a:p>
          <a:p>
            <a:pPr marL="0" indent="0" algn="l">
              <a:buNone/>
            </a:pPr>
            <a:endParaRPr lang="en-US" b="0" i="0" dirty="0">
              <a:solidFill>
                <a:srgbClr val="333333"/>
              </a:solidFill>
              <a:effectLst/>
              <a:latin typeface="Arial" panose="020B0604020202020204" pitchFamily="34" charset="0"/>
            </a:endParaRPr>
          </a:p>
          <a:p>
            <a:pPr marL="0" indent="0" algn="l">
              <a:buNone/>
            </a:pPr>
            <a:endParaRPr lang="en-IN" dirty="0"/>
          </a:p>
        </p:txBody>
      </p:sp>
    </p:spTree>
    <p:custDataLst>
      <p:tags r:id="rId1"/>
    </p:custDataLst>
    <p:extLst>
      <p:ext uri="{BB962C8B-B14F-4D97-AF65-F5344CB8AC3E}">
        <p14:creationId xmlns:p14="http://schemas.microsoft.com/office/powerpoint/2010/main" val="40212024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42913" y="11680"/>
            <a:ext cx="11269662" cy="684212"/>
          </a:xfrm>
        </p:spPr>
        <p:txBody>
          <a:bodyPr>
            <a:normAutofit/>
          </a:bodyPr>
          <a:lstStyle/>
          <a:p>
            <a:pPr algn="l"/>
            <a:r>
              <a:rPr lang="en-US" sz="3200">
                <a:solidFill>
                  <a:schemeClr val="bg1"/>
                </a:solidFill>
              </a:rPr>
              <a:t>Subscriber registration is not successful (5G)</a:t>
            </a:r>
          </a:p>
        </p:txBody>
      </p:sp>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71</a:t>
            </a:fld>
            <a:endParaRPr lang="en-US"/>
          </a:p>
        </p:txBody>
      </p:sp>
      <p:sp>
        <p:nvSpPr>
          <p:cNvPr id="5" name="Content Placeholder 4">
            <a:extLst>
              <a:ext uri="{FF2B5EF4-FFF2-40B4-BE49-F238E27FC236}">
                <a16:creationId xmlns:a16="http://schemas.microsoft.com/office/drawing/2014/main" id="{B3F41200-3D7D-4D9F-8AC7-CB92286A2D1C}"/>
              </a:ext>
            </a:extLst>
          </p:cNvPr>
          <p:cNvSpPr>
            <a:spLocks noGrp="1"/>
          </p:cNvSpPr>
          <p:nvPr>
            <p:ph idx="1"/>
          </p:nvPr>
        </p:nvSpPr>
        <p:spPr>
          <a:xfrm>
            <a:off x="442913" y="552203"/>
            <a:ext cx="11269662" cy="6237100"/>
          </a:xfrm>
        </p:spPr>
        <p:txBody>
          <a:bodyPr>
            <a:normAutofit fontScale="25000" lnSpcReduction="20000"/>
          </a:bodyPr>
          <a:lstStyle/>
          <a:p>
            <a:pPr marL="0" indent="0" algn="l">
              <a:buNone/>
            </a:pPr>
            <a:r>
              <a:rPr lang="en-US" sz="4800" b="1" i="0">
                <a:solidFill>
                  <a:srgbClr val="333333"/>
                </a:solidFill>
                <a:effectLst/>
              </a:rPr>
              <a:t>Case 4</a:t>
            </a:r>
            <a:endParaRPr lang="en-US" sz="4800" b="0" i="0">
              <a:solidFill>
                <a:srgbClr val="333333"/>
              </a:solidFill>
              <a:effectLst/>
            </a:endParaRPr>
          </a:p>
          <a:p>
            <a:pPr algn="l"/>
            <a:r>
              <a:rPr lang="en-US" sz="4800" b="1" i="0">
                <a:solidFill>
                  <a:srgbClr val="333333"/>
                </a:solidFill>
                <a:effectLst/>
              </a:rPr>
              <a:t>Message:</a:t>
            </a:r>
            <a:r>
              <a:rPr lang="en-US" sz="4800" b="0" i="0">
                <a:solidFill>
                  <a:srgbClr val="333333"/>
                </a:solidFill>
                <a:effectLst/>
              </a:rPr>
              <a:t> API - AMF Registration PATCH</a:t>
            </a:r>
          </a:p>
          <a:p>
            <a:pPr algn="l"/>
            <a:r>
              <a:rPr lang="en-US" sz="4800" b="1" i="0">
                <a:solidFill>
                  <a:srgbClr val="333333"/>
                </a:solidFill>
                <a:effectLst/>
              </a:rPr>
              <a:t>Reason:</a:t>
            </a:r>
            <a:r>
              <a:rPr lang="en-US" sz="4800" b="0" i="0">
                <a:solidFill>
                  <a:srgbClr val="333333"/>
                </a:solidFill>
                <a:effectLst/>
              </a:rPr>
              <a:t> This error occurs when PATCH operation is used to modify AMF Registration which does not exist in database.</a:t>
            </a:r>
          </a:p>
          <a:p>
            <a:pPr algn="l"/>
            <a:r>
              <a:rPr lang="en-US" sz="4800" b="0" i="0">
                <a:solidFill>
                  <a:srgbClr val="333333"/>
                </a:solidFill>
                <a:effectLst/>
              </a:rPr>
              <a:t>Steps to resolve:</a:t>
            </a:r>
          </a:p>
          <a:p>
            <a:pPr algn="l">
              <a:buFont typeface="+mj-lt"/>
              <a:buAutoNum type="arabicPeriod"/>
            </a:pPr>
            <a:r>
              <a:rPr lang="en-US" sz="4800" b="0" i="0">
                <a:solidFill>
                  <a:srgbClr val="333333"/>
                </a:solidFill>
                <a:effectLst/>
              </a:rPr>
              <a:t>This is a client error. It must be checked why AMF is trying to send PATCH request before completing the registration. Chec</a:t>
            </a:r>
            <a:r>
              <a:rPr lang="en-US" sz="4800">
                <a:solidFill>
                  <a:srgbClr val="333333"/>
                </a:solidFill>
              </a:rPr>
              <a:t>k </a:t>
            </a:r>
            <a:r>
              <a:rPr lang="en-US" sz="4800" b="0" i="0">
                <a:solidFill>
                  <a:srgbClr val="333333"/>
                </a:solidFill>
                <a:effectLst/>
              </a:rPr>
              <a:t>Logs of "Sending Response" </a:t>
            </a:r>
          </a:p>
          <a:p>
            <a:pPr marL="0" indent="0" algn="l">
              <a:buNone/>
            </a:pPr>
            <a:r>
              <a:rPr lang="en-US" sz="4800" b="1" i="0">
                <a:solidFill>
                  <a:srgbClr val="333333"/>
                </a:solidFill>
                <a:effectLst/>
              </a:rPr>
              <a:t>Case 5</a:t>
            </a:r>
            <a:endParaRPr lang="en-US" sz="4800" b="0" i="0">
              <a:solidFill>
                <a:srgbClr val="333333"/>
              </a:solidFill>
              <a:effectLst/>
            </a:endParaRPr>
          </a:p>
          <a:p>
            <a:pPr algn="l"/>
            <a:r>
              <a:rPr lang="en-US" sz="4800" b="1" i="0">
                <a:solidFill>
                  <a:srgbClr val="333333"/>
                </a:solidFill>
                <a:effectLst/>
              </a:rPr>
              <a:t>Message API</a:t>
            </a:r>
            <a:r>
              <a:rPr lang="en-US" sz="4800" b="0" i="0">
                <a:solidFill>
                  <a:srgbClr val="333333"/>
                </a:solidFill>
                <a:effectLst/>
              </a:rPr>
              <a:t> - AMF Registration PATCH</a:t>
            </a:r>
          </a:p>
          <a:p>
            <a:pPr algn="l"/>
            <a:r>
              <a:rPr lang="en-US" sz="4800" b="1" i="0">
                <a:solidFill>
                  <a:srgbClr val="333333"/>
                </a:solidFill>
                <a:effectLst/>
              </a:rPr>
              <a:t>Reason:</a:t>
            </a:r>
            <a:r>
              <a:rPr lang="en-US" sz="4800" b="0" i="0">
                <a:solidFill>
                  <a:srgbClr val="333333"/>
                </a:solidFill>
                <a:effectLst/>
              </a:rPr>
              <a:t> This is an internal server error in completing request processing which can occur when UDR is down, or database is down.</a:t>
            </a:r>
          </a:p>
          <a:p>
            <a:pPr algn="l"/>
            <a:r>
              <a:rPr lang="en-US" sz="4800" b="1" i="0">
                <a:solidFill>
                  <a:srgbClr val="333333"/>
                </a:solidFill>
                <a:effectLst/>
              </a:rPr>
              <a:t>Steps to resolve:</a:t>
            </a:r>
            <a:endParaRPr lang="en-US" sz="4800" b="0" i="0">
              <a:solidFill>
                <a:srgbClr val="333333"/>
              </a:solidFill>
              <a:effectLst/>
            </a:endParaRPr>
          </a:p>
          <a:p>
            <a:pPr algn="l">
              <a:buFont typeface="+mj-lt"/>
              <a:buAutoNum type="arabicPeriod"/>
            </a:pPr>
            <a:r>
              <a:rPr lang="en-US" sz="4800" b="0" i="0">
                <a:solidFill>
                  <a:srgbClr val="333333"/>
                </a:solidFill>
                <a:effectLst/>
              </a:rPr>
              <a:t>If database is down, restart the same</a:t>
            </a:r>
          </a:p>
          <a:p>
            <a:pPr algn="l">
              <a:buFont typeface="+mj-lt"/>
              <a:buAutoNum type="arabicPeriod"/>
            </a:pPr>
            <a:r>
              <a:rPr lang="en-US" sz="4800" b="0" i="0">
                <a:solidFill>
                  <a:srgbClr val="333333"/>
                </a:solidFill>
                <a:effectLst/>
              </a:rPr>
              <a:t>Restart steps vary from environment to environment. For example, </a:t>
            </a:r>
            <a:r>
              <a:rPr lang="en-US" sz="4800" b="0" i="0" err="1">
                <a:solidFill>
                  <a:srgbClr val="333333"/>
                </a:solidFill>
                <a:effectLst/>
              </a:rPr>
              <a:t>kubernetes</a:t>
            </a:r>
            <a:r>
              <a:rPr lang="en-US" sz="4800" b="0" i="0">
                <a:solidFill>
                  <a:srgbClr val="333333"/>
                </a:solidFill>
                <a:effectLst/>
              </a:rPr>
              <a:t>, VM based deployment etc.</a:t>
            </a:r>
          </a:p>
          <a:p>
            <a:pPr algn="l">
              <a:buFont typeface="+mj-lt"/>
              <a:buAutoNum type="arabicPeriod"/>
            </a:pPr>
            <a:r>
              <a:rPr lang="en-US" sz="4800" b="0" i="0">
                <a:solidFill>
                  <a:srgbClr val="333333"/>
                </a:solidFill>
                <a:effectLst/>
              </a:rPr>
              <a:t>If UDR is down, restart the application container</a:t>
            </a:r>
          </a:p>
          <a:p>
            <a:pPr algn="l">
              <a:buFont typeface="+mj-lt"/>
              <a:buAutoNum type="arabicPeriod"/>
            </a:pPr>
            <a:r>
              <a:rPr lang="en-US" sz="4800" b="0" i="0">
                <a:solidFill>
                  <a:srgbClr val="333333"/>
                </a:solidFill>
                <a:effectLst/>
              </a:rPr>
              <a:t>If it is a Kubernetes environment, then it gets auto restarted</a:t>
            </a:r>
          </a:p>
          <a:p>
            <a:pPr marL="0" indent="0" algn="l">
              <a:buNone/>
            </a:pPr>
            <a:r>
              <a:rPr lang="en-US" sz="4800" b="1" i="0">
                <a:solidFill>
                  <a:srgbClr val="333333"/>
                </a:solidFill>
                <a:effectLst/>
              </a:rPr>
              <a:t>Case </a:t>
            </a:r>
            <a:r>
              <a:rPr lang="en-US" sz="4800" b="1">
                <a:solidFill>
                  <a:srgbClr val="333333"/>
                </a:solidFill>
              </a:rPr>
              <a:t>6</a:t>
            </a:r>
            <a:endParaRPr lang="en-US" sz="4800" b="1" i="0">
              <a:solidFill>
                <a:srgbClr val="333333"/>
              </a:solidFill>
              <a:effectLst/>
            </a:endParaRPr>
          </a:p>
          <a:p>
            <a:pPr algn="l"/>
            <a:r>
              <a:rPr lang="en-US" sz="4800" b="0" i="0">
                <a:solidFill>
                  <a:srgbClr val="333333"/>
                </a:solidFill>
                <a:effectLst/>
              </a:rPr>
              <a:t>Message: API - SMF Registration PUT</a:t>
            </a:r>
          </a:p>
          <a:p>
            <a:pPr algn="l"/>
            <a:r>
              <a:rPr lang="en-US" sz="4800" b="0" i="0">
                <a:solidFill>
                  <a:srgbClr val="333333"/>
                </a:solidFill>
                <a:effectLst/>
              </a:rPr>
              <a:t>Reason:</a:t>
            </a:r>
          </a:p>
          <a:p>
            <a:pPr algn="l"/>
            <a:r>
              <a:rPr lang="en-US" sz="4800" b="0" i="0">
                <a:solidFill>
                  <a:srgbClr val="333333"/>
                </a:solidFill>
                <a:effectLst/>
              </a:rPr>
              <a:t>This error can occur when:</a:t>
            </a:r>
          </a:p>
          <a:p>
            <a:pPr algn="l">
              <a:buFont typeface="Arial" panose="020B0604020202020204" pitchFamily="34" charset="0"/>
              <a:buChar char="•"/>
            </a:pPr>
            <a:r>
              <a:rPr lang="en-US" sz="4800" b="0" i="0">
                <a:solidFill>
                  <a:srgbClr val="333333"/>
                </a:solidFill>
                <a:effectLst/>
              </a:rPr>
              <a:t>User is not present in database</a:t>
            </a:r>
          </a:p>
          <a:p>
            <a:pPr algn="l">
              <a:buFont typeface="Arial" panose="020B0604020202020204" pitchFamily="34" charset="0"/>
              <a:buChar char="•"/>
            </a:pPr>
            <a:r>
              <a:rPr lang="en-US" sz="4800" b="0" i="0">
                <a:solidFill>
                  <a:srgbClr val="333333"/>
                </a:solidFill>
                <a:effectLst/>
              </a:rPr>
              <a:t>User is present but not subscribed to slice / </a:t>
            </a:r>
            <a:r>
              <a:rPr lang="en-US" sz="4800" b="0" i="0" err="1">
                <a:solidFill>
                  <a:srgbClr val="333333"/>
                </a:solidFill>
                <a:effectLst/>
              </a:rPr>
              <a:t>dnn</a:t>
            </a:r>
            <a:r>
              <a:rPr lang="en-US" sz="4800" b="0" i="0">
                <a:solidFill>
                  <a:srgbClr val="333333"/>
                </a:solidFill>
                <a:effectLst/>
              </a:rPr>
              <a:t> which is sent by SMF in request</a:t>
            </a:r>
          </a:p>
          <a:p>
            <a:pPr algn="l"/>
            <a:r>
              <a:rPr lang="en-US" sz="4800" b="0" i="0">
                <a:solidFill>
                  <a:srgbClr val="333333"/>
                </a:solidFill>
                <a:effectLst/>
              </a:rPr>
              <a:t>Steps to resolve:</a:t>
            </a:r>
          </a:p>
          <a:p>
            <a:pPr algn="l">
              <a:buFont typeface="+mj-lt"/>
              <a:buAutoNum type="arabicPeriod"/>
            </a:pPr>
            <a:r>
              <a:rPr lang="en-US" sz="4800" b="0" i="0">
                <a:solidFill>
                  <a:srgbClr val="333333"/>
                </a:solidFill>
                <a:effectLst/>
              </a:rPr>
              <a:t>Check if the user exists in the system, if it does not exist, then provision the user correctly.</a:t>
            </a:r>
          </a:p>
          <a:p>
            <a:pPr algn="l">
              <a:buFont typeface="+mj-lt"/>
              <a:buAutoNum type="arabicPeriod"/>
            </a:pPr>
            <a:r>
              <a:rPr lang="en-US" sz="4800" b="0" i="0">
                <a:solidFill>
                  <a:srgbClr val="333333"/>
                </a:solidFill>
                <a:effectLst/>
              </a:rPr>
              <a:t>If the user is not subscribed to slice / </a:t>
            </a:r>
            <a:r>
              <a:rPr lang="en-US" sz="4800" b="0" i="0" err="1">
                <a:solidFill>
                  <a:srgbClr val="333333"/>
                </a:solidFill>
                <a:effectLst/>
              </a:rPr>
              <a:t>dnn</a:t>
            </a:r>
            <a:r>
              <a:rPr lang="en-US" sz="4800" b="0" i="0">
                <a:solidFill>
                  <a:srgbClr val="333333"/>
                </a:solidFill>
                <a:effectLst/>
              </a:rPr>
              <a:t> which is sent by SMF in request, then check, why user is not subscribed &amp; a subscription can be added to given slice or </a:t>
            </a:r>
            <a:r>
              <a:rPr lang="en-US" sz="4800" b="0" i="0" err="1">
                <a:solidFill>
                  <a:srgbClr val="333333"/>
                </a:solidFill>
                <a:effectLst/>
              </a:rPr>
              <a:t>dnn</a:t>
            </a:r>
            <a:r>
              <a:rPr lang="en-US" sz="4800" b="0" i="0">
                <a:solidFill>
                  <a:srgbClr val="333333"/>
                </a:solidFill>
                <a:effectLst/>
              </a:rPr>
              <a:t> via user's PLMN group if necessary.</a:t>
            </a:r>
          </a:p>
          <a:p>
            <a:pPr algn="l">
              <a:buFont typeface="+mj-lt"/>
              <a:buAutoNum type="arabicPeriod"/>
            </a:pPr>
            <a:r>
              <a:rPr lang="en-US" sz="4800" b="0" i="0">
                <a:solidFill>
                  <a:srgbClr val="333333"/>
                </a:solidFill>
                <a:effectLst/>
              </a:rPr>
              <a:t>Check Log of "Sending Response"</a:t>
            </a:r>
          </a:p>
          <a:p>
            <a:pPr marL="0" indent="0" algn="l">
              <a:buNone/>
            </a:pPr>
            <a:endParaRPr lang="en-US" sz="1200" b="0" i="0">
              <a:solidFill>
                <a:srgbClr val="333333"/>
              </a:solidFill>
              <a:effectLst/>
            </a:endParaRPr>
          </a:p>
          <a:p>
            <a:pPr algn="l"/>
            <a:endParaRPr lang="en-US" sz="1200" b="0" i="0">
              <a:solidFill>
                <a:srgbClr val="333333"/>
              </a:solidFill>
              <a:effectLst/>
            </a:endParaRPr>
          </a:p>
          <a:p>
            <a:pPr marL="0" indent="0" algn="l">
              <a:buNone/>
            </a:pPr>
            <a:endParaRPr lang="en-US" b="0" i="0">
              <a:solidFill>
                <a:srgbClr val="333333"/>
              </a:solidFill>
              <a:effectLst/>
              <a:latin typeface="Arial" panose="020B0604020202020204" pitchFamily="34" charset="0"/>
            </a:endParaRPr>
          </a:p>
          <a:p>
            <a:pPr marL="0" indent="0" algn="l">
              <a:buNone/>
            </a:pPr>
            <a:endParaRPr lang="en-IN"/>
          </a:p>
        </p:txBody>
      </p:sp>
    </p:spTree>
    <p:custDataLst>
      <p:tags r:id="rId1"/>
    </p:custDataLst>
    <p:extLst>
      <p:ext uri="{BB962C8B-B14F-4D97-AF65-F5344CB8AC3E}">
        <p14:creationId xmlns:p14="http://schemas.microsoft.com/office/powerpoint/2010/main" val="112823496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42913" y="11680"/>
            <a:ext cx="11269662" cy="684212"/>
          </a:xfrm>
        </p:spPr>
        <p:txBody>
          <a:bodyPr>
            <a:normAutofit/>
          </a:bodyPr>
          <a:lstStyle/>
          <a:p>
            <a:pPr algn="l"/>
            <a:r>
              <a:rPr lang="en-US" sz="3200">
                <a:solidFill>
                  <a:schemeClr val="bg1"/>
                </a:solidFill>
              </a:rPr>
              <a:t>Subscriber registration is not successful (5G)</a:t>
            </a:r>
          </a:p>
        </p:txBody>
      </p:sp>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72</a:t>
            </a:fld>
            <a:endParaRPr lang="en-US"/>
          </a:p>
        </p:txBody>
      </p:sp>
      <p:sp>
        <p:nvSpPr>
          <p:cNvPr id="5" name="Content Placeholder 4">
            <a:extLst>
              <a:ext uri="{FF2B5EF4-FFF2-40B4-BE49-F238E27FC236}">
                <a16:creationId xmlns:a16="http://schemas.microsoft.com/office/drawing/2014/main" id="{B3F41200-3D7D-4D9F-8AC7-CB92286A2D1C}"/>
              </a:ext>
            </a:extLst>
          </p:cNvPr>
          <p:cNvSpPr>
            <a:spLocks noGrp="1"/>
          </p:cNvSpPr>
          <p:nvPr>
            <p:ph idx="1"/>
          </p:nvPr>
        </p:nvSpPr>
        <p:spPr>
          <a:xfrm>
            <a:off x="479425" y="580569"/>
            <a:ext cx="11269662" cy="5862977"/>
          </a:xfrm>
        </p:spPr>
        <p:txBody>
          <a:bodyPr>
            <a:normAutofit fontScale="92500" lnSpcReduction="20000"/>
          </a:bodyPr>
          <a:lstStyle/>
          <a:p>
            <a:pPr marL="0" indent="0" algn="l">
              <a:buNone/>
            </a:pPr>
            <a:r>
              <a:rPr lang="en-US" sz="1300" b="1" i="0">
                <a:solidFill>
                  <a:srgbClr val="333333"/>
                </a:solidFill>
                <a:effectLst/>
              </a:rPr>
              <a:t>Case 7</a:t>
            </a:r>
            <a:endParaRPr lang="en-US" sz="1300" b="0" i="0">
              <a:solidFill>
                <a:srgbClr val="333333"/>
              </a:solidFill>
              <a:effectLst/>
            </a:endParaRPr>
          </a:p>
          <a:p>
            <a:pPr algn="l"/>
            <a:r>
              <a:rPr lang="en-US" sz="1300" b="1" i="0">
                <a:solidFill>
                  <a:srgbClr val="333333"/>
                </a:solidFill>
                <a:effectLst/>
              </a:rPr>
              <a:t>Message:</a:t>
            </a:r>
            <a:r>
              <a:rPr lang="en-US" sz="1300" b="0" i="0">
                <a:solidFill>
                  <a:srgbClr val="333333"/>
                </a:solidFill>
                <a:effectLst/>
              </a:rPr>
              <a:t> API: SDM Subscription POST</a:t>
            </a:r>
          </a:p>
          <a:p>
            <a:pPr algn="l"/>
            <a:r>
              <a:rPr lang="en-US" sz="1300" b="1" i="0">
                <a:solidFill>
                  <a:srgbClr val="333333"/>
                </a:solidFill>
                <a:effectLst/>
              </a:rPr>
              <a:t>Reason: </a:t>
            </a:r>
            <a:r>
              <a:rPr lang="en-US" sz="1300" b="0" i="0">
                <a:solidFill>
                  <a:srgbClr val="333333"/>
                </a:solidFill>
                <a:effectLst/>
              </a:rPr>
              <a:t>This error can occur when Request is sent by AMF which is not registered for 3gpp access.</a:t>
            </a:r>
          </a:p>
          <a:p>
            <a:pPr algn="l"/>
            <a:r>
              <a:rPr lang="en-US" sz="1300" b="1" i="0">
                <a:solidFill>
                  <a:srgbClr val="333333"/>
                </a:solidFill>
                <a:effectLst/>
              </a:rPr>
              <a:t>Steps to resolve:</a:t>
            </a:r>
            <a:endParaRPr lang="en-US" sz="1300" b="0" i="0">
              <a:solidFill>
                <a:srgbClr val="333333"/>
              </a:solidFill>
              <a:effectLst/>
            </a:endParaRPr>
          </a:p>
          <a:p>
            <a:pPr algn="l">
              <a:buFont typeface="+mj-lt"/>
              <a:buAutoNum type="arabicPeriod"/>
            </a:pPr>
            <a:r>
              <a:rPr lang="en-US" sz="1300" b="0" i="0">
                <a:solidFill>
                  <a:srgbClr val="333333"/>
                </a:solidFill>
                <a:effectLst/>
              </a:rPr>
              <a:t>AMF's SDM subscription is not allowed unless AMF registers for access.</a:t>
            </a:r>
          </a:p>
          <a:p>
            <a:pPr algn="l">
              <a:buFont typeface="+mj-lt"/>
              <a:buAutoNum type="arabicPeriod"/>
            </a:pPr>
            <a:r>
              <a:rPr lang="en-US" sz="1300" b="0" i="0">
                <a:solidFill>
                  <a:srgbClr val="333333"/>
                </a:solidFill>
                <a:effectLst/>
              </a:rPr>
              <a:t>This must be checked from client side. If this is the error, check </a:t>
            </a:r>
            <a:r>
              <a:rPr lang="en-US" sz="1300" b="0" i="0" err="1">
                <a:solidFill>
                  <a:srgbClr val="333333"/>
                </a:solidFill>
                <a:effectLst/>
              </a:rPr>
              <a:t>logwrites</a:t>
            </a:r>
            <a:r>
              <a:rPr lang="en-US" sz="1300" b="0" i="0">
                <a:solidFill>
                  <a:srgbClr val="333333"/>
                </a:solidFill>
                <a:effectLst/>
              </a:rPr>
              <a:t> of "Sending Response" </a:t>
            </a:r>
          </a:p>
          <a:p>
            <a:pPr marL="0" indent="0" algn="l">
              <a:buNone/>
            </a:pPr>
            <a:r>
              <a:rPr lang="en-US" sz="1300" b="1" i="0">
                <a:solidFill>
                  <a:srgbClr val="333333"/>
                </a:solidFill>
                <a:effectLst/>
              </a:rPr>
              <a:t>Case </a:t>
            </a:r>
            <a:r>
              <a:rPr lang="en-US" sz="1300" b="1">
                <a:solidFill>
                  <a:srgbClr val="333333"/>
                </a:solidFill>
              </a:rPr>
              <a:t>8</a:t>
            </a:r>
            <a:endParaRPr lang="en-US" sz="1300" b="0" i="0">
              <a:solidFill>
                <a:srgbClr val="333333"/>
              </a:solidFill>
              <a:effectLst/>
            </a:endParaRPr>
          </a:p>
          <a:p>
            <a:pPr algn="l"/>
            <a:r>
              <a:rPr lang="en-US" sz="1300" b="1" i="0">
                <a:solidFill>
                  <a:srgbClr val="333333"/>
                </a:solidFill>
                <a:effectLst/>
              </a:rPr>
              <a:t>Message:</a:t>
            </a:r>
            <a:r>
              <a:rPr lang="en-US" sz="1300" b="0" i="0">
                <a:solidFill>
                  <a:srgbClr val="333333"/>
                </a:solidFill>
                <a:effectLst/>
              </a:rPr>
              <a:t> API: SDM Data get Multiple datasets</a:t>
            </a:r>
          </a:p>
          <a:p>
            <a:pPr algn="l"/>
            <a:r>
              <a:rPr lang="en-US" sz="1300" b="1" i="0">
                <a:solidFill>
                  <a:srgbClr val="333333"/>
                </a:solidFill>
                <a:effectLst/>
              </a:rPr>
              <a:t>Reason: </a:t>
            </a:r>
            <a:r>
              <a:rPr lang="en-US" sz="1300" b="0" i="0">
                <a:solidFill>
                  <a:srgbClr val="333333"/>
                </a:solidFill>
                <a:effectLst/>
              </a:rPr>
              <a:t>This error occurs when:</a:t>
            </a:r>
          </a:p>
          <a:p>
            <a:pPr algn="l">
              <a:buFont typeface="Arial" panose="020B0604020202020204" pitchFamily="34" charset="0"/>
              <a:buChar char="•"/>
            </a:pPr>
            <a:r>
              <a:rPr lang="en-US" sz="1300" b="0" i="0">
                <a:solidFill>
                  <a:srgbClr val="333333"/>
                </a:solidFill>
                <a:effectLst/>
              </a:rPr>
              <a:t>Subscriber does not exist in database</a:t>
            </a:r>
          </a:p>
          <a:p>
            <a:pPr algn="l">
              <a:buFont typeface="Arial" panose="020B0604020202020204" pitchFamily="34" charset="0"/>
              <a:buChar char="•"/>
            </a:pPr>
            <a:r>
              <a:rPr lang="en-US" sz="1300" b="0" i="0">
                <a:solidFill>
                  <a:srgbClr val="333333"/>
                </a:solidFill>
                <a:effectLst/>
              </a:rPr>
              <a:t>Subscriber exists but the corresponding PLMN data does not exist in database.</a:t>
            </a:r>
          </a:p>
          <a:p>
            <a:pPr algn="l"/>
            <a:r>
              <a:rPr lang="en-US" sz="1300" b="1" i="0">
                <a:solidFill>
                  <a:srgbClr val="333333"/>
                </a:solidFill>
                <a:effectLst/>
              </a:rPr>
              <a:t>Steps to resolve:</a:t>
            </a:r>
            <a:endParaRPr lang="en-US" sz="1300" b="0" i="0">
              <a:solidFill>
                <a:srgbClr val="333333"/>
              </a:solidFill>
              <a:effectLst/>
            </a:endParaRPr>
          </a:p>
          <a:p>
            <a:pPr>
              <a:buFont typeface="+mj-lt"/>
              <a:buAutoNum type="arabicPeriod"/>
            </a:pPr>
            <a:r>
              <a:rPr lang="en-US" sz="1300" b="0" i="0">
                <a:solidFill>
                  <a:srgbClr val="333333"/>
                </a:solidFill>
                <a:effectLst/>
              </a:rPr>
              <a:t>To resolve this, subscriber or their PLMN Group provisioning needs to be checked for correctness.</a:t>
            </a:r>
          </a:p>
          <a:p>
            <a:pPr>
              <a:buFont typeface="+mj-lt"/>
              <a:buAutoNum type="arabicPeriod"/>
            </a:pPr>
            <a:r>
              <a:rPr lang="en-US" sz="1300" b="0" i="0">
                <a:solidFill>
                  <a:srgbClr val="333333"/>
                </a:solidFill>
                <a:effectLst/>
              </a:rPr>
              <a:t>If this is the error, then check log of  "Sending Response"</a:t>
            </a:r>
          </a:p>
          <a:p>
            <a:pPr marL="0" indent="0" algn="l">
              <a:buNone/>
            </a:pPr>
            <a:r>
              <a:rPr lang="en-US" sz="1300" b="1" i="0">
                <a:solidFill>
                  <a:srgbClr val="333333"/>
                </a:solidFill>
                <a:effectLst/>
              </a:rPr>
              <a:t>Case 9</a:t>
            </a:r>
            <a:endParaRPr lang="en-US" sz="1300" b="0" i="0">
              <a:solidFill>
                <a:srgbClr val="333333"/>
              </a:solidFill>
              <a:effectLst/>
            </a:endParaRPr>
          </a:p>
          <a:p>
            <a:pPr algn="l"/>
            <a:r>
              <a:rPr lang="en-US" sz="1300" b="1" i="0">
                <a:solidFill>
                  <a:srgbClr val="333333"/>
                </a:solidFill>
                <a:effectLst/>
              </a:rPr>
              <a:t>Message:</a:t>
            </a:r>
            <a:r>
              <a:rPr lang="en-US" sz="1300" b="0" i="0">
                <a:solidFill>
                  <a:srgbClr val="333333"/>
                </a:solidFill>
                <a:effectLst/>
              </a:rPr>
              <a:t> API: SDM Data get Multiple datasets</a:t>
            </a:r>
          </a:p>
          <a:p>
            <a:pPr algn="l"/>
            <a:r>
              <a:rPr lang="en-US" sz="1300" b="1" i="0">
                <a:solidFill>
                  <a:srgbClr val="333333"/>
                </a:solidFill>
                <a:effectLst/>
              </a:rPr>
              <a:t>Reason:</a:t>
            </a:r>
            <a:r>
              <a:rPr lang="en-US" sz="1300" b="0" i="0">
                <a:solidFill>
                  <a:srgbClr val="333333"/>
                </a:solidFill>
                <a:effectLst/>
              </a:rPr>
              <a:t> This error occurs when server is unable to process the request it can occur if:</a:t>
            </a:r>
          </a:p>
          <a:p>
            <a:pPr algn="l">
              <a:buFont typeface="Arial" panose="020B0604020202020204" pitchFamily="34" charset="0"/>
              <a:buChar char="•"/>
            </a:pPr>
            <a:r>
              <a:rPr lang="en-US" sz="1300" b="0" i="0">
                <a:solidFill>
                  <a:srgbClr val="333333"/>
                </a:solidFill>
                <a:effectLst/>
              </a:rPr>
              <a:t>UDR is down</a:t>
            </a:r>
          </a:p>
          <a:p>
            <a:pPr algn="l">
              <a:buFont typeface="Arial" panose="020B0604020202020204" pitchFamily="34" charset="0"/>
              <a:buChar char="•"/>
            </a:pPr>
            <a:r>
              <a:rPr lang="en-US" sz="1300" b="0" i="0">
                <a:solidFill>
                  <a:srgbClr val="333333"/>
                </a:solidFill>
                <a:effectLst/>
              </a:rPr>
              <a:t>Database is down</a:t>
            </a:r>
          </a:p>
          <a:p>
            <a:pPr algn="l"/>
            <a:r>
              <a:rPr lang="en-US" sz="1300" b="1" i="0">
                <a:solidFill>
                  <a:srgbClr val="333333"/>
                </a:solidFill>
                <a:effectLst/>
              </a:rPr>
              <a:t>Steps to resolve:</a:t>
            </a:r>
            <a:endParaRPr lang="en-US" sz="1300" b="0" i="0">
              <a:solidFill>
                <a:srgbClr val="333333"/>
              </a:solidFill>
              <a:effectLst/>
            </a:endParaRPr>
          </a:p>
          <a:p>
            <a:pPr algn="l">
              <a:buFont typeface="+mj-lt"/>
              <a:buAutoNum type="arabicPeriod"/>
            </a:pPr>
            <a:r>
              <a:rPr lang="en-US" sz="1300" b="0" i="0">
                <a:solidFill>
                  <a:srgbClr val="333333"/>
                </a:solidFill>
                <a:effectLst/>
              </a:rPr>
              <a:t>In both cases UDR / Database needs to be restarted. The exact steps will depend on environment. If this is a Kubernetes environment, then it can auto-restart application pods.</a:t>
            </a:r>
          </a:p>
          <a:p>
            <a:pPr algn="l">
              <a:buFont typeface="+mj-lt"/>
              <a:buAutoNum type="arabicPeriod"/>
            </a:pPr>
            <a:r>
              <a:rPr lang="en-US" sz="1300" b="0" i="0">
                <a:solidFill>
                  <a:srgbClr val="333333"/>
                </a:solidFill>
                <a:effectLst/>
              </a:rPr>
              <a:t>If this is the error, check </a:t>
            </a:r>
            <a:r>
              <a:rPr lang="en-US" sz="1300" b="0" i="0" err="1">
                <a:solidFill>
                  <a:srgbClr val="333333"/>
                </a:solidFill>
                <a:effectLst/>
              </a:rPr>
              <a:t>logwrites</a:t>
            </a:r>
            <a:r>
              <a:rPr lang="en-US" sz="1300" b="0" i="0">
                <a:solidFill>
                  <a:srgbClr val="333333"/>
                </a:solidFill>
                <a:effectLst/>
              </a:rPr>
              <a:t> of "Sending Response" </a:t>
            </a:r>
          </a:p>
          <a:p>
            <a:pPr marL="0" indent="0" algn="l">
              <a:buNone/>
            </a:pPr>
            <a:endParaRPr lang="en-IN"/>
          </a:p>
        </p:txBody>
      </p:sp>
    </p:spTree>
    <p:custDataLst>
      <p:tags r:id="rId1"/>
    </p:custDataLst>
    <p:extLst>
      <p:ext uri="{BB962C8B-B14F-4D97-AF65-F5344CB8AC3E}">
        <p14:creationId xmlns:p14="http://schemas.microsoft.com/office/powerpoint/2010/main" val="337798462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42913" y="11680"/>
            <a:ext cx="11269662" cy="684212"/>
          </a:xfrm>
        </p:spPr>
        <p:txBody>
          <a:bodyPr>
            <a:normAutofit/>
          </a:bodyPr>
          <a:lstStyle/>
          <a:p>
            <a:pPr algn="l"/>
            <a:r>
              <a:rPr lang="en-US" sz="3200">
                <a:solidFill>
                  <a:schemeClr val="bg1"/>
                </a:solidFill>
              </a:rPr>
              <a:t>Subscriber registration is not successful (5G)</a:t>
            </a:r>
          </a:p>
        </p:txBody>
      </p:sp>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73</a:t>
            </a:fld>
            <a:endParaRPr lang="en-US"/>
          </a:p>
        </p:txBody>
      </p:sp>
      <p:sp>
        <p:nvSpPr>
          <p:cNvPr id="5" name="Content Placeholder 4">
            <a:extLst>
              <a:ext uri="{FF2B5EF4-FFF2-40B4-BE49-F238E27FC236}">
                <a16:creationId xmlns:a16="http://schemas.microsoft.com/office/drawing/2014/main" id="{B3F41200-3D7D-4D9F-8AC7-CB92286A2D1C}"/>
              </a:ext>
            </a:extLst>
          </p:cNvPr>
          <p:cNvSpPr>
            <a:spLocks noGrp="1"/>
          </p:cNvSpPr>
          <p:nvPr>
            <p:ph idx="1"/>
          </p:nvPr>
        </p:nvSpPr>
        <p:spPr>
          <a:xfrm>
            <a:off x="587709" y="743763"/>
            <a:ext cx="11269662" cy="5862977"/>
          </a:xfrm>
        </p:spPr>
        <p:txBody>
          <a:bodyPr>
            <a:normAutofit/>
          </a:bodyPr>
          <a:lstStyle/>
          <a:p>
            <a:pPr marL="0" indent="0" algn="l">
              <a:buNone/>
            </a:pPr>
            <a:r>
              <a:rPr lang="en-US" sz="1200" b="1" i="0">
                <a:solidFill>
                  <a:srgbClr val="333333"/>
                </a:solidFill>
                <a:effectLst/>
              </a:rPr>
              <a:t>Case 10</a:t>
            </a:r>
            <a:endParaRPr lang="en-US" sz="1200" b="0" i="0">
              <a:solidFill>
                <a:srgbClr val="333333"/>
              </a:solidFill>
              <a:effectLst/>
            </a:endParaRPr>
          </a:p>
          <a:p>
            <a:pPr algn="l"/>
            <a:r>
              <a:rPr lang="en-US" sz="1200" b="1" i="0">
                <a:solidFill>
                  <a:srgbClr val="333333"/>
                </a:solidFill>
                <a:effectLst/>
              </a:rPr>
              <a:t>Message:</a:t>
            </a:r>
            <a:r>
              <a:rPr lang="en-US" sz="1200" b="0" i="0">
                <a:solidFill>
                  <a:srgbClr val="333333"/>
                </a:solidFill>
                <a:effectLst/>
              </a:rPr>
              <a:t> API: SDM Data get AM data</a:t>
            </a:r>
          </a:p>
          <a:p>
            <a:pPr algn="l"/>
            <a:r>
              <a:rPr lang="en-US" sz="1200" b="1" i="0">
                <a:solidFill>
                  <a:srgbClr val="333333"/>
                </a:solidFill>
                <a:effectLst/>
              </a:rPr>
              <a:t>Reason: </a:t>
            </a:r>
            <a:r>
              <a:rPr lang="en-US" sz="1200" b="0" i="0">
                <a:solidFill>
                  <a:srgbClr val="333333"/>
                </a:solidFill>
                <a:effectLst/>
              </a:rPr>
              <a:t>This error occurs when:</a:t>
            </a:r>
          </a:p>
          <a:p>
            <a:pPr algn="l">
              <a:buFont typeface="Arial" panose="020B0604020202020204" pitchFamily="34" charset="0"/>
              <a:buChar char="•"/>
            </a:pPr>
            <a:r>
              <a:rPr lang="en-US" sz="1200" b="0" i="0">
                <a:solidFill>
                  <a:srgbClr val="333333"/>
                </a:solidFill>
                <a:effectLst/>
              </a:rPr>
              <a:t>Subscriber does not exist in database</a:t>
            </a:r>
          </a:p>
          <a:p>
            <a:pPr algn="l">
              <a:buFont typeface="Arial" panose="020B0604020202020204" pitchFamily="34" charset="0"/>
              <a:buChar char="•"/>
            </a:pPr>
            <a:r>
              <a:rPr lang="en-US" sz="1200" b="0" i="0">
                <a:solidFill>
                  <a:srgbClr val="333333"/>
                </a:solidFill>
                <a:effectLst/>
              </a:rPr>
              <a:t>Subscriber exists but, their PLMN data does not exist in database</a:t>
            </a:r>
          </a:p>
          <a:p>
            <a:pPr algn="l"/>
            <a:r>
              <a:rPr lang="en-US" sz="1200" b="1" i="0">
                <a:solidFill>
                  <a:srgbClr val="333333"/>
                </a:solidFill>
                <a:effectLst/>
              </a:rPr>
              <a:t>Steps to resolve:</a:t>
            </a:r>
            <a:endParaRPr lang="en-US" sz="1200" b="0" i="0">
              <a:solidFill>
                <a:srgbClr val="333333"/>
              </a:solidFill>
              <a:effectLst/>
            </a:endParaRPr>
          </a:p>
          <a:p>
            <a:pPr algn="l">
              <a:buFont typeface="+mj-lt"/>
              <a:buAutoNum type="arabicPeriod"/>
            </a:pPr>
            <a:r>
              <a:rPr lang="en-US" sz="1200" b="0" i="0">
                <a:solidFill>
                  <a:srgbClr val="333333"/>
                </a:solidFill>
                <a:effectLst/>
              </a:rPr>
              <a:t>In this case Subscriber or their PLMN needs to be correctly provisioned into the system.</a:t>
            </a:r>
          </a:p>
          <a:p>
            <a:pPr algn="l">
              <a:buFont typeface="+mj-lt"/>
              <a:buAutoNum type="arabicPeriod"/>
            </a:pPr>
            <a:r>
              <a:rPr lang="en-US" sz="1200" b="0" i="0">
                <a:solidFill>
                  <a:srgbClr val="333333"/>
                </a:solidFill>
                <a:effectLst/>
              </a:rPr>
              <a:t>If this is the error, then check log of "Sending Response"</a:t>
            </a:r>
          </a:p>
          <a:p>
            <a:pPr marL="0" indent="0" algn="l">
              <a:buNone/>
            </a:pPr>
            <a:endParaRPr lang="en-US" sz="1200" b="1" i="0">
              <a:solidFill>
                <a:srgbClr val="333333"/>
              </a:solidFill>
              <a:effectLst/>
            </a:endParaRPr>
          </a:p>
          <a:p>
            <a:pPr marL="0" indent="0" algn="l">
              <a:buNone/>
            </a:pPr>
            <a:r>
              <a:rPr lang="en-US" sz="1200" b="1" i="0">
                <a:solidFill>
                  <a:srgbClr val="333333"/>
                </a:solidFill>
                <a:effectLst/>
              </a:rPr>
              <a:t>Case 11</a:t>
            </a:r>
            <a:endParaRPr lang="en-US" sz="1200" b="0" i="0">
              <a:solidFill>
                <a:srgbClr val="333333"/>
              </a:solidFill>
              <a:effectLst/>
            </a:endParaRPr>
          </a:p>
          <a:p>
            <a:pPr algn="l"/>
            <a:r>
              <a:rPr lang="en-US" sz="1200" b="1" i="0">
                <a:solidFill>
                  <a:srgbClr val="333333"/>
                </a:solidFill>
                <a:effectLst/>
              </a:rPr>
              <a:t>Message:</a:t>
            </a:r>
            <a:r>
              <a:rPr lang="en-US" sz="1200" b="0" i="0">
                <a:solidFill>
                  <a:srgbClr val="333333"/>
                </a:solidFill>
                <a:effectLst/>
              </a:rPr>
              <a:t> API: SDM Data get SM data</a:t>
            </a:r>
          </a:p>
          <a:p>
            <a:pPr algn="l"/>
            <a:r>
              <a:rPr lang="en-US" sz="1200" b="1" i="0">
                <a:solidFill>
                  <a:srgbClr val="333333"/>
                </a:solidFill>
                <a:effectLst/>
              </a:rPr>
              <a:t>Reason: </a:t>
            </a:r>
            <a:r>
              <a:rPr lang="en-US" sz="1200" b="0" i="0">
                <a:solidFill>
                  <a:srgbClr val="333333"/>
                </a:solidFill>
                <a:effectLst/>
              </a:rPr>
              <a:t>This error occurs when:</a:t>
            </a:r>
          </a:p>
          <a:p>
            <a:pPr algn="l">
              <a:buFont typeface="Arial" panose="020B0604020202020204" pitchFamily="34" charset="0"/>
              <a:buChar char="•"/>
            </a:pPr>
            <a:r>
              <a:rPr lang="en-US" sz="1200" b="0" i="0">
                <a:solidFill>
                  <a:srgbClr val="333333"/>
                </a:solidFill>
                <a:effectLst/>
              </a:rPr>
              <a:t>Subscriber does not exist in database</a:t>
            </a:r>
          </a:p>
          <a:p>
            <a:pPr algn="l">
              <a:buFont typeface="Arial" panose="020B0604020202020204" pitchFamily="34" charset="0"/>
              <a:buChar char="•"/>
            </a:pPr>
            <a:r>
              <a:rPr lang="en-US" sz="1200" b="0" i="0">
                <a:solidFill>
                  <a:srgbClr val="333333"/>
                </a:solidFill>
                <a:effectLst/>
              </a:rPr>
              <a:t>Subscriber exists but their PLMN data does not exist in database</a:t>
            </a:r>
          </a:p>
          <a:p>
            <a:pPr algn="l"/>
            <a:r>
              <a:rPr lang="en-US" sz="1200" b="0" i="0">
                <a:solidFill>
                  <a:srgbClr val="333333"/>
                </a:solidFill>
                <a:effectLst/>
              </a:rPr>
              <a:t> </a:t>
            </a:r>
            <a:r>
              <a:rPr lang="en-US" sz="1200" b="1" i="0">
                <a:solidFill>
                  <a:srgbClr val="333333"/>
                </a:solidFill>
                <a:effectLst/>
              </a:rPr>
              <a:t>Steps to resolve:</a:t>
            </a:r>
            <a:endParaRPr lang="en-US" sz="1200" b="0" i="0">
              <a:solidFill>
                <a:srgbClr val="333333"/>
              </a:solidFill>
              <a:effectLst/>
            </a:endParaRPr>
          </a:p>
          <a:p>
            <a:pPr algn="l">
              <a:buFont typeface="+mj-lt"/>
              <a:buAutoNum type="arabicPeriod"/>
            </a:pPr>
            <a:r>
              <a:rPr lang="en-US" sz="1200" b="0" i="0">
                <a:solidFill>
                  <a:srgbClr val="333333"/>
                </a:solidFill>
                <a:effectLst/>
              </a:rPr>
              <a:t>In this case Subscriber or their PLMN needs to be correctly provisioned into the system.</a:t>
            </a:r>
          </a:p>
          <a:p>
            <a:pPr marL="0" indent="0" algn="l">
              <a:buNone/>
            </a:pPr>
            <a:r>
              <a:rPr lang="en-US" sz="1200">
                <a:solidFill>
                  <a:srgbClr val="333333"/>
                </a:solidFill>
              </a:rPr>
              <a:t>2.  If this is the error, then check log of "Sending Response"</a:t>
            </a:r>
          </a:p>
          <a:p>
            <a:pPr marL="0" indent="0" algn="l">
              <a:buNone/>
            </a:pPr>
            <a:endParaRPr lang="en-IN"/>
          </a:p>
        </p:txBody>
      </p:sp>
    </p:spTree>
    <p:custDataLst>
      <p:tags r:id="rId1"/>
    </p:custDataLst>
    <p:extLst>
      <p:ext uri="{BB962C8B-B14F-4D97-AF65-F5344CB8AC3E}">
        <p14:creationId xmlns:p14="http://schemas.microsoft.com/office/powerpoint/2010/main" val="389427905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42913" y="11680"/>
            <a:ext cx="11269662" cy="684212"/>
          </a:xfrm>
        </p:spPr>
        <p:txBody>
          <a:bodyPr>
            <a:normAutofit/>
          </a:bodyPr>
          <a:lstStyle/>
          <a:p>
            <a:pPr algn="l"/>
            <a:r>
              <a:rPr lang="en-US" sz="3200">
                <a:solidFill>
                  <a:schemeClr val="bg1"/>
                </a:solidFill>
              </a:rPr>
              <a:t>Subscriber registration is not successful (5G)</a:t>
            </a:r>
          </a:p>
        </p:txBody>
      </p:sp>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74</a:t>
            </a:fld>
            <a:endParaRPr lang="en-US"/>
          </a:p>
        </p:txBody>
      </p:sp>
      <p:sp>
        <p:nvSpPr>
          <p:cNvPr id="5" name="Content Placeholder 4">
            <a:extLst>
              <a:ext uri="{FF2B5EF4-FFF2-40B4-BE49-F238E27FC236}">
                <a16:creationId xmlns:a16="http://schemas.microsoft.com/office/drawing/2014/main" id="{B3F41200-3D7D-4D9F-8AC7-CB92286A2D1C}"/>
              </a:ext>
            </a:extLst>
          </p:cNvPr>
          <p:cNvSpPr>
            <a:spLocks noGrp="1"/>
          </p:cNvSpPr>
          <p:nvPr>
            <p:ph idx="1"/>
          </p:nvPr>
        </p:nvSpPr>
        <p:spPr>
          <a:xfrm>
            <a:off x="587709" y="743763"/>
            <a:ext cx="11269662" cy="5862977"/>
          </a:xfrm>
        </p:spPr>
        <p:txBody>
          <a:bodyPr vert="horz" lIns="91440" tIns="91440" rIns="91440" bIns="45720" rtlCol="0" anchor="t">
            <a:normAutofit/>
          </a:bodyPr>
          <a:lstStyle/>
          <a:p>
            <a:pPr marL="0" indent="0" algn="l">
              <a:buNone/>
            </a:pPr>
            <a:r>
              <a:rPr lang="en-US" sz="1200" b="1"/>
              <a:t>Case 12</a:t>
            </a:r>
          </a:p>
          <a:p>
            <a:pPr marL="0" indent="0" algn="l">
              <a:buNone/>
            </a:pPr>
            <a:r>
              <a:rPr lang="en-US" sz="1200"/>
              <a:t>Message: API: SDM Data get SMF-Select data</a:t>
            </a:r>
          </a:p>
          <a:p>
            <a:pPr marL="0" indent="0" algn="l">
              <a:buNone/>
            </a:pPr>
            <a:r>
              <a:rPr lang="en-US" sz="1200"/>
              <a:t>Reason: This error occurs when:</a:t>
            </a:r>
          </a:p>
          <a:p>
            <a:r>
              <a:rPr lang="en-US" sz="1200"/>
              <a:t>Subscriber does not exist in database</a:t>
            </a:r>
          </a:p>
          <a:p>
            <a:r>
              <a:rPr lang="en-US" sz="1200"/>
              <a:t>Subscriber exists but their PLMN data does not exist in database</a:t>
            </a:r>
          </a:p>
          <a:p>
            <a:pPr marL="0" indent="0" algn="l">
              <a:buNone/>
            </a:pPr>
            <a:r>
              <a:rPr lang="en-US" sz="1200"/>
              <a:t>Steps to resolve:</a:t>
            </a:r>
          </a:p>
          <a:p>
            <a:pPr algn="l">
              <a:buFont typeface="+mj-lt"/>
              <a:buAutoNum type="arabicPeriod"/>
            </a:pPr>
            <a:r>
              <a:rPr lang="en-US" sz="1200"/>
              <a:t>In this case Subscriber or their PLMN needs to be correctly provisioned into the system.</a:t>
            </a:r>
          </a:p>
          <a:p>
            <a:pPr>
              <a:buFont typeface="+mj-lt"/>
              <a:buAutoNum type="arabicPeriod"/>
            </a:pPr>
            <a:r>
              <a:rPr lang="en-US" sz="1200" b="0" i="0">
                <a:solidFill>
                  <a:srgbClr val="333333"/>
                </a:solidFill>
                <a:effectLst/>
              </a:rPr>
              <a:t>If this is the error, then check log of "Sending Response"</a:t>
            </a:r>
          </a:p>
          <a:p>
            <a:pPr marL="0" indent="0" algn="l">
              <a:buNone/>
            </a:pPr>
            <a:r>
              <a:rPr lang="en-IN" sz="1200" b="1"/>
              <a:t>Case 13</a:t>
            </a:r>
            <a:endParaRPr lang="en-IN" sz="1200" b="1">
              <a:ea typeface="Open Sans"/>
              <a:cs typeface="Open Sans"/>
            </a:endParaRPr>
          </a:p>
          <a:p>
            <a:pPr algn="l"/>
            <a:r>
              <a:rPr lang="en-IN" sz="1200"/>
              <a:t>Message: API: SDM Data get UE context in SMF Data</a:t>
            </a:r>
          </a:p>
          <a:p>
            <a:pPr algn="l"/>
            <a:r>
              <a:rPr lang="en-IN" sz="1200"/>
              <a:t>Reason: This error occurs when no SMF Registration exists for a subscriber in database.</a:t>
            </a:r>
          </a:p>
          <a:p>
            <a:pPr algn="l"/>
            <a:r>
              <a:rPr lang="en-IN" sz="1200"/>
              <a:t>Steps to resolve:</a:t>
            </a:r>
          </a:p>
          <a:p>
            <a:pPr algn="l">
              <a:buFont typeface="+mj-lt"/>
              <a:buAutoNum type="arabicPeriod"/>
            </a:pPr>
            <a:r>
              <a:rPr lang="en-IN" sz="1200"/>
              <a:t>SMF registration must occur first to create this data in UDR Database.</a:t>
            </a:r>
          </a:p>
          <a:p>
            <a:pPr>
              <a:buFont typeface="+mj-lt"/>
              <a:buAutoNum type="arabicPeriod"/>
            </a:pPr>
            <a:r>
              <a:rPr lang="en-US" sz="1200"/>
              <a:t>If this is the error, then check log of "Sending Response"</a:t>
            </a:r>
            <a:endParaRPr lang="en-US" sz="1200">
              <a:ea typeface="Open Sans"/>
              <a:cs typeface="Open Sans"/>
            </a:endParaRPr>
          </a:p>
          <a:p>
            <a:pPr marL="0" indent="0" algn="l">
              <a:buNone/>
            </a:pPr>
            <a:endParaRPr lang="en-IN" sz="1200" b="0" i="0">
              <a:solidFill>
                <a:srgbClr val="141414"/>
              </a:solidFill>
              <a:effectLst/>
              <a:latin typeface="Open Sans"/>
              <a:ea typeface="Open Sans"/>
              <a:cs typeface="Open Sans"/>
            </a:endParaRPr>
          </a:p>
        </p:txBody>
      </p:sp>
    </p:spTree>
    <p:custDataLst>
      <p:tags r:id="rId1"/>
    </p:custDataLst>
    <p:extLst>
      <p:ext uri="{BB962C8B-B14F-4D97-AF65-F5344CB8AC3E}">
        <p14:creationId xmlns:p14="http://schemas.microsoft.com/office/powerpoint/2010/main" val="209537331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42913" y="11680"/>
            <a:ext cx="11269662" cy="684212"/>
          </a:xfrm>
        </p:spPr>
        <p:txBody>
          <a:bodyPr>
            <a:normAutofit/>
          </a:bodyPr>
          <a:lstStyle/>
          <a:p>
            <a:pPr algn="l"/>
            <a:r>
              <a:rPr lang="en-US" sz="3200">
                <a:solidFill>
                  <a:schemeClr val="bg1"/>
                </a:solidFill>
              </a:rPr>
              <a:t>Subscriber registration is not successful (5G)</a:t>
            </a:r>
          </a:p>
        </p:txBody>
      </p:sp>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75</a:t>
            </a:fld>
            <a:endParaRPr lang="en-US"/>
          </a:p>
        </p:txBody>
      </p:sp>
      <p:sp>
        <p:nvSpPr>
          <p:cNvPr id="5" name="Content Placeholder 4">
            <a:extLst>
              <a:ext uri="{FF2B5EF4-FFF2-40B4-BE49-F238E27FC236}">
                <a16:creationId xmlns:a16="http://schemas.microsoft.com/office/drawing/2014/main" id="{B3F41200-3D7D-4D9F-8AC7-CB92286A2D1C}"/>
              </a:ext>
            </a:extLst>
          </p:cNvPr>
          <p:cNvSpPr>
            <a:spLocks noGrp="1"/>
          </p:cNvSpPr>
          <p:nvPr>
            <p:ph idx="1"/>
          </p:nvPr>
        </p:nvSpPr>
        <p:spPr>
          <a:xfrm>
            <a:off x="587709" y="743763"/>
            <a:ext cx="11269662" cy="5862977"/>
          </a:xfrm>
        </p:spPr>
        <p:txBody>
          <a:bodyPr>
            <a:normAutofit/>
          </a:bodyPr>
          <a:lstStyle/>
          <a:p>
            <a:pPr algn="l"/>
            <a:r>
              <a:rPr lang="en-US" sz="1200" b="1" i="0">
                <a:solidFill>
                  <a:srgbClr val="333333"/>
                </a:solidFill>
                <a:effectLst/>
              </a:rPr>
              <a:t>Case 14</a:t>
            </a:r>
            <a:endParaRPr lang="en-US" sz="1200" b="0" i="0">
              <a:solidFill>
                <a:srgbClr val="333333"/>
              </a:solidFill>
              <a:effectLst/>
            </a:endParaRPr>
          </a:p>
          <a:p>
            <a:pPr algn="l"/>
            <a:r>
              <a:rPr lang="en-US" sz="1200" b="1" i="0">
                <a:solidFill>
                  <a:srgbClr val="333333"/>
                </a:solidFill>
                <a:effectLst/>
              </a:rPr>
              <a:t>Message:</a:t>
            </a:r>
            <a:r>
              <a:rPr lang="en-US" sz="1200" b="0" i="0">
                <a:solidFill>
                  <a:srgbClr val="333333"/>
                </a:solidFill>
                <a:effectLst/>
              </a:rPr>
              <a:t> API: SDM Data get UE context in SMF Data</a:t>
            </a:r>
          </a:p>
          <a:p>
            <a:pPr algn="l"/>
            <a:r>
              <a:rPr lang="en-US" sz="1200" b="1" i="0">
                <a:solidFill>
                  <a:srgbClr val="333333"/>
                </a:solidFill>
                <a:effectLst/>
              </a:rPr>
              <a:t>Reason:</a:t>
            </a:r>
            <a:r>
              <a:rPr lang="en-US" sz="1200" b="0" i="0">
                <a:solidFill>
                  <a:srgbClr val="333333"/>
                </a:solidFill>
                <a:effectLst/>
              </a:rPr>
              <a:t> This error occurs when server is unable to process the request it can occur if:</a:t>
            </a:r>
          </a:p>
          <a:p>
            <a:pPr algn="l">
              <a:buFont typeface="Arial" panose="020B0604020202020204" pitchFamily="34" charset="0"/>
              <a:buChar char="•"/>
            </a:pPr>
            <a:r>
              <a:rPr lang="en-US" sz="1200" b="0" i="0">
                <a:solidFill>
                  <a:srgbClr val="333333"/>
                </a:solidFill>
                <a:effectLst/>
              </a:rPr>
              <a:t>UDR is down</a:t>
            </a:r>
          </a:p>
          <a:p>
            <a:pPr algn="l">
              <a:buFont typeface="Arial" panose="020B0604020202020204" pitchFamily="34" charset="0"/>
              <a:buChar char="•"/>
            </a:pPr>
            <a:r>
              <a:rPr lang="en-US" sz="1200" b="0" i="0">
                <a:solidFill>
                  <a:srgbClr val="333333"/>
                </a:solidFill>
                <a:effectLst/>
              </a:rPr>
              <a:t>Database is down</a:t>
            </a:r>
          </a:p>
          <a:p>
            <a:pPr algn="l"/>
            <a:r>
              <a:rPr lang="en-US" sz="1200" b="1" i="0">
                <a:solidFill>
                  <a:srgbClr val="333333"/>
                </a:solidFill>
                <a:effectLst/>
              </a:rPr>
              <a:t>Steps to resolve:</a:t>
            </a:r>
            <a:endParaRPr lang="en-US" sz="1200" b="0" i="0">
              <a:solidFill>
                <a:srgbClr val="333333"/>
              </a:solidFill>
              <a:effectLst/>
            </a:endParaRPr>
          </a:p>
          <a:p>
            <a:pPr lvl="1">
              <a:buFont typeface="+mj-lt"/>
              <a:buAutoNum type="arabicPeriod"/>
            </a:pPr>
            <a:r>
              <a:rPr lang="en-US" sz="1200" b="0" i="0">
                <a:solidFill>
                  <a:srgbClr val="333333"/>
                </a:solidFill>
                <a:effectLst/>
              </a:rPr>
              <a:t>In both cases, UDR and Database must be restarted. The exact steps will depend on the environment. If this is a Kubernetes environment, then it can auto-restart application pods.</a:t>
            </a:r>
          </a:p>
          <a:p>
            <a:pPr lvl="1">
              <a:buFont typeface="+mj-lt"/>
              <a:buAutoNum type="arabicPeriod"/>
            </a:pPr>
            <a:r>
              <a:rPr lang="en-US" sz="1200">
                <a:solidFill>
                  <a:srgbClr val="333333"/>
                </a:solidFill>
              </a:rPr>
              <a:t>If this is the error, then check log of "Sending Response"</a:t>
            </a:r>
          </a:p>
          <a:p>
            <a:pPr marL="0" indent="0" algn="l">
              <a:buNone/>
            </a:pPr>
            <a:endParaRPr lang="en-IN" sz="1100" b="0" i="0">
              <a:solidFill>
                <a:srgbClr val="333333"/>
              </a:solidFill>
              <a:effectLst/>
              <a:latin typeface="Arial" panose="020B0604020202020204" pitchFamily="34" charset="0"/>
            </a:endParaRPr>
          </a:p>
          <a:p>
            <a:pPr marL="0" indent="0" algn="l">
              <a:buNone/>
            </a:pPr>
            <a:endParaRPr lang="en-IN" sz="1200"/>
          </a:p>
        </p:txBody>
      </p:sp>
    </p:spTree>
    <p:custDataLst>
      <p:tags r:id="rId1"/>
    </p:custDataLst>
    <p:extLst>
      <p:ext uri="{BB962C8B-B14F-4D97-AF65-F5344CB8AC3E}">
        <p14:creationId xmlns:p14="http://schemas.microsoft.com/office/powerpoint/2010/main" val="61681407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42913" y="11680"/>
            <a:ext cx="11269662" cy="684212"/>
          </a:xfrm>
        </p:spPr>
        <p:txBody>
          <a:bodyPr>
            <a:normAutofit/>
          </a:bodyPr>
          <a:lstStyle/>
          <a:p>
            <a:pPr algn="l"/>
            <a:r>
              <a:rPr lang="en-US" sz="3200">
                <a:solidFill>
                  <a:schemeClr val="bg1"/>
                </a:solidFill>
              </a:rPr>
              <a:t>Subscriber registration is not successful (5G)</a:t>
            </a:r>
          </a:p>
        </p:txBody>
      </p:sp>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76</a:t>
            </a:fld>
            <a:endParaRPr lang="en-US"/>
          </a:p>
        </p:txBody>
      </p:sp>
      <p:sp>
        <p:nvSpPr>
          <p:cNvPr id="5" name="Content Placeholder 4">
            <a:extLst>
              <a:ext uri="{FF2B5EF4-FFF2-40B4-BE49-F238E27FC236}">
                <a16:creationId xmlns:a16="http://schemas.microsoft.com/office/drawing/2014/main" id="{B3F41200-3D7D-4D9F-8AC7-CB92286A2D1C}"/>
              </a:ext>
            </a:extLst>
          </p:cNvPr>
          <p:cNvSpPr>
            <a:spLocks noGrp="1"/>
          </p:cNvSpPr>
          <p:nvPr>
            <p:ph idx="1"/>
          </p:nvPr>
        </p:nvSpPr>
        <p:spPr>
          <a:xfrm>
            <a:off x="587709" y="743763"/>
            <a:ext cx="11269662" cy="5862977"/>
          </a:xfrm>
        </p:spPr>
        <p:txBody>
          <a:bodyPr>
            <a:normAutofit/>
          </a:bodyPr>
          <a:lstStyle/>
          <a:p>
            <a:pPr algn="l"/>
            <a:r>
              <a:rPr lang="en-US" sz="1200" b="1" i="0">
                <a:solidFill>
                  <a:srgbClr val="333333"/>
                </a:solidFill>
                <a:effectLst/>
              </a:rPr>
              <a:t>Case 15</a:t>
            </a:r>
            <a:endParaRPr lang="en-US" sz="1200" b="0" i="0">
              <a:solidFill>
                <a:srgbClr val="333333"/>
              </a:solidFill>
              <a:effectLst/>
            </a:endParaRPr>
          </a:p>
          <a:p>
            <a:pPr algn="l"/>
            <a:r>
              <a:rPr lang="en-US" sz="1200" b="1" i="0">
                <a:solidFill>
                  <a:srgbClr val="333333"/>
                </a:solidFill>
                <a:effectLst/>
              </a:rPr>
              <a:t>Message:</a:t>
            </a:r>
            <a:r>
              <a:rPr lang="en-US" sz="1200" b="0" i="0">
                <a:solidFill>
                  <a:srgbClr val="333333"/>
                </a:solidFill>
                <a:effectLst/>
              </a:rPr>
              <a:t> API: SDM Data get UE context in SMF Data</a:t>
            </a:r>
          </a:p>
          <a:p>
            <a:pPr algn="l"/>
            <a:r>
              <a:rPr lang="en-US" sz="1200" b="1" i="0">
                <a:solidFill>
                  <a:srgbClr val="333333"/>
                </a:solidFill>
                <a:effectLst/>
              </a:rPr>
              <a:t>Reason:</a:t>
            </a:r>
            <a:r>
              <a:rPr lang="en-US" sz="1200" b="0" i="0">
                <a:solidFill>
                  <a:srgbClr val="333333"/>
                </a:solidFill>
                <a:effectLst/>
              </a:rPr>
              <a:t> This error occurs when server is unable to process the request it can occur if:</a:t>
            </a:r>
          </a:p>
          <a:p>
            <a:pPr algn="l">
              <a:buFont typeface="Arial" panose="020B0604020202020204" pitchFamily="34" charset="0"/>
              <a:buChar char="•"/>
            </a:pPr>
            <a:r>
              <a:rPr lang="en-US" sz="1200" b="0" i="0">
                <a:solidFill>
                  <a:srgbClr val="333333"/>
                </a:solidFill>
                <a:effectLst/>
              </a:rPr>
              <a:t>UDR is down</a:t>
            </a:r>
          </a:p>
          <a:p>
            <a:pPr algn="l">
              <a:buFont typeface="Arial" panose="020B0604020202020204" pitchFamily="34" charset="0"/>
              <a:buChar char="•"/>
            </a:pPr>
            <a:r>
              <a:rPr lang="en-US" sz="1200" b="0" i="0">
                <a:solidFill>
                  <a:srgbClr val="333333"/>
                </a:solidFill>
                <a:effectLst/>
              </a:rPr>
              <a:t>Database is down</a:t>
            </a:r>
          </a:p>
          <a:p>
            <a:pPr algn="l"/>
            <a:r>
              <a:rPr lang="en-US" sz="1200" b="1" i="0">
                <a:solidFill>
                  <a:srgbClr val="333333"/>
                </a:solidFill>
                <a:effectLst/>
              </a:rPr>
              <a:t>Steps to resolve:</a:t>
            </a:r>
            <a:endParaRPr lang="en-US" sz="1200" b="0" i="0">
              <a:solidFill>
                <a:srgbClr val="333333"/>
              </a:solidFill>
              <a:effectLst/>
            </a:endParaRPr>
          </a:p>
          <a:p>
            <a:pPr lvl="1">
              <a:buFont typeface="+mj-lt"/>
              <a:buAutoNum type="arabicPeriod"/>
            </a:pPr>
            <a:r>
              <a:rPr lang="en-US" sz="1200" b="0" i="0">
                <a:solidFill>
                  <a:srgbClr val="333333"/>
                </a:solidFill>
                <a:effectLst/>
              </a:rPr>
              <a:t>In both cases, UDR and Database must be restarted. The exact steps will depend on the environment. If this is a Kubernetes environment, then it can auto-restart application pods.</a:t>
            </a:r>
          </a:p>
          <a:p>
            <a:pPr lvl="1">
              <a:buFont typeface="+mj-lt"/>
              <a:buAutoNum type="arabicPeriod"/>
            </a:pPr>
            <a:r>
              <a:rPr lang="en-US" sz="1200">
                <a:solidFill>
                  <a:srgbClr val="333333"/>
                </a:solidFill>
              </a:rPr>
              <a:t>If this is the error, then check log of "Sending Response"</a:t>
            </a:r>
          </a:p>
          <a:p>
            <a:pPr marL="0" indent="0" algn="l">
              <a:buNone/>
            </a:pPr>
            <a:endParaRPr lang="en-IN" sz="1100" b="0" i="0">
              <a:solidFill>
                <a:srgbClr val="333333"/>
              </a:solidFill>
              <a:effectLst/>
              <a:latin typeface="Arial" panose="020B0604020202020204" pitchFamily="34" charset="0"/>
            </a:endParaRPr>
          </a:p>
          <a:p>
            <a:pPr marL="0" indent="0" algn="l">
              <a:buNone/>
            </a:pPr>
            <a:endParaRPr lang="en-IN" sz="1200"/>
          </a:p>
        </p:txBody>
      </p:sp>
    </p:spTree>
    <p:custDataLst>
      <p:tags r:id="rId1"/>
    </p:custDataLst>
    <p:extLst>
      <p:ext uri="{BB962C8B-B14F-4D97-AF65-F5344CB8AC3E}">
        <p14:creationId xmlns:p14="http://schemas.microsoft.com/office/powerpoint/2010/main" val="257633582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42913" y="11680"/>
            <a:ext cx="11269662" cy="684212"/>
          </a:xfrm>
        </p:spPr>
        <p:txBody>
          <a:bodyPr>
            <a:normAutofit/>
          </a:bodyPr>
          <a:lstStyle/>
          <a:p>
            <a:pPr algn="l"/>
            <a:r>
              <a:rPr lang="en-US" sz="3200">
                <a:solidFill>
                  <a:schemeClr val="bg1"/>
                </a:solidFill>
              </a:rPr>
              <a:t>Subscriber De-registration is not successful(4G)</a:t>
            </a:r>
          </a:p>
        </p:txBody>
      </p:sp>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77</a:t>
            </a:fld>
            <a:endParaRPr lang="en-US"/>
          </a:p>
        </p:txBody>
      </p:sp>
      <p:sp>
        <p:nvSpPr>
          <p:cNvPr id="5" name="Content Placeholder 4">
            <a:extLst>
              <a:ext uri="{FF2B5EF4-FFF2-40B4-BE49-F238E27FC236}">
                <a16:creationId xmlns:a16="http://schemas.microsoft.com/office/drawing/2014/main" id="{B3F41200-3D7D-4D9F-8AC7-CB92286A2D1C}"/>
              </a:ext>
            </a:extLst>
          </p:cNvPr>
          <p:cNvSpPr>
            <a:spLocks noGrp="1"/>
          </p:cNvSpPr>
          <p:nvPr>
            <p:ph idx="1"/>
          </p:nvPr>
        </p:nvSpPr>
        <p:spPr>
          <a:xfrm>
            <a:off x="587709" y="743763"/>
            <a:ext cx="11269662" cy="5862977"/>
          </a:xfrm>
        </p:spPr>
        <p:txBody>
          <a:bodyPr>
            <a:normAutofit/>
          </a:bodyPr>
          <a:lstStyle/>
          <a:p>
            <a:pPr algn="l"/>
            <a:r>
              <a:rPr lang="en-US" sz="1200" b="1" i="0">
                <a:solidFill>
                  <a:srgbClr val="333333"/>
                </a:solidFill>
                <a:effectLst/>
              </a:rPr>
              <a:t>Possible Causes</a:t>
            </a:r>
          </a:p>
          <a:p>
            <a:pPr algn="l"/>
            <a:r>
              <a:rPr lang="en-US" sz="1200" b="0" i="0">
                <a:solidFill>
                  <a:srgbClr val="333333"/>
                </a:solidFill>
                <a:effectLst/>
              </a:rPr>
              <a:t>LTE de-registration of a subscriber can fail due to the following reasons:</a:t>
            </a:r>
          </a:p>
          <a:p>
            <a:pPr algn="l">
              <a:buFont typeface="Arial" panose="020B0604020202020204" pitchFamily="34" charset="0"/>
              <a:buChar char="•"/>
            </a:pPr>
            <a:r>
              <a:rPr lang="en-US" sz="1200" b="0" i="0">
                <a:solidFill>
                  <a:srgbClr val="333333"/>
                </a:solidFill>
                <a:effectLst/>
              </a:rPr>
              <a:t>Requested IMSI is not configured in HSS/ UDR</a:t>
            </a:r>
          </a:p>
          <a:p>
            <a:pPr algn="l">
              <a:buFont typeface="Arial" panose="020B0604020202020204" pitchFamily="34" charset="0"/>
              <a:buChar char="•"/>
            </a:pPr>
            <a:r>
              <a:rPr lang="en-US" sz="1200" b="0" i="0">
                <a:solidFill>
                  <a:srgbClr val="333333"/>
                </a:solidFill>
                <a:effectLst/>
              </a:rPr>
              <a:t>UDR/Database is not reachable</a:t>
            </a:r>
          </a:p>
          <a:p>
            <a:pPr algn="l"/>
            <a:r>
              <a:rPr lang="en-US" sz="1200" b="1" i="0">
                <a:solidFill>
                  <a:srgbClr val="333333"/>
                </a:solidFill>
                <a:effectLst/>
              </a:rPr>
              <a:t>Preprocessing</a:t>
            </a:r>
          </a:p>
          <a:p>
            <a:pPr algn="l">
              <a:buFont typeface="Arial" panose="020B0604020202020204" pitchFamily="34" charset="0"/>
              <a:buChar char="•"/>
            </a:pPr>
            <a:r>
              <a:rPr lang="en-US" sz="1200" b="0" i="0">
                <a:solidFill>
                  <a:srgbClr val="333333"/>
                </a:solidFill>
                <a:effectLst/>
              </a:rPr>
              <a:t>Check if the HSS, UDR are up and running</a:t>
            </a:r>
          </a:p>
          <a:p>
            <a:pPr algn="l">
              <a:buFont typeface="Arial" panose="020B0604020202020204" pitchFamily="34" charset="0"/>
              <a:buChar char="•"/>
            </a:pPr>
            <a:r>
              <a:rPr lang="en-US" sz="1200" b="0" i="0">
                <a:solidFill>
                  <a:srgbClr val="333333"/>
                </a:solidFill>
                <a:effectLst/>
              </a:rPr>
              <a:t>Check if a fault alarm is generated by any of the network functions</a:t>
            </a:r>
          </a:p>
          <a:p>
            <a:pPr algn="l"/>
            <a:r>
              <a:rPr lang="en-US" sz="1200" b="1" i="0">
                <a:solidFill>
                  <a:srgbClr val="333333"/>
                </a:solidFill>
                <a:effectLst/>
              </a:rPr>
              <a:t>Troubleshooting Procedure</a:t>
            </a:r>
          </a:p>
          <a:p>
            <a:pPr algn="l"/>
            <a:r>
              <a:rPr lang="en-US" sz="1200" b="0" i="0">
                <a:solidFill>
                  <a:srgbClr val="333333"/>
                </a:solidFill>
                <a:effectLst/>
              </a:rPr>
              <a:t>Below section includes troubleshooting steps for Diameter error codes.</a:t>
            </a:r>
          </a:p>
          <a:p>
            <a:pPr algn="l"/>
            <a:r>
              <a:rPr lang="en-US" sz="1200" b="1" i="0">
                <a:solidFill>
                  <a:srgbClr val="333333"/>
                </a:solidFill>
                <a:effectLst/>
              </a:rPr>
              <a:t>Diameter Error Code 5001</a:t>
            </a:r>
          </a:p>
          <a:p>
            <a:pPr algn="l"/>
            <a:r>
              <a:rPr lang="en-US" sz="1200" b="1" i="0">
                <a:solidFill>
                  <a:srgbClr val="333333"/>
                </a:solidFill>
                <a:effectLst/>
              </a:rPr>
              <a:t>Diameter Message: Purge-UE-Request</a:t>
            </a:r>
            <a:endParaRPr lang="en-US" sz="1200" b="0" i="0">
              <a:solidFill>
                <a:srgbClr val="333333"/>
              </a:solidFill>
              <a:effectLst/>
            </a:endParaRPr>
          </a:p>
          <a:p>
            <a:pPr algn="l"/>
            <a:r>
              <a:rPr lang="en-US" sz="1200" b="1" i="0">
                <a:solidFill>
                  <a:srgbClr val="333333"/>
                </a:solidFill>
                <a:effectLst/>
              </a:rPr>
              <a:t>Reason: </a:t>
            </a:r>
            <a:r>
              <a:rPr lang="en-US" sz="1200" b="0" i="0">
                <a:solidFill>
                  <a:srgbClr val="333333"/>
                </a:solidFill>
                <a:effectLst/>
              </a:rPr>
              <a:t>Received unknown IMSI</a:t>
            </a:r>
          </a:p>
          <a:p>
            <a:pPr algn="l"/>
            <a:r>
              <a:rPr lang="en-US" sz="1200" b="1" i="0">
                <a:solidFill>
                  <a:srgbClr val="333333"/>
                </a:solidFill>
                <a:effectLst/>
              </a:rPr>
              <a:t>Steps to Resolve: </a:t>
            </a:r>
            <a:r>
              <a:rPr lang="en-US" sz="1200" b="0" i="0">
                <a:solidFill>
                  <a:srgbClr val="333333"/>
                </a:solidFill>
                <a:effectLst/>
              </a:rPr>
              <a:t>Provision request to be sent to IMSI in UDR</a:t>
            </a:r>
          </a:p>
          <a:p>
            <a:pPr marL="457200" lvl="1" indent="0">
              <a:buNone/>
            </a:pPr>
            <a:r>
              <a:rPr lang="en-IN" sz="1200">
                <a:solidFill>
                  <a:srgbClr val="333333"/>
                </a:solidFill>
              </a:rPr>
              <a:t>Check logs of IWF &amp; HSS</a:t>
            </a:r>
          </a:p>
          <a:p>
            <a:pPr marL="0" indent="0" algn="l">
              <a:buNone/>
            </a:pPr>
            <a:endParaRPr lang="en-IN" sz="1200"/>
          </a:p>
        </p:txBody>
      </p:sp>
    </p:spTree>
    <p:custDataLst>
      <p:tags r:id="rId1"/>
    </p:custDataLst>
    <p:extLst>
      <p:ext uri="{BB962C8B-B14F-4D97-AF65-F5344CB8AC3E}">
        <p14:creationId xmlns:p14="http://schemas.microsoft.com/office/powerpoint/2010/main" val="419768564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42913" y="11680"/>
            <a:ext cx="11269662" cy="684212"/>
          </a:xfrm>
        </p:spPr>
        <p:txBody>
          <a:bodyPr>
            <a:normAutofit/>
          </a:bodyPr>
          <a:lstStyle/>
          <a:p>
            <a:pPr algn="l"/>
            <a:r>
              <a:rPr lang="en-US" sz="3200">
                <a:solidFill>
                  <a:schemeClr val="bg1"/>
                </a:solidFill>
              </a:rPr>
              <a:t>Subscriber De-registration is not successful(4G)</a:t>
            </a:r>
          </a:p>
        </p:txBody>
      </p:sp>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78</a:t>
            </a:fld>
            <a:endParaRPr lang="en-US"/>
          </a:p>
        </p:txBody>
      </p:sp>
      <p:sp>
        <p:nvSpPr>
          <p:cNvPr id="5" name="Content Placeholder 4">
            <a:extLst>
              <a:ext uri="{FF2B5EF4-FFF2-40B4-BE49-F238E27FC236}">
                <a16:creationId xmlns:a16="http://schemas.microsoft.com/office/drawing/2014/main" id="{B3F41200-3D7D-4D9F-8AC7-CB92286A2D1C}"/>
              </a:ext>
            </a:extLst>
          </p:cNvPr>
          <p:cNvSpPr>
            <a:spLocks noGrp="1"/>
          </p:cNvSpPr>
          <p:nvPr>
            <p:ph idx="1"/>
          </p:nvPr>
        </p:nvSpPr>
        <p:spPr>
          <a:xfrm>
            <a:off x="587709" y="743763"/>
            <a:ext cx="11269662" cy="5862977"/>
          </a:xfrm>
        </p:spPr>
        <p:txBody>
          <a:bodyPr>
            <a:normAutofit/>
          </a:bodyPr>
          <a:lstStyle/>
          <a:p>
            <a:pPr marL="0" indent="0" algn="l">
              <a:buNone/>
            </a:pPr>
            <a:r>
              <a:rPr lang="en-US" sz="1200" b="1"/>
              <a:t>Diameter Message: Purge-UE-Request</a:t>
            </a:r>
          </a:p>
          <a:p>
            <a:pPr marL="0" indent="0" algn="l">
              <a:buNone/>
            </a:pPr>
            <a:endParaRPr lang="en-US" sz="1200"/>
          </a:p>
          <a:p>
            <a:pPr marL="0" indent="0" algn="l">
              <a:buNone/>
            </a:pPr>
            <a:r>
              <a:rPr lang="en-US" sz="1200"/>
              <a:t>Reason: Received UDR/Database is unreachable</a:t>
            </a:r>
          </a:p>
          <a:p>
            <a:pPr marL="0" indent="0" algn="l">
              <a:buNone/>
            </a:pPr>
            <a:r>
              <a:rPr lang="en-US" sz="1200"/>
              <a:t>Steps to Resolve: Check if UDR is up and running</a:t>
            </a:r>
          </a:p>
          <a:p>
            <a:pPr marL="0" indent="0" algn="l">
              <a:buNone/>
            </a:pPr>
            <a:r>
              <a:rPr lang="en-US" sz="1200"/>
              <a:t>Check Logs of IWF &amp; HSS</a:t>
            </a:r>
            <a:endParaRPr lang="en-IN" sz="1200"/>
          </a:p>
        </p:txBody>
      </p:sp>
    </p:spTree>
    <p:custDataLst>
      <p:tags r:id="rId1"/>
    </p:custDataLst>
    <p:extLst>
      <p:ext uri="{BB962C8B-B14F-4D97-AF65-F5344CB8AC3E}">
        <p14:creationId xmlns:p14="http://schemas.microsoft.com/office/powerpoint/2010/main" val="183865965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42913" y="11680"/>
            <a:ext cx="11269662" cy="684212"/>
          </a:xfrm>
        </p:spPr>
        <p:txBody>
          <a:bodyPr>
            <a:normAutofit/>
          </a:bodyPr>
          <a:lstStyle/>
          <a:p>
            <a:pPr algn="l"/>
            <a:r>
              <a:rPr lang="en-US" sz="3200">
                <a:solidFill>
                  <a:schemeClr val="bg1"/>
                </a:solidFill>
              </a:rPr>
              <a:t>Subscriber De-registration is not successful(5G)</a:t>
            </a:r>
          </a:p>
        </p:txBody>
      </p:sp>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79</a:t>
            </a:fld>
            <a:endParaRPr lang="en-US"/>
          </a:p>
        </p:txBody>
      </p:sp>
      <p:sp>
        <p:nvSpPr>
          <p:cNvPr id="5" name="Content Placeholder 4">
            <a:extLst>
              <a:ext uri="{FF2B5EF4-FFF2-40B4-BE49-F238E27FC236}">
                <a16:creationId xmlns:a16="http://schemas.microsoft.com/office/drawing/2014/main" id="{B3F41200-3D7D-4D9F-8AC7-CB92286A2D1C}"/>
              </a:ext>
            </a:extLst>
          </p:cNvPr>
          <p:cNvSpPr>
            <a:spLocks noGrp="1"/>
          </p:cNvSpPr>
          <p:nvPr>
            <p:ph idx="1"/>
          </p:nvPr>
        </p:nvSpPr>
        <p:spPr>
          <a:xfrm>
            <a:off x="587709" y="743763"/>
            <a:ext cx="11269662" cy="5862977"/>
          </a:xfrm>
        </p:spPr>
        <p:txBody>
          <a:bodyPr>
            <a:normAutofit/>
          </a:bodyPr>
          <a:lstStyle/>
          <a:p>
            <a:pPr algn="l"/>
            <a:r>
              <a:rPr lang="en-US" sz="1200" b="1" i="0">
                <a:solidFill>
                  <a:srgbClr val="333333"/>
                </a:solidFill>
                <a:effectLst/>
              </a:rPr>
              <a:t>Possible Causes</a:t>
            </a:r>
          </a:p>
          <a:p>
            <a:pPr algn="l"/>
            <a:r>
              <a:rPr lang="en-US" sz="1200" b="0" i="0">
                <a:solidFill>
                  <a:srgbClr val="333333"/>
                </a:solidFill>
                <a:effectLst/>
              </a:rPr>
              <a:t>Deregistration fails due to the following reasons:</a:t>
            </a:r>
          </a:p>
          <a:p>
            <a:pPr algn="l">
              <a:buFont typeface="Arial" panose="020B0604020202020204" pitchFamily="34" charset="0"/>
              <a:buChar char="•"/>
            </a:pPr>
            <a:r>
              <a:rPr lang="en-US" sz="1200" b="0" i="0">
                <a:solidFill>
                  <a:srgbClr val="333333"/>
                </a:solidFill>
                <a:effectLst/>
              </a:rPr>
              <a:t>Database is down</a:t>
            </a:r>
          </a:p>
          <a:p>
            <a:pPr algn="l">
              <a:buFont typeface="Arial" panose="020B0604020202020204" pitchFamily="34" charset="0"/>
              <a:buChar char="•"/>
            </a:pPr>
            <a:r>
              <a:rPr lang="en-US" sz="1200" b="0" i="0">
                <a:solidFill>
                  <a:srgbClr val="333333"/>
                </a:solidFill>
                <a:effectLst/>
              </a:rPr>
              <a:t>UDR is down</a:t>
            </a:r>
          </a:p>
          <a:p>
            <a:pPr algn="l">
              <a:buFont typeface="Arial" panose="020B0604020202020204" pitchFamily="34" charset="0"/>
              <a:buChar char="•"/>
            </a:pPr>
            <a:r>
              <a:rPr lang="en-US" sz="1200" b="0" i="0">
                <a:solidFill>
                  <a:srgbClr val="333333"/>
                </a:solidFill>
                <a:effectLst/>
              </a:rPr>
              <a:t>Subscriber database is down</a:t>
            </a:r>
          </a:p>
          <a:p>
            <a:pPr algn="l">
              <a:buFont typeface="Arial" panose="020B0604020202020204" pitchFamily="34" charset="0"/>
              <a:buChar char="•"/>
            </a:pPr>
            <a:r>
              <a:rPr lang="en-US" sz="1200" b="0" i="0">
                <a:solidFill>
                  <a:srgbClr val="333333"/>
                </a:solidFill>
                <a:effectLst/>
              </a:rPr>
              <a:t>When the deregistering AMF is not registered</a:t>
            </a:r>
          </a:p>
          <a:p>
            <a:pPr algn="l">
              <a:buFont typeface="Arial" panose="020B0604020202020204" pitchFamily="34" charset="0"/>
              <a:buChar char="•"/>
            </a:pPr>
            <a:r>
              <a:rPr lang="en-US" sz="1200" b="0" i="0">
                <a:solidFill>
                  <a:srgbClr val="333333"/>
                </a:solidFill>
                <a:effectLst/>
              </a:rPr>
              <a:t>When the deregistering SMF is not registered</a:t>
            </a:r>
          </a:p>
          <a:p>
            <a:pPr algn="l"/>
            <a:r>
              <a:rPr lang="en-US" sz="1200" b="1" i="0">
                <a:solidFill>
                  <a:srgbClr val="333333"/>
                </a:solidFill>
                <a:effectLst/>
              </a:rPr>
              <a:t>Preprocessing</a:t>
            </a:r>
          </a:p>
          <a:p>
            <a:pPr algn="l">
              <a:buFont typeface="Arial" panose="020B0604020202020204" pitchFamily="34" charset="0"/>
              <a:buChar char="•"/>
            </a:pPr>
            <a:r>
              <a:rPr lang="en-US" sz="1200" b="0" i="0">
                <a:solidFill>
                  <a:srgbClr val="333333"/>
                </a:solidFill>
                <a:effectLst/>
              </a:rPr>
              <a:t>Check if the UDR, UDM are up and running.</a:t>
            </a:r>
          </a:p>
          <a:p>
            <a:pPr algn="l">
              <a:buFont typeface="Arial" panose="020B0604020202020204" pitchFamily="34" charset="0"/>
              <a:buChar char="•"/>
            </a:pPr>
            <a:r>
              <a:rPr lang="en-US" sz="1200" b="0" i="0">
                <a:solidFill>
                  <a:srgbClr val="333333"/>
                </a:solidFill>
                <a:effectLst/>
              </a:rPr>
              <a:t>Check if a fault alarm is generated by any of the network functions.</a:t>
            </a:r>
          </a:p>
          <a:p>
            <a:pPr algn="l"/>
            <a:r>
              <a:rPr lang="en-US" sz="1200" b="1" i="0">
                <a:solidFill>
                  <a:srgbClr val="333333"/>
                </a:solidFill>
                <a:effectLst/>
              </a:rPr>
              <a:t>Troubleshooting Procedure</a:t>
            </a:r>
          </a:p>
          <a:p>
            <a:pPr algn="l"/>
            <a:r>
              <a:rPr lang="en-US" sz="1200" b="0" i="0">
                <a:solidFill>
                  <a:srgbClr val="333333"/>
                </a:solidFill>
                <a:effectLst/>
              </a:rPr>
              <a:t>Follow the given steps to find the exact issue on the component side:</a:t>
            </a:r>
          </a:p>
          <a:p>
            <a:pPr algn="l">
              <a:buFont typeface="+mj-lt"/>
              <a:buAutoNum type="arabicPeriod"/>
            </a:pPr>
            <a:r>
              <a:rPr lang="en-US" sz="1200" b="0" i="0">
                <a:solidFill>
                  <a:srgbClr val="333333"/>
                </a:solidFill>
                <a:effectLst/>
              </a:rPr>
              <a:t>Get approximate time stamp &amp; user details</a:t>
            </a:r>
          </a:p>
          <a:p>
            <a:pPr algn="l">
              <a:buFont typeface="+mj-lt"/>
              <a:buAutoNum type="arabicPeriod"/>
            </a:pPr>
            <a:r>
              <a:rPr lang="en-US" sz="1200" b="0" i="0">
                <a:solidFill>
                  <a:srgbClr val="333333"/>
                </a:solidFill>
                <a:effectLst/>
              </a:rPr>
              <a:t>Narrow down the search to the exact de-registration request </a:t>
            </a:r>
            <a:r>
              <a:rPr lang="en-US" sz="1200" b="0" i="0" err="1">
                <a:solidFill>
                  <a:srgbClr val="333333"/>
                </a:solidFill>
                <a:effectLst/>
              </a:rPr>
              <a:t>logwrites</a:t>
            </a:r>
            <a:r>
              <a:rPr lang="en-US" sz="1200" b="0" i="0">
                <a:solidFill>
                  <a:srgbClr val="333333"/>
                </a:solidFill>
                <a:effectLst/>
              </a:rPr>
              <a:t> &amp; the response given by UDM.</a:t>
            </a:r>
          </a:p>
          <a:p>
            <a:pPr marL="0" indent="0" algn="l">
              <a:buNone/>
            </a:pPr>
            <a:endParaRPr lang="en-IN" sz="1200"/>
          </a:p>
        </p:txBody>
      </p:sp>
    </p:spTree>
    <p:custDataLst>
      <p:tags r:id="rId1"/>
    </p:custDataLst>
    <p:extLst>
      <p:ext uri="{BB962C8B-B14F-4D97-AF65-F5344CB8AC3E}">
        <p14:creationId xmlns:p14="http://schemas.microsoft.com/office/powerpoint/2010/main" val="105126469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42913" y="11680"/>
            <a:ext cx="11269662" cy="684212"/>
          </a:xfrm>
        </p:spPr>
        <p:txBody>
          <a:bodyPr>
            <a:normAutofit/>
          </a:bodyPr>
          <a:lstStyle/>
          <a:p>
            <a:pPr algn="l"/>
            <a:r>
              <a:rPr lang="en-US" sz="3200">
                <a:solidFill>
                  <a:schemeClr val="bg1"/>
                </a:solidFill>
              </a:rPr>
              <a:t>Subscriber De-registration is not successful(5G)</a:t>
            </a:r>
          </a:p>
        </p:txBody>
      </p:sp>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80</a:t>
            </a:fld>
            <a:endParaRPr lang="en-US"/>
          </a:p>
        </p:txBody>
      </p:sp>
      <p:sp>
        <p:nvSpPr>
          <p:cNvPr id="5" name="Content Placeholder 4">
            <a:extLst>
              <a:ext uri="{FF2B5EF4-FFF2-40B4-BE49-F238E27FC236}">
                <a16:creationId xmlns:a16="http://schemas.microsoft.com/office/drawing/2014/main" id="{B3F41200-3D7D-4D9F-8AC7-CB92286A2D1C}"/>
              </a:ext>
            </a:extLst>
          </p:cNvPr>
          <p:cNvSpPr>
            <a:spLocks noGrp="1"/>
          </p:cNvSpPr>
          <p:nvPr>
            <p:ph idx="1"/>
          </p:nvPr>
        </p:nvSpPr>
        <p:spPr>
          <a:xfrm>
            <a:off x="587709" y="743763"/>
            <a:ext cx="11269662" cy="5862977"/>
          </a:xfrm>
        </p:spPr>
        <p:txBody>
          <a:bodyPr>
            <a:normAutofit/>
          </a:bodyPr>
          <a:lstStyle/>
          <a:p>
            <a:pPr algn="l"/>
            <a:r>
              <a:rPr lang="en-US" sz="1200" b="1" i="0">
                <a:solidFill>
                  <a:srgbClr val="333333"/>
                </a:solidFill>
                <a:effectLst/>
              </a:rPr>
              <a:t>HTTP Error Code 404</a:t>
            </a:r>
          </a:p>
          <a:p>
            <a:pPr algn="l"/>
            <a:r>
              <a:rPr lang="en-US" sz="1200" b="1" i="0">
                <a:solidFill>
                  <a:srgbClr val="333333"/>
                </a:solidFill>
                <a:effectLst/>
              </a:rPr>
              <a:t>Message</a:t>
            </a:r>
            <a:r>
              <a:rPr lang="en-US" sz="1200" b="0" i="0">
                <a:solidFill>
                  <a:srgbClr val="333333"/>
                </a:solidFill>
                <a:effectLst/>
              </a:rPr>
              <a:t> API: AMF Deregistration PATCH</a:t>
            </a:r>
          </a:p>
          <a:p>
            <a:pPr algn="l"/>
            <a:r>
              <a:rPr lang="en-US" sz="1200" b="1" i="0">
                <a:solidFill>
                  <a:srgbClr val="333333"/>
                </a:solidFill>
                <a:effectLst/>
              </a:rPr>
              <a:t>Reason:</a:t>
            </a:r>
            <a:r>
              <a:rPr lang="en-US" sz="1200" b="0" i="0">
                <a:solidFill>
                  <a:srgbClr val="333333"/>
                </a:solidFill>
                <a:effectLst/>
              </a:rPr>
              <a:t> This error comes when deregistering AMF is not registered with Alepo.</a:t>
            </a:r>
          </a:p>
          <a:p>
            <a:pPr algn="l"/>
            <a:r>
              <a:rPr lang="en-US" sz="1200" b="1" i="0">
                <a:solidFill>
                  <a:srgbClr val="333333"/>
                </a:solidFill>
                <a:effectLst/>
              </a:rPr>
              <a:t>Steps to Resolve</a:t>
            </a:r>
            <a:endParaRPr lang="en-US" sz="1200" b="0" i="0">
              <a:solidFill>
                <a:srgbClr val="333333"/>
              </a:solidFill>
              <a:effectLst/>
            </a:endParaRPr>
          </a:p>
          <a:p>
            <a:pPr algn="l">
              <a:buFont typeface="+mj-lt"/>
              <a:buAutoNum type="arabicPeriod"/>
            </a:pPr>
            <a:r>
              <a:rPr lang="en-US" sz="1200" b="0" i="0">
                <a:solidFill>
                  <a:srgbClr val="333333"/>
                </a:solidFill>
                <a:effectLst/>
              </a:rPr>
              <a:t>This is a client error, an AMF which is not registered must not send de-registration request.</a:t>
            </a:r>
            <a:endParaRPr lang="en-US" sz="1200">
              <a:solidFill>
                <a:srgbClr val="333333"/>
              </a:solidFill>
            </a:endParaRPr>
          </a:p>
          <a:p>
            <a:pPr algn="l">
              <a:buFont typeface="+mj-lt"/>
              <a:buAutoNum type="arabicPeriod"/>
            </a:pPr>
            <a:r>
              <a:rPr lang="en-US" sz="1200" b="0" i="0">
                <a:solidFill>
                  <a:srgbClr val="333333"/>
                </a:solidFill>
                <a:effectLst/>
              </a:rPr>
              <a:t> </a:t>
            </a:r>
            <a:r>
              <a:rPr lang="en-US" sz="1200">
                <a:solidFill>
                  <a:srgbClr val="333333"/>
                </a:solidFill>
              </a:rPr>
              <a:t>If this is the error, then check log of "Sending Response“</a:t>
            </a:r>
          </a:p>
          <a:p>
            <a:pPr marL="0" indent="0" algn="l">
              <a:buNone/>
            </a:pPr>
            <a:endParaRPr lang="en-US" sz="1200">
              <a:solidFill>
                <a:srgbClr val="333333"/>
              </a:solidFill>
            </a:endParaRPr>
          </a:p>
          <a:p>
            <a:pPr algn="l"/>
            <a:r>
              <a:rPr lang="en-US" sz="1200" b="1" i="0">
                <a:solidFill>
                  <a:srgbClr val="333333"/>
                </a:solidFill>
                <a:effectLst/>
              </a:rPr>
              <a:t>Message: </a:t>
            </a:r>
            <a:r>
              <a:rPr lang="en-US" sz="1200" b="0" i="0">
                <a:solidFill>
                  <a:srgbClr val="333333"/>
                </a:solidFill>
                <a:effectLst/>
              </a:rPr>
              <a:t>API: AMF Deregistration PATCH</a:t>
            </a:r>
          </a:p>
          <a:p>
            <a:pPr algn="l"/>
            <a:r>
              <a:rPr lang="en-US" sz="1200" b="1" i="0">
                <a:solidFill>
                  <a:srgbClr val="333333"/>
                </a:solidFill>
                <a:effectLst/>
              </a:rPr>
              <a:t>Reason:</a:t>
            </a:r>
            <a:r>
              <a:rPr lang="en-US" sz="1200" b="0" i="0">
                <a:solidFill>
                  <a:srgbClr val="333333"/>
                </a:solidFill>
                <a:effectLst/>
              </a:rPr>
              <a:t> This error occurs when:</a:t>
            </a:r>
          </a:p>
          <a:p>
            <a:pPr algn="l">
              <a:buFont typeface="Arial" panose="020B0604020202020204" pitchFamily="34" charset="0"/>
              <a:buChar char="•"/>
            </a:pPr>
            <a:r>
              <a:rPr lang="en-US" sz="1200" b="0" i="0">
                <a:solidFill>
                  <a:srgbClr val="333333"/>
                </a:solidFill>
                <a:effectLst/>
              </a:rPr>
              <a:t>Database is down</a:t>
            </a:r>
          </a:p>
          <a:p>
            <a:pPr algn="l">
              <a:buFont typeface="Arial" panose="020B0604020202020204" pitchFamily="34" charset="0"/>
              <a:buChar char="•"/>
            </a:pPr>
            <a:r>
              <a:rPr lang="en-US" sz="1200" b="0" i="0">
                <a:solidFill>
                  <a:srgbClr val="333333"/>
                </a:solidFill>
                <a:effectLst/>
              </a:rPr>
              <a:t>UDR is down</a:t>
            </a:r>
          </a:p>
          <a:p>
            <a:pPr algn="l"/>
            <a:r>
              <a:rPr lang="en-US" sz="1200" b="1" i="0">
                <a:solidFill>
                  <a:srgbClr val="333333"/>
                </a:solidFill>
                <a:effectLst/>
              </a:rPr>
              <a:t>Steps to resolve:</a:t>
            </a:r>
            <a:endParaRPr lang="en-US" sz="1200" b="0" i="0">
              <a:solidFill>
                <a:srgbClr val="333333"/>
              </a:solidFill>
              <a:effectLst/>
            </a:endParaRPr>
          </a:p>
          <a:p>
            <a:pPr algn="l">
              <a:buFont typeface="+mj-lt"/>
              <a:buAutoNum type="arabicPeriod"/>
            </a:pPr>
            <a:r>
              <a:rPr lang="en-US" sz="1200" b="0" i="0">
                <a:solidFill>
                  <a:srgbClr val="333333"/>
                </a:solidFill>
                <a:effectLst/>
              </a:rPr>
              <a:t>Restart database / UDR application</a:t>
            </a:r>
          </a:p>
          <a:p>
            <a:pPr algn="l">
              <a:buFont typeface="+mj-lt"/>
              <a:buAutoNum type="arabicPeriod"/>
            </a:pPr>
            <a:r>
              <a:rPr lang="en-US" sz="1200" b="0" i="0">
                <a:solidFill>
                  <a:srgbClr val="333333"/>
                </a:solidFill>
                <a:effectLst/>
              </a:rPr>
              <a:t>If Kubernetes is the environment, then it can auto-restart application pods.</a:t>
            </a:r>
          </a:p>
          <a:p>
            <a:pPr algn="l">
              <a:buFont typeface="+mj-lt"/>
              <a:buAutoNum type="arabicPeriod"/>
            </a:pPr>
            <a:endParaRPr lang="en-US" sz="1050">
              <a:solidFill>
                <a:srgbClr val="333333"/>
              </a:solidFill>
              <a:latin typeface="Arial" panose="020B0604020202020204" pitchFamily="34" charset="0"/>
            </a:endParaRPr>
          </a:p>
          <a:p>
            <a:pPr marL="0" indent="0" algn="l">
              <a:buNone/>
            </a:pPr>
            <a:endParaRPr lang="en-IN" sz="1100" b="0" i="0">
              <a:solidFill>
                <a:srgbClr val="333333"/>
              </a:solidFill>
              <a:effectLst/>
              <a:latin typeface="Arial" panose="020B0604020202020204" pitchFamily="34" charset="0"/>
            </a:endParaRPr>
          </a:p>
          <a:p>
            <a:pPr algn="l">
              <a:buFont typeface="+mj-lt"/>
              <a:buAutoNum type="arabicPeriod"/>
            </a:pPr>
            <a:endParaRPr lang="en-US" sz="1050" b="0" i="0">
              <a:solidFill>
                <a:srgbClr val="333333"/>
              </a:solidFill>
              <a:effectLst/>
              <a:latin typeface="Arial" panose="020B0604020202020204" pitchFamily="34" charset="0"/>
            </a:endParaRPr>
          </a:p>
          <a:p>
            <a:pPr marL="0" indent="0" algn="l">
              <a:buNone/>
            </a:pPr>
            <a:endParaRPr lang="en-IN" sz="1200"/>
          </a:p>
        </p:txBody>
      </p:sp>
    </p:spTree>
    <p:custDataLst>
      <p:tags r:id="rId1"/>
    </p:custDataLst>
    <p:extLst>
      <p:ext uri="{BB962C8B-B14F-4D97-AF65-F5344CB8AC3E}">
        <p14:creationId xmlns:p14="http://schemas.microsoft.com/office/powerpoint/2010/main" val="323231984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42913" y="11680"/>
            <a:ext cx="11269662" cy="684212"/>
          </a:xfrm>
        </p:spPr>
        <p:txBody>
          <a:bodyPr>
            <a:normAutofit/>
          </a:bodyPr>
          <a:lstStyle/>
          <a:p>
            <a:pPr algn="l"/>
            <a:r>
              <a:rPr lang="en-US" sz="3200">
                <a:solidFill>
                  <a:schemeClr val="bg1"/>
                </a:solidFill>
              </a:rPr>
              <a:t>Subscriber De-registration is not successful(5G)</a:t>
            </a:r>
          </a:p>
        </p:txBody>
      </p:sp>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81</a:t>
            </a:fld>
            <a:endParaRPr lang="en-US"/>
          </a:p>
        </p:txBody>
      </p:sp>
      <p:sp>
        <p:nvSpPr>
          <p:cNvPr id="5" name="Content Placeholder 4">
            <a:extLst>
              <a:ext uri="{FF2B5EF4-FFF2-40B4-BE49-F238E27FC236}">
                <a16:creationId xmlns:a16="http://schemas.microsoft.com/office/drawing/2014/main" id="{B3F41200-3D7D-4D9F-8AC7-CB92286A2D1C}"/>
              </a:ext>
            </a:extLst>
          </p:cNvPr>
          <p:cNvSpPr>
            <a:spLocks noGrp="1"/>
          </p:cNvSpPr>
          <p:nvPr>
            <p:ph idx="1"/>
          </p:nvPr>
        </p:nvSpPr>
        <p:spPr>
          <a:xfrm>
            <a:off x="587709" y="743763"/>
            <a:ext cx="11269662" cy="5862977"/>
          </a:xfrm>
        </p:spPr>
        <p:txBody>
          <a:bodyPr>
            <a:normAutofit/>
          </a:bodyPr>
          <a:lstStyle/>
          <a:p>
            <a:pPr algn="l">
              <a:buFont typeface="+mj-lt"/>
              <a:buAutoNum type="arabicPeriod"/>
            </a:pPr>
            <a:endParaRPr lang="en-US" sz="1200">
              <a:solidFill>
                <a:srgbClr val="333333"/>
              </a:solidFill>
            </a:endParaRPr>
          </a:p>
          <a:p>
            <a:pPr algn="l"/>
            <a:r>
              <a:rPr lang="en-US" sz="1200" b="1" i="0">
                <a:solidFill>
                  <a:srgbClr val="333333"/>
                </a:solidFill>
                <a:effectLst/>
              </a:rPr>
              <a:t>Message: </a:t>
            </a:r>
            <a:r>
              <a:rPr lang="en-US" sz="1200" b="0" i="0">
                <a:solidFill>
                  <a:srgbClr val="333333"/>
                </a:solidFill>
                <a:effectLst/>
              </a:rPr>
              <a:t>API: SMF Deregistration DELETE</a:t>
            </a:r>
          </a:p>
          <a:p>
            <a:pPr algn="l"/>
            <a:r>
              <a:rPr lang="en-US" sz="1200" b="1" i="0">
                <a:solidFill>
                  <a:srgbClr val="333333"/>
                </a:solidFill>
                <a:effectLst/>
              </a:rPr>
              <a:t>Reason:</a:t>
            </a:r>
            <a:r>
              <a:rPr lang="en-US" sz="1200" b="0" i="0">
                <a:solidFill>
                  <a:srgbClr val="333333"/>
                </a:solidFill>
                <a:effectLst/>
              </a:rPr>
              <a:t> This error comes when deregistering SMF is not registered with Alepo.</a:t>
            </a:r>
          </a:p>
          <a:p>
            <a:pPr algn="l"/>
            <a:r>
              <a:rPr lang="en-US" sz="1200" b="1" i="0">
                <a:solidFill>
                  <a:srgbClr val="333333"/>
                </a:solidFill>
                <a:effectLst/>
              </a:rPr>
              <a:t>Steps to resolve:</a:t>
            </a:r>
            <a:endParaRPr lang="en-US" sz="1200" b="0" i="0">
              <a:solidFill>
                <a:srgbClr val="333333"/>
              </a:solidFill>
              <a:effectLst/>
            </a:endParaRPr>
          </a:p>
          <a:p>
            <a:pPr algn="l">
              <a:buFont typeface="+mj-lt"/>
              <a:buAutoNum type="arabicPeriod"/>
            </a:pPr>
            <a:r>
              <a:rPr lang="en-US" sz="1200" b="0" i="0">
                <a:solidFill>
                  <a:srgbClr val="333333"/>
                </a:solidFill>
                <a:effectLst/>
              </a:rPr>
              <a:t>This is a client error, an SMF which is not registered must not send de-registration request.</a:t>
            </a:r>
          </a:p>
          <a:p>
            <a:pPr marL="0" indent="0" algn="l">
              <a:buNone/>
            </a:pPr>
            <a:endParaRPr lang="en-IN" sz="1200" b="0" i="0">
              <a:solidFill>
                <a:srgbClr val="333333"/>
              </a:solidFill>
              <a:effectLst/>
            </a:endParaRPr>
          </a:p>
          <a:p>
            <a:pPr algn="l"/>
            <a:r>
              <a:rPr lang="en-US" sz="1200" b="1" i="0">
                <a:solidFill>
                  <a:srgbClr val="333333"/>
                </a:solidFill>
                <a:effectLst/>
              </a:rPr>
              <a:t>Message: </a:t>
            </a:r>
            <a:r>
              <a:rPr lang="en-US" sz="1200" b="0" i="0">
                <a:solidFill>
                  <a:srgbClr val="333333"/>
                </a:solidFill>
                <a:effectLst/>
              </a:rPr>
              <a:t>API: SMF Deregistration DELETE</a:t>
            </a:r>
          </a:p>
          <a:p>
            <a:pPr algn="l"/>
            <a:r>
              <a:rPr lang="en-US" sz="1200" b="1" i="0">
                <a:solidFill>
                  <a:srgbClr val="333333"/>
                </a:solidFill>
                <a:effectLst/>
              </a:rPr>
              <a:t>Reason: </a:t>
            </a:r>
            <a:r>
              <a:rPr lang="en-US" sz="1200" b="0" i="0">
                <a:solidFill>
                  <a:srgbClr val="333333"/>
                </a:solidFill>
                <a:effectLst/>
              </a:rPr>
              <a:t>This error comes when:</a:t>
            </a:r>
          </a:p>
          <a:p>
            <a:pPr algn="l">
              <a:buFont typeface="Arial" panose="020B0604020202020204" pitchFamily="34" charset="0"/>
              <a:buChar char="•"/>
            </a:pPr>
            <a:r>
              <a:rPr lang="en-US" sz="1200" b="0" i="0">
                <a:solidFill>
                  <a:srgbClr val="333333"/>
                </a:solidFill>
                <a:effectLst/>
              </a:rPr>
              <a:t>Database is down</a:t>
            </a:r>
          </a:p>
          <a:p>
            <a:pPr algn="l">
              <a:buFont typeface="Arial" panose="020B0604020202020204" pitchFamily="34" charset="0"/>
              <a:buChar char="•"/>
            </a:pPr>
            <a:r>
              <a:rPr lang="en-US" sz="1200" b="0" i="0">
                <a:solidFill>
                  <a:srgbClr val="333333"/>
                </a:solidFill>
                <a:effectLst/>
              </a:rPr>
              <a:t>UDR is down</a:t>
            </a:r>
          </a:p>
          <a:p>
            <a:pPr algn="l"/>
            <a:r>
              <a:rPr lang="en-US" sz="1200" b="1" i="0">
                <a:solidFill>
                  <a:srgbClr val="333333"/>
                </a:solidFill>
                <a:effectLst/>
              </a:rPr>
              <a:t>Steps to resolve:</a:t>
            </a:r>
            <a:endParaRPr lang="en-US" sz="1200" b="0" i="0">
              <a:solidFill>
                <a:srgbClr val="333333"/>
              </a:solidFill>
              <a:effectLst/>
            </a:endParaRPr>
          </a:p>
          <a:p>
            <a:pPr algn="l">
              <a:buFont typeface="+mj-lt"/>
              <a:buAutoNum type="arabicPeriod"/>
            </a:pPr>
            <a:r>
              <a:rPr lang="en-US" sz="1200" b="0" i="0">
                <a:solidFill>
                  <a:srgbClr val="333333"/>
                </a:solidFill>
                <a:effectLst/>
              </a:rPr>
              <a:t>Restart database / UDR application.</a:t>
            </a:r>
          </a:p>
          <a:p>
            <a:pPr algn="l">
              <a:buFont typeface="+mj-lt"/>
              <a:buAutoNum type="arabicPeriod"/>
            </a:pPr>
            <a:r>
              <a:rPr lang="en-US" sz="1200" b="0" i="0">
                <a:solidFill>
                  <a:srgbClr val="333333"/>
                </a:solidFill>
                <a:effectLst/>
              </a:rPr>
              <a:t>Exact steps to do so will depend upon your environment.</a:t>
            </a:r>
          </a:p>
          <a:p>
            <a:pPr algn="l">
              <a:buFont typeface="+mj-lt"/>
              <a:buAutoNum type="arabicPeriod"/>
            </a:pPr>
            <a:r>
              <a:rPr lang="en-US" sz="1200" b="0" i="0">
                <a:solidFill>
                  <a:srgbClr val="333333"/>
                </a:solidFill>
                <a:effectLst/>
              </a:rPr>
              <a:t>If Kubernetes is the environment, then it can auto-restart application pods.</a:t>
            </a:r>
          </a:p>
          <a:p>
            <a:pPr marL="0" indent="0" algn="l">
              <a:buNone/>
            </a:pPr>
            <a:endParaRPr lang="en-IN" sz="1100" b="0" i="0">
              <a:solidFill>
                <a:srgbClr val="333333"/>
              </a:solidFill>
              <a:effectLst/>
              <a:latin typeface="Arial" panose="020B0604020202020204" pitchFamily="34" charset="0"/>
            </a:endParaRPr>
          </a:p>
          <a:p>
            <a:pPr algn="l">
              <a:buFont typeface="+mj-lt"/>
              <a:buAutoNum type="arabicPeriod"/>
            </a:pPr>
            <a:endParaRPr lang="en-US" sz="1050" b="0" i="0">
              <a:solidFill>
                <a:srgbClr val="333333"/>
              </a:solidFill>
              <a:effectLst/>
              <a:latin typeface="Arial" panose="020B0604020202020204" pitchFamily="34" charset="0"/>
            </a:endParaRPr>
          </a:p>
          <a:p>
            <a:pPr marL="0" indent="0" algn="l">
              <a:buNone/>
            </a:pPr>
            <a:endParaRPr lang="en-IN" sz="1200"/>
          </a:p>
        </p:txBody>
      </p:sp>
    </p:spTree>
    <p:custDataLst>
      <p:tags r:id="rId1"/>
    </p:custDataLst>
    <p:extLst>
      <p:ext uri="{BB962C8B-B14F-4D97-AF65-F5344CB8AC3E}">
        <p14:creationId xmlns:p14="http://schemas.microsoft.com/office/powerpoint/2010/main" val="208452772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83F62-BBB9-431B-A37F-BDA0DC7153F6}"/>
              </a:ext>
            </a:extLst>
          </p:cNvPr>
          <p:cNvSpPr>
            <a:spLocks noGrp="1"/>
          </p:cNvSpPr>
          <p:nvPr>
            <p:ph type="title"/>
          </p:nvPr>
        </p:nvSpPr>
        <p:spPr>
          <a:xfrm>
            <a:off x="461169" y="3464005"/>
            <a:ext cx="11269662" cy="684212"/>
          </a:xfrm>
        </p:spPr>
        <p:txBody>
          <a:bodyPr/>
          <a:lstStyle/>
          <a:p>
            <a:r>
              <a:rPr lang="en-US" sz="5400"/>
              <a:t>Configuration Issues</a:t>
            </a:r>
          </a:p>
        </p:txBody>
      </p:sp>
    </p:spTree>
    <p:extLst>
      <p:ext uri="{BB962C8B-B14F-4D97-AF65-F5344CB8AC3E}">
        <p14:creationId xmlns:p14="http://schemas.microsoft.com/office/powerpoint/2010/main" val="376142112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42913" y="11680"/>
            <a:ext cx="11269662" cy="684212"/>
          </a:xfrm>
        </p:spPr>
        <p:txBody>
          <a:bodyPr>
            <a:normAutofit/>
          </a:bodyPr>
          <a:lstStyle/>
          <a:p>
            <a:pPr algn="l"/>
            <a:r>
              <a:rPr lang="en-US" sz="3200">
                <a:solidFill>
                  <a:schemeClr val="bg1"/>
                </a:solidFill>
              </a:rPr>
              <a:t>Configuration Issues</a:t>
            </a:r>
          </a:p>
        </p:txBody>
      </p:sp>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83</a:t>
            </a:fld>
            <a:endParaRPr lang="en-US"/>
          </a:p>
        </p:txBody>
      </p:sp>
      <p:sp>
        <p:nvSpPr>
          <p:cNvPr id="5" name="Content Placeholder 4">
            <a:extLst>
              <a:ext uri="{FF2B5EF4-FFF2-40B4-BE49-F238E27FC236}">
                <a16:creationId xmlns:a16="http://schemas.microsoft.com/office/drawing/2014/main" id="{B3F41200-3D7D-4D9F-8AC7-CB92286A2D1C}"/>
              </a:ext>
            </a:extLst>
          </p:cNvPr>
          <p:cNvSpPr>
            <a:spLocks noGrp="1"/>
          </p:cNvSpPr>
          <p:nvPr>
            <p:ph idx="1"/>
          </p:nvPr>
        </p:nvSpPr>
        <p:spPr>
          <a:xfrm>
            <a:off x="587709" y="743763"/>
            <a:ext cx="11269662" cy="5862977"/>
          </a:xfrm>
        </p:spPr>
        <p:txBody>
          <a:bodyPr>
            <a:normAutofit/>
          </a:bodyPr>
          <a:lstStyle/>
          <a:p>
            <a:pPr marL="0" indent="0" algn="l">
              <a:buNone/>
            </a:pPr>
            <a:r>
              <a:rPr lang="en-US" sz="1200">
                <a:solidFill>
                  <a:srgbClr val="333333"/>
                </a:solidFill>
              </a:rPr>
              <a:t>Given below are the Configuration Issues</a:t>
            </a:r>
          </a:p>
          <a:p>
            <a:pPr lvl="1"/>
            <a:r>
              <a:rPr lang="en-US" sz="1200"/>
              <a:t>Unable to associate 4G/5G subscription to SIM</a:t>
            </a:r>
          </a:p>
          <a:p>
            <a:pPr lvl="1"/>
            <a:r>
              <a:rPr lang="en-US" sz="1200"/>
              <a:t>Unable to create/update template/group</a:t>
            </a:r>
          </a:p>
          <a:p>
            <a:pPr lvl="1"/>
            <a:r>
              <a:rPr lang="en-US" sz="1200"/>
              <a:t>Unable to view/list templates/groups</a:t>
            </a:r>
          </a:p>
          <a:p>
            <a:pPr lvl="1"/>
            <a:r>
              <a:rPr lang="en-US" sz="1200"/>
              <a:t>Unable to import SIM batch</a:t>
            </a:r>
          </a:p>
          <a:p>
            <a:pPr lvl="1"/>
            <a:r>
              <a:rPr lang="en-US" sz="1200"/>
              <a:t>Unable to view 4G/5G online context</a:t>
            </a:r>
          </a:p>
          <a:p>
            <a:pPr lvl="1"/>
            <a:r>
              <a:rPr lang="en-US" sz="1200"/>
              <a:t>Unable to associate AM/SM policy to subscription</a:t>
            </a:r>
            <a:endParaRPr lang="en-IN" sz="1200"/>
          </a:p>
        </p:txBody>
      </p:sp>
    </p:spTree>
    <p:custDataLst>
      <p:tags r:id="rId1"/>
    </p:custDataLst>
    <p:extLst>
      <p:ext uri="{BB962C8B-B14F-4D97-AF65-F5344CB8AC3E}">
        <p14:creationId xmlns:p14="http://schemas.microsoft.com/office/powerpoint/2010/main" val="169651162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42913" y="11680"/>
            <a:ext cx="11269662" cy="684212"/>
          </a:xfrm>
        </p:spPr>
        <p:txBody>
          <a:bodyPr>
            <a:normAutofit/>
          </a:bodyPr>
          <a:lstStyle/>
          <a:p>
            <a:pPr algn="l"/>
            <a:r>
              <a:rPr lang="en-US" sz="3200">
                <a:solidFill>
                  <a:schemeClr val="bg1"/>
                </a:solidFill>
              </a:rPr>
              <a:t>Unable to associate 4G/5G subscription to SIM</a:t>
            </a:r>
          </a:p>
        </p:txBody>
      </p:sp>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84</a:t>
            </a:fld>
            <a:endParaRPr lang="en-US"/>
          </a:p>
        </p:txBody>
      </p:sp>
      <p:sp>
        <p:nvSpPr>
          <p:cNvPr id="5" name="Content Placeholder 4">
            <a:extLst>
              <a:ext uri="{FF2B5EF4-FFF2-40B4-BE49-F238E27FC236}">
                <a16:creationId xmlns:a16="http://schemas.microsoft.com/office/drawing/2014/main" id="{B3F41200-3D7D-4D9F-8AC7-CB92286A2D1C}"/>
              </a:ext>
            </a:extLst>
          </p:cNvPr>
          <p:cNvSpPr>
            <a:spLocks noGrp="1"/>
          </p:cNvSpPr>
          <p:nvPr>
            <p:ph idx="1"/>
          </p:nvPr>
        </p:nvSpPr>
        <p:spPr>
          <a:xfrm>
            <a:off x="442913" y="743763"/>
            <a:ext cx="11269662" cy="5862977"/>
          </a:xfrm>
        </p:spPr>
        <p:txBody>
          <a:bodyPr>
            <a:normAutofit/>
          </a:bodyPr>
          <a:lstStyle/>
          <a:p>
            <a:pPr algn="l"/>
            <a:r>
              <a:rPr lang="en-US" sz="1200" b="1" i="0">
                <a:solidFill>
                  <a:srgbClr val="333333"/>
                </a:solidFill>
                <a:effectLst/>
              </a:rPr>
              <a:t>Possible Causes</a:t>
            </a:r>
          </a:p>
          <a:p>
            <a:pPr algn="l"/>
            <a:r>
              <a:rPr lang="en-US" sz="1200" b="0" i="0">
                <a:solidFill>
                  <a:srgbClr val="333333"/>
                </a:solidFill>
                <a:effectLst/>
              </a:rPr>
              <a:t>Association of 4G/5G subscription can fail due to multiple reasons:</a:t>
            </a:r>
          </a:p>
          <a:p>
            <a:pPr algn="l">
              <a:buFont typeface="Arial" panose="020B0604020202020204" pitchFamily="34" charset="0"/>
              <a:buChar char="•"/>
            </a:pPr>
            <a:r>
              <a:rPr lang="en-US" sz="1200" b="0" i="0">
                <a:solidFill>
                  <a:srgbClr val="333333"/>
                </a:solidFill>
                <a:effectLst/>
              </a:rPr>
              <a:t>SIM profile is marked in Used state</a:t>
            </a:r>
          </a:p>
          <a:p>
            <a:pPr algn="l">
              <a:buFont typeface="Arial" panose="020B0604020202020204" pitchFamily="34" charset="0"/>
              <a:buChar char="•"/>
            </a:pPr>
            <a:r>
              <a:rPr lang="en-US" sz="1200" b="0" i="0">
                <a:solidFill>
                  <a:srgbClr val="333333"/>
                </a:solidFill>
                <a:effectLst/>
              </a:rPr>
              <a:t>PLMN group is mandatory during subscription association</a:t>
            </a:r>
          </a:p>
          <a:p>
            <a:pPr algn="l">
              <a:buFont typeface="Arial" panose="020B0604020202020204" pitchFamily="34" charset="0"/>
              <a:buChar char="•"/>
            </a:pPr>
            <a:r>
              <a:rPr lang="en-US" sz="1200" b="0" i="0">
                <a:solidFill>
                  <a:srgbClr val="333333"/>
                </a:solidFill>
                <a:effectLst/>
              </a:rPr>
              <a:t>Slice template association is mandatory during subscription association</a:t>
            </a:r>
          </a:p>
          <a:p>
            <a:pPr algn="l">
              <a:buFont typeface="Arial" panose="020B0604020202020204" pitchFamily="34" charset="0"/>
              <a:buChar char="•"/>
            </a:pPr>
            <a:r>
              <a:rPr lang="en-US" sz="1200" b="0" i="0">
                <a:solidFill>
                  <a:srgbClr val="333333"/>
                </a:solidFill>
                <a:effectLst/>
              </a:rPr>
              <a:t>Back-end API server or database is unreachable</a:t>
            </a:r>
          </a:p>
          <a:p>
            <a:pPr algn="l"/>
            <a:r>
              <a:rPr lang="en-US" sz="1200" b="1" i="0">
                <a:solidFill>
                  <a:srgbClr val="333333"/>
                </a:solidFill>
                <a:effectLst/>
              </a:rPr>
              <a:t>Preprocessing</a:t>
            </a:r>
          </a:p>
          <a:p>
            <a:pPr algn="l"/>
            <a:r>
              <a:rPr lang="en-US" sz="1200" b="0" i="0">
                <a:solidFill>
                  <a:srgbClr val="333333"/>
                </a:solidFill>
                <a:effectLst/>
              </a:rPr>
              <a:t>Check if the SDM Portal’s frontend and backend are up and running.</a:t>
            </a:r>
          </a:p>
          <a:p>
            <a:pPr algn="l"/>
            <a:r>
              <a:rPr lang="en-US" sz="1200" b="1" i="0">
                <a:solidFill>
                  <a:srgbClr val="333333"/>
                </a:solidFill>
                <a:effectLst/>
              </a:rPr>
              <a:t>Troubleshooting Procedure</a:t>
            </a:r>
          </a:p>
          <a:p>
            <a:pPr algn="l"/>
            <a:r>
              <a:rPr lang="en-US" sz="1200" b="0" i="0">
                <a:solidFill>
                  <a:srgbClr val="333333"/>
                </a:solidFill>
                <a:effectLst/>
              </a:rPr>
              <a:t>Below section includes troubleshooting steps for various API and their error codes.</a:t>
            </a:r>
          </a:p>
          <a:p>
            <a:pPr algn="l"/>
            <a:r>
              <a:rPr lang="en-IN" sz="1200" b="1" i="0">
                <a:solidFill>
                  <a:srgbClr val="333333"/>
                </a:solidFill>
                <a:effectLst/>
              </a:rPr>
              <a:t>HTTP Error Code 400</a:t>
            </a:r>
          </a:p>
          <a:p>
            <a:pPr algn="l"/>
            <a:r>
              <a:rPr lang="en-IN" sz="1200" b="1" i="0">
                <a:solidFill>
                  <a:srgbClr val="333333"/>
                </a:solidFill>
                <a:effectLst/>
              </a:rPr>
              <a:t>Message API/User Interface: Associate 4G subscription (API operation: PUT)</a:t>
            </a:r>
            <a:endParaRPr lang="en-IN" sz="1200" b="0" i="0">
              <a:solidFill>
                <a:srgbClr val="333333"/>
              </a:solidFill>
              <a:effectLst/>
            </a:endParaRPr>
          </a:p>
          <a:p>
            <a:pPr algn="l"/>
            <a:r>
              <a:rPr lang="en-IN" sz="1200" b="1" i="0">
                <a:solidFill>
                  <a:srgbClr val="333333"/>
                </a:solidFill>
                <a:effectLst/>
              </a:rPr>
              <a:t>Reason:</a:t>
            </a:r>
            <a:r>
              <a:rPr lang="en-IN" sz="1200" b="0" i="0">
                <a:solidFill>
                  <a:srgbClr val="333333"/>
                </a:solidFill>
                <a:effectLst/>
              </a:rPr>
              <a:t> SIM profile status is Used</a:t>
            </a:r>
          </a:p>
          <a:p>
            <a:pPr algn="l"/>
            <a:r>
              <a:rPr lang="en-IN" sz="1200" b="1" i="0">
                <a:solidFill>
                  <a:srgbClr val="333333"/>
                </a:solidFill>
                <a:effectLst/>
              </a:rPr>
              <a:t>Steps to resolve: </a:t>
            </a:r>
            <a:endParaRPr lang="en-IN" sz="1200" b="0" i="0">
              <a:solidFill>
                <a:srgbClr val="333333"/>
              </a:solidFill>
              <a:effectLst/>
            </a:endParaRPr>
          </a:p>
          <a:p>
            <a:pPr algn="l"/>
            <a:r>
              <a:rPr lang="en-IN" sz="1200" b="0" i="0">
                <a:solidFill>
                  <a:srgbClr val="333333"/>
                </a:solidFill>
                <a:effectLst/>
              </a:rPr>
              <a:t>Ensure SIM profile status is available.</a:t>
            </a:r>
          </a:p>
          <a:p>
            <a:pPr algn="l"/>
            <a:r>
              <a:rPr lang="en-IN" sz="1200" b="1" i="0">
                <a:solidFill>
                  <a:srgbClr val="333333"/>
                </a:solidFill>
                <a:effectLst/>
              </a:rPr>
              <a:t>Message API/User Interface: Associate 5G subscription (API operation: PUT)</a:t>
            </a:r>
            <a:endParaRPr lang="en-IN" sz="1200" b="0" i="0">
              <a:solidFill>
                <a:srgbClr val="333333"/>
              </a:solidFill>
              <a:effectLst/>
            </a:endParaRPr>
          </a:p>
          <a:p>
            <a:pPr algn="l"/>
            <a:r>
              <a:rPr lang="en-IN" sz="1200" b="1" i="0">
                <a:solidFill>
                  <a:srgbClr val="333333"/>
                </a:solidFill>
                <a:effectLst/>
              </a:rPr>
              <a:t>Reason:</a:t>
            </a:r>
            <a:r>
              <a:rPr lang="en-IN" sz="1200" b="0" i="0">
                <a:solidFill>
                  <a:srgbClr val="333333"/>
                </a:solidFill>
                <a:effectLst/>
              </a:rPr>
              <a:t> PLMN group is not passed as provisioning parameter</a:t>
            </a:r>
          </a:p>
          <a:p>
            <a:pPr algn="l"/>
            <a:r>
              <a:rPr lang="en-IN" sz="1200" b="1" i="0">
                <a:solidFill>
                  <a:srgbClr val="333333"/>
                </a:solidFill>
                <a:effectLst/>
              </a:rPr>
              <a:t>Steps to resolve:</a:t>
            </a:r>
            <a:endParaRPr lang="en-IN" sz="1200" b="0" i="0">
              <a:solidFill>
                <a:srgbClr val="333333"/>
              </a:solidFill>
              <a:effectLst/>
            </a:endParaRPr>
          </a:p>
          <a:p>
            <a:pPr algn="l"/>
            <a:r>
              <a:rPr lang="en-IN" sz="1200" b="0" i="0">
                <a:solidFill>
                  <a:srgbClr val="333333"/>
                </a:solidFill>
                <a:effectLst/>
              </a:rPr>
              <a:t>If any SIM is subscribed to 4G or 5G subscription, PLMN group is mandatory for associating templates.</a:t>
            </a:r>
          </a:p>
          <a:p>
            <a:pPr marL="0" indent="0" algn="l">
              <a:buNone/>
            </a:pPr>
            <a:endParaRPr lang="en-IN" sz="1200"/>
          </a:p>
        </p:txBody>
      </p:sp>
    </p:spTree>
    <p:custDataLst>
      <p:tags r:id="rId1"/>
    </p:custDataLst>
    <p:extLst>
      <p:ext uri="{BB962C8B-B14F-4D97-AF65-F5344CB8AC3E}">
        <p14:creationId xmlns:p14="http://schemas.microsoft.com/office/powerpoint/2010/main" val="173356465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42913" y="11680"/>
            <a:ext cx="11269662" cy="684212"/>
          </a:xfrm>
        </p:spPr>
        <p:txBody>
          <a:bodyPr>
            <a:normAutofit/>
          </a:bodyPr>
          <a:lstStyle/>
          <a:p>
            <a:pPr algn="l"/>
            <a:r>
              <a:rPr lang="en-US" sz="3200">
                <a:solidFill>
                  <a:schemeClr val="bg1"/>
                </a:solidFill>
              </a:rPr>
              <a:t>Unable to associate 4G/5G subscription to SIM</a:t>
            </a:r>
          </a:p>
        </p:txBody>
      </p:sp>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85</a:t>
            </a:fld>
            <a:endParaRPr lang="en-US"/>
          </a:p>
        </p:txBody>
      </p:sp>
      <p:sp>
        <p:nvSpPr>
          <p:cNvPr id="5" name="Content Placeholder 4">
            <a:extLst>
              <a:ext uri="{FF2B5EF4-FFF2-40B4-BE49-F238E27FC236}">
                <a16:creationId xmlns:a16="http://schemas.microsoft.com/office/drawing/2014/main" id="{B3F41200-3D7D-4D9F-8AC7-CB92286A2D1C}"/>
              </a:ext>
            </a:extLst>
          </p:cNvPr>
          <p:cNvSpPr>
            <a:spLocks noGrp="1"/>
          </p:cNvSpPr>
          <p:nvPr>
            <p:ph idx="1"/>
          </p:nvPr>
        </p:nvSpPr>
        <p:spPr>
          <a:xfrm>
            <a:off x="587709" y="743763"/>
            <a:ext cx="11269662" cy="5862977"/>
          </a:xfrm>
        </p:spPr>
        <p:txBody>
          <a:bodyPr>
            <a:normAutofit/>
          </a:bodyPr>
          <a:lstStyle/>
          <a:p>
            <a:pPr algn="l"/>
            <a:r>
              <a:rPr lang="en-IN" sz="1200" b="1" i="0">
                <a:solidFill>
                  <a:srgbClr val="333333"/>
                </a:solidFill>
                <a:effectLst/>
              </a:rPr>
              <a:t>HTTP Error Code 500</a:t>
            </a:r>
          </a:p>
          <a:p>
            <a:pPr algn="l"/>
            <a:r>
              <a:rPr lang="en-IN" sz="1200" b="1" i="0">
                <a:solidFill>
                  <a:srgbClr val="333333"/>
                </a:solidFill>
                <a:effectLst/>
              </a:rPr>
              <a:t>Message API/User Interface: </a:t>
            </a:r>
            <a:r>
              <a:rPr lang="en-IN" sz="1200" b="0" i="0">
                <a:solidFill>
                  <a:srgbClr val="333333"/>
                </a:solidFill>
                <a:effectLst/>
              </a:rPr>
              <a:t>Associate 4G subscription (API operation: PUT)</a:t>
            </a:r>
          </a:p>
          <a:p>
            <a:pPr algn="l"/>
            <a:r>
              <a:rPr lang="en-IN" sz="1200" b="1" i="0">
                <a:solidFill>
                  <a:srgbClr val="333333"/>
                </a:solidFill>
                <a:effectLst/>
              </a:rPr>
              <a:t>Reason: </a:t>
            </a:r>
            <a:endParaRPr lang="en-IN" sz="1200" b="0" i="0">
              <a:solidFill>
                <a:srgbClr val="333333"/>
              </a:solidFill>
              <a:effectLst/>
            </a:endParaRPr>
          </a:p>
          <a:p>
            <a:pPr algn="l">
              <a:buFont typeface="Arial" panose="020B0604020202020204" pitchFamily="34" charset="0"/>
              <a:buChar char="•"/>
            </a:pPr>
            <a:r>
              <a:rPr lang="en-IN" sz="1200" b="0" i="0">
                <a:solidFill>
                  <a:srgbClr val="333333"/>
                </a:solidFill>
                <a:effectLst/>
              </a:rPr>
              <a:t>Database is unreachable or has an internal error</a:t>
            </a:r>
          </a:p>
          <a:p>
            <a:pPr algn="l">
              <a:buFont typeface="Arial" panose="020B0604020202020204" pitchFamily="34" charset="0"/>
              <a:buChar char="•"/>
            </a:pPr>
            <a:r>
              <a:rPr lang="en-IN" sz="1200" b="0" i="0">
                <a:solidFill>
                  <a:srgbClr val="333333"/>
                </a:solidFill>
                <a:effectLst/>
              </a:rPr>
              <a:t>Back-end API server is not reachable</a:t>
            </a:r>
          </a:p>
          <a:p>
            <a:pPr algn="l"/>
            <a:r>
              <a:rPr lang="en-IN" sz="1200" b="1" i="0">
                <a:solidFill>
                  <a:srgbClr val="333333"/>
                </a:solidFill>
                <a:effectLst/>
              </a:rPr>
              <a:t>Steps to resolve: </a:t>
            </a:r>
            <a:endParaRPr lang="en-IN" sz="1200" b="0" i="0">
              <a:solidFill>
                <a:srgbClr val="333333"/>
              </a:solidFill>
              <a:effectLst/>
            </a:endParaRPr>
          </a:p>
          <a:p>
            <a:pPr algn="l"/>
            <a:r>
              <a:rPr lang="en-IN" sz="1200" b="0" i="0">
                <a:solidFill>
                  <a:srgbClr val="333333"/>
                </a:solidFill>
                <a:effectLst/>
              </a:rPr>
              <a:t>Ensure database &amp; back-end API servers are up and running.</a:t>
            </a:r>
          </a:p>
          <a:p>
            <a:pPr marL="0" indent="0" algn="l">
              <a:buNone/>
            </a:pPr>
            <a:endParaRPr lang="en-IN" sz="1200" b="0" i="0">
              <a:solidFill>
                <a:srgbClr val="333333"/>
              </a:solidFill>
              <a:effectLst/>
            </a:endParaRPr>
          </a:p>
          <a:p>
            <a:pPr algn="l"/>
            <a:r>
              <a:rPr lang="en-IN" sz="1200" b="1" i="0">
                <a:solidFill>
                  <a:srgbClr val="333333"/>
                </a:solidFill>
                <a:effectLst/>
              </a:rPr>
              <a:t>Message API/User Interface: </a:t>
            </a:r>
            <a:r>
              <a:rPr lang="en-IN" sz="1200" b="0" i="0">
                <a:solidFill>
                  <a:srgbClr val="333333"/>
                </a:solidFill>
                <a:effectLst/>
              </a:rPr>
              <a:t>Associate 5G subscription (API operation: PUT)</a:t>
            </a:r>
          </a:p>
          <a:p>
            <a:pPr algn="l"/>
            <a:r>
              <a:rPr lang="en-IN" sz="1200" b="1" i="0">
                <a:solidFill>
                  <a:srgbClr val="333333"/>
                </a:solidFill>
                <a:effectLst/>
              </a:rPr>
              <a:t>Reason: </a:t>
            </a:r>
            <a:endParaRPr lang="en-IN" sz="1200" b="0" i="0">
              <a:solidFill>
                <a:srgbClr val="333333"/>
              </a:solidFill>
              <a:effectLst/>
            </a:endParaRPr>
          </a:p>
          <a:p>
            <a:pPr algn="l">
              <a:buFont typeface="Arial" panose="020B0604020202020204" pitchFamily="34" charset="0"/>
              <a:buChar char="•"/>
            </a:pPr>
            <a:r>
              <a:rPr lang="en-IN" sz="1200" b="0" i="0">
                <a:solidFill>
                  <a:srgbClr val="333333"/>
                </a:solidFill>
                <a:effectLst/>
              </a:rPr>
              <a:t>Database is unreachable or internal error</a:t>
            </a:r>
          </a:p>
          <a:p>
            <a:pPr algn="l">
              <a:buFont typeface="Arial" panose="020B0604020202020204" pitchFamily="34" charset="0"/>
              <a:buChar char="•"/>
            </a:pPr>
            <a:r>
              <a:rPr lang="en-IN" sz="1200" b="0" i="0">
                <a:solidFill>
                  <a:srgbClr val="333333"/>
                </a:solidFill>
                <a:effectLst/>
              </a:rPr>
              <a:t>Back-end API server is not reachable</a:t>
            </a:r>
          </a:p>
          <a:p>
            <a:pPr algn="l"/>
            <a:r>
              <a:rPr lang="en-IN" sz="1200" b="1" i="0">
                <a:solidFill>
                  <a:srgbClr val="333333"/>
                </a:solidFill>
                <a:effectLst/>
              </a:rPr>
              <a:t>Steps to resolve: </a:t>
            </a:r>
            <a:endParaRPr lang="en-IN" sz="1200" b="0" i="0">
              <a:solidFill>
                <a:srgbClr val="333333"/>
              </a:solidFill>
              <a:effectLst/>
            </a:endParaRPr>
          </a:p>
          <a:p>
            <a:pPr algn="l"/>
            <a:r>
              <a:rPr lang="en-IN" sz="1200" b="0" i="0">
                <a:solidFill>
                  <a:srgbClr val="333333"/>
                </a:solidFill>
                <a:effectLst/>
              </a:rPr>
              <a:t>Ensure database &amp; back-end API server are up and running.</a:t>
            </a:r>
          </a:p>
          <a:p>
            <a:pPr marL="0" indent="0">
              <a:buNone/>
            </a:pPr>
            <a:endParaRPr lang="en-IN" sz="1200"/>
          </a:p>
        </p:txBody>
      </p:sp>
    </p:spTree>
    <p:custDataLst>
      <p:tags r:id="rId1"/>
    </p:custDataLst>
    <p:extLst>
      <p:ext uri="{BB962C8B-B14F-4D97-AF65-F5344CB8AC3E}">
        <p14:creationId xmlns:p14="http://schemas.microsoft.com/office/powerpoint/2010/main" val="232826928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42913" y="11680"/>
            <a:ext cx="11269662" cy="684212"/>
          </a:xfrm>
        </p:spPr>
        <p:txBody>
          <a:bodyPr>
            <a:normAutofit/>
          </a:bodyPr>
          <a:lstStyle/>
          <a:p>
            <a:pPr algn="l"/>
            <a:r>
              <a:rPr lang="en-US" sz="3200">
                <a:solidFill>
                  <a:schemeClr val="bg1"/>
                </a:solidFill>
              </a:rPr>
              <a:t>Unable to create/update template/group</a:t>
            </a:r>
          </a:p>
        </p:txBody>
      </p:sp>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86</a:t>
            </a:fld>
            <a:endParaRPr lang="en-US"/>
          </a:p>
        </p:txBody>
      </p:sp>
      <p:sp>
        <p:nvSpPr>
          <p:cNvPr id="5" name="Content Placeholder 4">
            <a:extLst>
              <a:ext uri="{FF2B5EF4-FFF2-40B4-BE49-F238E27FC236}">
                <a16:creationId xmlns:a16="http://schemas.microsoft.com/office/drawing/2014/main" id="{B3F41200-3D7D-4D9F-8AC7-CB92286A2D1C}"/>
              </a:ext>
            </a:extLst>
          </p:cNvPr>
          <p:cNvSpPr>
            <a:spLocks noGrp="1"/>
          </p:cNvSpPr>
          <p:nvPr>
            <p:ph idx="1"/>
          </p:nvPr>
        </p:nvSpPr>
        <p:spPr>
          <a:xfrm>
            <a:off x="587709" y="743763"/>
            <a:ext cx="11269662" cy="5862977"/>
          </a:xfrm>
        </p:spPr>
        <p:txBody>
          <a:bodyPr>
            <a:normAutofit/>
          </a:bodyPr>
          <a:lstStyle/>
          <a:p>
            <a:pPr algn="l"/>
            <a:r>
              <a:rPr lang="en-US" sz="1200" b="1" i="0">
                <a:solidFill>
                  <a:srgbClr val="333333"/>
                </a:solidFill>
                <a:effectLst/>
              </a:rPr>
              <a:t>Possible Causes</a:t>
            </a:r>
          </a:p>
          <a:p>
            <a:pPr algn="l"/>
            <a:r>
              <a:rPr lang="en-US" sz="1200" b="0" i="0">
                <a:solidFill>
                  <a:srgbClr val="333333"/>
                </a:solidFill>
                <a:effectLst/>
              </a:rPr>
              <a:t>Addition or update of any template or group can fail for the following reasons:</a:t>
            </a:r>
          </a:p>
          <a:p>
            <a:pPr algn="l">
              <a:buFont typeface="Arial" panose="020B0604020202020204" pitchFamily="34" charset="0"/>
              <a:buChar char="•"/>
            </a:pPr>
            <a:r>
              <a:rPr lang="en-US" sz="1200" b="0" i="0">
                <a:solidFill>
                  <a:srgbClr val="333333"/>
                </a:solidFill>
                <a:effectLst/>
              </a:rPr>
              <a:t>due to duplicate values of name or any other unique parameter</a:t>
            </a:r>
          </a:p>
          <a:p>
            <a:pPr algn="l"/>
            <a:r>
              <a:rPr lang="en-US" sz="1200" b="0" i="0">
                <a:solidFill>
                  <a:srgbClr val="333333"/>
                </a:solidFill>
                <a:effectLst/>
              </a:rPr>
              <a:t>E.g., Addition of a PLMN template with duplicate combination of mcc &amp; </a:t>
            </a:r>
            <a:r>
              <a:rPr lang="en-US" sz="1200" b="0" i="0" err="1">
                <a:solidFill>
                  <a:srgbClr val="333333"/>
                </a:solidFill>
                <a:effectLst/>
              </a:rPr>
              <a:t>mnc</a:t>
            </a:r>
            <a:r>
              <a:rPr lang="en-US" sz="1200" b="0" i="0">
                <a:solidFill>
                  <a:srgbClr val="333333"/>
                </a:solidFill>
                <a:effectLst/>
              </a:rPr>
              <a:t>.</a:t>
            </a:r>
          </a:p>
          <a:p>
            <a:pPr algn="l">
              <a:buFont typeface="Arial" panose="020B0604020202020204" pitchFamily="34" charset="0"/>
              <a:buChar char="•"/>
            </a:pPr>
            <a:r>
              <a:rPr lang="en-US" sz="1200" b="0" i="0">
                <a:solidFill>
                  <a:srgbClr val="333333"/>
                </a:solidFill>
                <a:effectLst/>
              </a:rPr>
              <a:t>adding or updating any parameter with incorrect data type.</a:t>
            </a:r>
          </a:p>
          <a:p>
            <a:pPr algn="l">
              <a:buFont typeface="Arial" panose="020B0604020202020204" pitchFamily="34" charset="0"/>
              <a:buChar char="•"/>
            </a:pPr>
            <a:r>
              <a:rPr lang="en-US" sz="1200" b="0" i="0">
                <a:solidFill>
                  <a:srgbClr val="333333"/>
                </a:solidFill>
                <a:effectLst/>
              </a:rPr>
              <a:t>back-end API server or database is unreachable at the time of operation.</a:t>
            </a:r>
          </a:p>
          <a:p>
            <a:pPr algn="l"/>
            <a:r>
              <a:rPr lang="en-US" sz="1200" b="1" i="0">
                <a:solidFill>
                  <a:srgbClr val="333333"/>
                </a:solidFill>
                <a:effectLst/>
              </a:rPr>
              <a:t>Preprocessing</a:t>
            </a:r>
          </a:p>
          <a:p>
            <a:pPr algn="l"/>
            <a:r>
              <a:rPr lang="en-US" sz="1200" b="0" i="0">
                <a:solidFill>
                  <a:srgbClr val="333333"/>
                </a:solidFill>
                <a:effectLst/>
              </a:rPr>
              <a:t>Check if the SDM Portal’s frontend and backend are up and running.</a:t>
            </a:r>
          </a:p>
          <a:p>
            <a:endParaRPr lang="en-IN" sz="1200" b="0" i="0">
              <a:solidFill>
                <a:srgbClr val="333333"/>
              </a:solidFill>
              <a:effectLst/>
            </a:endParaRPr>
          </a:p>
          <a:p>
            <a:pPr algn="l"/>
            <a:r>
              <a:rPr lang="en-IN" sz="1200" b="1" i="0">
                <a:solidFill>
                  <a:srgbClr val="333333"/>
                </a:solidFill>
                <a:effectLst/>
              </a:rPr>
              <a:t>Troubleshooting Procedure</a:t>
            </a:r>
          </a:p>
          <a:p>
            <a:pPr algn="l"/>
            <a:r>
              <a:rPr lang="en-IN" sz="1200" b="0" i="0">
                <a:solidFill>
                  <a:srgbClr val="333333"/>
                </a:solidFill>
                <a:effectLst/>
              </a:rPr>
              <a:t>Below section includes troubleshooting steps for various API and their error codes.</a:t>
            </a:r>
          </a:p>
          <a:p>
            <a:pPr algn="l"/>
            <a:r>
              <a:rPr lang="en-IN" sz="1200" b="1" i="0">
                <a:solidFill>
                  <a:srgbClr val="333333"/>
                </a:solidFill>
                <a:effectLst/>
              </a:rPr>
              <a:t>HTTP Error Code 400</a:t>
            </a:r>
          </a:p>
          <a:p>
            <a:pPr algn="l"/>
            <a:r>
              <a:rPr lang="en-IN" sz="1200" b="1" i="0">
                <a:solidFill>
                  <a:srgbClr val="333333"/>
                </a:solidFill>
                <a:effectLst/>
              </a:rPr>
              <a:t>Message: API/User Interface:  Adding/Updating Slice template (API operation: POST/PUT)</a:t>
            </a:r>
            <a:endParaRPr lang="en-IN" sz="1200" b="0" i="0">
              <a:solidFill>
                <a:srgbClr val="333333"/>
              </a:solidFill>
              <a:effectLst/>
            </a:endParaRPr>
          </a:p>
          <a:p>
            <a:pPr algn="l"/>
            <a:r>
              <a:rPr lang="en-IN" sz="1200" b="1" i="0">
                <a:solidFill>
                  <a:srgbClr val="333333"/>
                </a:solidFill>
                <a:effectLst/>
              </a:rPr>
              <a:t>Reason: </a:t>
            </a:r>
            <a:endParaRPr lang="en-IN" sz="1200" b="0" i="0">
              <a:solidFill>
                <a:srgbClr val="333333"/>
              </a:solidFill>
              <a:effectLst/>
            </a:endParaRPr>
          </a:p>
          <a:p>
            <a:pPr algn="l">
              <a:buFont typeface="Arial" panose="020B0604020202020204" pitchFamily="34" charset="0"/>
              <a:buChar char="•"/>
            </a:pPr>
            <a:r>
              <a:rPr lang="en-IN" sz="1200" b="0" i="0">
                <a:solidFill>
                  <a:srgbClr val="333333"/>
                </a:solidFill>
                <a:effectLst/>
              </a:rPr>
              <a:t>Duplicate slice template name</a:t>
            </a:r>
          </a:p>
          <a:p>
            <a:pPr algn="l">
              <a:buFont typeface="Arial" panose="020B0604020202020204" pitchFamily="34" charset="0"/>
              <a:buChar char="•"/>
            </a:pPr>
            <a:r>
              <a:rPr lang="en-IN" sz="1200" b="0" i="0">
                <a:solidFill>
                  <a:srgbClr val="333333"/>
                </a:solidFill>
                <a:effectLst/>
              </a:rPr>
              <a:t>Duplicate combination of SST &amp; SD</a:t>
            </a:r>
          </a:p>
          <a:p>
            <a:pPr algn="l">
              <a:buFont typeface="Arial" panose="020B0604020202020204" pitchFamily="34" charset="0"/>
              <a:buChar char="•"/>
            </a:pPr>
            <a:r>
              <a:rPr lang="en-IN" sz="1200" b="0" i="0">
                <a:solidFill>
                  <a:srgbClr val="333333"/>
                </a:solidFill>
                <a:effectLst/>
              </a:rPr>
              <a:t>Incorrect data type for any input parameter</a:t>
            </a:r>
          </a:p>
          <a:p>
            <a:pPr marL="0" indent="0">
              <a:buNone/>
            </a:pPr>
            <a:br>
              <a:rPr lang="en-IN" sz="1100" b="0" i="0">
                <a:solidFill>
                  <a:srgbClr val="333333"/>
                </a:solidFill>
                <a:effectLst/>
                <a:latin typeface="Arial" panose="020B0604020202020204" pitchFamily="34" charset="0"/>
              </a:rPr>
            </a:br>
            <a:endParaRPr lang="en-IN" sz="1200"/>
          </a:p>
        </p:txBody>
      </p:sp>
    </p:spTree>
    <p:custDataLst>
      <p:tags r:id="rId1"/>
    </p:custDataLst>
    <p:extLst>
      <p:ext uri="{BB962C8B-B14F-4D97-AF65-F5344CB8AC3E}">
        <p14:creationId xmlns:p14="http://schemas.microsoft.com/office/powerpoint/2010/main" val="14845021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42913" y="11680"/>
            <a:ext cx="11269662" cy="684212"/>
          </a:xfrm>
        </p:spPr>
        <p:txBody>
          <a:bodyPr>
            <a:normAutofit/>
          </a:bodyPr>
          <a:lstStyle/>
          <a:p>
            <a:pPr algn="l"/>
            <a:r>
              <a:rPr lang="en-US" sz="3200">
                <a:solidFill>
                  <a:schemeClr val="bg1"/>
                </a:solidFill>
              </a:rPr>
              <a:t>Unable to create/update template/group</a:t>
            </a:r>
          </a:p>
        </p:txBody>
      </p:sp>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87</a:t>
            </a:fld>
            <a:endParaRPr lang="en-US"/>
          </a:p>
        </p:txBody>
      </p:sp>
      <p:sp>
        <p:nvSpPr>
          <p:cNvPr id="5" name="Content Placeholder 4">
            <a:extLst>
              <a:ext uri="{FF2B5EF4-FFF2-40B4-BE49-F238E27FC236}">
                <a16:creationId xmlns:a16="http://schemas.microsoft.com/office/drawing/2014/main" id="{B3F41200-3D7D-4D9F-8AC7-CB92286A2D1C}"/>
              </a:ext>
            </a:extLst>
          </p:cNvPr>
          <p:cNvSpPr>
            <a:spLocks noGrp="1"/>
          </p:cNvSpPr>
          <p:nvPr>
            <p:ph idx="1"/>
          </p:nvPr>
        </p:nvSpPr>
        <p:spPr>
          <a:xfrm>
            <a:off x="587709" y="743763"/>
            <a:ext cx="11269662" cy="5862977"/>
          </a:xfrm>
        </p:spPr>
        <p:txBody>
          <a:bodyPr>
            <a:normAutofit/>
          </a:bodyPr>
          <a:lstStyle/>
          <a:p>
            <a:pPr marL="0" indent="0">
              <a:buNone/>
            </a:pPr>
            <a:r>
              <a:rPr lang="en-US" sz="1300" b="1">
                <a:effectLst/>
              </a:rPr>
              <a:t>Steps to resolve:</a:t>
            </a:r>
            <a:endParaRPr lang="en-US" sz="1300">
              <a:effectLst/>
            </a:endParaRPr>
          </a:p>
          <a:p>
            <a:r>
              <a:rPr lang="en-US" sz="1300">
                <a:effectLst/>
              </a:rPr>
              <a:t>Before adding or updating, ensure the following steps are considered:</a:t>
            </a:r>
          </a:p>
          <a:p>
            <a:pPr>
              <a:buFont typeface="+mj-lt"/>
              <a:buAutoNum type="arabicPeriod"/>
            </a:pPr>
            <a:r>
              <a:rPr lang="en-US" sz="1300">
                <a:effectLst/>
              </a:rPr>
              <a:t>Slice template name shall be unique</a:t>
            </a:r>
          </a:p>
          <a:p>
            <a:pPr>
              <a:buFont typeface="+mj-lt"/>
              <a:buAutoNum type="arabicPeriod"/>
            </a:pPr>
            <a:r>
              <a:rPr lang="en-US" sz="1300">
                <a:effectLst/>
              </a:rPr>
              <a:t>Combination of SST &amp; SD is unique across all slice templates</a:t>
            </a:r>
          </a:p>
          <a:p>
            <a:pPr>
              <a:buFont typeface="+mj-lt"/>
              <a:buAutoNum type="arabicPeriod"/>
            </a:pPr>
            <a:r>
              <a:rPr lang="en-US" sz="1300">
                <a:effectLst/>
              </a:rPr>
              <a:t>Data type of all input parameters must be as per API guide</a:t>
            </a:r>
          </a:p>
          <a:p>
            <a:pPr marL="0" indent="0" algn="l">
              <a:buNone/>
            </a:pPr>
            <a:endParaRPr lang="en-IN" sz="1300" b="1" i="0">
              <a:solidFill>
                <a:srgbClr val="333333"/>
              </a:solidFill>
              <a:effectLst/>
            </a:endParaRPr>
          </a:p>
          <a:p>
            <a:pPr marL="0" indent="0" algn="l">
              <a:buNone/>
            </a:pPr>
            <a:r>
              <a:rPr lang="en-IN" sz="1300" b="1" i="0">
                <a:solidFill>
                  <a:srgbClr val="333333"/>
                </a:solidFill>
                <a:effectLst/>
              </a:rPr>
              <a:t>Message: API/User Interface:  Adding/Updating PLMN template (API operation: POST/PUT)</a:t>
            </a:r>
            <a:endParaRPr lang="en-IN" sz="1300" b="0" i="0">
              <a:solidFill>
                <a:srgbClr val="333333"/>
              </a:solidFill>
              <a:effectLst/>
            </a:endParaRPr>
          </a:p>
          <a:p>
            <a:pPr marL="0" indent="0" algn="l">
              <a:buNone/>
            </a:pPr>
            <a:r>
              <a:rPr lang="en-IN" sz="1300" b="1" i="0">
                <a:solidFill>
                  <a:srgbClr val="333333"/>
                </a:solidFill>
                <a:effectLst/>
              </a:rPr>
              <a:t>Reason: </a:t>
            </a:r>
            <a:endParaRPr lang="en-IN" sz="1300" b="0" i="0">
              <a:solidFill>
                <a:srgbClr val="333333"/>
              </a:solidFill>
              <a:effectLst/>
            </a:endParaRPr>
          </a:p>
          <a:p>
            <a:pPr algn="l">
              <a:buFont typeface="Arial" panose="020B0604020202020204" pitchFamily="34" charset="0"/>
              <a:buChar char="•"/>
            </a:pPr>
            <a:r>
              <a:rPr lang="en-IN" sz="1300" b="0" i="0">
                <a:solidFill>
                  <a:srgbClr val="333333"/>
                </a:solidFill>
                <a:effectLst/>
              </a:rPr>
              <a:t>Duplicate PLMN template name</a:t>
            </a:r>
          </a:p>
          <a:p>
            <a:pPr algn="l">
              <a:buFont typeface="Arial" panose="020B0604020202020204" pitchFamily="34" charset="0"/>
              <a:buChar char="•"/>
            </a:pPr>
            <a:r>
              <a:rPr lang="en-IN" sz="1300" b="0" i="0">
                <a:solidFill>
                  <a:srgbClr val="333333"/>
                </a:solidFill>
                <a:effectLst/>
              </a:rPr>
              <a:t>Duplicate combination of MCC &amp; MNC</a:t>
            </a:r>
          </a:p>
          <a:p>
            <a:pPr algn="l">
              <a:buFont typeface="Arial" panose="020B0604020202020204" pitchFamily="34" charset="0"/>
              <a:buChar char="•"/>
            </a:pPr>
            <a:r>
              <a:rPr lang="en-IN" sz="1300" b="0" i="0">
                <a:solidFill>
                  <a:srgbClr val="333333"/>
                </a:solidFill>
                <a:effectLst/>
              </a:rPr>
              <a:t>More than one HPLMN template</a:t>
            </a:r>
          </a:p>
          <a:p>
            <a:pPr algn="l">
              <a:buFont typeface="Arial" panose="020B0604020202020204" pitchFamily="34" charset="0"/>
              <a:buChar char="•"/>
            </a:pPr>
            <a:r>
              <a:rPr lang="en-IN" sz="1300" b="0" i="0">
                <a:solidFill>
                  <a:srgbClr val="333333"/>
                </a:solidFill>
                <a:effectLst/>
              </a:rPr>
              <a:t>Incorrect data type for any input parameter</a:t>
            </a:r>
          </a:p>
          <a:p>
            <a:pPr marL="0" indent="0" algn="l">
              <a:buNone/>
            </a:pPr>
            <a:br>
              <a:rPr lang="en-US" sz="1300">
                <a:effectLst/>
              </a:rPr>
            </a:br>
            <a:r>
              <a:rPr lang="en-US" sz="1300" b="1" i="0">
                <a:solidFill>
                  <a:srgbClr val="333333"/>
                </a:solidFill>
                <a:effectLst/>
              </a:rPr>
              <a:t>Steps to resolve:</a:t>
            </a:r>
            <a:endParaRPr lang="en-US" sz="1300" b="0" i="0">
              <a:solidFill>
                <a:srgbClr val="333333"/>
              </a:solidFill>
              <a:effectLst/>
            </a:endParaRPr>
          </a:p>
          <a:p>
            <a:pPr algn="l"/>
            <a:r>
              <a:rPr lang="en-US" sz="1300" b="0" i="0">
                <a:solidFill>
                  <a:srgbClr val="333333"/>
                </a:solidFill>
                <a:effectLst/>
              </a:rPr>
              <a:t>Before adding or updating, ensure the following steps are considered:</a:t>
            </a:r>
          </a:p>
          <a:p>
            <a:pPr algn="l">
              <a:buFont typeface="+mj-lt"/>
              <a:buAutoNum type="arabicPeriod"/>
            </a:pPr>
            <a:r>
              <a:rPr lang="en-US" sz="1300" b="0" i="0">
                <a:solidFill>
                  <a:srgbClr val="333333"/>
                </a:solidFill>
                <a:effectLst/>
              </a:rPr>
              <a:t>PLMN template name shall be unique</a:t>
            </a:r>
          </a:p>
          <a:p>
            <a:pPr algn="l">
              <a:buFont typeface="+mj-lt"/>
              <a:buAutoNum type="arabicPeriod"/>
            </a:pPr>
            <a:r>
              <a:rPr lang="en-US" sz="1300" b="0" i="0">
                <a:solidFill>
                  <a:srgbClr val="333333"/>
                </a:solidFill>
                <a:effectLst/>
              </a:rPr>
              <a:t>Combination of MCC &amp; MNC is unique across all PLMN templates</a:t>
            </a:r>
          </a:p>
          <a:p>
            <a:pPr algn="l">
              <a:buFont typeface="+mj-lt"/>
              <a:buAutoNum type="arabicPeriod"/>
            </a:pPr>
            <a:r>
              <a:rPr lang="en-US" sz="1300" b="0" i="0">
                <a:solidFill>
                  <a:srgbClr val="333333"/>
                </a:solidFill>
                <a:effectLst/>
              </a:rPr>
              <a:t>Data type of all input parameters must be as per API guide</a:t>
            </a:r>
          </a:p>
          <a:p>
            <a:pPr marL="0" indent="0">
              <a:buNone/>
            </a:pPr>
            <a:endParaRPr lang="en-IN" sz="1200"/>
          </a:p>
        </p:txBody>
      </p:sp>
    </p:spTree>
    <p:custDataLst>
      <p:tags r:id="rId1"/>
    </p:custDataLst>
    <p:extLst>
      <p:ext uri="{BB962C8B-B14F-4D97-AF65-F5344CB8AC3E}">
        <p14:creationId xmlns:p14="http://schemas.microsoft.com/office/powerpoint/2010/main" val="14336058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42913" y="11680"/>
            <a:ext cx="11269662" cy="684212"/>
          </a:xfrm>
        </p:spPr>
        <p:txBody>
          <a:bodyPr>
            <a:normAutofit/>
          </a:bodyPr>
          <a:lstStyle/>
          <a:p>
            <a:pPr algn="l"/>
            <a:r>
              <a:rPr lang="en-US" sz="3200">
                <a:solidFill>
                  <a:schemeClr val="bg1"/>
                </a:solidFill>
              </a:rPr>
              <a:t>Unable to create/update template/group</a:t>
            </a:r>
          </a:p>
        </p:txBody>
      </p:sp>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88</a:t>
            </a:fld>
            <a:endParaRPr lang="en-US"/>
          </a:p>
        </p:txBody>
      </p:sp>
      <p:sp>
        <p:nvSpPr>
          <p:cNvPr id="5" name="Content Placeholder 4">
            <a:extLst>
              <a:ext uri="{FF2B5EF4-FFF2-40B4-BE49-F238E27FC236}">
                <a16:creationId xmlns:a16="http://schemas.microsoft.com/office/drawing/2014/main" id="{B3F41200-3D7D-4D9F-8AC7-CB92286A2D1C}"/>
              </a:ext>
            </a:extLst>
          </p:cNvPr>
          <p:cNvSpPr>
            <a:spLocks noGrp="1"/>
          </p:cNvSpPr>
          <p:nvPr>
            <p:ph idx="1"/>
          </p:nvPr>
        </p:nvSpPr>
        <p:spPr>
          <a:xfrm>
            <a:off x="587709" y="743763"/>
            <a:ext cx="11269662" cy="5862977"/>
          </a:xfrm>
        </p:spPr>
        <p:txBody>
          <a:bodyPr>
            <a:normAutofit/>
          </a:bodyPr>
          <a:lstStyle/>
          <a:p>
            <a:pPr marL="0" indent="0" algn="l">
              <a:buNone/>
            </a:pPr>
            <a:r>
              <a:rPr lang="en-US" sz="1200" b="1" i="0">
                <a:solidFill>
                  <a:srgbClr val="333333"/>
                </a:solidFill>
                <a:effectLst/>
              </a:rPr>
              <a:t>Message: API/User Interface:  Adding/Updating DNN template (API operation: POST/PUT)</a:t>
            </a:r>
            <a:endParaRPr lang="en-US" sz="1200" b="0" i="0">
              <a:solidFill>
                <a:srgbClr val="333333"/>
              </a:solidFill>
              <a:effectLst/>
            </a:endParaRPr>
          </a:p>
          <a:p>
            <a:pPr marL="0" indent="0" algn="l">
              <a:buNone/>
            </a:pPr>
            <a:r>
              <a:rPr lang="en-US" sz="1200" b="1" i="0">
                <a:solidFill>
                  <a:srgbClr val="333333"/>
                </a:solidFill>
                <a:effectLst/>
              </a:rPr>
              <a:t>Reason: </a:t>
            </a:r>
            <a:endParaRPr lang="en-US" sz="1200" b="0" i="0">
              <a:solidFill>
                <a:srgbClr val="333333"/>
              </a:solidFill>
              <a:effectLst/>
            </a:endParaRPr>
          </a:p>
          <a:p>
            <a:pPr algn="l">
              <a:buFont typeface="Arial" panose="020B0604020202020204" pitchFamily="34" charset="0"/>
              <a:buChar char="•"/>
            </a:pPr>
            <a:r>
              <a:rPr lang="en-US" sz="1200" b="0" i="0">
                <a:solidFill>
                  <a:srgbClr val="333333"/>
                </a:solidFill>
                <a:effectLst/>
              </a:rPr>
              <a:t>Duplicate DNN template name</a:t>
            </a:r>
          </a:p>
          <a:p>
            <a:pPr algn="l">
              <a:buFont typeface="Arial" panose="020B0604020202020204" pitchFamily="34" charset="0"/>
              <a:buChar char="•"/>
            </a:pPr>
            <a:r>
              <a:rPr lang="en-US" sz="1200" b="0" i="0">
                <a:solidFill>
                  <a:srgbClr val="333333"/>
                </a:solidFill>
                <a:effectLst/>
              </a:rPr>
              <a:t>Incorrect data type for any input parameter</a:t>
            </a:r>
          </a:p>
          <a:p>
            <a:pPr algn="l">
              <a:buFont typeface="Arial" panose="020B0604020202020204" pitchFamily="34" charset="0"/>
              <a:buChar char="•"/>
            </a:pPr>
            <a:r>
              <a:rPr lang="en-US" sz="1200" b="0" i="0">
                <a:solidFill>
                  <a:srgbClr val="333333"/>
                </a:solidFill>
                <a:effectLst/>
              </a:rPr>
              <a:t>More than one wild card DNN</a:t>
            </a:r>
          </a:p>
          <a:p>
            <a:pPr marL="0" indent="0" algn="l">
              <a:buNone/>
            </a:pPr>
            <a:r>
              <a:rPr lang="en-US" sz="1200" b="1" i="0">
                <a:solidFill>
                  <a:srgbClr val="333333"/>
                </a:solidFill>
                <a:effectLst/>
              </a:rPr>
              <a:t>Steps to Resolve:</a:t>
            </a:r>
            <a:endParaRPr lang="en-US" sz="1200" b="0" i="0">
              <a:solidFill>
                <a:srgbClr val="333333"/>
              </a:solidFill>
              <a:effectLst/>
            </a:endParaRPr>
          </a:p>
          <a:p>
            <a:pPr algn="l"/>
            <a:r>
              <a:rPr lang="en-US" sz="1200" b="0" i="0">
                <a:solidFill>
                  <a:srgbClr val="333333"/>
                </a:solidFill>
                <a:effectLst/>
              </a:rPr>
              <a:t>Before adding or updating, ensure the following steps are considered:</a:t>
            </a:r>
          </a:p>
          <a:p>
            <a:pPr algn="l">
              <a:buFont typeface="+mj-lt"/>
              <a:buAutoNum type="arabicPeriod"/>
            </a:pPr>
            <a:r>
              <a:rPr lang="en-US" sz="1200" b="0" i="0">
                <a:solidFill>
                  <a:srgbClr val="333333"/>
                </a:solidFill>
                <a:effectLst/>
              </a:rPr>
              <a:t>DNN template name must be unique</a:t>
            </a:r>
          </a:p>
          <a:p>
            <a:pPr algn="l">
              <a:buFont typeface="+mj-lt"/>
              <a:buAutoNum type="arabicPeriod"/>
            </a:pPr>
            <a:r>
              <a:rPr lang="en-US" sz="1200" b="0" i="0">
                <a:solidFill>
                  <a:srgbClr val="333333"/>
                </a:solidFill>
                <a:effectLst/>
              </a:rPr>
              <a:t>Data type of all input parameters must be as per API guide</a:t>
            </a:r>
          </a:p>
          <a:p>
            <a:pPr marL="0" indent="0">
              <a:buNone/>
            </a:pPr>
            <a:endParaRPr lang="en-IN" sz="1200"/>
          </a:p>
          <a:p>
            <a:pPr marL="0" indent="0" algn="l">
              <a:buNone/>
            </a:pPr>
            <a:r>
              <a:rPr lang="en-US" sz="1200" b="1" i="0">
                <a:solidFill>
                  <a:srgbClr val="333333"/>
                </a:solidFill>
                <a:effectLst/>
              </a:rPr>
              <a:t>Message: API/User Interface:  Adding/Updating Usage Limit (API operation: POST/PUT)</a:t>
            </a:r>
            <a:endParaRPr lang="en-US" sz="1200" b="0" i="0">
              <a:solidFill>
                <a:srgbClr val="333333"/>
              </a:solidFill>
              <a:effectLst/>
            </a:endParaRPr>
          </a:p>
          <a:p>
            <a:pPr marL="0" indent="0" algn="l">
              <a:buNone/>
            </a:pPr>
            <a:r>
              <a:rPr lang="en-US" sz="1200" b="1" i="0">
                <a:solidFill>
                  <a:srgbClr val="333333"/>
                </a:solidFill>
                <a:effectLst/>
              </a:rPr>
              <a:t>Reason: </a:t>
            </a:r>
            <a:endParaRPr lang="en-US" sz="1200" b="0" i="0">
              <a:solidFill>
                <a:srgbClr val="333333"/>
              </a:solidFill>
              <a:effectLst/>
            </a:endParaRPr>
          </a:p>
          <a:p>
            <a:pPr algn="l">
              <a:buFont typeface="Arial" panose="020B0604020202020204" pitchFamily="34" charset="0"/>
              <a:buChar char="•"/>
            </a:pPr>
            <a:r>
              <a:rPr lang="en-US" sz="1200" b="0" i="0">
                <a:solidFill>
                  <a:srgbClr val="333333"/>
                </a:solidFill>
                <a:effectLst/>
              </a:rPr>
              <a:t>Duplicate usage limit or limit ID</a:t>
            </a:r>
          </a:p>
          <a:p>
            <a:pPr algn="l">
              <a:buFont typeface="Arial" panose="020B0604020202020204" pitchFamily="34" charset="0"/>
              <a:buChar char="•"/>
            </a:pPr>
            <a:r>
              <a:rPr lang="en-US" sz="1200" b="0" i="0">
                <a:solidFill>
                  <a:srgbClr val="333333"/>
                </a:solidFill>
                <a:effectLst/>
              </a:rPr>
              <a:t>Incorrect data type for any input parameter</a:t>
            </a:r>
          </a:p>
          <a:p>
            <a:pPr marL="0" indent="0" algn="l">
              <a:buNone/>
            </a:pPr>
            <a:r>
              <a:rPr lang="en-US" sz="1200" b="1" i="0">
                <a:solidFill>
                  <a:srgbClr val="333333"/>
                </a:solidFill>
                <a:effectLst/>
              </a:rPr>
              <a:t>Steps to Resolve:</a:t>
            </a:r>
            <a:endParaRPr lang="en-US" sz="1200" b="0" i="0">
              <a:solidFill>
                <a:srgbClr val="333333"/>
              </a:solidFill>
              <a:effectLst/>
            </a:endParaRPr>
          </a:p>
          <a:p>
            <a:pPr algn="l"/>
            <a:r>
              <a:rPr lang="en-US" sz="1200" b="0" i="0">
                <a:solidFill>
                  <a:srgbClr val="333333"/>
                </a:solidFill>
                <a:effectLst/>
              </a:rPr>
              <a:t>Before adding or updating, ensure the following steps are considered:</a:t>
            </a:r>
          </a:p>
          <a:p>
            <a:pPr algn="l">
              <a:buFont typeface="+mj-lt"/>
              <a:buAutoNum type="arabicPeriod"/>
            </a:pPr>
            <a:r>
              <a:rPr lang="en-US" sz="1200" b="0" i="0">
                <a:solidFill>
                  <a:srgbClr val="333333"/>
                </a:solidFill>
                <a:effectLst/>
              </a:rPr>
              <a:t>Usage limit &amp; </a:t>
            </a:r>
            <a:r>
              <a:rPr lang="en-US" sz="1200" b="0" i="0" err="1">
                <a:solidFill>
                  <a:srgbClr val="333333"/>
                </a:solidFill>
                <a:effectLst/>
              </a:rPr>
              <a:t>LimitId</a:t>
            </a:r>
            <a:r>
              <a:rPr lang="en-US" sz="1200" b="0" i="0">
                <a:solidFill>
                  <a:srgbClr val="333333"/>
                </a:solidFill>
                <a:effectLst/>
              </a:rPr>
              <a:t> must be unique</a:t>
            </a:r>
          </a:p>
          <a:p>
            <a:pPr algn="l">
              <a:buFont typeface="+mj-lt"/>
              <a:buAutoNum type="arabicPeriod"/>
            </a:pPr>
            <a:r>
              <a:rPr lang="en-US" sz="1200" b="0" i="0">
                <a:solidFill>
                  <a:srgbClr val="333333"/>
                </a:solidFill>
                <a:effectLst/>
              </a:rPr>
              <a:t>Data type of all input parameters must be as per API guide</a:t>
            </a:r>
          </a:p>
          <a:p>
            <a:pPr marL="0" indent="0">
              <a:buNone/>
            </a:pPr>
            <a:endParaRPr lang="en-IN" sz="1200"/>
          </a:p>
        </p:txBody>
      </p:sp>
    </p:spTree>
    <p:custDataLst>
      <p:tags r:id="rId1"/>
    </p:custDataLst>
    <p:extLst>
      <p:ext uri="{BB962C8B-B14F-4D97-AF65-F5344CB8AC3E}">
        <p14:creationId xmlns:p14="http://schemas.microsoft.com/office/powerpoint/2010/main" val="287993757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42913" y="11680"/>
            <a:ext cx="11269662" cy="684212"/>
          </a:xfrm>
        </p:spPr>
        <p:txBody>
          <a:bodyPr>
            <a:normAutofit/>
          </a:bodyPr>
          <a:lstStyle/>
          <a:p>
            <a:pPr algn="l"/>
            <a:r>
              <a:rPr lang="en-US" sz="3200">
                <a:solidFill>
                  <a:schemeClr val="bg1"/>
                </a:solidFill>
              </a:rPr>
              <a:t>Unable to create/update template/group</a:t>
            </a:r>
          </a:p>
        </p:txBody>
      </p:sp>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89</a:t>
            </a:fld>
            <a:endParaRPr lang="en-US"/>
          </a:p>
        </p:txBody>
      </p:sp>
      <p:sp>
        <p:nvSpPr>
          <p:cNvPr id="5" name="Content Placeholder 4">
            <a:extLst>
              <a:ext uri="{FF2B5EF4-FFF2-40B4-BE49-F238E27FC236}">
                <a16:creationId xmlns:a16="http://schemas.microsoft.com/office/drawing/2014/main" id="{B3F41200-3D7D-4D9F-8AC7-CB92286A2D1C}"/>
              </a:ext>
            </a:extLst>
          </p:cNvPr>
          <p:cNvSpPr>
            <a:spLocks noGrp="1"/>
          </p:cNvSpPr>
          <p:nvPr>
            <p:ph idx="1"/>
          </p:nvPr>
        </p:nvSpPr>
        <p:spPr>
          <a:xfrm>
            <a:off x="587709" y="743763"/>
            <a:ext cx="11269662" cy="5862977"/>
          </a:xfrm>
        </p:spPr>
        <p:txBody>
          <a:bodyPr>
            <a:normAutofit/>
          </a:bodyPr>
          <a:lstStyle/>
          <a:p>
            <a:pPr algn="l"/>
            <a:r>
              <a:rPr lang="en-US" sz="1200" b="1" i="0">
                <a:solidFill>
                  <a:srgbClr val="333333"/>
                </a:solidFill>
                <a:effectLst/>
              </a:rPr>
              <a:t>Message: API/User Interface:  Adding/Updating Location group (API operation: POST/PUT)</a:t>
            </a:r>
            <a:endParaRPr lang="en-US" sz="1200" b="0" i="0">
              <a:solidFill>
                <a:srgbClr val="333333"/>
              </a:solidFill>
              <a:effectLst/>
            </a:endParaRPr>
          </a:p>
          <a:p>
            <a:pPr algn="l"/>
            <a:r>
              <a:rPr lang="en-US" sz="1200" b="1" i="0">
                <a:solidFill>
                  <a:srgbClr val="333333"/>
                </a:solidFill>
                <a:effectLst/>
              </a:rPr>
              <a:t>Reason: </a:t>
            </a:r>
            <a:endParaRPr lang="en-US" sz="1200" b="0" i="0">
              <a:solidFill>
                <a:srgbClr val="333333"/>
              </a:solidFill>
              <a:effectLst/>
            </a:endParaRPr>
          </a:p>
          <a:p>
            <a:pPr algn="l">
              <a:buFont typeface="Arial" panose="020B0604020202020204" pitchFamily="34" charset="0"/>
              <a:buChar char="•"/>
            </a:pPr>
            <a:r>
              <a:rPr lang="en-US" sz="1200" b="0" i="0">
                <a:solidFill>
                  <a:srgbClr val="333333"/>
                </a:solidFill>
                <a:effectLst/>
              </a:rPr>
              <a:t>Duplicate location group</a:t>
            </a:r>
          </a:p>
          <a:p>
            <a:pPr algn="l">
              <a:buFont typeface="Arial" panose="020B0604020202020204" pitchFamily="34" charset="0"/>
              <a:buChar char="•"/>
            </a:pPr>
            <a:r>
              <a:rPr lang="en-US" sz="1200" b="0" i="0">
                <a:solidFill>
                  <a:srgbClr val="333333"/>
                </a:solidFill>
                <a:effectLst/>
              </a:rPr>
              <a:t>Incorrect data type for any input parameter</a:t>
            </a:r>
          </a:p>
          <a:p>
            <a:pPr algn="l"/>
            <a:r>
              <a:rPr lang="en-US" sz="1200" b="1" i="0">
                <a:solidFill>
                  <a:srgbClr val="333333"/>
                </a:solidFill>
                <a:effectLst/>
              </a:rPr>
              <a:t>Steps to Resolve:</a:t>
            </a:r>
            <a:endParaRPr lang="en-US" sz="1200" b="0" i="0">
              <a:solidFill>
                <a:srgbClr val="333333"/>
              </a:solidFill>
              <a:effectLst/>
            </a:endParaRPr>
          </a:p>
          <a:p>
            <a:pPr algn="l"/>
            <a:r>
              <a:rPr lang="en-US" sz="1200" b="0" i="0">
                <a:solidFill>
                  <a:srgbClr val="333333"/>
                </a:solidFill>
                <a:effectLst/>
              </a:rPr>
              <a:t>Consider the following steps before adding or updating:</a:t>
            </a:r>
          </a:p>
          <a:p>
            <a:pPr algn="l">
              <a:buFont typeface="+mj-lt"/>
              <a:buAutoNum type="arabicPeriod"/>
            </a:pPr>
            <a:r>
              <a:rPr lang="en-US" sz="1200" b="0" i="0">
                <a:solidFill>
                  <a:srgbClr val="333333"/>
                </a:solidFill>
                <a:effectLst/>
              </a:rPr>
              <a:t>Location group name must be unique</a:t>
            </a:r>
          </a:p>
          <a:p>
            <a:pPr algn="l">
              <a:buFont typeface="+mj-lt"/>
              <a:buAutoNum type="arabicPeriod"/>
            </a:pPr>
            <a:r>
              <a:rPr lang="en-US" sz="1200" b="0" i="0">
                <a:solidFill>
                  <a:srgbClr val="333333"/>
                </a:solidFill>
                <a:effectLst/>
              </a:rPr>
              <a:t>Data type of all input parameters must be as per API guide</a:t>
            </a:r>
          </a:p>
          <a:p>
            <a:pPr marL="0" indent="0">
              <a:buNone/>
            </a:pPr>
            <a:endParaRPr lang="en-IN" sz="1200"/>
          </a:p>
          <a:p>
            <a:pPr algn="l"/>
            <a:r>
              <a:rPr lang="en-US" sz="1200" b="1" i="0">
                <a:solidFill>
                  <a:srgbClr val="333333"/>
                </a:solidFill>
                <a:effectLst/>
              </a:rPr>
              <a:t>Message: API/User Interface:  Adding/Updating Presence Info template (API operation: POST/PUT)</a:t>
            </a:r>
            <a:endParaRPr lang="en-US" sz="1200" b="0" i="0">
              <a:solidFill>
                <a:srgbClr val="333333"/>
              </a:solidFill>
              <a:effectLst/>
            </a:endParaRPr>
          </a:p>
          <a:p>
            <a:pPr algn="l"/>
            <a:r>
              <a:rPr lang="en-US" sz="1200" b="1" i="0">
                <a:solidFill>
                  <a:srgbClr val="333333"/>
                </a:solidFill>
                <a:effectLst/>
              </a:rPr>
              <a:t>Reason: </a:t>
            </a:r>
            <a:endParaRPr lang="en-US" sz="1200" b="0" i="0">
              <a:solidFill>
                <a:srgbClr val="333333"/>
              </a:solidFill>
              <a:effectLst/>
            </a:endParaRPr>
          </a:p>
          <a:p>
            <a:pPr algn="l">
              <a:buFont typeface="Arial" panose="020B0604020202020204" pitchFamily="34" charset="0"/>
              <a:buChar char="•"/>
            </a:pPr>
            <a:r>
              <a:rPr lang="en-US" sz="1200" b="0" i="0">
                <a:solidFill>
                  <a:srgbClr val="333333"/>
                </a:solidFill>
                <a:effectLst/>
              </a:rPr>
              <a:t>Duplicate presence info template</a:t>
            </a:r>
          </a:p>
          <a:p>
            <a:pPr algn="l">
              <a:buFont typeface="Arial" panose="020B0604020202020204" pitchFamily="34" charset="0"/>
              <a:buChar char="•"/>
            </a:pPr>
            <a:r>
              <a:rPr lang="en-US" sz="1200" b="0" i="0">
                <a:solidFill>
                  <a:srgbClr val="333333"/>
                </a:solidFill>
                <a:effectLst/>
              </a:rPr>
              <a:t>Incorrect data type for any input parameter</a:t>
            </a:r>
          </a:p>
          <a:p>
            <a:pPr algn="l"/>
            <a:r>
              <a:rPr lang="en-US" sz="1200" b="1" i="0">
                <a:solidFill>
                  <a:srgbClr val="333333"/>
                </a:solidFill>
                <a:effectLst/>
              </a:rPr>
              <a:t>Steps to Resolve:</a:t>
            </a:r>
            <a:endParaRPr lang="en-US" sz="1200" b="0" i="0">
              <a:solidFill>
                <a:srgbClr val="333333"/>
              </a:solidFill>
              <a:effectLst/>
            </a:endParaRPr>
          </a:p>
          <a:p>
            <a:pPr algn="l"/>
            <a:r>
              <a:rPr lang="en-US" sz="1200" b="0" i="0">
                <a:solidFill>
                  <a:srgbClr val="333333"/>
                </a:solidFill>
                <a:effectLst/>
              </a:rPr>
              <a:t>Before adding or updating, ensure the following steps are considered:</a:t>
            </a:r>
          </a:p>
          <a:p>
            <a:pPr algn="l">
              <a:buFont typeface="+mj-lt"/>
              <a:buAutoNum type="arabicPeriod"/>
            </a:pPr>
            <a:r>
              <a:rPr lang="en-US" sz="1200" b="0" i="0">
                <a:solidFill>
                  <a:srgbClr val="333333"/>
                </a:solidFill>
                <a:effectLst/>
              </a:rPr>
              <a:t>Presence info template name must be unique</a:t>
            </a:r>
          </a:p>
          <a:p>
            <a:pPr algn="l">
              <a:buFont typeface="+mj-lt"/>
              <a:buAutoNum type="arabicPeriod"/>
            </a:pPr>
            <a:r>
              <a:rPr lang="en-US" sz="1200" b="0" i="0">
                <a:solidFill>
                  <a:srgbClr val="333333"/>
                </a:solidFill>
                <a:effectLst/>
              </a:rPr>
              <a:t>Data type of all input parameters must be as per API guide.</a:t>
            </a:r>
          </a:p>
          <a:p>
            <a:pPr marL="0" indent="0">
              <a:buNone/>
            </a:pPr>
            <a:endParaRPr lang="en-IN" sz="1200"/>
          </a:p>
        </p:txBody>
      </p:sp>
    </p:spTree>
    <p:custDataLst>
      <p:tags r:id="rId1"/>
    </p:custDataLst>
    <p:extLst>
      <p:ext uri="{BB962C8B-B14F-4D97-AF65-F5344CB8AC3E}">
        <p14:creationId xmlns:p14="http://schemas.microsoft.com/office/powerpoint/2010/main" val="184890338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42913" y="11680"/>
            <a:ext cx="11269662" cy="684212"/>
          </a:xfrm>
        </p:spPr>
        <p:txBody>
          <a:bodyPr>
            <a:normAutofit/>
          </a:bodyPr>
          <a:lstStyle/>
          <a:p>
            <a:pPr algn="l"/>
            <a:r>
              <a:rPr lang="en-US" sz="3200">
                <a:solidFill>
                  <a:schemeClr val="bg1"/>
                </a:solidFill>
              </a:rPr>
              <a:t>Unable to view/list templates/groups</a:t>
            </a:r>
          </a:p>
        </p:txBody>
      </p:sp>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90</a:t>
            </a:fld>
            <a:endParaRPr lang="en-US"/>
          </a:p>
        </p:txBody>
      </p:sp>
      <p:sp>
        <p:nvSpPr>
          <p:cNvPr id="5" name="Content Placeholder 4">
            <a:extLst>
              <a:ext uri="{FF2B5EF4-FFF2-40B4-BE49-F238E27FC236}">
                <a16:creationId xmlns:a16="http://schemas.microsoft.com/office/drawing/2014/main" id="{B3F41200-3D7D-4D9F-8AC7-CB92286A2D1C}"/>
              </a:ext>
            </a:extLst>
          </p:cNvPr>
          <p:cNvSpPr>
            <a:spLocks noGrp="1"/>
          </p:cNvSpPr>
          <p:nvPr>
            <p:ph idx="1"/>
          </p:nvPr>
        </p:nvSpPr>
        <p:spPr>
          <a:xfrm>
            <a:off x="587709" y="743763"/>
            <a:ext cx="11269662" cy="5862977"/>
          </a:xfrm>
        </p:spPr>
        <p:txBody>
          <a:bodyPr vert="horz" lIns="91440" tIns="91440" rIns="91440" bIns="45720" rtlCol="0" anchor="t">
            <a:normAutofit fontScale="92500" lnSpcReduction="20000"/>
          </a:bodyPr>
          <a:lstStyle/>
          <a:p>
            <a:pPr algn="l"/>
            <a:r>
              <a:rPr lang="en-US" sz="1300" b="1" i="0">
                <a:solidFill>
                  <a:srgbClr val="333333"/>
                </a:solidFill>
                <a:effectLst/>
              </a:rPr>
              <a:t>Possible Causes</a:t>
            </a:r>
            <a:endParaRPr lang="en-US" sz="1300" b="0" i="0">
              <a:solidFill>
                <a:srgbClr val="333333"/>
              </a:solidFill>
              <a:effectLst/>
            </a:endParaRPr>
          </a:p>
          <a:p>
            <a:pPr algn="l"/>
            <a:r>
              <a:rPr lang="en-US" sz="1300" b="0" i="0">
                <a:solidFill>
                  <a:srgbClr val="333333"/>
                </a:solidFill>
                <a:effectLst/>
              </a:rPr>
              <a:t>Listing or viewing template or group can fail due to the following reasons:</a:t>
            </a:r>
          </a:p>
          <a:p>
            <a:pPr algn="l">
              <a:buFont typeface="Arial" panose="020B0604020202020204" pitchFamily="34" charset="0"/>
              <a:buChar char="•"/>
            </a:pPr>
            <a:r>
              <a:rPr lang="en-US" sz="1300" b="0" i="0">
                <a:solidFill>
                  <a:srgbClr val="333333"/>
                </a:solidFill>
                <a:effectLst/>
              </a:rPr>
              <a:t>No templates or groups are present in the system</a:t>
            </a:r>
          </a:p>
          <a:p>
            <a:pPr algn="l">
              <a:buFont typeface="Arial" panose="020B0604020202020204" pitchFamily="34" charset="0"/>
              <a:buChar char="•"/>
            </a:pPr>
            <a:r>
              <a:rPr lang="en-US" sz="1300" b="0" i="0">
                <a:solidFill>
                  <a:srgbClr val="333333"/>
                </a:solidFill>
                <a:effectLst/>
              </a:rPr>
              <a:t>Back-end API server or database is unreachable at the time of operation</a:t>
            </a:r>
          </a:p>
          <a:p>
            <a:pPr algn="l"/>
            <a:r>
              <a:rPr lang="en-US" sz="1300" b="1" i="0">
                <a:solidFill>
                  <a:srgbClr val="333333"/>
                </a:solidFill>
                <a:effectLst/>
              </a:rPr>
              <a:t>Preprocessing</a:t>
            </a:r>
            <a:endParaRPr lang="en-US" sz="1300" b="0" i="0">
              <a:solidFill>
                <a:srgbClr val="333333"/>
              </a:solidFill>
              <a:effectLst/>
            </a:endParaRPr>
          </a:p>
          <a:p>
            <a:pPr algn="l"/>
            <a:r>
              <a:rPr lang="en-US" sz="1300" b="0" i="0">
                <a:solidFill>
                  <a:srgbClr val="333333"/>
                </a:solidFill>
                <a:effectLst/>
              </a:rPr>
              <a:t>Check if the SDM Portal’s frontend and backend are up and running.</a:t>
            </a:r>
          </a:p>
          <a:p>
            <a:pPr algn="l"/>
            <a:r>
              <a:rPr lang="en-US" sz="1300" b="1" i="0">
                <a:solidFill>
                  <a:srgbClr val="333333"/>
                </a:solidFill>
                <a:effectLst/>
              </a:rPr>
              <a:t>Troubleshooting Procedure</a:t>
            </a:r>
            <a:endParaRPr lang="en-US" sz="1300" b="0" i="0">
              <a:solidFill>
                <a:srgbClr val="333333"/>
              </a:solidFill>
              <a:effectLst/>
            </a:endParaRPr>
          </a:p>
          <a:p>
            <a:pPr algn="l"/>
            <a:r>
              <a:rPr lang="en-US" sz="1300" b="0" i="0">
                <a:solidFill>
                  <a:srgbClr val="333333"/>
                </a:solidFill>
                <a:effectLst/>
              </a:rPr>
              <a:t>Below section includes troubleshooting steps for various API and their error codes.</a:t>
            </a:r>
          </a:p>
          <a:p>
            <a:pPr marL="0" indent="0" algn="l">
              <a:buNone/>
            </a:pPr>
            <a:endParaRPr lang="en-US" sz="1300" b="0" i="0">
              <a:solidFill>
                <a:srgbClr val="333333"/>
              </a:solidFill>
              <a:effectLst/>
            </a:endParaRPr>
          </a:p>
          <a:p>
            <a:pPr marL="0" indent="0" algn="l">
              <a:buNone/>
            </a:pPr>
            <a:r>
              <a:rPr lang="en-US" sz="1300" b="0" i="0">
                <a:solidFill>
                  <a:srgbClr val="333333"/>
                </a:solidFill>
                <a:effectLst/>
              </a:rPr>
              <a:t>Use the below table for troubleshooting for various error codes:</a:t>
            </a:r>
          </a:p>
          <a:p>
            <a:pPr algn="l"/>
            <a:r>
              <a:rPr lang="en-US" sz="1300" b="1" i="0">
                <a:solidFill>
                  <a:srgbClr val="333333"/>
                </a:solidFill>
                <a:effectLst/>
              </a:rPr>
              <a:t>HTTP Error Code 400</a:t>
            </a:r>
          </a:p>
          <a:p>
            <a:pPr algn="l"/>
            <a:r>
              <a:rPr lang="en-US" sz="1300" b="1" i="0">
                <a:solidFill>
                  <a:srgbClr val="333333"/>
                </a:solidFill>
                <a:effectLst/>
              </a:rPr>
              <a:t>Message: </a:t>
            </a:r>
            <a:r>
              <a:rPr lang="en-US" sz="1300" b="0" i="0">
                <a:solidFill>
                  <a:srgbClr val="333333"/>
                </a:solidFill>
                <a:effectLst/>
              </a:rPr>
              <a:t>API/User Interface: Get All PLMN/Slice/DNN templates (API operation: GET)</a:t>
            </a:r>
          </a:p>
          <a:p>
            <a:pPr algn="l"/>
            <a:r>
              <a:rPr lang="en-US" sz="1300" b="1" i="0">
                <a:solidFill>
                  <a:srgbClr val="333333"/>
                </a:solidFill>
                <a:effectLst/>
              </a:rPr>
              <a:t>Reason:</a:t>
            </a:r>
            <a:r>
              <a:rPr lang="en-US" sz="1300" b="0" i="0">
                <a:solidFill>
                  <a:srgbClr val="333333"/>
                </a:solidFill>
                <a:effectLst/>
              </a:rPr>
              <a:t> No templates or groups in the system.</a:t>
            </a:r>
          </a:p>
          <a:p>
            <a:pPr algn="l"/>
            <a:r>
              <a:rPr lang="en-US" sz="1300" b="1" i="0">
                <a:solidFill>
                  <a:srgbClr val="333333"/>
                </a:solidFill>
                <a:effectLst/>
              </a:rPr>
              <a:t>Steps to resolve:</a:t>
            </a:r>
            <a:r>
              <a:rPr lang="en-US" sz="1300" b="0" i="0">
                <a:solidFill>
                  <a:srgbClr val="333333"/>
                </a:solidFill>
                <a:effectLst/>
              </a:rPr>
              <a:t> Ensure relevant template or group is configured in the system.</a:t>
            </a:r>
          </a:p>
          <a:p>
            <a:pPr algn="l"/>
            <a:r>
              <a:rPr lang="en-US" sz="1300" b="1" i="0">
                <a:solidFill>
                  <a:srgbClr val="333333"/>
                </a:solidFill>
                <a:effectLst/>
              </a:rPr>
              <a:t>Message: </a:t>
            </a:r>
            <a:r>
              <a:rPr lang="en-US" sz="1300" b="0" i="0">
                <a:solidFill>
                  <a:srgbClr val="333333"/>
                </a:solidFill>
                <a:effectLst/>
              </a:rPr>
              <a:t>API/User Interface: Fetch an individual PLMN/Slice/DNN templates (API operation: GET)</a:t>
            </a:r>
          </a:p>
          <a:p>
            <a:pPr algn="l"/>
            <a:r>
              <a:rPr lang="en-US" sz="1300" b="1" i="0">
                <a:solidFill>
                  <a:srgbClr val="333333"/>
                </a:solidFill>
                <a:effectLst/>
              </a:rPr>
              <a:t>Reason:</a:t>
            </a:r>
            <a:r>
              <a:rPr lang="en-US" sz="1300" b="0" i="0">
                <a:solidFill>
                  <a:srgbClr val="333333"/>
                </a:solidFill>
                <a:effectLst/>
              </a:rPr>
              <a:t> Relevant template or group are not present in the system</a:t>
            </a:r>
          </a:p>
          <a:p>
            <a:pPr algn="l"/>
            <a:r>
              <a:rPr lang="en-US" sz="1300" b="1" i="0">
                <a:solidFill>
                  <a:srgbClr val="333333"/>
                </a:solidFill>
                <a:effectLst/>
              </a:rPr>
              <a:t>Steps to resolve:</a:t>
            </a:r>
            <a:r>
              <a:rPr lang="en-US" sz="1300" b="0" i="0">
                <a:solidFill>
                  <a:srgbClr val="333333"/>
                </a:solidFill>
                <a:effectLst/>
              </a:rPr>
              <a:t> Before querying for template/group by id, check its presence using Get All API.</a:t>
            </a:r>
          </a:p>
          <a:p>
            <a:pPr algn="l"/>
            <a:r>
              <a:rPr lang="en-US" sz="1300" b="1" i="0">
                <a:solidFill>
                  <a:srgbClr val="333333"/>
                </a:solidFill>
                <a:effectLst/>
              </a:rPr>
              <a:t>HTTP Error Code 500</a:t>
            </a:r>
          </a:p>
          <a:p>
            <a:pPr algn="l"/>
            <a:r>
              <a:rPr lang="en-US" sz="1300" b="1" i="0">
                <a:solidFill>
                  <a:srgbClr val="333333"/>
                </a:solidFill>
                <a:effectLst/>
              </a:rPr>
              <a:t>Message API/User Interface: </a:t>
            </a:r>
            <a:r>
              <a:rPr lang="en-US" sz="1300" b="0" i="0">
                <a:solidFill>
                  <a:srgbClr val="333333"/>
                </a:solidFill>
                <a:effectLst/>
              </a:rPr>
              <a:t>Get All PLMN/Slice/DNN templates (API operation: GET)</a:t>
            </a:r>
          </a:p>
          <a:p>
            <a:pPr algn="l"/>
            <a:r>
              <a:rPr lang="en-US" sz="1300" b="1" i="0">
                <a:solidFill>
                  <a:srgbClr val="333333"/>
                </a:solidFill>
                <a:effectLst/>
              </a:rPr>
              <a:t>Reason:</a:t>
            </a:r>
            <a:r>
              <a:rPr lang="en-US" sz="1300" b="0" i="0">
                <a:solidFill>
                  <a:srgbClr val="333333"/>
                </a:solidFill>
                <a:effectLst/>
              </a:rPr>
              <a:t> Back-end API server or database is not reachable.</a:t>
            </a:r>
          </a:p>
          <a:p>
            <a:pPr algn="l"/>
            <a:r>
              <a:rPr lang="en-US" sz="1300" b="1" i="0">
                <a:solidFill>
                  <a:srgbClr val="333333"/>
                </a:solidFill>
                <a:effectLst/>
              </a:rPr>
              <a:t>Steps to resolve:</a:t>
            </a:r>
            <a:r>
              <a:rPr lang="en-US" sz="1300" b="0" i="0">
                <a:solidFill>
                  <a:srgbClr val="333333"/>
                </a:solidFill>
                <a:effectLst/>
              </a:rPr>
              <a:t> Ensure API server or database is connected.</a:t>
            </a:r>
            <a:br>
              <a:rPr lang="en-US" sz="1100" b="0" i="0">
                <a:effectLst/>
                <a:latin typeface="Arial" panose="020B0604020202020204" pitchFamily="34" charset="0"/>
              </a:rPr>
            </a:br>
            <a:endParaRPr lang="en-IN" sz="1200">
              <a:ea typeface="Open Sans"/>
              <a:cs typeface="Open Sans"/>
            </a:endParaRPr>
          </a:p>
        </p:txBody>
      </p:sp>
    </p:spTree>
    <p:custDataLst>
      <p:tags r:id="rId1"/>
    </p:custDataLst>
    <p:extLst>
      <p:ext uri="{BB962C8B-B14F-4D97-AF65-F5344CB8AC3E}">
        <p14:creationId xmlns:p14="http://schemas.microsoft.com/office/powerpoint/2010/main" val="409317996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42913" y="11680"/>
            <a:ext cx="11269662" cy="684212"/>
          </a:xfrm>
        </p:spPr>
        <p:txBody>
          <a:bodyPr>
            <a:normAutofit/>
          </a:bodyPr>
          <a:lstStyle/>
          <a:p>
            <a:pPr algn="l"/>
            <a:r>
              <a:rPr lang="en-US" sz="3200">
                <a:solidFill>
                  <a:schemeClr val="bg1"/>
                </a:solidFill>
              </a:rPr>
              <a:t>Unable to import SIM batch</a:t>
            </a:r>
          </a:p>
        </p:txBody>
      </p:sp>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91</a:t>
            </a:fld>
            <a:endParaRPr lang="en-US"/>
          </a:p>
        </p:txBody>
      </p:sp>
      <p:sp>
        <p:nvSpPr>
          <p:cNvPr id="5" name="Content Placeholder 4">
            <a:extLst>
              <a:ext uri="{FF2B5EF4-FFF2-40B4-BE49-F238E27FC236}">
                <a16:creationId xmlns:a16="http://schemas.microsoft.com/office/drawing/2014/main" id="{B3F41200-3D7D-4D9F-8AC7-CB92286A2D1C}"/>
              </a:ext>
            </a:extLst>
          </p:cNvPr>
          <p:cNvSpPr>
            <a:spLocks noGrp="1"/>
          </p:cNvSpPr>
          <p:nvPr>
            <p:ph idx="1"/>
          </p:nvPr>
        </p:nvSpPr>
        <p:spPr>
          <a:xfrm>
            <a:off x="587709" y="743763"/>
            <a:ext cx="11269662" cy="5862977"/>
          </a:xfrm>
        </p:spPr>
        <p:txBody>
          <a:bodyPr>
            <a:normAutofit/>
          </a:bodyPr>
          <a:lstStyle/>
          <a:p>
            <a:pPr algn="l"/>
            <a:r>
              <a:rPr lang="en-US" sz="1200" b="1" i="0">
                <a:solidFill>
                  <a:srgbClr val="333333"/>
                </a:solidFill>
                <a:effectLst/>
              </a:rPr>
              <a:t>Possible Causes</a:t>
            </a:r>
          </a:p>
          <a:p>
            <a:pPr algn="l"/>
            <a:r>
              <a:rPr lang="en-US" sz="1200" b="0" i="0">
                <a:solidFill>
                  <a:srgbClr val="333333"/>
                </a:solidFill>
                <a:effectLst/>
              </a:rPr>
              <a:t>Batch SIM import can fail due to the following reasons: </a:t>
            </a:r>
          </a:p>
          <a:p>
            <a:pPr algn="l">
              <a:buFont typeface="Arial" panose="020B0604020202020204" pitchFamily="34" charset="0"/>
              <a:buChar char="•"/>
            </a:pPr>
            <a:r>
              <a:rPr lang="en-US" sz="1200" b="0" i="0">
                <a:solidFill>
                  <a:srgbClr val="333333"/>
                </a:solidFill>
                <a:effectLst/>
              </a:rPr>
              <a:t>uploaded batch file has invalid file extension i.e., other than .csv</a:t>
            </a:r>
          </a:p>
          <a:p>
            <a:pPr algn="l">
              <a:buFont typeface="Arial" panose="020B0604020202020204" pitchFamily="34" charset="0"/>
              <a:buChar char="•"/>
            </a:pPr>
            <a:r>
              <a:rPr lang="en-US" sz="1200" b="0" i="0">
                <a:solidFill>
                  <a:srgbClr val="333333"/>
                </a:solidFill>
                <a:effectLst/>
              </a:rPr>
              <a:t>incorrect data format of batch file (Not as per template)</a:t>
            </a:r>
          </a:p>
          <a:p>
            <a:pPr algn="l">
              <a:buFont typeface="Arial" panose="020B0604020202020204" pitchFamily="34" charset="0"/>
              <a:buChar char="•"/>
            </a:pPr>
            <a:r>
              <a:rPr lang="en-US" sz="1200" b="0" i="0">
                <a:solidFill>
                  <a:srgbClr val="333333"/>
                </a:solidFill>
                <a:effectLst/>
              </a:rPr>
              <a:t>batch processor micro-service or database is unreachable.</a:t>
            </a:r>
          </a:p>
          <a:p>
            <a:pPr algn="l"/>
            <a:r>
              <a:rPr lang="en-US" sz="1200" b="1" i="0">
                <a:solidFill>
                  <a:srgbClr val="333333"/>
                </a:solidFill>
                <a:effectLst/>
              </a:rPr>
              <a:t>Preprocessing</a:t>
            </a:r>
          </a:p>
          <a:p>
            <a:pPr algn="l">
              <a:buFont typeface="Arial" panose="020B0604020202020204" pitchFamily="34" charset="0"/>
              <a:buChar char="•"/>
            </a:pPr>
            <a:r>
              <a:rPr lang="en-US" sz="1200" b="0" i="0">
                <a:solidFill>
                  <a:srgbClr val="333333"/>
                </a:solidFill>
                <a:effectLst/>
              </a:rPr>
              <a:t>Check if an SDM Portal frontend is up and running.</a:t>
            </a:r>
          </a:p>
          <a:p>
            <a:pPr algn="l">
              <a:buFont typeface="Arial" panose="020B0604020202020204" pitchFamily="34" charset="0"/>
              <a:buChar char="•"/>
            </a:pPr>
            <a:r>
              <a:rPr lang="en-US" sz="1200" b="0" i="0">
                <a:solidFill>
                  <a:srgbClr val="333333"/>
                </a:solidFill>
                <a:effectLst/>
              </a:rPr>
              <a:t>Check if an SDM Portal backend is up and running.</a:t>
            </a:r>
          </a:p>
          <a:p>
            <a:pPr algn="l"/>
            <a:r>
              <a:rPr lang="en-US" sz="1200" b="1" i="0">
                <a:solidFill>
                  <a:srgbClr val="333333"/>
                </a:solidFill>
                <a:effectLst/>
              </a:rPr>
              <a:t>Troubleshooting Procedure</a:t>
            </a:r>
          </a:p>
          <a:p>
            <a:pPr algn="l"/>
            <a:r>
              <a:rPr lang="en-US" sz="1200" b="0" i="0">
                <a:solidFill>
                  <a:srgbClr val="333333"/>
                </a:solidFill>
                <a:effectLst/>
              </a:rPr>
              <a:t>Use below table for troubleshooting for various errors.</a:t>
            </a:r>
          </a:p>
          <a:p>
            <a:pPr algn="l"/>
            <a:r>
              <a:rPr lang="en-US" sz="1200" b="1" i="0">
                <a:solidFill>
                  <a:srgbClr val="333333"/>
                </a:solidFill>
                <a:effectLst/>
              </a:rPr>
              <a:t>Error: File not uploaded</a:t>
            </a:r>
          </a:p>
          <a:p>
            <a:pPr algn="l"/>
            <a:r>
              <a:rPr lang="en-US" sz="1200" b="1" i="0">
                <a:solidFill>
                  <a:srgbClr val="333333"/>
                </a:solidFill>
                <a:effectLst/>
              </a:rPr>
              <a:t>API/User Interface: Import SIM Batch</a:t>
            </a:r>
            <a:endParaRPr lang="en-US" sz="1200" b="0" i="0">
              <a:solidFill>
                <a:srgbClr val="333333"/>
              </a:solidFill>
              <a:effectLst/>
            </a:endParaRPr>
          </a:p>
          <a:p>
            <a:pPr algn="l"/>
            <a:r>
              <a:rPr lang="en-US" sz="1200" b="1" i="0">
                <a:solidFill>
                  <a:srgbClr val="333333"/>
                </a:solidFill>
                <a:effectLst/>
              </a:rPr>
              <a:t>Reason:</a:t>
            </a:r>
            <a:r>
              <a:rPr lang="en-US" sz="1200" b="0" i="0">
                <a:solidFill>
                  <a:srgbClr val="333333"/>
                </a:solidFill>
                <a:effectLst/>
              </a:rPr>
              <a:t> File extension</a:t>
            </a:r>
          </a:p>
          <a:p>
            <a:pPr algn="l"/>
            <a:r>
              <a:rPr lang="en-US" sz="1200" b="1" i="0">
                <a:solidFill>
                  <a:srgbClr val="333333"/>
                </a:solidFill>
                <a:effectLst/>
              </a:rPr>
              <a:t>Steps to resolve:</a:t>
            </a:r>
            <a:r>
              <a:rPr lang="en-US" sz="1200" b="0" i="0">
                <a:solidFill>
                  <a:srgbClr val="333333"/>
                </a:solidFill>
                <a:effectLst/>
              </a:rPr>
              <a:t> Ensure batch file has extension as ".csv"</a:t>
            </a:r>
          </a:p>
          <a:p>
            <a:pPr algn="l"/>
            <a:br>
              <a:rPr lang="en-US" sz="1050" b="0" i="0">
                <a:solidFill>
                  <a:srgbClr val="333333"/>
                </a:solidFill>
                <a:effectLst/>
                <a:latin typeface="Arial" panose="020B0604020202020204" pitchFamily="34" charset="0"/>
              </a:rPr>
            </a:br>
            <a:br>
              <a:rPr lang="en-US" sz="1100" b="0" i="0">
                <a:solidFill>
                  <a:srgbClr val="333333"/>
                </a:solidFill>
                <a:effectLst/>
                <a:latin typeface="Arial" panose="020B0604020202020204" pitchFamily="34" charset="0"/>
              </a:rPr>
            </a:br>
            <a:endParaRPr lang="en-IN" sz="1200"/>
          </a:p>
        </p:txBody>
      </p:sp>
    </p:spTree>
    <p:custDataLst>
      <p:tags r:id="rId1"/>
    </p:custDataLst>
    <p:extLst>
      <p:ext uri="{BB962C8B-B14F-4D97-AF65-F5344CB8AC3E}">
        <p14:creationId xmlns:p14="http://schemas.microsoft.com/office/powerpoint/2010/main" val="211447280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42913" y="11680"/>
            <a:ext cx="11269662" cy="684212"/>
          </a:xfrm>
        </p:spPr>
        <p:txBody>
          <a:bodyPr>
            <a:normAutofit/>
          </a:bodyPr>
          <a:lstStyle/>
          <a:p>
            <a:pPr algn="l"/>
            <a:r>
              <a:rPr lang="en-US" sz="3200">
                <a:solidFill>
                  <a:schemeClr val="bg1"/>
                </a:solidFill>
              </a:rPr>
              <a:t>Unable to import SIM batch</a:t>
            </a:r>
          </a:p>
        </p:txBody>
      </p:sp>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92</a:t>
            </a:fld>
            <a:endParaRPr lang="en-US"/>
          </a:p>
        </p:txBody>
      </p:sp>
      <p:sp>
        <p:nvSpPr>
          <p:cNvPr id="5" name="Content Placeholder 4">
            <a:extLst>
              <a:ext uri="{FF2B5EF4-FFF2-40B4-BE49-F238E27FC236}">
                <a16:creationId xmlns:a16="http://schemas.microsoft.com/office/drawing/2014/main" id="{B3F41200-3D7D-4D9F-8AC7-CB92286A2D1C}"/>
              </a:ext>
            </a:extLst>
          </p:cNvPr>
          <p:cNvSpPr>
            <a:spLocks noGrp="1"/>
          </p:cNvSpPr>
          <p:nvPr>
            <p:ph idx="1"/>
          </p:nvPr>
        </p:nvSpPr>
        <p:spPr>
          <a:xfrm>
            <a:off x="587709" y="743763"/>
            <a:ext cx="11269662" cy="5862977"/>
          </a:xfrm>
        </p:spPr>
        <p:txBody>
          <a:bodyPr>
            <a:normAutofit/>
          </a:bodyPr>
          <a:lstStyle/>
          <a:p>
            <a:pPr algn="l"/>
            <a:r>
              <a:rPr lang="en-US" sz="1200" b="1" i="0">
                <a:solidFill>
                  <a:srgbClr val="333333"/>
                </a:solidFill>
                <a:effectLst/>
              </a:rPr>
              <a:t>API/User Interface: Import SIM Batch</a:t>
            </a:r>
            <a:endParaRPr lang="en-US" sz="1200" b="0" i="0">
              <a:solidFill>
                <a:srgbClr val="333333"/>
              </a:solidFill>
              <a:effectLst/>
            </a:endParaRPr>
          </a:p>
          <a:p>
            <a:pPr algn="l"/>
            <a:r>
              <a:rPr lang="en-US" sz="1200" b="1" i="0">
                <a:solidFill>
                  <a:srgbClr val="333333"/>
                </a:solidFill>
                <a:effectLst/>
              </a:rPr>
              <a:t>Error:</a:t>
            </a:r>
            <a:r>
              <a:rPr lang="en-US" sz="1200" b="0" i="0">
                <a:solidFill>
                  <a:srgbClr val="333333"/>
                </a:solidFill>
                <a:effectLst/>
              </a:rPr>
              <a:t> File is not uploaded</a:t>
            </a:r>
          </a:p>
          <a:p>
            <a:pPr algn="l"/>
            <a:r>
              <a:rPr lang="en-US" sz="1200" b="1" i="0">
                <a:solidFill>
                  <a:srgbClr val="333333"/>
                </a:solidFill>
                <a:effectLst/>
              </a:rPr>
              <a:t>Reason:</a:t>
            </a:r>
            <a:endParaRPr lang="en-US" sz="1200" b="0" i="0">
              <a:solidFill>
                <a:srgbClr val="333333"/>
              </a:solidFill>
              <a:effectLst/>
            </a:endParaRPr>
          </a:p>
          <a:p>
            <a:pPr algn="l">
              <a:buFont typeface="Arial" panose="020B0604020202020204" pitchFamily="34" charset="0"/>
              <a:buChar char="•"/>
            </a:pPr>
            <a:r>
              <a:rPr lang="en-US" sz="1200" b="0" i="0">
                <a:solidFill>
                  <a:srgbClr val="333333"/>
                </a:solidFill>
                <a:effectLst/>
              </a:rPr>
              <a:t>Batch processor back-end service is down</a:t>
            </a:r>
          </a:p>
          <a:p>
            <a:pPr algn="l">
              <a:buFont typeface="Arial" panose="020B0604020202020204" pitchFamily="34" charset="0"/>
              <a:buChar char="•"/>
            </a:pPr>
            <a:r>
              <a:rPr lang="en-US" sz="1200" b="0" i="0">
                <a:solidFill>
                  <a:srgbClr val="333333"/>
                </a:solidFill>
                <a:effectLst/>
              </a:rPr>
              <a:t>Database is not reachable</a:t>
            </a:r>
          </a:p>
          <a:p>
            <a:pPr algn="l"/>
            <a:r>
              <a:rPr lang="en-US" sz="1200" b="1" i="0">
                <a:solidFill>
                  <a:srgbClr val="333333"/>
                </a:solidFill>
                <a:effectLst/>
              </a:rPr>
              <a:t>Steps to resolve:</a:t>
            </a:r>
            <a:r>
              <a:rPr lang="en-US" sz="1200" b="0" i="0">
                <a:solidFill>
                  <a:srgbClr val="333333"/>
                </a:solidFill>
                <a:effectLst/>
              </a:rPr>
              <a:t> Batch processor back-end service &amp; database must be restarted and made available.</a:t>
            </a:r>
          </a:p>
          <a:p>
            <a:pPr marL="0" indent="0" algn="l">
              <a:buNone/>
            </a:pPr>
            <a:br>
              <a:rPr lang="en-US" sz="1050" b="0" i="0">
                <a:solidFill>
                  <a:srgbClr val="333333"/>
                </a:solidFill>
                <a:effectLst/>
                <a:latin typeface="Arial" panose="020B0604020202020204" pitchFamily="34" charset="0"/>
              </a:rPr>
            </a:br>
            <a:br>
              <a:rPr lang="en-US" sz="1100" b="0" i="0">
                <a:solidFill>
                  <a:srgbClr val="333333"/>
                </a:solidFill>
                <a:effectLst/>
                <a:latin typeface="Arial" panose="020B0604020202020204" pitchFamily="34" charset="0"/>
              </a:rPr>
            </a:br>
            <a:endParaRPr lang="en-IN" sz="1200"/>
          </a:p>
        </p:txBody>
      </p:sp>
    </p:spTree>
    <p:custDataLst>
      <p:tags r:id="rId1"/>
    </p:custDataLst>
    <p:extLst>
      <p:ext uri="{BB962C8B-B14F-4D97-AF65-F5344CB8AC3E}">
        <p14:creationId xmlns:p14="http://schemas.microsoft.com/office/powerpoint/2010/main" val="373761345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42913" y="11680"/>
            <a:ext cx="11269662" cy="684212"/>
          </a:xfrm>
        </p:spPr>
        <p:txBody>
          <a:bodyPr>
            <a:normAutofit/>
          </a:bodyPr>
          <a:lstStyle/>
          <a:p>
            <a:pPr algn="l"/>
            <a:r>
              <a:rPr lang="en-US" sz="3200">
                <a:solidFill>
                  <a:schemeClr val="bg1"/>
                </a:solidFill>
              </a:rPr>
              <a:t>Unable to view 4G/5G online context</a:t>
            </a:r>
          </a:p>
        </p:txBody>
      </p:sp>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93</a:t>
            </a:fld>
            <a:endParaRPr lang="en-US"/>
          </a:p>
        </p:txBody>
      </p:sp>
      <p:sp>
        <p:nvSpPr>
          <p:cNvPr id="5" name="Content Placeholder 4">
            <a:extLst>
              <a:ext uri="{FF2B5EF4-FFF2-40B4-BE49-F238E27FC236}">
                <a16:creationId xmlns:a16="http://schemas.microsoft.com/office/drawing/2014/main" id="{B3F41200-3D7D-4D9F-8AC7-CB92286A2D1C}"/>
              </a:ext>
            </a:extLst>
          </p:cNvPr>
          <p:cNvSpPr>
            <a:spLocks noGrp="1"/>
          </p:cNvSpPr>
          <p:nvPr>
            <p:ph idx="1"/>
          </p:nvPr>
        </p:nvSpPr>
        <p:spPr>
          <a:xfrm>
            <a:off x="587709" y="743763"/>
            <a:ext cx="11269662" cy="5862977"/>
          </a:xfrm>
        </p:spPr>
        <p:txBody>
          <a:bodyPr>
            <a:normAutofit/>
          </a:bodyPr>
          <a:lstStyle/>
          <a:p>
            <a:pPr algn="l"/>
            <a:r>
              <a:rPr lang="en-US" sz="1200" b="1" i="0">
                <a:solidFill>
                  <a:srgbClr val="333333"/>
                </a:solidFill>
                <a:effectLst/>
              </a:rPr>
              <a:t>Possible Causes</a:t>
            </a:r>
          </a:p>
          <a:p>
            <a:pPr algn="l"/>
            <a:r>
              <a:rPr lang="en-US" sz="1200" b="0" i="0">
                <a:solidFill>
                  <a:srgbClr val="333333"/>
                </a:solidFill>
                <a:effectLst/>
              </a:rPr>
              <a:t>Viewing of 4G/5G subscription online context can fail due to the following reasons:</a:t>
            </a:r>
          </a:p>
          <a:p>
            <a:pPr algn="l">
              <a:buFont typeface="Arial" panose="020B0604020202020204" pitchFamily="34" charset="0"/>
              <a:buChar char="•"/>
            </a:pPr>
            <a:r>
              <a:rPr lang="en-US" sz="1200" b="0" i="0">
                <a:solidFill>
                  <a:srgbClr val="333333"/>
                </a:solidFill>
                <a:effectLst/>
              </a:rPr>
              <a:t>No 4G/5G context is available</a:t>
            </a:r>
          </a:p>
          <a:p>
            <a:pPr algn="l">
              <a:buFont typeface="Arial" panose="020B0604020202020204" pitchFamily="34" charset="0"/>
              <a:buChar char="•"/>
            </a:pPr>
            <a:r>
              <a:rPr lang="en-US" sz="1200" b="0" i="0">
                <a:solidFill>
                  <a:srgbClr val="333333"/>
                </a:solidFill>
                <a:effectLst/>
              </a:rPr>
              <a:t>Back-end context-data API server or database is not reachable</a:t>
            </a:r>
          </a:p>
          <a:p>
            <a:pPr algn="l"/>
            <a:r>
              <a:rPr lang="en-US" sz="1200" b="1" i="0">
                <a:solidFill>
                  <a:srgbClr val="333333"/>
                </a:solidFill>
                <a:effectLst/>
              </a:rPr>
              <a:t>Preprocessing</a:t>
            </a:r>
          </a:p>
          <a:p>
            <a:pPr algn="l"/>
            <a:r>
              <a:rPr lang="en-US" sz="1200" b="0" i="0">
                <a:solidFill>
                  <a:srgbClr val="333333"/>
                </a:solidFill>
                <a:effectLst/>
              </a:rPr>
              <a:t>Check if the SDM Portal’s frontend and backend are up and running.</a:t>
            </a:r>
          </a:p>
          <a:p>
            <a:pPr algn="l"/>
            <a:r>
              <a:rPr lang="en-US" sz="1200" b="1" i="0">
                <a:solidFill>
                  <a:srgbClr val="333333"/>
                </a:solidFill>
                <a:effectLst/>
              </a:rPr>
              <a:t>Troubleshooting Procedure</a:t>
            </a:r>
          </a:p>
          <a:p>
            <a:pPr algn="l"/>
            <a:r>
              <a:rPr lang="en-US" sz="1200" b="0" i="0">
                <a:solidFill>
                  <a:srgbClr val="333333"/>
                </a:solidFill>
                <a:effectLst/>
              </a:rPr>
              <a:t>Below section includes troubleshooting steps for various API and their error codes.</a:t>
            </a:r>
          </a:p>
          <a:p>
            <a:pPr marL="0" indent="0" algn="l">
              <a:buNone/>
            </a:pPr>
            <a:endParaRPr lang="en-US" sz="1200" b="0" i="0">
              <a:solidFill>
                <a:srgbClr val="333333"/>
              </a:solidFill>
              <a:effectLst/>
            </a:endParaRPr>
          </a:p>
          <a:p>
            <a:pPr algn="l"/>
            <a:r>
              <a:rPr lang="en-IN" sz="1200" b="1" i="0">
                <a:solidFill>
                  <a:srgbClr val="333333"/>
                </a:solidFill>
                <a:effectLst/>
              </a:rPr>
              <a:t>HTTP Error Code 400</a:t>
            </a:r>
          </a:p>
          <a:p>
            <a:pPr algn="l"/>
            <a:r>
              <a:rPr lang="en-IN" sz="1200" b="1" i="0">
                <a:solidFill>
                  <a:srgbClr val="333333"/>
                </a:solidFill>
                <a:effectLst/>
              </a:rPr>
              <a:t>Message:</a:t>
            </a:r>
            <a:r>
              <a:rPr lang="en-IN" sz="1200" b="0" i="0">
                <a:solidFill>
                  <a:srgbClr val="333333"/>
                </a:solidFill>
                <a:effectLst/>
              </a:rPr>
              <a:t> API/User Interface: View 4G/5G context (API operation: GET)</a:t>
            </a:r>
          </a:p>
          <a:p>
            <a:pPr algn="l"/>
            <a:r>
              <a:rPr lang="en-IN" sz="1200" b="0" i="0">
                <a:solidFill>
                  <a:srgbClr val="333333"/>
                </a:solidFill>
                <a:effectLst/>
              </a:rPr>
              <a:t>e.g. Fetch AMF Context by SUPI API (5G) </a:t>
            </a:r>
          </a:p>
          <a:p>
            <a:pPr algn="l"/>
            <a:r>
              <a:rPr lang="en-IN" sz="1200" b="0" i="0">
                <a:solidFill>
                  <a:srgbClr val="333333"/>
                </a:solidFill>
                <a:effectLst/>
              </a:rPr>
              <a:t>      Fetch LTE Context by SUPI (4G)</a:t>
            </a:r>
          </a:p>
          <a:p>
            <a:pPr algn="l"/>
            <a:r>
              <a:rPr lang="en-IN" sz="1200" b="1" i="0">
                <a:solidFill>
                  <a:srgbClr val="333333"/>
                </a:solidFill>
                <a:effectLst/>
              </a:rPr>
              <a:t>Reason:</a:t>
            </a:r>
            <a:endParaRPr lang="en-IN" sz="1200" b="0" i="0">
              <a:solidFill>
                <a:srgbClr val="333333"/>
              </a:solidFill>
              <a:effectLst/>
            </a:endParaRPr>
          </a:p>
          <a:p>
            <a:pPr algn="l"/>
            <a:r>
              <a:rPr lang="en-IN" sz="1200" b="0" i="0">
                <a:solidFill>
                  <a:srgbClr val="333333"/>
                </a:solidFill>
                <a:effectLst/>
              </a:rPr>
              <a:t>4G or 5G online context is not available</a:t>
            </a:r>
          </a:p>
          <a:p>
            <a:pPr algn="l"/>
            <a:r>
              <a:rPr lang="en-IN" sz="1200" b="1" i="0">
                <a:solidFill>
                  <a:srgbClr val="333333"/>
                </a:solidFill>
                <a:effectLst/>
              </a:rPr>
              <a:t>Steps to resolve: </a:t>
            </a:r>
            <a:r>
              <a:rPr lang="en-IN" sz="1200" b="0" i="0">
                <a:solidFill>
                  <a:srgbClr val="333333"/>
                </a:solidFill>
                <a:effectLst/>
              </a:rPr>
              <a:t>Ensure 4G or 5G online context is available for subscriber i.e., Register UE with 4G or 5G network.</a:t>
            </a:r>
          </a:p>
          <a:p>
            <a:pPr marL="0" indent="0" algn="l">
              <a:buNone/>
            </a:pPr>
            <a:br>
              <a:rPr lang="en-US" sz="1200" b="0" i="0">
                <a:solidFill>
                  <a:srgbClr val="333333"/>
                </a:solidFill>
                <a:effectLst/>
              </a:rPr>
            </a:br>
            <a:br>
              <a:rPr lang="en-US" sz="1200" b="0" i="0">
                <a:solidFill>
                  <a:srgbClr val="333333"/>
                </a:solidFill>
                <a:effectLst/>
              </a:rPr>
            </a:br>
            <a:endParaRPr lang="en-IN" sz="1200"/>
          </a:p>
        </p:txBody>
      </p:sp>
    </p:spTree>
    <p:custDataLst>
      <p:tags r:id="rId1"/>
    </p:custDataLst>
    <p:extLst>
      <p:ext uri="{BB962C8B-B14F-4D97-AF65-F5344CB8AC3E}">
        <p14:creationId xmlns:p14="http://schemas.microsoft.com/office/powerpoint/2010/main" val="206820570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42913" y="11680"/>
            <a:ext cx="11269662" cy="684212"/>
          </a:xfrm>
        </p:spPr>
        <p:txBody>
          <a:bodyPr>
            <a:normAutofit/>
          </a:bodyPr>
          <a:lstStyle/>
          <a:p>
            <a:pPr algn="l"/>
            <a:r>
              <a:rPr lang="en-US" sz="3200">
                <a:solidFill>
                  <a:schemeClr val="bg1"/>
                </a:solidFill>
              </a:rPr>
              <a:t>Unable to view 4G/5G online context</a:t>
            </a:r>
          </a:p>
        </p:txBody>
      </p:sp>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94</a:t>
            </a:fld>
            <a:endParaRPr lang="en-US"/>
          </a:p>
        </p:txBody>
      </p:sp>
      <p:sp>
        <p:nvSpPr>
          <p:cNvPr id="5" name="Content Placeholder 4">
            <a:extLst>
              <a:ext uri="{FF2B5EF4-FFF2-40B4-BE49-F238E27FC236}">
                <a16:creationId xmlns:a16="http://schemas.microsoft.com/office/drawing/2014/main" id="{B3F41200-3D7D-4D9F-8AC7-CB92286A2D1C}"/>
              </a:ext>
            </a:extLst>
          </p:cNvPr>
          <p:cNvSpPr>
            <a:spLocks noGrp="1"/>
          </p:cNvSpPr>
          <p:nvPr>
            <p:ph idx="1"/>
          </p:nvPr>
        </p:nvSpPr>
        <p:spPr>
          <a:xfrm>
            <a:off x="587709" y="743763"/>
            <a:ext cx="11269662" cy="5862977"/>
          </a:xfrm>
        </p:spPr>
        <p:txBody>
          <a:bodyPr>
            <a:normAutofit/>
          </a:bodyPr>
          <a:lstStyle/>
          <a:p>
            <a:pPr marL="0" indent="0" algn="l">
              <a:buNone/>
            </a:pPr>
            <a:r>
              <a:rPr lang="en-IN" sz="1200" b="1" i="0">
                <a:solidFill>
                  <a:srgbClr val="333333"/>
                </a:solidFill>
                <a:effectLst/>
              </a:rPr>
              <a:t>HTTP Error Code 500</a:t>
            </a:r>
          </a:p>
          <a:p>
            <a:pPr algn="l"/>
            <a:r>
              <a:rPr lang="en-IN" sz="1200" b="1" i="0">
                <a:solidFill>
                  <a:srgbClr val="333333"/>
                </a:solidFill>
                <a:effectLst/>
              </a:rPr>
              <a:t>Message:</a:t>
            </a:r>
            <a:r>
              <a:rPr lang="en-IN" sz="1200" b="0" i="0">
                <a:solidFill>
                  <a:srgbClr val="333333"/>
                </a:solidFill>
                <a:effectLst/>
              </a:rPr>
              <a:t> API/User Interface: View 4G/5G context (API operation: GET)</a:t>
            </a:r>
          </a:p>
          <a:p>
            <a:pPr algn="l"/>
            <a:r>
              <a:rPr lang="en-IN" sz="1200" b="1" i="0">
                <a:solidFill>
                  <a:srgbClr val="333333"/>
                </a:solidFill>
                <a:effectLst/>
              </a:rPr>
              <a:t>Reason:</a:t>
            </a:r>
            <a:endParaRPr lang="en-IN" sz="1200" b="0" i="0">
              <a:solidFill>
                <a:srgbClr val="333333"/>
              </a:solidFill>
              <a:effectLst/>
            </a:endParaRPr>
          </a:p>
          <a:p>
            <a:pPr algn="l">
              <a:buFont typeface="Arial" panose="020B0604020202020204" pitchFamily="34" charset="0"/>
              <a:buChar char="•"/>
            </a:pPr>
            <a:r>
              <a:rPr lang="en-IN" sz="1200" b="0" i="0">
                <a:solidFill>
                  <a:srgbClr val="333333"/>
                </a:solidFill>
                <a:effectLst/>
              </a:rPr>
              <a:t>Database is unreachable or internal error</a:t>
            </a:r>
          </a:p>
          <a:p>
            <a:pPr algn="l">
              <a:buFont typeface="Arial" panose="020B0604020202020204" pitchFamily="34" charset="0"/>
              <a:buChar char="•"/>
            </a:pPr>
            <a:r>
              <a:rPr lang="en-IN" sz="1200" b="0" i="0">
                <a:solidFill>
                  <a:srgbClr val="333333"/>
                </a:solidFill>
                <a:effectLst/>
              </a:rPr>
              <a:t>Back-end context-data API server is not reachable</a:t>
            </a:r>
          </a:p>
          <a:p>
            <a:pPr algn="l"/>
            <a:r>
              <a:rPr lang="en-IN" sz="1200" b="1" i="0">
                <a:solidFill>
                  <a:srgbClr val="333333"/>
                </a:solidFill>
                <a:effectLst/>
              </a:rPr>
              <a:t>Steps to resolve:</a:t>
            </a:r>
            <a:endParaRPr lang="en-IN" sz="1200" b="0" i="0">
              <a:solidFill>
                <a:srgbClr val="333333"/>
              </a:solidFill>
              <a:effectLst/>
            </a:endParaRPr>
          </a:p>
          <a:p>
            <a:pPr algn="l"/>
            <a:r>
              <a:rPr lang="en-IN" sz="1200" b="0" i="0">
                <a:solidFill>
                  <a:srgbClr val="333333"/>
                </a:solidFill>
                <a:effectLst/>
              </a:rPr>
              <a:t>Make sure database &amp; back-end API server is up and running.</a:t>
            </a:r>
          </a:p>
          <a:p>
            <a:pPr marL="0" indent="0" algn="l">
              <a:buNone/>
            </a:pPr>
            <a:br>
              <a:rPr lang="en-US" sz="1100" b="0" i="0">
                <a:solidFill>
                  <a:srgbClr val="333333"/>
                </a:solidFill>
                <a:effectLst/>
                <a:latin typeface="Arial" panose="020B0604020202020204" pitchFamily="34" charset="0"/>
              </a:rPr>
            </a:br>
            <a:endParaRPr lang="en-IN" sz="1200"/>
          </a:p>
        </p:txBody>
      </p:sp>
    </p:spTree>
    <p:custDataLst>
      <p:tags r:id="rId1"/>
    </p:custDataLst>
    <p:extLst>
      <p:ext uri="{BB962C8B-B14F-4D97-AF65-F5344CB8AC3E}">
        <p14:creationId xmlns:p14="http://schemas.microsoft.com/office/powerpoint/2010/main" val="189673775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42913" y="11680"/>
            <a:ext cx="11269662" cy="684212"/>
          </a:xfrm>
        </p:spPr>
        <p:txBody>
          <a:bodyPr>
            <a:normAutofit/>
          </a:bodyPr>
          <a:lstStyle/>
          <a:p>
            <a:pPr algn="l"/>
            <a:r>
              <a:rPr lang="en-US" sz="3200">
                <a:solidFill>
                  <a:schemeClr val="bg1"/>
                </a:solidFill>
              </a:rPr>
              <a:t>Unable to associate AM/SM policy to subscription</a:t>
            </a:r>
          </a:p>
        </p:txBody>
      </p:sp>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95</a:t>
            </a:fld>
            <a:endParaRPr lang="en-US"/>
          </a:p>
        </p:txBody>
      </p:sp>
      <p:sp>
        <p:nvSpPr>
          <p:cNvPr id="5" name="Content Placeholder 4">
            <a:extLst>
              <a:ext uri="{FF2B5EF4-FFF2-40B4-BE49-F238E27FC236}">
                <a16:creationId xmlns:a16="http://schemas.microsoft.com/office/drawing/2014/main" id="{B3F41200-3D7D-4D9F-8AC7-CB92286A2D1C}"/>
              </a:ext>
            </a:extLst>
          </p:cNvPr>
          <p:cNvSpPr>
            <a:spLocks noGrp="1"/>
          </p:cNvSpPr>
          <p:nvPr>
            <p:ph idx="1"/>
          </p:nvPr>
        </p:nvSpPr>
        <p:spPr>
          <a:xfrm>
            <a:off x="587709" y="743763"/>
            <a:ext cx="11269662" cy="5862977"/>
          </a:xfrm>
        </p:spPr>
        <p:txBody>
          <a:bodyPr>
            <a:normAutofit/>
          </a:bodyPr>
          <a:lstStyle/>
          <a:p>
            <a:pPr marL="0" indent="0" algn="l">
              <a:buNone/>
            </a:pPr>
            <a:r>
              <a:rPr lang="en-US" sz="1200" b="1" i="0">
                <a:solidFill>
                  <a:srgbClr val="333333"/>
                </a:solidFill>
                <a:effectLst/>
              </a:rPr>
              <a:t>Possible Causes</a:t>
            </a:r>
          </a:p>
          <a:p>
            <a:pPr algn="l"/>
            <a:r>
              <a:rPr lang="en-US" sz="1200" b="0" i="0">
                <a:solidFill>
                  <a:srgbClr val="333333"/>
                </a:solidFill>
                <a:effectLst/>
              </a:rPr>
              <a:t>Association of AM/SM Policy association to subscription fails if:</a:t>
            </a:r>
          </a:p>
          <a:p>
            <a:pPr algn="l">
              <a:buFont typeface="Arial" panose="020B0604020202020204" pitchFamily="34" charset="0"/>
              <a:buChar char="•"/>
            </a:pPr>
            <a:r>
              <a:rPr lang="en-US" sz="1200" b="0" i="0">
                <a:solidFill>
                  <a:srgbClr val="333333"/>
                </a:solidFill>
                <a:effectLst/>
              </a:rPr>
              <a:t>slice group is not present in the system (Mandatory for SM policy association)</a:t>
            </a:r>
          </a:p>
          <a:p>
            <a:pPr algn="l">
              <a:buFont typeface="Arial" panose="020B0604020202020204" pitchFamily="34" charset="0"/>
              <a:buChar char="•"/>
            </a:pPr>
            <a:r>
              <a:rPr lang="en-US" sz="1200" b="0" i="0">
                <a:solidFill>
                  <a:srgbClr val="333333"/>
                </a:solidFill>
                <a:effectLst/>
              </a:rPr>
              <a:t>back-end API server or database is unreachable</a:t>
            </a:r>
          </a:p>
          <a:p>
            <a:pPr marL="0" indent="0" algn="l">
              <a:buNone/>
            </a:pPr>
            <a:r>
              <a:rPr lang="en-US" sz="1200" b="1" i="0">
                <a:solidFill>
                  <a:srgbClr val="333333"/>
                </a:solidFill>
                <a:effectLst/>
              </a:rPr>
              <a:t>Preprocessing                                          </a:t>
            </a:r>
          </a:p>
          <a:p>
            <a:pPr algn="l"/>
            <a:r>
              <a:rPr lang="en-US" sz="1200" b="0" i="0">
                <a:solidFill>
                  <a:srgbClr val="333333"/>
                </a:solidFill>
                <a:effectLst/>
              </a:rPr>
              <a:t>Check if the SDM Portal’s frontend and backend are up and running.</a:t>
            </a:r>
          </a:p>
          <a:p>
            <a:pPr marL="0" indent="0" algn="l">
              <a:buNone/>
            </a:pPr>
            <a:endParaRPr lang="en-US" sz="1200" b="0" i="0">
              <a:solidFill>
                <a:srgbClr val="333333"/>
              </a:solidFill>
              <a:effectLst/>
            </a:endParaRPr>
          </a:p>
          <a:p>
            <a:pPr marL="0" indent="0" algn="l">
              <a:buNone/>
            </a:pPr>
            <a:r>
              <a:rPr lang="en-US" sz="1200" b="1" i="0">
                <a:solidFill>
                  <a:srgbClr val="333333"/>
                </a:solidFill>
                <a:effectLst/>
              </a:rPr>
              <a:t>Troubleshooting Procedure</a:t>
            </a:r>
          </a:p>
          <a:p>
            <a:pPr algn="l"/>
            <a:r>
              <a:rPr lang="en-US" sz="1200" b="0" i="0">
                <a:solidFill>
                  <a:srgbClr val="333333"/>
                </a:solidFill>
                <a:effectLst/>
              </a:rPr>
              <a:t>Below section includes troubleshooting steps for various error codes.</a:t>
            </a:r>
          </a:p>
          <a:p>
            <a:pPr marL="0" indent="0" algn="l">
              <a:buNone/>
            </a:pPr>
            <a:r>
              <a:rPr lang="en-US" sz="1200" b="1" i="0">
                <a:solidFill>
                  <a:srgbClr val="333333"/>
                </a:solidFill>
                <a:effectLst/>
              </a:rPr>
              <a:t>HTTP Error Code 400</a:t>
            </a:r>
          </a:p>
          <a:p>
            <a:pPr algn="l"/>
            <a:r>
              <a:rPr lang="en-US" sz="1200" b="1" i="0">
                <a:solidFill>
                  <a:srgbClr val="333333"/>
                </a:solidFill>
                <a:effectLst/>
              </a:rPr>
              <a:t>Message: API/User Interface: </a:t>
            </a:r>
            <a:r>
              <a:rPr lang="en-US" sz="1200" b="0" i="0">
                <a:solidFill>
                  <a:srgbClr val="333333"/>
                </a:solidFill>
                <a:effectLst/>
              </a:rPr>
              <a:t>Associate SM Policy for Subscription by SUPI API (API operation: PUT)</a:t>
            </a:r>
          </a:p>
          <a:p>
            <a:pPr algn="l"/>
            <a:r>
              <a:rPr lang="en-US" sz="1200" b="1" i="0">
                <a:solidFill>
                  <a:srgbClr val="333333"/>
                </a:solidFill>
                <a:effectLst/>
              </a:rPr>
              <a:t>Reason: </a:t>
            </a:r>
            <a:r>
              <a:rPr lang="en-US" sz="1200" b="0" i="0">
                <a:solidFill>
                  <a:srgbClr val="333333"/>
                </a:solidFill>
                <a:effectLst/>
              </a:rPr>
              <a:t>Slice group is not passed as provisioning parameter.</a:t>
            </a:r>
          </a:p>
          <a:p>
            <a:pPr algn="l"/>
            <a:r>
              <a:rPr lang="en-US" sz="1200" b="1" i="0">
                <a:solidFill>
                  <a:srgbClr val="333333"/>
                </a:solidFill>
                <a:effectLst/>
              </a:rPr>
              <a:t>Steps to resolve:</a:t>
            </a:r>
            <a:endParaRPr lang="en-US" sz="1200" b="0" i="0">
              <a:solidFill>
                <a:srgbClr val="333333"/>
              </a:solidFill>
              <a:effectLst/>
            </a:endParaRPr>
          </a:p>
          <a:p>
            <a:pPr algn="l"/>
            <a:r>
              <a:rPr lang="en-US" sz="1200" b="0" i="0">
                <a:solidFill>
                  <a:srgbClr val="333333"/>
                </a:solidFill>
                <a:effectLst/>
              </a:rPr>
              <a:t>Slice group must be configured and is mandatory for associating SM policy.</a:t>
            </a:r>
          </a:p>
          <a:p>
            <a:pPr marL="0" indent="0" algn="l">
              <a:buNone/>
            </a:pPr>
            <a:br>
              <a:rPr lang="en-US" sz="1100" b="0" i="0">
                <a:solidFill>
                  <a:srgbClr val="333333"/>
                </a:solidFill>
                <a:effectLst/>
                <a:latin typeface="Arial" panose="020B0604020202020204" pitchFamily="34" charset="0"/>
              </a:rPr>
            </a:br>
            <a:endParaRPr lang="en-IN" sz="1200"/>
          </a:p>
        </p:txBody>
      </p:sp>
    </p:spTree>
    <p:custDataLst>
      <p:tags r:id="rId1"/>
    </p:custDataLst>
    <p:extLst>
      <p:ext uri="{BB962C8B-B14F-4D97-AF65-F5344CB8AC3E}">
        <p14:creationId xmlns:p14="http://schemas.microsoft.com/office/powerpoint/2010/main" val="134472437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42913" y="11680"/>
            <a:ext cx="11269662" cy="684212"/>
          </a:xfrm>
        </p:spPr>
        <p:txBody>
          <a:bodyPr>
            <a:normAutofit/>
          </a:bodyPr>
          <a:lstStyle/>
          <a:p>
            <a:pPr algn="l"/>
            <a:r>
              <a:rPr lang="en-US" sz="3200">
                <a:solidFill>
                  <a:schemeClr val="bg1"/>
                </a:solidFill>
              </a:rPr>
              <a:t>Unable to associate AM/SM policy to subscription</a:t>
            </a:r>
          </a:p>
        </p:txBody>
      </p:sp>
      <p:sp>
        <p:nvSpPr>
          <p:cNvPr id="3" name="Footer Placeholder 2"/>
          <p:cNvSpPr>
            <a:spLocks noGrp="1"/>
          </p:cNvSpPr>
          <p:nvPr>
            <p:ph type="ftr" sz="quarter" idx="11"/>
          </p:nvPr>
        </p:nvSpPr>
        <p:spPr/>
        <p:txBody>
          <a:bodyPr/>
          <a:lstStyle/>
          <a:p>
            <a:r>
              <a:rPr lang="en-IN"/>
              <a:t>COPYRIGHT 2021 ALEPO</a:t>
            </a:r>
            <a:endParaRPr lang="en-US"/>
          </a:p>
        </p:txBody>
      </p:sp>
      <p:sp>
        <p:nvSpPr>
          <p:cNvPr id="4" name="Slide Number Placeholder 3"/>
          <p:cNvSpPr>
            <a:spLocks noGrp="1"/>
          </p:cNvSpPr>
          <p:nvPr>
            <p:ph type="sldNum" sz="quarter" idx="12"/>
          </p:nvPr>
        </p:nvSpPr>
        <p:spPr/>
        <p:txBody>
          <a:bodyPr/>
          <a:lstStyle/>
          <a:p>
            <a:fld id="{E3D06F73-2A61-4D64-83CA-5C08E806914B}" type="slidenum">
              <a:rPr lang="en-US" smtClean="0"/>
              <a:pPr/>
              <a:t>96</a:t>
            </a:fld>
            <a:endParaRPr lang="en-US"/>
          </a:p>
        </p:txBody>
      </p:sp>
      <p:sp>
        <p:nvSpPr>
          <p:cNvPr id="5" name="Content Placeholder 4">
            <a:extLst>
              <a:ext uri="{FF2B5EF4-FFF2-40B4-BE49-F238E27FC236}">
                <a16:creationId xmlns:a16="http://schemas.microsoft.com/office/drawing/2014/main" id="{B3F41200-3D7D-4D9F-8AC7-CB92286A2D1C}"/>
              </a:ext>
            </a:extLst>
          </p:cNvPr>
          <p:cNvSpPr>
            <a:spLocks noGrp="1"/>
          </p:cNvSpPr>
          <p:nvPr>
            <p:ph idx="1"/>
          </p:nvPr>
        </p:nvSpPr>
        <p:spPr>
          <a:xfrm>
            <a:off x="587709" y="743763"/>
            <a:ext cx="11269662" cy="5862977"/>
          </a:xfrm>
        </p:spPr>
        <p:txBody>
          <a:bodyPr>
            <a:normAutofit/>
          </a:bodyPr>
          <a:lstStyle/>
          <a:p>
            <a:pPr marL="0" indent="0" algn="l">
              <a:buNone/>
            </a:pPr>
            <a:r>
              <a:rPr lang="en-US" sz="1200" b="1" i="0">
                <a:solidFill>
                  <a:srgbClr val="333333"/>
                </a:solidFill>
                <a:effectLst/>
              </a:rPr>
              <a:t>HTTP Error Code 500</a:t>
            </a:r>
          </a:p>
          <a:p>
            <a:pPr algn="l"/>
            <a:r>
              <a:rPr lang="en-US" sz="1200" b="1" i="0">
                <a:solidFill>
                  <a:srgbClr val="333333"/>
                </a:solidFill>
                <a:effectLst/>
              </a:rPr>
              <a:t>Message API/User Interface: </a:t>
            </a:r>
            <a:r>
              <a:rPr lang="en-US" sz="1200" b="0" i="0">
                <a:solidFill>
                  <a:srgbClr val="333333"/>
                </a:solidFill>
                <a:effectLst/>
              </a:rPr>
              <a:t>Associate AM Policy for Subscription by SUPI API (API operation: PUT)</a:t>
            </a:r>
          </a:p>
          <a:p>
            <a:pPr algn="l"/>
            <a:r>
              <a:rPr lang="en-US" sz="1200" b="1" i="0">
                <a:solidFill>
                  <a:srgbClr val="333333"/>
                </a:solidFill>
                <a:effectLst/>
              </a:rPr>
              <a:t>Reason:</a:t>
            </a:r>
            <a:endParaRPr lang="en-US" sz="1200" b="0" i="0">
              <a:solidFill>
                <a:srgbClr val="333333"/>
              </a:solidFill>
              <a:effectLst/>
            </a:endParaRPr>
          </a:p>
          <a:p>
            <a:pPr algn="l">
              <a:buFont typeface="Arial" panose="020B0604020202020204" pitchFamily="34" charset="0"/>
              <a:buChar char="•"/>
            </a:pPr>
            <a:r>
              <a:rPr lang="en-US" sz="1200" b="0" i="0">
                <a:solidFill>
                  <a:srgbClr val="333333"/>
                </a:solidFill>
                <a:effectLst/>
              </a:rPr>
              <a:t>Database is not reachable or has an internal error</a:t>
            </a:r>
          </a:p>
          <a:p>
            <a:pPr algn="l">
              <a:buFont typeface="Arial" panose="020B0604020202020204" pitchFamily="34" charset="0"/>
              <a:buChar char="•"/>
            </a:pPr>
            <a:r>
              <a:rPr lang="en-US" sz="1200" b="0" i="0">
                <a:solidFill>
                  <a:srgbClr val="333333"/>
                </a:solidFill>
                <a:effectLst/>
              </a:rPr>
              <a:t>Back-end API server is not reachable</a:t>
            </a:r>
          </a:p>
          <a:p>
            <a:pPr algn="l"/>
            <a:r>
              <a:rPr lang="en-US" sz="1200" b="1" i="0">
                <a:solidFill>
                  <a:srgbClr val="333333"/>
                </a:solidFill>
                <a:effectLst/>
              </a:rPr>
              <a:t>Steps to resolve: </a:t>
            </a:r>
            <a:r>
              <a:rPr lang="en-US" sz="1200" b="0" i="0">
                <a:solidFill>
                  <a:srgbClr val="333333"/>
                </a:solidFill>
                <a:effectLst/>
              </a:rPr>
              <a:t>Ensure database &amp; back-end API server both are up and running.</a:t>
            </a:r>
          </a:p>
          <a:p>
            <a:pPr marL="0" indent="0" algn="l">
              <a:buNone/>
            </a:pPr>
            <a:endParaRPr lang="en-IN" sz="1200"/>
          </a:p>
          <a:p>
            <a:pPr algn="l"/>
            <a:r>
              <a:rPr lang="en-US" sz="1200" b="1" i="0">
                <a:solidFill>
                  <a:srgbClr val="333333"/>
                </a:solidFill>
                <a:effectLst/>
              </a:rPr>
              <a:t>Message: API/User Interface: </a:t>
            </a:r>
            <a:r>
              <a:rPr lang="en-US" sz="1200" b="0" i="0">
                <a:solidFill>
                  <a:srgbClr val="333333"/>
                </a:solidFill>
                <a:effectLst/>
              </a:rPr>
              <a:t>Associate SM Policy for Subscription by SUPI API (API operation: PUT)</a:t>
            </a:r>
          </a:p>
          <a:p>
            <a:pPr algn="l"/>
            <a:r>
              <a:rPr lang="en-US" sz="1200" b="1" i="0">
                <a:solidFill>
                  <a:srgbClr val="333333"/>
                </a:solidFill>
                <a:effectLst/>
              </a:rPr>
              <a:t>Reason:</a:t>
            </a:r>
            <a:endParaRPr lang="en-US" sz="1200" b="0" i="0">
              <a:solidFill>
                <a:srgbClr val="333333"/>
              </a:solidFill>
              <a:effectLst/>
            </a:endParaRPr>
          </a:p>
          <a:p>
            <a:pPr algn="l">
              <a:buFont typeface="Arial" panose="020B0604020202020204" pitchFamily="34" charset="0"/>
              <a:buChar char="•"/>
            </a:pPr>
            <a:r>
              <a:rPr lang="en-US" sz="1200" b="0" i="0">
                <a:solidFill>
                  <a:srgbClr val="333333"/>
                </a:solidFill>
                <a:effectLst/>
              </a:rPr>
              <a:t>Database is unreachable or has an internal error</a:t>
            </a:r>
          </a:p>
          <a:p>
            <a:pPr algn="l">
              <a:buFont typeface="Arial" panose="020B0604020202020204" pitchFamily="34" charset="0"/>
              <a:buChar char="•"/>
            </a:pPr>
            <a:r>
              <a:rPr lang="en-US" sz="1200" b="0" i="0">
                <a:solidFill>
                  <a:srgbClr val="333333"/>
                </a:solidFill>
                <a:effectLst/>
              </a:rPr>
              <a:t>Back-end API server is not reachable</a:t>
            </a:r>
          </a:p>
          <a:p>
            <a:pPr algn="l"/>
            <a:r>
              <a:rPr lang="en-US" sz="1200" b="1" i="0">
                <a:solidFill>
                  <a:srgbClr val="333333"/>
                </a:solidFill>
                <a:effectLst/>
              </a:rPr>
              <a:t>Steps to resolve:</a:t>
            </a:r>
            <a:endParaRPr lang="en-US" sz="1200" b="0" i="0">
              <a:solidFill>
                <a:srgbClr val="333333"/>
              </a:solidFill>
              <a:effectLst/>
            </a:endParaRPr>
          </a:p>
          <a:p>
            <a:pPr algn="l"/>
            <a:r>
              <a:rPr lang="en-US" sz="1200" b="0" i="0">
                <a:solidFill>
                  <a:srgbClr val="333333"/>
                </a:solidFill>
                <a:effectLst/>
              </a:rPr>
              <a:t>Ensure database &amp; back-end API server both are up and running.</a:t>
            </a:r>
          </a:p>
          <a:p>
            <a:endParaRPr lang="en-IN" sz="1200"/>
          </a:p>
        </p:txBody>
      </p:sp>
    </p:spTree>
    <p:custDataLst>
      <p:tags r:id="rId1"/>
    </p:custDataLst>
    <p:extLst>
      <p:ext uri="{BB962C8B-B14F-4D97-AF65-F5344CB8AC3E}">
        <p14:creationId xmlns:p14="http://schemas.microsoft.com/office/powerpoint/2010/main" val="139431750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997EDE51-E947-4071-B83A-C8C45B4D928A}"/>
              </a:ext>
            </a:extLst>
          </p:cNvPr>
          <p:cNvGrpSpPr/>
          <p:nvPr/>
        </p:nvGrpSpPr>
        <p:grpSpPr>
          <a:xfrm>
            <a:off x="488357" y="4622427"/>
            <a:ext cx="11350245" cy="1205556"/>
            <a:chOff x="488357" y="4622427"/>
            <a:chExt cx="11350245" cy="1205556"/>
          </a:xfrm>
        </p:grpSpPr>
        <p:grpSp>
          <p:nvGrpSpPr>
            <p:cNvPr id="2" name="Group 1">
              <a:extLst>
                <a:ext uri="{FF2B5EF4-FFF2-40B4-BE49-F238E27FC236}">
                  <a16:creationId xmlns:a16="http://schemas.microsoft.com/office/drawing/2014/main" id="{3E08C9F0-C539-4BCB-B80B-4A7BB5B2DC7B}"/>
                </a:ext>
              </a:extLst>
            </p:cNvPr>
            <p:cNvGrpSpPr/>
            <p:nvPr/>
          </p:nvGrpSpPr>
          <p:grpSpPr>
            <a:xfrm>
              <a:off x="488357" y="4622427"/>
              <a:ext cx="11350245" cy="1107996"/>
              <a:chOff x="488357" y="4622427"/>
              <a:chExt cx="11350245" cy="1107996"/>
            </a:xfrm>
          </p:grpSpPr>
          <p:sp>
            <p:nvSpPr>
              <p:cNvPr id="3" name="TextBox 2">
                <a:extLst>
                  <a:ext uri="{FF2B5EF4-FFF2-40B4-BE49-F238E27FC236}">
                    <a16:creationId xmlns:a16="http://schemas.microsoft.com/office/drawing/2014/main" id="{FE2E9E97-20B2-4065-92BA-562B2ACD62B0}"/>
                  </a:ext>
                </a:extLst>
              </p:cNvPr>
              <p:cNvSpPr txBox="1"/>
              <p:nvPr/>
            </p:nvSpPr>
            <p:spPr>
              <a:xfrm>
                <a:off x="488357" y="4622427"/>
                <a:ext cx="2777872" cy="1107996"/>
              </a:xfrm>
              <a:prstGeom prst="rect">
                <a:avLst/>
              </a:prstGeom>
              <a:noFill/>
            </p:spPr>
            <p:txBody>
              <a:bodyPr wrap="square" rtlCol="0">
                <a:spAutoFit/>
              </a:bodyPr>
              <a:lstStyle/>
              <a:p>
                <a:pPr marL="0" marR="0" lvl="0" indent="0" defTabSz="914400" eaLnBrk="1" fontAlgn="auto" latinLnBrk="0" hangingPunct="1">
                  <a:lnSpc>
                    <a:spcPct val="100000"/>
                  </a:lnSpc>
                  <a:spcBef>
                    <a:spcPts val="1200"/>
                  </a:spcBef>
                  <a:spcAft>
                    <a:spcPts val="0"/>
                  </a:spcAft>
                  <a:buClrTx/>
                  <a:buSzTx/>
                  <a:buFontTx/>
                  <a:buNone/>
                  <a:tabLst/>
                  <a:defRPr/>
                </a:pPr>
                <a:r>
                  <a:rPr lang="en-US" kern="0">
                    <a:solidFill>
                      <a:schemeClr val="bg2"/>
                    </a:solidFill>
                    <a:latin typeface="+mj-lt"/>
                  </a:rPr>
                  <a:t>Corporate HQ </a:t>
                </a:r>
              </a:p>
              <a:p>
                <a:pPr marL="0" marR="0" lvl="0" indent="0" defTabSz="914400" eaLnBrk="1" fontAlgn="auto" latinLnBrk="0" hangingPunct="1">
                  <a:lnSpc>
                    <a:spcPct val="100000"/>
                  </a:lnSpc>
                  <a:spcBef>
                    <a:spcPts val="1200"/>
                  </a:spcBef>
                  <a:spcAft>
                    <a:spcPts val="0"/>
                  </a:spcAft>
                  <a:buClrTx/>
                  <a:buSzTx/>
                  <a:buFontTx/>
                  <a:buNone/>
                  <a:tabLst/>
                  <a:defRPr/>
                </a:pPr>
                <a:r>
                  <a:rPr kumimoji="0" lang="de-DE" sz="1400" b="0" i="0" u="none" strike="noStrike" kern="0" cap="none" spc="0" normalizeH="0" baseline="0" noProof="0">
                    <a:ln>
                      <a:noFill/>
                    </a:ln>
                    <a:solidFill>
                      <a:schemeClr val="bg2"/>
                    </a:solidFill>
                    <a:effectLst/>
                    <a:uLnTx/>
                    <a:uFillTx/>
                    <a:latin typeface="+mn-lt"/>
                  </a:rPr>
                  <a:t>Austin, TX, USA</a:t>
                </a:r>
              </a:p>
              <a:p>
                <a:pPr marL="0" marR="0" lvl="0" indent="0" defTabSz="914400" eaLnBrk="1" fontAlgn="auto" latinLnBrk="0" hangingPunct="1">
                  <a:lnSpc>
                    <a:spcPct val="100000"/>
                  </a:lnSpc>
                  <a:spcBef>
                    <a:spcPts val="1200"/>
                  </a:spcBef>
                  <a:spcAft>
                    <a:spcPts val="0"/>
                  </a:spcAft>
                  <a:buClrTx/>
                  <a:buSzTx/>
                  <a:buFontTx/>
                  <a:buNone/>
                  <a:tabLst/>
                  <a:defRPr/>
                </a:pPr>
                <a:r>
                  <a:rPr kumimoji="0" lang="de-DE" sz="1400" b="0" i="0" u="none" strike="noStrike" kern="0" cap="none" spc="0" normalizeH="0" baseline="0" noProof="0">
                    <a:ln>
                      <a:noFill/>
                    </a:ln>
                    <a:solidFill>
                      <a:srgbClr val="1F3C88"/>
                    </a:solidFill>
                    <a:effectLst/>
                    <a:uLnTx/>
                    <a:uFillTx/>
                    <a:latin typeface="+mn-lt"/>
                    <a:hlinkClick r:id="rId2">
                      <a:extLst>
                        <a:ext uri="{A12FA001-AC4F-418D-AE19-62706E023703}">
                          <ahyp:hlinkClr xmlns:ahyp="http://schemas.microsoft.com/office/drawing/2018/hyperlinkcolor" val="tx"/>
                        </a:ext>
                      </a:extLst>
                    </a:hlinkClick>
                  </a:rPr>
                  <a:t>sales@alepo.com</a:t>
                </a:r>
                <a:r>
                  <a:rPr kumimoji="0" lang="de-DE" sz="1400" b="0" i="0" u="none" strike="noStrike" kern="0" cap="none" spc="0" normalizeH="0" baseline="0" noProof="0">
                    <a:ln>
                      <a:noFill/>
                    </a:ln>
                    <a:solidFill>
                      <a:srgbClr val="1F3C88"/>
                    </a:solidFill>
                    <a:effectLst/>
                    <a:uLnTx/>
                    <a:uFillTx/>
                    <a:latin typeface="+mn-lt"/>
                  </a:rPr>
                  <a:t> </a:t>
                </a:r>
              </a:p>
            </p:txBody>
          </p:sp>
          <p:sp>
            <p:nvSpPr>
              <p:cNvPr id="4" name="Rectangle 3">
                <a:extLst>
                  <a:ext uri="{FF2B5EF4-FFF2-40B4-BE49-F238E27FC236}">
                    <a16:creationId xmlns:a16="http://schemas.microsoft.com/office/drawing/2014/main" id="{8F976085-A17F-4CD0-9C88-1069075979B3}"/>
                  </a:ext>
                </a:extLst>
              </p:cNvPr>
              <p:cNvSpPr/>
              <p:nvPr/>
            </p:nvSpPr>
            <p:spPr>
              <a:xfrm>
                <a:off x="3380819" y="4622427"/>
                <a:ext cx="1215397" cy="369332"/>
              </a:xfrm>
              <a:prstGeom prst="rect">
                <a:avLst/>
              </a:prstGeom>
            </p:spPr>
            <p:txBody>
              <a:bodyPr wrap="none">
                <a:spAutoFit/>
              </a:bodyPr>
              <a:lstStyle/>
              <a:p>
                <a:r>
                  <a:rPr kumimoji="0" lang="en-US" sz="1800" b="0" i="0" u="none" strike="noStrike" kern="0" cap="none" spc="0" normalizeH="0" baseline="0" noProof="0">
                    <a:ln>
                      <a:noFill/>
                    </a:ln>
                    <a:solidFill>
                      <a:schemeClr val="bg2"/>
                    </a:solidFill>
                    <a:effectLst/>
                    <a:uLnTx/>
                    <a:uFillTx/>
                    <a:latin typeface="+mj-lt"/>
                    <a:ea typeface="+mn-ea"/>
                    <a:cs typeface="+mn-cs"/>
                  </a:rPr>
                  <a:t>Follow Us</a:t>
                </a:r>
                <a:endParaRPr lang="en-IN" b="0">
                  <a:solidFill>
                    <a:schemeClr val="bg2"/>
                  </a:solidFill>
                  <a:latin typeface="+mj-lt"/>
                </a:endParaRPr>
              </a:p>
            </p:txBody>
          </p:sp>
          <p:grpSp>
            <p:nvGrpSpPr>
              <p:cNvPr id="5" name="Group 4">
                <a:extLst>
                  <a:ext uri="{FF2B5EF4-FFF2-40B4-BE49-F238E27FC236}">
                    <a16:creationId xmlns:a16="http://schemas.microsoft.com/office/drawing/2014/main" id="{8C0FA832-A5AC-45F5-A8E0-8550FBCC5847}"/>
                  </a:ext>
                </a:extLst>
              </p:cNvPr>
              <p:cNvGrpSpPr/>
              <p:nvPr/>
            </p:nvGrpSpPr>
            <p:grpSpPr>
              <a:xfrm>
                <a:off x="3492579" y="5167611"/>
                <a:ext cx="513793" cy="513793"/>
                <a:chOff x="600117" y="5061528"/>
                <a:chExt cx="513793" cy="513793"/>
              </a:xfrm>
            </p:grpSpPr>
            <p:sp>
              <p:nvSpPr>
                <p:cNvPr id="6" name="Oval 5">
                  <a:extLst>
                    <a:ext uri="{FF2B5EF4-FFF2-40B4-BE49-F238E27FC236}">
                      <a16:creationId xmlns:a16="http://schemas.microsoft.com/office/drawing/2014/main" id="{A764D083-8D13-47FA-92A7-AE174BC33F31}"/>
                    </a:ext>
                  </a:extLst>
                </p:cNvPr>
                <p:cNvSpPr/>
                <p:nvPr userDrawn="1"/>
              </p:nvSpPr>
              <p:spPr>
                <a:xfrm>
                  <a:off x="600117" y="5061528"/>
                  <a:ext cx="513793" cy="513793"/>
                </a:xfrm>
                <a:prstGeom prst="ellipse">
                  <a:avLst/>
                </a:prstGeom>
                <a:solidFill>
                  <a:srgbClr val="2D6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Freeform 45">
                  <a:extLst>
                    <a:ext uri="{FF2B5EF4-FFF2-40B4-BE49-F238E27FC236}">
                      <a16:creationId xmlns:a16="http://schemas.microsoft.com/office/drawing/2014/main" id="{DC02D30F-F297-440F-BE44-A63704B3D47A}"/>
                    </a:ext>
                  </a:extLst>
                </p:cNvPr>
                <p:cNvSpPr>
                  <a:spLocks noEditPoints="1"/>
                </p:cNvSpPr>
                <p:nvPr userDrawn="1"/>
              </p:nvSpPr>
              <p:spPr bwMode="auto">
                <a:xfrm>
                  <a:off x="692946" y="5145835"/>
                  <a:ext cx="328134" cy="337628"/>
                </a:xfrm>
                <a:custGeom>
                  <a:avLst/>
                  <a:gdLst>
                    <a:gd name="T0" fmla="*/ 1359 w 1716"/>
                    <a:gd name="T1" fmla="*/ 162 h 1692"/>
                    <a:gd name="T2" fmla="*/ 1068 w 1716"/>
                    <a:gd name="T3" fmla="*/ 28 h 1692"/>
                    <a:gd name="T4" fmla="*/ 225 w 1716"/>
                    <a:gd name="T5" fmla="*/ 286 h 1692"/>
                    <a:gd name="T6" fmla="*/ 48 w 1716"/>
                    <a:gd name="T7" fmla="*/ 601 h 1692"/>
                    <a:gd name="T8" fmla="*/ 357 w 1716"/>
                    <a:gd name="T9" fmla="*/ 1527 h 1692"/>
                    <a:gd name="T10" fmla="*/ 613 w 1716"/>
                    <a:gd name="T11" fmla="*/ 1654 h 1692"/>
                    <a:gd name="T12" fmla="*/ 1264 w 1716"/>
                    <a:gd name="T13" fmla="*/ 1589 h 1692"/>
                    <a:gd name="T14" fmla="*/ 1684 w 1716"/>
                    <a:gd name="T15" fmla="*/ 1050 h 1692"/>
                    <a:gd name="T16" fmla="*/ 1548 w 1716"/>
                    <a:gd name="T17" fmla="*/ 470 h 1692"/>
                    <a:gd name="T18" fmla="*/ 1489 w 1716"/>
                    <a:gd name="T19" fmla="*/ 374 h 1692"/>
                    <a:gd name="T20" fmla="*/ 1225 w 1716"/>
                    <a:gd name="T21" fmla="*/ 657 h 1692"/>
                    <a:gd name="T22" fmla="*/ 1454 w 1716"/>
                    <a:gd name="T23" fmla="*/ 857 h 1692"/>
                    <a:gd name="T24" fmla="*/ 901 w 1716"/>
                    <a:gd name="T25" fmla="*/ 270 h 1692"/>
                    <a:gd name="T26" fmla="*/ 776 w 1716"/>
                    <a:gd name="T27" fmla="*/ 483 h 1692"/>
                    <a:gd name="T28" fmla="*/ 500 w 1716"/>
                    <a:gd name="T29" fmla="*/ 732 h 1692"/>
                    <a:gd name="T30" fmla="*/ 585 w 1716"/>
                    <a:gd name="T31" fmla="*/ 360 h 1692"/>
                    <a:gd name="T32" fmla="*/ 884 w 1716"/>
                    <a:gd name="T33" fmla="*/ 632 h 1692"/>
                    <a:gd name="T34" fmla="*/ 961 w 1716"/>
                    <a:gd name="T35" fmla="*/ 655 h 1692"/>
                    <a:gd name="T36" fmla="*/ 876 w 1716"/>
                    <a:gd name="T37" fmla="*/ 932 h 1692"/>
                    <a:gd name="T38" fmla="*/ 1321 w 1716"/>
                    <a:gd name="T39" fmla="*/ 524 h 1692"/>
                    <a:gd name="T40" fmla="*/ 1151 w 1716"/>
                    <a:gd name="T41" fmla="*/ 346 h 1692"/>
                    <a:gd name="T42" fmla="*/ 1375 w 1716"/>
                    <a:gd name="T43" fmla="*/ 449 h 1692"/>
                    <a:gd name="T44" fmla="*/ 1326 w 1716"/>
                    <a:gd name="T45" fmla="*/ 247 h 1692"/>
                    <a:gd name="T46" fmla="*/ 1326 w 1716"/>
                    <a:gd name="T47" fmla="*/ 247 h 1692"/>
                    <a:gd name="T48" fmla="*/ 1123 w 1716"/>
                    <a:gd name="T49" fmla="*/ 129 h 1692"/>
                    <a:gd name="T50" fmla="*/ 1058 w 1716"/>
                    <a:gd name="T51" fmla="*/ 337 h 1692"/>
                    <a:gd name="T52" fmla="*/ 968 w 1716"/>
                    <a:gd name="T53" fmla="*/ 90 h 1692"/>
                    <a:gd name="T54" fmla="*/ 811 w 1716"/>
                    <a:gd name="T55" fmla="*/ 90 h 1692"/>
                    <a:gd name="T56" fmla="*/ 736 w 1716"/>
                    <a:gd name="T57" fmla="*/ 124 h 1692"/>
                    <a:gd name="T58" fmla="*/ 659 w 1716"/>
                    <a:gd name="T59" fmla="*/ 215 h 1692"/>
                    <a:gd name="T60" fmla="*/ 655 w 1716"/>
                    <a:gd name="T61" fmla="*/ 226 h 1692"/>
                    <a:gd name="T62" fmla="*/ 576 w 1716"/>
                    <a:gd name="T63" fmla="*/ 137 h 1692"/>
                    <a:gd name="T64" fmla="*/ 352 w 1716"/>
                    <a:gd name="T65" fmla="*/ 333 h 1692"/>
                    <a:gd name="T66" fmla="*/ 571 w 1716"/>
                    <a:gd name="T67" fmla="*/ 234 h 1692"/>
                    <a:gd name="T68" fmla="*/ 342 w 1716"/>
                    <a:gd name="T69" fmla="*/ 383 h 1692"/>
                    <a:gd name="T70" fmla="*/ 133 w 1716"/>
                    <a:gd name="T71" fmla="*/ 597 h 1692"/>
                    <a:gd name="T72" fmla="*/ 111 w 1716"/>
                    <a:gd name="T73" fmla="*/ 763 h 1692"/>
                    <a:gd name="T74" fmla="*/ 120 w 1716"/>
                    <a:gd name="T75" fmla="*/ 1017 h 1692"/>
                    <a:gd name="T76" fmla="*/ 355 w 1716"/>
                    <a:gd name="T77" fmla="*/ 1078 h 1692"/>
                    <a:gd name="T78" fmla="*/ 149 w 1716"/>
                    <a:gd name="T79" fmla="*/ 895 h 1692"/>
                    <a:gd name="T80" fmla="*/ 462 w 1716"/>
                    <a:gd name="T81" fmla="*/ 806 h 1692"/>
                    <a:gd name="T82" fmla="*/ 365 w 1716"/>
                    <a:gd name="T83" fmla="*/ 1430 h 1692"/>
                    <a:gd name="T84" fmla="*/ 599 w 1716"/>
                    <a:gd name="T85" fmla="*/ 1564 h 1692"/>
                    <a:gd name="T86" fmla="*/ 526 w 1716"/>
                    <a:gd name="T87" fmla="*/ 858 h 1692"/>
                    <a:gd name="T88" fmla="*/ 947 w 1716"/>
                    <a:gd name="T89" fmla="*/ 1605 h 1692"/>
                    <a:gd name="T90" fmla="*/ 947 w 1716"/>
                    <a:gd name="T91" fmla="*/ 1605 h 1692"/>
                    <a:gd name="T92" fmla="*/ 1074 w 1716"/>
                    <a:gd name="T93" fmla="*/ 1293 h 1692"/>
                    <a:gd name="T94" fmla="*/ 1373 w 1716"/>
                    <a:gd name="T95" fmla="*/ 1415 h 1692"/>
                    <a:gd name="T96" fmla="*/ 1381 w 1716"/>
                    <a:gd name="T97" fmla="*/ 1396 h 1692"/>
                    <a:gd name="T98" fmla="*/ 1268 w 1716"/>
                    <a:gd name="T99" fmla="*/ 1352 h 1692"/>
                    <a:gd name="T100" fmla="*/ 1215 w 1716"/>
                    <a:gd name="T101" fmla="*/ 1033 h 1692"/>
                    <a:gd name="T102" fmla="*/ 1463 w 1716"/>
                    <a:gd name="T103" fmla="*/ 613 h 1692"/>
                    <a:gd name="T104" fmla="*/ 1579 w 1716"/>
                    <a:gd name="T105" fmla="*/ 655 h 1692"/>
                    <a:gd name="T106" fmla="*/ 1522 w 1716"/>
                    <a:gd name="T107" fmla="*/ 789 h 1692"/>
                    <a:gd name="T108" fmla="*/ 1595 w 1716"/>
                    <a:gd name="T109" fmla="*/ 1069 h 1692"/>
                    <a:gd name="T110" fmla="*/ 1541 w 1716"/>
                    <a:gd name="T111" fmla="*/ 890 h 1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716" h="1692">
                      <a:moveTo>
                        <a:pt x="1657" y="556"/>
                      </a:moveTo>
                      <a:cubicBezTo>
                        <a:pt x="1605" y="414"/>
                        <a:pt x="1514" y="287"/>
                        <a:pt x="1395" y="190"/>
                      </a:cubicBezTo>
                      <a:cubicBezTo>
                        <a:pt x="1389" y="187"/>
                        <a:pt x="1385" y="183"/>
                        <a:pt x="1380" y="179"/>
                      </a:cubicBezTo>
                      <a:cubicBezTo>
                        <a:pt x="1373" y="174"/>
                        <a:pt x="1366" y="168"/>
                        <a:pt x="1359" y="162"/>
                      </a:cubicBezTo>
                      <a:cubicBezTo>
                        <a:pt x="1295" y="117"/>
                        <a:pt x="1224" y="79"/>
                        <a:pt x="1146" y="52"/>
                      </a:cubicBezTo>
                      <a:cubicBezTo>
                        <a:pt x="1143" y="51"/>
                        <a:pt x="1140" y="50"/>
                        <a:pt x="1137" y="49"/>
                      </a:cubicBezTo>
                      <a:cubicBezTo>
                        <a:pt x="1127" y="45"/>
                        <a:pt x="1116" y="42"/>
                        <a:pt x="1106" y="38"/>
                      </a:cubicBezTo>
                      <a:cubicBezTo>
                        <a:pt x="1094" y="35"/>
                        <a:pt x="1082" y="31"/>
                        <a:pt x="1068" y="28"/>
                      </a:cubicBezTo>
                      <a:cubicBezTo>
                        <a:pt x="989" y="8"/>
                        <a:pt x="908" y="0"/>
                        <a:pt x="829" y="3"/>
                      </a:cubicBezTo>
                      <a:cubicBezTo>
                        <a:pt x="820" y="3"/>
                        <a:pt x="811" y="4"/>
                        <a:pt x="802" y="4"/>
                      </a:cubicBezTo>
                      <a:cubicBezTo>
                        <a:pt x="642" y="15"/>
                        <a:pt x="488" y="71"/>
                        <a:pt x="361" y="163"/>
                      </a:cubicBezTo>
                      <a:cubicBezTo>
                        <a:pt x="311" y="199"/>
                        <a:pt x="265" y="241"/>
                        <a:pt x="225" y="286"/>
                      </a:cubicBezTo>
                      <a:cubicBezTo>
                        <a:pt x="184" y="332"/>
                        <a:pt x="148" y="383"/>
                        <a:pt x="117" y="438"/>
                      </a:cubicBezTo>
                      <a:cubicBezTo>
                        <a:pt x="95" y="477"/>
                        <a:pt x="75" y="520"/>
                        <a:pt x="60" y="565"/>
                      </a:cubicBezTo>
                      <a:cubicBezTo>
                        <a:pt x="59" y="567"/>
                        <a:pt x="58" y="569"/>
                        <a:pt x="57" y="572"/>
                      </a:cubicBezTo>
                      <a:cubicBezTo>
                        <a:pt x="54" y="581"/>
                        <a:pt x="51" y="591"/>
                        <a:pt x="48" y="601"/>
                      </a:cubicBezTo>
                      <a:cubicBezTo>
                        <a:pt x="2" y="750"/>
                        <a:pt x="0" y="902"/>
                        <a:pt x="34" y="1044"/>
                      </a:cubicBezTo>
                      <a:cubicBezTo>
                        <a:pt x="52" y="1113"/>
                        <a:pt x="77" y="1180"/>
                        <a:pt x="111" y="1243"/>
                      </a:cubicBezTo>
                      <a:cubicBezTo>
                        <a:pt x="154" y="1325"/>
                        <a:pt x="212" y="1400"/>
                        <a:pt x="281" y="1464"/>
                      </a:cubicBezTo>
                      <a:cubicBezTo>
                        <a:pt x="305" y="1486"/>
                        <a:pt x="331" y="1507"/>
                        <a:pt x="357" y="1527"/>
                      </a:cubicBezTo>
                      <a:cubicBezTo>
                        <a:pt x="423" y="1574"/>
                        <a:pt x="496" y="1613"/>
                        <a:pt x="575" y="1641"/>
                      </a:cubicBezTo>
                      <a:cubicBezTo>
                        <a:pt x="578" y="1642"/>
                        <a:pt x="580" y="1643"/>
                        <a:pt x="584" y="1644"/>
                      </a:cubicBezTo>
                      <a:cubicBezTo>
                        <a:pt x="593" y="1647"/>
                        <a:pt x="603" y="1651"/>
                        <a:pt x="612" y="1653"/>
                      </a:cubicBezTo>
                      <a:cubicBezTo>
                        <a:pt x="613" y="1654"/>
                        <a:pt x="613" y="1654"/>
                        <a:pt x="613" y="1654"/>
                      </a:cubicBezTo>
                      <a:cubicBezTo>
                        <a:pt x="626" y="1658"/>
                        <a:pt x="640" y="1661"/>
                        <a:pt x="652" y="1664"/>
                      </a:cubicBezTo>
                      <a:cubicBezTo>
                        <a:pt x="735" y="1685"/>
                        <a:pt x="818" y="1692"/>
                        <a:pt x="899" y="1689"/>
                      </a:cubicBezTo>
                      <a:cubicBezTo>
                        <a:pt x="932" y="1687"/>
                        <a:pt x="965" y="1684"/>
                        <a:pt x="998" y="1679"/>
                      </a:cubicBezTo>
                      <a:cubicBezTo>
                        <a:pt x="1091" y="1664"/>
                        <a:pt x="1181" y="1632"/>
                        <a:pt x="1264" y="1589"/>
                      </a:cubicBezTo>
                      <a:cubicBezTo>
                        <a:pt x="1327" y="1555"/>
                        <a:pt x="1385" y="1513"/>
                        <a:pt x="1439" y="1464"/>
                      </a:cubicBezTo>
                      <a:cubicBezTo>
                        <a:pt x="1538" y="1373"/>
                        <a:pt x="1616" y="1257"/>
                        <a:pt x="1664" y="1120"/>
                      </a:cubicBezTo>
                      <a:cubicBezTo>
                        <a:pt x="1667" y="1111"/>
                        <a:pt x="1670" y="1101"/>
                        <a:pt x="1673" y="1091"/>
                      </a:cubicBezTo>
                      <a:cubicBezTo>
                        <a:pt x="1677" y="1078"/>
                        <a:pt x="1681" y="1064"/>
                        <a:pt x="1684" y="1050"/>
                      </a:cubicBezTo>
                      <a:cubicBezTo>
                        <a:pt x="1696" y="1001"/>
                        <a:pt x="1704" y="951"/>
                        <a:pt x="1707" y="901"/>
                      </a:cubicBezTo>
                      <a:cubicBezTo>
                        <a:pt x="1716" y="782"/>
                        <a:pt x="1697" y="664"/>
                        <a:pt x="1657" y="556"/>
                      </a:cubicBezTo>
                      <a:close/>
                      <a:moveTo>
                        <a:pt x="1489" y="374"/>
                      </a:moveTo>
                      <a:cubicBezTo>
                        <a:pt x="1513" y="405"/>
                        <a:pt x="1533" y="438"/>
                        <a:pt x="1548" y="470"/>
                      </a:cubicBezTo>
                      <a:cubicBezTo>
                        <a:pt x="1530" y="450"/>
                        <a:pt x="1511" y="430"/>
                        <a:pt x="1492" y="411"/>
                      </a:cubicBezTo>
                      <a:cubicBezTo>
                        <a:pt x="1484" y="399"/>
                        <a:pt x="1474" y="387"/>
                        <a:pt x="1465" y="376"/>
                      </a:cubicBezTo>
                      <a:cubicBezTo>
                        <a:pt x="1464" y="364"/>
                        <a:pt x="1462" y="351"/>
                        <a:pt x="1460" y="339"/>
                      </a:cubicBezTo>
                      <a:cubicBezTo>
                        <a:pt x="1470" y="350"/>
                        <a:pt x="1480" y="362"/>
                        <a:pt x="1489" y="374"/>
                      </a:cubicBezTo>
                      <a:close/>
                      <a:moveTo>
                        <a:pt x="1454" y="857"/>
                      </a:moveTo>
                      <a:cubicBezTo>
                        <a:pt x="1412" y="890"/>
                        <a:pt x="1360" y="915"/>
                        <a:pt x="1299" y="933"/>
                      </a:cubicBezTo>
                      <a:cubicBezTo>
                        <a:pt x="1276" y="941"/>
                        <a:pt x="1250" y="946"/>
                        <a:pt x="1225" y="951"/>
                      </a:cubicBezTo>
                      <a:cubicBezTo>
                        <a:pt x="1234" y="849"/>
                        <a:pt x="1234" y="751"/>
                        <a:pt x="1225" y="657"/>
                      </a:cubicBezTo>
                      <a:cubicBezTo>
                        <a:pt x="1232" y="656"/>
                        <a:pt x="1239" y="654"/>
                        <a:pt x="1245" y="652"/>
                      </a:cubicBezTo>
                      <a:cubicBezTo>
                        <a:pt x="1289" y="639"/>
                        <a:pt x="1329" y="620"/>
                        <a:pt x="1363" y="593"/>
                      </a:cubicBezTo>
                      <a:cubicBezTo>
                        <a:pt x="1373" y="610"/>
                        <a:pt x="1381" y="629"/>
                        <a:pt x="1389" y="647"/>
                      </a:cubicBezTo>
                      <a:cubicBezTo>
                        <a:pt x="1420" y="713"/>
                        <a:pt x="1442" y="784"/>
                        <a:pt x="1454" y="857"/>
                      </a:cubicBezTo>
                      <a:close/>
                      <a:moveTo>
                        <a:pt x="717" y="429"/>
                      </a:moveTo>
                      <a:cubicBezTo>
                        <a:pt x="712" y="423"/>
                        <a:pt x="707" y="416"/>
                        <a:pt x="703" y="411"/>
                      </a:cubicBezTo>
                      <a:cubicBezTo>
                        <a:pt x="682" y="383"/>
                        <a:pt x="666" y="353"/>
                        <a:pt x="658" y="325"/>
                      </a:cubicBezTo>
                      <a:cubicBezTo>
                        <a:pt x="736" y="293"/>
                        <a:pt x="818" y="275"/>
                        <a:pt x="901" y="270"/>
                      </a:cubicBezTo>
                      <a:cubicBezTo>
                        <a:pt x="837" y="313"/>
                        <a:pt x="776" y="366"/>
                        <a:pt x="717" y="429"/>
                      </a:cubicBezTo>
                      <a:close/>
                      <a:moveTo>
                        <a:pt x="981" y="315"/>
                      </a:moveTo>
                      <a:cubicBezTo>
                        <a:pt x="908" y="556"/>
                        <a:pt x="908" y="556"/>
                        <a:pt x="908" y="556"/>
                      </a:cubicBezTo>
                      <a:cubicBezTo>
                        <a:pt x="858" y="536"/>
                        <a:pt x="814" y="512"/>
                        <a:pt x="776" y="483"/>
                      </a:cubicBezTo>
                      <a:cubicBezTo>
                        <a:pt x="801" y="456"/>
                        <a:pt x="827" y="432"/>
                        <a:pt x="853" y="409"/>
                      </a:cubicBezTo>
                      <a:cubicBezTo>
                        <a:pt x="894" y="372"/>
                        <a:pt x="937" y="340"/>
                        <a:pt x="981" y="315"/>
                      </a:cubicBezTo>
                      <a:close/>
                      <a:moveTo>
                        <a:pt x="664" y="488"/>
                      </a:moveTo>
                      <a:cubicBezTo>
                        <a:pt x="604" y="561"/>
                        <a:pt x="550" y="643"/>
                        <a:pt x="500" y="732"/>
                      </a:cubicBezTo>
                      <a:cubicBezTo>
                        <a:pt x="475" y="709"/>
                        <a:pt x="453" y="685"/>
                        <a:pt x="433" y="659"/>
                      </a:cubicBezTo>
                      <a:cubicBezTo>
                        <a:pt x="400" y="617"/>
                        <a:pt x="376" y="573"/>
                        <a:pt x="361" y="528"/>
                      </a:cubicBezTo>
                      <a:cubicBezTo>
                        <a:pt x="420" y="466"/>
                        <a:pt x="487" y="413"/>
                        <a:pt x="560" y="372"/>
                      </a:cubicBezTo>
                      <a:cubicBezTo>
                        <a:pt x="568" y="368"/>
                        <a:pt x="576" y="364"/>
                        <a:pt x="585" y="360"/>
                      </a:cubicBezTo>
                      <a:cubicBezTo>
                        <a:pt x="596" y="394"/>
                        <a:pt x="615" y="429"/>
                        <a:pt x="639" y="460"/>
                      </a:cubicBezTo>
                      <a:cubicBezTo>
                        <a:pt x="647" y="470"/>
                        <a:pt x="655" y="479"/>
                        <a:pt x="664" y="488"/>
                      </a:cubicBezTo>
                      <a:close/>
                      <a:moveTo>
                        <a:pt x="724" y="543"/>
                      </a:moveTo>
                      <a:cubicBezTo>
                        <a:pt x="769" y="579"/>
                        <a:pt x="823" y="609"/>
                        <a:pt x="884" y="632"/>
                      </a:cubicBezTo>
                      <a:cubicBezTo>
                        <a:pt x="799" y="909"/>
                        <a:pt x="799" y="909"/>
                        <a:pt x="799" y="909"/>
                      </a:cubicBezTo>
                      <a:cubicBezTo>
                        <a:pt x="709" y="879"/>
                        <a:pt x="630" y="835"/>
                        <a:pt x="563" y="785"/>
                      </a:cubicBezTo>
                      <a:cubicBezTo>
                        <a:pt x="611" y="696"/>
                        <a:pt x="665" y="614"/>
                        <a:pt x="724" y="543"/>
                      </a:cubicBezTo>
                      <a:close/>
                      <a:moveTo>
                        <a:pt x="961" y="655"/>
                      </a:moveTo>
                      <a:cubicBezTo>
                        <a:pt x="1024" y="670"/>
                        <a:pt x="1087" y="674"/>
                        <a:pt x="1145" y="670"/>
                      </a:cubicBezTo>
                      <a:cubicBezTo>
                        <a:pt x="1146" y="679"/>
                        <a:pt x="1147" y="686"/>
                        <a:pt x="1147" y="694"/>
                      </a:cubicBezTo>
                      <a:cubicBezTo>
                        <a:pt x="1154" y="778"/>
                        <a:pt x="1152" y="867"/>
                        <a:pt x="1143" y="960"/>
                      </a:cubicBezTo>
                      <a:cubicBezTo>
                        <a:pt x="1059" y="965"/>
                        <a:pt x="968" y="956"/>
                        <a:pt x="876" y="932"/>
                      </a:cubicBezTo>
                      <a:cubicBezTo>
                        <a:pt x="961" y="655"/>
                        <a:pt x="961" y="655"/>
                        <a:pt x="961" y="655"/>
                      </a:cubicBezTo>
                      <a:cubicBezTo>
                        <a:pt x="961" y="655"/>
                        <a:pt x="961" y="655"/>
                        <a:pt x="961" y="655"/>
                      </a:cubicBezTo>
                      <a:close/>
                      <a:moveTo>
                        <a:pt x="1151" y="346"/>
                      </a:moveTo>
                      <a:cubicBezTo>
                        <a:pt x="1217" y="396"/>
                        <a:pt x="1274" y="456"/>
                        <a:pt x="1321" y="524"/>
                      </a:cubicBezTo>
                      <a:cubicBezTo>
                        <a:pt x="1295" y="546"/>
                        <a:pt x="1262" y="564"/>
                        <a:pt x="1223" y="575"/>
                      </a:cubicBezTo>
                      <a:cubicBezTo>
                        <a:pt x="1220" y="576"/>
                        <a:pt x="1218" y="577"/>
                        <a:pt x="1215" y="577"/>
                      </a:cubicBezTo>
                      <a:cubicBezTo>
                        <a:pt x="1210" y="552"/>
                        <a:pt x="1205" y="527"/>
                        <a:pt x="1200" y="503"/>
                      </a:cubicBezTo>
                      <a:cubicBezTo>
                        <a:pt x="1188" y="448"/>
                        <a:pt x="1171" y="395"/>
                        <a:pt x="1151" y="346"/>
                      </a:cubicBezTo>
                      <a:close/>
                      <a:moveTo>
                        <a:pt x="1382" y="423"/>
                      </a:moveTo>
                      <a:cubicBezTo>
                        <a:pt x="1381" y="430"/>
                        <a:pt x="1380" y="436"/>
                        <a:pt x="1378" y="441"/>
                      </a:cubicBezTo>
                      <a:cubicBezTo>
                        <a:pt x="1378" y="442"/>
                        <a:pt x="1377" y="444"/>
                        <a:pt x="1377" y="445"/>
                      </a:cubicBezTo>
                      <a:cubicBezTo>
                        <a:pt x="1377" y="446"/>
                        <a:pt x="1376" y="448"/>
                        <a:pt x="1375" y="449"/>
                      </a:cubicBezTo>
                      <a:cubicBezTo>
                        <a:pt x="1374" y="452"/>
                        <a:pt x="1373" y="455"/>
                        <a:pt x="1372" y="458"/>
                      </a:cubicBezTo>
                      <a:cubicBezTo>
                        <a:pt x="1347" y="423"/>
                        <a:pt x="1320" y="391"/>
                        <a:pt x="1290" y="362"/>
                      </a:cubicBezTo>
                      <a:cubicBezTo>
                        <a:pt x="1323" y="380"/>
                        <a:pt x="1354" y="400"/>
                        <a:pt x="1382" y="423"/>
                      </a:cubicBezTo>
                      <a:close/>
                      <a:moveTo>
                        <a:pt x="1326" y="247"/>
                      </a:moveTo>
                      <a:cubicBezTo>
                        <a:pt x="1328" y="249"/>
                        <a:pt x="1330" y="251"/>
                        <a:pt x="1331" y="254"/>
                      </a:cubicBezTo>
                      <a:cubicBezTo>
                        <a:pt x="1347" y="273"/>
                        <a:pt x="1359" y="293"/>
                        <a:pt x="1368" y="314"/>
                      </a:cubicBezTo>
                      <a:cubicBezTo>
                        <a:pt x="1320" y="283"/>
                        <a:pt x="1268" y="258"/>
                        <a:pt x="1213" y="238"/>
                      </a:cubicBezTo>
                      <a:cubicBezTo>
                        <a:pt x="1251" y="236"/>
                        <a:pt x="1289" y="239"/>
                        <a:pt x="1326" y="247"/>
                      </a:cubicBezTo>
                      <a:close/>
                      <a:moveTo>
                        <a:pt x="1123" y="129"/>
                      </a:moveTo>
                      <a:cubicBezTo>
                        <a:pt x="1147" y="138"/>
                        <a:pt x="1172" y="148"/>
                        <a:pt x="1195" y="159"/>
                      </a:cubicBezTo>
                      <a:cubicBezTo>
                        <a:pt x="1166" y="161"/>
                        <a:pt x="1137" y="166"/>
                        <a:pt x="1108" y="175"/>
                      </a:cubicBezTo>
                      <a:cubicBezTo>
                        <a:pt x="1123" y="129"/>
                        <a:pt x="1123" y="129"/>
                        <a:pt x="1123" y="129"/>
                      </a:cubicBezTo>
                      <a:cubicBezTo>
                        <a:pt x="1123" y="129"/>
                        <a:pt x="1123" y="129"/>
                        <a:pt x="1123" y="129"/>
                      </a:cubicBezTo>
                      <a:close/>
                      <a:moveTo>
                        <a:pt x="1135" y="590"/>
                      </a:moveTo>
                      <a:cubicBezTo>
                        <a:pt x="1088" y="594"/>
                        <a:pt x="1037" y="590"/>
                        <a:pt x="984" y="579"/>
                      </a:cubicBezTo>
                      <a:cubicBezTo>
                        <a:pt x="1058" y="337"/>
                        <a:pt x="1058" y="337"/>
                        <a:pt x="1058" y="337"/>
                      </a:cubicBezTo>
                      <a:cubicBezTo>
                        <a:pt x="1094" y="410"/>
                        <a:pt x="1119" y="496"/>
                        <a:pt x="1135" y="590"/>
                      </a:cubicBezTo>
                      <a:close/>
                      <a:moveTo>
                        <a:pt x="1045" y="105"/>
                      </a:moveTo>
                      <a:cubicBezTo>
                        <a:pt x="1031" y="150"/>
                        <a:pt x="1031" y="150"/>
                        <a:pt x="1031" y="150"/>
                      </a:cubicBezTo>
                      <a:cubicBezTo>
                        <a:pt x="1012" y="129"/>
                        <a:pt x="991" y="109"/>
                        <a:pt x="968" y="90"/>
                      </a:cubicBezTo>
                      <a:cubicBezTo>
                        <a:pt x="994" y="94"/>
                        <a:pt x="1019" y="98"/>
                        <a:pt x="1045" y="105"/>
                      </a:cubicBezTo>
                      <a:close/>
                      <a:moveTo>
                        <a:pt x="809" y="90"/>
                      </a:moveTo>
                      <a:cubicBezTo>
                        <a:pt x="810" y="91"/>
                        <a:pt x="810" y="91"/>
                        <a:pt x="811" y="91"/>
                      </a:cubicBezTo>
                      <a:cubicBezTo>
                        <a:pt x="811" y="90"/>
                        <a:pt x="811" y="90"/>
                        <a:pt x="811" y="90"/>
                      </a:cubicBezTo>
                      <a:cubicBezTo>
                        <a:pt x="811" y="90"/>
                        <a:pt x="811" y="90"/>
                        <a:pt x="811" y="90"/>
                      </a:cubicBezTo>
                      <a:cubicBezTo>
                        <a:pt x="811" y="91"/>
                        <a:pt x="811" y="91"/>
                        <a:pt x="811" y="91"/>
                      </a:cubicBezTo>
                      <a:cubicBezTo>
                        <a:pt x="845" y="104"/>
                        <a:pt x="879" y="123"/>
                        <a:pt x="909" y="146"/>
                      </a:cubicBezTo>
                      <a:cubicBezTo>
                        <a:pt x="851" y="132"/>
                        <a:pt x="793" y="125"/>
                        <a:pt x="736" y="124"/>
                      </a:cubicBezTo>
                      <a:cubicBezTo>
                        <a:pt x="757" y="111"/>
                        <a:pt x="781" y="99"/>
                        <a:pt x="809" y="90"/>
                      </a:cubicBezTo>
                      <a:close/>
                      <a:moveTo>
                        <a:pt x="655" y="226"/>
                      </a:moveTo>
                      <a:cubicBezTo>
                        <a:pt x="656" y="225"/>
                        <a:pt x="656" y="224"/>
                        <a:pt x="656" y="223"/>
                      </a:cubicBezTo>
                      <a:cubicBezTo>
                        <a:pt x="657" y="221"/>
                        <a:pt x="658" y="218"/>
                        <a:pt x="659" y="215"/>
                      </a:cubicBezTo>
                      <a:cubicBezTo>
                        <a:pt x="660" y="212"/>
                        <a:pt x="661" y="209"/>
                        <a:pt x="662" y="206"/>
                      </a:cubicBezTo>
                      <a:cubicBezTo>
                        <a:pt x="700" y="203"/>
                        <a:pt x="738" y="203"/>
                        <a:pt x="777" y="206"/>
                      </a:cubicBezTo>
                      <a:cubicBezTo>
                        <a:pt x="734" y="214"/>
                        <a:pt x="693" y="226"/>
                        <a:pt x="652" y="242"/>
                      </a:cubicBezTo>
                      <a:cubicBezTo>
                        <a:pt x="653" y="237"/>
                        <a:pt x="654" y="231"/>
                        <a:pt x="655" y="226"/>
                      </a:cubicBezTo>
                      <a:close/>
                      <a:moveTo>
                        <a:pt x="622" y="99"/>
                      </a:moveTo>
                      <a:cubicBezTo>
                        <a:pt x="630" y="97"/>
                        <a:pt x="638" y="95"/>
                        <a:pt x="646" y="93"/>
                      </a:cubicBezTo>
                      <a:cubicBezTo>
                        <a:pt x="637" y="101"/>
                        <a:pt x="629" y="111"/>
                        <a:pt x="621" y="121"/>
                      </a:cubicBezTo>
                      <a:cubicBezTo>
                        <a:pt x="606" y="126"/>
                        <a:pt x="591" y="131"/>
                        <a:pt x="576" y="137"/>
                      </a:cubicBezTo>
                      <a:cubicBezTo>
                        <a:pt x="550" y="142"/>
                        <a:pt x="523" y="148"/>
                        <a:pt x="498" y="155"/>
                      </a:cubicBezTo>
                      <a:cubicBezTo>
                        <a:pt x="533" y="132"/>
                        <a:pt x="575" y="114"/>
                        <a:pt x="622" y="99"/>
                      </a:cubicBezTo>
                      <a:close/>
                      <a:moveTo>
                        <a:pt x="342" y="383"/>
                      </a:moveTo>
                      <a:cubicBezTo>
                        <a:pt x="344" y="367"/>
                        <a:pt x="348" y="349"/>
                        <a:pt x="352" y="333"/>
                      </a:cubicBezTo>
                      <a:cubicBezTo>
                        <a:pt x="354" y="328"/>
                        <a:pt x="355" y="324"/>
                        <a:pt x="357" y="319"/>
                      </a:cubicBezTo>
                      <a:cubicBezTo>
                        <a:pt x="361" y="310"/>
                        <a:pt x="365" y="301"/>
                        <a:pt x="370" y="291"/>
                      </a:cubicBezTo>
                      <a:cubicBezTo>
                        <a:pt x="434" y="258"/>
                        <a:pt x="504" y="234"/>
                        <a:pt x="574" y="219"/>
                      </a:cubicBezTo>
                      <a:cubicBezTo>
                        <a:pt x="573" y="223"/>
                        <a:pt x="572" y="228"/>
                        <a:pt x="571" y="234"/>
                      </a:cubicBezTo>
                      <a:cubicBezTo>
                        <a:pt x="569" y="248"/>
                        <a:pt x="568" y="262"/>
                        <a:pt x="569" y="277"/>
                      </a:cubicBezTo>
                      <a:cubicBezTo>
                        <a:pt x="553" y="285"/>
                        <a:pt x="536" y="293"/>
                        <a:pt x="520" y="303"/>
                      </a:cubicBezTo>
                      <a:cubicBezTo>
                        <a:pt x="457" y="338"/>
                        <a:pt x="396" y="383"/>
                        <a:pt x="341" y="435"/>
                      </a:cubicBezTo>
                      <a:cubicBezTo>
                        <a:pt x="340" y="417"/>
                        <a:pt x="340" y="400"/>
                        <a:pt x="342" y="383"/>
                      </a:cubicBezTo>
                      <a:close/>
                      <a:moveTo>
                        <a:pt x="124" y="625"/>
                      </a:moveTo>
                      <a:cubicBezTo>
                        <a:pt x="124" y="625"/>
                        <a:pt x="124" y="625"/>
                        <a:pt x="124" y="625"/>
                      </a:cubicBezTo>
                      <a:cubicBezTo>
                        <a:pt x="125" y="624"/>
                        <a:pt x="125" y="624"/>
                        <a:pt x="125" y="624"/>
                      </a:cubicBezTo>
                      <a:cubicBezTo>
                        <a:pt x="127" y="614"/>
                        <a:pt x="130" y="606"/>
                        <a:pt x="133" y="597"/>
                      </a:cubicBezTo>
                      <a:cubicBezTo>
                        <a:pt x="163" y="510"/>
                        <a:pt x="208" y="432"/>
                        <a:pt x="263" y="365"/>
                      </a:cubicBezTo>
                      <a:cubicBezTo>
                        <a:pt x="260" y="388"/>
                        <a:pt x="259" y="411"/>
                        <a:pt x="260" y="435"/>
                      </a:cubicBezTo>
                      <a:cubicBezTo>
                        <a:pt x="261" y="459"/>
                        <a:pt x="265" y="483"/>
                        <a:pt x="271" y="508"/>
                      </a:cubicBezTo>
                      <a:cubicBezTo>
                        <a:pt x="206" y="582"/>
                        <a:pt x="153" y="668"/>
                        <a:pt x="111" y="763"/>
                      </a:cubicBezTo>
                      <a:cubicBezTo>
                        <a:pt x="107" y="716"/>
                        <a:pt x="111" y="669"/>
                        <a:pt x="124" y="625"/>
                      </a:cubicBezTo>
                      <a:close/>
                      <a:moveTo>
                        <a:pt x="292" y="1361"/>
                      </a:moveTo>
                      <a:cubicBezTo>
                        <a:pt x="208" y="1270"/>
                        <a:pt x="148" y="1159"/>
                        <a:pt x="116" y="1039"/>
                      </a:cubicBezTo>
                      <a:cubicBezTo>
                        <a:pt x="117" y="1031"/>
                        <a:pt x="118" y="1024"/>
                        <a:pt x="120" y="1017"/>
                      </a:cubicBezTo>
                      <a:cubicBezTo>
                        <a:pt x="131" y="1035"/>
                        <a:pt x="144" y="1052"/>
                        <a:pt x="158" y="1071"/>
                      </a:cubicBezTo>
                      <a:cubicBezTo>
                        <a:pt x="201" y="1126"/>
                        <a:pt x="255" y="1180"/>
                        <a:pt x="317" y="1228"/>
                      </a:cubicBezTo>
                      <a:cubicBezTo>
                        <a:pt x="306" y="1273"/>
                        <a:pt x="299" y="1318"/>
                        <a:pt x="292" y="1361"/>
                      </a:cubicBezTo>
                      <a:close/>
                      <a:moveTo>
                        <a:pt x="355" y="1078"/>
                      </a:moveTo>
                      <a:cubicBezTo>
                        <a:pt x="349" y="1099"/>
                        <a:pt x="343" y="1120"/>
                        <a:pt x="338" y="1142"/>
                      </a:cubicBezTo>
                      <a:cubicBezTo>
                        <a:pt x="293" y="1104"/>
                        <a:pt x="254" y="1064"/>
                        <a:pt x="221" y="1022"/>
                      </a:cubicBezTo>
                      <a:cubicBezTo>
                        <a:pt x="191" y="981"/>
                        <a:pt x="166" y="940"/>
                        <a:pt x="148" y="898"/>
                      </a:cubicBezTo>
                      <a:cubicBezTo>
                        <a:pt x="148" y="897"/>
                        <a:pt x="148" y="896"/>
                        <a:pt x="149" y="895"/>
                      </a:cubicBezTo>
                      <a:cubicBezTo>
                        <a:pt x="152" y="885"/>
                        <a:pt x="155" y="875"/>
                        <a:pt x="158" y="864"/>
                      </a:cubicBezTo>
                      <a:cubicBezTo>
                        <a:pt x="193" y="765"/>
                        <a:pt x="242" y="675"/>
                        <a:pt x="301" y="597"/>
                      </a:cubicBezTo>
                      <a:cubicBezTo>
                        <a:pt x="319" y="636"/>
                        <a:pt x="342" y="672"/>
                        <a:pt x="369" y="708"/>
                      </a:cubicBezTo>
                      <a:cubicBezTo>
                        <a:pt x="395" y="743"/>
                        <a:pt x="427" y="776"/>
                        <a:pt x="462" y="806"/>
                      </a:cubicBezTo>
                      <a:cubicBezTo>
                        <a:pt x="427" y="880"/>
                        <a:pt x="395" y="957"/>
                        <a:pt x="369" y="1038"/>
                      </a:cubicBezTo>
                      <a:cubicBezTo>
                        <a:pt x="365" y="1051"/>
                        <a:pt x="360" y="1065"/>
                        <a:pt x="355" y="1078"/>
                      </a:cubicBezTo>
                      <a:close/>
                      <a:moveTo>
                        <a:pt x="599" y="1564"/>
                      </a:moveTo>
                      <a:cubicBezTo>
                        <a:pt x="511" y="1533"/>
                        <a:pt x="432" y="1487"/>
                        <a:pt x="365" y="1430"/>
                      </a:cubicBezTo>
                      <a:cubicBezTo>
                        <a:pt x="371" y="1381"/>
                        <a:pt x="378" y="1330"/>
                        <a:pt x="388" y="1279"/>
                      </a:cubicBezTo>
                      <a:cubicBezTo>
                        <a:pt x="466" y="1329"/>
                        <a:pt x="553" y="1371"/>
                        <a:pt x="648" y="1404"/>
                      </a:cubicBezTo>
                      <a:cubicBezTo>
                        <a:pt x="599" y="1564"/>
                        <a:pt x="599" y="1564"/>
                        <a:pt x="599" y="1564"/>
                      </a:cubicBezTo>
                      <a:cubicBezTo>
                        <a:pt x="599" y="1564"/>
                        <a:pt x="599" y="1564"/>
                        <a:pt x="599" y="1564"/>
                      </a:cubicBezTo>
                      <a:close/>
                      <a:moveTo>
                        <a:pt x="408" y="1195"/>
                      </a:moveTo>
                      <a:cubicBezTo>
                        <a:pt x="415" y="1164"/>
                        <a:pt x="423" y="1133"/>
                        <a:pt x="433" y="1101"/>
                      </a:cubicBezTo>
                      <a:cubicBezTo>
                        <a:pt x="437" y="1089"/>
                        <a:pt x="441" y="1076"/>
                        <a:pt x="445" y="1063"/>
                      </a:cubicBezTo>
                      <a:cubicBezTo>
                        <a:pt x="469" y="991"/>
                        <a:pt x="497" y="922"/>
                        <a:pt x="526" y="858"/>
                      </a:cubicBezTo>
                      <a:cubicBezTo>
                        <a:pt x="599" y="910"/>
                        <a:pt x="683" y="954"/>
                        <a:pt x="776" y="986"/>
                      </a:cubicBezTo>
                      <a:cubicBezTo>
                        <a:pt x="671" y="1327"/>
                        <a:pt x="671" y="1327"/>
                        <a:pt x="671" y="1327"/>
                      </a:cubicBezTo>
                      <a:cubicBezTo>
                        <a:pt x="572" y="1293"/>
                        <a:pt x="483" y="1247"/>
                        <a:pt x="408" y="1195"/>
                      </a:cubicBezTo>
                      <a:close/>
                      <a:moveTo>
                        <a:pt x="947" y="1605"/>
                      </a:moveTo>
                      <a:cubicBezTo>
                        <a:pt x="858" y="1615"/>
                        <a:pt x="767" y="1610"/>
                        <a:pt x="676" y="1588"/>
                      </a:cubicBezTo>
                      <a:cubicBezTo>
                        <a:pt x="726" y="1427"/>
                        <a:pt x="726" y="1427"/>
                        <a:pt x="726" y="1427"/>
                      </a:cubicBezTo>
                      <a:cubicBezTo>
                        <a:pt x="823" y="1453"/>
                        <a:pt x="919" y="1466"/>
                        <a:pt x="1012" y="1467"/>
                      </a:cubicBezTo>
                      <a:cubicBezTo>
                        <a:pt x="992" y="1515"/>
                        <a:pt x="970" y="1561"/>
                        <a:pt x="947" y="1605"/>
                      </a:cubicBezTo>
                      <a:close/>
                      <a:moveTo>
                        <a:pt x="748" y="1350"/>
                      </a:moveTo>
                      <a:cubicBezTo>
                        <a:pt x="853" y="1010"/>
                        <a:pt x="853" y="1010"/>
                        <a:pt x="853" y="1010"/>
                      </a:cubicBezTo>
                      <a:cubicBezTo>
                        <a:pt x="949" y="1034"/>
                        <a:pt x="1043" y="1044"/>
                        <a:pt x="1133" y="1040"/>
                      </a:cubicBezTo>
                      <a:cubicBezTo>
                        <a:pt x="1119" y="1123"/>
                        <a:pt x="1100" y="1208"/>
                        <a:pt x="1074" y="1293"/>
                      </a:cubicBezTo>
                      <a:cubicBezTo>
                        <a:pt x="1070" y="1306"/>
                        <a:pt x="1066" y="1320"/>
                        <a:pt x="1062" y="1332"/>
                      </a:cubicBezTo>
                      <a:cubicBezTo>
                        <a:pt x="1056" y="1350"/>
                        <a:pt x="1050" y="1368"/>
                        <a:pt x="1043" y="1387"/>
                      </a:cubicBezTo>
                      <a:cubicBezTo>
                        <a:pt x="950" y="1389"/>
                        <a:pt x="849" y="1376"/>
                        <a:pt x="748" y="1350"/>
                      </a:cubicBezTo>
                      <a:close/>
                      <a:moveTo>
                        <a:pt x="1373" y="1415"/>
                      </a:moveTo>
                      <a:cubicBezTo>
                        <a:pt x="1279" y="1498"/>
                        <a:pt x="1166" y="1557"/>
                        <a:pt x="1046" y="1587"/>
                      </a:cubicBezTo>
                      <a:cubicBezTo>
                        <a:pt x="1065" y="1547"/>
                        <a:pt x="1084" y="1506"/>
                        <a:pt x="1100" y="1464"/>
                      </a:cubicBezTo>
                      <a:cubicBezTo>
                        <a:pt x="1167" y="1459"/>
                        <a:pt x="1231" y="1448"/>
                        <a:pt x="1291" y="1429"/>
                      </a:cubicBezTo>
                      <a:cubicBezTo>
                        <a:pt x="1323" y="1420"/>
                        <a:pt x="1353" y="1409"/>
                        <a:pt x="1381" y="1396"/>
                      </a:cubicBezTo>
                      <a:cubicBezTo>
                        <a:pt x="1378" y="1403"/>
                        <a:pt x="1376" y="1409"/>
                        <a:pt x="1373" y="1415"/>
                      </a:cubicBezTo>
                      <a:close/>
                      <a:moveTo>
                        <a:pt x="1426" y="1280"/>
                      </a:moveTo>
                      <a:cubicBezTo>
                        <a:pt x="1425" y="1280"/>
                        <a:pt x="1425" y="1281"/>
                        <a:pt x="1425" y="1282"/>
                      </a:cubicBezTo>
                      <a:cubicBezTo>
                        <a:pt x="1379" y="1311"/>
                        <a:pt x="1327" y="1335"/>
                        <a:pt x="1268" y="1352"/>
                      </a:cubicBezTo>
                      <a:cubicBezTo>
                        <a:pt x="1225" y="1365"/>
                        <a:pt x="1179" y="1374"/>
                        <a:pt x="1131" y="1381"/>
                      </a:cubicBezTo>
                      <a:cubicBezTo>
                        <a:pt x="1134" y="1372"/>
                        <a:pt x="1136" y="1365"/>
                        <a:pt x="1139" y="1357"/>
                      </a:cubicBezTo>
                      <a:cubicBezTo>
                        <a:pt x="1143" y="1344"/>
                        <a:pt x="1147" y="1331"/>
                        <a:pt x="1151" y="1317"/>
                      </a:cubicBezTo>
                      <a:cubicBezTo>
                        <a:pt x="1181" y="1221"/>
                        <a:pt x="1201" y="1126"/>
                        <a:pt x="1215" y="1033"/>
                      </a:cubicBezTo>
                      <a:cubicBezTo>
                        <a:pt x="1252" y="1028"/>
                        <a:pt x="1288" y="1020"/>
                        <a:pt x="1323" y="1010"/>
                      </a:cubicBezTo>
                      <a:cubicBezTo>
                        <a:pt x="1374" y="994"/>
                        <a:pt x="1422" y="974"/>
                        <a:pt x="1465" y="948"/>
                      </a:cubicBezTo>
                      <a:cubicBezTo>
                        <a:pt x="1472" y="1055"/>
                        <a:pt x="1460" y="1168"/>
                        <a:pt x="1426" y="1280"/>
                      </a:cubicBezTo>
                      <a:close/>
                      <a:moveTo>
                        <a:pt x="1463" y="613"/>
                      </a:moveTo>
                      <a:cubicBezTo>
                        <a:pt x="1451" y="586"/>
                        <a:pt x="1437" y="560"/>
                        <a:pt x="1421" y="533"/>
                      </a:cubicBezTo>
                      <a:cubicBezTo>
                        <a:pt x="1429" y="522"/>
                        <a:pt x="1437" y="510"/>
                        <a:pt x="1443" y="497"/>
                      </a:cubicBezTo>
                      <a:cubicBezTo>
                        <a:pt x="1446" y="492"/>
                        <a:pt x="1448" y="487"/>
                        <a:pt x="1449" y="482"/>
                      </a:cubicBezTo>
                      <a:cubicBezTo>
                        <a:pt x="1500" y="533"/>
                        <a:pt x="1544" y="591"/>
                        <a:pt x="1579" y="655"/>
                      </a:cubicBezTo>
                      <a:cubicBezTo>
                        <a:pt x="1577" y="670"/>
                        <a:pt x="1574" y="685"/>
                        <a:pt x="1569" y="700"/>
                      </a:cubicBezTo>
                      <a:cubicBezTo>
                        <a:pt x="1567" y="705"/>
                        <a:pt x="1566" y="709"/>
                        <a:pt x="1564" y="714"/>
                      </a:cubicBezTo>
                      <a:cubicBezTo>
                        <a:pt x="1560" y="725"/>
                        <a:pt x="1555" y="736"/>
                        <a:pt x="1549" y="748"/>
                      </a:cubicBezTo>
                      <a:cubicBezTo>
                        <a:pt x="1542" y="763"/>
                        <a:pt x="1533" y="776"/>
                        <a:pt x="1522" y="789"/>
                      </a:cubicBezTo>
                      <a:cubicBezTo>
                        <a:pt x="1509" y="728"/>
                        <a:pt x="1489" y="669"/>
                        <a:pt x="1463" y="613"/>
                      </a:cubicBezTo>
                      <a:close/>
                      <a:moveTo>
                        <a:pt x="1596" y="1068"/>
                      </a:moveTo>
                      <a:cubicBezTo>
                        <a:pt x="1593" y="1077"/>
                        <a:pt x="1590" y="1086"/>
                        <a:pt x="1587" y="1095"/>
                      </a:cubicBezTo>
                      <a:cubicBezTo>
                        <a:pt x="1590" y="1086"/>
                        <a:pt x="1593" y="1078"/>
                        <a:pt x="1595" y="1069"/>
                      </a:cubicBezTo>
                      <a:cubicBezTo>
                        <a:pt x="1595" y="1069"/>
                        <a:pt x="1595" y="1069"/>
                        <a:pt x="1595" y="1069"/>
                      </a:cubicBezTo>
                      <a:cubicBezTo>
                        <a:pt x="1594" y="1075"/>
                        <a:pt x="1592" y="1080"/>
                        <a:pt x="1590" y="1086"/>
                      </a:cubicBezTo>
                      <a:cubicBezTo>
                        <a:pt x="1577" y="1123"/>
                        <a:pt x="1556" y="1157"/>
                        <a:pt x="1531" y="1188"/>
                      </a:cubicBezTo>
                      <a:cubicBezTo>
                        <a:pt x="1549" y="1088"/>
                        <a:pt x="1552" y="987"/>
                        <a:pt x="1541" y="890"/>
                      </a:cubicBezTo>
                      <a:cubicBezTo>
                        <a:pt x="1558" y="874"/>
                        <a:pt x="1575" y="855"/>
                        <a:pt x="1589" y="836"/>
                      </a:cubicBezTo>
                      <a:cubicBezTo>
                        <a:pt x="1603" y="818"/>
                        <a:pt x="1616" y="797"/>
                        <a:pt x="1626" y="776"/>
                      </a:cubicBezTo>
                      <a:cubicBezTo>
                        <a:pt x="1635" y="872"/>
                        <a:pt x="1626" y="970"/>
                        <a:pt x="1596" y="1068"/>
                      </a:cubicBezTo>
                      <a:close/>
                    </a:path>
                  </a:pathLst>
                </a:custGeom>
                <a:solidFill>
                  <a:schemeClr val="tx1"/>
                </a:solidFill>
                <a:ln>
                  <a:noFill/>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sz="2000">
                    <a:solidFill>
                      <a:srgbClr val="FFFFFF"/>
                    </a:solidFill>
                    <a:cs typeface="Arial" pitchFamily="34" charset="0"/>
                  </a:endParaRPr>
                </a:p>
              </p:txBody>
            </p:sp>
          </p:grpSp>
          <p:sp>
            <p:nvSpPr>
              <p:cNvPr id="8" name="TextBox 7">
                <a:hlinkClick r:id="rId3"/>
                <a:extLst>
                  <a:ext uri="{FF2B5EF4-FFF2-40B4-BE49-F238E27FC236}">
                    <a16:creationId xmlns:a16="http://schemas.microsoft.com/office/drawing/2014/main" id="{A3D72B44-5716-4BF0-A174-6DBECE5C1906}"/>
                  </a:ext>
                </a:extLst>
              </p:cNvPr>
              <p:cNvSpPr txBox="1"/>
              <p:nvPr/>
            </p:nvSpPr>
            <p:spPr>
              <a:xfrm>
                <a:off x="4072514" y="5255430"/>
                <a:ext cx="1524776" cy="307777"/>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de-DE" sz="1400" b="0" i="0" strike="noStrike" kern="0" cap="none" spc="0" normalizeH="0" baseline="0" noProof="0">
                    <a:ln>
                      <a:noFill/>
                    </a:ln>
                    <a:solidFill>
                      <a:srgbClr val="1F3C88"/>
                    </a:solidFill>
                    <a:effectLst/>
                    <a:uLnTx/>
                    <a:uFillTx/>
                    <a:latin typeface="+mj-lt"/>
                    <a:hlinkClick r:id="rId4">
                      <a:extLst>
                        <a:ext uri="{A12FA001-AC4F-418D-AE19-62706E023703}">
                          <ahyp:hlinkClr xmlns:ahyp="http://schemas.microsoft.com/office/drawing/2018/hyperlinkcolor" val="tx"/>
                        </a:ext>
                      </a:extLst>
                    </a:hlinkClick>
                  </a:rPr>
                  <a:t>www.alepo.com</a:t>
                </a:r>
                <a:endParaRPr kumimoji="0" lang="de-DE" sz="1400" b="0" i="0" strike="noStrike" kern="0" cap="none" spc="0" normalizeH="0" baseline="0" noProof="0">
                  <a:ln>
                    <a:noFill/>
                  </a:ln>
                  <a:solidFill>
                    <a:srgbClr val="1F3C88"/>
                  </a:solidFill>
                  <a:effectLst/>
                  <a:uLnTx/>
                  <a:uFillTx/>
                  <a:latin typeface="+mj-lt"/>
                </a:endParaRPr>
              </a:p>
            </p:txBody>
          </p:sp>
          <p:grpSp>
            <p:nvGrpSpPr>
              <p:cNvPr id="9" name="Group 8">
                <a:extLst>
                  <a:ext uri="{FF2B5EF4-FFF2-40B4-BE49-F238E27FC236}">
                    <a16:creationId xmlns:a16="http://schemas.microsoft.com/office/drawing/2014/main" id="{BEC1058E-DB34-4E17-A68D-73112FEA9CA4}"/>
                  </a:ext>
                </a:extLst>
              </p:cNvPr>
              <p:cNvGrpSpPr/>
              <p:nvPr/>
            </p:nvGrpSpPr>
            <p:grpSpPr>
              <a:xfrm>
                <a:off x="5839103" y="5163834"/>
                <a:ext cx="513793" cy="513793"/>
                <a:chOff x="2946641" y="5057751"/>
                <a:chExt cx="513793" cy="513793"/>
              </a:xfrm>
            </p:grpSpPr>
            <p:sp>
              <p:nvSpPr>
                <p:cNvPr id="10" name="Oval 9">
                  <a:extLst>
                    <a:ext uri="{FF2B5EF4-FFF2-40B4-BE49-F238E27FC236}">
                      <a16:creationId xmlns:a16="http://schemas.microsoft.com/office/drawing/2014/main" id="{68C808A5-47DE-4DC8-A8C7-C5E857CFF501}"/>
                    </a:ext>
                  </a:extLst>
                </p:cNvPr>
                <p:cNvSpPr/>
                <p:nvPr userDrawn="1"/>
              </p:nvSpPr>
              <p:spPr>
                <a:xfrm>
                  <a:off x="2946641" y="5057751"/>
                  <a:ext cx="513793" cy="513793"/>
                </a:xfrm>
                <a:prstGeom prst="ellipse">
                  <a:avLst/>
                </a:prstGeom>
                <a:solidFill>
                  <a:srgbClr val="2D6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Freeform 5">
                  <a:extLst>
                    <a:ext uri="{FF2B5EF4-FFF2-40B4-BE49-F238E27FC236}">
                      <a16:creationId xmlns:a16="http://schemas.microsoft.com/office/drawing/2014/main" id="{BF7E0932-7E7C-4A83-84D3-16F95FF23888}"/>
                    </a:ext>
                  </a:extLst>
                </p:cNvPr>
                <p:cNvSpPr>
                  <a:spLocks noEditPoints="1"/>
                </p:cNvSpPr>
                <p:nvPr userDrawn="1"/>
              </p:nvSpPr>
              <p:spPr bwMode="auto">
                <a:xfrm>
                  <a:off x="3133583" y="5164473"/>
                  <a:ext cx="139909" cy="300349"/>
                </a:xfrm>
                <a:custGeom>
                  <a:avLst/>
                  <a:gdLst>
                    <a:gd name="T0" fmla="*/ 29 w 134"/>
                    <a:gd name="T1" fmla="*/ 56 h 288"/>
                    <a:gd name="T2" fmla="*/ 29 w 134"/>
                    <a:gd name="T3" fmla="*/ 95 h 288"/>
                    <a:gd name="T4" fmla="*/ 0 w 134"/>
                    <a:gd name="T5" fmla="*/ 95 h 288"/>
                    <a:gd name="T6" fmla="*/ 0 w 134"/>
                    <a:gd name="T7" fmla="*/ 144 h 288"/>
                    <a:gd name="T8" fmla="*/ 29 w 134"/>
                    <a:gd name="T9" fmla="*/ 144 h 288"/>
                    <a:gd name="T10" fmla="*/ 29 w 134"/>
                    <a:gd name="T11" fmla="*/ 288 h 288"/>
                    <a:gd name="T12" fmla="*/ 89 w 134"/>
                    <a:gd name="T13" fmla="*/ 288 h 288"/>
                    <a:gd name="T14" fmla="*/ 89 w 134"/>
                    <a:gd name="T15" fmla="*/ 144 h 288"/>
                    <a:gd name="T16" fmla="*/ 129 w 134"/>
                    <a:gd name="T17" fmla="*/ 144 h 288"/>
                    <a:gd name="T18" fmla="*/ 134 w 134"/>
                    <a:gd name="T19" fmla="*/ 95 h 288"/>
                    <a:gd name="T20" fmla="*/ 89 w 134"/>
                    <a:gd name="T21" fmla="*/ 95 h 288"/>
                    <a:gd name="T22" fmla="*/ 89 w 134"/>
                    <a:gd name="T23" fmla="*/ 62 h 288"/>
                    <a:gd name="T24" fmla="*/ 102 w 134"/>
                    <a:gd name="T25" fmla="*/ 50 h 288"/>
                    <a:gd name="T26" fmla="*/ 134 w 134"/>
                    <a:gd name="T27" fmla="*/ 50 h 288"/>
                    <a:gd name="T28" fmla="*/ 134 w 134"/>
                    <a:gd name="T29" fmla="*/ 0 h 288"/>
                    <a:gd name="T30" fmla="*/ 90 w 134"/>
                    <a:gd name="T31" fmla="*/ 0 h 288"/>
                    <a:gd name="T32" fmla="*/ 29 w 134"/>
                    <a:gd name="T33" fmla="*/ 56 h 288"/>
                    <a:gd name="T34" fmla="*/ 29 w 134"/>
                    <a:gd name="T35" fmla="*/ 56 h 288"/>
                    <a:gd name="T36" fmla="*/ 29 w 134"/>
                    <a:gd name="T37" fmla="*/ 56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4" h="288">
                      <a:moveTo>
                        <a:pt x="29" y="56"/>
                      </a:moveTo>
                      <a:cubicBezTo>
                        <a:pt x="29" y="95"/>
                        <a:pt x="29" y="95"/>
                        <a:pt x="29" y="95"/>
                      </a:cubicBezTo>
                      <a:cubicBezTo>
                        <a:pt x="0" y="95"/>
                        <a:pt x="0" y="95"/>
                        <a:pt x="0" y="95"/>
                      </a:cubicBezTo>
                      <a:cubicBezTo>
                        <a:pt x="0" y="144"/>
                        <a:pt x="0" y="144"/>
                        <a:pt x="0" y="144"/>
                      </a:cubicBezTo>
                      <a:cubicBezTo>
                        <a:pt x="29" y="144"/>
                        <a:pt x="29" y="144"/>
                        <a:pt x="29" y="144"/>
                      </a:cubicBezTo>
                      <a:cubicBezTo>
                        <a:pt x="29" y="288"/>
                        <a:pt x="29" y="288"/>
                        <a:pt x="29" y="288"/>
                      </a:cubicBezTo>
                      <a:cubicBezTo>
                        <a:pt x="89" y="288"/>
                        <a:pt x="89" y="288"/>
                        <a:pt x="89" y="288"/>
                      </a:cubicBezTo>
                      <a:cubicBezTo>
                        <a:pt x="89" y="144"/>
                        <a:pt x="89" y="144"/>
                        <a:pt x="89" y="144"/>
                      </a:cubicBezTo>
                      <a:cubicBezTo>
                        <a:pt x="129" y="144"/>
                        <a:pt x="129" y="144"/>
                        <a:pt x="129" y="144"/>
                      </a:cubicBezTo>
                      <a:cubicBezTo>
                        <a:pt x="129" y="144"/>
                        <a:pt x="133" y="121"/>
                        <a:pt x="134" y="95"/>
                      </a:cubicBezTo>
                      <a:cubicBezTo>
                        <a:pt x="89" y="95"/>
                        <a:pt x="89" y="95"/>
                        <a:pt x="89" y="95"/>
                      </a:cubicBezTo>
                      <a:cubicBezTo>
                        <a:pt x="89" y="62"/>
                        <a:pt x="89" y="62"/>
                        <a:pt x="89" y="62"/>
                      </a:cubicBezTo>
                      <a:cubicBezTo>
                        <a:pt x="89" y="57"/>
                        <a:pt x="95" y="50"/>
                        <a:pt x="102" y="50"/>
                      </a:cubicBezTo>
                      <a:cubicBezTo>
                        <a:pt x="134" y="50"/>
                        <a:pt x="134" y="50"/>
                        <a:pt x="134" y="50"/>
                      </a:cubicBezTo>
                      <a:cubicBezTo>
                        <a:pt x="134" y="0"/>
                        <a:pt x="134" y="0"/>
                        <a:pt x="134" y="0"/>
                      </a:cubicBezTo>
                      <a:cubicBezTo>
                        <a:pt x="90" y="0"/>
                        <a:pt x="90" y="0"/>
                        <a:pt x="90" y="0"/>
                      </a:cubicBezTo>
                      <a:cubicBezTo>
                        <a:pt x="28" y="0"/>
                        <a:pt x="29" y="49"/>
                        <a:pt x="29" y="56"/>
                      </a:cubicBezTo>
                      <a:close/>
                      <a:moveTo>
                        <a:pt x="29" y="56"/>
                      </a:moveTo>
                      <a:cubicBezTo>
                        <a:pt x="29" y="56"/>
                        <a:pt x="29" y="56"/>
                        <a:pt x="29" y="56"/>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2800"/>
                </a:p>
              </p:txBody>
            </p:sp>
          </p:grpSp>
          <p:sp>
            <p:nvSpPr>
              <p:cNvPr id="12" name="TextBox 11">
                <a:extLst>
                  <a:ext uri="{FF2B5EF4-FFF2-40B4-BE49-F238E27FC236}">
                    <a16:creationId xmlns:a16="http://schemas.microsoft.com/office/drawing/2014/main" id="{1E414136-E7F3-4732-9ECE-60D5BE49E20D}"/>
                  </a:ext>
                </a:extLst>
              </p:cNvPr>
              <p:cNvSpPr txBox="1"/>
              <p:nvPr/>
            </p:nvSpPr>
            <p:spPr>
              <a:xfrm>
                <a:off x="6420828" y="5255430"/>
                <a:ext cx="1007007" cy="307777"/>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de-DE" sz="1400" b="0" i="0" u="none" strike="noStrike" kern="0" cap="none" spc="0" normalizeH="0" baseline="0" noProof="0">
                    <a:ln>
                      <a:noFill/>
                    </a:ln>
                    <a:solidFill>
                      <a:srgbClr val="1F3C88"/>
                    </a:solidFill>
                    <a:effectLst/>
                    <a:uLnTx/>
                    <a:uFillTx/>
                    <a:latin typeface="+mj-lt"/>
                    <a:hlinkClick r:id="rId5">
                      <a:extLst>
                        <a:ext uri="{A12FA001-AC4F-418D-AE19-62706E023703}">
                          <ahyp:hlinkClr xmlns:ahyp="http://schemas.microsoft.com/office/drawing/2018/hyperlinkcolor" val="tx"/>
                        </a:ext>
                      </a:extLst>
                    </a:hlinkClick>
                  </a:rPr>
                  <a:t>AlepoUSA</a:t>
                </a:r>
                <a:endParaRPr kumimoji="0" lang="de-DE" sz="1400" b="0" i="0" u="none" strike="noStrike" kern="0" cap="none" spc="0" normalizeH="0" baseline="0" noProof="0">
                  <a:ln>
                    <a:noFill/>
                  </a:ln>
                  <a:solidFill>
                    <a:srgbClr val="1F3C88"/>
                  </a:solidFill>
                  <a:effectLst/>
                  <a:uLnTx/>
                  <a:uFillTx/>
                  <a:latin typeface="+mj-lt"/>
                </a:endParaRPr>
              </a:p>
            </p:txBody>
          </p:sp>
          <p:grpSp>
            <p:nvGrpSpPr>
              <p:cNvPr id="13" name="Group 12">
                <a:extLst>
                  <a:ext uri="{FF2B5EF4-FFF2-40B4-BE49-F238E27FC236}">
                    <a16:creationId xmlns:a16="http://schemas.microsoft.com/office/drawing/2014/main" id="{2781B91E-490C-4757-90E8-4023FF4BE448}"/>
                  </a:ext>
                </a:extLst>
              </p:cNvPr>
              <p:cNvGrpSpPr/>
              <p:nvPr/>
            </p:nvGrpSpPr>
            <p:grpSpPr>
              <a:xfrm>
                <a:off x="7664100" y="5163834"/>
                <a:ext cx="513793" cy="513793"/>
                <a:chOff x="4771638" y="5057751"/>
                <a:chExt cx="513793" cy="513793"/>
              </a:xfrm>
            </p:grpSpPr>
            <p:sp>
              <p:nvSpPr>
                <p:cNvPr id="14" name="Oval 13">
                  <a:extLst>
                    <a:ext uri="{FF2B5EF4-FFF2-40B4-BE49-F238E27FC236}">
                      <a16:creationId xmlns:a16="http://schemas.microsoft.com/office/drawing/2014/main" id="{6E78F554-39FD-4099-A08E-D027C73AD20F}"/>
                    </a:ext>
                  </a:extLst>
                </p:cNvPr>
                <p:cNvSpPr/>
                <p:nvPr userDrawn="1"/>
              </p:nvSpPr>
              <p:spPr>
                <a:xfrm>
                  <a:off x="4771638" y="5057751"/>
                  <a:ext cx="513793" cy="513793"/>
                </a:xfrm>
                <a:prstGeom prst="ellipse">
                  <a:avLst/>
                </a:prstGeom>
                <a:solidFill>
                  <a:srgbClr val="2D6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Freeform 13">
                  <a:extLst>
                    <a:ext uri="{FF2B5EF4-FFF2-40B4-BE49-F238E27FC236}">
                      <a16:creationId xmlns:a16="http://schemas.microsoft.com/office/drawing/2014/main" id="{DE5E0232-F51C-4E6F-9938-81B23F1FBE2E}"/>
                    </a:ext>
                  </a:extLst>
                </p:cNvPr>
                <p:cNvSpPr>
                  <a:spLocks noEditPoints="1"/>
                </p:cNvSpPr>
                <p:nvPr userDrawn="1"/>
              </p:nvSpPr>
              <p:spPr bwMode="auto">
                <a:xfrm>
                  <a:off x="4860506" y="5204393"/>
                  <a:ext cx="336056" cy="281468"/>
                </a:xfrm>
                <a:custGeom>
                  <a:avLst/>
                  <a:gdLst>
                    <a:gd name="T0" fmla="*/ 255 w 288"/>
                    <a:gd name="T1" fmla="*/ 88 h 240"/>
                    <a:gd name="T2" fmla="*/ 287 w 288"/>
                    <a:gd name="T3" fmla="*/ 70 h 240"/>
                    <a:gd name="T4" fmla="*/ 253 w 288"/>
                    <a:gd name="T5" fmla="*/ 73 h 240"/>
                    <a:gd name="T6" fmla="*/ 251 w 288"/>
                    <a:gd name="T7" fmla="*/ 67 h 240"/>
                    <a:gd name="T8" fmla="*/ 190 w 288"/>
                    <a:gd name="T9" fmla="*/ 19 h 240"/>
                    <a:gd name="T10" fmla="*/ 197 w 288"/>
                    <a:gd name="T11" fmla="*/ 16 h 240"/>
                    <a:gd name="T12" fmla="*/ 215 w 288"/>
                    <a:gd name="T13" fmla="*/ 6 h 240"/>
                    <a:gd name="T14" fmla="*/ 187 w 288"/>
                    <a:gd name="T15" fmla="*/ 12 h 240"/>
                    <a:gd name="T16" fmla="*/ 202 w 288"/>
                    <a:gd name="T17" fmla="*/ 0 h 240"/>
                    <a:gd name="T18" fmla="*/ 179 w 288"/>
                    <a:gd name="T19" fmla="*/ 11 h 240"/>
                    <a:gd name="T20" fmla="*/ 184 w 288"/>
                    <a:gd name="T21" fmla="*/ 2 h 240"/>
                    <a:gd name="T22" fmla="*/ 139 w 288"/>
                    <a:gd name="T23" fmla="*/ 72 h 240"/>
                    <a:gd name="T24" fmla="*/ 117 w 288"/>
                    <a:gd name="T25" fmla="*/ 54 h 240"/>
                    <a:gd name="T26" fmla="*/ 43 w 288"/>
                    <a:gd name="T27" fmla="*/ 22 h 240"/>
                    <a:gd name="T28" fmla="*/ 68 w 288"/>
                    <a:gd name="T29" fmla="*/ 58 h 240"/>
                    <a:gd name="T30" fmla="*/ 50 w 288"/>
                    <a:gd name="T31" fmla="*/ 60 h 240"/>
                    <a:gd name="T32" fmla="*/ 82 w 288"/>
                    <a:gd name="T33" fmla="*/ 89 h 240"/>
                    <a:gd name="T34" fmla="*/ 62 w 288"/>
                    <a:gd name="T35" fmla="*/ 96 h 240"/>
                    <a:gd name="T36" fmla="*/ 98 w 288"/>
                    <a:gd name="T37" fmla="*/ 114 h 240"/>
                    <a:gd name="T38" fmla="*/ 107 w 288"/>
                    <a:gd name="T39" fmla="*/ 138 h 240"/>
                    <a:gd name="T40" fmla="*/ 0 w 288"/>
                    <a:gd name="T41" fmla="*/ 141 h 240"/>
                    <a:gd name="T42" fmla="*/ 254 w 288"/>
                    <a:gd name="T43" fmla="*/ 105 h 240"/>
                    <a:gd name="T44" fmla="*/ 288 w 288"/>
                    <a:gd name="T45" fmla="*/ 92 h 240"/>
                    <a:gd name="T46" fmla="*/ 255 w 288"/>
                    <a:gd name="T47" fmla="*/ 88 h 240"/>
                    <a:gd name="T48" fmla="*/ 255 w 288"/>
                    <a:gd name="T49" fmla="*/ 88 h 240"/>
                    <a:gd name="T50" fmla="*/ 255 w 288"/>
                    <a:gd name="T51" fmla="*/ 88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88" h="240">
                      <a:moveTo>
                        <a:pt x="255" y="88"/>
                      </a:moveTo>
                      <a:cubicBezTo>
                        <a:pt x="272" y="87"/>
                        <a:pt x="283" y="80"/>
                        <a:pt x="287" y="70"/>
                      </a:cubicBezTo>
                      <a:cubicBezTo>
                        <a:pt x="281" y="73"/>
                        <a:pt x="263" y="77"/>
                        <a:pt x="253" y="73"/>
                      </a:cubicBezTo>
                      <a:cubicBezTo>
                        <a:pt x="252" y="71"/>
                        <a:pt x="252" y="69"/>
                        <a:pt x="251" y="67"/>
                      </a:cubicBezTo>
                      <a:cubicBezTo>
                        <a:pt x="244" y="39"/>
                        <a:pt x="217" y="16"/>
                        <a:pt x="190" y="19"/>
                      </a:cubicBezTo>
                      <a:cubicBezTo>
                        <a:pt x="192" y="18"/>
                        <a:pt x="195" y="17"/>
                        <a:pt x="197" y="16"/>
                      </a:cubicBezTo>
                      <a:cubicBezTo>
                        <a:pt x="200" y="15"/>
                        <a:pt x="218" y="12"/>
                        <a:pt x="215" y="6"/>
                      </a:cubicBezTo>
                      <a:cubicBezTo>
                        <a:pt x="212" y="1"/>
                        <a:pt x="191" y="10"/>
                        <a:pt x="187" y="12"/>
                      </a:cubicBezTo>
                      <a:cubicBezTo>
                        <a:pt x="192" y="10"/>
                        <a:pt x="201" y="6"/>
                        <a:pt x="202" y="0"/>
                      </a:cubicBezTo>
                      <a:cubicBezTo>
                        <a:pt x="194" y="1"/>
                        <a:pt x="186" y="5"/>
                        <a:pt x="179" y="11"/>
                      </a:cubicBezTo>
                      <a:cubicBezTo>
                        <a:pt x="182" y="8"/>
                        <a:pt x="183" y="5"/>
                        <a:pt x="184" y="2"/>
                      </a:cubicBezTo>
                      <a:cubicBezTo>
                        <a:pt x="162" y="16"/>
                        <a:pt x="149" y="44"/>
                        <a:pt x="139" y="72"/>
                      </a:cubicBezTo>
                      <a:cubicBezTo>
                        <a:pt x="131" y="64"/>
                        <a:pt x="123" y="58"/>
                        <a:pt x="117" y="54"/>
                      </a:cubicBezTo>
                      <a:cubicBezTo>
                        <a:pt x="99" y="44"/>
                        <a:pt x="77" y="34"/>
                        <a:pt x="43" y="22"/>
                      </a:cubicBezTo>
                      <a:cubicBezTo>
                        <a:pt x="42" y="33"/>
                        <a:pt x="49" y="48"/>
                        <a:pt x="68" y="58"/>
                      </a:cubicBezTo>
                      <a:cubicBezTo>
                        <a:pt x="63" y="57"/>
                        <a:pt x="56" y="59"/>
                        <a:pt x="50" y="60"/>
                      </a:cubicBezTo>
                      <a:cubicBezTo>
                        <a:pt x="52" y="73"/>
                        <a:pt x="60" y="84"/>
                        <a:pt x="82" y="89"/>
                      </a:cubicBezTo>
                      <a:cubicBezTo>
                        <a:pt x="72" y="89"/>
                        <a:pt x="67" y="92"/>
                        <a:pt x="62" y="96"/>
                      </a:cubicBezTo>
                      <a:cubicBezTo>
                        <a:pt x="67" y="105"/>
                        <a:pt x="78" y="116"/>
                        <a:pt x="98" y="114"/>
                      </a:cubicBezTo>
                      <a:cubicBezTo>
                        <a:pt x="76" y="123"/>
                        <a:pt x="89" y="141"/>
                        <a:pt x="107" y="138"/>
                      </a:cubicBezTo>
                      <a:cubicBezTo>
                        <a:pt x="76" y="170"/>
                        <a:pt x="28" y="168"/>
                        <a:pt x="0" y="141"/>
                      </a:cubicBezTo>
                      <a:cubicBezTo>
                        <a:pt x="73" y="240"/>
                        <a:pt x="230" y="200"/>
                        <a:pt x="254" y="105"/>
                      </a:cubicBezTo>
                      <a:cubicBezTo>
                        <a:pt x="271" y="105"/>
                        <a:pt x="282" y="98"/>
                        <a:pt x="288" y="92"/>
                      </a:cubicBezTo>
                      <a:cubicBezTo>
                        <a:pt x="278" y="93"/>
                        <a:pt x="263" y="91"/>
                        <a:pt x="255" y="88"/>
                      </a:cubicBezTo>
                      <a:close/>
                      <a:moveTo>
                        <a:pt x="255" y="88"/>
                      </a:moveTo>
                      <a:cubicBezTo>
                        <a:pt x="255" y="88"/>
                        <a:pt x="255" y="88"/>
                        <a:pt x="255" y="88"/>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2800"/>
                </a:p>
              </p:txBody>
            </p:sp>
          </p:grpSp>
          <p:sp>
            <p:nvSpPr>
              <p:cNvPr id="16" name="TextBox 15">
                <a:extLst>
                  <a:ext uri="{FF2B5EF4-FFF2-40B4-BE49-F238E27FC236}">
                    <a16:creationId xmlns:a16="http://schemas.microsoft.com/office/drawing/2014/main" id="{5732F99E-1629-4366-946F-F9B6B2C896A2}"/>
                  </a:ext>
                </a:extLst>
              </p:cNvPr>
              <p:cNvSpPr txBox="1"/>
              <p:nvPr/>
            </p:nvSpPr>
            <p:spPr>
              <a:xfrm>
                <a:off x="8242320" y="5255430"/>
                <a:ext cx="1168910" cy="307777"/>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de-DE" sz="1400" b="0" i="0" u="none" strike="noStrike" kern="0" cap="none" spc="0" normalizeH="0" baseline="0" noProof="0">
                    <a:ln>
                      <a:noFill/>
                    </a:ln>
                    <a:solidFill>
                      <a:srgbClr val="1F3C88"/>
                    </a:solidFill>
                    <a:effectLst/>
                    <a:uLnTx/>
                    <a:uFillTx/>
                    <a:latin typeface="+mj-lt"/>
                    <a:hlinkClick r:id="rId6">
                      <a:extLst>
                        <a:ext uri="{A12FA001-AC4F-418D-AE19-62706E023703}">
                          <ahyp:hlinkClr xmlns:ahyp="http://schemas.microsoft.com/office/drawing/2018/hyperlinkcolor" val="tx"/>
                        </a:ext>
                      </a:extLst>
                    </a:hlinkClick>
                  </a:rPr>
                  <a:t>@AlepoUSA</a:t>
                </a:r>
                <a:endParaRPr kumimoji="0" lang="de-DE" sz="1400" b="0" i="0" u="none" strike="noStrike" kern="0" cap="none" spc="0" normalizeH="0" baseline="0" noProof="0">
                  <a:ln>
                    <a:noFill/>
                  </a:ln>
                  <a:solidFill>
                    <a:srgbClr val="1F3C88"/>
                  </a:solidFill>
                  <a:effectLst/>
                  <a:uLnTx/>
                  <a:uFillTx/>
                  <a:latin typeface="+mj-lt"/>
                </a:endParaRPr>
              </a:p>
            </p:txBody>
          </p:sp>
          <p:grpSp>
            <p:nvGrpSpPr>
              <p:cNvPr id="17" name="Group 16">
                <a:extLst>
                  <a:ext uri="{FF2B5EF4-FFF2-40B4-BE49-F238E27FC236}">
                    <a16:creationId xmlns:a16="http://schemas.microsoft.com/office/drawing/2014/main" id="{3BDD428C-5AFD-4931-A556-D752E360CF39}"/>
                  </a:ext>
                </a:extLst>
              </p:cNvPr>
              <p:cNvGrpSpPr/>
              <p:nvPr/>
            </p:nvGrpSpPr>
            <p:grpSpPr>
              <a:xfrm>
                <a:off x="9710339" y="5160897"/>
                <a:ext cx="513793" cy="513793"/>
                <a:chOff x="6817877" y="5054814"/>
                <a:chExt cx="513793" cy="513793"/>
              </a:xfrm>
            </p:grpSpPr>
            <p:sp>
              <p:nvSpPr>
                <p:cNvPr id="18" name="Oval 17">
                  <a:extLst>
                    <a:ext uri="{FF2B5EF4-FFF2-40B4-BE49-F238E27FC236}">
                      <a16:creationId xmlns:a16="http://schemas.microsoft.com/office/drawing/2014/main" id="{601D8885-F8CF-44FA-810C-3B80111218F9}"/>
                    </a:ext>
                  </a:extLst>
                </p:cNvPr>
                <p:cNvSpPr/>
                <p:nvPr userDrawn="1"/>
              </p:nvSpPr>
              <p:spPr>
                <a:xfrm>
                  <a:off x="6817877" y="5054814"/>
                  <a:ext cx="513793" cy="513793"/>
                </a:xfrm>
                <a:prstGeom prst="ellipse">
                  <a:avLst/>
                </a:prstGeom>
                <a:solidFill>
                  <a:srgbClr val="2D6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Freeform 9">
                  <a:extLst>
                    <a:ext uri="{FF2B5EF4-FFF2-40B4-BE49-F238E27FC236}">
                      <a16:creationId xmlns:a16="http://schemas.microsoft.com/office/drawing/2014/main" id="{7799EC38-2312-46EF-BE0B-F9D3013BB132}"/>
                    </a:ext>
                  </a:extLst>
                </p:cNvPr>
                <p:cNvSpPr>
                  <a:spLocks noEditPoints="1"/>
                </p:cNvSpPr>
                <p:nvPr userDrawn="1"/>
              </p:nvSpPr>
              <p:spPr bwMode="auto">
                <a:xfrm>
                  <a:off x="6953561" y="5195728"/>
                  <a:ext cx="242424" cy="231964"/>
                </a:xfrm>
                <a:custGeom>
                  <a:avLst/>
                  <a:gdLst>
                    <a:gd name="T0" fmla="*/ 288 w 288"/>
                    <a:gd name="T1" fmla="*/ 169 h 275"/>
                    <a:gd name="T2" fmla="*/ 288 w 288"/>
                    <a:gd name="T3" fmla="*/ 275 h 275"/>
                    <a:gd name="T4" fmla="*/ 226 w 288"/>
                    <a:gd name="T5" fmla="*/ 275 h 275"/>
                    <a:gd name="T6" fmla="*/ 226 w 288"/>
                    <a:gd name="T7" fmla="*/ 176 h 275"/>
                    <a:gd name="T8" fmla="*/ 195 w 288"/>
                    <a:gd name="T9" fmla="*/ 134 h 275"/>
                    <a:gd name="T10" fmla="*/ 163 w 288"/>
                    <a:gd name="T11" fmla="*/ 156 h 275"/>
                    <a:gd name="T12" fmla="*/ 161 w 288"/>
                    <a:gd name="T13" fmla="*/ 171 h 275"/>
                    <a:gd name="T14" fmla="*/ 161 w 288"/>
                    <a:gd name="T15" fmla="*/ 275 h 275"/>
                    <a:gd name="T16" fmla="*/ 100 w 288"/>
                    <a:gd name="T17" fmla="*/ 275 h 275"/>
                    <a:gd name="T18" fmla="*/ 100 w 288"/>
                    <a:gd name="T19" fmla="*/ 90 h 275"/>
                    <a:gd name="T20" fmla="*/ 161 w 288"/>
                    <a:gd name="T21" fmla="*/ 90 h 275"/>
                    <a:gd name="T22" fmla="*/ 161 w 288"/>
                    <a:gd name="T23" fmla="*/ 116 h 275"/>
                    <a:gd name="T24" fmla="*/ 161 w 288"/>
                    <a:gd name="T25" fmla="*/ 116 h 275"/>
                    <a:gd name="T26" fmla="*/ 161 w 288"/>
                    <a:gd name="T27" fmla="*/ 116 h 275"/>
                    <a:gd name="T28" fmla="*/ 161 w 288"/>
                    <a:gd name="T29" fmla="*/ 116 h 275"/>
                    <a:gd name="T30" fmla="*/ 217 w 288"/>
                    <a:gd name="T31" fmla="*/ 85 h 275"/>
                    <a:gd name="T32" fmla="*/ 288 w 288"/>
                    <a:gd name="T33" fmla="*/ 169 h 275"/>
                    <a:gd name="T34" fmla="*/ 35 w 288"/>
                    <a:gd name="T35" fmla="*/ 0 h 275"/>
                    <a:gd name="T36" fmla="*/ 0 w 288"/>
                    <a:gd name="T37" fmla="*/ 32 h 275"/>
                    <a:gd name="T38" fmla="*/ 34 w 288"/>
                    <a:gd name="T39" fmla="*/ 64 h 275"/>
                    <a:gd name="T40" fmla="*/ 35 w 288"/>
                    <a:gd name="T41" fmla="*/ 64 h 275"/>
                    <a:gd name="T42" fmla="*/ 69 w 288"/>
                    <a:gd name="T43" fmla="*/ 32 h 275"/>
                    <a:gd name="T44" fmla="*/ 35 w 288"/>
                    <a:gd name="T45" fmla="*/ 0 h 275"/>
                    <a:gd name="T46" fmla="*/ 4 w 288"/>
                    <a:gd name="T47" fmla="*/ 275 h 275"/>
                    <a:gd name="T48" fmla="*/ 65 w 288"/>
                    <a:gd name="T49" fmla="*/ 275 h 275"/>
                    <a:gd name="T50" fmla="*/ 65 w 288"/>
                    <a:gd name="T51" fmla="*/ 90 h 275"/>
                    <a:gd name="T52" fmla="*/ 4 w 288"/>
                    <a:gd name="T53" fmla="*/ 90 h 275"/>
                    <a:gd name="T54" fmla="*/ 4 w 288"/>
                    <a:gd name="T55" fmla="*/ 275 h 275"/>
                    <a:gd name="T56" fmla="*/ 4 w 288"/>
                    <a:gd name="T57" fmla="*/ 275 h 275"/>
                    <a:gd name="T58" fmla="*/ 4 w 288"/>
                    <a:gd name="T59" fmla="*/ 275 h 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88" h="275">
                      <a:moveTo>
                        <a:pt x="288" y="169"/>
                      </a:moveTo>
                      <a:cubicBezTo>
                        <a:pt x="288" y="275"/>
                        <a:pt x="288" y="275"/>
                        <a:pt x="288" y="275"/>
                      </a:cubicBezTo>
                      <a:cubicBezTo>
                        <a:pt x="226" y="275"/>
                        <a:pt x="226" y="275"/>
                        <a:pt x="226" y="275"/>
                      </a:cubicBezTo>
                      <a:cubicBezTo>
                        <a:pt x="226" y="176"/>
                        <a:pt x="226" y="176"/>
                        <a:pt x="226" y="176"/>
                      </a:cubicBezTo>
                      <a:cubicBezTo>
                        <a:pt x="226" y="151"/>
                        <a:pt x="217" y="134"/>
                        <a:pt x="195" y="134"/>
                      </a:cubicBezTo>
                      <a:cubicBezTo>
                        <a:pt x="178" y="134"/>
                        <a:pt x="168" y="145"/>
                        <a:pt x="163" y="156"/>
                      </a:cubicBezTo>
                      <a:cubicBezTo>
                        <a:pt x="162" y="160"/>
                        <a:pt x="161" y="166"/>
                        <a:pt x="161" y="171"/>
                      </a:cubicBezTo>
                      <a:cubicBezTo>
                        <a:pt x="161" y="275"/>
                        <a:pt x="161" y="275"/>
                        <a:pt x="161" y="275"/>
                      </a:cubicBezTo>
                      <a:cubicBezTo>
                        <a:pt x="100" y="275"/>
                        <a:pt x="100" y="275"/>
                        <a:pt x="100" y="275"/>
                      </a:cubicBezTo>
                      <a:cubicBezTo>
                        <a:pt x="100" y="275"/>
                        <a:pt x="100" y="107"/>
                        <a:pt x="100" y="90"/>
                      </a:cubicBezTo>
                      <a:cubicBezTo>
                        <a:pt x="161" y="90"/>
                        <a:pt x="161" y="90"/>
                        <a:pt x="161" y="90"/>
                      </a:cubicBezTo>
                      <a:cubicBezTo>
                        <a:pt x="161" y="116"/>
                        <a:pt x="161" y="116"/>
                        <a:pt x="161" y="116"/>
                      </a:cubicBezTo>
                      <a:cubicBezTo>
                        <a:pt x="161" y="116"/>
                        <a:pt x="161" y="116"/>
                        <a:pt x="161" y="116"/>
                      </a:cubicBezTo>
                      <a:cubicBezTo>
                        <a:pt x="161" y="116"/>
                        <a:pt x="161" y="116"/>
                        <a:pt x="161" y="116"/>
                      </a:cubicBezTo>
                      <a:cubicBezTo>
                        <a:pt x="161" y="116"/>
                        <a:pt x="161" y="116"/>
                        <a:pt x="161" y="116"/>
                      </a:cubicBezTo>
                      <a:cubicBezTo>
                        <a:pt x="169" y="103"/>
                        <a:pt x="184" y="85"/>
                        <a:pt x="217" y="85"/>
                      </a:cubicBezTo>
                      <a:cubicBezTo>
                        <a:pt x="258" y="85"/>
                        <a:pt x="288" y="112"/>
                        <a:pt x="288" y="169"/>
                      </a:cubicBezTo>
                      <a:close/>
                      <a:moveTo>
                        <a:pt x="35" y="0"/>
                      </a:moveTo>
                      <a:cubicBezTo>
                        <a:pt x="14" y="0"/>
                        <a:pt x="0" y="14"/>
                        <a:pt x="0" y="32"/>
                      </a:cubicBezTo>
                      <a:cubicBezTo>
                        <a:pt x="0" y="50"/>
                        <a:pt x="13" y="64"/>
                        <a:pt x="34" y="64"/>
                      </a:cubicBezTo>
                      <a:cubicBezTo>
                        <a:pt x="35" y="64"/>
                        <a:pt x="35" y="64"/>
                        <a:pt x="35" y="64"/>
                      </a:cubicBezTo>
                      <a:cubicBezTo>
                        <a:pt x="56" y="64"/>
                        <a:pt x="69" y="50"/>
                        <a:pt x="69" y="32"/>
                      </a:cubicBezTo>
                      <a:cubicBezTo>
                        <a:pt x="69" y="14"/>
                        <a:pt x="56" y="0"/>
                        <a:pt x="35" y="0"/>
                      </a:cubicBezTo>
                      <a:close/>
                      <a:moveTo>
                        <a:pt x="4" y="275"/>
                      </a:moveTo>
                      <a:cubicBezTo>
                        <a:pt x="65" y="275"/>
                        <a:pt x="65" y="275"/>
                        <a:pt x="65" y="275"/>
                      </a:cubicBezTo>
                      <a:cubicBezTo>
                        <a:pt x="65" y="90"/>
                        <a:pt x="65" y="90"/>
                        <a:pt x="65" y="90"/>
                      </a:cubicBezTo>
                      <a:cubicBezTo>
                        <a:pt x="4" y="90"/>
                        <a:pt x="4" y="90"/>
                        <a:pt x="4" y="90"/>
                      </a:cubicBezTo>
                      <a:lnTo>
                        <a:pt x="4" y="275"/>
                      </a:lnTo>
                      <a:close/>
                      <a:moveTo>
                        <a:pt x="4" y="275"/>
                      </a:moveTo>
                      <a:cubicBezTo>
                        <a:pt x="4" y="275"/>
                        <a:pt x="4" y="275"/>
                        <a:pt x="4" y="275"/>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sz="12800"/>
                </a:p>
              </p:txBody>
            </p:sp>
          </p:grpSp>
          <p:sp>
            <p:nvSpPr>
              <p:cNvPr id="20" name="TextBox 19">
                <a:extLst>
                  <a:ext uri="{FF2B5EF4-FFF2-40B4-BE49-F238E27FC236}">
                    <a16:creationId xmlns:a16="http://schemas.microsoft.com/office/drawing/2014/main" id="{C050F0C6-214B-4218-8BDA-9D07D7402F0E}"/>
                  </a:ext>
                </a:extLst>
              </p:cNvPr>
              <p:cNvSpPr txBox="1"/>
              <p:nvPr/>
            </p:nvSpPr>
            <p:spPr>
              <a:xfrm>
                <a:off x="10309016" y="5255430"/>
                <a:ext cx="1529586" cy="307777"/>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de-DE" sz="1400" b="0" i="0" u="none" strike="noStrike" kern="0" cap="none" spc="0" normalizeH="0" baseline="0" noProof="0">
                    <a:ln>
                      <a:noFill/>
                    </a:ln>
                    <a:solidFill>
                      <a:srgbClr val="1F3C88"/>
                    </a:solidFill>
                    <a:effectLst/>
                    <a:uLnTx/>
                    <a:uFillTx/>
                    <a:latin typeface="+mj-lt"/>
                    <a:hlinkClick r:id="rId7">
                      <a:extLst>
                        <a:ext uri="{A12FA001-AC4F-418D-AE19-62706E023703}">
                          <ahyp:hlinkClr xmlns:ahyp="http://schemas.microsoft.com/office/drawing/2018/hyperlinkcolor" val="tx"/>
                        </a:ext>
                      </a:extLst>
                    </a:hlinkClick>
                  </a:rPr>
                  <a:t>Company/Alepo</a:t>
                </a:r>
                <a:endParaRPr kumimoji="0" lang="de-DE" sz="1400" b="0" i="0" u="none" strike="noStrike" kern="0" cap="none" spc="0" normalizeH="0" baseline="0" noProof="0">
                  <a:ln>
                    <a:noFill/>
                  </a:ln>
                  <a:solidFill>
                    <a:srgbClr val="1F3C88"/>
                  </a:solidFill>
                  <a:effectLst/>
                  <a:uLnTx/>
                  <a:uFillTx/>
                  <a:latin typeface="+mj-lt"/>
                </a:endParaRPr>
              </a:p>
            </p:txBody>
          </p:sp>
        </p:grpSp>
        <p:cxnSp>
          <p:nvCxnSpPr>
            <p:cNvPr id="22" name="Straight Connector 21">
              <a:extLst>
                <a:ext uri="{FF2B5EF4-FFF2-40B4-BE49-F238E27FC236}">
                  <a16:creationId xmlns:a16="http://schemas.microsoft.com/office/drawing/2014/main" id="{E3CBD09F-8BCC-432F-970F-ACFD07AFA1E3}"/>
                </a:ext>
              </a:extLst>
            </p:cNvPr>
            <p:cNvCxnSpPr>
              <a:cxnSpLocks/>
            </p:cNvCxnSpPr>
            <p:nvPr/>
          </p:nvCxnSpPr>
          <p:spPr>
            <a:xfrm>
              <a:off x="2946641" y="4622427"/>
              <a:ext cx="0" cy="1205556"/>
            </a:xfrm>
            <a:prstGeom prst="line">
              <a:avLst/>
            </a:prstGeom>
            <a:noFill/>
            <a:ln w="3175" cap="flat" cmpd="sng" algn="ctr">
              <a:solidFill>
                <a:schemeClr val="tx1">
                  <a:lumMod val="85000"/>
                </a:schemeClr>
              </a:solidFill>
              <a:prstDash val="solid"/>
              <a:miter lim="800000"/>
            </a:ln>
            <a:effectLst/>
          </p:spPr>
        </p:cxnSp>
      </p:grpSp>
    </p:spTree>
    <p:extLst>
      <p:ext uri="{BB962C8B-B14F-4D97-AF65-F5344CB8AC3E}">
        <p14:creationId xmlns:p14="http://schemas.microsoft.com/office/powerpoint/2010/main" val="401046910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Vapor Trail">
  <a:themeElements>
    <a:clrScheme name="Alepo Theme Colour">
      <a:dk1>
        <a:srgbClr val="141414"/>
      </a:dk1>
      <a:lt1>
        <a:srgbClr val="F2F2F2"/>
      </a:lt1>
      <a:dk2>
        <a:srgbClr val="141414"/>
      </a:dk2>
      <a:lt2>
        <a:srgbClr val="F2F2F2"/>
      </a:lt2>
      <a:accent1>
        <a:srgbClr val="1F3C88"/>
      </a:accent1>
      <a:accent2>
        <a:srgbClr val="FF3D57"/>
      </a:accent2>
      <a:accent3>
        <a:srgbClr val="27ABB8"/>
      </a:accent3>
      <a:accent4>
        <a:srgbClr val="2D6188"/>
      </a:accent4>
      <a:accent5>
        <a:srgbClr val="EFFAD2"/>
      </a:accent5>
      <a:accent6>
        <a:srgbClr val="D9E4DC"/>
      </a:accent6>
      <a:hlink>
        <a:srgbClr val="18C0FF"/>
      </a:hlink>
      <a:folHlink>
        <a:srgbClr val="FF3D57"/>
      </a:folHlink>
    </a:clrScheme>
    <a:fontScheme name="Alepo Theme Fonts">
      <a:majorFont>
        <a:latin typeface="Roboto"/>
        <a:ea typeface=""/>
        <a:cs typeface=""/>
      </a:majorFont>
      <a:minorFont>
        <a:latin typeface="Open San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5" id="{D91E19C5-75B4-4FAB-85A2-F5ADB60778AD}" vid="{521C37B3-3CA0-4DAB-BB83-DC4CB5B63568}"/>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1723DC85BAB9642BD2EC165C6E48CDE" ma:contentTypeVersion="10" ma:contentTypeDescription="Create a new document." ma:contentTypeScope="" ma:versionID="905e7c36a3c44e568e85543341360346">
  <xsd:schema xmlns:xsd="http://www.w3.org/2001/XMLSchema" xmlns:xs="http://www.w3.org/2001/XMLSchema" xmlns:p="http://schemas.microsoft.com/office/2006/metadata/properties" xmlns:ns2="514e0404-bec7-4f00-8648-0e74d5985981" xmlns:ns3="53335f82-e798-4265-9d2c-db180b02b7e9" targetNamespace="http://schemas.microsoft.com/office/2006/metadata/properties" ma:root="true" ma:fieldsID="f5326e9a824904889c625e9b183fd896" ns2:_="" ns3:_="">
    <xsd:import namespace="514e0404-bec7-4f00-8648-0e74d5985981"/>
    <xsd:import namespace="53335f82-e798-4265-9d2c-db180b02b7e9"/>
    <xsd:element name="properties">
      <xsd:complexType>
        <xsd:sequence>
          <xsd:element name="documentManagement">
            <xsd:complexType>
              <xsd:all>
                <xsd:element ref="ns2:SharedWithUsers" minOccurs="0"/>
                <xsd:element ref="ns2:SharingHintHash" minOccurs="0"/>
                <xsd:element ref="ns2:SharedWithDetails" minOccurs="0"/>
                <xsd:element ref="ns2:LastSharedByUser" minOccurs="0"/>
                <xsd:element ref="ns2:LastSharedByTime" minOccurs="0"/>
                <xsd:element ref="ns3:MediaServiceMetadata" minOccurs="0"/>
                <xsd:element ref="ns3:MediaServiceFastMetadata" minOccurs="0"/>
                <xsd:element ref="ns3:MediaServiceDateTaken"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14e0404-bec7-4f00-8648-0e74d5985981"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ingHintHash" ma:index="9" nillable="true" ma:displayName="Sharing Hint Hash" ma:internalName="SharingHintHash" ma:readOnly="true">
      <xsd:simpleType>
        <xsd:restriction base="dms:Text"/>
      </xsd:simpleType>
    </xsd:element>
    <xsd:element name="SharedWithDetails" ma:index="10" nillable="true" ma:displayName="Shared With Details" ma:internalName="SharedWithDetails" ma:readOnly="true">
      <xsd:simpleType>
        <xsd:restriction base="dms:Note">
          <xsd:maxLength value="255"/>
        </xsd:restriction>
      </xsd:simpleType>
    </xsd:element>
    <xsd:element name="LastSharedByUser" ma:index="11" nillable="true" ma:displayName="Last Shared By User" ma:description="" ma:internalName="LastSharedByUser" ma:readOnly="true">
      <xsd:simpleType>
        <xsd:restriction base="dms:Note">
          <xsd:maxLength value="255"/>
        </xsd:restriction>
      </xsd:simpleType>
    </xsd:element>
    <xsd:element name="LastSharedByTime" ma:index="12" nillable="true" ma:displayName="Last Shared By Time" ma:description="" ma:internalName="LastSharedByTime" ma:readOnly="tru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53335f82-e798-4265-9d2c-db180b02b7e9" elementFormDefault="qualified">
    <xsd:import namespace="http://schemas.microsoft.com/office/2006/documentManagement/types"/>
    <xsd:import namespace="http://schemas.microsoft.com/office/infopath/2007/PartnerControls"/>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48921B9-697C-4A86-873D-FEFAC42BE8B1}">
  <ds:schemaRefs>
    <ds:schemaRef ds:uri="514e0404-bec7-4f00-8648-0e74d5985981"/>
    <ds:schemaRef ds:uri="53335f82-e798-4265-9d2c-db180b02b7e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D66F26B4-6B4D-47E0-B64C-65A1B686EFAA}">
  <ds:schemaRefs>
    <ds:schemaRef ds:uri="http://schemas.microsoft.com/sharepoint/v3/contenttype/forms"/>
  </ds:schemaRefs>
</ds:datastoreItem>
</file>

<file path=customXml/itemProps3.xml><?xml version="1.0" encoding="utf-8"?>
<ds:datastoreItem xmlns:ds="http://schemas.openxmlformats.org/officeDocument/2006/customXml" ds:itemID="{F674F369-EF14-410F-B3F5-A37D09058141}">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Alepo Brand Template</Template>
  <TotalTime>0</TotalTime>
  <Words>10809</Words>
  <Application>Microsoft Office PowerPoint</Application>
  <PresentationFormat>Widescreen</PresentationFormat>
  <Paragraphs>1437</Paragraphs>
  <Slides>97</Slides>
  <Notes>13</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97</vt:i4>
      </vt:variant>
    </vt:vector>
  </HeadingPairs>
  <TitlesOfParts>
    <vt:vector size="105" baseType="lpstr">
      <vt:lpstr>Arial</vt:lpstr>
      <vt:lpstr>Calibri</vt:lpstr>
      <vt:lpstr>Calibri Light</vt:lpstr>
      <vt:lpstr>Open Sans</vt:lpstr>
      <vt:lpstr>Open Sans Light</vt:lpstr>
      <vt:lpstr>Roboto</vt:lpstr>
      <vt:lpstr>Vapor Trail</vt:lpstr>
      <vt:lpstr>Custom Design</vt:lpstr>
      <vt:lpstr>PowerPoint Presentation</vt:lpstr>
      <vt:lpstr>AGENDA</vt:lpstr>
      <vt:lpstr>Agenda</vt:lpstr>
      <vt:lpstr>Alepo PCF Troubleshooting</vt:lpstr>
      <vt:lpstr>Alepo PCF Troubleshooting</vt:lpstr>
      <vt:lpstr>Alepo PCF Troubleshooting</vt:lpstr>
      <vt:lpstr>AM Policy is not getting applied to subscriber</vt:lpstr>
      <vt:lpstr>AM Policy is not getting applied to subscriber</vt:lpstr>
      <vt:lpstr>AM Policy is not getting applied to subscriber</vt:lpstr>
      <vt:lpstr>AM Policy is not getting applied to subscriber</vt:lpstr>
      <vt:lpstr>AM Policy is not getting applied to subscriber</vt:lpstr>
      <vt:lpstr>AM Policy is not getting applied to subscriber</vt:lpstr>
      <vt:lpstr>AM Policy is not getting applied to subscriber</vt:lpstr>
      <vt:lpstr>AM Policy is not getting applied to subscriber</vt:lpstr>
      <vt:lpstr>SM Session Policy is not getting applied to subscriber</vt:lpstr>
      <vt:lpstr>SM Session Policy is not getting applied to subscriber</vt:lpstr>
      <vt:lpstr>SM Session Policy is not getting applied to subscriber</vt:lpstr>
      <vt:lpstr>SM Session Policy is not getting applied to subscriber</vt:lpstr>
      <vt:lpstr>SM Session Policy is not getting applied to subscriber</vt:lpstr>
      <vt:lpstr>SM Session Policy is applied to subscriber but not getting desired QoS</vt:lpstr>
      <vt:lpstr>SM Session Policy is applied to subscriber but not getting desired QoS</vt:lpstr>
      <vt:lpstr>SM Session Policy is applied to subscriber but not getting desired QoS</vt:lpstr>
      <vt:lpstr>SM Session Policy is applied to subscriber but not getting desired QoS</vt:lpstr>
      <vt:lpstr>SM Session Policy is applied to subscriber, but usage monitoring is not enabled</vt:lpstr>
      <vt:lpstr>SM Session Policy is applied to subscriber, but usage monitoring is not enabled</vt:lpstr>
      <vt:lpstr>SM Session Policy is applied to subscriber, but usage monitoring is not enabled</vt:lpstr>
      <vt:lpstr>SM Session Policy is applied to subscriber, but usage monitoring is not enabled</vt:lpstr>
      <vt:lpstr>SM Authorization Policy is not getting applied to subscriber</vt:lpstr>
      <vt:lpstr>SM Authorization Policy is not getting applied to subscriber</vt:lpstr>
      <vt:lpstr>SM Authorization Policy is not getting applied to subscriber</vt:lpstr>
      <vt:lpstr>SM Authorization Policy is not getting applied to subscriber</vt:lpstr>
      <vt:lpstr>SM Authorization Policy is not getting applied to subscriber</vt:lpstr>
      <vt:lpstr>Access Network Information is not received at AF</vt:lpstr>
      <vt:lpstr>Access Network Information is not received at AF</vt:lpstr>
      <vt:lpstr>Access Network Information is not received at AF</vt:lpstr>
      <vt:lpstr>P-CSCF Restoration is not successful</vt:lpstr>
      <vt:lpstr>P-CSCF Restoration is not successful</vt:lpstr>
      <vt:lpstr>P-CSCF Restoration is not successful</vt:lpstr>
      <vt:lpstr>P-CSCF Restoration is not successful</vt:lpstr>
      <vt:lpstr>Alepo SDM Troubleshooting</vt:lpstr>
      <vt:lpstr>Alepo SDM Troubleshooting</vt:lpstr>
      <vt:lpstr>Authentication Issues</vt:lpstr>
      <vt:lpstr>Authentication Issues</vt:lpstr>
      <vt:lpstr>Subscriber authentication not successful (4G)</vt:lpstr>
      <vt:lpstr>Subscriber authentication not successful (4G)</vt:lpstr>
      <vt:lpstr>Subscriber authentication not successful (4G)</vt:lpstr>
      <vt:lpstr>Subscriber authentication not successful (5G)</vt:lpstr>
      <vt:lpstr>Subscriber authentication not successful (5G)</vt:lpstr>
      <vt:lpstr>Subscriber authentication not successful (5G)</vt:lpstr>
      <vt:lpstr>Subscriber authentication not successful (5G)</vt:lpstr>
      <vt:lpstr>Subscriber authentication not successful (5G)</vt:lpstr>
      <vt:lpstr>Handover Issues</vt:lpstr>
      <vt:lpstr>Handover Issues</vt:lpstr>
      <vt:lpstr>Subscriber 4G-4G handover fails</vt:lpstr>
      <vt:lpstr>Subscriber 4G-4G handover fails</vt:lpstr>
      <vt:lpstr>Subscriber 4G-5G handover fails</vt:lpstr>
      <vt:lpstr>Subscriber 4G-5G handover fails</vt:lpstr>
      <vt:lpstr>Subscriber 5G-4G handover fails</vt:lpstr>
      <vt:lpstr>Subscriber 5G-4G handover fails</vt:lpstr>
      <vt:lpstr>Subscriber 5G-5G handover fails</vt:lpstr>
      <vt:lpstr>Registration/Deregistration Issues</vt:lpstr>
      <vt:lpstr>Subscriber registration is not successful (4G)</vt:lpstr>
      <vt:lpstr>Subscriber registration is not successful (4G)</vt:lpstr>
      <vt:lpstr>Subscriber registration is not successful (5G)</vt:lpstr>
      <vt:lpstr>Subscriber registration is not successful (5G)</vt:lpstr>
      <vt:lpstr>Subscriber registration is not successful (5G)</vt:lpstr>
      <vt:lpstr>Subscriber registration is not successful (5G)</vt:lpstr>
      <vt:lpstr>Subscriber registration is not successful (5G)</vt:lpstr>
      <vt:lpstr>Subscriber registration is not successful (5G)</vt:lpstr>
      <vt:lpstr>Subscriber registration is not successful (5G)</vt:lpstr>
      <vt:lpstr>Subscriber registration is not successful (5G)</vt:lpstr>
      <vt:lpstr>Subscriber registration is not successful (5G)</vt:lpstr>
      <vt:lpstr>Subscriber registration is not successful (5G)</vt:lpstr>
      <vt:lpstr>Subscriber registration is not successful (5G)</vt:lpstr>
      <vt:lpstr>Subscriber registration is not successful (5G)</vt:lpstr>
      <vt:lpstr>Subscriber registration is not successful (5G)</vt:lpstr>
      <vt:lpstr>Subscriber De-registration is not successful(4G)</vt:lpstr>
      <vt:lpstr>Subscriber De-registration is not successful(4G)</vt:lpstr>
      <vt:lpstr>Subscriber De-registration is not successful(5G)</vt:lpstr>
      <vt:lpstr>Subscriber De-registration is not successful(5G)</vt:lpstr>
      <vt:lpstr>Subscriber De-registration is not successful(5G)</vt:lpstr>
      <vt:lpstr>Configuration Issues</vt:lpstr>
      <vt:lpstr>Configuration Issues</vt:lpstr>
      <vt:lpstr>Unable to associate 4G/5G subscription to SIM</vt:lpstr>
      <vt:lpstr>Unable to associate 4G/5G subscription to SIM</vt:lpstr>
      <vt:lpstr>Unable to create/update template/group</vt:lpstr>
      <vt:lpstr>Unable to create/update template/group</vt:lpstr>
      <vt:lpstr>Unable to create/update template/group</vt:lpstr>
      <vt:lpstr>Unable to create/update template/group</vt:lpstr>
      <vt:lpstr>Unable to view/list templates/groups</vt:lpstr>
      <vt:lpstr>Unable to import SIM batch</vt:lpstr>
      <vt:lpstr>Unable to import SIM batch</vt:lpstr>
      <vt:lpstr>Unable to view 4G/5G online context</vt:lpstr>
      <vt:lpstr>Unable to view 4G/5G online context</vt:lpstr>
      <vt:lpstr>Unable to associate AM/SM policy to subscription</vt:lpstr>
      <vt:lpstr>Unable to associate AM/SM policy to subscription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ALEPO - &lt;Customer Name&gt; Kickoff Meeting</dc:title>
  <dc:creator>Smita Jain</dc:creator>
  <cp:lastModifiedBy>Soumita Sengupta</cp:lastModifiedBy>
  <cp:revision>1</cp:revision>
  <dcterms:created xsi:type="dcterms:W3CDTF">2019-07-25T12:04:12Z</dcterms:created>
  <dcterms:modified xsi:type="dcterms:W3CDTF">2021-09-13T13:06:06Z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0x01010031723DC85BAB9642BD2EC165C6E48CDE</vt:lpwstr>
  </property>
</Properties>
</file>