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8" r:id="rId4"/>
    <p:sldMasterId id="2147483720" r:id="rId5"/>
  </p:sldMasterIdLst>
  <p:notesMasterIdLst>
    <p:notesMasterId r:id="rId15"/>
  </p:notesMasterIdLst>
  <p:handoutMasterIdLst>
    <p:handoutMasterId r:id="rId16"/>
  </p:handoutMasterIdLst>
  <p:sldIdLst>
    <p:sldId id="339" r:id="rId6"/>
    <p:sldId id="1329" r:id="rId7"/>
    <p:sldId id="260" r:id="rId8"/>
    <p:sldId id="752" r:id="rId9"/>
    <p:sldId id="1330" r:id="rId10"/>
    <p:sldId id="1332" r:id="rId11"/>
    <p:sldId id="1331" r:id="rId12"/>
    <p:sldId id="1354" r:id="rId13"/>
    <p:sldId id="3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shav Pareek" initials="KP" lastIdx="6" clrIdx="0">
    <p:extLst>
      <p:ext uri="{19B8F6BF-5375-455C-9EA6-DF929625EA0E}">
        <p15:presenceInfo xmlns:p15="http://schemas.microsoft.com/office/powerpoint/2012/main" userId="S::keshav.pareek@alepo.com::3037c2a5-5507-480b-9484-e2bc49cfc6dc" providerId="AD"/>
      </p:ext>
    </p:extLst>
  </p:cmAuthor>
  <p:cmAuthor id="2" name="Soumita Sengupta" initials="SS" lastIdx="4" clrIdx="1">
    <p:extLst>
      <p:ext uri="{19B8F6BF-5375-455C-9EA6-DF929625EA0E}">
        <p15:presenceInfo xmlns:p15="http://schemas.microsoft.com/office/powerpoint/2012/main" userId="S::Soumita.Sengupta@alepo.com::4afa6ce1-cb01-46c2-8538-4650222f0c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6188"/>
    <a:srgbClr val="18C0FF"/>
    <a:srgbClr val="FFFFFF"/>
    <a:srgbClr val="FF3D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25210D-CC00-4104-A046-1BEDB6A2CC22}" v="3" dt="2021-09-08T11:38:37.7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ita Sengupta" userId="4afa6ce1-cb01-46c2-8538-4650222f0c96" providerId="ADAL" clId="{E312D671-FF45-4138-89B8-BF1BA535CB03}"/>
    <pc:docChg chg="undo custSel addSld delSld modSld sldOrd">
      <pc:chgData name="Soumita Sengupta" userId="4afa6ce1-cb01-46c2-8538-4650222f0c96" providerId="ADAL" clId="{E312D671-FF45-4138-89B8-BF1BA535CB03}" dt="2021-06-08T10:21:09.048" v="1430" actId="20577"/>
      <pc:docMkLst>
        <pc:docMk/>
      </pc:docMkLst>
      <pc:sldChg chg="modSp add mod">
        <pc:chgData name="Soumita Sengupta" userId="4afa6ce1-cb01-46c2-8538-4650222f0c96" providerId="ADAL" clId="{E312D671-FF45-4138-89B8-BF1BA535CB03}" dt="2021-06-04T11:29:19.598" v="146" actId="1076"/>
        <pc:sldMkLst>
          <pc:docMk/>
          <pc:sldMk cId="1912468287" sldId="260"/>
        </pc:sldMkLst>
        <pc:spChg chg="mod">
          <ac:chgData name="Soumita Sengupta" userId="4afa6ce1-cb01-46c2-8538-4650222f0c96" providerId="ADAL" clId="{E312D671-FF45-4138-89B8-BF1BA535CB03}" dt="2021-06-04T11:29:14.266" v="145" actId="688"/>
          <ac:spMkLst>
            <pc:docMk/>
            <pc:sldMk cId="1912468287" sldId="260"/>
            <ac:spMk id="4" creationId="{00000000-0000-0000-0000-000000000000}"/>
          </ac:spMkLst>
        </pc:spChg>
        <pc:spChg chg="mod">
          <ac:chgData name="Soumita Sengupta" userId="4afa6ce1-cb01-46c2-8538-4650222f0c96" providerId="ADAL" clId="{E312D671-FF45-4138-89B8-BF1BA535CB03}" dt="2021-06-04T11:28:39.185" v="136" actId="1076"/>
          <ac:spMkLst>
            <pc:docMk/>
            <pc:sldMk cId="1912468287" sldId="260"/>
            <ac:spMk id="5" creationId="{00000000-0000-0000-0000-000000000000}"/>
          </ac:spMkLst>
        </pc:spChg>
        <pc:spChg chg="mod">
          <ac:chgData name="Soumita Sengupta" userId="4afa6ce1-cb01-46c2-8538-4650222f0c96" providerId="ADAL" clId="{E312D671-FF45-4138-89B8-BF1BA535CB03}" dt="2021-06-04T11:29:19.598" v="146" actId="1076"/>
          <ac:spMkLst>
            <pc:docMk/>
            <pc:sldMk cId="1912468287" sldId="260"/>
            <ac:spMk id="6" creationId="{00000000-0000-0000-0000-000000000000}"/>
          </ac:spMkLst>
        </pc:spChg>
      </pc:sldChg>
      <pc:sldChg chg="modSp add mod">
        <pc:chgData name="Soumita Sengupta" userId="4afa6ce1-cb01-46c2-8538-4650222f0c96" providerId="ADAL" clId="{E312D671-FF45-4138-89B8-BF1BA535CB03}" dt="2021-06-04T11:29:47.678" v="186" actId="207"/>
        <pc:sldMkLst>
          <pc:docMk/>
          <pc:sldMk cId="1212641514" sldId="881"/>
        </pc:sldMkLst>
        <pc:spChg chg="mod">
          <ac:chgData name="Soumita Sengupta" userId="4afa6ce1-cb01-46c2-8538-4650222f0c96" providerId="ADAL" clId="{E312D671-FF45-4138-89B8-BF1BA535CB03}" dt="2021-06-04T11:23:45.466" v="95" actId="255"/>
          <ac:spMkLst>
            <pc:docMk/>
            <pc:sldMk cId="1212641514" sldId="881"/>
            <ac:spMk id="3" creationId="{8EBF43EF-2B07-47F5-8581-BE0EFCEC3059}"/>
          </ac:spMkLst>
        </pc:spChg>
        <pc:spChg chg="mod">
          <ac:chgData name="Soumita Sengupta" userId="4afa6ce1-cb01-46c2-8538-4650222f0c96" providerId="ADAL" clId="{E312D671-FF45-4138-89B8-BF1BA535CB03}" dt="2021-06-04T11:29:47.678" v="186" actId="207"/>
          <ac:spMkLst>
            <pc:docMk/>
            <pc:sldMk cId="1212641514" sldId="881"/>
            <ac:spMk id="4" creationId="{6D8E2E62-CCA0-4E0C-A248-DF30B281F4BE}"/>
          </ac:spMkLst>
        </pc:spChg>
        <pc:spChg chg="mod">
          <ac:chgData name="Soumita Sengupta" userId="4afa6ce1-cb01-46c2-8538-4650222f0c96" providerId="ADAL" clId="{E312D671-FF45-4138-89B8-BF1BA535CB03}" dt="2021-06-04T11:29:47.678" v="186" actId="207"/>
          <ac:spMkLst>
            <pc:docMk/>
            <pc:sldMk cId="1212641514" sldId="881"/>
            <ac:spMk id="5" creationId="{BA7C92A5-213E-4745-87BD-2CBA254A5FD1}"/>
          </ac:spMkLst>
        </pc:spChg>
      </pc:sldChg>
      <pc:sldChg chg="modSp add mod">
        <pc:chgData name="Soumita Sengupta" userId="4afa6ce1-cb01-46c2-8538-4650222f0c96" providerId="ADAL" clId="{E312D671-FF45-4138-89B8-BF1BA535CB03}" dt="2021-06-04T11:29:36.708" v="168" actId="207"/>
        <pc:sldMkLst>
          <pc:docMk/>
          <pc:sldMk cId="1491434200" sldId="882"/>
        </pc:sldMkLst>
        <pc:spChg chg="mod">
          <ac:chgData name="Soumita Sengupta" userId="4afa6ce1-cb01-46c2-8538-4650222f0c96" providerId="ADAL" clId="{E312D671-FF45-4138-89B8-BF1BA535CB03}" dt="2021-06-04T11:29:25.787" v="147" actId="14100"/>
          <ac:spMkLst>
            <pc:docMk/>
            <pc:sldMk cId="1491434200" sldId="882"/>
            <ac:spMk id="3" creationId="{8EBF43EF-2B07-47F5-8581-BE0EFCEC3059}"/>
          </ac:spMkLst>
        </pc:spChg>
        <pc:spChg chg="mod">
          <ac:chgData name="Soumita Sengupta" userId="4afa6ce1-cb01-46c2-8538-4650222f0c96" providerId="ADAL" clId="{E312D671-FF45-4138-89B8-BF1BA535CB03}" dt="2021-06-04T11:29:36.708" v="168" actId="207"/>
          <ac:spMkLst>
            <pc:docMk/>
            <pc:sldMk cId="1491434200" sldId="882"/>
            <ac:spMk id="4" creationId="{6D8E2E62-CCA0-4E0C-A248-DF30B281F4BE}"/>
          </ac:spMkLst>
        </pc:spChg>
        <pc:spChg chg="mod">
          <ac:chgData name="Soumita Sengupta" userId="4afa6ce1-cb01-46c2-8538-4650222f0c96" providerId="ADAL" clId="{E312D671-FF45-4138-89B8-BF1BA535CB03}" dt="2021-06-04T11:29:36.708" v="168" actId="207"/>
          <ac:spMkLst>
            <pc:docMk/>
            <pc:sldMk cId="1491434200" sldId="882"/>
            <ac:spMk id="5" creationId="{BA7C92A5-213E-4745-87BD-2CBA254A5FD1}"/>
          </ac:spMkLst>
        </pc:spChg>
      </pc:sldChg>
      <pc:sldChg chg="addSp delSp modSp add mod">
        <pc:chgData name="Soumita Sengupta" userId="4afa6ce1-cb01-46c2-8538-4650222f0c96" providerId="ADAL" clId="{E312D671-FF45-4138-89B8-BF1BA535CB03}" dt="2021-06-07T09:04:08.865" v="1098" actId="14100"/>
        <pc:sldMkLst>
          <pc:docMk/>
          <pc:sldMk cId="3274614110" sldId="883"/>
        </pc:sldMkLst>
        <pc:spChg chg="del">
          <ac:chgData name="Soumita Sengupta" userId="4afa6ce1-cb01-46c2-8538-4650222f0c96" providerId="ADAL" clId="{E312D671-FF45-4138-89B8-BF1BA535CB03}" dt="2021-06-04T11:05:55.996" v="21" actId="478"/>
          <ac:spMkLst>
            <pc:docMk/>
            <pc:sldMk cId="3274614110" sldId="883"/>
            <ac:spMk id="3" creationId="{8EBF43EF-2B07-47F5-8581-BE0EFCEC3059}"/>
          </ac:spMkLst>
        </pc:spChg>
        <pc:spChg chg="mod">
          <ac:chgData name="Soumita Sengupta" userId="4afa6ce1-cb01-46c2-8538-4650222f0c96" providerId="ADAL" clId="{E312D671-FF45-4138-89B8-BF1BA535CB03}" dt="2021-06-04T11:30:01.901" v="216" actId="207"/>
          <ac:spMkLst>
            <pc:docMk/>
            <pc:sldMk cId="3274614110" sldId="883"/>
            <ac:spMk id="4" creationId="{6D8E2E62-CCA0-4E0C-A248-DF30B281F4BE}"/>
          </ac:spMkLst>
        </pc:spChg>
        <pc:spChg chg="mod">
          <ac:chgData name="Soumita Sengupta" userId="4afa6ce1-cb01-46c2-8538-4650222f0c96" providerId="ADAL" clId="{E312D671-FF45-4138-89B8-BF1BA535CB03}" dt="2021-06-04T11:30:01.901" v="216" actId="207"/>
          <ac:spMkLst>
            <pc:docMk/>
            <pc:sldMk cId="3274614110" sldId="883"/>
            <ac:spMk id="5" creationId="{BA7C92A5-213E-4745-87BD-2CBA254A5FD1}"/>
          </ac:spMkLst>
        </pc:spChg>
        <pc:picChg chg="del">
          <ac:chgData name="Soumita Sengupta" userId="4afa6ce1-cb01-46c2-8538-4650222f0c96" providerId="ADAL" clId="{E312D671-FF45-4138-89B8-BF1BA535CB03}" dt="2021-06-07T09:02:04.189" v="1090" actId="478"/>
          <ac:picMkLst>
            <pc:docMk/>
            <pc:sldMk cId="3274614110" sldId="883"/>
            <ac:picMk id="6" creationId="{C1626556-FF5A-4454-B82F-3D4C54B0C27F}"/>
          </ac:picMkLst>
        </pc:picChg>
        <pc:picChg chg="add mod">
          <ac:chgData name="Soumita Sengupta" userId="4afa6ce1-cb01-46c2-8538-4650222f0c96" providerId="ADAL" clId="{E312D671-FF45-4138-89B8-BF1BA535CB03}" dt="2021-06-07T09:04:08.865" v="1098" actId="14100"/>
          <ac:picMkLst>
            <pc:docMk/>
            <pc:sldMk cId="3274614110" sldId="883"/>
            <ac:picMk id="7" creationId="{2387C099-5F2E-421C-9965-D2F6476B8A8D}"/>
          </ac:picMkLst>
        </pc:picChg>
      </pc:sldChg>
      <pc:sldChg chg="modSp add mod">
        <pc:chgData name="Soumita Sengupta" userId="4afa6ce1-cb01-46c2-8538-4650222f0c96" providerId="ADAL" clId="{E312D671-FF45-4138-89B8-BF1BA535CB03}" dt="2021-06-08T10:21:09.048" v="1430" actId="20577"/>
        <pc:sldMkLst>
          <pc:docMk/>
          <pc:sldMk cId="2860083836" sldId="884"/>
        </pc:sldMkLst>
        <pc:spChg chg="mod">
          <ac:chgData name="Soumita Sengupta" userId="4afa6ce1-cb01-46c2-8538-4650222f0c96" providerId="ADAL" clId="{E312D671-FF45-4138-89B8-BF1BA535CB03}" dt="2021-06-08T10:21:09.048" v="1430" actId="20577"/>
          <ac:spMkLst>
            <pc:docMk/>
            <pc:sldMk cId="2860083836" sldId="884"/>
            <ac:spMk id="3" creationId="{8EBF43EF-2B07-47F5-8581-BE0EFCEC3059}"/>
          </ac:spMkLst>
        </pc:spChg>
        <pc:spChg chg="mod">
          <ac:chgData name="Soumita Sengupta" userId="4afa6ce1-cb01-46c2-8538-4650222f0c96" providerId="ADAL" clId="{E312D671-FF45-4138-89B8-BF1BA535CB03}" dt="2021-06-04T11:30:41.256" v="240" actId="207"/>
          <ac:spMkLst>
            <pc:docMk/>
            <pc:sldMk cId="2860083836" sldId="884"/>
            <ac:spMk id="4" creationId="{6D8E2E62-CCA0-4E0C-A248-DF30B281F4BE}"/>
          </ac:spMkLst>
        </pc:spChg>
        <pc:spChg chg="mod">
          <ac:chgData name="Soumita Sengupta" userId="4afa6ce1-cb01-46c2-8538-4650222f0c96" providerId="ADAL" clId="{E312D671-FF45-4138-89B8-BF1BA535CB03}" dt="2021-06-04T11:30:41.256" v="240" actId="207"/>
          <ac:spMkLst>
            <pc:docMk/>
            <pc:sldMk cId="2860083836" sldId="884"/>
            <ac:spMk id="5" creationId="{BA7C92A5-213E-4745-87BD-2CBA254A5FD1}"/>
          </ac:spMkLst>
        </pc:spChg>
      </pc:sldChg>
      <pc:sldChg chg="modSp add mod">
        <pc:chgData name="Soumita Sengupta" userId="4afa6ce1-cb01-46c2-8538-4650222f0c96" providerId="ADAL" clId="{E312D671-FF45-4138-89B8-BF1BA535CB03}" dt="2021-06-04T11:31:18.646" v="259" actId="207"/>
        <pc:sldMkLst>
          <pc:docMk/>
          <pc:sldMk cId="1217453013" sldId="885"/>
        </pc:sldMkLst>
        <pc:spChg chg="mod">
          <ac:chgData name="Soumita Sengupta" userId="4afa6ce1-cb01-46c2-8538-4650222f0c96" providerId="ADAL" clId="{E312D671-FF45-4138-89B8-BF1BA535CB03}" dt="2021-06-04T11:24:06.278" v="98" actId="255"/>
          <ac:spMkLst>
            <pc:docMk/>
            <pc:sldMk cId="1217453013" sldId="885"/>
            <ac:spMk id="3" creationId="{8EBF43EF-2B07-47F5-8581-BE0EFCEC3059}"/>
          </ac:spMkLst>
        </pc:spChg>
        <pc:spChg chg="mod">
          <ac:chgData name="Soumita Sengupta" userId="4afa6ce1-cb01-46c2-8538-4650222f0c96" providerId="ADAL" clId="{E312D671-FF45-4138-89B8-BF1BA535CB03}" dt="2021-06-04T11:31:18.646" v="259" actId="207"/>
          <ac:spMkLst>
            <pc:docMk/>
            <pc:sldMk cId="1217453013" sldId="885"/>
            <ac:spMk id="4" creationId="{6D8E2E62-CCA0-4E0C-A248-DF30B281F4BE}"/>
          </ac:spMkLst>
        </pc:spChg>
        <pc:spChg chg="mod">
          <ac:chgData name="Soumita Sengupta" userId="4afa6ce1-cb01-46c2-8538-4650222f0c96" providerId="ADAL" clId="{E312D671-FF45-4138-89B8-BF1BA535CB03}" dt="2021-06-04T11:31:18.646" v="259" actId="207"/>
          <ac:spMkLst>
            <pc:docMk/>
            <pc:sldMk cId="1217453013" sldId="885"/>
            <ac:spMk id="5" creationId="{BA7C92A5-213E-4745-87BD-2CBA254A5FD1}"/>
          </ac:spMkLst>
        </pc:spChg>
      </pc:sldChg>
      <pc:sldChg chg="modSp add mod">
        <pc:chgData name="Soumita Sengupta" userId="4afa6ce1-cb01-46c2-8538-4650222f0c96" providerId="ADAL" clId="{E312D671-FF45-4138-89B8-BF1BA535CB03}" dt="2021-06-04T11:31:29.643" v="289" actId="207"/>
        <pc:sldMkLst>
          <pc:docMk/>
          <pc:sldMk cId="864205736" sldId="886"/>
        </pc:sldMkLst>
        <pc:spChg chg="mod">
          <ac:chgData name="Soumita Sengupta" userId="4afa6ce1-cb01-46c2-8538-4650222f0c96" providerId="ADAL" clId="{E312D671-FF45-4138-89B8-BF1BA535CB03}" dt="2021-06-04T11:24:13.498" v="100" actId="27636"/>
          <ac:spMkLst>
            <pc:docMk/>
            <pc:sldMk cId="864205736" sldId="886"/>
            <ac:spMk id="3" creationId="{8EBF43EF-2B07-47F5-8581-BE0EFCEC3059}"/>
          </ac:spMkLst>
        </pc:spChg>
        <pc:spChg chg="mod">
          <ac:chgData name="Soumita Sengupta" userId="4afa6ce1-cb01-46c2-8538-4650222f0c96" providerId="ADAL" clId="{E312D671-FF45-4138-89B8-BF1BA535CB03}" dt="2021-06-04T11:31:29.643" v="289" actId="207"/>
          <ac:spMkLst>
            <pc:docMk/>
            <pc:sldMk cId="864205736" sldId="886"/>
            <ac:spMk id="4" creationId="{6D8E2E62-CCA0-4E0C-A248-DF30B281F4BE}"/>
          </ac:spMkLst>
        </pc:spChg>
        <pc:spChg chg="mod">
          <ac:chgData name="Soumita Sengupta" userId="4afa6ce1-cb01-46c2-8538-4650222f0c96" providerId="ADAL" clId="{E312D671-FF45-4138-89B8-BF1BA535CB03}" dt="2021-06-04T11:31:29.643" v="289" actId="207"/>
          <ac:spMkLst>
            <pc:docMk/>
            <pc:sldMk cId="864205736" sldId="886"/>
            <ac:spMk id="5" creationId="{BA7C92A5-213E-4745-87BD-2CBA254A5FD1}"/>
          </ac:spMkLst>
        </pc:spChg>
      </pc:sldChg>
      <pc:sldChg chg="modSp add mod">
        <pc:chgData name="Soumita Sengupta" userId="4afa6ce1-cb01-46c2-8538-4650222f0c96" providerId="ADAL" clId="{E312D671-FF45-4138-89B8-BF1BA535CB03}" dt="2021-06-04T11:31:38.928" v="311" actId="207"/>
        <pc:sldMkLst>
          <pc:docMk/>
          <pc:sldMk cId="3930354458" sldId="887"/>
        </pc:sldMkLst>
        <pc:spChg chg="mod">
          <ac:chgData name="Soumita Sengupta" userId="4afa6ce1-cb01-46c2-8538-4650222f0c96" providerId="ADAL" clId="{E312D671-FF45-4138-89B8-BF1BA535CB03}" dt="2021-06-04T11:24:19.398" v="101" actId="255"/>
          <ac:spMkLst>
            <pc:docMk/>
            <pc:sldMk cId="3930354458" sldId="887"/>
            <ac:spMk id="3" creationId="{8EBF43EF-2B07-47F5-8581-BE0EFCEC3059}"/>
          </ac:spMkLst>
        </pc:spChg>
        <pc:spChg chg="mod">
          <ac:chgData name="Soumita Sengupta" userId="4afa6ce1-cb01-46c2-8538-4650222f0c96" providerId="ADAL" clId="{E312D671-FF45-4138-89B8-BF1BA535CB03}" dt="2021-06-04T11:31:38.928" v="311" actId="207"/>
          <ac:spMkLst>
            <pc:docMk/>
            <pc:sldMk cId="3930354458" sldId="887"/>
            <ac:spMk id="4" creationId="{6D8E2E62-CCA0-4E0C-A248-DF30B281F4BE}"/>
          </ac:spMkLst>
        </pc:spChg>
        <pc:spChg chg="mod">
          <ac:chgData name="Soumita Sengupta" userId="4afa6ce1-cb01-46c2-8538-4650222f0c96" providerId="ADAL" clId="{E312D671-FF45-4138-89B8-BF1BA535CB03}" dt="2021-06-04T11:31:38.928" v="311" actId="207"/>
          <ac:spMkLst>
            <pc:docMk/>
            <pc:sldMk cId="3930354458" sldId="887"/>
            <ac:spMk id="5" creationId="{BA7C92A5-213E-4745-87BD-2CBA254A5FD1}"/>
          </ac:spMkLst>
        </pc:spChg>
      </pc:sldChg>
      <pc:sldChg chg="modSp add mod">
        <pc:chgData name="Soumita Sengupta" userId="4afa6ce1-cb01-46c2-8538-4650222f0c96" providerId="ADAL" clId="{E312D671-FF45-4138-89B8-BF1BA535CB03}" dt="2021-06-04T11:32:01.092" v="359" actId="207"/>
        <pc:sldMkLst>
          <pc:docMk/>
          <pc:sldMk cId="3369415015" sldId="888"/>
        </pc:sldMkLst>
        <pc:spChg chg="mod">
          <ac:chgData name="Soumita Sengupta" userId="4afa6ce1-cb01-46c2-8538-4650222f0c96" providerId="ADAL" clId="{E312D671-FF45-4138-89B8-BF1BA535CB03}" dt="2021-06-04T11:24:34.489" v="103" actId="255"/>
          <ac:spMkLst>
            <pc:docMk/>
            <pc:sldMk cId="3369415015" sldId="888"/>
            <ac:spMk id="3" creationId="{8EBF43EF-2B07-47F5-8581-BE0EFCEC3059}"/>
          </ac:spMkLst>
        </pc:spChg>
        <pc:spChg chg="mod">
          <ac:chgData name="Soumita Sengupta" userId="4afa6ce1-cb01-46c2-8538-4650222f0c96" providerId="ADAL" clId="{E312D671-FF45-4138-89B8-BF1BA535CB03}" dt="2021-06-04T11:32:01.092" v="359" actId="207"/>
          <ac:spMkLst>
            <pc:docMk/>
            <pc:sldMk cId="3369415015" sldId="888"/>
            <ac:spMk id="4" creationId="{6D8E2E62-CCA0-4E0C-A248-DF30B281F4BE}"/>
          </ac:spMkLst>
        </pc:spChg>
        <pc:spChg chg="mod">
          <ac:chgData name="Soumita Sengupta" userId="4afa6ce1-cb01-46c2-8538-4650222f0c96" providerId="ADAL" clId="{E312D671-FF45-4138-89B8-BF1BA535CB03}" dt="2021-06-04T11:32:01.092" v="359" actId="207"/>
          <ac:spMkLst>
            <pc:docMk/>
            <pc:sldMk cId="3369415015" sldId="888"/>
            <ac:spMk id="5" creationId="{BA7C92A5-213E-4745-87BD-2CBA254A5FD1}"/>
          </ac:spMkLst>
        </pc:spChg>
        <pc:picChg chg="mod">
          <ac:chgData name="Soumita Sengupta" userId="4afa6ce1-cb01-46c2-8538-4650222f0c96" providerId="ADAL" clId="{E312D671-FF45-4138-89B8-BF1BA535CB03}" dt="2021-06-04T11:31:52.315" v="336" actId="1076"/>
          <ac:picMkLst>
            <pc:docMk/>
            <pc:sldMk cId="3369415015" sldId="888"/>
            <ac:picMk id="6" creationId="{C8729B84-5E4D-4D4B-A018-8EE2052C1CF7}"/>
          </ac:picMkLst>
        </pc:picChg>
      </pc:sldChg>
      <pc:sldChg chg="modSp add mod">
        <pc:chgData name="Soumita Sengupta" userId="4afa6ce1-cb01-46c2-8538-4650222f0c96" providerId="ADAL" clId="{E312D671-FF45-4138-89B8-BF1BA535CB03}" dt="2021-06-04T11:31:47.909" v="335" actId="207"/>
        <pc:sldMkLst>
          <pc:docMk/>
          <pc:sldMk cId="1235970176" sldId="889"/>
        </pc:sldMkLst>
        <pc:spChg chg="mod">
          <ac:chgData name="Soumita Sengupta" userId="4afa6ce1-cb01-46c2-8538-4650222f0c96" providerId="ADAL" clId="{E312D671-FF45-4138-89B8-BF1BA535CB03}" dt="2021-06-04T11:24:27.122" v="102" actId="255"/>
          <ac:spMkLst>
            <pc:docMk/>
            <pc:sldMk cId="1235970176" sldId="889"/>
            <ac:spMk id="3" creationId="{8EBF43EF-2B07-47F5-8581-BE0EFCEC3059}"/>
          </ac:spMkLst>
        </pc:spChg>
        <pc:spChg chg="mod">
          <ac:chgData name="Soumita Sengupta" userId="4afa6ce1-cb01-46c2-8538-4650222f0c96" providerId="ADAL" clId="{E312D671-FF45-4138-89B8-BF1BA535CB03}" dt="2021-06-04T11:31:47.909" v="335" actId="207"/>
          <ac:spMkLst>
            <pc:docMk/>
            <pc:sldMk cId="1235970176" sldId="889"/>
            <ac:spMk id="4" creationId="{6D8E2E62-CCA0-4E0C-A248-DF30B281F4BE}"/>
          </ac:spMkLst>
        </pc:spChg>
        <pc:spChg chg="mod">
          <ac:chgData name="Soumita Sengupta" userId="4afa6ce1-cb01-46c2-8538-4650222f0c96" providerId="ADAL" clId="{E312D671-FF45-4138-89B8-BF1BA535CB03}" dt="2021-06-04T11:31:47.909" v="335" actId="207"/>
          <ac:spMkLst>
            <pc:docMk/>
            <pc:sldMk cId="1235970176" sldId="889"/>
            <ac:spMk id="5" creationId="{BA7C92A5-213E-4745-87BD-2CBA254A5FD1}"/>
          </ac:spMkLst>
        </pc:spChg>
      </pc:sldChg>
      <pc:sldChg chg="addSp delSp modSp add mod">
        <pc:chgData name="Soumita Sengupta" userId="4afa6ce1-cb01-46c2-8538-4650222f0c96" providerId="ADAL" clId="{E312D671-FF45-4138-89B8-BF1BA535CB03}" dt="2021-06-07T09:03:21.357" v="1097" actId="1076"/>
        <pc:sldMkLst>
          <pc:docMk/>
          <pc:sldMk cId="2775940916" sldId="890"/>
        </pc:sldMkLst>
        <pc:spChg chg="mod">
          <ac:chgData name="Soumita Sengupta" userId="4afa6ce1-cb01-46c2-8538-4650222f0c96" providerId="ADAL" clId="{E312D671-FF45-4138-89B8-BF1BA535CB03}" dt="2021-06-07T08:38:51.186" v="1089" actId="1076"/>
          <ac:spMkLst>
            <pc:docMk/>
            <pc:sldMk cId="2775940916" sldId="890"/>
            <ac:spMk id="3" creationId="{8EBF43EF-2B07-47F5-8581-BE0EFCEC3059}"/>
          </ac:spMkLst>
        </pc:spChg>
        <pc:spChg chg="mod">
          <ac:chgData name="Soumita Sengupta" userId="4afa6ce1-cb01-46c2-8538-4650222f0c96" providerId="ADAL" clId="{E312D671-FF45-4138-89B8-BF1BA535CB03}" dt="2021-06-04T11:32:12.128" v="378" actId="207"/>
          <ac:spMkLst>
            <pc:docMk/>
            <pc:sldMk cId="2775940916" sldId="890"/>
            <ac:spMk id="4" creationId="{6D8E2E62-CCA0-4E0C-A248-DF30B281F4BE}"/>
          </ac:spMkLst>
        </pc:spChg>
        <pc:spChg chg="mod">
          <ac:chgData name="Soumita Sengupta" userId="4afa6ce1-cb01-46c2-8538-4650222f0c96" providerId="ADAL" clId="{E312D671-FF45-4138-89B8-BF1BA535CB03}" dt="2021-06-04T11:32:12.128" v="378" actId="207"/>
          <ac:spMkLst>
            <pc:docMk/>
            <pc:sldMk cId="2775940916" sldId="890"/>
            <ac:spMk id="5" creationId="{BA7C92A5-213E-4745-87BD-2CBA254A5FD1}"/>
          </ac:spMkLst>
        </pc:spChg>
        <pc:picChg chg="del">
          <ac:chgData name="Soumita Sengupta" userId="4afa6ce1-cb01-46c2-8538-4650222f0c96" providerId="ADAL" clId="{E312D671-FF45-4138-89B8-BF1BA535CB03}" dt="2021-06-07T08:36:10.128" v="956" actId="478"/>
          <ac:picMkLst>
            <pc:docMk/>
            <pc:sldMk cId="2775940916" sldId="890"/>
            <ac:picMk id="7" creationId="{9A8C2B5C-C698-4E39-A7B6-C29ED4E9E232}"/>
          </ac:picMkLst>
        </pc:picChg>
        <pc:picChg chg="add mod">
          <ac:chgData name="Soumita Sengupta" userId="4afa6ce1-cb01-46c2-8538-4650222f0c96" providerId="ADAL" clId="{E312D671-FF45-4138-89B8-BF1BA535CB03}" dt="2021-06-07T09:03:21.357" v="1097" actId="1076"/>
          <ac:picMkLst>
            <pc:docMk/>
            <pc:sldMk cId="2775940916" sldId="890"/>
            <ac:picMk id="8" creationId="{1EF1512B-D995-48FB-AF9A-023A88D69640}"/>
          </ac:picMkLst>
        </pc:picChg>
      </pc:sldChg>
      <pc:sldChg chg="modSp add mod">
        <pc:chgData name="Soumita Sengupta" userId="4afa6ce1-cb01-46c2-8538-4650222f0c96" providerId="ADAL" clId="{E312D671-FF45-4138-89B8-BF1BA535CB03}" dt="2021-06-04T11:32:22.669" v="395" actId="207"/>
        <pc:sldMkLst>
          <pc:docMk/>
          <pc:sldMk cId="1653010389" sldId="891"/>
        </pc:sldMkLst>
        <pc:spChg chg="mod">
          <ac:chgData name="Soumita Sengupta" userId="4afa6ce1-cb01-46c2-8538-4650222f0c96" providerId="ADAL" clId="{E312D671-FF45-4138-89B8-BF1BA535CB03}" dt="2021-06-04T11:24:48.450" v="105" actId="255"/>
          <ac:spMkLst>
            <pc:docMk/>
            <pc:sldMk cId="1653010389" sldId="891"/>
            <ac:spMk id="3" creationId="{8EBF43EF-2B07-47F5-8581-BE0EFCEC3059}"/>
          </ac:spMkLst>
        </pc:spChg>
        <pc:spChg chg="mod">
          <ac:chgData name="Soumita Sengupta" userId="4afa6ce1-cb01-46c2-8538-4650222f0c96" providerId="ADAL" clId="{E312D671-FF45-4138-89B8-BF1BA535CB03}" dt="2021-06-04T11:32:22.669" v="395" actId="207"/>
          <ac:spMkLst>
            <pc:docMk/>
            <pc:sldMk cId="1653010389" sldId="891"/>
            <ac:spMk id="4" creationId="{6D8E2E62-CCA0-4E0C-A248-DF30B281F4BE}"/>
          </ac:spMkLst>
        </pc:spChg>
        <pc:spChg chg="mod">
          <ac:chgData name="Soumita Sengupta" userId="4afa6ce1-cb01-46c2-8538-4650222f0c96" providerId="ADAL" clId="{E312D671-FF45-4138-89B8-BF1BA535CB03}" dt="2021-06-04T11:32:22.669" v="395" actId="207"/>
          <ac:spMkLst>
            <pc:docMk/>
            <pc:sldMk cId="1653010389" sldId="891"/>
            <ac:spMk id="5" creationId="{BA7C92A5-213E-4745-87BD-2CBA254A5FD1}"/>
          </ac:spMkLst>
        </pc:spChg>
      </pc:sldChg>
      <pc:sldChg chg="modSp add mod">
        <pc:chgData name="Soumita Sengupta" userId="4afa6ce1-cb01-46c2-8538-4650222f0c96" providerId="ADAL" clId="{E312D671-FF45-4138-89B8-BF1BA535CB03}" dt="2021-06-07T08:38:35.223" v="1087" actId="1076"/>
        <pc:sldMkLst>
          <pc:docMk/>
          <pc:sldMk cId="1390551958" sldId="892"/>
        </pc:sldMkLst>
        <pc:spChg chg="mod">
          <ac:chgData name="Soumita Sengupta" userId="4afa6ce1-cb01-46c2-8538-4650222f0c96" providerId="ADAL" clId="{E312D671-FF45-4138-89B8-BF1BA535CB03}" dt="2021-06-04T11:32:47.164" v="421" actId="14100"/>
          <ac:spMkLst>
            <pc:docMk/>
            <pc:sldMk cId="1390551958" sldId="892"/>
            <ac:spMk id="3" creationId="{8EBF43EF-2B07-47F5-8581-BE0EFCEC3059}"/>
          </ac:spMkLst>
        </pc:spChg>
        <pc:spChg chg="mod">
          <ac:chgData name="Soumita Sengupta" userId="4afa6ce1-cb01-46c2-8538-4650222f0c96" providerId="ADAL" clId="{E312D671-FF45-4138-89B8-BF1BA535CB03}" dt="2021-06-04T11:32:55.571" v="443" actId="1035"/>
          <ac:spMkLst>
            <pc:docMk/>
            <pc:sldMk cId="1390551958" sldId="892"/>
            <ac:spMk id="4" creationId="{6D8E2E62-CCA0-4E0C-A248-DF30B281F4BE}"/>
          </ac:spMkLst>
        </pc:spChg>
        <pc:spChg chg="mod">
          <ac:chgData name="Soumita Sengupta" userId="4afa6ce1-cb01-46c2-8538-4650222f0c96" providerId="ADAL" clId="{E312D671-FF45-4138-89B8-BF1BA535CB03}" dt="2021-06-04T11:32:55.571" v="443" actId="1035"/>
          <ac:spMkLst>
            <pc:docMk/>
            <pc:sldMk cId="1390551958" sldId="892"/>
            <ac:spMk id="5" creationId="{BA7C92A5-213E-4745-87BD-2CBA254A5FD1}"/>
          </ac:spMkLst>
        </pc:spChg>
        <pc:graphicFrameChg chg="mod modGraphic">
          <ac:chgData name="Soumita Sengupta" userId="4afa6ce1-cb01-46c2-8538-4650222f0c96" providerId="ADAL" clId="{E312D671-FF45-4138-89B8-BF1BA535CB03}" dt="2021-06-07T08:38:35.223" v="1087" actId="1076"/>
          <ac:graphicFrameMkLst>
            <pc:docMk/>
            <pc:sldMk cId="1390551958" sldId="892"/>
            <ac:graphicFrameMk id="6" creationId="{193B423A-5E51-4431-A771-C1BF2FE92127}"/>
          </ac:graphicFrameMkLst>
        </pc:graphicFrameChg>
      </pc:sldChg>
      <pc:sldChg chg="modSp add mod">
        <pc:chgData name="Soumita Sengupta" userId="4afa6ce1-cb01-46c2-8538-4650222f0c96" providerId="ADAL" clId="{E312D671-FF45-4138-89B8-BF1BA535CB03}" dt="2021-06-04T11:32:36" v="420" actId="207"/>
        <pc:sldMkLst>
          <pc:docMk/>
          <pc:sldMk cId="744508730" sldId="893"/>
        </pc:sldMkLst>
        <pc:spChg chg="mod">
          <ac:chgData name="Soumita Sengupta" userId="4afa6ce1-cb01-46c2-8538-4650222f0c96" providerId="ADAL" clId="{E312D671-FF45-4138-89B8-BF1BA535CB03}" dt="2021-06-04T11:24:56.355" v="106" actId="255"/>
          <ac:spMkLst>
            <pc:docMk/>
            <pc:sldMk cId="744508730" sldId="893"/>
            <ac:spMk id="3" creationId="{8EBF43EF-2B07-47F5-8581-BE0EFCEC3059}"/>
          </ac:spMkLst>
        </pc:spChg>
        <pc:spChg chg="mod">
          <ac:chgData name="Soumita Sengupta" userId="4afa6ce1-cb01-46c2-8538-4650222f0c96" providerId="ADAL" clId="{E312D671-FF45-4138-89B8-BF1BA535CB03}" dt="2021-06-04T11:32:36" v="420" actId="207"/>
          <ac:spMkLst>
            <pc:docMk/>
            <pc:sldMk cId="744508730" sldId="893"/>
            <ac:spMk id="4" creationId="{6D8E2E62-CCA0-4E0C-A248-DF30B281F4BE}"/>
          </ac:spMkLst>
        </pc:spChg>
        <pc:spChg chg="mod">
          <ac:chgData name="Soumita Sengupta" userId="4afa6ce1-cb01-46c2-8538-4650222f0c96" providerId="ADAL" clId="{E312D671-FF45-4138-89B8-BF1BA535CB03}" dt="2021-06-04T11:32:36" v="420" actId="207"/>
          <ac:spMkLst>
            <pc:docMk/>
            <pc:sldMk cId="744508730" sldId="893"/>
            <ac:spMk id="5" creationId="{BA7C92A5-213E-4745-87BD-2CBA254A5FD1}"/>
          </ac:spMkLst>
        </pc:spChg>
        <pc:picChg chg="mod">
          <ac:chgData name="Soumita Sengupta" userId="4afa6ce1-cb01-46c2-8538-4650222f0c96" providerId="ADAL" clId="{E312D671-FF45-4138-89B8-BF1BA535CB03}" dt="2021-06-04T11:32:26.584" v="396" actId="1076"/>
          <ac:picMkLst>
            <pc:docMk/>
            <pc:sldMk cId="744508730" sldId="893"/>
            <ac:picMk id="6" creationId="{3D96E806-0ADC-4420-931A-2FAEC8E799C6}"/>
          </ac:picMkLst>
        </pc:picChg>
      </pc:sldChg>
      <pc:sldChg chg="addSp delSp modSp add mod">
        <pc:chgData name="Soumita Sengupta" userId="4afa6ce1-cb01-46c2-8538-4650222f0c96" providerId="ADAL" clId="{E312D671-FF45-4138-89B8-BF1BA535CB03}" dt="2021-06-07T08:32:06.405" v="955" actId="20577"/>
        <pc:sldMkLst>
          <pc:docMk/>
          <pc:sldMk cId="3073096925" sldId="894"/>
        </pc:sldMkLst>
        <pc:spChg chg="mod">
          <ac:chgData name="Soumita Sengupta" userId="4afa6ce1-cb01-46c2-8538-4650222f0c96" providerId="ADAL" clId="{E312D671-FF45-4138-89B8-BF1BA535CB03}" dt="2021-06-07T08:32:06.405" v="955" actId="20577"/>
          <ac:spMkLst>
            <pc:docMk/>
            <pc:sldMk cId="3073096925" sldId="894"/>
            <ac:spMk id="2" creationId="{CC29CD5A-DA29-4205-87DF-11C938A1CD53}"/>
          </ac:spMkLst>
        </pc:spChg>
        <pc:spChg chg="mod">
          <ac:chgData name="Soumita Sengupta" userId="4afa6ce1-cb01-46c2-8538-4650222f0c96" providerId="ADAL" clId="{E312D671-FF45-4138-89B8-BF1BA535CB03}" dt="2021-06-04T11:25:22.724" v="110" actId="255"/>
          <ac:spMkLst>
            <pc:docMk/>
            <pc:sldMk cId="3073096925" sldId="894"/>
            <ac:spMk id="3" creationId="{8EBF43EF-2B07-47F5-8581-BE0EFCEC3059}"/>
          </ac:spMkLst>
        </pc:spChg>
        <pc:spChg chg="mod">
          <ac:chgData name="Soumita Sengupta" userId="4afa6ce1-cb01-46c2-8538-4650222f0c96" providerId="ADAL" clId="{E312D671-FF45-4138-89B8-BF1BA535CB03}" dt="2021-06-04T11:34:36.261" v="463" actId="207"/>
          <ac:spMkLst>
            <pc:docMk/>
            <pc:sldMk cId="3073096925" sldId="894"/>
            <ac:spMk id="4" creationId="{6D8E2E62-CCA0-4E0C-A248-DF30B281F4BE}"/>
          </ac:spMkLst>
        </pc:spChg>
        <pc:spChg chg="mod">
          <ac:chgData name="Soumita Sengupta" userId="4afa6ce1-cb01-46c2-8538-4650222f0c96" providerId="ADAL" clId="{E312D671-FF45-4138-89B8-BF1BA535CB03}" dt="2021-06-04T11:34:36.261" v="463" actId="207"/>
          <ac:spMkLst>
            <pc:docMk/>
            <pc:sldMk cId="3073096925" sldId="894"/>
            <ac:spMk id="5" creationId="{BA7C92A5-213E-4745-87BD-2CBA254A5FD1}"/>
          </ac:spMkLst>
        </pc:spChg>
        <pc:picChg chg="add mod">
          <ac:chgData name="Soumita Sengupta" userId="4afa6ce1-cb01-46c2-8538-4650222f0c96" providerId="ADAL" clId="{E312D671-FF45-4138-89B8-BF1BA535CB03}" dt="2021-06-07T08:31:56.986" v="951" actId="208"/>
          <ac:picMkLst>
            <pc:docMk/>
            <pc:sldMk cId="3073096925" sldId="894"/>
            <ac:picMk id="7" creationId="{6E56EEC7-6B92-47D3-ADC6-78D5E56BB2B9}"/>
          </ac:picMkLst>
        </pc:picChg>
        <pc:picChg chg="del mod">
          <ac:chgData name="Soumita Sengupta" userId="4afa6ce1-cb01-46c2-8538-4650222f0c96" providerId="ADAL" clId="{E312D671-FF45-4138-89B8-BF1BA535CB03}" dt="2021-06-07T08:31:41.665" v="946" actId="478"/>
          <ac:picMkLst>
            <pc:docMk/>
            <pc:sldMk cId="3073096925" sldId="894"/>
            <ac:picMk id="8" creationId="{A18BC642-C4ED-423B-A428-05B4F5AE4FBA}"/>
          </ac:picMkLst>
        </pc:picChg>
      </pc:sldChg>
      <pc:sldChg chg="modSp add mod">
        <pc:chgData name="Soumita Sengupta" userId="4afa6ce1-cb01-46c2-8538-4650222f0c96" providerId="ADAL" clId="{E312D671-FF45-4138-89B8-BF1BA535CB03}" dt="2021-06-07T08:21:12.196" v="917" actId="20577"/>
        <pc:sldMkLst>
          <pc:docMk/>
          <pc:sldMk cId="1291504349" sldId="895"/>
        </pc:sldMkLst>
        <pc:spChg chg="mod">
          <ac:chgData name="Soumita Sengupta" userId="4afa6ce1-cb01-46c2-8538-4650222f0c96" providerId="ADAL" clId="{E312D671-FF45-4138-89B8-BF1BA535CB03}" dt="2021-06-07T08:21:12.196" v="917" actId="20577"/>
          <ac:spMkLst>
            <pc:docMk/>
            <pc:sldMk cId="1291504349" sldId="895"/>
            <ac:spMk id="2" creationId="{CC29CD5A-DA29-4205-87DF-11C938A1CD53}"/>
          </ac:spMkLst>
        </pc:spChg>
        <pc:spChg chg="mod">
          <ac:chgData name="Soumita Sengupta" userId="4afa6ce1-cb01-46c2-8538-4650222f0c96" providerId="ADAL" clId="{E312D671-FF45-4138-89B8-BF1BA535CB03}" dt="2021-06-04T11:25:30.632" v="111" actId="255"/>
          <ac:spMkLst>
            <pc:docMk/>
            <pc:sldMk cId="1291504349" sldId="895"/>
            <ac:spMk id="3" creationId="{8EBF43EF-2B07-47F5-8581-BE0EFCEC3059}"/>
          </ac:spMkLst>
        </pc:spChg>
        <pc:spChg chg="mod">
          <ac:chgData name="Soumita Sengupta" userId="4afa6ce1-cb01-46c2-8538-4650222f0c96" providerId="ADAL" clId="{E312D671-FF45-4138-89B8-BF1BA535CB03}" dt="2021-06-04T11:34:51.483" v="510" actId="207"/>
          <ac:spMkLst>
            <pc:docMk/>
            <pc:sldMk cId="1291504349" sldId="895"/>
            <ac:spMk id="4" creationId="{6D8E2E62-CCA0-4E0C-A248-DF30B281F4BE}"/>
          </ac:spMkLst>
        </pc:spChg>
        <pc:spChg chg="mod">
          <ac:chgData name="Soumita Sengupta" userId="4afa6ce1-cb01-46c2-8538-4650222f0c96" providerId="ADAL" clId="{E312D671-FF45-4138-89B8-BF1BA535CB03}" dt="2021-06-04T11:34:51.483" v="510" actId="207"/>
          <ac:spMkLst>
            <pc:docMk/>
            <pc:sldMk cId="1291504349" sldId="895"/>
            <ac:spMk id="5" creationId="{BA7C92A5-213E-4745-87BD-2CBA254A5FD1}"/>
          </ac:spMkLst>
        </pc:spChg>
        <pc:picChg chg="mod">
          <ac:chgData name="Soumita Sengupta" userId="4afa6ce1-cb01-46c2-8538-4650222f0c96" providerId="ADAL" clId="{E312D671-FF45-4138-89B8-BF1BA535CB03}" dt="2021-06-07T08:21:09.637" v="916" actId="1076"/>
          <ac:picMkLst>
            <pc:docMk/>
            <pc:sldMk cId="1291504349" sldId="895"/>
            <ac:picMk id="7" creationId="{FE9834AA-7431-4674-9944-4E799A4F07D2}"/>
          </ac:picMkLst>
        </pc:picChg>
      </pc:sldChg>
      <pc:sldChg chg="modSp add mod">
        <pc:chgData name="Soumita Sengupta" userId="4afa6ce1-cb01-46c2-8538-4650222f0c96" providerId="ADAL" clId="{E312D671-FF45-4138-89B8-BF1BA535CB03}" dt="2021-06-04T11:35:14.368" v="566" actId="207"/>
        <pc:sldMkLst>
          <pc:docMk/>
          <pc:sldMk cId="3548325935" sldId="896"/>
        </pc:sldMkLst>
        <pc:spChg chg="mod">
          <ac:chgData name="Soumita Sengupta" userId="4afa6ce1-cb01-46c2-8538-4650222f0c96" providerId="ADAL" clId="{E312D671-FF45-4138-89B8-BF1BA535CB03}" dt="2021-06-04T11:35:14.368" v="566" actId="207"/>
          <ac:spMkLst>
            <pc:docMk/>
            <pc:sldMk cId="3548325935" sldId="896"/>
            <ac:spMk id="4" creationId="{6D8E2E62-CCA0-4E0C-A248-DF30B281F4BE}"/>
          </ac:spMkLst>
        </pc:spChg>
        <pc:spChg chg="mod">
          <ac:chgData name="Soumita Sengupta" userId="4afa6ce1-cb01-46c2-8538-4650222f0c96" providerId="ADAL" clId="{E312D671-FF45-4138-89B8-BF1BA535CB03}" dt="2021-06-04T11:35:14.368" v="566" actId="207"/>
          <ac:spMkLst>
            <pc:docMk/>
            <pc:sldMk cId="3548325935" sldId="896"/>
            <ac:spMk id="5" creationId="{BA7C92A5-213E-4745-87BD-2CBA254A5FD1}"/>
          </ac:spMkLst>
        </pc:spChg>
        <pc:graphicFrameChg chg="modGraphic">
          <ac:chgData name="Soumita Sengupta" userId="4afa6ce1-cb01-46c2-8538-4650222f0c96" providerId="ADAL" clId="{E312D671-FF45-4138-89B8-BF1BA535CB03}" dt="2021-06-04T11:25:40.922" v="113" actId="255"/>
          <ac:graphicFrameMkLst>
            <pc:docMk/>
            <pc:sldMk cId="3548325935" sldId="896"/>
            <ac:graphicFrameMk id="6" creationId="{28170C70-7AFB-4DA4-B2A0-A5393E9AF7D6}"/>
          </ac:graphicFrameMkLst>
        </pc:graphicFrameChg>
      </pc:sldChg>
      <pc:sldChg chg="modSp add mod">
        <pc:chgData name="Soumita Sengupta" userId="4afa6ce1-cb01-46c2-8538-4650222f0c96" providerId="ADAL" clId="{E312D671-FF45-4138-89B8-BF1BA535CB03}" dt="2021-06-04T11:35:05.959" v="540" actId="207"/>
        <pc:sldMkLst>
          <pc:docMk/>
          <pc:sldMk cId="2692143165" sldId="897"/>
        </pc:sldMkLst>
        <pc:spChg chg="mod">
          <ac:chgData name="Soumita Sengupta" userId="4afa6ce1-cb01-46c2-8538-4650222f0c96" providerId="ADAL" clId="{E312D671-FF45-4138-89B8-BF1BA535CB03}" dt="2021-06-04T11:35:05.959" v="540" actId="207"/>
          <ac:spMkLst>
            <pc:docMk/>
            <pc:sldMk cId="2692143165" sldId="897"/>
            <ac:spMk id="4" creationId="{6D8E2E62-CCA0-4E0C-A248-DF30B281F4BE}"/>
          </ac:spMkLst>
        </pc:spChg>
        <pc:spChg chg="mod">
          <ac:chgData name="Soumita Sengupta" userId="4afa6ce1-cb01-46c2-8538-4650222f0c96" providerId="ADAL" clId="{E312D671-FF45-4138-89B8-BF1BA535CB03}" dt="2021-06-04T11:35:05.959" v="540" actId="207"/>
          <ac:spMkLst>
            <pc:docMk/>
            <pc:sldMk cId="2692143165" sldId="897"/>
            <ac:spMk id="5" creationId="{BA7C92A5-213E-4745-87BD-2CBA254A5FD1}"/>
          </ac:spMkLst>
        </pc:spChg>
        <pc:graphicFrameChg chg="modGraphic">
          <ac:chgData name="Soumita Sengupta" userId="4afa6ce1-cb01-46c2-8538-4650222f0c96" providerId="ADAL" clId="{E312D671-FF45-4138-89B8-BF1BA535CB03}" dt="2021-06-04T11:25:36.294" v="112" actId="255"/>
          <ac:graphicFrameMkLst>
            <pc:docMk/>
            <pc:sldMk cId="2692143165" sldId="897"/>
            <ac:graphicFrameMk id="6" creationId="{28170C70-7AFB-4DA4-B2A0-A5393E9AF7D6}"/>
          </ac:graphicFrameMkLst>
        </pc:graphicFrameChg>
      </pc:sldChg>
      <pc:sldChg chg="modSp add mod">
        <pc:chgData name="Soumita Sengupta" userId="4afa6ce1-cb01-46c2-8538-4650222f0c96" providerId="ADAL" clId="{E312D671-FF45-4138-89B8-BF1BA535CB03}" dt="2021-06-04T11:35:22.194" v="589" actId="207"/>
        <pc:sldMkLst>
          <pc:docMk/>
          <pc:sldMk cId="554284285" sldId="898"/>
        </pc:sldMkLst>
        <pc:spChg chg="mod">
          <ac:chgData name="Soumita Sengupta" userId="4afa6ce1-cb01-46c2-8538-4650222f0c96" providerId="ADAL" clId="{E312D671-FF45-4138-89B8-BF1BA535CB03}" dt="2021-06-04T11:35:22.194" v="589" actId="207"/>
          <ac:spMkLst>
            <pc:docMk/>
            <pc:sldMk cId="554284285" sldId="898"/>
            <ac:spMk id="4" creationId="{6D8E2E62-CCA0-4E0C-A248-DF30B281F4BE}"/>
          </ac:spMkLst>
        </pc:spChg>
        <pc:spChg chg="mod">
          <ac:chgData name="Soumita Sengupta" userId="4afa6ce1-cb01-46c2-8538-4650222f0c96" providerId="ADAL" clId="{E312D671-FF45-4138-89B8-BF1BA535CB03}" dt="2021-06-04T11:35:22.194" v="589" actId="207"/>
          <ac:spMkLst>
            <pc:docMk/>
            <pc:sldMk cId="554284285" sldId="898"/>
            <ac:spMk id="5" creationId="{BA7C92A5-213E-4745-87BD-2CBA254A5FD1}"/>
          </ac:spMkLst>
        </pc:spChg>
        <pc:spChg chg="mod">
          <ac:chgData name="Soumita Sengupta" userId="4afa6ce1-cb01-46c2-8538-4650222f0c96" providerId="ADAL" clId="{E312D671-FF45-4138-89B8-BF1BA535CB03}" dt="2021-06-04T11:25:53.341" v="116" actId="255"/>
          <ac:spMkLst>
            <pc:docMk/>
            <pc:sldMk cId="554284285" sldId="898"/>
            <ac:spMk id="7" creationId="{CDFB9A60-0BE4-42AF-8C71-6561C2578D7E}"/>
          </ac:spMkLst>
        </pc:spChg>
        <pc:graphicFrameChg chg="modGraphic">
          <ac:chgData name="Soumita Sengupta" userId="4afa6ce1-cb01-46c2-8538-4650222f0c96" providerId="ADAL" clId="{E312D671-FF45-4138-89B8-BF1BA535CB03}" dt="2021-06-04T11:25:48.518" v="115" actId="2711"/>
          <ac:graphicFrameMkLst>
            <pc:docMk/>
            <pc:sldMk cId="554284285" sldId="898"/>
            <ac:graphicFrameMk id="8" creationId="{ADCB802A-FAE6-42F0-9E8D-5B5CC8015DFC}"/>
          </ac:graphicFrameMkLst>
        </pc:graphicFrameChg>
      </pc:sldChg>
      <pc:sldChg chg="modSp add mod">
        <pc:chgData name="Soumita Sengupta" userId="4afa6ce1-cb01-46c2-8538-4650222f0c96" providerId="ADAL" clId="{E312D671-FF45-4138-89B8-BF1BA535CB03}" dt="2021-06-04T11:35:30.414" v="608" actId="207"/>
        <pc:sldMkLst>
          <pc:docMk/>
          <pc:sldMk cId="2350677783" sldId="899"/>
        </pc:sldMkLst>
        <pc:spChg chg="mod">
          <ac:chgData name="Soumita Sengupta" userId="4afa6ce1-cb01-46c2-8538-4650222f0c96" providerId="ADAL" clId="{E312D671-FF45-4138-89B8-BF1BA535CB03}" dt="2021-06-04T11:35:30.414" v="608" actId="207"/>
          <ac:spMkLst>
            <pc:docMk/>
            <pc:sldMk cId="2350677783" sldId="899"/>
            <ac:spMk id="4" creationId="{6D8E2E62-CCA0-4E0C-A248-DF30B281F4BE}"/>
          </ac:spMkLst>
        </pc:spChg>
        <pc:spChg chg="mod">
          <ac:chgData name="Soumita Sengupta" userId="4afa6ce1-cb01-46c2-8538-4650222f0c96" providerId="ADAL" clId="{E312D671-FF45-4138-89B8-BF1BA535CB03}" dt="2021-06-04T11:35:30.414" v="608" actId="207"/>
          <ac:spMkLst>
            <pc:docMk/>
            <pc:sldMk cId="2350677783" sldId="899"/>
            <ac:spMk id="5" creationId="{BA7C92A5-213E-4745-87BD-2CBA254A5FD1}"/>
          </ac:spMkLst>
        </pc:spChg>
        <pc:spChg chg="mod">
          <ac:chgData name="Soumita Sengupta" userId="4afa6ce1-cb01-46c2-8538-4650222f0c96" providerId="ADAL" clId="{E312D671-FF45-4138-89B8-BF1BA535CB03}" dt="2021-06-04T11:26:03.470" v="118" actId="255"/>
          <ac:spMkLst>
            <pc:docMk/>
            <pc:sldMk cId="2350677783" sldId="899"/>
            <ac:spMk id="7" creationId="{CDFB9A60-0BE4-42AF-8C71-6561C2578D7E}"/>
          </ac:spMkLst>
        </pc:spChg>
        <pc:graphicFrameChg chg="modGraphic">
          <ac:chgData name="Soumita Sengupta" userId="4afa6ce1-cb01-46c2-8538-4650222f0c96" providerId="ADAL" clId="{E312D671-FF45-4138-89B8-BF1BA535CB03}" dt="2021-06-04T11:25:58.638" v="117" actId="255"/>
          <ac:graphicFrameMkLst>
            <pc:docMk/>
            <pc:sldMk cId="2350677783" sldId="899"/>
            <ac:graphicFrameMk id="3" creationId="{4DCE052C-8039-479B-88E8-6EFA96936012}"/>
          </ac:graphicFrameMkLst>
        </pc:graphicFrameChg>
      </pc:sldChg>
      <pc:sldChg chg="modSp add mod">
        <pc:chgData name="Soumita Sengupta" userId="4afa6ce1-cb01-46c2-8538-4650222f0c96" providerId="ADAL" clId="{E312D671-FF45-4138-89B8-BF1BA535CB03}" dt="2021-06-04T11:35:49.357" v="634" actId="207"/>
        <pc:sldMkLst>
          <pc:docMk/>
          <pc:sldMk cId="3785164751" sldId="900"/>
        </pc:sldMkLst>
        <pc:spChg chg="mod">
          <ac:chgData name="Soumita Sengupta" userId="4afa6ce1-cb01-46c2-8538-4650222f0c96" providerId="ADAL" clId="{E312D671-FF45-4138-89B8-BF1BA535CB03}" dt="2021-06-04T11:35:49.357" v="634" actId="207"/>
          <ac:spMkLst>
            <pc:docMk/>
            <pc:sldMk cId="3785164751" sldId="900"/>
            <ac:spMk id="4" creationId="{6D8E2E62-CCA0-4E0C-A248-DF30B281F4BE}"/>
          </ac:spMkLst>
        </pc:spChg>
        <pc:spChg chg="mod">
          <ac:chgData name="Soumita Sengupta" userId="4afa6ce1-cb01-46c2-8538-4650222f0c96" providerId="ADAL" clId="{E312D671-FF45-4138-89B8-BF1BA535CB03}" dt="2021-06-04T11:35:49.357" v="634" actId="207"/>
          <ac:spMkLst>
            <pc:docMk/>
            <pc:sldMk cId="3785164751" sldId="900"/>
            <ac:spMk id="5" creationId="{BA7C92A5-213E-4745-87BD-2CBA254A5FD1}"/>
          </ac:spMkLst>
        </pc:spChg>
        <pc:spChg chg="mod">
          <ac:chgData name="Soumita Sengupta" userId="4afa6ce1-cb01-46c2-8538-4650222f0c96" providerId="ADAL" clId="{E312D671-FF45-4138-89B8-BF1BA535CB03}" dt="2021-06-04T11:26:14.636" v="119" actId="255"/>
          <ac:spMkLst>
            <pc:docMk/>
            <pc:sldMk cId="3785164751" sldId="900"/>
            <ac:spMk id="7" creationId="{CDFB9A60-0BE4-42AF-8C71-6561C2578D7E}"/>
          </ac:spMkLst>
        </pc:spChg>
        <pc:picChg chg="mod">
          <ac:chgData name="Soumita Sengupta" userId="4afa6ce1-cb01-46c2-8538-4650222f0c96" providerId="ADAL" clId="{E312D671-FF45-4138-89B8-BF1BA535CB03}" dt="2021-06-04T11:35:36.118" v="609" actId="1076"/>
          <ac:picMkLst>
            <pc:docMk/>
            <pc:sldMk cId="3785164751" sldId="900"/>
            <ac:picMk id="8" creationId="{D51D1734-DF0C-467F-9648-E211462ECEAB}"/>
          </ac:picMkLst>
        </pc:picChg>
      </pc:sldChg>
      <pc:sldChg chg="modSp add mod">
        <pc:chgData name="Soumita Sengupta" userId="4afa6ce1-cb01-46c2-8538-4650222f0c96" providerId="ADAL" clId="{E312D671-FF45-4138-89B8-BF1BA535CB03}" dt="2021-06-04T11:37:42.973" v="680" actId="1036"/>
        <pc:sldMkLst>
          <pc:docMk/>
          <pc:sldMk cId="4293752383" sldId="901"/>
        </pc:sldMkLst>
        <pc:spChg chg="mod">
          <ac:chgData name="Soumita Sengupta" userId="4afa6ce1-cb01-46c2-8538-4650222f0c96" providerId="ADAL" clId="{E312D671-FF45-4138-89B8-BF1BA535CB03}" dt="2021-06-04T11:37:42.973" v="680" actId="1036"/>
          <ac:spMkLst>
            <pc:docMk/>
            <pc:sldMk cId="4293752383" sldId="901"/>
            <ac:spMk id="4" creationId="{6D8E2E62-CCA0-4E0C-A248-DF30B281F4BE}"/>
          </ac:spMkLst>
        </pc:spChg>
        <pc:spChg chg="mod">
          <ac:chgData name="Soumita Sengupta" userId="4afa6ce1-cb01-46c2-8538-4650222f0c96" providerId="ADAL" clId="{E312D671-FF45-4138-89B8-BF1BA535CB03}" dt="2021-06-04T11:37:42.973" v="680" actId="1036"/>
          <ac:spMkLst>
            <pc:docMk/>
            <pc:sldMk cId="4293752383" sldId="901"/>
            <ac:spMk id="5" creationId="{BA7C92A5-213E-4745-87BD-2CBA254A5FD1}"/>
          </ac:spMkLst>
        </pc:spChg>
        <pc:spChg chg="mod">
          <ac:chgData name="Soumita Sengupta" userId="4afa6ce1-cb01-46c2-8538-4650222f0c96" providerId="ADAL" clId="{E312D671-FF45-4138-89B8-BF1BA535CB03}" dt="2021-06-04T11:26:20.942" v="120" actId="255"/>
          <ac:spMkLst>
            <pc:docMk/>
            <pc:sldMk cId="4293752383" sldId="901"/>
            <ac:spMk id="7" creationId="{CDFB9A60-0BE4-42AF-8C71-6561C2578D7E}"/>
          </ac:spMkLst>
        </pc:spChg>
      </pc:sldChg>
      <pc:sldChg chg="modSp add mod">
        <pc:chgData name="Soumita Sengupta" userId="4afa6ce1-cb01-46c2-8538-4650222f0c96" providerId="ADAL" clId="{E312D671-FF45-4138-89B8-BF1BA535CB03}" dt="2021-06-04T11:37:56.715" v="702" actId="207"/>
        <pc:sldMkLst>
          <pc:docMk/>
          <pc:sldMk cId="3357936513" sldId="902"/>
        </pc:sldMkLst>
        <pc:spChg chg="mod">
          <ac:chgData name="Soumita Sengupta" userId="4afa6ce1-cb01-46c2-8538-4650222f0c96" providerId="ADAL" clId="{E312D671-FF45-4138-89B8-BF1BA535CB03}" dt="2021-06-04T11:37:56.715" v="702" actId="207"/>
          <ac:spMkLst>
            <pc:docMk/>
            <pc:sldMk cId="3357936513" sldId="902"/>
            <ac:spMk id="4" creationId="{6D8E2E62-CCA0-4E0C-A248-DF30B281F4BE}"/>
          </ac:spMkLst>
        </pc:spChg>
        <pc:spChg chg="mod">
          <ac:chgData name="Soumita Sengupta" userId="4afa6ce1-cb01-46c2-8538-4650222f0c96" providerId="ADAL" clId="{E312D671-FF45-4138-89B8-BF1BA535CB03}" dt="2021-06-04T11:37:56.715" v="702" actId="207"/>
          <ac:spMkLst>
            <pc:docMk/>
            <pc:sldMk cId="3357936513" sldId="902"/>
            <ac:spMk id="5" creationId="{BA7C92A5-213E-4745-87BD-2CBA254A5FD1}"/>
          </ac:spMkLst>
        </pc:spChg>
        <pc:spChg chg="mod">
          <ac:chgData name="Soumita Sengupta" userId="4afa6ce1-cb01-46c2-8538-4650222f0c96" providerId="ADAL" clId="{E312D671-FF45-4138-89B8-BF1BA535CB03}" dt="2021-06-04T11:26:29.480" v="122" actId="255"/>
          <ac:spMkLst>
            <pc:docMk/>
            <pc:sldMk cId="3357936513" sldId="902"/>
            <ac:spMk id="7" creationId="{CDFB9A60-0BE4-42AF-8C71-6561C2578D7E}"/>
          </ac:spMkLst>
        </pc:spChg>
      </pc:sldChg>
      <pc:sldChg chg="modSp add mod">
        <pc:chgData name="Soumita Sengupta" userId="4afa6ce1-cb01-46c2-8538-4650222f0c96" providerId="ADAL" clId="{E312D671-FF45-4138-89B8-BF1BA535CB03}" dt="2021-06-04T11:38:08.177" v="722" actId="207"/>
        <pc:sldMkLst>
          <pc:docMk/>
          <pc:sldMk cId="1027484415" sldId="903"/>
        </pc:sldMkLst>
        <pc:spChg chg="mod">
          <ac:chgData name="Soumita Sengupta" userId="4afa6ce1-cb01-46c2-8538-4650222f0c96" providerId="ADAL" clId="{E312D671-FF45-4138-89B8-BF1BA535CB03}" dt="2021-06-04T11:38:08.177" v="722" actId="207"/>
          <ac:spMkLst>
            <pc:docMk/>
            <pc:sldMk cId="1027484415" sldId="903"/>
            <ac:spMk id="4" creationId="{6D8E2E62-CCA0-4E0C-A248-DF30B281F4BE}"/>
          </ac:spMkLst>
        </pc:spChg>
        <pc:spChg chg="mod">
          <ac:chgData name="Soumita Sengupta" userId="4afa6ce1-cb01-46c2-8538-4650222f0c96" providerId="ADAL" clId="{E312D671-FF45-4138-89B8-BF1BA535CB03}" dt="2021-06-04T11:38:08.177" v="722" actId="207"/>
          <ac:spMkLst>
            <pc:docMk/>
            <pc:sldMk cId="1027484415" sldId="903"/>
            <ac:spMk id="5" creationId="{BA7C92A5-213E-4745-87BD-2CBA254A5FD1}"/>
          </ac:spMkLst>
        </pc:spChg>
        <pc:spChg chg="mod">
          <ac:chgData name="Soumita Sengupta" userId="4afa6ce1-cb01-46c2-8538-4650222f0c96" providerId="ADAL" clId="{E312D671-FF45-4138-89B8-BF1BA535CB03}" dt="2021-06-04T11:38:01.132" v="703" actId="14100"/>
          <ac:spMkLst>
            <pc:docMk/>
            <pc:sldMk cId="1027484415" sldId="903"/>
            <ac:spMk id="7" creationId="{CDFB9A60-0BE4-42AF-8C71-6561C2578D7E}"/>
          </ac:spMkLst>
        </pc:spChg>
      </pc:sldChg>
      <pc:sldChg chg="delSp modSp add mod">
        <pc:chgData name="Soumita Sengupta" userId="4afa6ce1-cb01-46c2-8538-4650222f0c96" providerId="ADAL" clId="{E312D671-FF45-4138-89B8-BF1BA535CB03}" dt="2021-06-04T11:38:16.568" v="740" actId="207"/>
        <pc:sldMkLst>
          <pc:docMk/>
          <pc:sldMk cId="414747998" sldId="904"/>
        </pc:sldMkLst>
        <pc:spChg chg="mod">
          <ac:chgData name="Soumita Sengupta" userId="4afa6ce1-cb01-46c2-8538-4650222f0c96" providerId="ADAL" clId="{E312D671-FF45-4138-89B8-BF1BA535CB03}" dt="2021-06-04T11:38:16.568" v="740" actId="207"/>
          <ac:spMkLst>
            <pc:docMk/>
            <pc:sldMk cId="414747998" sldId="904"/>
            <ac:spMk id="4" creationId="{6D8E2E62-CCA0-4E0C-A248-DF30B281F4BE}"/>
          </ac:spMkLst>
        </pc:spChg>
        <pc:spChg chg="mod">
          <ac:chgData name="Soumita Sengupta" userId="4afa6ce1-cb01-46c2-8538-4650222f0c96" providerId="ADAL" clId="{E312D671-FF45-4138-89B8-BF1BA535CB03}" dt="2021-06-04T11:38:16.568" v="740" actId="207"/>
          <ac:spMkLst>
            <pc:docMk/>
            <pc:sldMk cId="414747998" sldId="904"/>
            <ac:spMk id="5" creationId="{BA7C92A5-213E-4745-87BD-2CBA254A5FD1}"/>
          </ac:spMkLst>
        </pc:spChg>
        <pc:spChg chg="del">
          <ac:chgData name="Soumita Sengupta" userId="4afa6ce1-cb01-46c2-8538-4650222f0c96" providerId="ADAL" clId="{E312D671-FF45-4138-89B8-BF1BA535CB03}" dt="2021-06-04T11:26:40.430" v="124" actId="478"/>
          <ac:spMkLst>
            <pc:docMk/>
            <pc:sldMk cId="414747998" sldId="904"/>
            <ac:spMk id="7" creationId="{CDFB9A60-0BE4-42AF-8C71-6561C2578D7E}"/>
          </ac:spMkLst>
        </pc:spChg>
      </pc:sldChg>
      <pc:sldChg chg="modSp add mod">
        <pc:chgData name="Soumita Sengupta" userId="4afa6ce1-cb01-46c2-8538-4650222f0c96" providerId="ADAL" clId="{E312D671-FF45-4138-89B8-BF1BA535CB03}" dt="2021-06-04T11:38:25.267" v="763" actId="207"/>
        <pc:sldMkLst>
          <pc:docMk/>
          <pc:sldMk cId="953297308" sldId="905"/>
        </pc:sldMkLst>
        <pc:spChg chg="mod">
          <ac:chgData name="Soumita Sengupta" userId="4afa6ce1-cb01-46c2-8538-4650222f0c96" providerId="ADAL" clId="{E312D671-FF45-4138-89B8-BF1BA535CB03}" dt="2021-06-04T11:38:25.267" v="763" actId="207"/>
          <ac:spMkLst>
            <pc:docMk/>
            <pc:sldMk cId="953297308" sldId="905"/>
            <ac:spMk id="4" creationId="{6D8E2E62-CCA0-4E0C-A248-DF30B281F4BE}"/>
          </ac:spMkLst>
        </pc:spChg>
        <pc:spChg chg="mod">
          <ac:chgData name="Soumita Sengupta" userId="4afa6ce1-cb01-46c2-8538-4650222f0c96" providerId="ADAL" clId="{E312D671-FF45-4138-89B8-BF1BA535CB03}" dt="2021-06-04T11:38:25.267" v="763" actId="207"/>
          <ac:spMkLst>
            <pc:docMk/>
            <pc:sldMk cId="953297308" sldId="905"/>
            <ac:spMk id="5" creationId="{BA7C92A5-213E-4745-87BD-2CBA254A5FD1}"/>
          </ac:spMkLst>
        </pc:spChg>
        <pc:spChg chg="mod">
          <ac:chgData name="Soumita Sengupta" userId="4afa6ce1-cb01-46c2-8538-4650222f0c96" providerId="ADAL" clId="{E312D671-FF45-4138-89B8-BF1BA535CB03}" dt="2021-06-04T11:27:04.464" v="125" actId="255"/>
          <ac:spMkLst>
            <pc:docMk/>
            <pc:sldMk cId="953297308" sldId="905"/>
            <ac:spMk id="7" creationId="{CDFB9A60-0BE4-42AF-8C71-6561C2578D7E}"/>
          </ac:spMkLst>
        </pc:spChg>
      </pc:sldChg>
      <pc:sldChg chg="modSp add mod">
        <pc:chgData name="Soumita Sengupta" userId="4afa6ce1-cb01-46c2-8538-4650222f0c96" providerId="ADAL" clId="{E312D671-FF45-4138-89B8-BF1BA535CB03}" dt="2021-06-04T11:38:38.962" v="780" actId="207"/>
        <pc:sldMkLst>
          <pc:docMk/>
          <pc:sldMk cId="3855319927" sldId="906"/>
        </pc:sldMkLst>
        <pc:spChg chg="mod">
          <ac:chgData name="Soumita Sengupta" userId="4afa6ce1-cb01-46c2-8538-4650222f0c96" providerId="ADAL" clId="{E312D671-FF45-4138-89B8-BF1BA535CB03}" dt="2021-06-04T11:38:38.962" v="780" actId="207"/>
          <ac:spMkLst>
            <pc:docMk/>
            <pc:sldMk cId="3855319927" sldId="906"/>
            <ac:spMk id="4" creationId="{6D8E2E62-CCA0-4E0C-A248-DF30B281F4BE}"/>
          </ac:spMkLst>
        </pc:spChg>
        <pc:spChg chg="mod">
          <ac:chgData name="Soumita Sengupta" userId="4afa6ce1-cb01-46c2-8538-4650222f0c96" providerId="ADAL" clId="{E312D671-FF45-4138-89B8-BF1BA535CB03}" dt="2021-06-04T11:38:38.962" v="780" actId="207"/>
          <ac:spMkLst>
            <pc:docMk/>
            <pc:sldMk cId="3855319927" sldId="906"/>
            <ac:spMk id="5" creationId="{BA7C92A5-213E-4745-87BD-2CBA254A5FD1}"/>
          </ac:spMkLst>
        </pc:spChg>
        <pc:spChg chg="mod">
          <ac:chgData name="Soumita Sengupta" userId="4afa6ce1-cb01-46c2-8538-4650222f0c96" providerId="ADAL" clId="{E312D671-FF45-4138-89B8-BF1BA535CB03}" dt="2021-06-04T11:27:12.404" v="126" actId="255"/>
          <ac:spMkLst>
            <pc:docMk/>
            <pc:sldMk cId="3855319927" sldId="906"/>
            <ac:spMk id="7" creationId="{CDFB9A60-0BE4-42AF-8C71-6561C2578D7E}"/>
          </ac:spMkLst>
        </pc:spChg>
      </pc:sldChg>
      <pc:sldChg chg="delSp modSp add mod">
        <pc:chgData name="Soumita Sengupta" userId="4afa6ce1-cb01-46c2-8538-4650222f0c96" providerId="ADAL" clId="{E312D671-FF45-4138-89B8-BF1BA535CB03}" dt="2021-06-04T11:38:46.585" v="801" actId="207"/>
        <pc:sldMkLst>
          <pc:docMk/>
          <pc:sldMk cId="455529772" sldId="907"/>
        </pc:sldMkLst>
        <pc:spChg chg="mod">
          <ac:chgData name="Soumita Sengupta" userId="4afa6ce1-cb01-46c2-8538-4650222f0c96" providerId="ADAL" clId="{E312D671-FF45-4138-89B8-BF1BA535CB03}" dt="2021-06-04T11:38:46.585" v="801" actId="207"/>
          <ac:spMkLst>
            <pc:docMk/>
            <pc:sldMk cId="455529772" sldId="907"/>
            <ac:spMk id="4" creationId="{6D8E2E62-CCA0-4E0C-A248-DF30B281F4BE}"/>
          </ac:spMkLst>
        </pc:spChg>
        <pc:spChg chg="mod">
          <ac:chgData name="Soumita Sengupta" userId="4afa6ce1-cb01-46c2-8538-4650222f0c96" providerId="ADAL" clId="{E312D671-FF45-4138-89B8-BF1BA535CB03}" dt="2021-06-04T11:38:46.585" v="801" actId="207"/>
          <ac:spMkLst>
            <pc:docMk/>
            <pc:sldMk cId="455529772" sldId="907"/>
            <ac:spMk id="5" creationId="{BA7C92A5-213E-4745-87BD-2CBA254A5FD1}"/>
          </ac:spMkLst>
        </pc:spChg>
        <pc:spChg chg="del">
          <ac:chgData name="Soumita Sengupta" userId="4afa6ce1-cb01-46c2-8538-4650222f0c96" providerId="ADAL" clId="{E312D671-FF45-4138-89B8-BF1BA535CB03}" dt="2021-06-04T11:19:42.964" v="73" actId="478"/>
          <ac:spMkLst>
            <pc:docMk/>
            <pc:sldMk cId="455529772" sldId="907"/>
            <ac:spMk id="7" creationId="{CDFB9A60-0BE4-42AF-8C71-6561C2578D7E}"/>
          </ac:spMkLst>
        </pc:spChg>
        <pc:picChg chg="mod">
          <ac:chgData name="Soumita Sengupta" userId="4afa6ce1-cb01-46c2-8538-4650222f0c96" providerId="ADAL" clId="{E312D671-FF45-4138-89B8-BF1BA535CB03}" dt="2021-06-04T11:19:45.473" v="74" actId="1076"/>
          <ac:picMkLst>
            <pc:docMk/>
            <pc:sldMk cId="455529772" sldId="907"/>
            <ac:picMk id="6" creationId="{699EAD37-557C-4B2B-8424-831DBAA88FC0}"/>
          </ac:picMkLst>
        </pc:picChg>
      </pc:sldChg>
      <pc:sldChg chg="modSp add mod">
        <pc:chgData name="Soumita Sengupta" userId="4afa6ce1-cb01-46c2-8538-4650222f0c96" providerId="ADAL" clId="{E312D671-FF45-4138-89B8-BF1BA535CB03}" dt="2021-06-04T11:38:57.749" v="829" actId="207"/>
        <pc:sldMkLst>
          <pc:docMk/>
          <pc:sldMk cId="1317934090" sldId="908"/>
        </pc:sldMkLst>
        <pc:spChg chg="mod">
          <ac:chgData name="Soumita Sengupta" userId="4afa6ce1-cb01-46c2-8538-4650222f0c96" providerId="ADAL" clId="{E312D671-FF45-4138-89B8-BF1BA535CB03}" dt="2021-06-04T11:38:57.749" v="829" actId="207"/>
          <ac:spMkLst>
            <pc:docMk/>
            <pc:sldMk cId="1317934090" sldId="908"/>
            <ac:spMk id="4" creationId="{6D8E2E62-CCA0-4E0C-A248-DF30B281F4BE}"/>
          </ac:spMkLst>
        </pc:spChg>
        <pc:spChg chg="mod">
          <ac:chgData name="Soumita Sengupta" userId="4afa6ce1-cb01-46c2-8538-4650222f0c96" providerId="ADAL" clId="{E312D671-FF45-4138-89B8-BF1BA535CB03}" dt="2021-06-04T11:38:57.749" v="829" actId="207"/>
          <ac:spMkLst>
            <pc:docMk/>
            <pc:sldMk cId="1317934090" sldId="908"/>
            <ac:spMk id="5" creationId="{BA7C92A5-213E-4745-87BD-2CBA254A5FD1}"/>
          </ac:spMkLst>
        </pc:spChg>
        <pc:spChg chg="mod">
          <ac:chgData name="Soumita Sengupta" userId="4afa6ce1-cb01-46c2-8538-4650222f0c96" providerId="ADAL" clId="{E312D671-FF45-4138-89B8-BF1BA535CB03}" dt="2021-06-04T11:27:28.019" v="127" actId="255"/>
          <ac:spMkLst>
            <pc:docMk/>
            <pc:sldMk cId="1317934090" sldId="908"/>
            <ac:spMk id="7" creationId="{CDFB9A60-0BE4-42AF-8C71-6561C2578D7E}"/>
          </ac:spMkLst>
        </pc:spChg>
        <pc:picChg chg="mod">
          <ac:chgData name="Soumita Sengupta" userId="4afa6ce1-cb01-46c2-8538-4650222f0c96" providerId="ADAL" clId="{E312D671-FF45-4138-89B8-BF1BA535CB03}" dt="2021-06-04T11:27:31.538" v="128" actId="1076"/>
          <ac:picMkLst>
            <pc:docMk/>
            <pc:sldMk cId="1317934090" sldId="908"/>
            <ac:picMk id="8" creationId="{F69095C3-11DA-436E-B8B8-7CA6B5D33063}"/>
          </ac:picMkLst>
        </pc:picChg>
      </pc:sldChg>
      <pc:sldChg chg="modSp add mod">
        <pc:chgData name="Soumita Sengupta" userId="4afa6ce1-cb01-46c2-8538-4650222f0c96" providerId="ADAL" clId="{E312D671-FF45-4138-89B8-BF1BA535CB03}" dt="2021-06-04T11:39:04.383" v="845" actId="207"/>
        <pc:sldMkLst>
          <pc:docMk/>
          <pc:sldMk cId="3362010297" sldId="909"/>
        </pc:sldMkLst>
        <pc:spChg chg="mod">
          <ac:chgData name="Soumita Sengupta" userId="4afa6ce1-cb01-46c2-8538-4650222f0c96" providerId="ADAL" clId="{E312D671-FF45-4138-89B8-BF1BA535CB03}" dt="2021-06-04T11:39:04.383" v="845" actId="207"/>
          <ac:spMkLst>
            <pc:docMk/>
            <pc:sldMk cId="3362010297" sldId="909"/>
            <ac:spMk id="4" creationId="{6D8E2E62-CCA0-4E0C-A248-DF30B281F4BE}"/>
          </ac:spMkLst>
        </pc:spChg>
        <pc:spChg chg="mod">
          <ac:chgData name="Soumita Sengupta" userId="4afa6ce1-cb01-46c2-8538-4650222f0c96" providerId="ADAL" clId="{E312D671-FF45-4138-89B8-BF1BA535CB03}" dt="2021-06-04T11:39:04.383" v="845" actId="207"/>
          <ac:spMkLst>
            <pc:docMk/>
            <pc:sldMk cId="3362010297" sldId="909"/>
            <ac:spMk id="5" creationId="{BA7C92A5-213E-4745-87BD-2CBA254A5FD1}"/>
          </ac:spMkLst>
        </pc:spChg>
        <pc:spChg chg="mod">
          <ac:chgData name="Soumita Sengupta" userId="4afa6ce1-cb01-46c2-8538-4650222f0c96" providerId="ADAL" clId="{E312D671-FF45-4138-89B8-BF1BA535CB03}" dt="2021-06-04T11:27:38.133" v="129" actId="255"/>
          <ac:spMkLst>
            <pc:docMk/>
            <pc:sldMk cId="3362010297" sldId="909"/>
            <ac:spMk id="7" creationId="{CDFB9A60-0BE4-42AF-8C71-6561C2578D7E}"/>
          </ac:spMkLst>
        </pc:spChg>
        <pc:picChg chg="mod">
          <ac:chgData name="Soumita Sengupta" userId="4afa6ce1-cb01-46c2-8538-4650222f0c96" providerId="ADAL" clId="{E312D671-FF45-4138-89B8-BF1BA535CB03}" dt="2021-06-04T11:27:40.237" v="130" actId="1076"/>
          <ac:picMkLst>
            <pc:docMk/>
            <pc:sldMk cId="3362010297" sldId="909"/>
            <ac:picMk id="9" creationId="{73DEF105-9FC0-4BF1-A27F-CE86890F9970}"/>
          </ac:picMkLst>
        </pc:picChg>
      </pc:sldChg>
      <pc:sldChg chg="modSp add mod">
        <pc:chgData name="Soumita Sengupta" userId="4afa6ce1-cb01-46c2-8538-4650222f0c96" providerId="ADAL" clId="{E312D671-FF45-4138-89B8-BF1BA535CB03}" dt="2021-06-04T11:39:15.905" v="881" actId="207"/>
        <pc:sldMkLst>
          <pc:docMk/>
          <pc:sldMk cId="2860101323" sldId="910"/>
        </pc:sldMkLst>
        <pc:spChg chg="mod">
          <ac:chgData name="Soumita Sengupta" userId="4afa6ce1-cb01-46c2-8538-4650222f0c96" providerId="ADAL" clId="{E312D671-FF45-4138-89B8-BF1BA535CB03}" dt="2021-06-04T11:39:15.905" v="881" actId="207"/>
          <ac:spMkLst>
            <pc:docMk/>
            <pc:sldMk cId="2860101323" sldId="910"/>
            <ac:spMk id="4" creationId="{6D8E2E62-CCA0-4E0C-A248-DF30B281F4BE}"/>
          </ac:spMkLst>
        </pc:spChg>
        <pc:spChg chg="mod">
          <ac:chgData name="Soumita Sengupta" userId="4afa6ce1-cb01-46c2-8538-4650222f0c96" providerId="ADAL" clId="{E312D671-FF45-4138-89B8-BF1BA535CB03}" dt="2021-06-04T11:39:15.905" v="881" actId="207"/>
          <ac:spMkLst>
            <pc:docMk/>
            <pc:sldMk cId="2860101323" sldId="910"/>
            <ac:spMk id="5" creationId="{BA7C92A5-213E-4745-87BD-2CBA254A5FD1}"/>
          </ac:spMkLst>
        </pc:spChg>
        <pc:spChg chg="mod">
          <ac:chgData name="Soumita Sengupta" userId="4afa6ce1-cb01-46c2-8538-4650222f0c96" providerId="ADAL" clId="{E312D671-FF45-4138-89B8-BF1BA535CB03}" dt="2021-06-04T11:27:45.350" v="131" actId="255"/>
          <ac:spMkLst>
            <pc:docMk/>
            <pc:sldMk cId="2860101323" sldId="910"/>
            <ac:spMk id="7" creationId="{CDFB9A60-0BE4-42AF-8C71-6561C2578D7E}"/>
          </ac:spMkLst>
        </pc:spChg>
        <pc:picChg chg="mod">
          <ac:chgData name="Soumita Sengupta" userId="4afa6ce1-cb01-46c2-8538-4650222f0c96" providerId="ADAL" clId="{E312D671-FF45-4138-89B8-BF1BA535CB03}" dt="2021-06-04T11:27:46.870" v="132" actId="1076"/>
          <ac:picMkLst>
            <pc:docMk/>
            <pc:sldMk cId="2860101323" sldId="910"/>
            <ac:picMk id="8" creationId="{9BC3701A-4299-4363-A91E-94158EC825E4}"/>
          </ac:picMkLst>
        </pc:picChg>
      </pc:sldChg>
      <pc:sldChg chg="modSp add mod">
        <pc:chgData name="Soumita Sengupta" userId="4afa6ce1-cb01-46c2-8538-4650222f0c96" providerId="ADAL" clId="{E312D671-FF45-4138-89B8-BF1BA535CB03}" dt="2021-06-04T11:39:23.527" v="900" actId="207"/>
        <pc:sldMkLst>
          <pc:docMk/>
          <pc:sldMk cId="1849334363" sldId="911"/>
        </pc:sldMkLst>
        <pc:spChg chg="mod">
          <ac:chgData name="Soumita Sengupta" userId="4afa6ce1-cb01-46c2-8538-4650222f0c96" providerId="ADAL" clId="{E312D671-FF45-4138-89B8-BF1BA535CB03}" dt="2021-06-04T11:39:23.527" v="900" actId="207"/>
          <ac:spMkLst>
            <pc:docMk/>
            <pc:sldMk cId="1849334363" sldId="911"/>
            <ac:spMk id="4" creationId="{6D8E2E62-CCA0-4E0C-A248-DF30B281F4BE}"/>
          </ac:spMkLst>
        </pc:spChg>
        <pc:spChg chg="mod">
          <ac:chgData name="Soumita Sengupta" userId="4afa6ce1-cb01-46c2-8538-4650222f0c96" providerId="ADAL" clId="{E312D671-FF45-4138-89B8-BF1BA535CB03}" dt="2021-06-04T11:39:23.527" v="900" actId="207"/>
          <ac:spMkLst>
            <pc:docMk/>
            <pc:sldMk cId="1849334363" sldId="911"/>
            <ac:spMk id="5" creationId="{BA7C92A5-213E-4745-87BD-2CBA254A5FD1}"/>
          </ac:spMkLst>
        </pc:spChg>
        <pc:spChg chg="mod">
          <ac:chgData name="Soumita Sengupta" userId="4afa6ce1-cb01-46c2-8538-4650222f0c96" providerId="ADAL" clId="{E312D671-FF45-4138-89B8-BF1BA535CB03}" dt="2021-06-04T11:27:58.127" v="133" actId="255"/>
          <ac:spMkLst>
            <pc:docMk/>
            <pc:sldMk cId="1849334363" sldId="911"/>
            <ac:spMk id="7" creationId="{CDFB9A60-0BE4-42AF-8C71-6561C2578D7E}"/>
          </ac:spMkLst>
        </pc:spChg>
      </pc:sldChg>
      <pc:sldChg chg="addSp delSp modSp add mod">
        <pc:chgData name="Soumita Sengupta" userId="4afa6ce1-cb01-46c2-8538-4650222f0c96" providerId="ADAL" clId="{E312D671-FF45-4138-89B8-BF1BA535CB03}" dt="2021-06-07T08:29:09.718" v="945" actId="20577"/>
        <pc:sldMkLst>
          <pc:docMk/>
          <pc:sldMk cId="3559517792" sldId="912"/>
        </pc:sldMkLst>
        <pc:spChg chg="mod">
          <ac:chgData name="Soumita Sengupta" userId="4afa6ce1-cb01-46c2-8538-4650222f0c96" providerId="ADAL" clId="{E312D671-FF45-4138-89B8-BF1BA535CB03}" dt="2021-06-07T08:29:09.718" v="945" actId="20577"/>
          <ac:spMkLst>
            <pc:docMk/>
            <pc:sldMk cId="3559517792" sldId="912"/>
            <ac:spMk id="2" creationId="{CC29CD5A-DA29-4205-87DF-11C938A1CD53}"/>
          </ac:spMkLst>
        </pc:spChg>
        <pc:spChg chg="mod">
          <ac:chgData name="Soumita Sengupta" userId="4afa6ce1-cb01-46c2-8538-4650222f0c96" providerId="ADAL" clId="{E312D671-FF45-4138-89B8-BF1BA535CB03}" dt="2021-06-04T11:39:36.203" v="903" actId="207"/>
          <ac:spMkLst>
            <pc:docMk/>
            <pc:sldMk cId="3559517792" sldId="912"/>
            <ac:spMk id="4" creationId="{6D8E2E62-CCA0-4E0C-A248-DF30B281F4BE}"/>
          </ac:spMkLst>
        </pc:spChg>
        <pc:spChg chg="mod">
          <ac:chgData name="Soumita Sengupta" userId="4afa6ce1-cb01-46c2-8538-4650222f0c96" providerId="ADAL" clId="{E312D671-FF45-4138-89B8-BF1BA535CB03}" dt="2021-06-04T11:39:36.203" v="903" actId="207"/>
          <ac:spMkLst>
            <pc:docMk/>
            <pc:sldMk cId="3559517792" sldId="912"/>
            <ac:spMk id="5" creationId="{BA7C92A5-213E-4745-87BD-2CBA254A5FD1}"/>
          </ac:spMkLst>
        </pc:spChg>
        <pc:spChg chg="mod">
          <ac:chgData name="Soumita Sengupta" userId="4afa6ce1-cb01-46c2-8538-4650222f0c96" providerId="ADAL" clId="{E312D671-FF45-4138-89B8-BF1BA535CB03}" dt="2021-06-04T11:39:31.719" v="902" actId="255"/>
          <ac:spMkLst>
            <pc:docMk/>
            <pc:sldMk cId="3559517792" sldId="912"/>
            <ac:spMk id="7" creationId="{CDFB9A60-0BE4-42AF-8C71-6561C2578D7E}"/>
          </ac:spMkLst>
        </pc:spChg>
        <pc:picChg chg="add del mod">
          <ac:chgData name="Soumita Sengupta" userId="4afa6ce1-cb01-46c2-8538-4650222f0c96" providerId="ADAL" clId="{E312D671-FF45-4138-89B8-BF1BA535CB03}" dt="2021-06-07T08:27:44.154" v="924" actId="478"/>
          <ac:picMkLst>
            <pc:docMk/>
            <pc:sldMk cId="3559517792" sldId="912"/>
            <ac:picMk id="6" creationId="{2C97A338-A0C2-42EE-9175-D3A50528F6F3}"/>
          </ac:picMkLst>
        </pc:picChg>
        <pc:picChg chg="del mod">
          <ac:chgData name="Soumita Sengupta" userId="4afa6ce1-cb01-46c2-8538-4650222f0c96" providerId="ADAL" clId="{E312D671-FF45-4138-89B8-BF1BA535CB03}" dt="2021-06-07T08:27:30.084" v="918" actId="478"/>
          <ac:picMkLst>
            <pc:docMk/>
            <pc:sldMk cId="3559517792" sldId="912"/>
            <ac:picMk id="8" creationId="{ACB9F473-1D53-4C0A-BCD9-820EF773E585}"/>
          </ac:picMkLst>
        </pc:picChg>
        <pc:picChg chg="add mod">
          <ac:chgData name="Soumita Sengupta" userId="4afa6ce1-cb01-46c2-8538-4650222f0c96" providerId="ADAL" clId="{E312D671-FF45-4138-89B8-BF1BA535CB03}" dt="2021-06-07T08:29:01.435" v="930" actId="208"/>
          <ac:picMkLst>
            <pc:docMk/>
            <pc:sldMk cId="3559517792" sldId="912"/>
            <ac:picMk id="10" creationId="{1E74916A-60FF-4661-952E-716BEC2A2EC4}"/>
          </ac:picMkLst>
        </pc:picChg>
      </pc:sldChg>
      <pc:sldChg chg="modSp add mod">
        <pc:chgData name="Soumita Sengupta" userId="4afa6ce1-cb01-46c2-8538-4650222f0c96" providerId="ADAL" clId="{E312D671-FF45-4138-89B8-BF1BA535CB03}" dt="2021-06-04T11:39:41.201" v="904" actId="207"/>
        <pc:sldMkLst>
          <pc:docMk/>
          <pc:sldMk cId="1995712021" sldId="913"/>
        </pc:sldMkLst>
        <pc:spChg chg="mod">
          <ac:chgData name="Soumita Sengupta" userId="4afa6ce1-cb01-46c2-8538-4650222f0c96" providerId="ADAL" clId="{E312D671-FF45-4138-89B8-BF1BA535CB03}" dt="2021-06-04T11:39:41.201" v="904" actId="207"/>
          <ac:spMkLst>
            <pc:docMk/>
            <pc:sldMk cId="1995712021" sldId="913"/>
            <ac:spMk id="4" creationId="{6D8E2E62-CCA0-4E0C-A248-DF30B281F4BE}"/>
          </ac:spMkLst>
        </pc:spChg>
        <pc:spChg chg="mod">
          <ac:chgData name="Soumita Sengupta" userId="4afa6ce1-cb01-46c2-8538-4650222f0c96" providerId="ADAL" clId="{E312D671-FF45-4138-89B8-BF1BA535CB03}" dt="2021-06-04T11:39:41.201" v="904" actId="207"/>
          <ac:spMkLst>
            <pc:docMk/>
            <pc:sldMk cId="1995712021" sldId="913"/>
            <ac:spMk id="5" creationId="{BA7C92A5-213E-4745-87BD-2CBA254A5FD1}"/>
          </ac:spMkLst>
        </pc:spChg>
        <pc:spChg chg="mod">
          <ac:chgData name="Soumita Sengupta" userId="4afa6ce1-cb01-46c2-8538-4650222f0c96" providerId="ADAL" clId="{E312D671-FF45-4138-89B8-BF1BA535CB03}" dt="2021-06-04T11:28:09.081" v="134" actId="255"/>
          <ac:spMkLst>
            <pc:docMk/>
            <pc:sldMk cId="1995712021" sldId="913"/>
            <ac:spMk id="7" creationId="{CDFB9A60-0BE4-42AF-8C71-6561C2578D7E}"/>
          </ac:spMkLst>
        </pc:spChg>
      </pc:sldChg>
      <pc:sldChg chg="modSp add mod">
        <pc:chgData name="Soumita Sengupta" userId="4afa6ce1-cb01-46c2-8538-4650222f0c96" providerId="ADAL" clId="{E312D671-FF45-4138-89B8-BF1BA535CB03}" dt="2021-06-04T11:39:44.844" v="905" actId="207"/>
        <pc:sldMkLst>
          <pc:docMk/>
          <pc:sldMk cId="3460310019" sldId="914"/>
        </pc:sldMkLst>
        <pc:spChg chg="mod">
          <ac:chgData name="Soumita Sengupta" userId="4afa6ce1-cb01-46c2-8538-4650222f0c96" providerId="ADAL" clId="{E312D671-FF45-4138-89B8-BF1BA535CB03}" dt="2021-06-04T11:39:44.844" v="905" actId="207"/>
          <ac:spMkLst>
            <pc:docMk/>
            <pc:sldMk cId="3460310019" sldId="914"/>
            <ac:spMk id="4" creationId="{6D8E2E62-CCA0-4E0C-A248-DF30B281F4BE}"/>
          </ac:spMkLst>
        </pc:spChg>
        <pc:spChg chg="mod">
          <ac:chgData name="Soumita Sengupta" userId="4afa6ce1-cb01-46c2-8538-4650222f0c96" providerId="ADAL" clId="{E312D671-FF45-4138-89B8-BF1BA535CB03}" dt="2021-06-04T11:39:44.844" v="905" actId="207"/>
          <ac:spMkLst>
            <pc:docMk/>
            <pc:sldMk cId="3460310019" sldId="914"/>
            <ac:spMk id="5" creationId="{BA7C92A5-213E-4745-87BD-2CBA254A5FD1}"/>
          </ac:spMkLst>
        </pc:spChg>
        <pc:spChg chg="mod">
          <ac:chgData name="Soumita Sengupta" userId="4afa6ce1-cb01-46c2-8538-4650222f0c96" providerId="ADAL" clId="{E312D671-FF45-4138-89B8-BF1BA535CB03}" dt="2021-06-04T11:28:16.287" v="135" actId="255"/>
          <ac:spMkLst>
            <pc:docMk/>
            <pc:sldMk cId="3460310019" sldId="914"/>
            <ac:spMk id="7" creationId="{CDFB9A60-0BE4-42AF-8C71-6561C2578D7E}"/>
          </ac:spMkLst>
        </pc:spChg>
      </pc:sldChg>
      <pc:sldChg chg="del">
        <pc:chgData name="Soumita Sengupta" userId="4afa6ce1-cb01-46c2-8538-4650222f0c96" providerId="ADAL" clId="{E312D671-FF45-4138-89B8-BF1BA535CB03}" dt="2021-06-04T11:00:11.316" v="8" actId="47"/>
        <pc:sldMkLst>
          <pc:docMk/>
          <pc:sldMk cId="795492833" sldId="1321"/>
        </pc:sldMkLst>
      </pc:sldChg>
      <pc:sldChg chg="modSp mod ord">
        <pc:chgData name="Soumita Sengupta" userId="4afa6ce1-cb01-46c2-8538-4650222f0c96" providerId="ADAL" clId="{E312D671-FF45-4138-89B8-BF1BA535CB03}" dt="2021-06-04T11:00:09.916" v="7"/>
        <pc:sldMkLst>
          <pc:docMk/>
          <pc:sldMk cId="3693191466" sldId="1327"/>
        </pc:sldMkLst>
        <pc:spChg chg="mod">
          <ac:chgData name="Soumita Sengupta" userId="4afa6ce1-cb01-46c2-8538-4650222f0c96" providerId="ADAL" clId="{E312D671-FF45-4138-89B8-BF1BA535CB03}" dt="2021-06-04T11:00:07.071" v="5" actId="20577"/>
          <ac:spMkLst>
            <pc:docMk/>
            <pc:sldMk cId="3693191466" sldId="1327"/>
            <ac:spMk id="2" creationId="{57983F62-BBB9-431B-A37F-BDA0DC7153F6}"/>
          </ac:spMkLst>
        </pc:spChg>
      </pc:sldChg>
    </pc:docChg>
  </pc:docChgLst>
  <pc:docChgLst>
    <pc:chgData name="Soumita Sengupta" userId="4afa6ce1-cb01-46c2-8538-4650222f0c96" providerId="ADAL" clId="{8571DC48-0C12-45E0-9BF7-0A12C0FA93C2}"/>
    <pc:docChg chg="undo redo custSel addSld delSld modSld sldOrd addMainMaster modMainMaster">
      <pc:chgData name="Soumita Sengupta" userId="4afa6ce1-cb01-46c2-8538-4650222f0c96" providerId="ADAL" clId="{8571DC48-0C12-45E0-9BF7-0A12C0FA93C2}" dt="2021-05-19T10:05:56.962" v="535" actId="1038"/>
      <pc:docMkLst>
        <pc:docMk/>
      </pc:docMkLst>
      <pc:sldChg chg="modSp add mod">
        <pc:chgData name="Soumita Sengupta" userId="4afa6ce1-cb01-46c2-8538-4650222f0c96" providerId="ADAL" clId="{8571DC48-0C12-45E0-9BF7-0A12C0FA93C2}" dt="2021-05-17T08:14:01.208" v="385" actId="20577"/>
        <pc:sldMkLst>
          <pc:docMk/>
          <pc:sldMk cId="3505707011" sldId="258"/>
        </pc:sldMkLst>
        <pc:spChg chg="mod">
          <ac:chgData name="Soumita Sengupta" userId="4afa6ce1-cb01-46c2-8538-4650222f0c96" providerId="ADAL" clId="{8571DC48-0C12-45E0-9BF7-0A12C0FA93C2}" dt="2021-05-17T08:14:01.208" v="385" actId="20577"/>
          <ac:spMkLst>
            <pc:docMk/>
            <pc:sldMk cId="3505707011" sldId="258"/>
            <ac:spMk id="3" creationId="{00000000-0000-0000-0000-000000000000}"/>
          </ac:spMkLst>
        </pc:spChg>
        <pc:spChg chg="mod">
          <ac:chgData name="Soumita Sengupta" userId="4afa6ce1-cb01-46c2-8538-4650222f0c96" providerId="ADAL" clId="{8571DC48-0C12-45E0-9BF7-0A12C0FA93C2}" dt="2021-05-13T06:59:12.069" v="19" actId="20577"/>
          <ac:spMkLst>
            <pc:docMk/>
            <pc:sldMk cId="3505707011" sldId="258"/>
            <ac:spMk id="5" creationId="{00000000-0000-0000-0000-000000000000}"/>
          </ac:spMkLst>
        </pc:spChg>
        <pc:spChg chg="mod">
          <ac:chgData name="Soumita Sengupta" userId="4afa6ce1-cb01-46c2-8538-4650222f0c96" providerId="ADAL" clId="{8571DC48-0C12-45E0-9BF7-0A12C0FA93C2}" dt="2021-05-13T06:58:10.069" v="15" actId="108"/>
          <ac:spMkLst>
            <pc:docMk/>
            <pc:sldMk cId="3505707011" sldId="258"/>
            <ac:spMk id="6" creationId="{59C3A4C2-17E3-4EC2-B0BA-CBC8305B62A2}"/>
          </ac:spMkLst>
        </pc:spChg>
      </pc:sldChg>
      <pc:sldChg chg="modSp add mod">
        <pc:chgData name="Soumita Sengupta" userId="4afa6ce1-cb01-46c2-8538-4650222f0c96" providerId="ADAL" clId="{8571DC48-0C12-45E0-9BF7-0A12C0FA93C2}" dt="2021-05-17T08:14:20.775" v="389" actId="20577"/>
        <pc:sldMkLst>
          <pc:docMk/>
          <pc:sldMk cId="1912468287" sldId="260"/>
        </pc:sldMkLst>
        <pc:spChg chg="mod">
          <ac:chgData name="Soumita Sengupta" userId="4afa6ce1-cb01-46c2-8538-4650222f0c96" providerId="ADAL" clId="{8571DC48-0C12-45E0-9BF7-0A12C0FA93C2}" dt="2021-05-17T08:14:17.421" v="387" actId="207"/>
          <ac:spMkLst>
            <pc:docMk/>
            <pc:sldMk cId="1912468287" sldId="260"/>
            <ac:spMk id="4" creationId="{00000000-0000-0000-0000-000000000000}"/>
          </ac:spMkLst>
        </pc:spChg>
        <pc:spChg chg="mod">
          <ac:chgData name="Soumita Sengupta" userId="4afa6ce1-cb01-46c2-8538-4650222f0c96" providerId="ADAL" clId="{8571DC48-0C12-45E0-9BF7-0A12C0FA93C2}" dt="2021-05-13T07:13:13.064" v="26" actId="255"/>
          <ac:spMkLst>
            <pc:docMk/>
            <pc:sldMk cId="1912468287" sldId="260"/>
            <ac:spMk id="5" creationId="{00000000-0000-0000-0000-000000000000}"/>
          </ac:spMkLst>
        </pc:spChg>
        <pc:spChg chg="mod">
          <ac:chgData name="Soumita Sengupta" userId="4afa6ce1-cb01-46c2-8538-4650222f0c96" providerId="ADAL" clId="{8571DC48-0C12-45E0-9BF7-0A12C0FA93C2}" dt="2021-05-17T08:14:20.775" v="389" actId="20577"/>
          <ac:spMkLst>
            <pc:docMk/>
            <pc:sldMk cId="1912468287" sldId="260"/>
            <ac:spMk id="6" creationId="{00000000-0000-0000-0000-000000000000}"/>
          </ac:spMkLst>
        </pc:spChg>
      </pc:sldChg>
      <pc:sldChg chg="modSp mod">
        <pc:chgData name="Soumita Sengupta" userId="4afa6ce1-cb01-46c2-8538-4650222f0c96" providerId="ADAL" clId="{8571DC48-0C12-45E0-9BF7-0A12C0FA93C2}" dt="2021-05-13T07:19:47.236" v="44" actId="20577"/>
        <pc:sldMkLst>
          <pc:docMk/>
          <pc:sldMk cId="3879588154" sldId="290"/>
        </pc:sldMkLst>
        <pc:spChg chg="mod">
          <ac:chgData name="Soumita Sengupta" userId="4afa6ce1-cb01-46c2-8538-4650222f0c96" providerId="ADAL" clId="{8571DC48-0C12-45E0-9BF7-0A12C0FA93C2}" dt="2021-05-13T07:19:47.236" v="44" actId="20577"/>
          <ac:spMkLst>
            <pc:docMk/>
            <pc:sldMk cId="3879588154" sldId="290"/>
            <ac:spMk id="5" creationId="{00000000-0000-0000-0000-000000000000}"/>
          </ac:spMkLst>
        </pc:spChg>
      </pc:sldChg>
      <pc:sldChg chg="modSp mod">
        <pc:chgData name="Soumita Sengupta" userId="4afa6ce1-cb01-46c2-8538-4650222f0c96" providerId="ADAL" clId="{8571DC48-0C12-45E0-9BF7-0A12C0FA93C2}" dt="2021-05-17T11:44:32.644" v="419" actId="207"/>
        <pc:sldMkLst>
          <pc:docMk/>
          <pc:sldMk cId="2478915525" sldId="296"/>
        </pc:sldMkLst>
        <pc:spChg chg="mod">
          <ac:chgData name="Soumita Sengupta" userId="4afa6ce1-cb01-46c2-8538-4650222f0c96" providerId="ADAL" clId="{8571DC48-0C12-45E0-9BF7-0A12C0FA93C2}" dt="2021-05-17T11:44:27.106" v="418" actId="207"/>
          <ac:spMkLst>
            <pc:docMk/>
            <pc:sldMk cId="2478915525" sldId="296"/>
            <ac:spMk id="3" creationId="{00000000-0000-0000-0000-000000000000}"/>
          </ac:spMkLst>
        </pc:spChg>
        <pc:spChg chg="mod">
          <ac:chgData name="Soumita Sengupta" userId="4afa6ce1-cb01-46c2-8538-4650222f0c96" providerId="ADAL" clId="{8571DC48-0C12-45E0-9BF7-0A12C0FA93C2}" dt="2021-05-17T11:44:32.644" v="419" actId="207"/>
          <ac:spMkLst>
            <pc:docMk/>
            <pc:sldMk cId="2478915525" sldId="296"/>
            <ac:spMk id="4" creationId="{00000000-0000-0000-0000-000000000000}"/>
          </ac:spMkLst>
        </pc:spChg>
      </pc:sldChg>
      <pc:sldChg chg="modSp mod">
        <pc:chgData name="Soumita Sengupta" userId="4afa6ce1-cb01-46c2-8538-4650222f0c96" providerId="ADAL" clId="{8571DC48-0C12-45E0-9BF7-0A12C0FA93C2}" dt="2021-05-19T10:05:56.962" v="535" actId="1038"/>
        <pc:sldMkLst>
          <pc:docMk/>
          <pc:sldMk cId="1092620403" sldId="297"/>
        </pc:sldMkLst>
        <pc:spChg chg="mod">
          <ac:chgData name="Soumita Sengupta" userId="4afa6ce1-cb01-46c2-8538-4650222f0c96" providerId="ADAL" clId="{8571DC48-0C12-45E0-9BF7-0A12C0FA93C2}" dt="2021-05-17T11:45:23.089" v="425" actId="207"/>
          <ac:spMkLst>
            <pc:docMk/>
            <pc:sldMk cId="1092620403" sldId="297"/>
            <ac:spMk id="4" creationId="{00000000-0000-0000-0000-000000000000}"/>
          </ac:spMkLst>
        </pc:spChg>
        <pc:spChg chg="mod">
          <ac:chgData name="Soumita Sengupta" userId="4afa6ce1-cb01-46c2-8538-4650222f0c96" providerId="ADAL" clId="{8571DC48-0C12-45E0-9BF7-0A12C0FA93C2}" dt="2021-05-17T11:45:16.519" v="424" actId="207"/>
          <ac:spMkLst>
            <pc:docMk/>
            <pc:sldMk cId="1092620403" sldId="297"/>
            <ac:spMk id="8" creationId="{00000000-0000-0000-0000-000000000000}"/>
          </ac:spMkLst>
        </pc:spChg>
        <pc:spChg chg="mod">
          <ac:chgData name="Soumita Sengupta" userId="4afa6ce1-cb01-46c2-8538-4650222f0c96" providerId="ADAL" clId="{8571DC48-0C12-45E0-9BF7-0A12C0FA93C2}" dt="2021-05-17T11:45:01.831" v="421" actId="20577"/>
          <ac:spMkLst>
            <pc:docMk/>
            <pc:sldMk cId="1092620403" sldId="297"/>
            <ac:spMk id="14" creationId="{00000000-0000-0000-0000-000000000000}"/>
          </ac:spMkLst>
        </pc:spChg>
        <pc:picChg chg="mod">
          <ac:chgData name="Soumita Sengupta" userId="4afa6ce1-cb01-46c2-8538-4650222f0c96" providerId="ADAL" clId="{8571DC48-0C12-45E0-9BF7-0A12C0FA93C2}" dt="2021-05-19T10:05:56.962" v="535" actId="1038"/>
          <ac:picMkLst>
            <pc:docMk/>
            <pc:sldMk cId="1092620403" sldId="297"/>
            <ac:picMk id="3" creationId="{0EEBE3EA-19F1-4A12-AB09-BFFAE305EF91}"/>
          </ac:picMkLst>
        </pc:picChg>
      </pc:sldChg>
      <pc:sldChg chg="modSp mod">
        <pc:chgData name="Soumita Sengupta" userId="4afa6ce1-cb01-46c2-8538-4650222f0c96" providerId="ADAL" clId="{8571DC48-0C12-45E0-9BF7-0A12C0FA93C2}" dt="2021-05-17T11:45:34.240" v="427" actId="207"/>
        <pc:sldMkLst>
          <pc:docMk/>
          <pc:sldMk cId="665055627" sldId="298"/>
        </pc:sldMkLst>
        <pc:spChg chg="mod">
          <ac:chgData name="Soumita Sengupta" userId="4afa6ce1-cb01-46c2-8538-4650222f0c96" providerId="ADAL" clId="{8571DC48-0C12-45E0-9BF7-0A12C0FA93C2}" dt="2021-05-17T11:45:34.240" v="427" actId="207"/>
          <ac:spMkLst>
            <pc:docMk/>
            <pc:sldMk cId="665055627" sldId="298"/>
            <ac:spMk id="4" creationId="{00000000-0000-0000-0000-000000000000}"/>
          </ac:spMkLst>
        </pc:spChg>
        <pc:spChg chg="mod">
          <ac:chgData name="Soumita Sengupta" userId="4afa6ce1-cb01-46c2-8538-4650222f0c96" providerId="ADAL" clId="{8571DC48-0C12-45E0-9BF7-0A12C0FA93C2}" dt="2021-05-17T11:45:29.556" v="426" actId="207"/>
          <ac:spMkLst>
            <pc:docMk/>
            <pc:sldMk cId="665055627" sldId="298"/>
            <ac:spMk id="8" creationId="{00000000-0000-0000-0000-000000000000}"/>
          </ac:spMkLst>
        </pc:spChg>
      </pc:sldChg>
      <pc:sldChg chg="modSp mod">
        <pc:chgData name="Soumita Sengupta" userId="4afa6ce1-cb01-46c2-8538-4650222f0c96" providerId="ADAL" clId="{8571DC48-0C12-45E0-9BF7-0A12C0FA93C2}" dt="2021-05-17T14:10:46.983" v="429" actId="207"/>
        <pc:sldMkLst>
          <pc:docMk/>
          <pc:sldMk cId="3976154013" sldId="300"/>
        </pc:sldMkLst>
        <pc:spChg chg="mod">
          <ac:chgData name="Soumita Sengupta" userId="4afa6ce1-cb01-46c2-8538-4650222f0c96" providerId="ADAL" clId="{8571DC48-0C12-45E0-9BF7-0A12C0FA93C2}" dt="2021-05-17T14:10:42.964" v="428" actId="207"/>
          <ac:spMkLst>
            <pc:docMk/>
            <pc:sldMk cId="3976154013" sldId="300"/>
            <ac:spMk id="3" creationId="{00000000-0000-0000-0000-000000000000}"/>
          </ac:spMkLst>
        </pc:spChg>
        <pc:spChg chg="mod">
          <ac:chgData name="Soumita Sengupta" userId="4afa6ce1-cb01-46c2-8538-4650222f0c96" providerId="ADAL" clId="{8571DC48-0C12-45E0-9BF7-0A12C0FA93C2}" dt="2021-05-17T14:10:46.983" v="429" actId="207"/>
          <ac:spMkLst>
            <pc:docMk/>
            <pc:sldMk cId="3976154013" sldId="300"/>
            <ac:spMk id="4" creationId="{00000000-0000-0000-0000-000000000000}"/>
          </ac:spMkLst>
        </pc:spChg>
      </pc:sldChg>
      <pc:sldChg chg="modSp mod">
        <pc:chgData name="Soumita Sengupta" userId="4afa6ce1-cb01-46c2-8538-4650222f0c96" providerId="ADAL" clId="{8571DC48-0C12-45E0-9BF7-0A12C0FA93C2}" dt="2021-05-13T06:57:16.821" v="7" actId="1076"/>
        <pc:sldMkLst>
          <pc:docMk/>
          <pc:sldMk cId="2584036331" sldId="339"/>
        </pc:sldMkLst>
        <pc:spChg chg="mod">
          <ac:chgData name="Soumita Sengupta" userId="4afa6ce1-cb01-46c2-8538-4650222f0c96" providerId="ADAL" clId="{8571DC48-0C12-45E0-9BF7-0A12C0FA93C2}" dt="2021-05-13T06:57:07.554" v="6" actId="14100"/>
          <ac:spMkLst>
            <pc:docMk/>
            <pc:sldMk cId="2584036331" sldId="339"/>
            <ac:spMk id="5" creationId="{6D1A1596-A8D7-4C1A-8956-0FA40A84EFCA}"/>
          </ac:spMkLst>
        </pc:spChg>
        <pc:spChg chg="mod">
          <ac:chgData name="Soumita Sengupta" userId="4afa6ce1-cb01-46c2-8538-4650222f0c96" providerId="ADAL" clId="{8571DC48-0C12-45E0-9BF7-0A12C0FA93C2}" dt="2021-05-13T06:57:16.821" v="7" actId="1076"/>
          <ac:spMkLst>
            <pc:docMk/>
            <pc:sldMk cId="2584036331" sldId="339"/>
            <ac:spMk id="6" creationId="{C8FE3195-D3A1-4850-9090-DFEED874F1D9}"/>
          </ac:spMkLst>
        </pc:spChg>
      </pc:sldChg>
      <pc:sldChg chg="modSp mod">
        <pc:chgData name="Soumita Sengupta" userId="4afa6ce1-cb01-46c2-8538-4650222f0c96" providerId="ADAL" clId="{8571DC48-0C12-45E0-9BF7-0A12C0FA93C2}" dt="2021-05-13T07:12:53.020" v="23" actId="1076"/>
        <pc:sldMkLst>
          <pc:docMk/>
          <pc:sldMk cId="473323582" sldId="359"/>
        </pc:sldMkLst>
        <pc:spChg chg="mod">
          <ac:chgData name="Soumita Sengupta" userId="4afa6ce1-cb01-46c2-8538-4650222f0c96" providerId="ADAL" clId="{8571DC48-0C12-45E0-9BF7-0A12C0FA93C2}" dt="2021-05-13T07:12:53.020" v="23" actId="1076"/>
          <ac:spMkLst>
            <pc:docMk/>
            <pc:sldMk cId="473323582" sldId="359"/>
            <ac:spMk id="2" creationId="{57983F62-BBB9-431B-A37F-BDA0DC7153F6}"/>
          </ac:spMkLst>
        </pc:spChg>
      </pc:sldChg>
      <pc:sldChg chg="modSp add mod ord">
        <pc:chgData name="Soumita Sengupta" userId="4afa6ce1-cb01-46c2-8538-4650222f0c96" providerId="ADAL" clId="{8571DC48-0C12-45E0-9BF7-0A12C0FA93C2}" dt="2021-05-13T07:19:21.973" v="36"/>
        <pc:sldMkLst>
          <pc:docMk/>
          <pc:sldMk cId="247062728" sldId="492"/>
        </pc:sldMkLst>
        <pc:spChg chg="mod">
          <ac:chgData name="Soumita Sengupta" userId="4afa6ce1-cb01-46c2-8538-4650222f0c96" providerId="ADAL" clId="{8571DC48-0C12-45E0-9BF7-0A12C0FA93C2}" dt="2021-05-13T07:19:21.973" v="36"/>
          <ac:spMkLst>
            <pc:docMk/>
            <pc:sldMk cId="247062728" sldId="492"/>
            <ac:spMk id="2" creationId="{57983F62-BBB9-431B-A37F-BDA0DC7153F6}"/>
          </ac:spMkLst>
        </pc:spChg>
      </pc:sldChg>
      <pc:sldChg chg="modSp mod">
        <pc:chgData name="Soumita Sengupta" userId="4afa6ce1-cb01-46c2-8538-4650222f0c96" providerId="ADAL" clId="{8571DC48-0C12-45E0-9BF7-0A12C0FA93C2}" dt="2021-05-17T14:26:46.357" v="449" actId="207"/>
        <pc:sldMkLst>
          <pc:docMk/>
          <pc:sldMk cId="3513540522" sldId="493"/>
        </pc:sldMkLst>
        <pc:spChg chg="mod">
          <ac:chgData name="Soumita Sengupta" userId="4afa6ce1-cb01-46c2-8538-4650222f0c96" providerId="ADAL" clId="{8571DC48-0C12-45E0-9BF7-0A12C0FA93C2}" dt="2021-05-17T14:26:46.357" v="449" actId="207"/>
          <ac:spMkLst>
            <pc:docMk/>
            <pc:sldMk cId="3513540522" sldId="493"/>
            <ac:spMk id="3" creationId="{00000000-0000-0000-0000-000000000000}"/>
          </ac:spMkLst>
        </pc:spChg>
        <pc:spChg chg="mod">
          <ac:chgData name="Soumita Sengupta" userId="4afa6ce1-cb01-46c2-8538-4650222f0c96" providerId="ADAL" clId="{8571DC48-0C12-45E0-9BF7-0A12C0FA93C2}" dt="2021-05-17T14:26:46.357" v="449" actId="207"/>
          <ac:spMkLst>
            <pc:docMk/>
            <pc:sldMk cId="3513540522" sldId="493"/>
            <ac:spMk id="4" creationId="{00000000-0000-0000-0000-000000000000}"/>
          </ac:spMkLst>
        </pc:spChg>
      </pc:sldChg>
      <pc:sldChg chg="modSp mod">
        <pc:chgData name="Soumita Sengupta" userId="4afa6ce1-cb01-46c2-8538-4650222f0c96" providerId="ADAL" clId="{8571DC48-0C12-45E0-9BF7-0A12C0FA93C2}" dt="2021-05-17T14:28:10.267" v="459" actId="207"/>
        <pc:sldMkLst>
          <pc:docMk/>
          <pc:sldMk cId="3201109162" sldId="495"/>
        </pc:sldMkLst>
        <pc:spChg chg="mod">
          <ac:chgData name="Soumita Sengupta" userId="4afa6ce1-cb01-46c2-8538-4650222f0c96" providerId="ADAL" clId="{8571DC48-0C12-45E0-9BF7-0A12C0FA93C2}" dt="2021-05-17T14:28:10.267" v="459" actId="207"/>
          <ac:spMkLst>
            <pc:docMk/>
            <pc:sldMk cId="3201109162" sldId="495"/>
            <ac:spMk id="3" creationId="{00000000-0000-0000-0000-000000000000}"/>
          </ac:spMkLst>
        </pc:spChg>
        <pc:spChg chg="mod">
          <ac:chgData name="Soumita Sengupta" userId="4afa6ce1-cb01-46c2-8538-4650222f0c96" providerId="ADAL" clId="{8571DC48-0C12-45E0-9BF7-0A12C0FA93C2}" dt="2021-05-17T14:28:10.267" v="459" actId="207"/>
          <ac:spMkLst>
            <pc:docMk/>
            <pc:sldMk cId="3201109162" sldId="495"/>
            <ac:spMk id="4" creationId="{00000000-0000-0000-0000-000000000000}"/>
          </ac:spMkLst>
        </pc:spChg>
      </pc:sldChg>
      <pc:sldChg chg="modSp mod">
        <pc:chgData name="Soumita Sengupta" userId="4afa6ce1-cb01-46c2-8538-4650222f0c96" providerId="ADAL" clId="{8571DC48-0C12-45E0-9BF7-0A12C0FA93C2}" dt="2021-05-17T14:28:15.972" v="460" actId="207"/>
        <pc:sldMkLst>
          <pc:docMk/>
          <pc:sldMk cId="2730795599" sldId="496"/>
        </pc:sldMkLst>
        <pc:spChg chg="mod">
          <ac:chgData name="Soumita Sengupta" userId="4afa6ce1-cb01-46c2-8538-4650222f0c96" providerId="ADAL" clId="{8571DC48-0C12-45E0-9BF7-0A12C0FA93C2}" dt="2021-05-17T14:28:15.972" v="460" actId="207"/>
          <ac:spMkLst>
            <pc:docMk/>
            <pc:sldMk cId="2730795599" sldId="496"/>
            <ac:spMk id="3" creationId="{00000000-0000-0000-0000-000000000000}"/>
          </ac:spMkLst>
        </pc:spChg>
        <pc:spChg chg="mod">
          <ac:chgData name="Soumita Sengupta" userId="4afa6ce1-cb01-46c2-8538-4650222f0c96" providerId="ADAL" clId="{8571DC48-0C12-45E0-9BF7-0A12C0FA93C2}" dt="2021-05-17T14:28:15.972" v="460" actId="207"/>
          <ac:spMkLst>
            <pc:docMk/>
            <pc:sldMk cId="2730795599" sldId="496"/>
            <ac:spMk id="4" creationId="{00000000-0000-0000-0000-000000000000}"/>
          </ac:spMkLst>
        </pc:spChg>
      </pc:sldChg>
      <pc:sldChg chg="modSp mod">
        <pc:chgData name="Soumita Sengupta" userId="4afa6ce1-cb01-46c2-8538-4650222f0c96" providerId="ADAL" clId="{8571DC48-0C12-45E0-9BF7-0A12C0FA93C2}" dt="2021-05-17T14:28:33.142" v="462" actId="207"/>
        <pc:sldMkLst>
          <pc:docMk/>
          <pc:sldMk cId="3201341972" sldId="498"/>
        </pc:sldMkLst>
        <pc:spChg chg="mod">
          <ac:chgData name="Soumita Sengupta" userId="4afa6ce1-cb01-46c2-8538-4650222f0c96" providerId="ADAL" clId="{8571DC48-0C12-45E0-9BF7-0A12C0FA93C2}" dt="2021-05-17T14:28:33.142" v="462" actId="207"/>
          <ac:spMkLst>
            <pc:docMk/>
            <pc:sldMk cId="3201341972" sldId="498"/>
            <ac:spMk id="2" creationId="{D7229EAB-2797-4C92-B9F3-E1A52FD16017}"/>
          </ac:spMkLst>
        </pc:spChg>
        <pc:spChg chg="mod">
          <ac:chgData name="Soumita Sengupta" userId="4afa6ce1-cb01-46c2-8538-4650222f0c96" providerId="ADAL" clId="{8571DC48-0C12-45E0-9BF7-0A12C0FA93C2}" dt="2021-05-17T14:28:33.142" v="462" actId="207"/>
          <ac:spMkLst>
            <pc:docMk/>
            <pc:sldMk cId="3201341972" sldId="498"/>
            <ac:spMk id="4" creationId="{00000000-0000-0000-0000-000000000000}"/>
          </ac:spMkLst>
        </pc:spChg>
      </pc:sldChg>
      <pc:sldChg chg="modSp mod">
        <pc:chgData name="Soumita Sengupta" userId="4afa6ce1-cb01-46c2-8538-4650222f0c96" providerId="ADAL" clId="{8571DC48-0C12-45E0-9BF7-0A12C0FA93C2}" dt="2021-05-17T14:29:26.025" v="468" actId="207"/>
        <pc:sldMkLst>
          <pc:docMk/>
          <pc:sldMk cId="51554605" sldId="502"/>
        </pc:sldMkLst>
        <pc:spChg chg="mod">
          <ac:chgData name="Soumita Sengupta" userId="4afa6ce1-cb01-46c2-8538-4650222f0c96" providerId="ADAL" clId="{8571DC48-0C12-45E0-9BF7-0A12C0FA93C2}" dt="2021-05-17T14:29:26.025" v="468" actId="207"/>
          <ac:spMkLst>
            <pc:docMk/>
            <pc:sldMk cId="51554605" sldId="502"/>
            <ac:spMk id="3" creationId="{00000000-0000-0000-0000-000000000000}"/>
          </ac:spMkLst>
        </pc:spChg>
        <pc:spChg chg="mod">
          <ac:chgData name="Soumita Sengupta" userId="4afa6ce1-cb01-46c2-8538-4650222f0c96" providerId="ADAL" clId="{8571DC48-0C12-45E0-9BF7-0A12C0FA93C2}" dt="2021-05-17T14:29:26.025" v="468" actId="207"/>
          <ac:spMkLst>
            <pc:docMk/>
            <pc:sldMk cId="51554605" sldId="502"/>
            <ac:spMk id="4" creationId="{00000000-0000-0000-0000-000000000000}"/>
          </ac:spMkLst>
        </pc:spChg>
      </pc:sldChg>
      <pc:sldChg chg="modSp mod">
        <pc:chgData name="Soumita Sengupta" userId="4afa6ce1-cb01-46c2-8538-4650222f0c96" providerId="ADAL" clId="{8571DC48-0C12-45E0-9BF7-0A12C0FA93C2}" dt="2021-05-17T14:29:33.578" v="469" actId="207"/>
        <pc:sldMkLst>
          <pc:docMk/>
          <pc:sldMk cId="1902268106" sldId="504"/>
        </pc:sldMkLst>
        <pc:spChg chg="mod">
          <ac:chgData name="Soumita Sengupta" userId="4afa6ce1-cb01-46c2-8538-4650222f0c96" providerId="ADAL" clId="{8571DC48-0C12-45E0-9BF7-0A12C0FA93C2}" dt="2021-05-17T14:29:33.578" v="469" actId="207"/>
          <ac:spMkLst>
            <pc:docMk/>
            <pc:sldMk cId="1902268106" sldId="504"/>
            <ac:spMk id="3" creationId="{00000000-0000-0000-0000-000000000000}"/>
          </ac:spMkLst>
        </pc:spChg>
        <pc:spChg chg="mod">
          <ac:chgData name="Soumita Sengupta" userId="4afa6ce1-cb01-46c2-8538-4650222f0c96" providerId="ADAL" clId="{8571DC48-0C12-45E0-9BF7-0A12C0FA93C2}" dt="2021-05-17T14:29:33.578" v="469" actId="207"/>
          <ac:spMkLst>
            <pc:docMk/>
            <pc:sldMk cId="1902268106" sldId="504"/>
            <ac:spMk id="4" creationId="{00000000-0000-0000-0000-000000000000}"/>
          </ac:spMkLst>
        </pc:spChg>
      </pc:sldChg>
      <pc:sldChg chg="modSp mod">
        <pc:chgData name="Soumita Sengupta" userId="4afa6ce1-cb01-46c2-8538-4650222f0c96" providerId="ADAL" clId="{8571DC48-0C12-45E0-9BF7-0A12C0FA93C2}" dt="2021-05-17T14:29:56.748" v="471" actId="207"/>
        <pc:sldMkLst>
          <pc:docMk/>
          <pc:sldMk cId="4046367649" sldId="505"/>
        </pc:sldMkLst>
        <pc:spChg chg="mod">
          <ac:chgData name="Soumita Sengupta" userId="4afa6ce1-cb01-46c2-8538-4650222f0c96" providerId="ADAL" clId="{8571DC48-0C12-45E0-9BF7-0A12C0FA93C2}" dt="2021-05-17T14:29:56.748" v="471" actId="207"/>
          <ac:spMkLst>
            <pc:docMk/>
            <pc:sldMk cId="4046367649" sldId="505"/>
            <ac:spMk id="3" creationId="{00000000-0000-0000-0000-000000000000}"/>
          </ac:spMkLst>
        </pc:spChg>
        <pc:spChg chg="mod">
          <ac:chgData name="Soumita Sengupta" userId="4afa6ce1-cb01-46c2-8538-4650222f0c96" providerId="ADAL" clId="{8571DC48-0C12-45E0-9BF7-0A12C0FA93C2}" dt="2021-05-17T14:29:56.748" v="471" actId="207"/>
          <ac:spMkLst>
            <pc:docMk/>
            <pc:sldMk cId="4046367649" sldId="505"/>
            <ac:spMk id="4" creationId="{00000000-0000-0000-0000-000000000000}"/>
          </ac:spMkLst>
        </pc:spChg>
      </pc:sldChg>
      <pc:sldChg chg="modSp mod">
        <pc:chgData name="Soumita Sengupta" userId="4afa6ce1-cb01-46c2-8538-4650222f0c96" providerId="ADAL" clId="{8571DC48-0C12-45E0-9BF7-0A12C0FA93C2}" dt="2021-05-17T14:30:02.829" v="472" actId="207"/>
        <pc:sldMkLst>
          <pc:docMk/>
          <pc:sldMk cId="3681553546" sldId="506"/>
        </pc:sldMkLst>
        <pc:spChg chg="mod">
          <ac:chgData name="Soumita Sengupta" userId="4afa6ce1-cb01-46c2-8538-4650222f0c96" providerId="ADAL" clId="{8571DC48-0C12-45E0-9BF7-0A12C0FA93C2}" dt="2021-05-17T14:30:02.829" v="472" actId="207"/>
          <ac:spMkLst>
            <pc:docMk/>
            <pc:sldMk cId="3681553546" sldId="506"/>
            <ac:spMk id="3" creationId="{00000000-0000-0000-0000-000000000000}"/>
          </ac:spMkLst>
        </pc:spChg>
        <pc:spChg chg="mod">
          <ac:chgData name="Soumita Sengupta" userId="4afa6ce1-cb01-46c2-8538-4650222f0c96" providerId="ADAL" clId="{8571DC48-0C12-45E0-9BF7-0A12C0FA93C2}" dt="2021-05-17T14:30:02.829" v="472" actId="207"/>
          <ac:spMkLst>
            <pc:docMk/>
            <pc:sldMk cId="3681553546" sldId="506"/>
            <ac:spMk id="4" creationId="{00000000-0000-0000-0000-000000000000}"/>
          </ac:spMkLst>
        </pc:spChg>
      </pc:sldChg>
      <pc:sldChg chg="modSp mod">
        <pc:chgData name="Soumita Sengupta" userId="4afa6ce1-cb01-46c2-8538-4650222f0c96" providerId="ADAL" clId="{8571DC48-0C12-45E0-9BF7-0A12C0FA93C2}" dt="2021-05-17T14:30:20.628" v="474" actId="207"/>
        <pc:sldMkLst>
          <pc:docMk/>
          <pc:sldMk cId="3736971921" sldId="507"/>
        </pc:sldMkLst>
        <pc:spChg chg="mod">
          <ac:chgData name="Soumita Sengupta" userId="4afa6ce1-cb01-46c2-8538-4650222f0c96" providerId="ADAL" clId="{8571DC48-0C12-45E0-9BF7-0A12C0FA93C2}" dt="2021-05-17T14:30:20.628" v="474" actId="207"/>
          <ac:spMkLst>
            <pc:docMk/>
            <pc:sldMk cId="3736971921" sldId="507"/>
            <ac:spMk id="3" creationId="{00000000-0000-0000-0000-000000000000}"/>
          </ac:spMkLst>
        </pc:spChg>
        <pc:spChg chg="mod">
          <ac:chgData name="Soumita Sengupta" userId="4afa6ce1-cb01-46c2-8538-4650222f0c96" providerId="ADAL" clId="{8571DC48-0C12-45E0-9BF7-0A12C0FA93C2}" dt="2021-05-17T14:30:20.628" v="474" actId="207"/>
          <ac:spMkLst>
            <pc:docMk/>
            <pc:sldMk cId="3736971921" sldId="507"/>
            <ac:spMk id="4" creationId="{00000000-0000-0000-0000-000000000000}"/>
          </ac:spMkLst>
        </pc:spChg>
      </pc:sldChg>
      <pc:sldChg chg="modSp mod">
        <pc:chgData name="Soumita Sengupta" userId="4afa6ce1-cb01-46c2-8538-4650222f0c96" providerId="ADAL" clId="{8571DC48-0C12-45E0-9BF7-0A12C0FA93C2}" dt="2021-05-17T14:30:49.988" v="478" actId="207"/>
        <pc:sldMkLst>
          <pc:docMk/>
          <pc:sldMk cId="125891335" sldId="510"/>
        </pc:sldMkLst>
        <pc:spChg chg="mod">
          <ac:chgData name="Soumita Sengupta" userId="4afa6ce1-cb01-46c2-8538-4650222f0c96" providerId="ADAL" clId="{8571DC48-0C12-45E0-9BF7-0A12C0FA93C2}" dt="2021-05-17T14:30:49.988" v="478" actId="207"/>
          <ac:spMkLst>
            <pc:docMk/>
            <pc:sldMk cId="125891335" sldId="510"/>
            <ac:spMk id="3" creationId="{00000000-0000-0000-0000-000000000000}"/>
          </ac:spMkLst>
        </pc:spChg>
        <pc:spChg chg="mod">
          <ac:chgData name="Soumita Sengupta" userId="4afa6ce1-cb01-46c2-8538-4650222f0c96" providerId="ADAL" clId="{8571DC48-0C12-45E0-9BF7-0A12C0FA93C2}" dt="2021-05-17T14:30:49.988" v="478" actId="207"/>
          <ac:spMkLst>
            <pc:docMk/>
            <pc:sldMk cId="125891335" sldId="510"/>
            <ac:spMk id="4" creationId="{00000000-0000-0000-0000-000000000000}"/>
          </ac:spMkLst>
        </pc:spChg>
      </pc:sldChg>
      <pc:sldChg chg="modSp mod">
        <pc:chgData name="Soumita Sengupta" userId="4afa6ce1-cb01-46c2-8538-4650222f0c96" providerId="ADAL" clId="{8571DC48-0C12-45E0-9BF7-0A12C0FA93C2}" dt="2021-05-17T14:31:00.385" v="479" actId="207"/>
        <pc:sldMkLst>
          <pc:docMk/>
          <pc:sldMk cId="1263259725" sldId="512"/>
        </pc:sldMkLst>
        <pc:spChg chg="mod">
          <ac:chgData name="Soumita Sengupta" userId="4afa6ce1-cb01-46c2-8538-4650222f0c96" providerId="ADAL" clId="{8571DC48-0C12-45E0-9BF7-0A12C0FA93C2}" dt="2021-05-17T14:31:00.385" v="479" actId="207"/>
          <ac:spMkLst>
            <pc:docMk/>
            <pc:sldMk cId="1263259725" sldId="512"/>
            <ac:spMk id="3" creationId="{00000000-0000-0000-0000-000000000000}"/>
          </ac:spMkLst>
        </pc:spChg>
        <pc:spChg chg="mod">
          <ac:chgData name="Soumita Sengupta" userId="4afa6ce1-cb01-46c2-8538-4650222f0c96" providerId="ADAL" clId="{8571DC48-0C12-45E0-9BF7-0A12C0FA93C2}" dt="2021-05-17T14:31:00.385" v="479" actId="207"/>
          <ac:spMkLst>
            <pc:docMk/>
            <pc:sldMk cId="1263259725" sldId="512"/>
            <ac:spMk id="4" creationId="{00000000-0000-0000-0000-000000000000}"/>
          </ac:spMkLst>
        </pc:spChg>
      </pc:sldChg>
      <pc:sldChg chg="modSp mod">
        <pc:chgData name="Soumita Sengupta" userId="4afa6ce1-cb01-46c2-8538-4650222f0c96" providerId="ADAL" clId="{8571DC48-0C12-45E0-9BF7-0A12C0FA93C2}" dt="2021-05-17T14:31:06.566" v="480" actId="207"/>
        <pc:sldMkLst>
          <pc:docMk/>
          <pc:sldMk cId="1013096958" sldId="513"/>
        </pc:sldMkLst>
        <pc:spChg chg="mod">
          <ac:chgData name="Soumita Sengupta" userId="4afa6ce1-cb01-46c2-8538-4650222f0c96" providerId="ADAL" clId="{8571DC48-0C12-45E0-9BF7-0A12C0FA93C2}" dt="2021-05-17T14:31:06.566" v="480" actId="207"/>
          <ac:spMkLst>
            <pc:docMk/>
            <pc:sldMk cId="1013096958" sldId="513"/>
            <ac:spMk id="3" creationId="{00000000-0000-0000-0000-000000000000}"/>
          </ac:spMkLst>
        </pc:spChg>
        <pc:spChg chg="mod">
          <ac:chgData name="Soumita Sengupta" userId="4afa6ce1-cb01-46c2-8538-4650222f0c96" providerId="ADAL" clId="{8571DC48-0C12-45E0-9BF7-0A12C0FA93C2}" dt="2021-05-17T14:31:06.566" v="480" actId="207"/>
          <ac:spMkLst>
            <pc:docMk/>
            <pc:sldMk cId="1013096958" sldId="513"/>
            <ac:spMk id="4" creationId="{00000000-0000-0000-0000-000000000000}"/>
          </ac:spMkLst>
        </pc:spChg>
      </pc:sldChg>
      <pc:sldChg chg="modSp mod">
        <pc:chgData name="Soumita Sengupta" userId="4afa6ce1-cb01-46c2-8538-4650222f0c96" providerId="ADAL" clId="{8571DC48-0C12-45E0-9BF7-0A12C0FA93C2}" dt="2021-05-17T14:31:12.385" v="481" actId="207"/>
        <pc:sldMkLst>
          <pc:docMk/>
          <pc:sldMk cId="376726005" sldId="514"/>
        </pc:sldMkLst>
        <pc:spChg chg="mod">
          <ac:chgData name="Soumita Sengupta" userId="4afa6ce1-cb01-46c2-8538-4650222f0c96" providerId="ADAL" clId="{8571DC48-0C12-45E0-9BF7-0A12C0FA93C2}" dt="2021-05-17T14:31:12.385" v="481" actId="207"/>
          <ac:spMkLst>
            <pc:docMk/>
            <pc:sldMk cId="376726005" sldId="514"/>
            <ac:spMk id="3" creationId="{00000000-0000-0000-0000-000000000000}"/>
          </ac:spMkLst>
        </pc:spChg>
        <pc:spChg chg="mod">
          <ac:chgData name="Soumita Sengupta" userId="4afa6ce1-cb01-46c2-8538-4650222f0c96" providerId="ADAL" clId="{8571DC48-0C12-45E0-9BF7-0A12C0FA93C2}" dt="2021-05-17T14:31:12.385" v="481" actId="207"/>
          <ac:spMkLst>
            <pc:docMk/>
            <pc:sldMk cId="376726005" sldId="514"/>
            <ac:spMk id="4" creationId="{00000000-0000-0000-0000-000000000000}"/>
          </ac:spMkLst>
        </pc:spChg>
      </pc:sldChg>
      <pc:sldChg chg="modSp mod">
        <pc:chgData name="Soumita Sengupta" userId="4afa6ce1-cb01-46c2-8538-4650222f0c96" providerId="ADAL" clId="{8571DC48-0C12-45E0-9BF7-0A12C0FA93C2}" dt="2021-05-17T14:31:26.894" v="483" actId="207"/>
        <pc:sldMkLst>
          <pc:docMk/>
          <pc:sldMk cId="2413661491" sldId="515"/>
        </pc:sldMkLst>
        <pc:spChg chg="mod">
          <ac:chgData name="Soumita Sengupta" userId="4afa6ce1-cb01-46c2-8538-4650222f0c96" providerId="ADAL" clId="{8571DC48-0C12-45E0-9BF7-0A12C0FA93C2}" dt="2021-05-17T14:31:26.894" v="483" actId="207"/>
          <ac:spMkLst>
            <pc:docMk/>
            <pc:sldMk cId="2413661491" sldId="515"/>
            <ac:spMk id="3" creationId="{00000000-0000-0000-0000-000000000000}"/>
          </ac:spMkLst>
        </pc:spChg>
        <pc:spChg chg="mod">
          <ac:chgData name="Soumita Sengupta" userId="4afa6ce1-cb01-46c2-8538-4650222f0c96" providerId="ADAL" clId="{8571DC48-0C12-45E0-9BF7-0A12C0FA93C2}" dt="2021-05-17T14:31:26.894" v="483" actId="207"/>
          <ac:spMkLst>
            <pc:docMk/>
            <pc:sldMk cId="2413661491" sldId="515"/>
            <ac:spMk id="4" creationId="{00000000-0000-0000-0000-000000000000}"/>
          </ac:spMkLst>
        </pc:spChg>
      </pc:sldChg>
      <pc:sldChg chg="del">
        <pc:chgData name="Soumita Sengupta" userId="4afa6ce1-cb01-46c2-8538-4650222f0c96" providerId="ADAL" clId="{8571DC48-0C12-45E0-9BF7-0A12C0FA93C2}" dt="2021-05-17T14:31:31.141" v="484" actId="47"/>
        <pc:sldMkLst>
          <pc:docMk/>
          <pc:sldMk cId="2382808059" sldId="526"/>
        </pc:sldMkLst>
      </pc:sldChg>
      <pc:sldChg chg="modSp mod">
        <pc:chgData name="Soumita Sengupta" userId="4afa6ce1-cb01-46c2-8538-4650222f0c96" providerId="ADAL" clId="{8571DC48-0C12-45E0-9BF7-0A12C0FA93C2}" dt="2021-05-17T14:31:38.526" v="485" actId="207"/>
        <pc:sldMkLst>
          <pc:docMk/>
          <pc:sldMk cId="1605938043" sldId="527"/>
        </pc:sldMkLst>
        <pc:spChg chg="mod">
          <ac:chgData name="Soumita Sengupta" userId="4afa6ce1-cb01-46c2-8538-4650222f0c96" providerId="ADAL" clId="{8571DC48-0C12-45E0-9BF7-0A12C0FA93C2}" dt="2021-05-17T14:31:38.526" v="485" actId="207"/>
          <ac:spMkLst>
            <pc:docMk/>
            <pc:sldMk cId="1605938043" sldId="527"/>
            <ac:spMk id="3" creationId="{00000000-0000-0000-0000-000000000000}"/>
          </ac:spMkLst>
        </pc:spChg>
        <pc:spChg chg="mod">
          <ac:chgData name="Soumita Sengupta" userId="4afa6ce1-cb01-46c2-8538-4650222f0c96" providerId="ADAL" clId="{8571DC48-0C12-45E0-9BF7-0A12C0FA93C2}" dt="2021-05-17T14:31:38.526" v="485" actId="207"/>
          <ac:spMkLst>
            <pc:docMk/>
            <pc:sldMk cId="1605938043" sldId="527"/>
            <ac:spMk id="4" creationId="{00000000-0000-0000-0000-000000000000}"/>
          </ac:spMkLst>
        </pc:spChg>
      </pc:sldChg>
      <pc:sldChg chg="modSp mod">
        <pc:chgData name="Soumita Sengupta" userId="4afa6ce1-cb01-46c2-8538-4650222f0c96" providerId="ADAL" clId="{8571DC48-0C12-45E0-9BF7-0A12C0FA93C2}" dt="2021-05-17T14:31:46.262" v="486" actId="207"/>
        <pc:sldMkLst>
          <pc:docMk/>
          <pc:sldMk cId="4105988392" sldId="528"/>
        </pc:sldMkLst>
        <pc:spChg chg="mod">
          <ac:chgData name="Soumita Sengupta" userId="4afa6ce1-cb01-46c2-8538-4650222f0c96" providerId="ADAL" clId="{8571DC48-0C12-45E0-9BF7-0A12C0FA93C2}" dt="2021-05-17T14:31:46.262" v="486" actId="207"/>
          <ac:spMkLst>
            <pc:docMk/>
            <pc:sldMk cId="4105988392" sldId="528"/>
            <ac:spMk id="3" creationId="{00000000-0000-0000-0000-000000000000}"/>
          </ac:spMkLst>
        </pc:spChg>
        <pc:spChg chg="mod">
          <ac:chgData name="Soumita Sengupta" userId="4afa6ce1-cb01-46c2-8538-4650222f0c96" providerId="ADAL" clId="{8571DC48-0C12-45E0-9BF7-0A12C0FA93C2}" dt="2021-05-17T14:31:46.262" v="486" actId="207"/>
          <ac:spMkLst>
            <pc:docMk/>
            <pc:sldMk cId="4105988392" sldId="528"/>
            <ac:spMk id="4" creationId="{00000000-0000-0000-0000-000000000000}"/>
          </ac:spMkLst>
        </pc:spChg>
      </pc:sldChg>
      <pc:sldChg chg="modSp mod">
        <pc:chgData name="Soumita Sengupta" userId="4afa6ce1-cb01-46c2-8538-4650222f0c96" providerId="ADAL" clId="{8571DC48-0C12-45E0-9BF7-0A12C0FA93C2}" dt="2021-05-17T14:31:53.202" v="487" actId="207"/>
        <pc:sldMkLst>
          <pc:docMk/>
          <pc:sldMk cId="2600651979" sldId="529"/>
        </pc:sldMkLst>
        <pc:spChg chg="mod">
          <ac:chgData name="Soumita Sengupta" userId="4afa6ce1-cb01-46c2-8538-4650222f0c96" providerId="ADAL" clId="{8571DC48-0C12-45E0-9BF7-0A12C0FA93C2}" dt="2021-05-17T14:31:53.202" v="487" actId="207"/>
          <ac:spMkLst>
            <pc:docMk/>
            <pc:sldMk cId="2600651979" sldId="529"/>
            <ac:spMk id="2" creationId="{D2965F05-2471-447C-97CD-B93193FE76F8}"/>
          </ac:spMkLst>
        </pc:spChg>
        <pc:spChg chg="mod">
          <ac:chgData name="Soumita Sengupta" userId="4afa6ce1-cb01-46c2-8538-4650222f0c96" providerId="ADAL" clId="{8571DC48-0C12-45E0-9BF7-0A12C0FA93C2}" dt="2021-05-17T14:31:53.202" v="487" actId="207"/>
          <ac:spMkLst>
            <pc:docMk/>
            <pc:sldMk cId="2600651979" sldId="529"/>
            <ac:spMk id="4" creationId="{00000000-0000-0000-0000-000000000000}"/>
          </ac:spMkLst>
        </pc:spChg>
      </pc:sldChg>
      <pc:sldChg chg="modSp mod">
        <pc:chgData name="Soumita Sengupta" userId="4afa6ce1-cb01-46c2-8538-4650222f0c96" providerId="ADAL" clId="{8571DC48-0C12-45E0-9BF7-0A12C0FA93C2}" dt="2021-05-17T14:32:30.258" v="492" actId="207"/>
        <pc:sldMkLst>
          <pc:docMk/>
          <pc:sldMk cId="3709622581" sldId="538"/>
        </pc:sldMkLst>
        <pc:spChg chg="mod">
          <ac:chgData name="Soumita Sengupta" userId="4afa6ce1-cb01-46c2-8538-4650222f0c96" providerId="ADAL" clId="{8571DC48-0C12-45E0-9BF7-0A12C0FA93C2}" dt="2021-05-17T14:32:30.258" v="492" actId="207"/>
          <ac:spMkLst>
            <pc:docMk/>
            <pc:sldMk cId="3709622581" sldId="538"/>
            <ac:spMk id="3" creationId="{00000000-0000-0000-0000-000000000000}"/>
          </ac:spMkLst>
        </pc:spChg>
        <pc:spChg chg="mod">
          <ac:chgData name="Soumita Sengupta" userId="4afa6ce1-cb01-46c2-8538-4650222f0c96" providerId="ADAL" clId="{8571DC48-0C12-45E0-9BF7-0A12C0FA93C2}" dt="2021-05-17T14:32:30.258" v="492" actId="207"/>
          <ac:spMkLst>
            <pc:docMk/>
            <pc:sldMk cId="3709622581" sldId="538"/>
            <ac:spMk id="4" creationId="{00000000-0000-0000-0000-000000000000}"/>
          </ac:spMkLst>
        </pc:spChg>
      </pc:sldChg>
      <pc:sldChg chg="modSp add mod">
        <pc:chgData name="Soumita Sengupta" userId="4afa6ce1-cb01-46c2-8538-4650222f0c96" providerId="ADAL" clId="{8571DC48-0C12-45E0-9BF7-0A12C0FA93C2}" dt="2021-05-17T08:00:21.637" v="264" actId="255"/>
        <pc:sldMkLst>
          <pc:docMk/>
          <pc:sldMk cId="2752539856" sldId="596"/>
        </pc:sldMkLst>
        <pc:spChg chg="mod">
          <ac:chgData name="Soumita Sengupta" userId="4afa6ce1-cb01-46c2-8538-4650222f0c96" providerId="ADAL" clId="{8571DC48-0C12-45E0-9BF7-0A12C0FA93C2}" dt="2021-05-17T08:00:21.637" v="264" actId="255"/>
          <ac:spMkLst>
            <pc:docMk/>
            <pc:sldMk cId="2752539856" sldId="596"/>
            <ac:spMk id="7" creationId="{C16F2778-D538-4E7F-B0B7-B91E343D15FC}"/>
          </ac:spMkLst>
        </pc:spChg>
      </pc:sldChg>
      <pc:sldChg chg="modSp add mod">
        <pc:chgData name="Soumita Sengupta" userId="4afa6ce1-cb01-46c2-8538-4650222f0c96" providerId="ADAL" clId="{8571DC48-0C12-45E0-9BF7-0A12C0FA93C2}" dt="2021-05-17T08:00:43.820" v="269" actId="1076"/>
        <pc:sldMkLst>
          <pc:docMk/>
          <pc:sldMk cId="1366182979" sldId="597"/>
        </pc:sldMkLst>
        <pc:spChg chg="mod">
          <ac:chgData name="Soumita Sengupta" userId="4afa6ce1-cb01-46c2-8538-4650222f0c96" providerId="ADAL" clId="{8571DC48-0C12-45E0-9BF7-0A12C0FA93C2}" dt="2021-05-17T08:00:40.111" v="268" actId="1076"/>
          <ac:spMkLst>
            <pc:docMk/>
            <pc:sldMk cId="1366182979" sldId="597"/>
            <ac:spMk id="7" creationId="{C16F2778-D538-4E7F-B0B7-B91E343D15FC}"/>
          </ac:spMkLst>
        </pc:spChg>
        <pc:picChg chg="mod">
          <ac:chgData name="Soumita Sengupta" userId="4afa6ce1-cb01-46c2-8538-4650222f0c96" providerId="ADAL" clId="{8571DC48-0C12-45E0-9BF7-0A12C0FA93C2}" dt="2021-05-17T08:00:43.820" v="269" actId="1076"/>
          <ac:picMkLst>
            <pc:docMk/>
            <pc:sldMk cId="1366182979" sldId="597"/>
            <ac:picMk id="20" creationId="{105D52A6-EE52-438B-8F10-273DD7F3565D}"/>
          </ac:picMkLst>
        </pc:picChg>
      </pc:sldChg>
      <pc:sldChg chg="modSp add mod">
        <pc:chgData name="Soumita Sengupta" userId="4afa6ce1-cb01-46c2-8538-4650222f0c96" providerId="ADAL" clId="{8571DC48-0C12-45E0-9BF7-0A12C0FA93C2}" dt="2021-05-17T08:01:58.745" v="281" actId="255"/>
        <pc:sldMkLst>
          <pc:docMk/>
          <pc:sldMk cId="2739226745" sldId="599"/>
        </pc:sldMkLst>
        <pc:spChg chg="mod">
          <ac:chgData name="Soumita Sengupta" userId="4afa6ce1-cb01-46c2-8538-4650222f0c96" providerId="ADAL" clId="{8571DC48-0C12-45E0-9BF7-0A12C0FA93C2}" dt="2021-05-17T08:01:58.745" v="281" actId="255"/>
          <ac:spMkLst>
            <pc:docMk/>
            <pc:sldMk cId="2739226745" sldId="599"/>
            <ac:spMk id="4" creationId="{A3463CF8-8BCB-4377-AA0B-4621F7D8AE0C}"/>
          </ac:spMkLst>
        </pc:spChg>
      </pc:sldChg>
      <pc:sldChg chg="modSp add mod">
        <pc:chgData name="Soumita Sengupta" userId="4afa6ce1-cb01-46c2-8538-4650222f0c96" providerId="ADAL" clId="{8571DC48-0C12-45E0-9BF7-0A12C0FA93C2}" dt="2021-05-17T08:02:08.770" v="282" actId="255"/>
        <pc:sldMkLst>
          <pc:docMk/>
          <pc:sldMk cId="1306066386" sldId="600"/>
        </pc:sldMkLst>
        <pc:spChg chg="mod">
          <ac:chgData name="Soumita Sengupta" userId="4afa6ce1-cb01-46c2-8538-4650222f0c96" providerId="ADAL" clId="{8571DC48-0C12-45E0-9BF7-0A12C0FA93C2}" dt="2021-05-17T08:02:08.770" v="282" actId="255"/>
          <ac:spMkLst>
            <pc:docMk/>
            <pc:sldMk cId="1306066386" sldId="600"/>
            <ac:spMk id="4" creationId="{A3463CF8-8BCB-4377-AA0B-4621F7D8AE0C}"/>
          </ac:spMkLst>
        </pc:spChg>
      </pc:sldChg>
      <pc:sldChg chg="modSp add mod">
        <pc:chgData name="Soumita Sengupta" userId="4afa6ce1-cb01-46c2-8538-4650222f0c96" providerId="ADAL" clId="{8571DC48-0C12-45E0-9BF7-0A12C0FA93C2}" dt="2021-05-17T08:03:13.321" v="287" actId="255"/>
        <pc:sldMkLst>
          <pc:docMk/>
          <pc:sldMk cId="536837091" sldId="601"/>
        </pc:sldMkLst>
        <pc:spChg chg="mod">
          <ac:chgData name="Soumita Sengupta" userId="4afa6ce1-cb01-46c2-8538-4650222f0c96" providerId="ADAL" clId="{8571DC48-0C12-45E0-9BF7-0A12C0FA93C2}" dt="2021-05-17T08:03:13.321" v="287" actId="255"/>
          <ac:spMkLst>
            <pc:docMk/>
            <pc:sldMk cId="536837091" sldId="601"/>
            <ac:spMk id="4" creationId="{A3463CF8-8BCB-4377-AA0B-4621F7D8AE0C}"/>
          </ac:spMkLst>
        </pc:spChg>
      </pc:sldChg>
      <pc:sldChg chg="modSp add mod">
        <pc:chgData name="Soumita Sengupta" userId="4afa6ce1-cb01-46c2-8538-4650222f0c96" providerId="ADAL" clId="{8571DC48-0C12-45E0-9BF7-0A12C0FA93C2}" dt="2021-05-17T08:03:18.833" v="288" actId="255"/>
        <pc:sldMkLst>
          <pc:docMk/>
          <pc:sldMk cId="3069890481" sldId="602"/>
        </pc:sldMkLst>
        <pc:spChg chg="mod">
          <ac:chgData name="Soumita Sengupta" userId="4afa6ce1-cb01-46c2-8538-4650222f0c96" providerId="ADAL" clId="{8571DC48-0C12-45E0-9BF7-0A12C0FA93C2}" dt="2021-05-17T08:03:18.833" v="288" actId="255"/>
          <ac:spMkLst>
            <pc:docMk/>
            <pc:sldMk cId="3069890481" sldId="602"/>
            <ac:spMk id="4" creationId="{A3463CF8-8BCB-4377-AA0B-4621F7D8AE0C}"/>
          </ac:spMkLst>
        </pc:spChg>
      </pc:sldChg>
      <pc:sldChg chg="modSp add mod">
        <pc:chgData name="Soumita Sengupta" userId="4afa6ce1-cb01-46c2-8538-4650222f0c96" providerId="ADAL" clId="{8571DC48-0C12-45E0-9BF7-0A12C0FA93C2}" dt="2021-05-17T08:03:28.880" v="289" actId="255"/>
        <pc:sldMkLst>
          <pc:docMk/>
          <pc:sldMk cId="1654328000" sldId="603"/>
        </pc:sldMkLst>
        <pc:spChg chg="mod">
          <ac:chgData name="Soumita Sengupta" userId="4afa6ce1-cb01-46c2-8538-4650222f0c96" providerId="ADAL" clId="{8571DC48-0C12-45E0-9BF7-0A12C0FA93C2}" dt="2021-05-17T08:03:28.880" v="289" actId="255"/>
          <ac:spMkLst>
            <pc:docMk/>
            <pc:sldMk cId="1654328000" sldId="603"/>
            <ac:spMk id="3" creationId="{72ABD603-5A1F-4618-A9D6-FFA011CCE180}"/>
          </ac:spMkLst>
        </pc:spChg>
      </pc:sldChg>
      <pc:sldChg chg="modSp add mod">
        <pc:chgData name="Soumita Sengupta" userId="4afa6ce1-cb01-46c2-8538-4650222f0c96" providerId="ADAL" clId="{8571DC48-0C12-45E0-9BF7-0A12C0FA93C2}" dt="2021-05-17T08:03:46.533" v="291" actId="255"/>
        <pc:sldMkLst>
          <pc:docMk/>
          <pc:sldMk cId="390194341" sldId="604"/>
        </pc:sldMkLst>
        <pc:graphicFrameChg chg="modGraphic">
          <ac:chgData name="Soumita Sengupta" userId="4afa6ce1-cb01-46c2-8538-4650222f0c96" providerId="ADAL" clId="{8571DC48-0C12-45E0-9BF7-0A12C0FA93C2}" dt="2021-05-17T08:03:46.533" v="291" actId="255"/>
          <ac:graphicFrameMkLst>
            <pc:docMk/>
            <pc:sldMk cId="390194341" sldId="604"/>
            <ac:graphicFrameMk id="4" creationId="{B17A15B9-9B2B-4362-93C3-AADF104B534F}"/>
          </ac:graphicFrameMkLst>
        </pc:graphicFrameChg>
      </pc:sldChg>
      <pc:sldChg chg="modSp add mod">
        <pc:chgData name="Soumita Sengupta" userId="4afa6ce1-cb01-46c2-8538-4650222f0c96" providerId="ADAL" clId="{8571DC48-0C12-45E0-9BF7-0A12C0FA93C2}" dt="2021-05-17T08:03:52.732" v="292" actId="255"/>
        <pc:sldMkLst>
          <pc:docMk/>
          <pc:sldMk cId="1727804845" sldId="605"/>
        </pc:sldMkLst>
        <pc:spChg chg="mod">
          <ac:chgData name="Soumita Sengupta" userId="4afa6ce1-cb01-46c2-8538-4650222f0c96" providerId="ADAL" clId="{8571DC48-0C12-45E0-9BF7-0A12C0FA93C2}" dt="2021-05-17T08:03:52.732" v="292" actId="255"/>
          <ac:spMkLst>
            <pc:docMk/>
            <pc:sldMk cId="1727804845" sldId="605"/>
            <ac:spMk id="3" creationId="{4C64D9EE-6F8B-4B3E-ABB4-6F757C789B02}"/>
          </ac:spMkLst>
        </pc:spChg>
      </pc:sldChg>
      <pc:sldChg chg="modSp add mod">
        <pc:chgData name="Soumita Sengupta" userId="4afa6ce1-cb01-46c2-8538-4650222f0c96" providerId="ADAL" clId="{8571DC48-0C12-45E0-9BF7-0A12C0FA93C2}" dt="2021-05-17T08:04:04.479" v="294" actId="5793"/>
        <pc:sldMkLst>
          <pc:docMk/>
          <pc:sldMk cId="4150797766" sldId="606"/>
        </pc:sldMkLst>
        <pc:spChg chg="mod">
          <ac:chgData name="Soumita Sengupta" userId="4afa6ce1-cb01-46c2-8538-4650222f0c96" providerId="ADAL" clId="{8571DC48-0C12-45E0-9BF7-0A12C0FA93C2}" dt="2021-05-17T08:04:04.479" v="294" actId="5793"/>
          <ac:spMkLst>
            <pc:docMk/>
            <pc:sldMk cId="4150797766" sldId="606"/>
            <ac:spMk id="3" creationId="{4C64D9EE-6F8B-4B3E-ABB4-6F757C789B02}"/>
          </ac:spMkLst>
        </pc:spChg>
      </pc:sldChg>
      <pc:sldChg chg="modSp add mod">
        <pc:chgData name="Soumita Sengupta" userId="4afa6ce1-cb01-46c2-8538-4650222f0c96" providerId="ADAL" clId="{8571DC48-0C12-45E0-9BF7-0A12C0FA93C2}" dt="2021-05-17T08:04:13.947" v="295" actId="255"/>
        <pc:sldMkLst>
          <pc:docMk/>
          <pc:sldMk cId="2998912537" sldId="608"/>
        </pc:sldMkLst>
        <pc:spChg chg="mod">
          <ac:chgData name="Soumita Sengupta" userId="4afa6ce1-cb01-46c2-8538-4650222f0c96" providerId="ADAL" clId="{8571DC48-0C12-45E0-9BF7-0A12C0FA93C2}" dt="2021-05-17T08:04:13.947" v="295" actId="255"/>
          <ac:spMkLst>
            <pc:docMk/>
            <pc:sldMk cId="2998912537" sldId="608"/>
            <ac:spMk id="3" creationId="{4C64D9EE-6F8B-4B3E-ABB4-6F757C789B02}"/>
          </ac:spMkLst>
        </pc:spChg>
      </pc:sldChg>
      <pc:sldChg chg="delSp modSp add mod">
        <pc:chgData name="Soumita Sengupta" userId="4afa6ce1-cb01-46c2-8538-4650222f0c96" providerId="ADAL" clId="{8571DC48-0C12-45E0-9BF7-0A12C0FA93C2}" dt="2021-05-17T08:04:45.277" v="303" actId="20577"/>
        <pc:sldMkLst>
          <pc:docMk/>
          <pc:sldMk cId="2513612184" sldId="609"/>
        </pc:sldMkLst>
        <pc:spChg chg="mod">
          <ac:chgData name="Soumita Sengupta" userId="4afa6ce1-cb01-46c2-8538-4650222f0c96" providerId="ADAL" clId="{8571DC48-0C12-45E0-9BF7-0A12C0FA93C2}" dt="2021-05-17T08:04:45.277" v="303" actId="20577"/>
          <ac:spMkLst>
            <pc:docMk/>
            <pc:sldMk cId="2513612184" sldId="609"/>
            <ac:spMk id="3" creationId="{4C64D9EE-6F8B-4B3E-ABB4-6F757C789B02}"/>
          </ac:spMkLst>
        </pc:spChg>
        <pc:graphicFrameChg chg="modGraphic">
          <ac:chgData name="Soumita Sengupta" userId="4afa6ce1-cb01-46c2-8538-4650222f0c96" providerId="ADAL" clId="{8571DC48-0C12-45E0-9BF7-0A12C0FA93C2}" dt="2021-05-17T08:04:39.424" v="299" actId="255"/>
          <ac:graphicFrameMkLst>
            <pc:docMk/>
            <pc:sldMk cId="2513612184" sldId="609"/>
            <ac:graphicFrameMk id="12" creationId="{9D8EE5EC-ACA1-462E-891C-E9BA8F3ABA0D}"/>
          </ac:graphicFrameMkLst>
        </pc:graphicFrameChg>
        <pc:picChg chg="del">
          <ac:chgData name="Soumita Sengupta" userId="4afa6ce1-cb01-46c2-8538-4650222f0c96" providerId="ADAL" clId="{8571DC48-0C12-45E0-9BF7-0A12C0FA93C2}" dt="2021-05-17T08:04:30.429" v="298" actId="478"/>
          <ac:picMkLst>
            <pc:docMk/>
            <pc:sldMk cId="2513612184" sldId="609"/>
            <ac:picMk id="25" creationId="{968B9F0B-19F7-4D00-997E-9C4091534D0F}"/>
          </ac:picMkLst>
        </pc:picChg>
      </pc:sldChg>
      <pc:sldChg chg="modSp add mod">
        <pc:chgData name="Soumita Sengupta" userId="4afa6ce1-cb01-46c2-8538-4650222f0c96" providerId="ADAL" clId="{8571DC48-0C12-45E0-9BF7-0A12C0FA93C2}" dt="2021-05-17T08:04:21.825" v="296" actId="255"/>
        <pc:sldMkLst>
          <pc:docMk/>
          <pc:sldMk cId="2469314218" sldId="610"/>
        </pc:sldMkLst>
        <pc:spChg chg="mod">
          <ac:chgData name="Soumita Sengupta" userId="4afa6ce1-cb01-46c2-8538-4650222f0c96" providerId="ADAL" clId="{8571DC48-0C12-45E0-9BF7-0A12C0FA93C2}" dt="2021-05-17T08:04:21.825" v="296" actId="255"/>
          <ac:spMkLst>
            <pc:docMk/>
            <pc:sldMk cId="2469314218" sldId="610"/>
            <ac:spMk id="3" creationId="{4C64D9EE-6F8B-4B3E-ABB4-6F757C789B02}"/>
          </ac:spMkLst>
        </pc:spChg>
      </pc:sldChg>
      <pc:sldChg chg="modSp add mod">
        <pc:chgData name="Soumita Sengupta" userId="4afa6ce1-cb01-46c2-8538-4650222f0c96" providerId="ADAL" clId="{8571DC48-0C12-45E0-9BF7-0A12C0FA93C2}" dt="2021-05-17T08:04:53.484" v="305" actId="255"/>
        <pc:sldMkLst>
          <pc:docMk/>
          <pc:sldMk cId="1649629401" sldId="611"/>
        </pc:sldMkLst>
        <pc:spChg chg="mod">
          <ac:chgData name="Soumita Sengupta" userId="4afa6ce1-cb01-46c2-8538-4650222f0c96" providerId="ADAL" clId="{8571DC48-0C12-45E0-9BF7-0A12C0FA93C2}" dt="2021-05-17T08:04:53.484" v="305" actId="255"/>
          <ac:spMkLst>
            <pc:docMk/>
            <pc:sldMk cId="1649629401" sldId="611"/>
            <ac:spMk id="3" creationId="{4C64D9EE-6F8B-4B3E-ABB4-6F757C789B02}"/>
          </ac:spMkLst>
        </pc:spChg>
      </pc:sldChg>
      <pc:sldChg chg="delSp add mod">
        <pc:chgData name="Soumita Sengupta" userId="4afa6ce1-cb01-46c2-8538-4650222f0c96" providerId="ADAL" clId="{8571DC48-0C12-45E0-9BF7-0A12C0FA93C2}" dt="2021-05-17T08:04:57.624" v="306" actId="478"/>
        <pc:sldMkLst>
          <pc:docMk/>
          <pc:sldMk cId="3588579200" sldId="612"/>
        </pc:sldMkLst>
        <pc:spChg chg="del">
          <ac:chgData name="Soumita Sengupta" userId="4afa6ce1-cb01-46c2-8538-4650222f0c96" providerId="ADAL" clId="{8571DC48-0C12-45E0-9BF7-0A12C0FA93C2}" dt="2021-05-17T08:04:57.624" v="306" actId="478"/>
          <ac:spMkLst>
            <pc:docMk/>
            <pc:sldMk cId="3588579200" sldId="612"/>
            <ac:spMk id="10" creationId="{87E0046A-8C28-4F24-8F8C-23B9704D4872}"/>
          </ac:spMkLst>
        </pc:spChg>
      </pc:sldChg>
      <pc:sldChg chg="modSp add mod">
        <pc:chgData name="Soumita Sengupta" userId="4afa6ce1-cb01-46c2-8538-4650222f0c96" providerId="ADAL" clId="{8571DC48-0C12-45E0-9BF7-0A12C0FA93C2}" dt="2021-05-17T08:05:03.470" v="307" actId="255"/>
        <pc:sldMkLst>
          <pc:docMk/>
          <pc:sldMk cId="918964389" sldId="613"/>
        </pc:sldMkLst>
        <pc:spChg chg="mod">
          <ac:chgData name="Soumita Sengupta" userId="4afa6ce1-cb01-46c2-8538-4650222f0c96" providerId="ADAL" clId="{8571DC48-0C12-45E0-9BF7-0A12C0FA93C2}" dt="2021-05-17T08:05:03.470" v="307" actId="255"/>
          <ac:spMkLst>
            <pc:docMk/>
            <pc:sldMk cId="918964389" sldId="613"/>
            <ac:spMk id="3" creationId="{4C64D9EE-6F8B-4B3E-ABB4-6F757C789B02}"/>
          </ac:spMkLst>
        </pc:spChg>
      </pc:sldChg>
      <pc:sldChg chg="modSp add mod">
        <pc:chgData name="Soumita Sengupta" userId="4afa6ce1-cb01-46c2-8538-4650222f0c96" providerId="ADAL" clId="{8571DC48-0C12-45E0-9BF7-0A12C0FA93C2}" dt="2021-05-17T08:05:09.337" v="308" actId="255"/>
        <pc:sldMkLst>
          <pc:docMk/>
          <pc:sldMk cId="1152959613" sldId="614"/>
        </pc:sldMkLst>
        <pc:spChg chg="mod">
          <ac:chgData name="Soumita Sengupta" userId="4afa6ce1-cb01-46c2-8538-4650222f0c96" providerId="ADAL" clId="{8571DC48-0C12-45E0-9BF7-0A12C0FA93C2}" dt="2021-05-17T08:05:09.337" v="308" actId="255"/>
          <ac:spMkLst>
            <pc:docMk/>
            <pc:sldMk cId="1152959613" sldId="614"/>
            <ac:spMk id="3" creationId="{4C64D9EE-6F8B-4B3E-ABB4-6F757C789B02}"/>
          </ac:spMkLst>
        </pc:spChg>
      </pc:sldChg>
      <pc:sldChg chg="delSp modSp add mod">
        <pc:chgData name="Soumita Sengupta" userId="4afa6ce1-cb01-46c2-8538-4650222f0c96" providerId="ADAL" clId="{8571DC48-0C12-45E0-9BF7-0A12C0FA93C2}" dt="2021-05-17T08:05:28.208" v="311" actId="255"/>
        <pc:sldMkLst>
          <pc:docMk/>
          <pc:sldMk cId="4180479736" sldId="615"/>
        </pc:sldMkLst>
        <pc:spChg chg="mod">
          <ac:chgData name="Soumita Sengupta" userId="4afa6ce1-cb01-46c2-8538-4650222f0c96" providerId="ADAL" clId="{8571DC48-0C12-45E0-9BF7-0A12C0FA93C2}" dt="2021-05-17T08:05:28.208" v="311" actId="255"/>
          <ac:spMkLst>
            <pc:docMk/>
            <pc:sldMk cId="4180479736" sldId="615"/>
            <ac:spMk id="3" creationId="{4C64D9EE-6F8B-4B3E-ABB4-6F757C789B02}"/>
          </ac:spMkLst>
        </pc:spChg>
        <pc:picChg chg="del">
          <ac:chgData name="Soumita Sengupta" userId="4afa6ce1-cb01-46c2-8538-4650222f0c96" providerId="ADAL" clId="{8571DC48-0C12-45E0-9BF7-0A12C0FA93C2}" dt="2021-05-17T08:05:23.767" v="310" actId="478"/>
          <ac:picMkLst>
            <pc:docMk/>
            <pc:sldMk cId="4180479736" sldId="615"/>
            <ac:picMk id="25" creationId="{968B9F0B-19F7-4D00-997E-9C4091534D0F}"/>
          </ac:picMkLst>
        </pc:picChg>
      </pc:sldChg>
      <pc:sldChg chg="modSp add mod">
        <pc:chgData name="Soumita Sengupta" userId="4afa6ce1-cb01-46c2-8538-4650222f0c96" providerId="ADAL" clId="{8571DC48-0C12-45E0-9BF7-0A12C0FA93C2}" dt="2021-05-17T08:05:33.120" v="312" actId="255"/>
        <pc:sldMkLst>
          <pc:docMk/>
          <pc:sldMk cId="945563877" sldId="616"/>
        </pc:sldMkLst>
        <pc:spChg chg="mod">
          <ac:chgData name="Soumita Sengupta" userId="4afa6ce1-cb01-46c2-8538-4650222f0c96" providerId="ADAL" clId="{8571DC48-0C12-45E0-9BF7-0A12C0FA93C2}" dt="2021-05-17T08:05:33.120" v="312" actId="255"/>
          <ac:spMkLst>
            <pc:docMk/>
            <pc:sldMk cId="945563877" sldId="616"/>
            <ac:spMk id="3" creationId="{4C64D9EE-6F8B-4B3E-ABB4-6F757C789B02}"/>
          </ac:spMkLst>
        </pc:spChg>
      </pc:sldChg>
      <pc:sldChg chg="modSp add mod">
        <pc:chgData name="Soumita Sengupta" userId="4afa6ce1-cb01-46c2-8538-4650222f0c96" providerId="ADAL" clId="{8571DC48-0C12-45E0-9BF7-0A12C0FA93C2}" dt="2021-05-17T08:05:39.840" v="313" actId="255"/>
        <pc:sldMkLst>
          <pc:docMk/>
          <pc:sldMk cId="3378954170" sldId="618"/>
        </pc:sldMkLst>
        <pc:spChg chg="mod">
          <ac:chgData name="Soumita Sengupta" userId="4afa6ce1-cb01-46c2-8538-4650222f0c96" providerId="ADAL" clId="{8571DC48-0C12-45E0-9BF7-0A12C0FA93C2}" dt="2021-05-17T08:05:39.840" v="313" actId="255"/>
          <ac:spMkLst>
            <pc:docMk/>
            <pc:sldMk cId="3378954170" sldId="618"/>
            <ac:spMk id="3" creationId="{4C64D9EE-6F8B-4B3E-ABB4-6F757C789B02}"/>
          </ac:spMkLst>
        </pc:spChg>
      </pc:sldChg>
      <pc:sldChg chg="modSp add mod">
        <pc:chgData name="Soumita Sengupta" userId="4afa6ce1-cb01-46c2-8538-4650222f0c96" providerId="ADAL" clId="{8571DC48-0C12-45E0-9BF7-0A12C0FA93C2}" dt="2021-05-17T08:05:53.741" v="315" actId="255"/>
        <pc:sldMkLst>
          <pc:docMk/>
          <pc:sldMk cId="3175453255" sldId="619"/>
        </pc:sldMkLst>
        <pc:spChg chg="mod">
          <ac:chgData name="Soumita Sengupta" userId="4afa6ce1-cb01-46c2-8538-4650222f0c96" providerId="ADAL" clId="{8571DC48-0C12-45E0-9BF7-0A12C0FA93C2}" dt="2021-05-17T08:05:47.208" v="314" actId="255"/>
          <ac:spMkLst>
            <pc:docMk/>
            <pc:sldMk cId="3175453255" sldId="619"/>
            <ac:spMk id="3" creationId="{4C64D9EE-6F8B-4B3E-ABB4-6F757C789B02}"/>
          </ac:spMkLst>
        </pc:spChg>
        <pc:graphicFrameChg chg="modGraphic">
          <ac:chgData name="Soumita Sengupta" userId="4afa6ce1-cb01-46c2-8538-4650222f0c96" providerId="ADAL" clId="{8571DC48-0C12-45E0-9BF7-0A12C0FA93C2}" dt="2021-05-17T08:05:53.741" v="315" actId="255"/>
          <ac:graphicFrameMkLst>
            <pc:docMk/>
            <pc:sldMk cId="3175453255" sldId="619"/>
            <ac:graphicFrameMk id="13" creationId="{7FBA5FBA-0A9D-4348-8990-EB87C93F97DE}"/>
          </ac:graphicFrameMkLst>
        </pc:graphicFrameChg>
      </pc:sldChg>
      <pc:sldChg chg="modSp add mod">
        <pc:chgData name="Soumita Sengupta" userId="4afa6ce1-cb01-46c2-8538-4650222f0c96" providerId="ADAL" clId="{8571DC48-0C12-45E0-9BF7-0A12C0FA93C2}" dt="2021-05-17T08:06:25.045" v="320" actId="255"/>
        <pc:sldMkLst>
          <pc:docMk/>
          <pc:sldMk cId="1796439600" sldId="622"/>
        </pc:sldMkLst>
        <pc:spChg chg="mod">
          <ac:chgData name="Soumita Sengupta" userId="4afa6ce1-cb01-46c2-8538-4650222f0c96" providerId="ADAL" clId="{8571DC48-0C12-45E0-9BF7-0A12C0FA93C2}" dt="2021-05-17T08:06:25.045" v="320" actId="255"/>
          <ac:spMkLst>
            <pc:docMk/>
            <pc:sldMk cId="1796439600" sldId="622"/>
            <ac:spMk id="7" creationId="{51680A7F-0571-4761-AB45-8A5FB51A8763}"/>
          </ac:spMkLst>
        </pc:spChg>
      </pc:sldChg>
      <pc:sldChg chg="modSp add mod">
        <pc:chgData name="Soumita Sengupta" userId="4afa6ce1-cb01-46c2-8538-4650222f0c96" providerId="ADAL" clId="{8571DC48-0C12-45E0-9BF7-0A12C0FA93C2}" dt="2021-05-17T08:06:55.719" v="329" actId="1076"/>
        <pc:sldMkLst>
          <pc:docMk/>
          <pc:sldMk cId="3566022154" sldId="623"/>
        </pc:sldMkLst>
        <pc:spChg chg="mod">
          <ac:chgData name="Soumita Sengupta" userId="4afa6ce1-cb01-46c2-8538-4650222f0c96" providerId="ADAL" clId="{8571DC48-0C12-45E0-9BF7-0A12C0FA93C2}" dt="2021-05-17T08:06:49.742" v="328" actId="5793"/>
          <ac:spMkLst>
            <pc:docMk/>
            <pc:sldMk cId="3566022154" sldId="623"/>
            <ac:spMk id="7" creationId="{51680A7F-0571-4761-AB45-8A5FB51A8763}"/>
          </ac:spMkLst>
        </pc:spChg>
        <pc:graphicFrameChg chg="mod modGraphic">
          <ac:chgData name="Soumita Sengupta" userId="4afa6ce1-cb01-46c2-8538-4650222f0c96" providerId="ADAL" clId="{8571DC48-0C12-45E0-9BF7-0A12C0FA93C2}" dt="2021-05-17T08:06:55.719" v="329" actId="1076"/>
          <ac:graphicFrameMkLst>
            <pc:docMk/>
            <pc:sldMk cId="3566022154" sldId="623"/>
            <ac:graphicFrameMk id="8" creationId="{DE425DE9-4464-4734-9D83-7CF5C161F98A}"/>
          </ac:graphicFrameMkLst>
        </pc:graphicFrameChg>
      </pc:sldChg>
      <pc:sldChg chg="modSp add mod">
        <pc:chgData name="Soumita Sengupta" userId="4afa6ce1-cb01-46c2-8538-4650222f0c96" providerId="ADAL" clId="{8571DC48-0C12-45E0-9BF7-0A12C0FA93C2}" dt="2021-05-17T08:07:10.671" v="331" actId="255"/>
        <pc:sldMkLst>
          <pc:docMk/>
          <pc:sldMk cId="4149358472" sldId="625"/>
        </pc:sldMkLst>
        <pc:spChg chg="mod">
          <ac:chgData name="Soumita Sengupta" userId="4afa6ce1-cb01-46c2-8538-4650222f0c96" providerId="ADAL" clId="{8571DC48-0C12-45E0-9BF7-0A12C0FA93C2}" dt="2021-05-17T08:07:10.671" v="331" actId="255"/>
          <ac:spMkLst>
            <pc:docMk/>
            <pc:sldMk cId="4149358472" sldId="625"/>
            <ac:spMk id="7" creationId="{1555502E-3A36-4CF2-89F1-2960DE06FD31}"/>
          </ac:spMkLst>
        </pc:spChg>
      </pc:sldChg>
      <pc:sldChg chg="modSp add mod">
        <pc:chgData name="Soumita Sengupta" userId="4afa6ce1-cb01-46c2-8538-4650222f0c96" providerId="ADAL" clId="{8571DC48-0C12-45E0-9BF7-0A12C0FA93C2}" dt="2021-05-17T08:07:16.322" v="332" actId="255"/>
        <pc:sldMkLst>
          <pc:docMk/>
          <pc:sldMk cId="2979335379" sldId="626"/>
        </pc:sldMkLst>
        <pc:spChg chg="mod">
          <ac:chgData name="Soumita Sengupta" userId="4afa6ce1-cb01-46c2-8538-4650222f0c96" providerId="ADAL" clId="{8571DC48-0C12-45E0-9BF7-0A12C0FA93C2}" dt="2021-05-17T08:07:16.322" v="332" actId="255"/>
          <ac:spMkLst>
            <pc:docMk/>
            <pc:sldMk cId="2979335379" sldId="626"/>
            <ac:spMk id="7" creationId="{1555502E-3A36-4CF2-89F1-2960DE06FD31}"/>
          </ac:spMkLst>
        </pc:spChg>
      </pc:sldChg>
      <pc:sldChg chg="delSp modSp add mod ord">
        <pc:chgData name="Soumita Sengupta" userId="4afa6ce1-cb01-46c2-8538-4650222f0c96" providerId="ADAL" clId="{8571DC48-0C12-45E0-9BF7-0A12C0FA93C2}" dt="2021-05-17T08:07:29.206" v="337" actId="14100"/>
        <pc:sldMkLst>
          <pc:docMk/>
          <pc:sldMk cId="2143778835" sldId="627"/>
        </pc:sldMkLst>
        <pc:spChg chg="del">
          <ac:chgData name="Soumita Sengupta" userId="4afa6ce1-cb01-46c2-8538-4650222f0c96" providerId="ADAL" clId="{8571DC48-0C12-45E0-9BF7-0A12C0FA93C2}" dt="2021-05-17T08:07:24.878" v="336" actId="478"/>
          <ac:spMkLst>
            <pc:docMk/>
            <pc:sldMk cId="2143778835" sldId="627"/>
            <ac:spMk id="7" creationId="{1555502E-3A36-4CF2-89F1-2960DE06FD31}"/>
          </ac:spMkLst>
        </pc:spChg>
        <pc:picChg chg="mod">
          <ac:chgData name="Soumita Sengupta" userId="4afa6ce1-cb01-46c2-8538-4650222f0c96" providerId="ADAL" clId="{8571DC48-0C12-45E0-9BF7-0A12C0FA93C2}" dt="2021-05-17T08:07:29.206" v="337" actId="14100"/>
          <ac:picMkLst>
            <pc:docMk/>
            <pc:sldMk cId="2143778835" sldId="627"/>
            <ac:picMk id="3" creationId="{81994DA6-2F0A-4A42-AE30-3EC57F348133}"/>
          </ac:picMkLst>
        </pc:picChg>
      </pc:sldChg>
      <pc:sldChg chg="modSp add mod">
        <pc:chgData name="Soumita Sengupta" userId="4afa6ce1-cb01-46c2-8538-4650222f0c96" providerId="ADAL" clId="{8571DC48-0C12-45E0-9BF7-0A12C0FA93C2}" dt="2021-05-17T08:07:38.662" v="338" actId="255"/>
        <pc:sldMkLst>
          <pc:docMk/>
          <pc:sldMk cId="1840417079" sldId="628"/>
        </pc:sldMkLst>
        <pc:graphicFrameChg chg="modGraphic">
          <ac:chgData name="Soumita Sengupta" userId="4afa6ce1-cb01-46c2-8538-4650222f0c96" providerId="ADAL" clId="{8571DC48-0C12-45E0-9BF7-0A12C0FA93C2}" dt="2021-05-17T08:07:38.662" v="338" actId="255"/>
          <ac:graphicFrameMkLst>
            <pc:docMk/>
            <pc:sldMk cId="1840417079" sldId="628"/>
            <ac:graphicFrameMk id="11" creationId="{A3945B2E-C426-4C5D-8B03-6DE41A0A4D0A}"/>
          </ac:graphicFrameMkLst>
        </pc:graphicFrameChg>
      </pc:sldChg>
      <pc:sldChg chg="modSp add mod">
        <pc:chgData name="Soumita Sengupta" userId="4afa6ce1-cb01-46c2-8538-4650222f0c96" providerId="ADAL" clId="{8571DC48-0C12-45E0-9BF7-0A12C0FA93C2}" dt="2021-05-17T08:08:47.028" v="344" actId="255"/>
        <pc:sldMkLst>
          <pc:docMk/>
          <pc:sldMk cId="96484799" sldId="633"/>
        </pc:sldMkLst>
        <pc:spChg chg="mod">
          <ac:chgData name="Soumita Sengupta" userId="4afa6ce1-cb01-46c2-8538-4650222f0c96" providerId="ADAL" clId="{8571DC48-0C12-45E0-9BF7-0A12C0FA93C2}" dt="2021-05-17T08:08:47.028" v="344" actId="255"/>
          <ac:spMkLst>
            <pc:docMk/>
            <pc:sldMk cId="96484799" sldId="633"/>
            <ac:spMk id="7" creationId="{1954F96B-73D4-4F31-BD4C-4E3AE69DBAE2}"/>
          </ac:spMkLst>
        </pc:spChg>
      </pc:sldChg>
      <pc:sldChg chg="modSp add mod">
        <pc:chgData name="Soumita Sengupta" userId="4afa6ce1-cb01-46c2-8538-4650222f0c96" providerId="ADAL" clId="{8571DC48-0C12-45E0-9BF7-0A12C0FA93C2}" dt="2021-05-17T08:08:56.910" v="346" actId="255"/>
        <pc:sldMkLst>
          <pc:docMk/>
          <pc:sldMk cId="4018720682" sldId="634"/>
        </pc:sldMkLst>
        <pc:graphicFrameChg chg="modGraphic">
          <ac:chgData name="Soumita Sengupta" userId="4afa6ce1-cb01-46c2-8538-4650222f0c96" providerId="ADAL" clId="{8571DC48-0C12-45E0-9BF7-0A12C0FA93C2}" dt="2021-05-17T08:08:56.910" v="346" actId="255"/>
          <ac:graphicFrameMkLst>
            <pc:docMk/>
            <pc:sldMk cId="4018720682" sldId="634"/>
            <ac:graphicFrameMk id="4" creationId="{5770FC58-1138-4B6A-A5D3-B74D595C317F}"/>
          </ac:graphicFrameMkLst>
        </pc:graphicFrameChg>
      </pc:sldChg>
      <pc:sldChg chg="modSp add mod">
        <pc:chgData name="Soumita Sengupta" userId="4afa6ce1-cb01-46c2-8538-4650222f0c96" providerId="ADAL" clId="{8571DC48-0C12-45E0-9BF7-0A12C0FA93C2}" dt="2021-05-17T08:10:35.622" v="358" actId="255"/>
        <pc:sldMkLst>
          <pc:docMk/>
          <pc:sldMk cId="1101439345" sldId="636"/>
        </pc:sldMkLst>
        <pc:spChg chg="mod">
          <ac:chgData name="Soumita Sengupta" userId="4afa6ce1-cb01-46c2-8538-4650222f0c96" providerId="ADAL" clId="{8571DC48-0C12-45E0-9BF7-0A12C0FA93C2}" dt="2021-05-17T08:10:35.622" v="358" actId="255"/>
          <ac:spMkLst>
            <pc:docMk/>
            <pc:sldMk cId="1101439345" sldId="636"/>
            <ac:spMk id="7" creationId="{0B72E019-94C1-4A3A-A0D3-022823597E78}"/>
          </ac:spMkLst>
        </pc:spChg>
      </pc:sldChg>
      <pc:sldChg chg="modSp add mod">
        <pc:chgData name="Soumita Sengupta" userId="4afa6ce1-cb01-46c2-8538-4650222f0c96" providerId="ADAL" clId="{8571DC48-0C12-45E0-9BF7-0A12C0FA93C2}" dt="2021-05-17T08:10:52.099" v="360" actId="255"/>
        <pc:sldMkLst>
          <pc:docMk/>
          <pc:sldMk cId="583779290" sldId="637"/>
        </pc:sldMkLst>
        <pc:spChg chg="mod">
          <ac:chgData name="Soumita Sengupta" userId="4afa6ce1-cb01-46c2-8538-4650222f0c96" providerId="ADAL" clId="{8571DC48-0C12-45E0-9BF7-0A12C0FA93C2}" dt="2021-05-17T08:10:52.099" v="360" actId="255"/>
          <ac:spMkLst>
            <pc:docMk/>
            <pc:sldMk cId="583779290" sldId="637"/>
            <ac:spMk id="7" creationId="{0B72E019-94C1-4A3A-A0D3-022823597E78}"/>
          </ac:spMkLst>
        </pc:spChg>
      </pc:sldChg>
      <pc:sldChg chg="add">
        <pc:chgData name="Soumita Sengupta" userId="4afa6ce1-cb01-46c2-8538-4650222f0c96" providerId="ADAL" clId="{8571DC48-0C12-45E0-9BF7-0A12C0FA93C2}" dt="2021-05-17T07:50:44.638" v="172"/>
        <pc:sldMkLst>
          <pc:docMk/>
          <pc:sldMk cId="4285856727" sldId="638"/>
        </pc:sldMkLst>
      </pc:sldChg>
      <pc:sldChg chg="delSp modSp add mod">
        <pc:chgData name="Soumita Sengupta" userId="4afa6ce1-cb01-46c2-8538-4650222f0c96" providerId="ADAL" clId="{8571DC48-0C12-45E0-9BF7-0A12C0FA93C2}" dt="2021-05-17T08:11:51.481" v="367" actId="255"/>
        <pc:sldMkLst>
          <pc:docMk/>
          <pc:sldMk cId="994777911" sldId="642"/>
        </pc:sldMkLst>
        <pc:spChg chg="mod">
          <ac:chgData name="Soumita Sengupta" userId="4afa6ce1-cb01-46c2-8538-4650222f0c96" providerId="ADAL" clId="{8571DC48-0C12-45E0-9BF7-0A12C0FA93C2}" dt="2021-05-17T08:11:51.481" v="367" actId="255"/>
          <ac:spMkLst>
            <pc:docMk/>
            <pc:sldMk cId="994777911" sldId="642"/>
            <ac:spMk id="4" creationId="{F4E4F34F-F15D-4726-AF4D-1FA5CD8F58BF}"/>
          </ac:spMkLst>
        </pc:spChg>
        <pc:picChg chg="del">
          <ac:chgData name="Soumita Sengupta" userId="4afa6ce1-cb01-46c2-8538-4650222f0c96" providerId="ADAL" clId="{8571DC48-0C12-45E0-9BF7-0A12C0FA93C2}" dt="2021-05-17T08:11:46.348" v="366" actId="478"/>
          <ac:picMkLst>
            <pc:docMk/>
            <pc:sldMk cId="994777911" sldId="642"/>
            <ac:picMk id="3" creationId="{34B6A8B0-05DF-42A9-B0D6-6BB1BA2A8F6F}"/>
          </ac:picMkLst>
        </pc:picChg>
      </pc:sldChg>
      <pc:sldChg chg="delSp add mod">
        <pc:chgData name="Soumita Sengupta" userId="4afa6ce1-cb01-46c2-8538-4650222f0c96" providerId="ADAL" clId="{8571DC48-0C12-45E0-9BF7-0A12C0FA93C2}" dt="2021-05-17T08:11:56.007" v="368" actId="478"/>
        <pc:sldMkLst>
          <pc:docMk/>
          <pc:sldMk cId="2095642720" sldId="643"/>
        </pc:sldMkLst>
        <pc:spChg chg="del">
          <ac:chgData name="Soumita Sengupta" userId="4afa6ce1-cb01-46c2-8538-4650222f0c96" providerId="ADAL" clId="{8571DC48-0C12-45E0-9BF7-0A12C0FA93C2}" dt="2021-05-17T08:11:56.007" v="368" actId="478"/>
          <ac:spMkLst>
            <pc:docMk/>
            <pc:sldMk cId="2095642720" sldId="643"/>
            <ac:spMk id="11" creationId="{B1EE0E6E-C5E0-4000-B91A-F0513405AC6E}"/>
          </ac:spMkLst>
        </pc:spChg>
      </pc:sldChg>
      <pc:sldChg chg="modSp add mod">
        <pc:chgData name="Soumita Sengupta" userId="4afa6ce1-cb01-46c2-8538-4650222f0c96" providerId="ADAL" clId="{8571DC48-0C12-45E0-9BF7-0A12C0FA93C2}" dt="2021-05-17T08:12:18.208" v="373" actId="255"/>
        <pc:sldMkLst>
          <pc:docMk/>
          <pc:sldMk cId="1181531667" sldId="644"/>
        </pc:sldMkLst>
        <pc:spChg chg="mod">
          <ac:chgData name="Soumita Sengupta" userId="4afa6ce1-cb01-46c2-8538-4650222f0c96" providerId="ADAL" clId="{8571DC48-0C12-45E0-9BF7-0A12C0FA93C2}" dt="2021-05-17T08:12:18.208" v="373" actId="255"/>
          <ac:spMkLst>
            <pc:docMk/>
            <pc:sldMk cId="1181531667" sldId="644"/>
            <ac:spMk id="4" creationId="{F4E4F34F-F15D-4726-AF4D-1FA5CD8F58BF}"/>
          </ac:spMkLst>
        </pc:spChg>
      </pc:sldChg>
      <pc:sldChg chg="modSp add mod">
        <pc:chgData name="Soumita Sengupta" userId="4afa6ce1-cb01-46c2-8538-4650222f0c96" providerId="ADAL" clId="{8571DC48-0C12-45E0-9BF7-0A12C0FA93C2}" dt="2021-05-17T08:12:25.944" v="374" actId="255"/>
        <pc:sldMkLst>
          <pc:docMk/>
          <pc:sldMk cId="3152158587" sldId="645"/>
        </pc:sldMkLst>
        <pc:spChg chg="mod">
          <ac:chgData name="Soumita Sengupta" userId="4afa6ce1-cb01-46c2-8538-4650222f0c96" providerId="ADAL" clId="{8571DC48-0C12-45E0-9BF7-0A12C0FA93C2}" dt="2021-05-17T08:12:25.944" v="374" actId="255"/>
          <ac:spMkLst>
            <pc:docMk/>
            <pc:sldMk cId="3152158587" sldId="645"/>
            <ac:spMk id="4" creationId="{F4E4F34F-F15D-4726-AF4D-1FA5CD8F58BF}"/>
          </ac:spMkLst>
        </pc:spChg>
      </pc:sldChg>
      <pc:sldChg chg="modSp add mod">
        <pc:chgData name="Soumita Sengupta" userId="4afa6ce1-cb01-46c2-8538-4650222f0c96" providerId="ADAL" clId="{8571DC48-0C12-45E0-9BF7-0A12C0FA93C2}" dt="2021-05-17T08:12:32.563" v="375" actId="255"/>
        <pc:sldMkLst>
          <pc:docMk/>
          <pc:sldMk cId="3694302526" sldId="646"/>
        </pc:sldMkLst>
        <pc:spChg chg="mod">
          <ac:chgData name="Soumita Sengupta" userId="4afa6ce1-cb01-46c2-8538-4650222f0c96" providerId="ADAL" clId="{8571DC48-0C12-45E0-9BF7-0A12C0FA93C2}" dt="2021-05-17T08:12:32.563" v="375" actId="255"/>
          <ac:spMkLst>
            <pc:docMk/>
            <pc:sldMk cId="3694302526" sldId="646"/>
            <ac:spMk id="4" creationId="{F4E4F34F-F15D-4726-AF4D-1FA5CD8F58BF}"/>
          </ac:spMkLst>
        </pc:spChg>
      </pc:sldChg>
      <pc:sldChg chg="modSp add mod">
        <pc:chgData name="Soumita Sengupta" userId="4afa6ce1-cb01-46c2-8538-4650222f0c96" providerId="ADAL" clId="{8571DC48-0C12-45E0-9BF7-0A12C0FA93C2}" dt="2021-05-17T08:12:59.897" v="378" actId="255"/>
        <pc:sldMkLst>
          <pc:docMk/>
          <pc:sldMk cId="3358312975" sldId="647"/>
        </pc:sldMkLst>
        <pc:spChg chg="mod">
          <ac:chgData name="Soumita Sengupta" userId="4afa6ce1-cb01-46c2-8538-4650222f0c96" providerId="ADAL" clId="{8571DC48-0C12-45E0-9BF7-0A12C0FA93C2}" dt="2021-05-17T08:12:59.897" v="378" actId="255"/>
          <ac:spMkLst>
            <pc:docMk/>
            <pc:sldMk cId="3358312975" sldId="647"/>
            <ac:spMk id="4" creationId="{F4E4F34F-F15D-4726-AF4D-1FA5CD8F58BF}"/>
          </ac:spMkLst>
        </pc:spChg>
        <pc:graphicFrameChg chg="modGraphic">
          <ac:chgData name="Soumita Sengupta" userId="4afa6ce1-cb01-46c2-8538-4650222f0c96" providerId="ADAL" clId="{8571DC48-0C12-45E0-9BF7-0A12C0FA93C2}" dt="2021-05-17T08:12:39.942" v="376" actId="255"/>
          <ac:graphicFrameMkLst>
            <pc:docMk/>
            <pc:sldMk cId="3358312975" sldId="647"/>
            <ac:graphicFrameMk id="2" creationId="{7D5A731D-F205-4673-A456-9177A9D055C7}"/>
          </ac:graphicFrameMkLst>
        </pc:graphicFrameChg>
      </pc:sldChg>
      <pc:sldChg chg="modSp add mod">
        <pc:chgData name="Soumita Sengupta" userId="4afa6ce1-cb01-46c2-8538-4650222f0c96" providerId="ADAL" clId="{8571DC48-0C12-45E0-9BF7-0A12C0FA93C2}" dt="2021-05-17T08:13:05.842" v="379" actId="255"/>
        <pc:sldMkLst>
          <pc:docMk/>
          <pc:sldMk cId="2361541675" sldId="648"/>
        </pc:sldMkLst>
        <pc:spChg chg="mod">
          <ac:chgData name="Soumita Sengupta" userId="4afa6ce1-cb01-46c2-8538-4650222f0c96" providerId="ADAL" clId="{8571DC48-0C12-45E0-9BF7-0A12C0FA93C2}" dt="2021-05-17T08:13:05.842" v="379" actId="255"/>
          <ac:spMkLst>
            <pc:docMk/>
            <pc:sldMk cId="2361541675" sldId="648"/>
            <ac:spMk id="4" creationId="{F4E4F34F-F15D-4726-AF4D-1FA5CD8F58BF}"/>
          </ac:spMkLst>
        </pc:spChg>
      </pc:sldChg>
      <pc:sldChg chg="modSp add mod">
        <pc:chgData name="Soumita Sengupta" userId="4afa6ce1-cb01-46c2-8538-4650222f0c96" providerId="ADAL" clId="{8571DC48-0C12-45E0-9BF7-0A12C0FA93C2}" dt="2021-05-17T08:13:13.012" v="380" actId="255"/>
        <pc:sldMkLst>
          <pc:docMk/>
          <pc:sldMk cId="2222658692" sldId="649"/>
        </pc:sldMkLst>
        <pc:spChg chg="mod">
          <ac:chgData name="Soumita Sengupta" userId="4afa6ce1-cb01-46c2-8538-4650222f0c96" providerId="ADAL" clId="{8571DC48-0C12-45E0-9BF7-0A12C0FA93C2}" dt="2021-05-17T08:13:13.012" v="380" actId="255"/>
          <ac:spMkLst>
            <pc:docMk/>
            <pc:sldMk cId="2222658692" sldId="649"/>
            <ac:spMk id="4" creationId="{F4E4F34F-F15D-4726-AF4D-1FA5CD8F58BF}"/>
          </ac:spMkLst>
        </pc:spChg>
      </pc:sldChg>
      <pc:sldChg chg="modSp add mod">
        <pc:chgData name="Soumita Sengupta" userId="4afa6ce1-cb01-46c2-8538-4650222f0c96" providerId="ADAL" clId="{8571DC48-0C12-45E0-9BF7-0A12C0FA93C2}" dt="2021-05-17T08:13:22.381" v="381" actId="255"/>
        <pc:sldMkLst>
          <pc:docMk/>
          <pc:sldMk cId="510060166" sldId="650"/>
        </pc:sldMkLst>
        <pc:spChg chg="mod">
          <ac:chgData name="Soumita Sengupta" userId="4afa6ce1-cb01-46c2-8538-4650222f0c96" providerId="ADAL" clId="{8571DC48-0C12-45E0-9BF7-0A12C0FA93C2}" dt="2021-05-17T08:13:22.381" v="381" actId="255"/>
          <ac:spMkLst>
            <pc:docMk/>
            <pc:sldMk cId="510060166" sldId="650"/>
            <ac:spMk id="4" creationId="{F4E4F34F-F15D-4726-AF4D-1FA5CD8F58BF}"/>
          </ac:spMkLst>
        </pc:spChg>
      </pc:sldChg>
      <pc:sldChg chg="modSp add mod">
        <pc:chgData name="Soumita Sengupta" userId="4afa6ce1-cb01-46c2-8538-4650222f0c96" providerId="ADAL" clId="{8571DC48-0C12-45E0-9BF7-0A12C0FA93C2}" dt="2021-05-17T08:13:34.911" v="382" actId="255"/>
        <pc:sldMkLst>
          <pc:docMk/>
          <pc:sldMk cId="1129792128" sldId="666"/>
        </pc:sldMkLst>
        <pc:graphicFrameChg chg="modGraphic">
          <ac:chgData name="Soumita Sengupta" userId="4afa6ce1-cb01-46c2-8538-4650222f0c96" providerId="ADAL" clId="{8571DC48-0C12-45E0-9BF7-0A12C0FA93C2}" dt="2021-05-17T08:13:34.911" v="382" actId="255"/>
          <ac:graphicFrameMkLst>
            <pc:docMk/>
            <pc:sldMk cId="1129792128" sldId="666"/>
            <ac:graphicFrameMk id="9" creationId="{222BB22A-E973-4FDC-98D3-193C87729AB0}"/>
          </ac:graphicFrameMkLst>
        </pc:graphicFrameChg>
      </pc:sldChg>
      <pc:sldChg chg="modSp mod">
        <pc:chgData name="Soumita Sengupta" userId="4afa6ce1-cb01-46c2-8538-4650222f0c96" providerId="ADAL" clId="{8571DC48-0C12-45E0-9BF7-0A12C0FA93C2}" dt="2021-05-17T14:26:58.164" v="450" actId="207"/>
        <pc:sldMkLst>
          <pc:docMk/>
          <pc:sldMk cId="2849411837" sldId="668"/>
        </pc:sldMkLst>
        <pc:spChg chg="mod">
          <ac:chgData name="Soumita Sengupta" userId="4afa6ce1-cb01-46c2-8538-4650222f0c96" providerId="ADAL" clId="{8571DC48-0C12-45E0-9BF7-0A12C0FA93C2}" dt="2021-05-17T14:26:58.164" v="450" actId="207"/>
          <ac:spMkLst>
            <pc:docMk/>
            <pc:sldMk cId="2849411837" sldId="668"/>
            <ac:spMk id="3" creationId="{00000000-0000-0000-0000-000000000000}"/>
          </ac:spMkLst>
        </pc:spChg>
        <pc:spChg chg="mod">
          <ac:chgData name="Soumita Sengupta" userId="4afa6ce1-cb01-46c2-8538-4650222f0c96" providerId="ADAL" clId="{8571DC48-0C12-45E0-9BF7-0A12C0FA93C2}" dt="2021-05-17T14:26:58.164" v="450" actId="207"/>
          <ac:spMkLst>
            <pc:docMk/>
            <pc:sldMk cId="2849411837" sldId="668"/>
            <ac:spMk id="4" creationId="{00000000-0000-0000-0000-000000000000}"/>
          </ac:spMkLst>
        </pc:spChg>
      </pc:sldChg>
      <pc:sldChg chg="modSp mod">
        <pc:chgData name="Soumita Sengupta" userId="4afa6ce1-cb01-46c2-8538-4650222f0c96" providerId="ADAL" clId="{8571DC48-0C12-45E0-9BF7-0A12C0FA93C2}" dt="2021-05-17T14:27:04.682" v="451" actId="207"/>
        <pc:sldMkLst>
          <pc:docMk/>
          <pc:sldMk cId="1823865472" sldId="669"/>
        </pc:sldMkLst>
        <pc:spChg chg="mod">
          <ac:chgData name="Soumita Sengupta" userId="4afa6ce1-cb01-46c2-8538-4650222f0c96" providerId="ADAL" clId="{8571DC48-0C12-45E0-9BF7-0A12C0FA93C2}" dt="2021-05-17T14:27:04.682" v="451" actId="207"/>
          <ac:spMkLst>
            <pc:docMk/>
            <pc:sldMk cId="1823865472" sldId="669"/>
            <ac:spMk id="3" creationId="{00000000-0000-0000-0000-000000000000}"/>
          </ac:spMkLst>
        </pc:spChg>
        <pc:spChg chg="mod">
          <ac:chgData name="Soumita Sengupta" userId="4afa6ce1-cb01-46c2-8538-4650222f0c96" providerId="ADAL" clId="{8571DC48-0C12-45E0-9BF7-0A12C0FA93C2}" dt="2021-05-17T14:27:04.682" v="451" actId="207"/>
          <ac:spMkLst>
            <pc:docMk/>
            <pc:sldMk cId="1823865472" sldId="669"/>
            <ac:spMk id="4" creationId="{00000000-0000-0000-0000-000000000000}"/>
          </ac:spMkLst>
        </pc:spChg>
      </pc:sldChg>
      <pc:sldChg chg="modSp mod">
        <pc:chgData name="Soumita Sengupta" userId="4afa6ce1-cb01-46c2-8538-4650222f0c96" providerId="ADAL" clId="{8571DC48-0C12-45E0-9BF7-0A12C0FA93C2}" dt="2021-05-17T14:27:13.458" v="452" actId="207"/>
        <pc:sldMkLst>
          <pc:docMk/>
          <pc:sldMk cId="3322344175" sldId="670"/>
        </pc:sldMkLst>
        <pc:spChg chg="mod">
          <ac:chgData name="Soumita Sengupta" userId="4afa6ce1-cb01-46c2-8538-4650222f0c96" providerId="ADAL" clId="{8571DC48-0C12-45E0-9BF7-0A12C0FA93C2}" dt="2021-05-17T14:27:13.458" v="452" actId="207"/>
          <ac:spMkLst>
            <pc:docMk/>
            <pc:sldMk cId="3322344175" sldId="670"/>
            <ac:spMk id="3" creationId="{00000000-0000-0000-0000-000000000000}"/>
          </ac:spMkLst>
        </pc:spChg>
        <pc:spChg chg="mod">
          <ac:chgData name="Soumita Sengupta" userId="4afa6ce1-cb01-46c2-8538-4650222f0c96" providerId="ADAL" clId="{8571DC48-0C12-45E0-9BF7-0A12C0FA93C2}" dt="2021-05-17T14:27:13.458" v="452" actId="207"/>
          <ac:spMkLst>
            <pc:docMk/>
            <pc:sldMk cId="3322344175" sldId="670"/>
            <ac:spMk id="4" creationId="{00000000-0000-0000-0000-000000000000}"/>
          </ac:spMkLst>
        </pc:spChg>
      </pc:sldChg>
      <pc:sldChg chg="modSp mod">
        <pc:chgData name="Soumita Sengupta" userId="4afa6ce1-cb01-46c2-8538-4650222f0c96" providerId="ADAL" clId="{8571DC48-0C12-45E0-9BF7-0A12C0FA93C2}" dt="2021-05-17T14:27:23.081" v="453" actId="207"/>
        <pc:sldMkLst>
          <pc:docMk/>
          <pc:sldMk cId="1858348461" sldId="671"/>
        </pc:sldMkLst>
        <pc:spChg chg="mod">
          <ac:chgData name="Soumita Sengupta" userId="4afa6ce1-cb01-46c2-8538-4650222f0c96" providerId="ADAL" clId="{8571DC48-0C12-45E0-9BF7-0A12C0FA93C2}" dt="2021-05-17T14:27:23.081" v="453" actId="207"/>
          <ac:spMkLst>
            <pc:docMk/>
            <pc:sldMk cId="1858348461" sldId="671"/>
            <ac:spMk id="3" creationId="{00000000-0000-0000-0000-000000000000}"/>
          </ac:spMkLst>
        </pc:spChg>
        <pc:spChg chg="mod">
          <ac:chgData name="Soumita Sengupta" userId="4afa6ce1-cb01-46c2-8538-4650222f0c96" providerId="ADAL" clId="{8571DC48-0C12-45E0-9BF7-0A12C0FA93C2}" dt="2021-05-17T14:27:23.081" v="453" actId="207"/>
          <ac:spMkLst>
            <pc:docMk/>
            <pc:sldMk cId="1858348461" sldId="671"/>
            <ac:spMk id="4" creationId="{00000000-0000-0000-0000-000000000000}"/>
          </ac:spMkLst>
        </pc:spChg>
      </pc:sldChg>
      <pc:sldChg chg="modSp mod">
        <pc:chgData name="Soumita Sengupta" userId="4afa6ce1-cb01-46c2-8538-4650222f0c96" providerId="ADAL" clId="{8571DC48-0C12-45E0-9BF7-0A12C0FA93C2}" dt="2021-05-17T14:27:44.487" v="455" actId="207"/>
        <pc:sldMkLst>
          <pc:docMk/>
          <pc:sldMk cId="2643689726" sldId="673"/>
        </pc:sldMkLst>
        <pc:spChg chg="mod">
          <ac:chgData name="Soumita Sengupta" userId="4afa6ce1-cb01-46c2-8538-4650222f0c96" providerId="ADAL" clId="{8571DC48-0C12-45E0-9BF7-0A12C0FA93C2}" dt="2021-05-17T14:27:44.487" v="455" actId="207"/>
          <ac:spMkLst>
            <pc:docMk/>
            <pc:sldMk cId="2643689726" sldId="673"/>
            <ac:spMk id="4" creationId="{00000000-0000-0000-0000-000000000000}"/>
          </ac:spMkLst>
        </pc:spChg>
        <pc:spChg chg="mod">
          <ac:chgData name="Soumita Sengupta" userId="4afa6ce1-cb01-46c2-8538-4650222f0c96" providerId="ADAL" clId="{8571DC48-0C12-45E0-9BF7-0A12C0FA93C2}" dt="2021-05-17T14:27:44.487" v="455" actId="207"/>
          <ac:spMkLst>
            <pc:docMk/>
            <pc:sldMk cId="2643689726" sldId="673"/>
            <ac:spMk id="11" creationId="{00000000-0000-0000-0000-000000000000}"/>
          </ac:spMkLst>
        </pc:spChg>
      </pc:sldChg>
      <pc:sldChg chg="modSp mod">
        <pc:chgData name="Soumita Sengupta" userId="4afa6ce1-cb01-46c2-8538-4650222f0c96" providerId="ADAL" clId="{8571DC48-0C12-45E0-9BF7-0A12C0FA93C2}" dt="2021-05-17T14:27:52.417" v="456" actId="207"/>
        <pc:sldMkLst>
          <pc:docMk/>
          <pc:sldMk cId="1058378958" sldId="674"/>
        </pc:sldMkLst>
        <pc:spChg chg="mod">
          <ac:chgData name="Soumita Sengupta" userId="4afa6ce1-cb01-46c2-8538-4650222f0c96" providerId="ADAL" clId="{8571DC48-0C12-45E0-9BF7-0A12C0FA93C2}" dt="2021-05-17T14:27:52.417" v="456" actId="207"/>
          <ac:spMkLst>
            <pc:docMk/>
            <pc:sldMk cId="1058378958" sldId="674"/>
            <ac:spMk id="3" creationId="{00000000-0000-0000-0000-000000000000}"/>
          </ac:spMkLst>
        </pc:spChg>
        <pc:spChg chg="mod">
          <ac:chgData name="Soumita Sengupta" userId="4afa6ce1-cb01-46c2-8538-4650222f0c96" providerId="ADAL" clId="{8571DC48-0C12-45E0-9BF7-0A12C0FA93C2}" dt="2021-05-17T14:27:52.417" v="456" actId="207"/>
          <ac:spMkLst>
            <pc:docMk/>
            <pc:sldMk cId="1058378958" sldId="674"/>
            <ac:spMk id="4" creationId="{00000000-0000-0000-0000-000000000000}"/>
          </ac:spMkLst>
        </pc:spChg>
      </pc:sldChg>
      <pc:sldChg chg="modSp mod">
        <pc:chgData name="Soumita Sengupta" userId="4afa6ce1-cb01-46c2-8538-4650222f0c96" providerId="ADAL" clId="{8571DC48-0C12-45E0-9BF7-0A12C0FA93C2}" dt="2021-05-17T14:28:04.465" v="458" actId="207"/>
        <pc:sldMkLst>
          <pc:docMk/>
          <pc:sldMk cId="1466538347" sldId="675"/>
        </pc:sldMkLst>
        <pc:spChg chg="mod">
          <ac:chgData name="Soumita Sengupta" userId="4afa6ce1-cb01-46c2-8538-4650222f0c96" providerId="ADAL" clId="{8571DC48-0C12-45E0-9BF7-0A12C0FA93C2}" dt="2021-05-17T14:28:04.465" v="458" actId="207"/>
          <ac:spMkLst>
            <pc:docMk/>
            <pc:sldMk cId="1466538347" sldId="675"/>
            <ac:spMk id="3" creationId="{00000000-0000-0000-0000-000000000000}"/>
          </ac:spMkLst>
        </pc:spChg>
        <pc:spChg chg="mod">
          <ac:chgData name="Soumita Sengupta" userId="4afa6ce1-cb01-46c2-8538-4650222f0c96" providerId="ADAL" clId="{8571DC48-0C12-45E0-9BF7-0A12C0FA93C2}" dt="2021-05-17T14:28:04.465" v="458" actId="207"/>
          <ac:spMkLst>
            <pc:docMk/>
            <pc:sldMk cId="1466538347" sldId="675"/>
            <ac:spMk id="4" creationId="{00000000-0000-0000-0000-000000000000}"/>
          </ac:spMkLst>
        </pc:spChg>
      </pc:sldChg>
      <pc:sldChg chg="modSp add mod">
        <pc:chgData name="Soumita Sengupta" userId="4afa6ce1-cb01-46c2-8538-4650222f0c96" providerId="ADAL" clId="{8571DC48-0C12-45E0-9BF7-0A12C0FA93C2}" dt="2021-05-17T07:53:26.578" v="214" actId="255"/>
        <pc:sldMkLst>
          <pc:docMk/>
          <pc:sldMk cId="1877917348" sldId="682"/>
        </pc:sldMkLst>
        <pc:spChg chg="mod">
          <ac:chgData name="Soumita Sengupta" userId="4afa6ce1-cb01-46c2-8538-4650222f0c96" providerId="ADAL" clId="{8571DC48-0C12-45E0-9BF7-0A12C0FA93C2}" dt="2021-05-17T07:53:26.578" v="214" actId="255"/>
          <ac:spMkLst>
            <pc:docMk/>
            <pc:sldMk cId="1877917348" sldId="682"/>
            <ac:spMk id="12" creationId="{0F937505-1157-4EED-9D93-F565D545DFE4}"/>
          </ac:spMkLst>
        </pc:spChg>
      </pc:sldChg>
      <pc:sldChg chg="modSp mod">
        <pc:chgData name="Soumita Sengupta" userId="4afa6ce1-cb01-46c2-8538-4650222f0c96" providerId="ADAL" clId="{8571DC48-0C12-45E0-9BF7-0A12C0FA93C2}" dt="2021-05-17T14:10:55.020" v="430" actId="207"/>
        <pc:sldMkLst>
          <pc:docMk/>
          <pc:sldMk cId="1349535947" sldId="690"/>
        </pc:sldMkLst>
        <pc:spChg chg="mod">
          <ac:chgData name="Soumita Sengupta" userId="4afa6ce1-cb01-46c2-8538-4650222f0c96" providerId="ADAL" clId="{8571DC48-0C12-45E0-9BF7-0A12C0FA93C2}" dt="2021-05-17T14:10:55.020" v="430" actId="207"/>
          <ac:spMkLst>
            <pc:docMk/>
            <pc:sldMk cId="1349535947" sldId="690"/>
            <ac:spMk id="4" creationId="{00000000-0000-0000-0000-000000000000}"/>
          </ac:spMkLst>
        </pc:spChg>
        <pc:spChg chg="mod">
          <ac:chgData name="Soumita Sengupta" userId="4afa6ce1-cb01-46c2-8538-4650222f0c96" providerId="ADAL" clId="{8571DC48-0C12-45E0-9BF7-0A12C0FA93C2}" dt="2021-05-17T14:10:55.020" v="430" actId="207"/>
          <ac:spMkLst>
            <pc:docMk/>
            <pc:sldMk cId="1349535947" sldId="690"/>
            <ac:spMk id="6" creationId="{00000000-0000-0000-0000-000000000000}"/>
          </ac:spMkLst>
        </pc:spChg>
      </pc:sldChg>
      <pc:sldChg chg="modSp mod">
        <pc:chgData name="Soumita Sengupta" userId="4afa6ce1-cb01-46c2-8538-4650222f0c96" providerId="ADAL" clId="{8571DC48-0C12-45E0-9BF7-0A12C0FA93C2}" dt="2021-05-17T14:24:28.705" v="435" actId="207"/>
        <pc:sldMkLst>
          <pc:docMk/>
          <pc:sldMk cId="2783950847" sldId="691"/>
        </pc:sldMkLst>
        <pc:spChg chg="mod">
          <ac:chgData name="Soumita Sengupta" userId="4afa6ce1-cb01-46c2-8538-4650222f0c96" providerId="ADAL" clId="{8571DC48-0C12-45E0-9BF7-0A12C0FA93C2}" dt="2021-05-17T14:24:28.705" v="435" actId="207"/>
          <ac:spMkLst>
            <pc:docMk/>
            <pc:sldMk cId="2783950847" sldId="691"/>
            <ac:spMk id="4" creationId="{00000000-0000-0000-0000-000000000000}"/>
          </ac:spMkLst>
        </pc:spChg>
        <pc:spChg chg="mod">
          <ac:chgData name="Soumita Sengupta" userId="4afa6ce1-cb01-46c2-8538-4650222f0c96" providerId="ADAL" clId="{8571DC48-0C12-45E0-9BF7-0A12C0FA93C2}" dt="2021-05-17T14:24:28.705" v="435" actId="207"/>
          <ac:spMkLst>
            <pc:docMk/>
            <pc:sldMk cId="2783950847" sldId="691"/>
            <ac:spMk id="8" creationId="{00000000-0000-0000-0000-000000000000}"/>
          </ac:spMkLst>
        </pc:spChg>
      </pc:sldChg>
      <pc:sldChg chg="modSp mod">
        <pc:chgData name="Soumita Sengupta" userId="4afa6ce1-cb01-46c2-8538-4650222f0c96" providerId="ADAL" clId="{8571DC48-0C12-45E0-9BF7-0A12C0FA93C2}" dt="2021-05-17T14:24:39.308" v="436" actId="207"/>
        <pc:sldMkLst>
          <pc:docMk/>
          <pc:sldMk cId="3881707545" sldId="692"/>
        </pc:sldMkLst>
        <pc:spChg chg="mod">
          <ac:chgData name="Soumita Sengupta" userId="4afa6ce1-cb01-46c2-8538-4650222f0c96" providerId="ADAL" clId="{8571DC48-0C12-45E0-9BF7-0A12C0FA93C2}" dt="2021-05-17T14:24:39.308" v="436" actId="207"/>
          <ac:spMkLst>
            <pc:docMk/>
            <pc:sldMk cId="3881707545" sldId="692"/>
            <ac:spMk id="4" creationId="{00000000-0000-0000-0000-000000000000}"/>
          </ac:spMkLst>
        </pc:spChg>
        <pc:spChg chg="mod">
          <ac:chgData name="Soumita Sengupta" userId="4afa6ce1-cb01-46c2-8538-4650222f0c96" providerId="ADAL" clId="{8571DC48-0C12-45E0-9BF7-0A12C0FA93C2}" dt="2021-05-17T14:24:39.308" v="436" actId="207"/>
          <ac:spMkLst>
            <pc:docMk/>
            <pc:sldMk cId="3881707545" sldId="692"/>
            <ac:spMk id="6" creationId="{00000000-0000-0000-0000-000000000000}"/>
          </ac:spMkLst>
        </pc:spChg>
      </pc:sldChg>
      <pc:sldChg chg="modSp mod">
        <pc:chgData name="Soumita Sengupta" userId="4afa6ce1-cb01-46c2-8538-4650222f0c96" providerId="ADAL" clId="{8571DC48-0C12-45E0-9BF7-0A12C0FA93C2}" dt="2021-05-17T14:24:46.010" v="437" actId="207"/>
        <pc:sldMkLst>
          <pc:docMk/>
          <pc:sldMk cId="732789534" sldId="693"/>
        </pc:sldMkLst>
        <pc:spChg chg="mod">
          <ac:chgData name="Soumita Sengupta" userId="4afa6ce1-cb01-46c2-8538-4650222f0c96" providerId="ADAL" clId="{8571DC48-0C12-45E0-9BF7-0A12C0FA93C2}" dt="2021-05-17T14:24:46.010" v="437" actId="207"/>
          <ac:spMkLst>
            <pc:docMk/>
            <pc:sldMk cId="732789534" sldId="693"/>
            <ac:spMk id="4" creationId="{00000000-0000-0000-0000-000000000000}"/>
          </ac:spMkLst>
        </pc:spChg>
        <pc:spChg chg="mod">
          <ac:chgData name="Soumita Sengupta" userId="4afa6ce1-cb01-46c2-8538-4650222f0c96" providerId="ADAL" clId="{8571DC48-0C12-45E0-9BF7-0A12C0FA93C2}" dt="2021-05-17T14:24:46.010" v="437" actId="207"/>
          <ac:spMkLst>
            <pc:docMk/>
            <pc:sldMk cId="732789534" sldId="693"/>
            <ac:spMk id="7" creationId="{00000000-0000-0000-0000-000000000000}"/>
          </ac:spMkLst>
        </pc:spChg>
      </pc:sldChg>
      <pc:sldChg chg="modSp mod">
        <pc:chgData name="Soumita Sengupta" userId="4afa6ce1-cb01-46c2-8538-4650222f0c96" providerId="ADAL" clId="{8571DC48-0C12-45E0-9BF7-0A12C0FA93C2}" dt="2021-05-17T14:24:52.498" v="438" actId="207"/>
        <pc:sldMkLst>
          <pc:docMk/>
          <pc:sldMk cId="1650069667" sldId="694"/>
        </pc:sldMkLst>
        <pc:spChg chg="mod">
          <ac:chgData name="Soumita Sengupta" userId="4afa6ce1-cb01-46c2-8538-4650222f0c96" providerId="ADAL" clId="{8571DC48-0C12-45E0-9BF7-0A12C0FA93C2}" dt="2021-05-17T14:24:52.498" v="438" actId="207"/>
          <ac:spMkLst>
            <pc:docMk/>
            <pc:sldMk cId="1650069667" sldId="694"/>
            <ac:spMk id="4" creationId="{00000000-0000-0000-0000-000000000000}"/>
          </ac:spMkLst>
        </pc:spChg>
        <pc:spChg chg="mod">
          <ac:chgData name="Soumita Sengupta" userId="4afa6ce1-cb01-46c2-8538-4650222f0c96" providerId="ADAL" clId="{8571DC48-0C12-45E0-9BF7-0A12C0FA93C2}" dt="2021-05-17T14:24:52.498" v="438" actId="207"/>
          <ac:spMkLst>
            <pc:docMk/>
            <pc:sldMk cId="1650069667" sldId="694"/>
            <ac:spMk id="6" creationId="{00000000-0000-0000-0000-000000000000}"/>
          </ac:spMkLst>
        </pc:spChg>
      </pc:sldChg>
      <pc:sldChg chg="modSp mod">
        <pc:chgData name="Soumita Sengupta" userId="4afa6ce1-cb01-46c2-8538-4650222f0c96" providerId="ADAL" clId="{8571DC48-0C12-45E0-9BF7-0A12C0FA93C2}" dt="2021-05-17T14:25:13.504" v="440" actId="207"/>
        <pc:sldMkLst>
          <pc:docMk/>
          <pc:sldMk cId="2989975256" sldId="697"/>
        </pc:sldMkLst>
        <pc:spChg chg="mod">
          <ac:chgData name="Soumita Sengupta" userId="4afa6ce1-cb01-46c2-8538-4650222f0c96" providerId="ADAL" clId="{8571DC48-0C12-45E0-9BF7-0A12C0FA93C2}" dt="2021-05-17T14:25:13.504" v="440" actId="207"/>
          <ac:spMkLst>
            <pc:docMk/>
            <pc:sldMk cId="2989975256" sldId="697"/>
            <ac:spMk id="4" creationId="{00000000-0000-0000-0000-000000000000}"/>
          </ac:spMkLst>
        </pc:spChg>
        <pc:spChg chg="mod">
          <ac:chgData name="Soumita Sengupta" userId="4afa6ce1-cb01-46c2-8538-4650222f0c96" providerId="ADAL" clId="{8571DC48-0C12-45E0-9BF7-0A12C0FA93C2}" dt="2021-05-17T14:25:13.504" v="440" actId="207"/>
          <ac:spMkLst>
            <pc:docMk/>
            <pc:sldMk cId="2989975256" sldId="697"/>
            <ac:spMk id="7" creationId="{00000000-0000-0000-0000-000000000000}"/>
          </ac:spMkLst>
        </pc:spChg>
      </pc:sldChg>
      <pc:sldChg chg="modSp mod">
        <pc:chgData name="Soumita Sengupta" userId="4afa6ce1-cb01-46c2-8538-4650222f0c96" providerId="ADAL" clId="{8571DC48-0C12-45E0-9BF7-0A12C0FA93C2}" dt="2021-05-17T14:25:25.552" v="441" actId="207"/>
        <pc:sldMkLst>
          <pc:docMk/>
          <pc:sldMk cId="2833213052" sldId="700"/>
        </pc:sldMkLst>
        <pc:spChg chg="mod">
          <ac:chgData name="Soumita Sengupta" userId="4afa6ce1-cb01-46c2-8538-4650222f0c96" providerId="ADAL" clId="{8571DC48-0C12-45E0-9BF7-0A12C0FA93C2}" dt="2021-05-17T14:25:25.552" v="441" actId="207"/>
          <ac:spMkLst>
            <pc:docMk/>
            <pc:sldMk cId="2833213052" sldId="700"/>
            <ac:spMk id="4" creationId="{00000000-0000-0000-0000-000000000000}"/>
          </ac:spMkLst>
        </pc:spChg>
        <pc:spChg chg="mod">
          <ac:chgData name="Soumita Sengupta" userId="4afa6ce1-cb01-46c2-8538-4650222f0c96" providerId="ADAL" clId="{8571DC48-0C12-45E0-9BF7-0A12C0FA93C2}" dt="2021-05-17T14:25:25.552" v="441" actId="207"/>
          <ac:spMkLst>
            <pc:docMk/>
            <pc:sldMk cId="2833213052" sldId="700"/>
            <ac:spMk id="9" creationId="{00000000-0000-0000-0000-000000000000}"/>
          </ac:spMkLst>
        </pc:spChg>
      </pc:sldChg>
      <pc:sldChg chg="modSp mod">
        <pc:chgData name="Soumita Sengupta" userId="4afa6ce1-cb01-46c2-8538-4650222f0c96" providerId="ADAL" clId="{8571DC48-0C12-45E0-9BF7-0A12C0FA93C2}" dt="2021-05-17T14:25:36.017" v="442" actId="207"/>
        <pc:sldMkLst>
          <pc:docMk/>
          <pc:sldMk cId="67063222" sldId="701"/>
        </pc:sldMkLst>
        <pc:spChg chg="mod">
          <ac:chgData name="Soumita Sengupta" userId="4afa6ce1-cb01-46c2-8538-4650222f0c96" providerId="ADAL" clId="{8571DC48-0C12-45E0-9BF7-0A12C0FA93C2}" dt="2021-05-17T14:25:36.017" v="442" actId="207"/>
          <ac:spMkLst>
            <pc:docMk/>
            <pc:sldMk cId="67063222" sldId="701"/>
            <ac:spMk id="4" creationId="{00000000-0000-0000-0000-000000000000}"/>
          </ac:spMkLst>
        </pc:spChg>
        <pc:spChg chg="mod">
          <ac:chgData name="Soumita Sengupta" userId="4afa6ce1-cb01-46c2-8538-4650222f0c96" providerId="ADAL" clId="{8571DC48-0C12-45E0-9BF7-0A12C0FA93C2}" dt="2021-05-17T14:25:36.017" v="442" actId="207"/>
          <ac:spMkLst>
            <pc:docMk/>
            <pc:sldMk cId="67063222" sldId="701"/>
            <ac:spMk id="6" creationId="{00000000-0000-0000-0000-000000000000}"/>
          </ac:spMkLst>
        </pc:spChg>
      </pc:sldChg>
      <pc:sldChg chg="modSp mod">
        <pc:chgData name="Soumita Sengupta" userId="4afa6ce1-cb01-46c2-8538-4650222f0c96" providerId="ADAL" clId="{8571DC48-0C12-45E0-9BF7-0A12C0FA93C2}" dt="2021-05-17T14:25:44.974" v="443" actId="207"/>
        <pc:sldMkLst>
          <pc:docMk/>
          <pc:sldMk cId="394688444" sldId="703"/>
        </pc:sldMkLst>
        <pc:spChg chg="mod">
          <ac:chgData name="Soumita Sengupta" userId="4afa6ce1-cb01-46c2-8538-4650222f0c96" providerId="ADAL" clId="{8571DC48-0C12-45E0-9BF7-0A12C0FA93C2}" dt="2021-05-17T14:25:44.974" v="443" actId="207"/>
          <ac:spMkLst>
            <pc:docMk/>
            <pc:sldMk cId="394688444" sldId="703"/>
            <ac:spMk id="4" creationId="{00000000-0000-0000-0000-000000000000}"/>
          </ac:spMkLst>
        </pc:spChg>
        <pc:spChg chg="mod">
          <ac:chgData name="Soumita Sengupta" userId="4afa6ce1-cb01-46c2-8538-4650222f0c96" providerId="ADAL" clId="{8571DC48-0C12-45E0-9BF7-0A12C0FA93C2}" dt="2021-05-17T14:25:44.974" v="443" actId="207"/>
          <ac:spMkLst>
            <pc:docMk/>
            <pc:sldMk cId="394688444" sldId="703"/>
            <ac:spMk id="7" creationId="{00000000-0000-0000-0000-000000000000}"/>
          </ac:spMkLst>
        </pc:spChg>
      </pc:sldChg>
      <pc:sldChg chg="modSp mod">
        <pc:chgData name="Soumita Sengupta" userId="4afa6ce1-cb01-46c2-8538-4650222f0c96" providerId="ADAL" clId="{8571DC48-0C12-45E0-9BF7-0A12C0FA93C2}" dt="2021-05-17T14:25:56.273" v="444" actId="207"/>
        <pc:sldMkLst>
          <pc:docMk/>
          <pc:sldMk cId="2847207556" sldId="705"/>
        </pc:sldMkLst>
        <pc:spChg chg="mod">
          <ac:chgData name="Soumita Sengupta" userId="4afa6ce1-cb01-46c2-8538-4650222f0c96" providerId="ADAL" clId="{8571DC48-0C12-45E0-9BF7-0A12C0FA93C2}" dt="2021-05-17T14:25:56.273" v="444" actId="207"/>
          <ac:spMkLst>
            <pc:docMk/>
            <pc:sldMk cId="2847207556" sldId="705"/>
            <ac:spMk id="4" creationId="{00000000-0000-0000-0000-000000000000}"/>
          </ac:spMkLst>
        </pc:spChg>
        <pc:spChg chg="mod">
          <ac:chgData name="Soumita Sengupta" userId="4afa6ce1-cb01-46c2-8538-4650222f0c96" providerId="ADAL" clId="{8571DC48-0C12-45E0-9BF7-0A12C0FA93C2}" dt="2021-05-17T14:25:56.273" v="444" actId="207"/>
          <ac:spMkLst>
            <pc:docMk/>
            <pc:sldMk cId="2847207556" sldId="705"/>
            <ac:spMk id="7" creationId="{00000000-0000-0000-0000-000000000000}"/>
          </ac:spMkLst>
        </pc:spChg>
      </pc:sldChg>
      <pc:sldChg chg="modSp mod">
        <pc:chgData name="Soumita Sengupta" userId="4afa6ce1-cb01-46c2-8538-4650222f0c96" providerId="ADAL" clId="{8571DC48-0C12-45E0-9BF7-0A12C0FA93C2}" dt="2021-05-17T14:26:06.487" v="445" actId="207"/>
        <pc:sldMkLst>
          <pc:docMk/>
          <pc:sldMk cId="1118961763" sldId="707"/>
        </pc:sldMkLst>
        <pc:spChg chg="mod">
          <ac:chgData name="Soumita Sengupta" userId="4afa6ce1-cb01-46c2-8538-4650222f0c96" providerId="ADAL" clId="{8571DC48-0C12-45E0-9BF7-0A12C0FA93C2}" dt="2021-05-17T14:26:06.487" v="445" actId="207"/>
          <ac:spMkLst>
            <pc:docMk/>
            <pc:sldMk cId="1118961763" sldId="707"/>
            <ac:spMk id="3" creationId="{00000000-0000-0000-0000-000000000000}"/>
          </ac:spMkLst>
        </pc:spChg>
        <pc:spChg chg="mod">
          <ac:chgData name="Soumita Sengupta" userId="4afa6ce1-cb01-46c2-8538-4650222f0c96" providerId="ADAL" clId="{8571DC48-0C12-45E0-9BF7-0A12C0FA93C2}" dt="2021-05-17T14:26:06.487" v="445" actId="207"/>
          <ac:spMkLst>
            <pc:docMk/>
            <pc:sldMk cId="1118961763" sldId="707"/>
            <ac:spMk id="4" creationId="{00000000-0000-0000-0000-000000000000}"/>
          </ac:spMkLst>
        </pc:spChg>
      </pc:sldChg>
      <pc:sldChg chg="modSp add mod">
        <pc:chgData name="Soumita Sengupta" userId="4afa6ce1-cb01-46c2-8538-4650222f0c96" providerId="ADAL" clId="{8571DC48-0C12-45E0-9BF7-0A12C0FA93C2}" dt="2021-05-17T07:52:12.156" v="204" actId="255"/>
        <pc:sldMkLst>
          <pc:docMk/>
          <pc:sldMk cId="3842062754" sldId="708"/>
        </pc:sldMkLst>
        <pc:spChg chg="mod">
          <ac:chgData name="Soumita Sengupta" userId="4afa6ce1-cb01-46c2-8538-4650222f0c96" providerId="ADAL" clId="{8571DC48-0C12-45E0-9BF7-0A12C0FA93C2}" dt="2021-05-17T07:52:12.156" v="204" actId="255"/>
          <ac:spMkLst>
            <pc:docMk/>
            <pc:sldMk cId="3842062754" sldId="708"/>
            <ac:spMk id="9" creationId="{C829424C-EB90-4078-9780-334180C92A44}"/>
          </ac:spMkLst>
        </pc:spChg>
      </pc:sldChg>
      <pc:sldChg chg="modSp add mod">
        <pc:chgData name="Soumita Sengupta" userId="4afa6ce1-cb01-46c2-8538-4650222f0c96" providerId="ADAL" clId="{8571DC48-0C12-45E0-9BF7-0A12C0FA93C2}" dt="2021-05-17T07:52:52.626" v="211" actId="255"/>
        <pc:sldMkLst>
          <pc:docMk/>
          <pc:sldMk cId="1385205329" sldId="709"/>
        </pc:sldMkLst>
        <pc:spChg chg="mod">
          <ac:chgData name="Soumita Sengupta" userId="4afa6ce1-cb01-46c2-8538-4650222f0c96" providerId="ADAL" clId="{8571DC48-0C12-45E0-9BF7-0A12C0FA93C2}" dt="2021-05-17T07:52:38.266" v="208" actId="108"/>
          <ac:spMkLst>
            <pc:docMk/>
            <pc:sldMk cId="1385205329" sldId="709"/>
            <ac:spMk id="7" creationId="{00000000-0000-0000-0000-000000000000}"/>
          </ac:spMkLst>
        </pc:spChg>
        <pc:spChg chg="mod">
          <ac:chgData name="Soumita Sengupta" userId="4afa6ce1-cb01-46c2-8538-4650222f0c96" providerId="ADAL" clId="{8571DC48-0C12-45E0-9BF7-0A12C0FA93C2}" dt="2021-05-17T07:52:52.626" v="211" actId="255"/>
          <ac:spMkLst>
            <pc:docMk/>
            <pc:sldMk cId="1385205329" sldId="709"/>
            <ac:spMk id="8" creationId="{00000000-0000-0000-0000-000000000000}"/>
          </ac:spMkLst>
        </pc:spChg>
        <pc:spChg chg="mod">
          <ac:chgData name="Soumita Sengupta" userId="4afa6ce1-cb01-46c2-8538-4650222f0c96" providerId="ADAL" clId="{8571DC48-0C12-45E0-9BF7-0A12C0FA93C2}" dt="2021-05-17T07:52:34.518" v="207" actId="255"/>
          <ac:spMkLst>
            <pc:docMk/>
            <pc:sldMk cId="1385205329" sldId="709"/>
            <ac:spMk id="9" creationId="{00000000-0000-0000-0000-000000000000}"/>
          </ac:spMkLst>
        </pc:spChg>
        <pc:spChg chg="mod">
          <ac:chgData name="Soumita Sengupta" userId="4afa6ce1-cb01-46c2-8538-4650222f0c96" providerId="ADAL" clId="{8571DC48-0C12-45E0-9BF7-0A12C0FA93C2}" dt="2021-05-17T07:52:24.782" v="205" actId="255"/>
          <ac:spMkLst>
            <pc:docMk/>
            <pc:sldMk cId="1385205329" sldId="709"/>
            <ac:spMk id="24" creationId="{5A094092-DCD5-406E-8F9B-0F61BA059679}"/>
          </ac:spMkLst>
        </pc:spChg>
        <pc:grpChg chg="mod">
          <ac:chgData name="Soumita Sengupta" userId="4afa6ce1-cb01-46c2-8538-4650222f0c96" providerId="ADAL" clId="{8571DC48-0C12-45E0-9BF7-0A12C0FA93C2}" dt="2021-05-17T07:52:29.582" v="206" actId="1076"/>
          <ac:grpSpMkLst>
            <pc:docMk/>
            <pc:sldMk cId="1385205329" sldId="709"/>
            <ac:grpSpMk id="6" creationId="{00000000-0000-0000-0000-000000000000}"/>
          </ac:grpSpMkLst>
        </pc:grpChg>
        <pc:cxnChg chg="mod">
          <ac:chgData name="Soumita Sengupta" userId="4afa6ce1-cb01-46c2-8538-4650222f0c96" providerId="ADAL" clId="{8571DC48-0C12-45E0-9BF7-0A12C0FA93C2}" dt="2021-05-17T07:52:42.717" v="210" actId="1076"/>
          <ac:cxnSpMkLst>
            <pc:docMk/>
            <pc:sldMk cId="1385205329" sldId="709"/>
            <ac:cxnSpMk id="12" creationId="{00000000-0000-0000-0000-000000000000}"/>
          </ac:cxnSpMkLst>
        </pc:cxnChg>
      </pc:sldChg>
      <pc:sldChg chg="modSp add mod">
        <pc:chgData name="Soumita Sengupta" userId="4afa6ce1-cb01-46c2-8538-4650222f0c96" providerId="ADAL" clId="{8571DC48-0C12-45E0-9BF7-0A12C0FA93C2}" dt="2021-05-17T07:53:19.194" v="213" actId="1076"/>
        <pc:sldMkLst>
          <pc:docMk/>
          <pc:sldMk cId="3511327653" sldId="710"/>
        </pc:sldMkLst>
        <pc:spChg chg="mod">
          <ac:chgData name="Soumita Sengupta" userId="4afa6ce1-cb01-46c2-8538-4650222f0c96" providerId="ADAL" clId="{8571DC48-0C12-45E0-9BF7-0A12C0FA93C2}" dt="2021-05-17T07:53:15.161" v="212" actId="255"/>
          <ac:spMkLst>
            <pc:docMk/>
            <pc:sldMk cId="3511327653" sldId="710"/>
            <ac:spMk id="9" creationId="{CAC0A44E-D839-4216-9819-497A9C2405C9}"/>
          </ac:spMkLst>
        </pc:spChg>
        <pc:picChg chg="mod">
          <ac:chgData name="Soumita Sengupta" userId="4afa6ce1-cb01-46c2-8538-4650222f0c96" providerId="ADAL" clId="{8571DC48-0C12-45E0-9BF7-0A12C0FA93C2}" dt="2021-05-17T07:53:19.194" v="213" actId="1076"/>
          <ac:picMkLst>
            <pc:docMk/>
            <pc:sldMk cId="3511327653" sldId="710"/>
            <ac:picMk id="18" creationId="{25667177-F0E8-431A-A951-387734D1278B}"/>
          </ac:picMkLst>
        </pc:picChg>
      </pc:sldChg>
      <pc:sldChg chg="add">
        <pc:chgData name="Soumita Sengupta" userId="4afa6ce1-cb01-46c2-8538-4650222f0c96" providerId="ADAL" clId="{8571DC48-0C12-45E0-9BF7-0A12C0FA93C2}" dt="2021-05-17T07:40:54.334" v="77"/>
        <pc:sldMkLst>
          <pc:docMk/>
          <pc:sldMk cId="3137745536" sldId="712"/>
        </pc:sldMkLst>
      </pc:sldChg>
      <pc:sldChg chg="modSp add mod">
        <pc:chgData name="Soumita Sengupta" userId="4afa6ce1-cb01-46c2-8538-4650222f0c96" providerId="ADAL" clId="{8571DC48-0C12-45E0-9BF7-0A12C0FA93C2}" dt="2021-05-17T07:54:16.110" v="223" actId="255"/>
        <pc:sldMkLst>
          <pc:docMk/>
          <pc:sldMk cId="2872170972" sldId="713"/>
        </pc:sldMkLst>
        <pc:spChg chg="mod">
          <ac:chgData name="Soumita Sengupta" userId="4afa6ce1-cb01-46c2-8538-4650222f0c96" providerId="ADAL" clId="{8571DC48-0C12-45E0-9BF7-0A12C0FA93C2}" dt="2021-05-17T07:54:16.110" v="223" actId="255"/>
          <ac:spMkLst>
            <pc:docMk/>
            <pc:sldMk cId="2872170972" sldId="713"/>
            <ac:spMk id="10" creationId="{B7FD3CA6-DC05-4792-A74E-5F93C8650C55}"/>
          </ac:spMkLst>
        </pc:spChg>
      </pc:sldChg>
      <pc:sldChg chg="delSp modSp add mod">
        <pc:chgData name="Soumita Sengupta" userId="4afa6ce1-cb01-46c2-8538-4650222f0c96" providerId="ADAL" clId="{8571DC48-0C12-45E0-9BF7-0A12C0FA93C2}" dt="2021-05-17T07:54:37.039" v="228" actId="1076"/>
        <pc:sldMkLst>
          <pc:docMk/>
          <pc:sldMk cId="910368742" sldId="714"/>
        </pc:sldMkLst>
        <pc:spChg chg="mod">
          <ac:chgData name="Soumita Sengupta" userId="4afa6ce1-cb01-46c2-8538-4650222f0c96" providerId="ADAL" clId="{8571DC48-0C12-45E0-9BF7-0A12C0FA93C2}" dt="2021-05-17T07:54:37.039" v="228" actId="1076"/>
          <ac:spMkLst>
            <pc:docMk/>
            <pc:sldMk cId="910368742" sldId="714"/>
            <ac:spMk id="2" creationId="{00000000-0000-0000-0000-000000000000}"/>
          </ac:spMkLst>
        </pc:spChg>
        <pc:spChg chg="del">
          <ac:chgData name="Soumita Sengupta" userId="4afa6ce1-cb01-46c2-8538-4650222f0c96" providerId="ADAL" clId="{8571DC48-0C12-45E0-9BF7-0A12C0FA93C2}" dt="2021-05-17T07:54:23.189" v="225" actId="478"/>
          <ac:spMkLst>
            <pc:docMk/>
            <pc:sldMk cId="910368742" sldId="714"/>
            <ac:spMk id="7" creationId="{E06A3024-9699-41E9-A854-B2DD7C6FFFC9}"/>
          </ac:spMkLst>
        </pc:spChg>
        <pc:graphicFrameChg chg="mod modGraphic">
          <ac:chgData name="Soumita Sengupta" userId="4afa6ce1-cb01-46c2-8538-4650222f0c96" providerId="ADAL" clId="{8571DC48-0C12-45E0-9BF7-0A12C0FA93C2}" dt="2021-05-17T07:54:36.168" v="227" actId="1076"/>
          <ac:graphicFrameMkLst>
            <pc:docMk/>
            <pc:sldMk cId="910368742" sldId="714"/>
            <ac:graphicFrameMk id="8" creationId="{00000000-0000-0000-0000-000000000000}"/>
          </ac:graphicFrameMkLst>
        </pc:graphicFrameChg>
      </pc:sldChg>
      <pc:sldChg chg="modSp add mod">
        <pc:chgData name="Soumita Sengupta" userId="4afa6ce1-cb01-46c2-8538-4650222f0c96" providerId="ADAL" clId="{8571DC48-0C12-45E0-9BF7-0A12C0FA93C2}" dt="2021-05-17T07:55:05.731" v="232" actId="255"/>
        <pc:sldMkLst>
          <pc:docMk/>
          <pc:sldMk cId="2173025332" sldId="716"/>
        </pc:sldMkLst>
        <pc:spChg chg="mod">
          <ac:chgData name="Soumita Sengupta" userId="4afa6ce1-cb01-46c2-8538-4650222f0c96" providerId="ADAL" clId="{8571DC48-0C12-45E0-9BF7-0A12C0FA93C2}" dt="2021-05-17T07:55:05.731" v="232" actId="255"/>
          <ac:spMkLst>
            <pc:docMk/>
            <pc:sldMk cId="2173025332" sldId="716"/>
            <ac:spMk id="10" creationId="{7D0B2512-BAC7-46ED-ADB2-CE95C460C63E}"/>
          </ac:spMkLst>
        </pc:spChg>
      </pc:sldChg>
      <pc:sldChg chg="modSp add mod">
        <pc:chgData name="Soumita Sengupta" userId="4afa6ce1-cb01-46c2-8538-4650222f0c96" providerId="ADAL" clId="{8571DC48-0C12-45E0-9BF7-0A12C0FA93C2}" dt="2021-05-19T10:05:33.968" v="503" actId="20577"/>
        <pc:sldMkLst>
          <pc:docMk/>
          <pc:sldMk cId="4197784673" sldId="718"/>
        </pc:sldMkLst>
        <pc:spChg chg="mod">
          <ac:chgData name="Soumita Sengupta" userId="4afa6ce1-cb01-46c2-8538-4650222f0c96" providerId="ADAL" clId="{8571DC48-0C12-45E0-9BF7-0A12C0FA93C2}" dt="2021-05-17T08:14:41.711" v="395" actId="20577"/>
          <ac:spMkLst>
            <pc:docMk/>
            <pc:sldMk cId="4197784673" sldId="718"/>
            <ac:spMk id="3" creationId="{00000000-0000-0000-0000-000000000000}"/>
          </ac:spMkLst>
        </pc:spChg>
        <pc:spChg chg="mod">
          <ac:chgData name="Soumita Sengupta" userId="4afa6ce1-cb01-46c2-8538-4650222f0c96" providerId="ADAL" clId="{8571DC48-0C12-45E0-9BF7-0A12C0FA93C2}" dt="2021-05-17T08:14:37.039" v="391" actId="207"/>
          <ac:spMkLst>
            <pc:docMk/>
            <pc:sldMk cId="4197784673" sldId="718"/>
            <ac:spMk id="4" creationId="{00000000-0000-0000-0000-000000000000}"/>
          </ac:spMkLst>
        </pc:spChg>
        <pc:spChg chg="mod">
          <ac:chgData name="Soumita Sengupta" userId="4afa6ce1-cb01-46c2-8538-4650222f0c96" providerId="ADAL" clId="{8571DC48-0C12-45E0-9BF7-0A12C0FA93C2}" dt="2021-05-19T10:05:33.968" v="503" actId="20577"/>
          <ac:spMkLst>
            <pc:docMk/>
            <pc:sldMk cId="4197784673" sldId="718"/>
            <ac:spMk id="9" creationId="{D11A8CCA-639A-414F-B2FE-CAF887B0982C}"/>
          </ac:spMkLst>
        </pc:spChg>
      </pc:sldChg>
      <pc:sldChg chg="modSp mod">
        <pc:chgData name="Soumita Sengupta" userId="4afa6ce1-cb01-46c2-8538-4650222f0c96" providerId="ADAL" clId="{8571DC48-0C12-45E0-9BF7-0A12C0FA93C2}" dt="2021-05-17T08:15:21.583" v="403" actId="207"/>
        <pc:sldMkLst>
          <pc:docMk/>
          <pc:sldMk cId="1817621787" sldId="719"/>
        </pc:sldMkLst>
        <pc:spChg chg="mod">
          <ac:chgData name="Soumita Sengupta" userId="4afa6ce1-cb01-46c2-8538-4650222f0c96" providerId="ADAL" clId="{8571DC48-0C12-45E0-9BF7-0A12C0FA93C2}" dt="2021-05-17T08:15:08.930" v="402" actId="20577"/>
          <ac:spMkLst>
            <pc:docMk/>
            <pc:sldMk cId="1817621787" sldId="719"/>
            <ac:spMk id="3" creationId="{00000000-0000-0000-0000-000000000000}"/>
          </ac:spMkLst>
        </pc:spChg>
        <pc:spChg chg="mod">
          <ac:chgData name="Soumita Sengupta" userId="4afa6ce1-cb01-46c2-8538-4650222f0c96" providerId="ADAL" clId="{8571DC48-0C12-45E0-9BF7-0A12C0FA93C2}" dt="2021-05-17T08:15:21.583" v="403" actId="207"/>
          <ac:spMkLst>
            <pc:docMk/>
            <pc:sldMk cId="1817621787" sldId="719"/>
            <ac:spMk id="4" creationId="{00000000-0000-0000-0000-000000000000}"/>
          </ac:spMkLst>
        </pc:spChg>
      </pc:sldChg>
      <pc:sldChg chg="modSp mod">
        <pc:chgData name="Soumita Sengupta" userId="4afa6ce1-cb01-46c2-8538-4650222f0c96" providerId="ADAL" clId="{8571DC48-0C12-45E0-9BF7-0A12C0FA93C2}" dt="2021-05-17T08:15:36.305" v="407" actId="20577"/>
        <pc:sldMkLst>
          <pc:docMk/>
          <pc:sldMk cId="2472564179" sldId="720"/>
        </pc:sldMkLst>
        <pc:spChg chg="mod">
          <ac:chgData name="Soumita Sengupta" userId="4afa6ce1-cb01-46c2-8538-4650222f0c96" providerId="ADAL" clId="{8571DC48-0C12-45E0-9BF7-0A12C0FA93C2}" dt="2021-05-17T08:15:36.305" v="407" actId="20577"/>
          <ac:spMkLst>
            <pc:docMk/>
            <pc:sldMk cId="2472564179" sldId="720"/>
            <ac:spMk id="3" creationId="{00000000-0000-0000-0000-000000000000}"/>
          </ac:spMkLst>
        </pc:spChg>
        <pc:spChg chg="mod">
          <ac:chgData name="Soumita Sengupta" userId="4afa6ce1-cb01-46c2-8538-4650222f0c96" providerId="ADAL" clId="{8571DC48-0C12-45E0-9BF7-0A12C0FA93C2}" dt="2021-05-17T08:15:32.040" v="405" actId="207"/>
          <ac:spMkLst>
            <pc:docMk/>
            <pc:sldMk cId="2472564179" sldId="720"/>
            <ac:spMk id="4" creationId="{00000000-0000-0000-0000-000000000000}"/>
          </ac:spMkLst>
        </pc:spChg>
      </pc:sldChg>
      <pc:sldChg chg="modSp mod">
        <pc:chgData name="Soumita Sengupta" userId="4afa6ce1-cb01-46c2-8538-4650222f0c96" providerId="ADAL" clId="{8571DC48-0C12-45E0-9BF7-0A12C0FA93C2}" dt="2021-05-17T11:13:46.171" v="413" actId="20577"/>
        <pc:sldMkLst>
          <pc:docMk/>
          <pc:sldMk cId="2557363682" sldId="726"/>
        </pc:sldMkLst>
        <pc:spChg chg="mod">
          <ac:chgData name="Soumita Sengupta" userId="4afa6ce1-cb01-46c2-8538-4650222f0c96" providerId="ADAL" clId="{8571DC48-0C12-45E0-9BF7-0A12C0FA93C2}" dt="2021-05-17T11:13:46.171" v="413" actId="20577"/>
          <ac:spMkLst>
            <pc:docMk/>
            <pc:sldMk cId="2557363682" sldId="726"/>
            <ac:spMk id="3" creationId="{00000000-0000-0000-0000-000000000000}"/>
          </ac:spMkLst>
        </pc:spChg>
        <pc:spChg chg="mod">
          <ac:chgData name="Soumita Sengupta" userId="4afa6ce1-cb01-46c2-8538-4650222f0c96" providerId="ADAL" clId="{8571DC48-0C12-45E0-9BF7-0A12C0FA93C2}" dt="2021-05-17T11:13:41.828" v="411" actId="207"/>
          <ac:spMkLst>
            <pc:docMk/>
            <pc:sldMk cId="2557363682" sldId="726"/>
            <ac:spMk id="4" creationId="{00000000-0000-0000-0000-000000000000}"/>
          </ac:spMkLst>
        </pc:spChg>
      </pc:sldChg>
      <pc:sldChg chg="modSp mod">
        <pc:chgData name="Soumita Sengupta" userId="4afa6ce1-cb01-46c2-8538-4650222f0c96" providerId="ADAL" clId="{8571DC48-0C12-45E0-9BF7-0A12C0FA93C2}" dt="2021-05-17T11:44:07.253" v="417" actId="207"/>
        <pc:sldMkLst>
          <pc:docMk/>
          <pc:sldMk cId="2533192149" sldId="727"/>
        </pc:sldMkLst>
        <pc:spChg chg="mod">
          <ac:chgData name="Soumita Sengupta" userId="4afa6ce1-cb01-46c2-8538-4650222f0c96" providerId="ADAL" clId="{8571DC48-0C12-45E0-9BF7-0A12C0FA93C2}" dt="2021-05-17T11:44:03.117" v="416" actId="207"/>
          <ac:spMkLst>
            <pc:docMk/>
            <pc:sldMk cId="2533192149" sldId="727"/>
            <ac:spMk id="3" creationId="{00000000-0000-0000-0000-000000000000}"/>
          </ac:spMkLst>
        </pc:spChg>
        <pc:spChg chg="mod">
          <ac:chgData name="Soumita Sengupta" userId="4afa6ce1-cb01-46c2-8538-4650222f0c96" providerId="ADAL" clId="{8571DC48-0C12-45E0-9BF7-0A12C0FA93C2}" dt="2021-05-17T11:44:07.253" v="417" actId="207"/>
          <ac:spMkLst>
            <pc:docMk/>
            <pc:sldMk cId="2533192149" sldId="727"/>
            <ac:spMk id="4" creationId="{00000000-0000-0000-0000-000000000000}"/>
          </ac:spMkLst>
        </pc:spChg>
      </pc:sldChg>
      <pc:sldChg chg="modSp mod">
        <pc:chgData name="Soumita Sengupta" userId="4afa6ce1-cb01-46c2-8538-4650222f0c96" providerId="ADAL" clId="{8571DC48-0C12-45E0-9BF7-0A12C0FA93C2}" dt="2021-05-17T11:43:57.618" v="415" actId="207"/>
        <pc:sldMkLst>
          <pc:docMk/>
          <pc:sldMk cId="1657360727" sldId="729"/>
        </pc:sldMkLst>
        <pc:spChg chg="mod">
          <ac:chgData name="Soumita Sengupta" userId="4afa6ce1-cb01-46c2-8538-4650222f0c96" providerId="ADAL" clId="{8571DC48-0C12-45E0-9BF7-0A12C0FA93C2}" dt="2021-05-17T11:43:53.167" v="414" actId="207"/>
          <ac:spMkLst>
            <pc:docMk/>
            <pc:sldMk cId="1657360727" sldId="729"/>
            <ac:spMk id="3" creationId="{00000000-0000-0000-0000-000000000000}"/>
          </ac:spMkLst>
        </pc:spChg>
        <pc:spChg chg="mod">
          <ac:chgData name="Soumita Sengupta" userId="4afa6ce1-cb01-46c2-8538-4650222f0c96" providerId="ADAL" clId="{8571DC48-0C12-45E0-9BF7-0A12C0FA93C2}" dt="2021-05-17T11:43:57.618" v="415" actId="207"/>
          <ac:spMkLst>
            <pc:docMk/>
            <pc:sldMk cId="1657360727" sldId="729"/>
            <ac:spMk id="4" creationId="{00000000-0000-0000-0000-000000000000}"/>
          </ac:spMkLst>
        </pc:spChg>
      </pc:sldChg>
      <pc:sldChg chg="modSp mod">
        <pc:chgData name="Soumita Sengupta" userId="4afa6ce1-cb01-46c2-8538-4650222f0c96" providerId="ADAL" clId="{8571DC48-0C12-45E0-9BF7-0A12C0FA93C2}" dt="2021-05-17T08:14:56.412" v="399" actId="20577"/>
        <pc:sldMkLst>
          <pc:docMk/>
          <pc:sldMk cId="452156479" sldId="736"/>
        </pc:sldMkLst>
        <pc:spChg chg="mod">
          <ac:chgData name="Soumita Sengupta" userId="4afa6ce1-cb01-46c2-8538-4650222f0c96" providerId="ADAL" clId="{8571DC48-0C12-45E0-9BF7-0A12C0FA93C2}" dt="2021-05-17T08:14:56.412" v="399" actId="20577"/>
          <ac:spMkLst>
            <pc:docMk/>
            <pc:sldMk cId="452156479" sldId="736"/>
            <ac:spMk id="3" creationId="{00000000-0000-0000-0000-000000000000}"/>
          </ac:spMkLst>
        </pc:spChg>
        <pc:spChg chg="mod">
          <ac:chgData name="Soumita Sengupta" userId="4afa6ce1-cb01-46c2-8538-4650222f0c96" providerId="ADAL" clId="{8571DC48-0C12-45E0-9BF7-0A12C0FA93C2}" dt="2021-05-17T08:14:51.711" v="397" actId="207"/>
          <ac:spMkLst>
            <pc:docMk/>
            <pc:sldMk cId="452156479" sldId="736"/>
            <ac:spMk id="4" creationId="{00000000-0000-0000-0000-000000000000}"/>
          </ac:spMkLst>
        </pc:spChg>
      </pc:sldChg>
      <pc:sldChg chg="modSp mod">
        <pc:chgData name="Soumita Sengupta" userId="4afa6ce1-cb01-46c2-8538-4650222f0c96" providerId="ADAL" clId="{8571DC48-0C12-45E0-9BF7-0A12C0FA93C2}" dt="2021-05-17T14:27:58.333" v="457" actId="207"/>
        <pc:sldMkLst>
          <pc:docMk/>
          <pc:sldMk cId="506531162" sldId="786"/>
        </pc:sldMkLst>
        <pc:spChg chg="mod">
          <ac:chgData name="Soumita Sengupta" userId="4afa6ce1-cb01-46c2-8538-4650222f0c96" providerId="ADAL" clId="{8571DC48-0C12-45E0-9BF7-0A12C0FA93C2}" dt="2021-05-17T14:27:58.333" v="457" actId="207"/>
          <ac:spMkLst>
            <pc:docMk/>
            <pc:sldMk cId="506531162" sldId="786"/>
            <ac:spMk id="3" creationId="{00000000-0000-0000-0000-000000000000}"/>
          </ac:spMkLst>
        </pc:spChg>
        <pc:spChg chg="mod">
          <ac:chgData name="Soumita Sengupta" userId="4afa6ce1-cb01-46c2-8538-4650222f0c96" providerId="ADAL" clId="{8571DC48-0C12-45E0-9BF7-0A12C0FA93C2}" dt="2021-05-17T14:27:58.333" v="457" actId="207"/>
          <ac:spMkLst>
            <pc:docMk/>
            <pc:sldMk cId="506531162" sldId="786"/>
            <ac:spMk id="4" creationId="{00000000-0000-0000-0000-000000000000}"/>
          </ac:spMkLst>
        </pc:spChg>
      </pc:sldChg>
      <pc:sldChg chg="modSp mod">
        <pc:chgData name="Soumita Sengupta" userId="4afa6ce1-cb01-46c2-8538-4650222f0c96" providerId="ADAL" clId="{8571DC48-0C12-45E0-9BF7-0A12C0FA93C2}" dt="2021-05-17T14:29:43.107" v="470" actId="207"/>
        <pc:sldMkLst>
          <pc:docMk/>
          <pc:sldMk cId="1187423674" sldId="788"/>
        </pc:sldMkLst>
        <pc:spChg chg="mod">
          <ac:chgData name="Soumita Sengupta" userId="4afa6ce1-cb01-46c2-8538-4650222f0c96" providerId="ADAL" clId="{8571DC48-0C12-45E0-9BF7-0A12C0FA93C2}" dt="2021-05-17T14:29:43.107" v="470" actId="207"/>
          <ac:spMkLst>
            <pc:docMk/>
            <pc:sldMk cId="1187423674" sldId="788"/>
            <ac:spMk id="3" creationId="{00000000-0000-0000-0000-000000000000}"/>
          </ac:spMkLst>
        </pc:spChg>
        <pc:spChg chg="mod">
          <ac:chgData name="Soumita Sengupta" userId="4afa6ce1-cb01-46c2-8538-4650222f0c96" providerId="ADAL" clId="{8571DC48-0C12-45E0-9BF7-0A12C0FA93C2}" dt="2021-05-17T14:29:43.107" v="470" actId="207"/>
          <ac:spMkLst>
            <pc:docMk/>
            <pc:sldMk cId="1187423674" sldId="788"/>
            <ac:spMk id="4" creationId="{00000000-0000-0000-0000-000000000000}"/>
          </ac:spMkLst>
        </pc:spChg>
      </pc:sldChg>
      <pc:sldChg chg="modSp mod">
        <pc:chgData name="Soumita Sengupta" userId="4afa6ce1-cb01-46c2-8538-4650222f0c96" providerId="ADAL" clId="{8571DC48-0C12-45E0-9BF7-0A12C0FA93C2}" dt="2021-05-17T14:30:14.336" v="473" actId="207"/>
        <pc:sldMkLst>
          <pc:docMk/>
          <pc:sldMk cId="2446929124" sldId="789"/>
        </pc:sldMkLst>
        <pc:spChg chg="mod">
          <ac:chgData name="Soumita Sengupta" userId="4afa6ce1-cb01-46c2-8538-4650222f0c96" providerId="ADAL" clId="{8571DC48-0C12-45E0-9BF7-0A12C0FA93C2}" dt="2021-05-17T14:30:14.336" v="473" actId="207"/>
          <ac:spMkLst>
            <pc:docMk/>
            <pc:sldMk cId="2446929124" sldId="789"/>
            <ac:spMk id="3" creationId="{00000000-0000-0000-0000-000000000000}"/>
          </ac:spMkLst>
        </pc:spChg>
        <pc:spChg chg="mod">
          <ac:chgData name="Soumita Sengupta" userId="4afa6ce1-cb01-46c2-8538-4650222f0c96" providerId="ADAL" clId="{8571DC48-0C12-45E0-9BF7-0A12C0FA93C2}" dt="2021-05-17T14:30:14.336" v="473" actId="207"/>
          <ac:spMkLst>
            <pc:docMk/>
            <pc:sldMk cId="2446929124" sldId="789"/>
            <ac:spMk id="4" creationId="{00000000-0000-0000-0000-000000000000}"/>
          </ac:spMkLst>
        </pc:spChg>
      </pc:sldChg>
      <pc:sldChg chg="modSp mod">
        <pc:chgData name="Soumita Sengupta" userId="4afa6ce1-cb01-46c2-8538-4650222f0c96" providerId="ADAL" clId="{8571DC48-0C12-45E0-9BF7-0A12C0FA93C2}" dt="2021-05-17T14:30:28.004" v="475" actId="207"/>
        <pc:sldMkLst>
          <pc:docMk/>
          <pc:sldMk cId="3045271607" sldId="794"/>
        </pc:sldMkLst>
        <pc:spChg chg="mod">
          <ac:chgData name="Soumita Sengupta" userId="4afa6ce1-cb01-46c2-8538-4650222f0c96" providerId="ADAL" clId="{8571DC48-0C12-45E0-9BF7-0A12C0FA93C2}" dt="2021-05-17T14:30:28.004" v="475" actId="207"/>
          <ac:spMkLst>
            <pc:docMk/>
            <pc:sldMk cId="3045271607" sldId="794"/>
            <ac:spMk id="2" creationId="{B6B893F1-DEDB-4CFF-8DD4-069CEAC32E9F}"/>
          </ac:spMkLst>
        </pc:spChg>
        <pc:spChg chg="mod">
          <ac:chgData name="Soumita Sengupta" userId="4afa6ce1-cb01-46c2-8538-4650222f0c96" providerId="ADAL" clId="{8571DC48-0C12-45E0-9BF7-0A12C0FA93C2}" dt="2021-05-17T14:30:28.004" v="475" actId="207"/>
          <ac:spMkLst>
            <pc:docMk/>
            <pc:sldMk cId="3045271607" sldId="794"/>
            <ac:spMk id="4" creationId="{00000000-0000-0000-0000-000000000000}"/>
          </ac:spMkLst>
        </pc:spChg>
      </pc:sldChg>
      <pc:sldChg chg="modSp mod">
        <pc:chgData name="Soumita Sengupta" userId="4afa6ce1-cb01-46c2-8538-4650222f0c96" providerId="ADAL" clId="{8571DC48-0C12-45E0-9BF7-0A12C0FA93C2}" dt="2021-05-17T14:31:17.847" v="482" actId="207"/>
        <pc:sldMkLst>
          <pc:docMk/>
          <pc:sldMk cId="2268596285" sldId="796"/>
        </pc:sldMkLst>
        <pc:spChg chg="mod">
          <ac:chgData name="Soumita Sengupta" userId="4afa6ce1-cb01-46c2-8538-4650222f0c96" providerId="ADAL" clId="{8571DC48-0C12-45E0-9BF7-0A12C0FA93C2}" dt="2021-05-17T14:31:17.847" v="482" actId="207"/>
          <ac:spMkLst>
            <pc:docMk/>
            <pc:sldMk cId="2268596285" sldId="796"/>
            <ac:spMk id="3" creationId="{00000000-0000-0000-0000-000000000000}"/>
          </ac:spMkLst>
        </pc:spChg>
        <pc:spChg chg="mod">
          <ac:chgData name="Soumita Sengupta" userId="4afa6ce1-cb01-46c2-8538-4650222f0c96" providerId="ADAL" clId="{8571DC48-0C12-45E0-9BF7-0A12C0FA93C2}" dt="2021-05-17T14:31:17.847" v="482" actId="207"/>
          <ac:spMkLst>
            <pc:docMk/>
            <pc:sldMk cId="2268596285" sldId="796"/>
            <ac:spMk id="4" creationId="{00000000-0000-0000-0000-000000000000}"/>
          </ac:spMkLst>
        </pc:spChg>
      </pc:sldChg>
      <pc:sldChg chg="delSp modSp add mod">
        <pc:chgData name="Soumita Sengupta" userId="4afa6ce1-cb01-46c2-8538-4650222f0c96" providerId="ADAL" clId="{8571DC48-0C12-45E0-9BF7-0A12C0FA93C2}" dt="2021-05-17T08:02:59.805" v="285" actId="14100"/>
        <pc:sldMkLst>
          <pc:docMk/>
          <pc:sldMk cId="575536835" sldId="803"/>
        </pc:sldMkLst>
        <pc:spChg chg="del">
          <ac:chgData name="Soumita Sengupta" userId="4afa6ce1-cb01-46c2-8538-4650222f0c96" providerId="ADAL" clId="{8571DC48-0C12-45E0-9BF7-0A12C0FA93C2}" dt="2021-05-17T08:02:50.577" v="283" actId="478"/>
          <ac:spMkLst>
            <pc:docMk/>
            <pc:sldMk cId="575536835" sldId="803"/>
            <ac:spMk id="4" creationId="{A3463CF8-8BCB-4377-AA0B-4621F7D8AE0C}"/>
          </ac:spMkLst>
        </pc:spChg>
        <pc:picChg chg="mod">
          <ac:chgData name="Soumita Sengupta" userId="4afa6ce1-cb01-46c2-8538-4650222f0c96" providerId="ADAL" clId="{8571DC48-0C12-45E0-9BF7-0A12C0FA93C2}" dt="2021-05-17T08:02:59.805" v="285" actId="14100"/>
          <ac:picMkLst>
            <pc:docMk/>
            <pc:sldMk cId="575536835" sldId="803"/>
            <ac:picMk id="3" creationId="{5E024CFF-27F7-46E9-A925-A686773E0814}"/>
          </ac:picMkLst>
        </pc:picChg>
      </pc:sldChg>
      <pc:sldChg chg="modSp add mod">
        <pc:chgData name="Soumita Sengupta" userId="4afa6ce1-cb01-46c2-8538-4650222f0c96" providerId="ADAL" clId="{8571DC48-0C12-45E0-9BF7-0A12C0FA93C2}" dt="2021-05-17T08:10:42.124" v="359" actId="255"/>
        <pc:sldMkLst>
          <pc:docMk/>
          <pc:sldMk cId="3221674416" sldId="804"/>
        </pc:sldMkLst>
        <pc:spChg chg="mod">
          <ac:chgData name="Soumita Sengupta" userId="4afa6ce1-cb01-46c2-8538-4650222f0c96" providerId="ADAL" clId="{8571DC48-0C12-45E0-9BF7-0A12C0FA93C2}" dt="2021-05-17T08:10:42.124" v="359" actId="255"/>
          <ac:spMkLst>
            <pc:docMk/>
            <pc:sldMk cId="3221674416" sldId="804"/>
            <ac:spMk id="7" creationId="{0B72E019-94C1-4A3A-A0D3-022823597E78}"/>
          </ac:spMkLst>
        </pc:spChg>
      </pc:sldChg>
      <pc:sldChg chg="modSp add mod">
        <pc:chgData name="Soumita Sengupta" userId="4afa6ce1-cb01-46c2-8538-4650222f0c96" providerId="ADAL" clId="{8571DC48-0C12-45E0-9BF7-0A12C0FA93C2}" dt="2021-05-17T08:11:09.217" v="361" actId="255"/>
        <pc:sldMkLst>
          <pc:docMk/>
          <pc:sldMk cId="87442308" sldId="805"/>
        </pc:sldMkLst>
        <pc:graphicFrameChg chg="modGraphic">
          <ac:chgData name="Soumita Sengupta" userId="4afa6ce1-cb01-46c2-8538-4650222f0c96" providerId="ADAL" clId="{8571DC48-0C12-45E0-9BF7-0A12C0FA93C2}" dt="2021-05-17T08:11:09.217" v="361" actId="255"/>
          <ac:graphicFrameMkLst>
            <pc:docMk/>
            <pc:sldMk cId="87442308" sldId="805"/>
            <ac:graphicFrameMk id="2" creationId="{DC5C2772-D9D5-4388-B2F1-7EA90C6313BD}"/>
          </ac:graphicFrameMkLst>
        </pc:graphicFrameChg>
      </pc:sldChg>
      <pc:sldChg chg="modSp add mod">
        <pc:chgData name="Soumita Sengupta" userId="4afa6ce1-cb01-46c2-8538-4650222f0c96" providerId="ADAL" clId="{8571DC48-0C12-45E0-9BF7-0A12C0FA93C2}" dt="2021-05-17T07:55:12.746" v="233" actId="255"/>
        <pc:sldMkLst>
          <pc:docMk/>
          <pc:sldMk cId="2726919898" sldId="808"/>
        </pc:sldMkLst>
        <pc:spChg chg="mod">
          <ac:chgData name="Soumita Sengupta" userId="4afa6ce1-cb01-46c2-8538-4650222f0c96" providerId="ADAL" clId="{8571DC48-0C12-45E0-9BF7-0A12C0FA93C2}" dt="2021-05-17T07:55:12.746" v="233" actId="255"/>
          <ac:spMkLst>
            <pc:docMk/>
            <pc:sldMk cId="2726919898" sldId="808"/>
            <ac:spMk id="5" creationId="{B50CAA43-3A66-42AD-BD02-B4ED241630EB}"/>
          </ac:spMkLst>
        </pc:spChg>
      </pc:sldChg>
      <pc:sldChg chg="delSp modSp add mod">
        <pc:chgData name="Soumita Sengupta" userId="4afa6ce1-cb01-46c2-8538-4650222f0c96" providerId="ADAL" clId="{8571DC48-0C12-45E0-9BF7-0A12C0FA93C2}" dt="2021-05-17T07:55:21.144" v="235" actId="1076"/>
        <pc:sldMkLst>
          <pc:docMk/>
          <pc:sldMk cId="3656546334" sldId="809"/>
        </pc:sldMkLst>
        <pc:spChg chg="del">
          <ac:chgData name="Soumita Sengupta" userId="4afa6ce1-cb01-46c2-8538-4650222f0c96" providerId="ADAL" clId="{8571DC48-0C12-45E0-9BF7-0A12C0FA93C2}" dt="2021-05-17T07:55:17.231" v="234" actId="478"/>
          <ac:spMkLst>
            <pc:docMk/>
            <pc:sldMk cId="3656546334" sldId="809"/>
            <ac:spMk id="5" creationId="{494129F0-0C96-4798-8EA4-10A75556D1D1}"/>
          </ac:spMkLst>
        </pc:spChg>
        <pc:picChg chg="mod">
          <ac:chgData name="Soumita Sengupta" userId="4afa6ce1-cb01-46c2-8538-4650222f0c96" providerId="ADAL" clId="{8571DC48-0C12-45E0-9BF7-0A12C0FA93C2}" dt="2021-05-17T07:55:21.144" v="235" actId="1076"/>
          <ac:picMkLst>
            <pc:docMk/>
            <pc:sldMk cId="3656546334" sldId="809"/>
            <ac:picMk id="6" creationId="{B30D35B2-5BB4-408C-BBFD-25860A50F806}"/>
          </ac:picMkLst>
        </pc:picChg>
      </pc:sldChg>
      <pc:sldChg chg="modSp add mod">
        <pc:chgData name="Soumita Sengupta" userId="4afa6ce1-cb01-46c2-8538-4650222f0c96" providerId="ADAL" clId="{8571DC48-0C12-45E0-9BF7-0A12C0FA93C2}" dt="2021-05-17T07:55:28.470" v="236" actId="255"/>
        <pc:sldMkLst>
          <pc:docMk/>
          <pc:sldMk cId="3895102673" sldId="810"/>
        </pc:sldMkLst>
        <pc:graphicFrameChg chg="modGraphic">
          <ac:chgData name="Soumita Sengupta" userId="4afa6ce1-cb01-46c2-8538-4650222f0c96" providerId="ADAL" clId="{8571DC48-0C12-45E0-9BF7-0A12C0FA93C2}" dt="2021-05-17T07:55:28.470" v="236" actId="255"/>
          <ac:graphicFrameMkLst>
            <pc:docMk/>
            <pc:sldMk cId="3895102673" sldId="810"/>
            <ac:graphicFrameMk id="6" creationId="{481890CE-25FF-45FB-BB69-50F4B7602E72}"/>
          </ac:graphicFrameMkLst>
        </pc:graphicFrameChg>
      </pc:sldChg>
      <pc:sldChg chg="modSp add mod">
        <pc:chgData name="Soumita Sengupta" userId="4afa6ce1-cb01-46c2-8538-4650222f0c96" providerId="ADAL" clId="{8571DC48-0C12-45E0-9BF7-0A12C0FA93C2}" dt="2021-05-17T07:55:36.171" v="237" actId="255"/>
        <pc:sldMkLst>
          <pc:docMk/>
          <pc:sldMk cId="2442620785" sldId="811"/>
        </pc:sldMkLst>
        <pc:spChg chg="mod">
          <ac:chgData name="Soumita Sengupta" userId="4afa6ce1-cb01-46c2-8538-4650222f0c96" providerId="ADAL" clId="{8571DC48-0C12-45E0-9BF7-0A12C0FA93C2}" dt="2021-05-17T07:55:36.171" v="237" actId="255"/>
          <ac:spMkLst>
            <pc:docMk/>
            <pc:sldMk cId="2442620785" sldId="811"/>
            <ac:spMk id="3" creationId="{E3BCB881-357B-4526-BAE1-86EA729377AB}"/>
          </ac:spMkLst>
        </pc:spChg>
      </pc:sldChg>
      <pc:sldChg chg="modSp add mod">
        <pc:chgData name="Soumita Sengupta" userId="4afa6ce1-cb01-46c2-8538-4650222f0c96" providerId="ADAL" clId="{8571DC48-0C12-45E0-9BF7-0A12C0FA93C2}" dt="2021-05-17T08:07:03.438" v="330" actId="255"/>
        <pc:sldMkLst>
          <pc:docMk/>
          <pc:sldMk cId="1600615961" sldId="822"/>
        </pc:sldMkLst>
        <pc:spChg chg="mod">
          <ac:chgData name="Soumita Sengupta" userId="4afa6ce1-cb01-46c2-8538-4650222f0c96" providerId="ADAL" clId="{8571DC48-0C12-45E0-9BF7-0A12C0FA93C2}" dt="2021-05-17T08:07:03.438" v="330" actId="255"/>
          <ac:spMkLst>
            <pc:docMk/>
            <pc:sldMk cId="1600615961" sldId="822"/>
            <ac:spMk id="3" creationId="{B4500808-5F5E-49FF-A305-D29A6EAA1F84}"/>
          </ac:spMkLst>
        </pc:spChg>
      </pc:sldChg>
      <pc:sldChg chg="modSp add mod">
        <pc:chgData name="Soumita Sengupta" userId="4afa6ce1-cb01-46c2-8538-4650222f0c96" providerId="ADAL" clId="{8571DC48-0C12-45E0-9BF7-0A12C0FA93C2}" dt="2021-05-17T08:10:28.802" v="357" actId="255"/>
        <pc:sldMkLst>
          <pc:docMk/>
          <pc:sldMk cId="646275432" sldId="823"/>
        </pc:sldMkLst>
        <pc:spChg chg="mod">
          <ac:chgData name="Soumita Sengupta" userId="4afa6ce1-cb01-46c2-8538-4650222f0c96" providerId="ADAL" clId="{8571DC48-0C12-45E0-9BF7-0A12C0FA93C2}" dt="2021-05-17T08:10:28.802" v="357" actId="255"/>
          <ac:spMkLst>
            <pc:docMk/>
            <pc:sldMk cId="646275432" sldId="823"/>
            <ac:spMk id="3" creationId="{5B8D11AD-2B0A-4874-8EDF-0B0A4249EA19}"/>
          </ac:spMkLst>
        </pc:spChg>
      </pc:sldChg>
      <pc:sldChg chg="modSp add mod">
        <pc:chgData name="Soumita Sengupta" userId="4afa6ce1-cb01-46c2-8538-4650222f0c96" providerId="ADAL" clId="{8571DC48-0C12-45E0-9BF7-0A12C0FA93C2}" dt="2021-05-17T08:13:42.650" v="383" actId="255"/>
        <pc:sldMkLst>
          <pc:docMk/>
          <pc:sldMk cId="609144779" sldId="824"/>
        </pc:sldMkLst>
        <pc:spChg chg="mod">
          <ac:chgData name="Soumita Sengupta" userId="4afa6ce1-cb01-46c2-8538-4650222f0c96" providerId="ADAL" clId="{8571DC48-0C12-45E0-9BF7-0A12C0FA93C2}" dt="2021-05-17T08:13:42.650" v="383" actId="255"/>
          <ac:spMkLst>
            <pc:docMk/>
            <pc:sldMk cId="609144779" sldId="824"/>
            <ac:spMk id="3" creationId="{6F716428-61CB-48A6-8545-3E3A4352687C}"/>
          </ac:spMkLst>
        </pc:spChg>
      </pc:sldChg>
      <pc:sldChg chg="modSp add mod">
        <pc:chgData name="Soumita Sengupta" userId="4afa6ce1-cb01-46c2-8538-4650222f0c96" providerId="ADAL" clId="{8571DC48-0C12-45E0-9BF7-0A12C0FA93C2}" dt="2021-05-17T08:09:41.331" v="351" actId="255"/>
        <pc:sldMkLst>
          <pc:docMk/>
          <pc:sldMk cId="2061984971" sldId="826"/>
        </pc:sldMkLst>
        <pc:spChg chg="mod">
          <ac:chgData name="Soumita Sengupta" userId="4afa6ce1-cb01-46c2-8538-4650222f0c96" providerId="ADAL" clId="{8571DC48-0C12-45E0-9BF7-0A12C0FA93C2}" dt="2021-05-17T08:09:41.331" v="351" actId="255"/>
          <ac:spMkLst>
            <pc:docMk/>
            <pc:sldMk cId="2061984971" sldId="826"/>
            <ac:spMk id="8" creationId="{E96BC069-80C4-4E2C-879E-60DBA0F7F2ED}"/>
          </ac:spMkLst>
        </pc:spChg>
      </pc:sldChg>
      <pc:sldChg chg="modSp add mod">
        <pc:chgData name="Soumita Sengupta" userId="4afa6ce1-cb01-46c2-8538-4650222f0c96" providerId="ADAL" clId="{8571DC48-0C12-45E0-9BF7-0A12C0FA93C2}" dt="2021-05-17T08:09:54.821" v="353" actId="255"/>
        <pc:sldMkLst>
          <pc:docMk/>
          <pc:sldMk cId="2916609019" sldId="827"/>
        </pc:sldMkLst>
        <pc:graphicFrameChg chg="modGraphic">
          <ac:chgData name="Soumita Sengupta" userId="4afa6ce1-cb01-46c2-8538-4650222f0c96" providerId="ADAL" clId="{8571DC48-0C12-45E0-9BF7-0A12C0FA93C2}" dt="2021-05-17T08:09:54.821" v="353" actId="255"/>
          <ac:graphicFrameMkLst>
            <pc:docMk/>
            <pc:sldMk cId="2916609019" sldId="827"/>
            <ac:graphicFrameMk id="3" creationId="{11D88108-9287-4D8B-938B-AA71EA97AA22}"/>
          </ac:graphicFrameMkLst>
        </pc:graphicFrameChg>
      </pc:sldChg>
      <pc:sldChg chg="modSp add mod">
        <pc:chgData name="Soumita Sengupta" userId="4afa6ce1-cb01-46c2-8538-4650222f0c96" providerId="ADAL" clId="{8571DC48-0C12-45E0-9BF7-0A12C0FA93C2}" dt="2021-05-17T08:10:07.365" v="355" actId="1076"/>
        <pc:sldMkLst>
          <pc:docMk/>
          <pc:sldMk cId="3965900230" sldId="828"/>
        </pc:sldMkLst>
        <pc:spChg chg="mod">
          <ac:chgData name="Soumita Sengupta" userId="4afa6ce1-cb01-46c2-8538-4650222f0c96" providerId="ADAL" clId="{8571DC48-0C12-45E0-9BF7-0A12C0FA93C2}" dt="2021-05-17T08:10:01.938" v="354" actId="255"/>
          <ac:spMkLst>
            <pc:docMk/>
            <pc:sldMk cId="3965900230" sldId="828"/>
            <ac:spMk id="8" creationId="{5621D60E-E3B9-4AB3-AD1E-A94BF04F6A6F}"/>
          </ac:spMkLst>
        </pc:spChg>
        <pc:picChg chg="mod">
          <ac:chgData name="Soumita Sengupta" userId="4afa6ce1-cb01-46c2-8538-4650222f0c96" providerId="ADAL" clId="{8571DC48-0C12-45E0-9BF7-0A12C0FA93C2}" dt="2021-05-17T08:10:07.365" v="355" actId="1076"/>
          <ac:picMkLst>
            <pc:docMk/>
            <pc:sldMk cId="3965900230" sldId="828"/>
            <ac:picMk id="13" creationId="{78BD1AA3-6004-4A49-AFEC-C20618AE9F51}"/>
          </ac:picMkLst>
        </pc:picChg>
      </pc:sldChg>
      <pc:sldChg chg="delSp add mod">
        <pc:chgData name="Soumita Sengupta" userId="4afa6ce1-cb01-46c2-8538-4650222f0c96" providerId="ADAL" clId="{8571DC48-0C12-45E0-9BF7-0A12C0FA93C2}" dt="2021-05-17T08:10:10.889" v="356" actId="478"/>
        <pc:sldMkLst>
          <pc:docMk/>
          <pc:sldMk cId="860800460" sldId="829"/>
        </pc:sldMkLst>
        <pc:spChg chg="del">
          <ac:chgData name="Soumita Sengupta" userId="4afa6ce1-cb01-46c2-8538-4650222f0c96" providerId="ADAL" clId="{8571DC48-0C12-45E0-9BF7-0A12C0FA93C2}" dt="2021-05-17T08:10:10.889" v="356" actId="478"/>
          <ac:spMkLst>
            <pc:docMk/>
            <pc:sldMk cId="860800460" sldId="829"/>
            <ac:spMk id="7" creationId="{150923D7-94AA-4134-A111-B1335F1821E8}"/>
          </ac:spMkLst>
        </pc:spChg>
      </pc:sldChg>
      <pc:sldChg chg="modSp add mod">
        <pc:chgData name="Soumita Sengupta" userId="4afa6ce1-cb01-46c2-8538-4650222f0c96" providerId="ADAL" clId="{8571DC48-0C12-45E0-9BF7-0A12C0FA93C2}" dt="2021-05-17T07:55:45.508" v="238" actId="255"/>
        <pc:sldMkLst>
          <pc:docMk/>
          <pc:sldMk cId="1968607313" sldId="833"/>
        </pc:sldMkLst>
        <pc:spChg chg="mod">
          <ac:chgData name="Soumita Sengupta" userId="4afa6ce1-cb01-46c2-8538-4650222f0c96" providerId="ADAL" clId="{8571DC48-0C12-45E0-9BF7-0A12C0FA93C2}" dt="2021-05-17T07:55:45.508" v="238" actId="255"/>
          <ac:spMkLst>
            <pc:docMk/>
            <pc:sldMk cId="1968607313" sldId="833"/>
            <ac:spMk id="5" creationId="{445D67D0-4691-432C-88C9-3640C742AC85}"/>
          </ac:spMkLst>
        </pc:spChg>
      </pc:sldChg>
      <pc:sldChg chg="delSp add mod">
        <pc:chgData name="Soumita Sengupta" userId="4afa6ce1-cb01-46c2-8538-4650222f0c96" providerId="ADAL" clId="{8571DC48-0C12-45E0-9BF7-0A12C0FA93C2}" dt="2021-05-17T07:55:50.060" v="239" actId="478"/>
        <pc:sldMkLst>
          <pc:docMk/>
          <pc:sldMk cId="3495316257" sldId="834"/>
        </pc:sldMkLst>
        <pc:spChg chg="del">
          <ac:chgData name="Soumita Sengupta" userId="4afa6ce1-cb01-46c2-8538-4650222f0c96" providerId="ADAL" clId="{8571DC48-0C12-45E0-9BF7-0A12C0FA93C2}" dt="2021-05-17T07:55:50.060" v="239" actId="478"/>
          <ac:spMkLst>
            <pc:docMk/>
            <pc:sldMk cId="3495316257" sldId="834"/>
            <ac:spMk id="6" creationId="{B327EC43-BEA8-4487-B7B9-1934EA9CA847}"/>
          </ac:spMkLst>
        </pc:spChg>
      </pc:sldChg>
      <pc:sldChg chg="delSp modSp add mod">
        <pc:chgData name="Soumita Sengupta" userId="4afa6ce1-cb01-46c2-8538-4650222f0c96" providerId="ADAL" clId="{8571DC48-0C12-45E0-9BF7-0A12C0FA93C2}" dt="2021-05-17T07:56:11.999" v="244" actId="255"/>
        <pc:sldMkLst>
          <pc:docMk/>
          <pc:sldMk cId="3157366253" sldId="835"/>
        </pc:sldMkLst>
        <pc:spChg chg="del">
          <ac:chgData name="Soumita Sengupta" userId="4afa6ce1-cb01-46c2-8538-4650222f0c96" providerId="ADAL" clId="{8571DC48-0C12-45E0-9BF7-0A12C0FA93C2}" dt="2021-05-17T07:56:00.002" v="241" actId="478"/>
          <ac:spMkLst>
            <pc:docMk/>
            <pc:sldMk cId="3157366253" sldId="835"/>
            <ac:spMk id="19" creationId="{A5FC24B9-9878-4DB4-9EE4-B9FCC8AEFB3F}"/>
          </ac:spMkLst>
        </pc:spChg>
        <pc:graphicFrameChg chg="mod modGraphic">
          <ac:chgData name="Soumita Sengupta" userId="4afa6ce1-cb01-46c2-8538-4650222f0c96" providerId="ADAL" clId="{8571DC48-0C12-45E0-9BF7-0A12C0FA93C2}" dt="2021-05-17T07:56:11.999" v="244" actId="255"/>
          <ac:graphicFrameMkLst>
            <pc:docMk/>
            <pc:sldMk cId="3157366253" sldId="835"/>
            <ac:graphicFrameMk id="14" creationId="{3A4118D9-CAD0-4F66-A0D9-F487607F75D9}"/>
          </ac:graphicFrameMkLst>
        </pc:graphicFrameChg>
        <pc:picChg chg="del">
          <ac:chgData name="Soumita Sengupta" userId="4afa6ce1-cb01-46c2-8538-4650222f0c96" providerId="ADAL" clId="{8571DC48-0C12-45E0-9BF7-0A12C0FA93C2}" dt="2021-05-17T07:56:05.784" v="243" actId="478"/>
          <ac:picMkLst>
            <pc:docMk/>
            <pc:sldMk cId="3157366253" sldId="835"/>
            <ac:picMk id="13" creationId="{8F253502-2546-4976-9C61-334B3EC965E5}"/>
          </ac:picMkLst>
        </pc:picChg>
      </pc:sldChg>
      <pc:sldChg chg="modSp add mod">
        <pc:chgData name="Soumita Sengupta" userId="4afa6ce1-cb01-46c2-8538-4650222f0c96" providerId="ADAL" clId="{8571DC48-0C12-45E0-9BF7-0A12C0FA93C2}" dt="2021-05-17T07:57:04.020" v="253" actId="255"/>
        <pc:sldMkLst>
          <pc:docMk/>
          <pc:sldMk cId="116401671" sldId="837"/>
        </pc:sldMkLst>
        <pc:spChg chg="mod">
          <ac:chgData name="Soumita Sengupta" userId="4afa6ce1-cb01-46c2-8538-4650222f0c96" providerId="ADAL" clId="{8571DC48-0C12-45E0-9BF7-0A12C0FA93C2}" dt="2021-05-17T07:57:04.020" v="253" actId="255"/>
          <ac:spMkLst>
            <pc:docMk/>
            <pc:sldMk cId="116401671" sldId="837"/>
            <ac:spMk id="9" creationId="{A00E67FA-A4EE-40F7-85D8-50E3B0674054}"/>
          </ac:spMkLst>
        </pc:spChg>
      </pc:sldChg>
      <pc:sldChg chg="delSp add mod">
        <pc:chgData name="Soumita Sengupta" userId="4afa6ce1-cb01-46c2-8538-4650222f0c96" providerId="ADAL" clId="{8571DC48-0C12-45E0-9BF7-0A12C0FA93C2}" dt="2021-05-17T07:57:09.865" v="254" actId="478"/>
        <pc:sldMkLst>
          <pc:docMk/>
          <pc:sldMk cId="2218938682" sldId="838"/>
        </pc:sldMkLst>
        <pc:spChg chg="del">
          <ac:chgData name="Soumita Sengupta" userId="4afa6ce1-cb01-46c2-8538-4650222f0c96" providerId="ADAL" clId="{8571DC48-0C12-45E0-9BF7-0A12C0FA93C2}" dt="2021-05-17T07:57:09.865" v="254" actId="478"/>
          <ac:spMkLst>
            <pc:docMk/>
            <pc:sldMk cId="2218938682" sldId="838"/>
            <ac:spMk id="12" creationId="{F4490707-E03E-4CAA-80BA-BEEB5BE88E80}"/>
          </ac:spMkLst>
        </pc:spChg>
      </pc:sldChg>
      <pc:sldChg chg="modSp add mod">
        <pc:chgData name="Soumita Sengupta" userId="4afa6ce1-cb01-46c2-8538-4650222f0c96" providerId="ADAL" clId="{8571DC48-0C12-45E0-9BF7-0A12C0FA93C2}" dt="2021-05-17T07:57:20.771" v="255" actId="255"/>
        <pc:sldMkLst>
          <pc:docMk/>
          <pc:sldMk cId="3790829099" sldId="839"/>
        </pc:sldMkLst>
        <pc:spChg chg="mod">
          <ac:chgData name="Soumita Sengupta" userId="4afa6ce1-cb01-46c2-8538-4650222f0c96" providerId="ADAL" clId="{8571DC48-0C12-45E0-9BF7-0A12C0FA93C2}" dt="2021-05-17T07:57:20.771" v="255" actId="255"/>
          <ac:spMkLst>
            <pc:docMk/>
            <pc:sldMk cId="3790829099" sldId="839"/>
            <ac:spMk id="8" creationId="{DACCB307-5C02-4A9A-AF72-19C2486007BA}"/>
          </ac:spMkLst>
        </pc:spChg>
      </pc:sldChg>
      <pc:sldChg chg="delSp modSp add mod">
        <pc:chgData name="Soumita Sengupta" userId="4afa6ce1-cb01-46c2-8538-4650222f0c96" providerId="ADAL" clId="{8571DC48-0C12-45E0-9BF7-0A12C0FA93C2}" dt="2021-05-17T07:59:15.981" v="261" actId="14100"/>
        <pc:sldMkLst>
          <pc:docMk/>
          <pc:sldMk cId="137161310" sldId="840"/>
        </pc:sldMkLst>
        <pc:spChg chg="del">
          <ac:chgData name="Soumita Sengupta" userId="4afa6ce1-cb01-46c2-8538-4650222f0c96" providerId="ADAL" clId="{8571DC48-0C12-45E0-9BF7-0A12C0FA93C2}" dt="2021-05-17T07:57:28.543" v="257" actId="478"/>
          <ac:spMkLst>
            <pc:docMk/>
            <pc:sldMk cId="137161310" sldId="840"/>
            <ac:spMk id="8" creationId="{8C1AE506-EB37-47B9-A7F3-0F9792A9A809}"/>
          </ac:spMkLst>
        </pc:spChg>
        <pc:graphicFrameChg chg="mod modGraphic">
          <ac:chgData name="Soumita Sengupta" userId="4afa6ce1-cb01-46c2-8538-4650222f0c96" providerId="ADAL" clId="{8571DC48-0C12-45E0-9BF7-0A12C0FA93C2}" dt="2021-05-17T07:59:15.981" v="261" actId="14100"/>
          <ac:graphicFrameMkLst>
            <pc:docMk/>
            <pc:sldMk cId="137161310" sldId="840"/>
            <ac:graphicFrameMk id="11" creationId="{00000000-0000-0000-0000-000000000000}"/>
          </ac:graphicFrameMkLst>
        </pc:graphicFrameChg>
      </pc:sldChg>
      <pc:sldChg chg="add">
        <pc:chgData name="Soumita Sengupta" userId="4afa6ce1-cb01-46c2-8538-4650222f0c96" providerId="ADAL" clId="{8571DC48-0C12-45E0-9BF7-0A12C0FA93C2}" dt="2021-05-17T07:42:23.367" v="87"/>
        <pc:sldMkLst>
          <pc:docMk/>
          <pc:sldMk cId="2895645912" sldId="841"/>
        </pc:sldMkLst>
      </pc:sldChg>
      <pc:sldChg chg="modSp add mod">
        <pc:chgData name="Soumita Sengupta" userId="4afa6ce1-cb01-46c2-8538-4650222f0c96" providerId="ADAL" clId="{8571DC48-0C12-45E0-9BF7-0A12C0FA93C2}" dt="2021-05-17T08:00:02.133" v="262" actId="255"/>
        <pc:sldMkLst>
          <pc:docMk/>
          <pc:sldMk cId="3451605243" sldId="842"/>
        </pc:sldMkLst>
        <pc:spChg chg="mod">
          <ac:chgData name="Soumita Sengupta" userId="4afa6ce1-cb01-46c2-8538-4650222f0c96" providerId="ADAL" clId="{8571DC48-0C12-45E0-9BF7-0A12C0FA93C2}" dt="2021-05-17T08:00:02.133" v="262" actId="255"/>
          <ac:spMkLst>
            <pc:docMk/>
            <pc:sldMk cId="3451605243" sldId="842"/>
            <ac:spMk id="14" creationId="{60926F56-508D-4B66-A05B-9D9BB349F622}"/>
          </ac:spMkLst>
        </pc:spChg>
      </pc:sldChg>
      <pc:sldChg chg="modSp add mod">
        <pc:chgData name="Soumita Sengupta" userId="4afa6ce1-cb01-46c2-8538-4650222f0c96" providerId="ADAL" clId="{8571DC48-0C12-45E0-9BF7-0A12C0FA93C2}" dt="2021-05-17T08:00:12.858" v="263" actId="255"/>
        <pc:sldMkLst>
          <pc:docMk/>
          <pc:sldMk cId="3520553567" sldId="843"/>
        </pc:sldMkLst>
        <pc:spChg chg="mod">
          <ac:chgData name="Soumita Sengupta" userId="4afa6ce1-cb01-46c2-8538-4650222f0c96" providerId="ADAL" clId="{8571DC48-0C12-45E0-9BF7-0A12C0FA93C2}" dt="2021-05-17T08:00:12.858" v="263" actId="255"/>
          <ac:spMkLst>
            <pc:docMk/>
            <pc:sldMk cId="3520553567" sldId="843"/>
            <ac:spMk id="15" creationId="{7D26FD34-6322-4E27-B77A-82EB5974D5A2}"/>
          </ac:spMkLst>
        </pc:spChg>
      </pc:sldChg>
      <pc:sldChg chg="modSp add mod">
        <pc:chgData name="Soumita Sengupta" userId="4afa6ce1-cb01-46c2-8538-4650222f0c96" providerId="ADAL" clId="{8571DC48-0C12-45E0-9BF7-0A12C0FA93C2}" dt="2021-05-17T08:09:27.749" v="349" actId="255"/>
        <pc:sldMkLst>
          <pc:docMk/>
          <pc:sldMk cId="739307135" sldId="845"/>
        </pc:sldMkLst>
        <pc:spChg chg="mod">
          <ac:chgData name="Soumita Sengupta" userId="4afa6ce1-cb01-46c2-8538-4650222f0c96" providerId="ADAL" clId="{8571DC48-0C12-45E0-9BF7-0A12C0FA93C2}" dt="2021-05-17T08:09:27.749" v="349" actId="255"/>
          <ac:spMkLst>
            <pc:docMk/>
            <pc:sldMk cId="739307135" sldId="845"/>
            <ac:spMk id="7" creationId="{150923D7-94AA-4134-A111-B1335F1821E8}"/>
          </ac:spMkLst>
        </pc:spChg>
      </pc:sldChg>
      <pc:sldChg chg="modSp add mod">
        <pc:chgData name="Soumita Sengupta" userId="4afa6ce1-cb01-46c2-8538-4650222f0c96" providerId="ADAL" clId="{8571DC48-0C12-45E0-9BF7-0A12C0FA93C2}" dt="2021-05-17T08:09:06.619" v="347" actId="255"/>
        <pc:sldMkLst>
          <pc:docMk/>
          <pc:sldMk cId="2149126909" sldId="846"/>
        </pc:sldMkLst>
        <pc:spChg chg="mod">
          <ac:chgData name="Soumita Sengupta" userId="4afa6ce1-cb01-46c2-8538-4650222f0c96" providerId="ADAL" clId="{8571DC48-0C12-45E0-9BF7-0A12C0FA93C2}" dt="2021-05-17T08:09:06.619" v="347" actId="255"/>
          <ac:spMkLst>
            <pc:docMk/>
            <pc:sldMk cId="2149126909" sldId="846"/>
            <ac:spMk id="6" creationId="{A3F287DC-D56A-4E57-B0A7-8EAAD987EBAD}"/>
          </ac:spMkLst>
        </pc:spChg>
      </pc:sldChg>
      <pc:sldChg chg="modSp add mod">
        <pc:chgData name="Soumita Sengupta" userId="4afa6ce1-cb01-46c2-8538-4650222f0c96" providerId="ADAL" clId="{8571DC48-0C12-45E0-9BF7-0A12C0FA93C2}" dt="2021-05-17T08:09:34.156" v="350" actId="255"/>
        <pc:sldMkLst>
          <pc:docMk/>
          <pc:sldMk cId="3396759169" sldId="847"/>
        </pc:sldMkLst>
        <pc:graphicFrameChg chg="modGraphic">
          <ac:chgData name="Soumita Sengupta" userId="4afa6ce1-cb01-46c2-8538-4650222f0c96" providerId="ADAL" clId="{8571DC48-0C12-45E0-9BF7-0A12C0FA93C2}" dt="2021-05-17T08:09:34.156" v="350" actId="255"/>
          <ac:graphicFrameMkLst>
            <pc:docMk/>
            <pc:sldMk cId="3396759169" sldId="847"/>
            <ac:graphicFrameMk id="3" creationId="{2781A68D-375E-4BAE-8822-16AB46BEF5C1}"/>
          </ac:graphicFrameMkLst>
        </pc:graphicFrameChg>
      </pc:sldChg>
      <pc:sldChg chg="delSp add mod">
        <pc:chgData name="Soumita Sengupta" userId="4afa6ce1-cb01-46c2-8538-4650222f0c96" providerId="ADAL" clId="{8571DC48-0C12-45E0-9BF7-0A12C0FA93C2}" dt="2021-05-17T08:09:46.711" v="352" actId="478"/>
        <pc:sldMkLst>
          <pc:docMk/>
          <pc:sldMk cId="2403941356" sldId="848"/>
        </pc:sldMkLst>
        <pc:spChg chg="del">
          <ac:chgData name="Soumita Sengupta" userId="4afa6ce1-cb01-46c2-8538-4650222f0c96" providerId="ADAL" clId="{8571DC48-0C12-45E0-9BF7-0A12C0FA93C2}" dt="2021-05-17T08:09:46.711" v="352" actId="478"/>
          <ac:spMkLst>
            <pc:docMk/>
            <pc:sldMk cId="2403941356" sldId="848"/>
            <ac:spMk id="12" creationId="{4297C765-D0C1-4FBC-9B83-10C29ECCC0F9}"/>
          </ac:spMkLst>
        </pc:spChg>
      </pc:sldChg>
      <pc:sldChg chg="del">
        <pc:chgData name="Soumita Sengupta" userId="4afa6ce1-cb01-46c2-8538-4650222f0c96" providerId="ADAL" clId="{8571DC48-0C12-45E0-9BF7-0A12C0FA93C2}" dt="2021-05-17T14:32:44.972" v="495" actId="47"/>
        <pc:sldMkLst>
          <pc:docMk/>
          <pc:sldMk cId="3282653662" sldId="867"/>
        </pc:sldMkLst>
      </pc:sldChg>
      <pc:sldChg chg="modSp mod">
        <pc:chgData name="Soumita Sengupta" userId="4afa6ce1-cb01-46c2-8538-4650222f0c96" providerId="ADAL" clId="{8571DC48-0C12-45E0-9BF7-0A12C0FA93C2}" dt="2021-05-17T14:32:58.662" v="496" actId="207"/>
        <pc:sldMkLst>
          <pc:docMk/>
          <pc:sldMk cId="254607577" sldId="868"/>
        </pc:sldMkLst>
        <pc:spChg chg="mod">
          <ac:chgData name="Soumita Sengupta" userId="4afa6ce1-cb01-46c2-8538-4650222f0c96" providerId="ADAL" clId="{8571DC48-0C12-45E0-9BF7-0A12C0FA93C2}" dt="2021-05-17T14:32:58.662" v="496" actId="207"/>
          <ac:spMkLst>
            <pc:docMk/>
            <pc:sldMk cId="254607577" sldId="868"/>
            <ac:spMk id="3" creationId="{00000000-0000-0000-0000-000000000000}"/>
          </ac:spMkLst>
        </pc:spChg>
        <pc:spChg chg="mod">
          <ac:chgData name="Soumita Sengupta" userId="4afa6ce1-cb01-46c2-8538-4650222f0c96" providerId="ADAL" clId="{8571DC48-0C12-45E0-9BF7-0A12C0FA93C2}" dt="2021-05-17T14:32:58.662" v="496" actId="207"/>
          <ac:spMkLst>
            <pc:docMk/>
            <pc:sldMk cId="254607577" sldId="868"/>
            <ac:spMk id="4" creationId="{00000000-0000-0000-0000-000000000000}"/>
          </ac:spMkLst>
        </pc:spChg>
      </pc:sldChg>
      <pc:sldChg chg="modSp mod">
        <pc:chgData name="Soumita Sengupta" userId="4afa6ce1-cb01-46c2-8538-4650222f0c96" providerId="ADAL" clId="{8571DC48-0C12-45E0-9BF7-0A12C0FA93C2}" dt="2021-05-17T14:33:32.147" v="497" actId="207"/>
        <pc:sldMkLst>
          <pc:docMk/>
          <pc:sldMk cId="1693671457" sldId="869"/>
        </pc:sldMkLst>
        <pc:spChg chg="mod">
          <ac:chgData name="Soumita Sengupta" userId="4afa6ce1-cb01-46c2-8538-4650222f0c96" providerId="ADAL" clId="{8571DC48-0C12-45E0-9BF7-0A12C0FA93C2}" dt="2021-05-17T14:33:32.147" v="497" actId="207"/>
          <ac:spMkLst>
            <pc:docMk/>
            <pc:sldMk cId="1693671457" sldId="869"/>
            <ac:spMk id="4" creationId="{0F44E4FA-AE31-4042-8C71-0A7D8636397F}"/>
          </ac:spMkLst>
        </pc:spChg>
        <pc:spChg chg="mod">
          <ac:chgData name="Soumita Sengupta" userId="4afa6ce1-cb01-46c2-8538-4650222f0c96" providerId="ADAL" clId="{8571DC48-0C12-45E0-9BF7-0A12C0FA93C2}" dt="2021-05-17T14:33:32.147" v="497" actId="207"/>
          <ac:spMkLst>
            <pc:docMk/>
            <pc:sldMk cId="1693671457" sldId="869"/>
            <ac:spMk id="5" creationId="{D1C828E8-8E33-4814-A1B2-4FA0028A8013}"/>
          </ac:spMkLst>
        </pc:spChg>
      </pc:sldChg>
      <pc:sldChg chg="modSp mod">
        <pc:chgData name="Soumita Sengupta" userId="4afa6ce1-cb01-46c2-8538-4650222f0c96" providerId="ADAL" clId="{8571DC48-0C12-45E0-9BF7-0A12C0FA93C2}" dt="2021-05-17T14:33:39.807" v="498" actId="207"/>
        <pc:sldMkLst>
          <pc:docMk/>
          <pc:sldMk cId="2521651456" sldId="870"/>
        </pc:sldMkLst>
        <pc:spChg chg="mod">
          <ac:chgData name="Soumita Sengupta" userId="4afa6ce1-cb01-46c2-8538-4650222f0c96" providerId="ADAL" clId="{8571DC48-0C12-45E0-9BF7-0A12C0FA93C2}" dt="2021-05-17T14:33:39.807" v="498" actId="207"/>
          <ac:spMkLst>
            <pc:docMk/>
            <pc:sldMk cId="2521651456" sldId="870"/>
            <ac:spMk id="2" creationId="{D2965F05-2471-447C-97CD-B93193FE76F8}"/>
          </ac:spMkLst>
        </pc:spChg>
        <pc:spChg chg="mod">
          <ac:chgData name="Soumita Sengupta" userId="4afa6ce1-cb01-46c2-8538-4650222f0c96" providerId="ADAL" clId="{8571DC48-0C12-45E0-9BF7-0A12C0FA93C2}" dt="2021-05-17T14:33:39.807" v="498" actId="207"/>
          <ac:spMkLst>
            <pc:docMk/>
            <pc:sldMk cId="2521651456" sldId="870"/>
            <ac:spMk id="4" creationId="{00000000-0000-0000-0000-000000000000}"/>
          </ac:spMkLst>
        </pc:spChg>
      </pc:sldChg>
      <pc:sldChg chg="modSp add mod">
        <pc:chgData name="Soumita Sengupta" userId="4afa6ce1-cb01-46c2-8538-4650222f0c96" providerId="ADAL" clId="{8571DC48-0C12-45E0-9BF7-0A12C0FA93C2}" dt="2021-05-17T14:33:50.087" v="499" actId="207"/>
        <pc:sldMkLst>
          <pc:docMk/>
          <pc:sldMk cId="2056228496" sldId="872"/>
        </pc:sldMkLst>
        <pc:spChg chg="mod">
          <ac:chgData name="Soumita Sengupta" userId="4afa6ce1-cb01-46c2-8538-4650222f0c96" providerId="ADAL" clId="{8571DC48-0C12-45E0-9BF7-0A12C0FA93C2}" dt="2021-05-17T14:33:50.087" v="499" actId="207"/>
          <ac:spMkLst>
            <pc:docMk/>
            <pc:sldMk cId="2056228496" sldId="872"/>
            <ac:spMk id="2" creationId="{F8F412AC-0085-4638-B895-893A5B1D530B}"/>
          </ac:spMkLst>
        </pc:spChg>
        <pc:spChg chg="mod">
          <ac:chgData name="Soumita Sengupta" userId="4afa6ce1-cb01-46c2-8538-4650222f0c96" providerId="ADAL" clId="{8571DC48-0C12-45E0-9BF7-0A12C0FA93C2}" dt="2021-05-17T14:33:50.087" v="499" actId="207"/>
          <ac:spMkLst>
            <pc:docMk/>
            <pc:sldMk cId="2056228496" sldId="872"/>
            <ac:spMk id="3" creationId="{F67EAD20-C271-4DEE-B7C2-CCC79CE8AB23}"/>
          </ac:spMkLst>
        </pc:spChg>
        <pc:spChg chg="mod">
          <ac:chgData name="Soumita Sengupta" userId="4afa6ce1-cb01-46c2-8538-4650222f0c96" providerId="ADAL" clId="{8571DC48-0C12-45E0-9BF7-0A12C0FA93C2}" dt="2021-05-17T07:38:17.733" v="56" actId="255"/>
          <ac:spMkLst>
            <pc:docMk/>
            <pc:sldMk cId="2056228496" sldId="872"/>
            <ac:spMk id="5" creationId="{B50CAA43-3A66-42AD-BD02-B4ED241630EB}"/>
          </ac:spMkLst>
        </pc:spChg>
      </pc:sldChg>
      <pc:sldChg chg="delSp add mod">
        <pc:chgData name="Soumita Sengupta" userId="4afa6ce1-cb01-46c2-8538-4650222f0c96" providerId="ADAL" clId="{8571DC48-0C12-45E0-9BF7-0A12C0FA93C2}" dt="2021-05-17T07:38:32.932" v="57" actId="478"/>
        <pc:sldMkLst>
          <pc:docMk/>
          <pc:sldMk cId="2816898881" sldId="873"/>
        </pc:sldMkLst>
        <pc:spChg chg="del">
          <ac:chgData name="Soumita Sengupta" userId="4afa6ce1-cb01-46c2-8538-4650222f0c96" providerId="ADAL" clId="{8571DC48-0C12-45E0-9BF7-0A12C0FA93C2}" dt="2021-05-17T07:38:32.932" v="57" actId="478"/>
          <ac:spMkLst>
            <pc:docMk/>
            <pc:sldMk cId="2816898881" sldId="873"/>
            <ac:spMk id="10" creationId="{7132211E-35E2-42C8-B7EE-6C792F6E2A09}"/>
          </ac:spMkLst>
        </pc:spChg>
      </pc:sldChg>
      <pc:sldChg chg="modSp add mod">
        <pc:chgData name="Soumita Sengupta" userId="4afa6ce1-cb01-46c2-8538-4650222f0c96" providerId="ADAL" clId="{8571DC48-0C12-45E0-9BF7-0A12C0FA93C2}" dt="2021-05-17T07:38:49.668" v="59" actId="255"/>
        <pc:sldMkLst>
          <pc:docMk/>
          <pc:sldMk cId="53408869" sldId="874"/>
        </pc:sldMkLst>
        <pc:spChg chg="mod">
          <ac:chgData name="Soumita Sengupta" userId="4afa6ce1-cb01-46c2-8538-4650222f0c96" providerId="ADAL" clId="{8571DC48-0C12-45E0-9BF7-0A12C0FA93C2}" dt="2021-05-17T07:38:49.668" v="59" actId="255"/>
          <ac:spMkLst>
            <pc:docMk/>
            <pc:sldMk cId="53408869" sldId="874"/>
            <ac:spMk id="3" creationId="{10A61534-B4CA-4007-8750-502B9A30D959}"/>
          </ac:spMkLst>
        </pc:spChg>
      </pc:sldChg>
      <pc:sldChg chg="modSp add mod">
        <pc:chgData name="Soumita Sengupta" userId="4afa6ce1-cb01-46c2-8538-4650222f0c96" providerId="ADAL" clId="{8571DC48-0C12-45E0-9BF7-0A12C0FA93C2}" dt="2021-05-17T07:39:26.968" v="61" actId="2711"/>
        <pc:sldMkLst>
          <pc:docMk/>
          <pc:sldMk cId="1332674554" sldId="875"/>
        </pc:sldMkLst>
        <pc:spChg chg="mod">
          <ac:chgData name="Soumita Sengupta" userId="4afa6ce1-cb01-46c2-8538-4650222f0c96" providerId="ADAL" clId="{8571DC48-0C12-45E0-9BF7-0A12C0FA93C2}" dt="2021-05-17T07:39:06.195" v="60" actId="255"/>
          <ac:spMkLst>
            <pc:docMk/>
            <pc:sldMk cId="1332674554" sldId="875"/>
            <ac:spMk id="2" creationId="{087FF39E-82A2-4417-8732-85A562218D67}"/>
          </ac:spMkLst>
        </pc:spChg>
        <pc:spChg chg="mod">
          <ac:chgData name="Soumita Sengupta" userId="4afa6ce1-cb01-46c2-8538-4650222f0c96" providerId="ADAL" clId="{8571DC48-0C12-45E0-9BF7-0A12C0FA93C2}" dt="2021-05-17T07:39:26.968" v="61" actId="2711"/>
          <ac:spMkLst>
            <pc:docMk/>
            <pc:sldMk cId="1332674554" sldId="875"/>
            <ac:spMk id="7" creationId="{00000000-0000-0000-0000-000000000000}"/>
          </ac:spMkLst>
        </pc:spChg>
      </pc:sldChg>
      <pc:sldChg chg="modSp add mod">
        <pc:chgData name="Soumita Sengupta" userId="4afa6ce1-cb01-46c2-8538-4650222f0c96" providerId="ADAL" clId="{8571DC48-0C12-45E0-9BF7-0A12C0FA93C2}" dt="2021-05-17T07:51:52.484" v="203" actId="5793"/>
        <pc:sldMkLst>
          <pc:docMk/>
          <pc:sldMk cId="202006007" sldId="879"/>
        </pc:sldMkLst>
        <pc:spChg chg="mod">
          <ac:chgData name="Soumita Sengupta" userId="4afa6ce1-cb01-46c2-8538-4650222f0c96" providerId="ADAL" clId="{8571DC48-0C12-45E0-9BF7-0A12C0FA93C2}" dt="2021-05-17T07:51:52.484" v="203" actId="5793"/>
          <ac:spMkLst>
            <pc:docMk/>
            <pc:sldMk cId="202006007" sldId="879"/>
            <ac:spMk id="5" creationId="{70407E3C-70AF-4CC3-9567-50F4E8EB1618}"/>
          </ac:spMkLst>
        </pc:spChg>
      </pc:sldChg>
      <pc:sldChg chg="modSp mod">
        <pc:chgData name="Soumita Sengupta" userId="4afa6ce1-cb01-46c2-8538-4650222f0c96" providerId="ADAL" clId="{8571DC48-0C12-45E0-9BF7-0A12C0FA93C2}" dt="2021-05-17T14:27:33.891" v="454" actId="207"/>
        <pc:sldMkLst>
          <pc:docMk/>
          <pc:sldMk cId="1639061617" sldId="880"/>
        </pc:sldMkLst>
        <pc:spChg chg="mod">
          <ac:chgData name="Soumita Sengupta" userId="4afa6ce1-cb01-46c2-8538-4650222f0c96" providerId="ADAL" clId="{8571DC48-0C12-45E0-9BF7-0A12C0FA93C2}" dt="2021-05-17T14:27:33.891" v="454" actId="207"/>
          <ac:spMkLst>
            <pc:docMk/>
            <pc:sldMk cId="1639061617" sldId="880"/>
            <ac:spMk id="3" creationId="{00000000-0000-0000-0000-000000000000}"/>
          </ac:spMkLst>
        </pc:spChg>
        <pc:spChg chg="mod">
          <ac:chgData name="Soumita Sengupta" userId="4afa6ce1-cb01-46c2-8538-4650222f0c96" providerId="ADAL" clId="{8571DC48-0C12-45E0-9BF7-0A12C0FA93C2}" dt="2021-05-17T14:27:33.891" v="454" actId="207"/>
          <ac:spMkLst>
            <pc:docMk/>
            <pc:sldMk cId="1639061617" sldId="880"/>
            <ac:spMk id="4" creationId="{00000000-0000-0000-0000-000000000000}"/>
          </ac:spMkLst>
        </pc:spChg>
      </pc:sldChg>
      <pc:sldChg chg="modSp mod">
        <pc:chgData name="Soumita Sengupta" userId="4afa6ce1-cb01-46c2-8538-4650222f0c96" providerId="ADAL" clId="{8571DC48-0C12-45E0-9BF7-0A12C0FA93C2}" dt="2021-05-17T14:28:21.765" v="461" actId="207"/>
        <pc:sldMkLst>
          <pc:docMk/>
          <pc:sldMk cId="2139875260" sldId="881"/>
        </pc:sldMkLst>
        <pc:spChg chg="mod">
          <ac:chgData name="Soumita Sengupta" userId="4afa6ce1-cb01-46c2-8538-4650222f0c96" providerId="ADAL" clId="{8571DC48-0C12-45E0-9BF7-0A12C0FA93C2}" dt="2021-05-17T14:28:21.765" v="461" actId="207"/>
          <ac:spMkLst>
            <pc:docMk/>
            <pc:sldMk cId="2139875260" sldId="881"/>
            <ac:spMk id="3" creationId="{00000000-0000-0000-0000-000000000000}"/>
          </ac:spMkLst>
        </pc:spChg>
        <pc:spChg chg="mod">
          <ac:chgData name="Soumita Sengupta" userId="4afa6ce1-cb01-46c2-8538-4650222f0c96" providerId="ADAL" clId="{8571DC48-0C12-45E0-9BF7-0A12C0FA93C2}" dt="2021-05-17T14:28:21.765" v="461" actId="207"/>
          <ac:spMkLst>
            <pc:docMk/>
            <pc:sldMk cId="2139875260" sldId="881"/>
            <ac:spMk id="4" creationId="{00000000-0000-0000-0000-000000000000}"/>
          </ac:spMkLst>
        </pc:spChg>
      </pc:sldChg>
      <pc:sldChg chg="modSp mod">
        <pc:chgData name="Soumita Sengupta" userId="4afa6ce1-cb01-46c2-8538-4650222f0c96" providerId="ADAL" clId="{8571DC48-0C12-45E0-9BF7-0A12C0FA93C2}" dt="2021-05-17T14:28:40.884" v="463" actId="207"/>
        <pc:sldMkLst>
          <pc:docMk/>
          <pc:sldMk cId="2047864383" sldId="883"/>
        </pc:sldMkLst>
        <pc:spChg chg="mod">
          <ac:chgData name="Soumita Sengupta" userId="4afa6ce1-cb01-46c2-8538-4650222f0c96" providerId="ADAL" clId="{8571DC48-0C12-45E0-9BF7-0A12C0FA93C2}" dt="2021-05-17T14:28:40.884" v="463" actId="207"/>
          <ac:spMkLst>
            <pc:docMk/>
            <pc:sldMk cId="2047864383" sldId="883"/>
            <ac:spMk id="2" creationId="{D7229EAB-2797-4C92-B9F3-E1A52FD16017}"/>
          </ac:spMkLst>
        </pc:spChg>
        <pc:spChg chg="mod">
          <ac:chgData name="Soumita Sengupta" userId="4afa6ce1-cb01-46c2-8538-4650222f0c96" providerId="ADAL" clId="{8571DC48-0C12-45E0-9BF7-0A12C0FA93C2}" dt="2021-05-17T14:28:40.884" v="463" actId="207"/>
          <ac:spMkLst>
            <pc:docMk/>
            <pc:sldMk cId="2047864383" sldId="883"/>
            <ac:spMk id="4" creationId="{00000000-0000-0000-0000-000000000000}"/>
          </ac:spMkLst>
        </pc:spChg>
      </pc:sldChg>
      <pc:sldChg chg="modSp mod">
        <pc:chgData name="Soumita Sengupta" userId="4afa6ce1-cb01-46c2-8538-4650222f0c96" providerId="ADAL" clId="{8571DC48-0C12-45E0-9BF7-0A12C0FA93C2}" dt="2021-05-17T14:28:48.469" v="464" actId="207"/>
        <pc:sldMkLst>
          <pc:docMk/>
          <pc:sldMk cId="3568281701" sldId="884"/>
        </pc:sldMkLst>
        <pc:spChg chg="mod">
          <ac:chgData name="Soumita Sengupta" userId="4afa6ce1-cb01-46c2-8538-4650222f0c96" providerId="ADAL" clId="{8571DC48-0C12-45E0-9BF7-0A12C0FA93C2}" dt="2021-05-17T14:28:48.469" v="464" actId="207"/>
          <ac:spMkLst>
            <pc:docMk/>
            <pc:sldMk cId="3568281701" sldId="884"/>
            <ac:spMk id="2" creationId="{D7229EAB-2797-4C92-B9F3-E1A52FD16017}"/>
          </ac:spMkLst>
        </pc:spChg>
        <pc:spChg chg="mod">
          <ac:chgData name="Soumita Sengupta" userId="4afa6ce1-cb01-46c2-8538-4650222f0c96" providerId="ADAL" clId="{8571DC48-0C12-45E0-9BF7-0A12C0FA93C2}" dt="2021-05-17T14:28:48.469" v="464" actId="207"/>
          <ac:spMkLst>
            <pc:docMk/>
            <pc:sldMk cId="3568281701" sldId="884"/>
            <ac:spMk id="4" creationId="{00000000-0000-0000-0000-000000000000}"/>
          </ac:spMkLst>
        </pc:spChg>
      </pc:sldChg>
      <pc:sldChg chg="modSp mod">
        <pc:chgData name="Soumita Sengupta" userId="4afa6ce1-cb01-46c2-8538-4650222f0c96" providerId="ADAL" clId="{8571DC48-0C12-45E0-9BF7-0A12C0FA93C2}" dt="2021-05-17T14:28:54.669" v="465" actId="207"/>
        <pc:sldMkLst>
          <pc:docMk/>
          <pc:sldMk cId="3658751047" sldId="885"/>
        </pc:sldMkLst>
        <pc:spChg chg="mod">
          <ac:chgData name="Soumita Sengupta" userId="4afa6ce1-cb01-46c2-8538-4650222f0c96" providerId="ADAL" clId="{8571DC48-0C12-45E0-9BF7-0A12C0FA93C2}" dt="2021-05-17T14:28:54.669" v="465" actId="207"/>
          <ac:spMkLst>
            <pc:docMk/>
            <pc:sldMk cId="3658751047" sldId="885"/>
            <ac:spMk id="2" creationId="{D7229EAB-2797-4C92-B9F3-E1A52FD16017}"/>
          </ac:spMkLst>
        </pc:spChg>
        <pc:spChg chg="mod">
          <ac:chgData name="Soumita Sengupta" userId="4afa6ce1-cb01-46c2-8538-4650222f0c96" providerId="ADAL" clId="{8571DC48-0C12-45E0-9BF7-0A12C0FA93C2}" dt="2021-05-17T14:28:54.669" v="465" actId="207"/>
          <ac:spMkLst>
            <pc:docMk/>
            <pc:sldMk cId="3658751047" sldId="885"/>
            <ac:spMk id="4" creationId="{00000000-0000-0000-0000-000000000000}"/>
          </ac:spMkLst>
        </pc:spChg>
      </pc:sldChg>
      <pc:sldChg chg="modSp mod">
        <pc:chgData name="Soumita Sengupta" userId="4afa6ce1-cb01-46c2-8538-4650222f0c96" providerId="ADAL" clId="{8571DC48-0C12-45E0-9BF7-0A12C0FA93C2}" dt="2021-05-17T14:29:01.348" v="466" actId="207"/>
        <pc:sldMkLst>
          <pc:docMk/>
          <pc:sldMk cId="225487929" sldId="886"/>
        </pc:sldMkLst>
        <pc:spChg chg="mod">
          <ac:chgData name="Soumita Sengupta" userId="4afa6ce1-cb01-46c2-8538-4650222f0c96" providerId="ADAL" clId="{8571DC48-0C12-45E0-9BF7-0A12C0FA93C2}" dt="2021-05-17T14:29:01.348" v="466" actId="207"/>
          <ac:spMkLst>
            <pc:docMk/>
            <pc:sldMk cId="225487929" sldId="886"/>
            <ac:spMk id="2" creationId="{D7229EAB-2797-4C92-B9F3-E1A52FD16017}"/>
          </ac:spMkLst>
        </pc:spChg>
        <pc:spChg chg="mod">
          <ac:chgData name="Soumita Sengupta" userId="4afa6ce1-cb01-46c2-8538-4650222f0c96" providerId="ADAL" clId="{8571DC48-0C12-45E0-9BF7-0A12C0FA93C2}" dt="2021-05-17T14:29:01.348" v="466" actId="207"/>
          <ac:spMkLst>
            <pc:docMk/>
            <pc:sldMk cId="225487929" sldId="886"/>
            <ac:spMk id="4" creationId="{00000000-0000-0000-0000-000000000000}"/>
          </ac:spMkLst>
        </pc:spChg>
      </pc:sldChg>
      <pc:sldChg chg="modSp mod">
        <pc:chgData name="Soumita Sengupta" userId="4afa6ce1-cb01-46c2-8538-4650222f0c96" providerId="ADAL" clId="{8571DC48-0C12-45E0-9BF7-0A12C0FA93C2}" dt="2021-05-17T14:29:08.172" v="467" actId="207"/>
        <pc:sldMkLst>
          <pc:docMk/>
          <pc:sldMk cId="1268566176" sldId="887"/>
        </pc:sldMkLst>
        <pc:spChg chg="mod">
          <ac:chgData name="Soumita Sengupta" userId="4afa6ce1-cb01-46c2-8538-4650222f0c96" providerId="ADAL" clId="{8571DC48-0C12-45E0-9BF7-0A12C0FA93C2}" dt="2021-05-17T14:29:08.172" v="467" actId="207"/>
          <ac:spMkLst>
            <pc:docMk/>
            <pc:sldMk cId="1268566176" sldId="887"/>
            <ac:spMk id="2" creationId="{D7229EAB-2797-4C92-B9F3-E1A52FD16017}"/>
          </ac:spMkLst>
        </pc:spChg>
        <pc:spChg chg="mod">
          <ac:chgData name="Soumita Sengupta" userId="4afa6ce1-cb01-46c2-8538-4650222f0c96" providerId="ADAL" clId="{8571DC48-0C12-45E0-9BF7-0A12C0FA93C2}" dt="2021-05-17T14:29:08.172" v="467" actId="207"/>
          <ac:spMkLst>
            <pc:docMk/>
            <pc:sldMk cId="1268566176" sldId="887"/>
            <ac:spMk id="4" creationId="{00000000-0000-0000-0000-000000000000}"/>
          </ac:spMkLst>
        </pc:spChg>
      </pc:sldChg>
      <pc:sldChg chg="modSp mod">
        <pc:chgData name="Soumita Sengupta" userId="4afa6ce1-cb01-46c2-8538-4650222f0c96" providerId="ADAL" clId="{8571DC48-0C12-45E0-9BF7-0A12C0FA93C2}" dt="2021-05-17T14:30:34.004" v="476" actId="207"/>
        <pc:sldMkLst>
          <pc:docMk/>
          <pc:sldMk cId="2990392643" sldId="889"/>
        </pc:sldMkLst>
        <pc:spChg chg="mod">
          <ac:chgData name="Soumita Sengupta" userId="4afa6ce1-cb01-46c2-8538-4650222f0c96" providerId="ADAL" clId="{8571DC48-0C12-45E0-9BF7-0A12C0FA93C2}" dt="2021-05-17T14:30:34.004" v="476" actId="207"/>
          <ac:spMkLst>
            <pc:docMk/>
            <pc:sldMk cId="2990392643" sldId="889"/>
            <ac:spMk id="2" creationId="{B6B893F1-DEDB-4CFF-8DD4-069CEAC32E9F}"/>
          </ac:spMkLst>
        </pc:spChg>
        <pc:spChg chg="mod">
          <ac:chgData name="Soumita Sengupta" userId="4afa6ce1-cb01-46c2-8538-4650222f0c96" providerId="ADAL" clId="{8571DC48-0C12-45E0-9BF7-0A12C0FA93C2}" dt="2021-05-17T14:30:34.004" v="476" actId="207"/>
          <ac:spMkLst>
            <pc:docMk/>
            <pc:sldMk cId="2990392643" sldId="889"/>
            <ac:spMk id="4" creationId="{00000000-0000-0000-0000-000000000000}"/>
          </ac:spMkLst>
        </pc:spChg>
      </pc:sldChg>
      <pc:sldChg chg="modSp mod">
        <pc:chgData name="Soumita Sengupta" userId="4afa6ce1-cb01-46c2-8538-4650222f0c96" providerId="ADAL" clId="{8571DC48-0C12-45E0-9BF7-0A12C0FA93C2}" dt="2021-05-17T14:30:39.835" v="477" actId="207"/>
        <pc:sldMkLst>
          <pc:docMk/>
          <pc:sldMk cId="4152093735" sldId="890"/>
        </pc:sldMkLst>
        <pc:spChg chg="mod">
          <ac:chgData name="Soumita Sengupta" userId="4afa6ce1-cb01-46c2-8538-4650222f0c96" providerId="ADAL" clId="{8571DC48-0C12-45E0-9BF7-0A12C0FA93C2}" dt="2021-05-17T14:30:39.835" v="477" actId="207"/>
          <ac:spMkLst>
            <pc:docMk/>
            <pc:sldMk cId="4152093735" sldId="890"/>
            <ac:spMk id="2" creationId="{B6B893F1-DEDB-4CFF-8DD4-069CEAC32E9F}"/>
          </ac:spMkLst>
        </pc:spChg>
        <pc:spChg chg="mod">
          <ac:chgData name="Soumita Sengupta" userId="4afa6ce1-cb01-46c2-8538-4650222f0c96" providerId="ADAL" clId="{8571DC48-0C12-45E0-9BF7-0A12C0FA93C2}" dt="2021-05-17T14:30:39.835" v="477" actId="207"/>
          <ac:spMkLst>
            <pc:docMk/>
            <pc:sldMk cId="4152093735" sldId="890"/>
            <ac:spMk id="4" creationId="{00000000-0000-0000-0000-000000000000}"/>
          </ac:spMkLst>
        </pc:spChg>
      </pc:sldChg>
      <pc:sldChg chg="modSp mod">
        <pc:chgData name="Soumita Sengupta" userId="4afa6ce1-cb01-46c2-8538-4650222f0c96" providerId="ADAL" clId="{8571DC48-0C12-45E0-9BF7-0A12C0FA93C2}" dt="2021-05-17T14:32:00.213" v="488" actId="207"/>
        <pc:sldMkLst>
          <pc:docMk/>
          <pc:sldMk cId="3419036602" sldId="891"/>
        </pc:sldMkLst>
        <pc:spChg chg="mod">
          <ac:chgData name="Soumita Sengupta" userId="4afa6ce1-cb01-46c2-8538-4650222f0c96" providerId="ADAL" clId="{8571DC48-0C12-45E0-9BF7-0A12C0FA93C2}" dt="2021-05-17T14:32:00.213" v="488" actId="207"/>
          <ac:spMkLst>
            <pc:docMk/>
            <pc:sldMk cId="3419036602" sldId="891"/>
            <ac:spMk id="2" creationId="{D2965F05-2471-447C-97CD-B93193FE76F8}"/>
          </ac:spMkLst>
        </pc:spChg>
        <pc:spChg chg="mod">
          <ac:chgData name="Soumita Sengupta" userId="4afa6ce1-cb01-46c2-8538-4650222f0c96" providerId="ADAL" clId="{8571DC48-0C12-45E0-9BF7-0A12C0FA93C2}" dt="2021-05-17T14:32:00.213" v="488" actId="207"/>
          <ac:spMkLst>
            <pc:docMk/>
            <pc:sldMk cId="3419036602" sldId="891"/>
            <ac:spMk id="4" creationId="{00000000-0000-0000-0000-000000000000}"/>
          </ac:spMkLst>
        </pc:spChg>
      </pc:sldChg>
      <pc:sldChg chg="modSp mod">
        <pc:chgData name="Soumita Sengupta" userId="4afa6ce1-cb01-46c2-8538-4650222f0c96" providerId="ADAL" clId="{8571DC48-0C12-45E0-9BF7-0A12C0FA93C2}" dt="2021-05-17T14:32:06.656" v="489" actId="207"/>
        <pc:sldMkLst>
          <pc:docMk/>
          <pc:sldMk cId="2610132345" sldId="892"/>
        </pc:sldMkLst>
        <pc:spChg chg="mod">
          <ac:chgData name="Soumita Sengupta" userId="4afa6ce1-cb01-46c2-8538-4650222f0c96" providerId="ADAL" clId="{8571DC48-0C12-45E0-9BF7-0A12C0FA93C2}" dt="2021-05-17T14:32:06.656" v="489" actId="207"/>
          <ac:spMkLst>
            <pc:docMk/>
            <pc:sldMk cId="2610132345" sldId="892"/>
            <ac:spMk id="2" creationId="{D2965F05-2471-447C-97CD-B93193FE76F8}"/>
          </ac:spMkLst>
        </pc:spChg>
        <pc:spChg chg="mod">
          <ac:chgData name="Soumita Sengupta" userId="4afa6ce1-cb01-46c2-8538-4650222f0c96" providerId="ADAL" clId="{8571DC48-0C12-45E0-9BF7-0A12C0FA93C2}" dt="2021-05-17T14:32:06.656" v="489" actId="207"/>
          <ac:spMkLst>
            <pc:docMk/>
            <pc:sldMk cId="2610132345" sldId="892"/>
            <ac:spMk id="4" creationId="{00000000-0000-0000-0000-000000000000}"/>
          </ac:spMkLst>
        </pc:spChg>
      </pc:sldChg>
      <pc:sldChg chg="modSp mod">
        <pc:chgData name="Soumita Sengupta" userId="4afa6ce1-cb01-46c2-8538-4650222f0c96" providerId="ADAL" clId="{8571DC48-0C12-45E0-9BF7-0A12C0FA93C2}" dt="2021-05-17T14:32:13.142" v="490" actId="207"/>
        <pc:sldMkLst>
          <pc:docMk/>
          <pc:sldMk cId="44910485" sldId="893"/>
        </pc:sldMkLst>
        <pc:spChg chg="mod">
          <ac:chgData name="Soumita Sengupta" userId="4afa6ce1-cb01-46c2-8538-4650222f0c96" providerId="ADAL" clId="{8571DC48-0C12-45E0-9BF7-0A12C0FA93C2}" dt="2021-05-17T14:32:13.142" v="490" actId="207"/>
          <ac:spMkLst>
            <pc:docMk/>
            <pc:sldMk cId="44910485" sldId="893"/>
            <ac:spMk id="2" creationId="{D2965F05-2471-447C-97CD-B93193FE76F8}"/>
          </ac:spMkLst>
        </pc:spChg>
        <pc:spChg chg="mod">
          <ac:chgData name="Soumita Sengupta" userId="4afa6ce1-cb01-46c2-8538-4650222f0c96" providerId="ADAL" clId="{8571DC48-0C12-45E0-9BF7-0A12C0FA93C2}" dt="2021-05-17T14:32:13.142" v="490" actId="207"/>
          <ac:spMkLst>
            <pc:docMk/>
            <pc:sldMk cId="44910485" sldId="893"/>
            <ac:spMk id="4" creationId="{00000000-0000-0000-0000-000000000000}"/>
          </ac:spMkLst>
        </pc:spChg>
      </pc:sldChg>
      <pc:sldChg chg="modSp mod">
        <pc:chgData name="Soumita Sengupta" userId="4afa6ce1-cb01-46c2-8538-4650222f0c96" providerId="ADAL" clId="{8571DC48-0C12-45E0-9BF7-0A12C0FA93C2}" dt="2021-05-17T14:32:19.826" v="491" actId="207"/>
        <pc:sldMkLst>
          <pc:docMk/>
          <pc:sldMk cId="3136716027" sldId="894"/>
        </pc:sldMkLst>
        <pc:spChg chg="mod">
          <ac:chgData name="Soumita Sengupta" userId="4afa6ce1-cb01-46c2-8538-4650222f0c96" providerId="ADAL" clId="{8571DC48-0C12-45E0-9BF7-0A12C0FA93C2}" dt="2021-05-17T14:32:19.826" v="491" actId="207"/>
          <ac:spMkLst>
            <pc:docMk/>
            <pc:sldMk cId="3136716027" sldId="894"/>
            <ac:spMk id="2" creationId="{D2965F05-2471-447C-97CD-B93193FE76F8}"/>
          </ac:spMkLst>
        </pc:spChg>
        <pc:spChg chg="mod">
          <ac:chgData name="Soumita Sengupta" userId="4afa6ce1-cb01-46c2-8538-4650222f0c96" providerId="ADAL" clId="{8571DC48-0C12-45E0-9BF7-0A12C0FA93C2}" dt="2021-05-17T14:32:19.826" v="491" actId="207"/>
          <ac:spMkLst>
            <pc:docMk/>
            <pc:sldMk cId="3136716027" sldId="894"/>
            <ac:spMk id="4" creationId="{00000000-0000-0000-0000-000000000000}"/>
          </ac:spMkLst>
        </pc:spChg>
      </pc:sldChg>
      <pc:sldChg chg="delSp add mod">
        <pc:chgData name="Soumita Sengupta" userId="4afa6ce1-cb01-46c2-8538-4650222f0c96" providerId="ADAL" clId="{8571DC48-0C12-45E0-9BF7-0A12C0FA93C2}" dt="2021-05-17T07:38:41.608" v="58" actId="478"/>
        <pc:sldMkLst>
          <pc:docMk/>
          <pc:sldMk cId="1567628064" sldId="895"/>
        </pc:sldMkLst>
        <pc:spChg chg="del">
          <ac:chgData name="Soumita Sengupta" userId="4afa6ce1-cb01-46c2-8538-4650222f0c96" providerId="ADAL" clId="{8571DC48-0C12-45E0-9BF7-0A12C0FA93C2}" dt="2021-05-17T07:38:41.608" v="58" actId="478"/>
          <ac:spMkLst>
            <pc:docMk/>
            <pc:sldMk cId="1567628064" sldId="895"/>
            <ac:spMk id="10" creationId="{7132211E-35E2-42C8-B7EE-6C792F6E2A09}"/>
          </ac:spMkLst>
        </pc:spChg>
      </pc:sldChg>
      <pc:sldChg chg="delSp modSp add mod">
        <pc:chgData name="Soumita Sengupta" userId="4afa6ce1-cb01-46c2-8538-4650222f0c96" providerId="ADAL" clId="{8571DC48-0C12-45E0-9BF7-0A12C0FA93C2}" dt="2021-05-17T07:53:44.035" v="218" actId="255"/>
        <pc:sldMkLst>
          <pc:docMk/>
          <pc:sldMk cId="3581655586" sldId="897"/>
        </pc:sldMkLst>
        <pc:spChg chg="del">
          <ac:chgData name="Soumita Sengupta" userId="4afa6ce1-cb01-46c2-8538-4650222f0c96" providerId="ADAL" clId="{8571DC48-0C12-45E0-9BF7-0A12C0FA93C2}" dt="2021-05-17T07:53:32.514" v="216" actId="478"/>
          <ac:spMkLst>
            <pc:docMk/>
            <pc:sldMk cId="3581655586" sldId="897"/>
            <ac:spMk id="3" creationId="{0F173469-94E6-4FFB-804E-333660EDA01C}"/>
          </ac:spMkLst>
        </pc:spChg>
        <pc:graphicFrameChg chg="mod modGraphic">
          <ac:chgData name="Soumita Sengupta" userId="4afa6ce1-cb01-46c2-8538-4650222f0c96" providerId="ADAL" clId="{8571DC48-0C12-45E0-9BF7-0A12C0FA93C2}" dt="2021-05-17T07:53:44.035" v="218" actId="255"/>
          <ac:graphicFrameMkLst>
            <pc:docMk/>
            <pc:sldMk cId="3581655586" sldId="897"/>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06.595" v="222" actId="1076"/>
        <pc:sldMkLst>
          <pc:docMk/>
          <pc:sldMk cId="2881927986" sldId="898"/>
        </pc:sldMkLst>
        <pc:spChg chg="del">
          <ac:chgData name="Soumita Sengupta" userId="4afa6ce1-cb01-46c2-8538-4650222f0c96" providerId="ADAL" clId="{8571DC48-0C12-45E0-9BF7-0A12C0FA93C2}" dt="2021-05-17T07:53:54.020" v="220" actId="478"/>
          <ac:spMkLst>
            <pc:docMk/>
            <pc:sldMk cId="2881927986" sldId="898"/>
            <ac:spMk id="3" creationId="{0F173469-94E6-4FFB-804E-333660EDA01C}"/>
          </ac:spMkLst>
        </pc:spChg>
        <pc:graphicFrameChg chg="mod modGraphic">
          <ac:chgData name="Soumita Sengupta" userId="4afa6ce1-cb01-46c2-8538-4650222f0c96" providerId="ADAL" clId="{8571DC48-0C12-45E0-9BF7-0A12C0FA93C2}" dt="2021-05-17T07:54:06.595" v="222" actId="1076"/>
          <ac:graphicFrameMkLst>
            <pc:docMk/>
            <pc:sldMk cId="2881927986" sldId="898"/>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59.315" v="231" actId="255"/>
        <pc:sldMkLst>
          <pc:docMk/>
          <pc:sldMk cId="2274002417" sldId="900"/>
        </pc:sldMkLst>
        <pc:spChg chg="del">
          <ac:chgData name="Soumita Sengupta" userId="4afa6ce1-cb01-46c2-8538-4650222f0c96" providerId="ADAL" clId="{8571DC48-0C12-45E0-9BF7-0A12C0FA93C2}" dt="2021-05-17T07:54:46.535" v="230" actId="478"/>
          <ac:spMkLst>
            <pc:docMk/>
            <pc:sldMk cId="2274002417" sldId="900"/>
            <ac:spMk id="7" creationId="{E06A3024-9699-41E9-A854-B2DD7C6FFFC9}"/>
          </ac:spMkLst>
        </pc:spChg>
        <pc:graphicFrameChg chg="modGraphic">
          <ac:chgData name="Soumita Sengupta" userId="4afa6ce1-cb01-46c2-8538-4650222f0c96" providerId="ADAL" clId="{8571DC48-0C12-45E0-9BF7-0A12C0FA93C2}" dt="2021-05-17T07:54:59.315" v="231" actId="255"/>
          <ac:graphicFrameMkLst>
            <pc:docMk/>
            <pc:sldMk cId="2274002417" sldId="900"/>
            <ac:graphicFrameMk id="8" creationId="{00000000-0000-0000-0000-000000000000}"/>
          </ac:graphicFrameMkLst>
        </pc:graphicFrameChg>
      </pc:sldChg>
      <pc:sldChg chg="delSp modSp add mod">
        <pc:chgData name="Soumita Sengupta" userId="4afa6ce1-cb01-46c2-8538-4650222f0c96" providerId="ADAL" clId="{8571DC48-0C12-45E0-9BF7-0A12C0FA93C2}" dt="2021-05-17T07:56:54.798" v="252" actId="1076"/>
        <pc:sldMkLst>
          <pc:docMk/>
          <pc:sldMk cId="764318788" sldId="902"/>
        </pc:sldMkLst>
        <pc:spChg chg="del">
          <ac:chgData name="Soumita Sengupta" userId="4afa6ce1-cb01-46c2-8538-4650222f0c96" providerId="ADAL" clId="{8571DC48-0C12-45E0-9BF7-0A12C0FA93C2}" dt="2021-05-17T07:56:32.056" v="248" actId="478"/>
          <ac:spMkLst>
            <pc:docMk/>
            <pc:sldMk cId="764318788" sldId="902"/>
            <ac:spMk id="19" creationId="{A5FC24B9-9878-4DB4-9EE4-B9FCC8AEFB3F}"/>
          </ac:spMkLst>
        </pc:spChg>
        <pc:graphicFrameChg chg="mod modGraphic">
          <ac:chgData name="Soumita Sengupta" userId="4afa6ce1-cb01-46c2-8538-4650222f0c96" providerId="ADAL" clId="{8571DC48-0C12-45E0-9BF7-0A12C0FA93C2}" dt="2021-05-17T07:56:54.798" v="252" actId="1076"/>
          <ac:graphicFrameMkLst>
            <pc:docMk/>
            <pc:sldMk cId="764318788" sldId="902"/>
            <ac:graphicFrameMk id="14" creationId="{3A4118D9-CAD0-4F66-A0D9-F487607F75D9}"/>
          </ac:graphicFrameMkLst>
        </pc:graphicFrameChg>
        <pc:picChg chg="del">
          <ac:chgData name="Soumita Sengupta" userId="4afa6ce1-cb01-46c2-8538-4650222f0c96" providerId="ADAL" clId="{8571DC48-0C12-45E0-9BF7-0A12C0FA93C2}" dt="2021-05-17T07:56:18.097" v="245" actId="478"/>
          <ac:picMkLst>
            <pc:docMk/>
            <pc:sldMk cId="764318788" sldId="902"/>
            <ac:picMk id="13" creationId="{8F253502-2546-4976-9C61-334B3EC965E5}"/>
          </ac:picMkLst>
        </pc:picChg>
      </pc:sldChg>
      <pc:sldChg chg="delSp modSp add mod">
        <pc:chgData name="Soumita Sengupta" userId="4afa6ce1-cb01-46c2-8538-4650222f0c96" providerId="ADAL" clId="{8571DC48-0C12-45E0-9BF7-0A12C0FA93C2}" dt="2021-05-17T08:01:09.767" v="273" actId="1076"/>
        <pc:sldMkLst>
          <pc:docMk/>
          <pc:sldMk cId="1489738380" sldId="903"/>
        </pc:sldMkLst>
        <pc:spChg chg="del">
          <ac:chgData name="Soumita Sengupta" userId="4afa6ce1-cb01-46c2-8538-4650222f0c96" providerId="ADAL" clId="{8571DC48-0C12-45E0-9BF7-0A12C0FA93C2}" dt="2021-05-17T08:01:04.487" v="272" actId="478"/>
          <ac:spMkLst>
            <pc:docMk/>
            <pc:sldMk cId="1489738380" sldId="903"/>
            <ac:spMk id="3" creationId="{1E93E0B9-106D-4E01-947D-9B58393568E4}"/>
          </ac:spMkLst>
        </pc:spChg>
        <pc:graphicFrameChg chg="mod modGraphic">
          <ac:chgData name="Soumita Sengupta" userId="4afa6ce1-cb01-46c2-8538-4650222f0c96" providerId="ADAL" clId="{8571DC48-0C12-45E0-9BF7-0A12C0FA93C2}" dt="2021-05-17T08:01:09.767" v="273" actId="1076"/>
          <ac:graphicFrameMkLst>
            <pc:docMk/>
            <pc:sldMk cId="1489738380" sldId="903"/>
            <ac:graphicFrameMk id="6" creationId="{DC81A6CF-0F67-4199-91FC-10F3938EFF67}"/>
          </ac:graphicFrameMkLst>
        </pc:graphicFrameChg>
      </pc:sldChg>
      <pc:sldChg chg="delSp modSp add mod">
        <pc:chgData name="Soumita Sengupta" userId="4afa6ce1-cb01-46c2-8538-4650222f0c96" providerId="ADAL" clId="{8571DC48-0C12-45E0-9BF7-0A12C0FA93C2}" dt="2021-05-17T08:01:42.629" v="279" actId="14100"/>
        <pc:sldMkLst>
          <pc:docMk/>
          <pc:sldMk cId="3148603224" sldId="904"/>
        </pc:sldMkLst>
        <pc:spChg chg="del">
          <ac:chgData name="Soumita Sengupta" userId="4afa6ce1-cb01-46c2-8538-4650222f0c96" providerId="ADAL" clId="{8571DC48-0C12-45E0-9BF7-0A12C0FA93C2}" dt="2021-05-17T08:01:28.862" v="276" actId="478"/>
          <ac:spMkLst>
            <pc:docMk/>
            <pc:sldMk cId="3148603224" sldId="904"/>
            <ac:spMk id="3" creationId="{1E93E0B9-106D-4E01-947D-9B58393568E4}"/>
          </ac:spMkLst>
        </pc:spChg>
        <pc:graphicFrameChg chg="mod modGraphic">
          <ac:chgData name="Soumita Sengupta" userId="4afa6ce1-cb01-46c2-8538-4650222f0c96" providerId="ADAL" clId="{8571DC48-0C12-45E0-9BF7-0A12C0FA93C2}" dt="2021-05-17T08:01:42.629" v="279" actId="14100"/>
          <ac:graphicFrameMkLst>
            <pc:docMk/>
            <pc:sldMk cId="3148603224" sldId="904"/>
            <ac:graphicFrameMk id="6" creationId="{DC81A6CF-0F67-4199-91FC-10F3938EFF67}"/>
          </ac:graphicFrameMkLst>
        </pc:graphicFrameChg>
      </pc:sldChg>
      <pc:sldChg chg="delSp add mod">
        <pc:chgData name="Soumita Sengupta" userId="4afa6ce1-cb01-46c2-8538-4650222f0c96" providerId="ADAL" clId="{8571DC48-0C12-45E0-9BF7-0A12C0FA93C2}" dt="2021-05-17T08:03:35.518" v="290" actId="478"/>
        <pc:sldMkLst>
          <pc:docMk/>
          <pc:sldMk cId="1190720650" sldId="905"/>
        </pc:sldMkLst>
        <pc:spChg chg="del">
          <ac:chgData name="Soumita Sengupta" userId="4afa6ce1-cb01-46c2-8538-4650222f0c96" providerId="ADAL" clId="{8571DC48-0C12-45E0-9BF7-0A12C0FA93C2}" dt="2021-05-17T08:03:35.518" v="290" actId="478"/>
          <ac:spMkLst>
            <pc:docMk/>
            <pc:sldMk cId="1190720650" sldId="905"/>
            <ac:spMk id="3" creationId="{72ABD603-5A1F-4618-A9D6-FFA011CCE180}"/>
          </ac:spMkLst>
        </pc:spChg>
      </pc:sldChg>
      <pc:sldChg chg="delSp add mod">
        <pc:chgData name="Soumita Sengupta" userId="4afa6ce1-cb01-46c2-8538-4650222f0c96" providerId="ADAL" clId="{8571DC48-0C12-45E0-9BF7-0A12C0FA93C2}" dt="2021-05-17T08:08:49.922" v="345" actId="478"/>
        <pc:sldMkLst>
          <pc:docMk/>
          <pc:sldMk cId="2516332578" sldId="906"/>
        </pc:sldMkLst>
        <pc:spChg chg="del">
          <ac:chgData name="Soumita Sengupta" userId="4afa6ce1-cb01-46c2-8538-4650222f0c96" providerId="ADAL" clId="{8571DC48-0C12-45E0-9BF7-0A12C0FA93C2}" dt="2021-05-17T08:08:49.922" v="345" actId="478"/>
          <ac:spMkLst>
            <pc:docMk/>
            <pc:sldMk cId="2516332578" sldId="906"/>
            <ac:spMk id="7" creationId="{1954F96B-73D4-4F31-BD4C-4E3AE69DBAE2}"/>
          </ac:spMkLst>
        </pc:spChg>
      </pc:sldChg>
      <pc:sldChg chg="modSp add mod">
        <pc:chgData name="Soumita Sengupta" userId="4afa6ce1-cb01-46c2-8538-4650222f0c96" providerId="ADAL" clId="{8571DC48-0C12-45E0-9BF7-0A12C0FA93C2}" dt="2021-05-17T08:09:19.771" v="348" actId="255"/>
        <pc:sldMkLst>
          <pc:docMk/>
          <pc:sldMk cId="2973615240" sldId="907"/>
        </pc:sldMkLst>
        <pc:spChg chg="mod">
          <ac:chgData name="Soumita Sengupta" userId="4afa6ce1-cb01-46c2-8538-4650222f0c96" providerId="ADAL" clId="{8571DC48-0C12-45E0-9BF7-0A12C0FA93C2}" dt="2021-05-17T08:09:19.771" v="348" actId="255"/>
          <ac:spMkLst>
            <pc:docMk/>
            <pc:sldMk cId="2973615240" sldId="907"/>
            <ac:spMk id="6" creationId="{A3F287DC-D56A-4E57-B0A7-8EAAD987EBAD}"/>
          </ac:spMkLst>
        </pc:spChg>
      </pc:sldChg>
      <pc:sldChg chg="modSp add mod">
        <pc:chgData name="Soumita Sengupta" userId="4afa6ce1-cb01-46c2-8538-4650222f0c96" providerId="ADAL" clId="{8571DC48-0C12-45E0-9BF7-0A12C0FA93C2}" dt="2021-05-17T08:11:18.961" v="362" actId="255"/>
        <pc:sldMkLst>
          <pc:docMk/>
          <pc:sldMk cId="1602332024" sldId="908"/>
        </pc:sldMkLst>
        <pc:graphicFrameChg chg="modGraphic">
          <ac:chgData name="Soumita Sengupta" userId="4afa6ce1-cb01-46c2-8538-4650222f0c96" providerId="ADAL" clId="{8571DC48-0C12-45E0-9BF7-0A12C0FA93C2}" dt="2021-05-17T08:11:18.961" v="362" actId="255"/>
          <ac:graphicFrameMkLst>
            <pc:docMk/>
            <pc:sldMk cId="1602332024" sldId="908"/>
            <ac:graphicFrameMk id="2" creationId="{DC5C2772-D9D5-4388-B2F1-7EA90C6313BD}"/>
          </ac:graphicFrameMkLst>
        </pc:graphicFrameChg>
      </pc:sldChg>
      <pc:sldChg chg="modSp add mod">
        <pc:chgData name="Soumita Sengupta" userId="4afa6ce1-cb01-46c2-8538-4650222f0c96" providerId="ADAL" clId="{8571DC48-0C12-45E0-9BF7-0A12C0FA93C2}" dt="2021-05-17T08:11:26.757" v="363" actId="255"/>
        <pc:sldMkLst>
          <pc:docMk/>
          <pc:sldMk cId="2713866988" sldId="909"/>
        </pc:sldMkLst>
        <pc:graphicFrameChg chg="modGraphic">
          <ac:chgData name="Soumita Sengupta" userId="4afa6ce1-cb01-46c2-8538-4650222f0c96" providerId="ADAL" clId="{8571DC48-0C12-45E0-9BF7-0A12C0FA93C2}" dt="2021-05-17T08:11:26.757" v="363" actId="255"/>
          <ac:graphicFrameMkLst>
            <pc:docMk/>
            <pc:sldMk cId="2713866988" sldId="909"/>
            <ac:graphicFrameMk id="2" creationId="{DC5C2772-D9D5-4388-B2F1-7EA90C6313BD}"/>
          </ac:graphicFrameMkLst>
        </pc:graphicFrameChg>
      </pc:sldChg>
      <pc:sldChg chg="modSp add mod">
        <pc:chgData name="Soumita Sengupta" userId="4afa6ce1-cb01-46c2-8538-4650222f0c96" providerId="ADAL" clId="{8571DC48-0C12-45E0-9BF7-0A12C0FA93C2}" dt="2021-05-17T08:11:33.609" v="364" actId="255"/>
        <pc:sldMkLst>
          <pc:docMk/>
          <pc:sldMk cId="959984758" sldId="910"/>
        </pc:sldMkLst>
        <pc:graphicFrameChg chg="modGraphic">
          <ac:chgData name="Soumita Sengupta" userId="4afa6ce1-cb01-46c2-8538-4650222f0c96" providerId="ADAL" clId="{8571DC48-0C12-45E0-9BF7-0A12C0FA93C2}" dt="2021-05-17T08:11:33.609" v="364" actId="255"/>
          <ac:graphicFrameMkLst>
            <pc:docMk/>
            <pc:sldMk cId="959984758" sldId="910"/>
            <ac:graphicFrameMk id="2" creationId="{DC5C2772-D9D5-4388-B2F1-7EA90C6313BD}"/>
          </ac:graphicFrameMkLst>
        </pc:graphicFrameChg>
      </pc:sldChg>
      <pc:sldChg chg="modSp add mod">
        <pc:chgData name="Soumita Sengupta" userId="4afa6ce1-cb01-46c2-8538-4650222f0c96" providerId="ADAL" clId="{8571DC48-0C12-45E0-9BF7-0A12C0FA93C2}" dt="2021-05-17T08:11:41.166" v="365" actId="255"/>
        <pc:sldMkLst>
          <pc:docMk/>
          <pc:sldMk cId="2701152022" sldId="911"/>
        </pc:sldMkLst>
        <pc:graphicFrameChg chg="modGraphic">
          <ac:chgData name="Soumita Sengupta" userId="4afa6ce1-cb01-46c2-8538-4650222f0c96" providerId="ADAL" clId="{8571DC48-0C12-45E0-9BF7-0A12C0FA93C2}" dt="2021-05-17T08:11:41.166" v="365" actId="255"/>
          <ac:graphicFrameMkLst>
            <pc:docMk/>
            <pc:sldMk cId="2701152022" sldId="911"/>
            <ac:graphicFrameMk id="2" creationId="{DC5C2772-D9D5-4388-B2F1-7EA90C6313BD}"/>
          </ac:graphicFrameMkLst>
        </pc:graphicFrameChg>
      </pc:sldChg>
      <pc:sldChg chg="modSp add mod">
        <pc:chgData name="Soumita Sengupta" userId="4afa6ce1-cb01-46c2-8538-4650222f0c96" providerId="ADAL" clId="{8571DC48-0C12-45E0-9BF7-0A12C0FA93C2}" dt="2021-05-17T08:12:12.916" v="372" actId="255"/>
        <pc:sldMkLst>
          <pc:docMk/>
          <pc:sldMk cId="7820174" sldId="912"/>
        </pc:sldMkLst>
        <pc:spChg chg="mod">
          <ac:chgData name="Soumita Sengupta" userId="4afa6ce1-cb01-46c2-8538-4650222f0c96" providerId="ADAL" clId="{8571DC48-0C12-45E0-9BF7-0A12C0FA93C2}" dt="2021-05-17T08:12:06.683" v="371" actId="5793"/>
          <ac:spMkLst>
            <pc:docMk/>
            <pc:sldMk cId="7820174" sldId="912"/>
            <ac:spMk id="4" creationId="{F4E4F34F-F15D-4726-AF4D-1FA5CD8F58BF}"/>
          </ac:spMkLst>
        </pc:spChg>
        <pc:graphicFrameChg chg="modGraphic">
          <ac:chgData name="Soumita Sengupta" userId="4afa6ce1-cb01-46c2-8538-4650222f0c96" providerId="ADAL" clId="{8571DC48-0C12-45E0-9BF7-0A12C0FA93C2}" dt="2021-05-17T08:12:12.916" v="372" actId="255"/>
          <ac:graphicFrameMkLst>
            <pc:docMk/>
            <pc:sldMk cId="7820174" sldId="912"/>
            <ac:graphicFrameMk id="2" creationId="{2642B3FD-5C34-48FC-B8E5-690AA32692D5}"/>
          </ac:graphicFrameMkLst>
        </pc:graphicFrameChg>
      </pc:sldChg>
      <pc:sldChg chg="modSp add mod">
        <pc:chgData name="Soumita Sengupta" userId="4afa6ce1-cb01-46c2-8538-4650222f0c96" providerId="ADAL" clId="{8571DC48-0C12-45E0-9BF7-0A12C0FA93C2}" dt="2021-05-17T08:07:47.534" v="339" actId="255"/>
        <pc:sldMkLst>
          <pc:docMk/>
          <pc:sldMk cId="2358187163" sldId="913"/>
        </pc:sldMkLst>
        <pc:graphicFrameChg chg="modGraphic">
          <ac:chgData name="Soumita Sengupta" userId="4afa6ce1-cb01-46c2-8538-4650222f0c96" providerId="ADAL" clId="{8571DC48-0C12-45E0-9BF7-0A12C0FA93C2}" dt="2021-05-17T08:07:47.534" v="339" actId="255"/>
          <ac:graphicFrameMkLst>
            <pc:docMk/>
            <pc:sldMk cId="2358187163" sldId="913"/>
            <ac:graphicFrameMk id="11" creationId="{A3945B2E-C426-4C5D-8B03-6DE41A0A4D0A}"/>
          </ac:graphicFrameMkLst>
        </pc:graphicFrameChg>
      </pc:sldChg>
      <pc:sldChg chg="modSp add mod">
        <pc:chgData name="Soumita Sengupta" userId="4afa6ce1-cb01-46c2-8538-4650222f0c96" providerId="ADAL" clId="{8571DC48-0C12-45E0-9BF7-0A12C0FA93C2}" dt="2021-05-17T08:08:02.012" v="340" actId="255"/>
        <pc:sldMkLst>
          <pc:docMk/>
          <pc:sldMk cId="1544824064" sldId="914"/>
        </pc:sldMkLst>
        <pc:graphicFrameChg chg="modGraphic">
          <ac:chgData name="Soumita Sengupta" userId="4afa6ce1-cb01-46c2-8538-4650222f0c96" providerId="ADAL" clId="{8571DC48-0C12-45E0-9BF7-0A12C0FA93C2}" dt="2021-05-17T08:08:02.012" v="340" actId="255"/>
          <ac:graphicFrameMkLst>
            <pc:docMk/>
            <pc:sldMk cId="1544824064" sldId="914"/>
            <ac:graphicFrameMk id="11" creationId="{A3945B2E-C426-4C5D-8B03-6DE41A0A4D0A}"/>
          </ac:graphicFrameMkLst>
        </pc:graphicFrameChg>
      </pc:sldChg>
      <pc:sldChg chg="modSp add mod">
        <pc:chgData name="Soumita Sengupta" userId="4afa6ce1-cb01-46c2-8538-4650222f0c96" providerId="ADAL" clId="{8571DC48-0C12-45E0-9BF7-0A12C0FA93C2}" dt="2021-05-17T08:08:21.542" v="341" actId="255"/>
        <pc:sldMkLst>
          <pc:docMk/>
          <pc:sldMk cId="3465040682" sldId="915"/>
        </pc:sldMkLst>
        <pc:graphicFrameChg chg="modGraphic">
          <ac:chgData name="Soumita Sengupta" userId="4afa6ce1-cb01-46c2-8538-4650222f0c96" providerId="ADAL" clId="{8571DC48-0C12-45E0-9BF7-0A12C0FA93C2}" dt="2021-05-17T08:08:21.542" v="341" actId="255"/>
          <ac:graphicFrameMkLst>
            <pc:docMk/>
            <pc:sldMk cId="3465040682" sldId="915"/>
            <ac:graphicFrameMk id="11" creationId="{A3945B2E-C426-4C5D-8B03-6DE41A0A4D0A}"/>
          </ac:graphicFrameMkLst>
        </pc:graphicFrameChg>
      </pc:sldChg>
      <pc:sldChg chg="modSp add mod">
        <pc:chgData name="Soumita Sengupta" userId="4afa6ce1-cb01-46c2-8538-4650222f0c96" providerId="ADAL" clId="{8571DC48-0C12-45E0-9BF7-0A12C0FA93C2}" dt="2021-05-17T08:08:33.498" v="342" actId="255"/>
        <pc:sldMkLst>
          <pc:docMk/>
          <pc:sldMk cId="3794074273" sldId="916"/>
        </pc:sldMkLst>
        <pc:graphicFrameChg chg="modGraphic">
          <ac:chgData name="Soumita Sengupta" userId="4afa6ce1-cb01-46c2-8538-4650222f0c96" providerId="ADAL" clId="{8571DC48-0C12-45E0-9BF7-0A12C0FA93C2}" dt="2021-05-17T08:08:33.498" v="342" actId="255"/>
          <ac:graphicFrameMkLst>
            <pc:docMk/>
            <pc:sldMk cId="3794074273" sldId="916"/>
            <ac:graphicFrameMk id="11" creationId="{A3945B2E-C426-4C5D-8B03-6DE41A0A4D0A}"/>
          </ac:graphicFrameMkLst>
        </pc:graphicFrameChg>
      </pc:sldChg>
      <pc:sldChg chg="modSp add mod">
        <pc:chgData name="Soumita Sengupta" userId="4afa6ce1-cb01-46c2-8538-4650222f0c96" providerId="ADAL" clId="{8571DC48-0C12-45E0-9BF7-0A12C0FA93C2}" dt="2021-05-17T08:08:40.468" v="343" actId="255"/>
        <pc:sldMkLst>
          <pc:docMk/>
          <pc:sldMk cId="187595524" sldId="917"/>
        </pc:sldMkLst>
        <pc:graphicFrameChg chg="modGraphic">
          <ac:chgData name="Soumita Sengupta" userId="4afa6ce1-cb01-46c2-8538-4650222f0c96" providerId="ADAL" clId="{8571DC48-0C12-45E0-9BF7-0A12C0FA93C2}" dt="2021-05-17T08:08:40.468" v="343" actId="255"/>
          <ac:graphicFrameMkLst>
            <pc:docMk/>
            <pc:sldMk cId="187595524" sldId="917"/>
            <ac:graphicFrameMk id="11" creationId="{A3945B2E-C426-4C5D-8B03-6DE41A0A4D0A}"/>
          </ac:graphicFrameMkLst>
        </pc:graphicFrameChg>
      </pc:sldChg>
      <pc:sldChg chg="modSp add mod">
        <pc:chgData name="Soumita Sengupta" userId="4afa6ce1-cb01-46c2-8538-4650222f0c96" providerId="ADAL" clId="{8571DC48-0C12-45E0-9BF7-0A12C0FA93C2}" dt="2021-05-17T08:06:10.898" v="319" actId="255"/>
        <pc:sldMkLst>
          <pc:docMk/>
          <pc:sldMk cId="2852893372" sldId="918"/>
        </pc:sldMkLst>
        <pc:spChg chg="mod">
          <ac:chgData name="Soumita Sengupta" userId="4afa6ce1-cb01-46c2-8538-4650222f0c96" providerId="ADAL" clId="{8571DC48-0C12-45E0-9BF7-0A12C0FA93C2}" dt="2021-05-17T08:06:10.898" v="319" actId="255"/>
          <ac:spMkLst>
            <pc:docMk/>
            <pc:sldMk cId="2852893372" sldId="918"/>
            <ac:spMk id="3" creationId="{4C64D9EE-6F8B-4B3E-ABB4-6F757C789B02}"/>
          </ac:spMkLst>
        </pc:spChg>
        <pc:graphicFrameChg chg="modGraphic">
          <ac:chgData name="Soumita Sengupta" userId="4afa6ce1-cb01-46c2-8538-4650222f0c96" providerId="ADAL" clId="{8571DC48-0C12-45E0-9BF7-0A12C0FA93C2}" dt="2021-05-17T08:06:01.445" v="316" actId="255"/>
          <ac:graphicFrameMkLst>
            <pc:docMk/>
            <pc:sldMk cId="2852893372" sldId="918"/>
            <ac:graphicFrameMk id="13" creationId="{7FBA5FBA-0A9D-4348-8990-EB87C93F97DE}"/>
          </ac:graphicFrameMkLst>
        </pc:graphicFrameChg>
      </pc:sldChg>
      <pc:sldChg chg="delSp add mod">
        <pc:chgData name="Soumita Sengupta" userId="4afa6ce1-cb01-46c2-8538-4650222f0c96" providerId="ADAL" clId="{8571DC48-0C12-45E0-9BF7-0A12C0FA93C2}" dt="2021-05-17T08:05:18.370" v="309" actId="478"/>
        <pc:sldMkLst>
          <pc:docMk/>
          <pc:sldMk cId="2759954250" sldId="919"/>
        </pc:sldMkLst>
        <pc:spChg chg="del">
          <ac:chgData name="Soumita Sengupta" userId="4afa6ce1-cb01-46c2-8538-4650222f0c96" providerId="ADAL" clId="{8571DC48-0C12-45E0-9BF7-0A12C0FA93C2}" dt="2021-05-17T08:05:18.370" v="309" actId="478"/>
          <ac:spMkLst>
            <pc:docMk/>
            <pc:sldMk cId="2759954250" sldId="919"/>
            <ac:spMk id="3" creationId="{4C64D9EE-6F8B-4B3E-ABB4-6F757C789B02}"/>
          </ac:spMkLst>
        </pc:spChg>
      </pc:sldChg>
      <pc:sldChg chg="modSp mod">
        <pc:chgData name="Soumita Sengupta" userId="4afa6ce1-cb01-46c2-8538-4650222f0c96" providerId="ADAL" clId="{8571DC48-0C12-45E0-9BF7-0A12C0FA93C2}" dt="2021-05-17T14:17:26.007" v="433" actId="207"/>
        <pc:sldMkLst>
          <pc:docMk/>
          <pc:sldMk cId="3295062282" sldId="927"/>
        </pc:sldMkLst>
        <pc:spChg chg="mod">
          <ac:chgData name="Soumita Sengupta" userId="4afa6ce1-cb01-46c2-8538-4650222f0c96" providerId="ADAL" clId="{8571DC48-0C12-45E0-9BF7-0A12C0FA93C2}" dt="2021-05-17T14:17:26.007" v="433" actId="207"/>
          <ac:spMkLst>
            <pc:docMk/>
            <pc:sldMk cId="3295062282" sldId="927"/>
            <ac:spMk id="4" creationId="{00000000-0000-0000-0000-000000000000}"/>
          </ac:spMkLst>
        </pc:spChg>
        <pc:spChg chg="mod">
          <ac:chgData name="Soumita Sengupta" userId="4afa6ce1-cb01-46c2-8538-4650222f0c96" providerId="ADAL" clId="{8571DC48-0C12-45E0-9BF7-0A12C0FA93C2}" dt="2021-05-17T14:17:26.007" v="433" actId="207"/>
          <ac:spMkLst>
            <pc:docMk/>
            <pc:sldMk cId="3295062282" sldId="927"/>
            <ac:spMk id="8" creationId="{00000000-0000-0000-0000-000000000000}"/>
          </ac:spMkLst>
        </pc:spChg>
      </pc:sldChg>
      <pc:sldChg chg="modSp mod">
        <pc:chgData name="Soumita Sengupta" userId="4afa6ce1-cb01-46c2-8538-4650222f0c96" providerId="ADAL" clId="{8571DC48-0C12-45E0-9BF7-0A12C0FA93C2}" dt="2021-05-17T14:25:01.339" v="439" actId="207"/>
        <pc:sldMkLst>
          <pc:docMk/>
          <pc:sldMk cId="2217130885" sldId="928"/>
        </pc:sldMkLst>
        <pc:spChg chg="mod">
          <ac:chgData name="Soumita Sengupta" userId="4afa6ce1-cb01-46c2-8538-4650222f0c96" providerId="ADAL" clId="{8571DC48-0C12-45E0-9BF7-0A12C0FA93C2}" dt="2021-05-17T14:25:01.339" v="439" actId="207"/>
          <ac:spMkLst>
            <pc:docMk/>
            <pc:sldMk cId="2217130885" sldId="928"/>
            <ac:spMk id="3" creationId="{00000000-0000-0000-0000-000000000000}"/>
          </ac:spMkLst>
        </pc:spChg>
        <pc:spChg chg="mod">
          <ac:chgData name="Soumita Sengupta" userId="4afa6ce1-cb01-46c2-8538-4650222f0c96" providerId="ADAL" clId="{8571DC48-0C12-45E0-9BF7-0A12C0FA93C2}" dt="2021-05-17T14:25:01.339" v="439" actId="207"/>
          <ac:spMkLst>
            <pc:docMk/>
            <pc:sldMk cId="2217130885" sldId="928"/>
            <ac:spMk id="4" creationId="{00000000-0000-0000-0000-000000000000}"/>
          </ac:spMkLst>
        </pc:spChg>
      </pc:sldChg>
      <pc:sldChg chg="add del">
        <pc:chgData name="Soumita Sengupta" userId="4afa6ce1-cb01-46c2-8538-4650222f0c96" providerId="ADAL" clId="{8571DC48-0C12-45E0-9BF7-0A12C0FA93C2}" dt="2021-05-13T07:14:07.320" v="28" actId="47"/>
        <pc:sldMkLst>
          <pc:docMk/>
          <pc:sldMk cId="2293632716" sldId="928"/>
        </pc:sldMkLst>
      </pc:sldChg>
      <pc:sldChg chg="modSp mod">
        <pc:chgData name="Soumita Sengupta" userId="4afa6ce1-cb01-46c2-8538-4650222f0c96" providerId="ADAL" clId="{8571DC48-0C12-45E0-9BF7-0A12C0FA93C2}" dt="2021-05-17T14:26:30.900" v="447" actId="207"/>
        <pc:sldMkLst>
          <pc:docMk/>
          <pc:sldMk cId="1748012018" sldId="929"/>
        </pc:sldMkLst>
        <pc:spChg chg="mod">
          <ac:chgData name="Soumita Sengupta" userId="4afa6ce1-cb01-46c2-8538-4650222f0c96" providerId="ADAL" clId="{8571DC48-0C12-45E0-9BF7-0A12C0FA93C2}" dt="2021-05-17T14:26:30.900" v="447" actId="207"/>
          <ac:spMkLst>
            <pc:docMk/>
            <pc:sldMk cId="1748012018" sldId="929"/>
            <ac:spMk id="3" creationId="{00000000-0000-0000-0000-000000000000}"/>
          </ac:spMkLst>
        </pc:spChg>
        <pc:spChg chg="mod">
          <ac:chgData name="Soumita Sengupta" userId="4afa6ce1-cb01-46c2-8538-4650222f0c96" providerId="ADAL" clId="{8571DC48-0C12-45E0-9BF7-0A12C0FA93C2}" dt="2021-05-17T14:26:30.900" v="447" actId="207"/>
          <ac:spMkLst>
            <pc:docMk/>
            <pc:sldMk cId="1748012018" sldId="929"/>
            <ac:spMk id="4" creationId="{00000000-0000-0000-0000-000000000000}"/>
          </ac:spMkLst>
        </pc:spChg>
        <pc:picChg chg="mod">
          <ac:chgData name="Soumita Sengupta" userId="4afa6ce1-cb01-46c2-8538-4650222f0c96" providerId="ADAL" clId="{8571DC48-0C12-45E0-9BF7-0A12C0FA93C2}" dt="2021-05-17T14:26:20.813" v="446" actId="1076"/>
          <ac:picMkLst>
            <pc:docMk/>
            <pc:sldMk cId="1748012018" sldId="929"/>
            <ac:picMk id="7" creationId="{00000000-0000-0000-0000-000000000000}"/>
          </ac:picMkLst>
        </pc:picChg>
      </pc:sldChg>
      <pc:sldChg chg="modSp mod">
        <pc:chgData name="Soumita Sengupta" userId="4afa6ce1-cb01-46c2-8538-4650222f0c96" providerId="ADAL" clId="{8571DC48-0C12-45E0-9BF7-0A12C0FA93C2}" dt="2021-05-17T14:26:37.650" v="448" actId="207"/>
        <pc:sldMkLst>
          <pc:docMk/>
          <pc:sldMk cId="2923169041" sldId="930"/>
        </pc:sldMkLst>
        <pc:spChg chg="mod">
          <ac:chgData name="Soumita Sengupta" userId="4afa6ce1-cb01-46c2-8538-4650222f0c96" providerId="ADAL" clId="{8571DC48-0C12-45E0-9BF7-0A12C0FA93C2}" dt="2021-05-17T14:26:37.650" v="448" actId="207"/>
          <ac:spMkLst>
            <pc:docMk/>
            <pc:sldMk cId="2923169041" sldId="930"/>
            <ac:spMk id="3" creationId="{00000000-0000-0000-0000-000000000000}"/>
          </ac:spMkLst>
        </pc:spChg>
        <pc:spChg chg="mod">
          <ac:chgData name="Soumita Sengupta" userId="4afa6ce1-cb01-46c2-8538-4650222f0c96" providerId="ADAL" clId="{8571DC48-0C12-45E0-9BF7-0A12C0FA93C2}" dt="2021-05-17T14:26:37.650" v="448" actId="207"/>
          <ac:spMkLst>
            <pc:docMk/>
            <pc:sldMk cId="2923169041" sldId="930"/>
            <ac:spMk id="4" creationId="{00000000-0000-0000-0000-000000000000}"/>
          </ac:spMkLst>
        </pc:spChg>
      </pc:sldChg>
      <pc:sldChg chg="delSp modSp mod">
        <pc:chgData name="Soumita Sengupta" userId="4afa6ce1-cb01-46c2-8538-4650222f0c96" providerId="ADAL" clId="{8571DC48-0C12-45E0-9BF7-0A12C0FA93C2}" dt="2021-05-17T14:32:42.347" v="494" actId="478"/>
        <pc:sldMkLst>
          <pc:docMk/>
          <pc:sldMk cId="76057407" sldId="932"/>
        </pc:sldMkLst>
        <pc:spChg chg="del mod">
          <ac:chgData name="Soumita Sengupta" userId="4afa6ce1-cb01-46c2-8538-4650222f0c96" providerId="ADAL" clId="{8571DC48-0C12-45E0-9BF7-0A12C0FA93C2}" dt="2021-05-17T14:32:42.347" v="494" actId="478"/>
          <ac:spMkLst>
            <pc:docMk/>
            <pc:sldMk cId="76057407" sldId="932"/>
            <ac:spMk id="6" creationId="{ACF74E89-6063-4157-9510-8886E863938D}"/>
          </ac:spMkLst>
        </pc:spChg>
        <pc:spChg chg="del mod">
          <ac:chgData name="Soumita Sengupta" userId="4afa6ce1-cb01-46c2-8538-4650222f0c96" providerId="ADAL" clId="{8571DC48-0C12-45E0-9BF7-0A12C0FA93C2}" dt="2021-05-17T14:32:42.347" v="494" actId="478"/>
          <ac:spMkLst>
            <pc:docMk/>
            <pc:sldMk cId="76057407" sldId="932"/>
            <ac:spMk id="7" creationId="{59F76BAE-676B-4225-A7F6-B3B2E4A625C6}"/>
          </ac:spMkLst>
        </pc:spChg>
      </pc:sldChg>
      <pc:sldChg chg="modSp add mod">
        <pc:chgData name="Soumita Sengupta" userId="4afa6ce1-cb01-46c2-8538-4650222f0c96" providerId="ADAL" clId="{8571DC48-0C12-45E0-9BF7-0A12C0FA93C2}" dt="2021-05-17T07:37:40.111" v="54" actId="1076"/>
        <pc:sldMkLst>
          <pc:docMk/>
          <pc:sldMk cId="714188267" sldId="935"/>
        </pc:sldMkLst>
        <pc:spChg chg="mod">
          <ac:chgData name="Soumita Sengupta" userId="4afa6ce1-cb01-46c2-8538-4650222f0c96" providerId="ADAL" clId="{8571DC48-0C12-45E0-9BF7-0A12C0FA93C2}" dt="2021-05-17T07:37:40.111" v="54" actId="1076"/>
          <ac:spMkLst>
            <pc:docMk/>
            <pc:sldMk cId="714188267" sldId="935"/>
            <ac:spMk id="2" creationId="{57983F62-BBB9-431B-A37F-BDA0DC7153F6}"/>
          </ac:spMkLst>
        </pc:spChg>
      </pc:sldChg>
      <pc:sldChg chg="modSp add mod">
        <pc:chgData name="Soumita Sengupta" userId="4afa6ce1-cb01-46c2-8538-4650222f0c96" providerId="ADAL" clId="{8571DC48-0C12-45E0-9BF7-0A12C0FA93C2}" dt="2021-05-17T07:40:28.633" v="76" actId="1076"/>
        <pc:sldMkLst>
          <pc:docMk/>
          <pc:sldMk cId="3232398204" sldId="936"/>
        </pc:sldMkLst>
        <pc:spChg chg="mod">
          <ac:chgData name="Soumita Sengupta" userId="4afa6ce1-cb01-46c2-8538-4650222f0c96" providerId="ADAL" clId="{8571DC48-0C12-45E0-9BF7-0A12C0FA93C2}" dt="2021-05-17T07:40:28.633" v="76" actId="1076"/>
          <ac:spMkLst>
            <pc:docMk/>
            <pc:sldMk cId="3232398204" sldId="936"/>
            <ac:spMk id="2" creationId="{57983F62-BBB9-431B-A37F-BDA0DC7153F6}"/>
          </ac:spMkLst>
        </pc:spChg>
      </pc:sldChg>
      <pc:sldChg chg="modSp add mod">
        <pc:chgData name="Soumita Sengupta" userId="4afa6ce1-cb01-46c2-8538-4650222f0c96" providerId="ADAL" clId="{8571DC48-0C12-45E0-9BF7-0A12C0FA93C2}" dt="2021-05-17T07:41:22.603" v="81"/>
        <pc:sldMkLst>
          <pc:docMk/>
          <pc:sldMk cId="3642712085" sldId="937"/>
        </pc:sldMkLst>
        <pc:spChg chg="mod">
          <ac:chgData name="Soumita Sengupta" userId="4afa6ce1-cb01-46c2-8538-4650222f0c96" providerId="ADAL" clId="{8571DC48-0C12-45E0-9BF7-0A12C0FA93C2}" dt="2021-05-17T07:41:22.603" v="81"/>
          <ac:spMkLst>
            <pc:docMk/>
            <pc:sldMk cId="3642712085" sldId="937"/>
            <ac:spMk id="2" creationId="{57983F62-BBB9-431B-A37F-BDA0DC7153F6}"/>
          </ac:spMkLst>
        </pc:spChg>
      </pc:sldChg>
      <pc:sldChg chg="add del">
        <pc:chgData name="Soumita Sengupta" userId="4afa6ce1-cb01-46c2-8538-4650222f0c96" providerId="ADAL" clId="{8571DC48-0C12-45E0-9BF7-0A12C0FA93C2}" dt="2021-05-17T07:39:56.330" v="64"/>
        <pc:sldMkLst>
          <pc:docMk/>
          <pc:sldMk cId="3900075977" sldId="937"/>
        </pc:sldMkLst>
      </pc:sldChg>
      <pc:sldChg chg="modSp add mod">
        <pc:chgData name="Soumita Sengupta" userId="4afa6ce1-cb01-46c2-8538-4650222f0c96" providerId="ADAL" clId="{8571DC48-0C12-45E0-9BF7-0A12C0FA93C2}" dt="2021-05-17T07:42:00.350" v="86"/>
        <pc:sldMkLst>
          <pc:docMk/>
          <pc:sldMk cId="7191770" sldId="938"/>
        </pc:sldMkLst>
        <pc:spChg chg="mod">
          <ac:chgData name="Soumita Sengupta" userId="4afa6ce1-cb01-46c2-8538-4650222f0c96" providerId="ADAL" clId="{8571DC48-0C12-45E0-9BF7-0A12C0FA93C2}" dt="2021-05-17T07:42:00.350" v="86"/>
          <ac:spMkLst>
            <pc:docMk/>
            <pc:sldMk cId="7191770" sldId="938"/>
            <ac:spMk id="2" creationId="{57983F62-BBB9-431B-A37F-BDA0DC7153F6}"/>
          </ac:spMkLst>
        </pc:spChg>
      </pc:sldChg>
      <pc:sldChg chg="modSp add mod">
        <pc:chgData name="Soumita Sengupta" userId="4afa6ce1-cb01-46c2-8538-4650222f0c96" providerId="ADAL" clId="{8571DC48-0C12-45E0-9BF7-0A12C0FA93C2}" dt="2021-05-17T07:43:01.862" v="110"/>
        <pc:sldMkLst>
          <pc:docMk/>
          <pc:sldMk cId="1629828719" sldId="939"/>
        </pc:sldMkLst>
        <pc:spChg chg="mod">
          <ac:chgData name="Soumita Sengupta" userId="4afa6ce1-cb01-46c2-8538-4650222f0c96" providerId="ADAL" clId="{8571DC48-0C12-45E0-9BF7-0A12C0FA93C2}" dt="2021-05-17T07:43:01.862" v="110"/>
          <ac:spMkLst>
            <pc:docMk/>
            <pc:sldMk cId="1629828719" sldId="939"/>
            <ac:spMk id="2" creationId="{57983F62-BBB9-431B-A37F-BDA0DC7153F6}"/>
          </ac:spMkLst>
        </pc:spChg>
      </pc:sldChg>
      <pc:sldChg chg="modSp add mod">
        <pc:chgData name="Soumita Sengupta" userId="4afa6ce1-cb01-46c2-8538-4650222f0c96" providerId="ADAL" clId="{8571DC48-0C12-45E0-9BF7-0A12C0FA93C2}" dt="2021-05-17T07:43:58.816" v="115"/>
        <pc:sldMkLst>
          <pc:docMk/>
          <pc:sldMk cId="2290130803" sldId="940"/>
        </pc:sldMkLst>
        <pc:spChg chg="mod">
          <ac:chgData name="Soumita Sengupta" userId="4afa6ce1-cb01-46c2-8538-4650222f0c96" providerId="ADAL" clId="{8571DC48-0C12-45E0-9BF7-0A12C0FA93C2}" dt="2021-05-17T07:43:58.816" v="115"/>
          <ac:spMkLst>
            <pc:docMk/>
            <pc:sldMk cId="2290130803" sldId="940"/>
            <ac:spMk id="2" creationId="{57983F62-BBB9-431B-A37F-BDA0DC7153F6}"/>
          </ac:spMkLst>
        </pc:spChg>
      </pc:sldChg>
      <pc:sldChg chg="modSp add mod">
        <pc:chgData name="Soumita Sengupta" userId="4afa6ce1-cb01-46c2-8538-4650222f0c96" providerId="ADAL" clId="{8571DC48-0C12-45E0-9BF7-0A12C0FA93C2}" dt="2021-05-17T07:46:14.290" v="120"/>
        <pc:sldMkLst>
          <pc:docMk/>
          <pc:sldMk cId="2474761129" sldId="941"/>
        </pc:sldMkLst>
        <pc:spChg chg="mod">
          <ac:chgData name="Soumita Sengupta" userId="4afa6ce1-cb01-46c2-8538-4650222f0c96" providerId="ADAL" clId="{8571DC48-0C12-45E0-9BF7-0A12C0FA93C2}" dt="2021-05-17T07:46:14.290" v="120"/>
          <ac:spMkLst>
            <pc:docMk/>
            <pc:sldMk cId="2474761129" sldId="941"/>
            <ac:spMk id="2" creationId="{57983F62-BBB9-431B-A37F-BDA0DC7153F6}"/>
          </ac:spMkLst>
        </pc:spChg>
      </pc:sldChg>
      <pc:sldChg chg="modSp add mod">
        <pc:chgData name="Soumita Sengupta" userId="4afa6ce1-cb01-46c2-8538-4650222f0c96" providerId="ADAL" clId="{8571DC48-0C12-45E0-9BF7-0A12C0FA93C2}" dt="2021-05-17T07:46:40.316" v="143" actId="20577"/>
        <pc:sldMkLst>
          <pc:docMk/>
          <pc:sldMk cId="3331102589" sldId="942"/>
        </pc:sldMkLst>
        <pc:spChg chg="mod">
          <ac:chgData name="Soumita Sengupta" userId="4afa6ce1-cb01-46c2-8538-4650222f0c96" providerId="ADAL" clId="{8571DC48-0C12-45E0-9BF7-0A12C0FA93C2}" dt="2021-05-17T07:46:40.316" v="143" actId="20577"/>
          <ac:spMkLst>
            <pc:docMk/>
            <pc:sldMk cId="3331102589" sldId="942"/>
            <ac:spMk id="2" creationId="{57983F62-BBB9-431B-A37F-BDA0DC7153F6}"/>
          </ac:spMkLst>
        </pc:spChg>
      </pc:sldChg>
      <pc:sldChg chg="modSp add mod">
        <pc:chgData name="Soumita Sengupta" userId="4afa6ce1-cb01-46c2-8538-4650222f0c96" providerId="ADAL" clId="{8571DC48-0C12-45E0-9BF7-0A12C0FA93C2}" dt="2021-05-17T07:49:56.210" v="171" actId="20577"/>
        <pc:sldMkLst>
          <pc:docMk/>
          <pc:sldMk cId="1168179596" sldId="943"/>
        </pc:sldMkLst>
        <pc:spChg chg="mod">
          <ac:chgData name="Soumita Sengupta" userId="4afa6ce1-cb01-46c2-8538-4650222f0c96" providerId="ADAL" clId="{8571DC48-0C12-45E0-9BF7-0A12C0FA93C2}" dt="2021-05-17T07:49:56.210" v="171" actId="20577"/>
          <ac:spMkLst>
            <pc:docMk/>
            <pc:sldMk cId="1168179596" sldId="943"/>
            <ac:spMk id="2" creationId="{57983F62-BBB9-431B-A37F-BDA0DC7153F6}"/>
          </ac:spMkLst>
        </pc:spChg>
      </pc:sldChg>
      <pc:sldChg chg="modSp add mod">
        <pc:chgData name="Soumita Sengupta" userId="4afa6ce1-cb01-46c2-8538-4650222f0c96" providerId="ADAL" clId="{8571DC48-0C12-45E0-9BF7-0A12C0FA93C2}" dt="2021-05-17T07:51:10.480" v="195" actId="20577"/>
        <pc:sldMkLst>
          <pc:docMk/>
          <pc:sldMk cId="2402883476" sldId="944"/>
        </pc:sldMkLst>
        <pc:spChg chg="mod">
          <ac:chgData name="Soumita Sengupta" userId="4afa6ce1-cb01-46c2-8538-4650222f0c96" providerId="ADAL" clId="{8571DC48-0C12-45E0-9BF7-0A12C0FA93C2}" dt="2021-05-17T07:51:10.480" v="195" actId="20577"/>
          <ac:spMkLst>
            <pc:docMk/>
            <pc:sldMk cId="2402883476" sldId="944"/>
            <ac:spMk id="2" creationId="{57983F62-BBB9-431B-A37F-BDA0DC7153F6}"/>
          </ac:spMkLst>
        </pc:spChg>
      </pc:sldChg>
      <pc:sldMasterChg chg="modSp delSldLayout">
        <pc:chgData name="Soumita Sengupta" userId="4afa6ce1-cb01-46c2-8538-4650222f0c96" providerId="ADAL" clId="{8571DC48-0C12-45E0-9BF7-0A12C0FA93C2}" dt="2021-05-17T14:32:44.972" v="495" actId="47"/>
        <pc:sldMasterMkLst>
          <pc:docMk/>
          <pc:sldMasterMk cId="1029875623" sldId="2147483678"/>
        </pc:sldMasterMkLst>
        <pc:spChg chg="mod">
          <ac:chgData name="Soumita Sengupta" userId="4afa6ce1-cb01-46c2-8538-4650222f0c96" providerId="ADAL" clId="{8571DC48-0C12-45E0-9BF7-0A12C0FA93C2}" dt="2021-05-17T14:13:55.165" v="432" actId="207"/>
          <ac:spMkLst>
            <pc:docMk/>
            <pc:sldMasterMk cId="1029875623" sldId="2147483678"/>
            <ac:spMk id="10" creationId="{93E6BF79-D03F-4EC1-99A8-F7AB036C42D1}"/>
          </ac:spMkLst>
        </pc:spChg>
        <pc:spChg chg="mod">
          <ac:chgData name="Soumita Sengupta" userId="4afa6ce1-cb01-46c2-8538-4650222f0c96" providerId="ADAL" clId="{8571DC48-0C12-45E0-9BF7-0A12C0FA93C2}" dt="2021-05-17T14:13:52.744" v="431" actId="207"/>
          <ac:spMkLst>
            <pc:docMk/>
            <pc:sldMasterMk cId="1029875623" sldId="2147483678"/>
            <ac:spMk id="11" creationId="{E41563B2-506F-49E4-8762-C6EAB193E7BF}"/>
          </ac:spMkLst>
        </pc:spChg>
        <pc:sldLayoutChg chg="del">
          <pc:chgData name="Soumita Sengupta" userId="4afa6ce1-cb01-46c2-8538-4650222f0c96" providerId="ADAL" clId="{8571DC48-0C12-45E0-9BF7-0A12C0FA93C2}" dt="2021-05-13T07:14:07.320" v="28" actId="47"/>
          <pc:sldLayoutMkLst>
            <pc:docMk/>
            <pc:sldMasterMk cId="1029875623" sldId="2147483678"/>
            <pc:sldLayoutMk cId="934370269" sldId="2147483717"/>
          </pc:sldLayoutMkLst>
        </pc:sldLayoutChg>
        <pc:sldLayoutChg chg="del">
          <pc:chgData name="Soumita Sengupta" userId="4afa6ce1-cb01-46c2-8538-4650222f0c96" providerId="ADAL" clId="{8571DC48-0C12-45E0-9BF7-0A12C0FA93C2}" dt="2021-05-17T14:32:44.972" v="495" actId="47"/>
          <pc:sldLayoutMkLst>
            <pc:docMk/>
            <pc:sldMasterMk cId="1029875623" sldId="2147483678"/>
            <pc:sldLayoutMk cId="2069565354" sldId="2147483719"/>
          </pc:sldLayoutMkLst>
        </pc:sldLayoutChg>
      </pc:sldMasterChg>
      <pc:sldMasterChg chg="new mod addSldLayout">
        <pc:chgData name="Soumita Sengupta" userId="4afa6ce1-cb01-46c2-8538-4650222f0c96" providerId="ADAL" clId="{8571DC48-0C12-45E0-9BF7-0A12C0FA93C2}" dt="2021-05-17T14:23:26.206" v="434" actId="6938"/>
        <pc:sldMasterMkLst>
          <pc:docMk/>
          <pc:sldMasterMk cId="2471958374" sldId="2147483720"/>
        </pc:sldMasterMkLst>
        <pc:sldLayoutChg chg="new replId">
          <pc:chgData name="Soumita Sengupta" userId="4afa6ce1-cb01-46c2-8538-4650222f0c96" providerId="ADAL" clId="{8571DC48-0C12-45E0-9BF7-0A12C0FA93C2}" dt="2021-05-17T14:23:26.206" v="434" actId="6938"/>
          <pc:sldLayoutMkLst>
            <pc:docMk/>
            <pc:sldMasterMk cId="2471958374" sldId="2147483720"/>
            <pc:sldLayoutMk cId="3216596316" sldId="2147483721"/>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4182010491" sldId="2147483722"/>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691724575" sldId="2147483723"/>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69854787" sldId="2147483724"/>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11202819" sldId="2147483725"/>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309786358" sldId="2147483726"/>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04264909" sldId="2147483727"/>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608343070" sldId="2147483728"/>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50141794" sldId="2147483729"/>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519817" sldId="2147483730"/>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094758414" sldId="2147483731"/>
          </pc:sldLayoutMkLst>
        </pc:sldLayoutChg>
      </pc:sldMasterChg>
    </pc:docChg>
  </pc:docChgLst>
  <pc:docChgLst>
    <pc:chgData name="Smita Jain" userId="d38d6004-c34d-46b5-9dac-bd2165f4bacc" providerId="ADAL" clId="{2198BB74-EEB1-4A0B-9898-E899CAC9C663}"/>
    <pc:docChg chg="modSld">
      <pc:chgData name="Smita Jain" userId="d38d6004-c34d-46b5-9dac-bd2165f4bacc" providerId="ADAL" clId="{2198BB74-EEB1-4A0B-9898-E899CAC9C663}" dt="2021-09-06T06:08:35.552" v="0"/>
      <pc:docMkLst>
        <pc:docMk/>
      </pc:docMkLst>
      <pc:sldChg chg="modCm">
        <pc:chgData name="Smita Jain" userId="d38d6004-c34d-46b5-9dac-bd2165f4bacc" providerId="ADAL" clId="{2198BB74-EEB1-4A0B-9898-E899CAC9C663}" dt="2021-09-06T06:08:35.552" v="0"/>
        <pc:sldMkLst>
          <pc:docMk/>
          <pc:sldMk cId="158897229" sldId="1331"/>
        </pc:sldMkLst>
      </pc:sldChg>
    </pc:docChg>
  </pc:docChgLst>
  <pc:docChgLst>
    <pc:chgData name="Keshav Pareek" userId="S::keshav.pareek@alepo.com::3037c2a5-5507-480b-9484-e2bc49cfc6dc" providerId="AD" clId="Web-{83B6C4F0-2E6D-2487-B222-3AC0363DE36F}"/>
    <pc:docChg chg="modSld">
      <pc:chgData name="Keshav Pareek" userId="S::keshav.pareek@alepo.com::3037c2a5-5507-480b-9484-e2bc49cfc6dc" providerId="AD" clId="Web-{83B6C4F0-2E6D-2487-B222-3AC0363DE36F}" dt="2021-09-06T13:40:43.325" v="20" actId="20577"/>
      <pc:docMkLst>
        <pc:docMk/>
      </pc:docMkLst>
      <pc:sldChg chg="modSp delCm">
        <pc:chgData name="Keshav Pareek" userId="S::keshav.pareek@alepo.com::3037c2a5-5507-480b-9484-e2bc49cfc6dc" providerId="AD" clId="Web-{83B6C4F0-2E6D-2487-B222-3AC0363DE36F}" dt="2021-09-06T13:40:43.325" v="20" actId="20577"/>
        <pc:sldMkLst>
          <pc:docMk/>
          <pc:sldMk cId="158897229" sldId="1331"/>
        </pc:sldMkLst>
        <pc:spChg chg="mod">
          <ac:chgData name="Keshav Pareek" userId="S::keshav.pareek@alepo.com::3037c2a5-5507-480b-9484-e2bc49cfc6dc" providerId="AD" clId="Web-{83B6C4F0-2E6D-2487-B222-3AC0363DE36F}" dt="2021-09-06T13:40:43.325" v="20" actId="20577"/>
          <ac:spMkLst>
            <pc:docMk/>
            <pc:sldMk cId="158897229" sldId="1331"/>
            <ac:spMk id="5" creationId="{00000000-0000-0000-0000-000000000000}"/>
          </ac:spMkLst>
        </pc:spChg>
      </pc:sldChg>
    </pc:docChg>
  </pc:docChgLst>
  <pc:docChgLst>
    <pc:chgData name="Soumita Sengupta" userId="4afa6ce1-cb01-46c2-8538-4650222f0c96" providerId="ADAL" clId="{2571C0C7-060E-48EE-9E7D-00F1E2A5D45C}"/>
    <pc:docChg chg="undo custSel addSld delSld modSld sldOrd modMainMaster">
      <pc:chgData name="Soumita Sengupta" userId="4afa6ce1-cb01-46c2-8538-4650222f0c96" providerId="ADAL" clId="{2571C0C7-060E-48EE-9E7D-00F1E2A5D45C}" dt="2021-06-24T11:15:39.967" v="148" actId="207"/>
      <pc:docMkLst>
        <pc:docMk/>
      </pc:docMkLst>
      <pc:sldChg chg="del">
        <pc:chgData name="Soumita Sengupta" userId="4afa6ce1-cb01-46c2-8538-4650222f0c96" providerId="ADAL" clId="{2571C0C7-060E-48EE-9E7D-00F1E2A5D45C}" dt="2021-06-24T08:49:04.858" v="70" actId="47"/>
        <pc:sldMkLst>
          <pc:docMk/>
          <pc:sldMk cId="1912468287" sldId="260"/>
        </pc:sldMkLst>
      </pc:sldChg>
      <pc:sldChg chg="del">
        <pc:chgData name="Soumita Sengupta" userId="4afa6ce1-cb01-46c2-8538-4650222f0c96" providerId="ADAL" clId="{2571C0C7-060E-48EE-9E7D-00F1E2A5D45C}" dt="2021-06-24T08:30:15.381" v="21" actId="47"/>
        <pc:sldMkLst>
          <pc:docMk/>
          <pc:sldMk cId="3916458465" sldId="274"/>
        </pc:sldMkLst>
      </pc:sldChg>
      <pc:sldChg chg="del">
        <pc:chgData name="Soumita Sengupta" userId="4afa6ce1-cb01-46c2-8538-4650222f0c96" providerId="ADAL" clId="{2571C0C7-060E-48EE-9E7D-00F1E2A5D45C}" dt="2021-06-24T08:30:15.544" v="22" actId="47"/>
        <pc:sldMkLst>
          <pc:docMk/>
          <pc:sldMk cId="1769911636" sldId="275"/>
        </pc:sldMkLst>
      </pc:sldChg>
      <pc:sldChg chg="del">
        <pc:chgData name="Soumita Sengupta" userId="4afa6ce1-cb01-46c2-8538-4650222f0c96" providerId="ADAL" clId="{2571C0C7-060E-48EE-9E7D-00F1E2A5D45C}" dt="2021-06-24T08:30:15.698" v="23" actId="47"/>
        <pc:sldMkLst>
          <pc:docMk/>
          <pc:sldMk cId="3249280852" sldId="276"/>
        </pc:sldMkLst>
      </pc:sldChg>
      <pc:sldChg chg="del">
        <pc:chgData name="Soumita Sengupta" userId="4afa6ce1-cb01-46c2-8538-4650222f0c96" providerId="ADAL" clId="{2571C0C7-060E-48EE-9E7D-00F1E2A5D45C}" dt="2021-06-24T08:30:15.866" v="24" actId="47"/>
        <pc:sldMkLst>
          <pc:docMk/>
          <pc:sldMk cId="269360884" sldId="279"/>
        </pc:sldMkLst>
      </pc:sldChg>
      <pc:sldChg chg="del">
        <pc:chgData name="Soumita Sengupta" userId="4afa6ce1-cb01-46c2-8538-4650222f0c96" providerId="ADAL" clId="{2571C0C7-060E-48EE-9E7D-00F1E2A5D45C}" dt="2021-06-24T08:30:16.214" v="26" actId="47"/>
        <pc:sldMkLst>
          <pc:docMk/>
          <pc:sldMk cId="3621967906" sldId="280"/>
        </pc:sldMkLst>
      </pc:sldChg>
      <pc:sldChg chg="del">
        <pc:chgData name="Soumita Sengupta" userId="4afa6ce1-cb01-46c2-8538-4650222f0c96" providerId="ADAL" clId="{2571C0C7-060E-48EE-9E7D-00F1E2A5D45C}" dt="2021-06-24T08:30:16.853" v="30" actId="47"/>
        <pc:sldMkLst>
          <pc:docMk/>
          <pc:sldMk cId="2998439583" sldId="286"/>
        </pc:sldMkLst>
      </pc:sldChg>
      <pc:sldChg chg="del">
        <pc:chgData name="Soumita Sengupta" userId="4afa6ce1-cb01-46c2-8538-4650222f0c96" providerId="ADAL" clId="{2571C0C7-060E-48EE-9E7D-00F1E2A5D45C}" dt="2021-06-24T08:30:18.156" v="35" actId="47"/>
        <pc:sldMkLst>
          <pc:docMk/>
          <pc:sldMk cId="2747257436" sldId="287"/>
        </pc:sldMkLst>
      </pc:sldChg>
      <pc:sldChg chg="del">
        <pc:chgData name="Soumita Sengupta" userId="4afa6ce1-cb01-46c2-8538-4650222f0c96" providerId="ADAL" clId="{2571C0C7-060E-48EE-9E7D-00F1E2A5D45C}" dt="2021-06-24T08:30:18.938" v="38" actId="47"/>
        <pc:sldMkLst>
          <pc:docMk/>
          <pc:sldMk cId="497692830" sldId="288"/>
        </pc:sldMkLst>
      </pc:sldChg>
      <pc:sldChg chg="del">
        <pc:chgData name="Soumita Sengupta" userId="4afa6ce1-cb01-46c2-8538-4650222f0c96" providerId="ADAL" clId="{2571C0C7-060E-48EE-9E7D-00F1E2A5D45C}" dt="2021-06-24T08:30:19.593" v="39" actId="47"/>
        <pc:sldMkLst>
          <pc:docMk/>
          <pc:sldMk cId="1690934009" sldId="289"/>
        </pc:sldMkLst>
      </pc:sldChg>
      <pc:sldChg chg="del">
        <pc:chgData name="Soumita Sengupta" userId="4afa6ce1-cb01-46c2-8538-4650222f0c96" providerId="ADAL" clId="{2571C0C7-060E-48EE-9E7D-00F1E2A5D45C}" dt="2021-06-24T08:30:20.546" v="40" actId="47"/>
        <pc:sldMkLst>
          <pc:docMk/>
          <pc:sldMk cId="3987752600" sldId="290"/>
        </pc:sldMkLst>
      </pc:sldChg>
      <pc:sldChg chg="modSp mod">
        <pc:chgData name="Soumita Sengupta" userId="4afa6ce1-cb01-46c2-8538-4650222f0c96" providerId="ADAL" clId="{2571C0C7-060E-48EE-9E7D-00F1E2A5D45C}" dt="2021-06-24T08:30:12.618" v="20" actId="20577"/>
        <pc:sldMkLst>
          <pc:docMk/>
          <pc:sldMk cId="2584036331" sldId="339"/>
        </pc:sldMkLst>
        <pc:spChg chg="mod">
          <ac:chgData name="Soumita Sengupta" userId="4afa6ce1-cb01-46c2-8538-4650222f0c96" providerId="ADAL" clId="{2571C0C7-060E-48EE-9E7D-00F1E2A5D45C}" dt="2021-06-24T08:30:12.618" v="20" actId="20577"/>
          <ac:spMkLst>
            <pc:docMk/>
            <pc:sldMk cId="2584036331" sldId="339"/>
            <ac:spMk id="5" creationId="{6D1A1596-A8D7-4C1A-8956-0FA40A84EFCA}"/>
          </ac:spMkLst>
        </pc:spChg>
      </pc:sldChg>
      <pc:sldChg chg="modSp add mod">
        <pc:chgData name="Soumita Sengupta" userId="4afa6ce1-cb01-46c2-8538-4650222f0c96" providerId="ADAL" clId="{2571C0C7-060E-48EE-9E7D-00F1E2A5D45C}" dt="2021-06-24T08:54:08.320" v="76" actId="255"/>
        <pc:sldMkLst>
          <pc:docMk/>
          <pc:sldMk cId="3006812007" sldId="727"/>
        </pc:sldMkLst>
        <pc:spChg chg="mod">
          <ac:chgData name="Soumita Sengupta" userId="4afa6ce1-cb01-46c2-8538-4650222f0c96" providerId="ADAL" clId="{2571C0C7-060E-48EE-9E7D-00F1E2A5D45C}" dt="2021-06-24T08:54:08.320" v="76" actId="255"/>
          <ac:spMkLst>
            <pc:docMk/>
            <pc:sldMk cId="3006812007" sldId="727"/>
            <ac:spMk id="3" creationId="{00000000-0000-0000-0000-000000000000}"/>
          </ac:spMkLst>
        </pc:spChg>
        <pc:spChg chg="mod">
          <ac:chgData name="Soumita Sengupta" userId="4afa6ce1-cb01-46c2-8538-4650222f0c96" providerId="ADAL" clId="{2571C0C7-060E-48EE-9E7D-00F1E2A5D45C}" dt="2021-06-24T08:51:45.036" v="74" actId="207"/>
          <ac:spMkLst>
            <pc:docMk/>
            <pc:sldMk cId="3006812007" sldId="727"/>
            <ac:spMk id="4" creationId="{00000000-0000-0000-0000-000000000000}"/>
          </ac:spMkLst>
        </pc:spChg>
        <pc:spChg chg="mod">
          <ac:chgData name="Soumita Sengupta" userId="4afa6ce1-cb01-46c2-8538-4650222f0c96" providerId="ADAL" clId="{2571C0C7-060E-48EE-9E7D-00F1E2A5D45C}" dt="2021-06-24T08:51:43.117" v="73" actId="207"/>
          <ac:spMkLst>
            <pc:docMk/>
            <pc:sldMk cId="3006812007" sldId="727"/>
            <ac:spMk id="6" creationId="{00000000-0000-0000-0000-000000000000}"/>
          </ac:spMkLst>
        </pc:spChg>
      </pc:sldChg>
      <pc:sldChg chg="delSp modSp add mod">
        <pc:chgData name="Soumita Sengupta" userId="4afa6ce1-cb01-46c2-8538-4650222f0c96" providerId="ADAL" clId="{2571C0C7-060E-48EE-9E7D-00F1E2A5D45C}" dt="2021-06-24T08:37:54.495" v="46" actId="1076"/>
        <pc:sldMkLst>
          <pc:docMk/>
          <pc:sldMk cId="361969412" sldId="729"/>
        </pc:sldMkLst>
        <pc:spChg chg="del">
          <ac:chgData name="Soumita Sengupta" userId="4afa6ce1-cb01-46c2-8538-4650222f0c96" providerId="ADAL" clId="{2571C0C7-060E-48EE-9E7D-00F1E2A5D45C}" dt="2021-06-24T08:37:49.011" v="44" actId="478"/>
          <ac:spMkLst>
            <pc:docMk/>
            <pc:sldMk cId="361969412" sldId="729"/>
            <ac:spMk id="7" creationId="{09CEF575-2E6E-4C6B-BD54-867FDEAAC162}"/>
          </ac:spMkLst>
        </pc:spChg>
        <pc:picChg chg="mod">
          <ac:chgData name="Soumita Sengupta" userId="4afa6ce1-cb01-46c2-8538-4650222f0c96" providerId="ADAL" clId="{2571C0C7-060E-48EE-9E7D-00F1E2A5D45C}" dt="2021-06-24T08:37:54.495" v="46" actId="1076"/>
          <ac:picMkLst>
            <pc:docMk/>
            <pc:sldMk cId="361969412" sldId="729"/>
            <ac:picMk id="8" creationId="{03BD3932-399E-4A6A-AD03-6057279D9E8C}"/>
          </ac:picMkLst>
        </pc:picChg>
      </pc:sldChg>
      <pc:sldChg chg="modSp add mod">
        <pc:chgData name="Soumita Sengupta" userId="4afa6ce1-cb01-46c2-8538-4650222f0c96" providerId="ADAL" clId="{2571C0C7-060E-48EE-9E7D-00F1E2A5D45C}" dt="2021-06-24T08:54:18.874" v="77" actId="255"/>
        <pc:sldMkLst>
          <pc:docMk/>
          <pc:sldMk cId="1915874701" sldId="730"/>
        </pc:sldMkLst>
        <pc:spChg chg="mod">
          <ac:chgData name="Soumita Sengupta" userId="4afa6ce1-cb01-46c2-8538-4650222f0c96" providerId="ADAL" clId="{2571C0C7-060E-48EE-9E7D-00F1E2A5D45C}" dt="2021-06-24T08:54:18.874" v="77" actId="255"/>
          <ac:spMkLst>
            <pc:docMk/>
            <pc:sldMk cId="1915874701" sldId="730"/>
            <ac:spMk id="3" creationId="{00000000-0000-0000-0000-000000000000}"/>
          </ac:spMkLst>
        </pc:spChg>
      </pc:sldChg>
      <pc:sldChg chg="modSp add mod">
        <pc:chgData name="Soumita Sengupta" userId="4afa6ce1-cb01-46c2-8538-4650222f0c96" providerId="ADAL" clId="{2571C0C7-060E-48EE-9E7D-00F1E2A5D45C}" dt="2021-06-24T08:54:39.173" v="85" actId="5793"/>
        <pc:sldMkLst>
          <pc:docMk/>
          <pc:sldMk cId="1595993787" sldId="731"/>
        </pc:sldMkLst>
        <pc:spChg chg="mod">
          <ac:chgData name="Soumita Sengupta" userId="4afa6ce1-cb01-46c2-8538-4650222f0c96" providerId="ADAL" clId="{2571C0C7-060E-48EE-9E7D-00F1E2A5D45C}" dt="2021-06-24T08:54:39.173" v="85" actId="5793"/>
          <ac:spMkLst>
            <pc:docMk/>
            <pc:sldMk cId="1595993787" sldId="731"/>
            <ac:spMk id="3" creationId="{00000000-0000-0000-0000-000000000000}"/>
          </ac:spMkLst>
        </pc:spChg>
      </pc:sldChg>
      <pc:sldChg chg="modSp add mod">
        <pc:chgData name="Soumita Sengupta" userId="4afa6ce1-cb01-46c2-8538-4650222f0c96" providerId="ADAL" clId="{2571C0C7-060E-48EE-9E7D-00F1E2A5D45C}" dt="2021-06-24T08:54:51.071" v="86" actId="255"/>
        <pc:sldMkLst>
          <pc:docMk/>
          <pc:sldMk cId="2222224942" sldId="732"/>
        </pc:sldMkLst>
        <pc:spChg chg="mod">
          <ac:chgData name="Soumita Sengupta" userId="4afa6ce1-cb01-46c2-8538-4650222f0c96" providerId="ADAL" clId="{2571C0C7-060E-48EE-9E7D-00F1E2A5D45C}" dt="2021-06-24T08:54:51.071" v="86" actId="255"/>
          <ac:spMkLst>
            <pc:docMk/>
            <pc:sldMk cId="2222224942" sldId="732"/>
            <ac:spMk id="3" creationId="{00000000-0000-0000-0000-000000000000}"/>
          </ac:spMkLst>
        </pc:spChg>
      </pc:sldChg>
      <pc:sldChg chg="modSp add mod">
        <pc:chgData name="Soumita Sengupta" userId="4afa6ce1-cb01-46c2-8538-4650222f0c96" providerId="ADAL" clId="{2571C0C7-060E-48EE-9E7D-00F1E2A5D45C}" dt="2021-06-24T08:54:59.615" v="87" actId="255"/>
        <pc:sldMkLst>
          <pc:docMk/>
          <pc:sldMk cId="4207930121" sldId="733"/>
        </pc:sldMkLst>
        <pc:spChg chg="mod">
          <ac:chgData name="Soumita Sengupta" userId="4afa6ce1-cb01-46c2-8538-4650222f0c96" providerId="ADAL" clId="{2571C0C7-060E-48EE-9E7D-00F1E2A5D45C}" dt="2021-06-24T08:54:59.615" v="87" actId="255"/>
          <ac:spMkLst>
            <pc:docMk/>
            <pc:sldMk cId="4207930121" sldId="733"/>
            <ac:spMk id="3" creationId="{00000000-0000-0000-0000-000000000000}"/>
          </ac:spMkLst>
        </pc:spChg>
      </pc:sldChg>
      <pc:sldChg chg="modSp add mod">
        <pc:chgData name="Soumita Sengupta" userId="4afa6ce1-cb01-46c2-8538-4650222f0c96" providerId="ADAL" clId="{2571C0C7-060E-48EE-9E7D-00F1E2A5D45C}" dt="2021-06-24T08:55:15.569" v="88" actId="255"/>
        <pc:sldMkLst>
          <pc:docMk/>
          <pc:sldMk cId="3931385810" sldId="734"/>
        </pc:sldMkLst>
        <pc:spChg chg="mod">
          <ac:chgData name="Soumita Sengupta" userId="4afa6ce1-cb01-46c2-8538-4650222f0c96" providerId="ADAL" clId="{2571C0C7-060E-48EE-9E7D-00F1E2A5D45C}" dt="2021-06-24T08:55:15.569" v="88" actId="255"/>
          <ac:spMkLst>
            <pc:docMk/>
            <pc:sldMk cId="3931385810" sldId="734"/>
            <ac:spMk id="3" creationId="{00000000-0000-0000-0000-000000000000}"/>
          </ac:spMkLst>
        </pc:spChg>
      </pc:sldChg>
      <pc:sldChg chg="modSp add mod">
        <pc:chgData name="Soumita Sengupta" userId="4afa6ce1-cb01-46c2-8538-4650222f0c96" providerId="ADAL" clId="{2571C0C7-060E-48EE-9E7D-00F1E2A5D45C}" dt="2021-06-24T08:55:31.551" v="90" actId="255"/>
        <pc:sldMkLst>
          <pc:docMk/>
          <pc:sldMk cId="2633334292" sldId="735"/>
        </pc:sldMkLst>
        <pc:spChg chg="mod">
          <ac:chgData name="Soumita Sengupta" userId="4afa6ce1-cb01-46c2-8538-4650222f0c96" providerId="ADAL" clId="{2571C0C7-060E-48EE-9E7D-00F1E2A5D45C}" dt="2021-06-24T08:55:31.551" v="90" actId="255"/>
          <ac:spMkLst>
            <pc:docMk/>
            <pc:sldMk cId="2633334292" sldId="735"/>
            <ac:spMk id="5" creationId="{00000000-0000-0000-0000-000000000000}"/>
          </ac:spMkLst>
        </pc:spChg>
      </pc:sldChg>
      <pc:sldChg chg="modSp add mod">
        <pc:chgData name="Soumita Sengupta" userId="4afa6ce1-cb01-46c2-8538-4650222f0c96" providerId="ADAL" clId="{2571C0C7-060E-48EE-9E7D-00F1E2A5D45C}" dt="2021-06-24T08:55:41.178" v="93" actId="5793"/>
        <pc:sldMkLst>
          <pc:docMk/>
          <pc:sldMk cId="2643369656" sldId="736"/>
        </pc:sldMkLst>
        <pc:spChg chg="mod">
          <ac:chgData name="Soumita Sengupta" userId="4afa6ce1-cb01-46c2-8538-4650222f0c96" providerId="ADAL" clId="{2571C0C7-060E-48EE-9E7D-00F1E2A5D45C}" dt="2021-06-24T08:55:41.178" v="93" actId="5793"/>
          <ac:spMkLst>
            <pc:docMk/>
            <pc:sldMk cId="2643369656" sldId="736"/>
            <ac:spMk id="5" creationId="{00000000-0000-0000-0000-000000000000}"/>
          </ac:spMkLst>
        </pc:spChg>
      </pc:sldChg>
      <pc:sldChg chg="modSp add mod">
        <pc:chgData name="Soumita Sengupta" userId="4afa6ce1-cb01-46c2-8538-4650222f0c96" providerId="ADAL" clId="{2571C0C7-060E-48EE-9E7D-00F1E2A5D45C}" dt="2021-06-24T08:55:50.082" v="94" actId="255"/>
        <pc:sldMkLst>
          <pc:docMk/>
          <pc:sldMk cId="3894913924" sldId="737"/>
        </pc:sldMkLst>
        <pc:spChg chg="mod">
          <ac:chgData name="Soumita Sengupta" userId="4afa6ce1-cb01-46c2-8538-4650222f0c96" providerId="ADAL" clId="{2571C0C7-060E-48EE-9E7D-00F1E2A5D45C}" dt="2021-06-24T08:55:50.082" v="94" actId="255"/>
          <ac:spMkLst>
            <pc:docMk/>
            <pc:sldMk cId="3894913924" sldId="737"/>
            <ac:spMk id="5" creationId="{00000000-0000-0000-0000-000000000000}"/>
          </ac:spMkLst>
        </pc:spChg>
      </pc:sldChg>
      <pc:sldChg chg="add del">
        <pc:chgData name="Soumita Sengupta" userId="4afa6ce1-cb01-46c2-8538-4650222f0c96" providerId="ADAL" clId="{2571C0C7-060E-48EE-9E7D-00F1E2A5D45C}" dt="2021-06-24T08:46:14.346" v="56" actId="47"/>
        <pc:sldMkLst>
          <pc:docMk/>
          <pc:sldMk cId="3746418437" sldId="738"/>
        </pc:sldMkLst>
      </pc:sldChg>
      <pc:sldChg chg="modSp add mod">
        <pc:chgData name="Soumita Sengupta" userId="4afa6ce1-cb01-46c2-8538-4650222f0c96" providerId="ADAL" clId="{2571C0C7-060E-48EE-9E7D-00F1E2A5D45C}" dt="2021-06-24T08:56:05.485" v="97" actId="255"/>
        <pc:sldMkLst>
          <pc:docMk/>
          <pc:sldMk cId="4201402383" sldId="739"/>
        </pc:sldMkLst>
        <pc:spChg chg="mod">
          <ac:chgData name="Soumita Sengupta" userId="4afa6ce1-cb01-46c2-8538-4650222f0c96" providerId="ADAL" clId="{2571C0C7-060E-48EE-9E7D-00F1E2A5D45C}" dt="2021-06-24T08:56:05.485" v="97" actId="255"/>
          <ac:spMkLst>
            <pc:docMk/>
            <pc:sldMk cId="4201402383" sldId="739"/>
            <ac:spMk id="5" creationId="{00000000-0000-0000-0000-000000000000}"/>
          </ac:spMkLst>
        </pc:spChg>
      </pc:sldChg>
      <pc:sldChg chg="modSp add mod">
        <pc:chgData name="Soumita Sengupta" userId="4afa6ce1-cb01-46c2-8538-4650222f0c96" providerId="ADAL" clId="{2571C0C7-060E-48EE-9E7D-00F1E2A5D45C}" dt="2021-06-24T08:56:24.276" v="100" actId="255"/>
        <pc:sldMkLst>
          <pc:docMk/>
          <pc:sldMk cId="2355219403" sldId="740"/>
        </pc:sldMkLst>
        <pc:spChg chg="mod">
          <ac:chgData name="Soumita Sengupta" userId="4afa6ce1-cb01-46c2-8538-4650222f0c96" providerId="ADAL" clId="{2571C0C7-060E-48EE-9E7D-00F1E2A5D45C}" dt="2021-06-24T08:56:19.107" v="99" actId="255"/>
          <ac:spMkLst>
            <pc:docMk/>
            <pc:sldMk cId="2355219403" sldId="740"/>
            <ac:spMk id="5" creationId="{00000000-0000-0000-0000-000000000000}"/>
          </ac:spMkLst>
        </pc:spChg>
        <pc:spChg chg="mod">
          <ac:chgData name="Soumita Sengupta" userId="4afa6ce1-cb01-46c2-8538-4650222f0c96" providerId="ADAL" clId="{2571C0C7-060E-48EE-9E7D-00F1E2A5D45C}" dt="2021-06-24T08:56:24.276" v="100" actId="255"/>
          <ac:spMkLst>
            <pc:docMk/>
            <pc:sldMk cId="2355219403" sldId="740"/>
            <ac:spMk id="9" creationId="{800D259A-3A87-4907-96BC-57B74BBE7814}"/>
          </ac:spMkLst>
        </pc:spChg>
      </pc:sldChg>
      <pc:sldChg chg="modSp add mod">
        <pc:chgData name="Soumita Sengupta" userId="4afa6ce1-cb01-46c2-8538-4650222f0c96" providerId="ADAL" clId="{2571C0C7-060E-48EE-9E7D-00F1E2A5D45C}" dt="2021-06-24T08:56:34.337" v="102" actId="1076"/>
        <pc:sldMkLst>
          <pc:docMk/>
          <pc:sldMk cId="3247647825" sldId="741"/>
        </pc:sldMkLst>
        <pc:spChg chg="mod">
          <ac:chgData name="Soumita Sengupta" userId="4afa6ce1-cb01-46c2-8538-4650222f0c96" providerId="ADAL" clId="{2571C0C7-060E-48EE-9E7D-00F1E2A5D45C}" dt="2021-06-24T08:56:31.479" v="101" actId="255"/>
          <ac:spMkLst>
            <pc:docMk/>
            <pc:sldMk cId="3247647825" sldId="741"/>
            <ac:spMk id="5" creationId="{00000000-0000-0000-0000-000000000000}"/>
          </ac:spMkLst>
        </pc:spChg>
        <pc:picChg chg="mod">
          <ac:chgData name="Soumita Sengupta" userId="4afa6ce1-cb01-46c2-8538-4650222f0c96" providerId="ADAL" clId="{2571C0C7-060E-48EE-9E7D-00F1E2A5D45C}" dt="2021-06-24T08:56:34.337" v="102" actId="1076"/>
          <ac:picMkLst>
            <pc:docMk/>
            <pc:sldMk cId="3247647825" sldId="741"/>
            <ac:picMk id="2" creationId="{542C35B7-A39D-499B-8EC2-499A02B01BF5}"/>
          </ac:picMkLst>
        </pc:picChg>
      </pc:sldChg>
      <pc:sldChg chg="modSp add mod">
        <pc:chgData name="Soumita Sengupta" userId="4afa6ce1-cb01-46c2-8538-4650222f0c96" providerId="ADAL" clId="{2571C0C7-060E-48EE-9E7D-00F1E2A5D45C}" dt="2021-06-24T08:56:51.071" v="105" actId="255"/>
        <pc:sldMkLst>
          <pc:docMk/>
          <pc:sldMk cId="524730391" sldId="742"/>
        </pc:sldMkLst>
        <pc:spChg chg="mod">
          <ac:chgData name="Soumita Sengupta" userId="4afa6ce1-cb01-46c2-8538-4650222f0c96" providerId="ADAL" clId="{2571C0C7-060E-48EE-9E7D-00F1E2A5D45C}" dt="2021-06-24T08:56:51.071" v="105" actId="255"/>
          <ac:spMkLst>
            <pc:docMk/>
            <pc:sldMk cId="524730391" sldId="742"/>
            <ac:spMk id="5" creationId="{00000000-0000-0000-0000-000000000000}"/>
          </ac:spMkLst>
        </pc:spChg>
      </pc:sldChg>
      <pc:sldChg chg="modSp add mod">
        <pc:chgData name="Soumita Sengupta" userId="4afa6ce1-cb01-46c2-8538-4650222f0c96" providerId="ADAL" clId="{2571C0C7-060E-48EE-9E7D-00F1E2A5D45C}" dt="2021-06-24T08:57:19.913" v="117" actId="1076"/>
        <pc:sldMkLst>
          <pc:docMk/>
          <pc:sldMk cId="2982867143" sldId="743"/>
        </pc:sldMkLst>
        <pc:spChg chg="mod">
          <ac:chgData name="Soumita Sengupta" userId="4afa6ce1-cb01-46c2-8538-4650222f0c96" providerId="ADAL" clId="{2571C0C7-060E-48EE-9E7D-00F1E2A5D45C}" dt="2021-06-24T08:57:19.913" v="117" actId="1076"/>
          <ac:spMkLst>
            <pc:docMk/>
            <pc:sldMk cId="2982867143" sldId="743"/>
            <ac:spMk id="5" creationId="{00000000-0000-0000-0000-000000000000}"/>
          </ac:spMkLst>
        </pc:spChg>
      </pc:sldChg>
      <pc:sldChg chg="modSp add mod">
        <pc:chgData name="Soumita Sengupta" userId="4afa6ce1-cb01-46c2-8538-4650222f0c96" providerId="ADAL" clId="{2571C0C7-060E-48EE-9E7D-00F1E2A5D45C}" dt="2021-06-24T08:57:31.559" v="119" actId="255"/>
        <pc:sldMkLst>
          <pc:docMk/>
          <pc:sldMk cId="1375910068" sldId="744"/>
        </pc:sldMkLst>
        <pc:spChg chg="mod">
          <ac:chgData name="Soumita Sengupta" userId="4afa6ce1-cb01-46c2-8538-4650222f0c96" providerId="ADAL" clId="{2571C0C7-060E-48EE-9E7D-00F1E2A5D45C}" dt="2021-06-24T08:57:31.559" v="119" actId="255"/>
          <ac:spMkLst>
            <pc:docMk/>
            <pc:sldMk cId="1375910068" sldId="744"/>
            <ac:spMk id="5" creationId="{00000000-0000-0000-0000-000000000000}"/>
          </ac:spMkLst>
        </pc:spChg>
      </pc:sldChg>
      <pc:sldChg chg="modSp add mod">
        <pc:chgData name="Soumita Sengupta" userId="4afa6ce1-cb01-46c2-8538-4650222f0c96" providerId="ADAL" clId="{2571C0C7-060E-48EE-9E7D-00F1E2A5D45C}" dt="2021-06-24T08:57:43.512" v="122" actId="255"/>
        <pc:sldMkLst>
          <pc:docMk/>
          <pc:sldMk cId="1321172283" sldId="745"/>
        </pc:sldMkLst>
        <pc:spChg chg="mod">
          <ac:chgData name="Soumita Sengupta" userId="4afa6ce1-cb01-46c2-8538-4650222f0c96" providerId="ADAL" clId="{2571C0C7-060E-48EE-9E7D-00F1E2A5D45C}" dt="2021-06-24T08:57:43.512" v="122" actId="255"/>
          <ac:spMkLst>
            <pc:docMk/>
            <pc:sldMk cId="1321172283" sldId="745"/>
            <ac:spMk id="5" creationId="{00000000-0000-0000-0000-000000000000}"/>
          </ac:spMkLst>
        </pc:spChg>
      </pc:sldChg>
      <pc:sldChg chg="modSp add mod">
        <pc:chgData name="Soumita Sengupta" userId="4afa6ce1-cb01-46c2-8538-4650222f0c96" providerId="ADAL" clId="{2571C0C7-060E-48EE-9E7D-00F1E2A5D45C}" dt="2021-06-24T08:58:03.637" v="125" actId="1076"/>
        <pc:sldMkLst>
          <pc:docMk/>
          <pc:sldMk cId="591059380" sldId="746"/>
        </pc:sldMkLst>
        <pc:spChg chg="mod">
          <ac:chgData name="Soumita Sengupta" userId="4afa6ce1-cb01-46c2-8538-4650222f0c96" providerId="ADAL" clId="{2571C0C7-060E-48EE-9E7D-00F1E2A5D45C}" dt="2021-06-24T08:57:57.100" v="124" actId="255"/>
          <ac:spMkLst>
            <pc:docMk/>
            <pc:sldMk cId="591059380" sldId="746"/>
            <ac:spMk id="5" creationId="{00000000-0000-0000-0000-000000000000}"/>
          </ac:spMkLst>
        </pc:spChg>
        <pc:picChg chg="mod">
          <ac:chgData name="Soumita Sengupta" userId="4afa6ce1-cb01-46c2-8538-4650222f0c96" providerId="ADAL" clId="{2571C0C7-060E-48EE-9E7D-00F1E2A5D45C}" dt="2021-06-24T08:58:03.637" v="125" actId="1076"/>
          <ac:picMkLst>
            <pc:docMk/>
            <pc:sldMk cId="591059380" sldId="746"/>
            <ac:picMk id="9" creationId="{00000000-0000-0000-0000-000000000000}"/>
          </ac:picMkLst>
        </pc:picChg>
      </pc:sldChg>
      <pc:sldChg chg="modSp add mod">
        <pc:chgData name="Soumita Sengupta" userId="4afa6ce1-cb01-46c2-8538-4650222f0c96" providerId="ADAL" clId="{2571C0C7-060E-48EE-9E7D-00F1E2A5D45C}" dt="2021-06-24T08:58:08.981" v="126" actId="255"/>
        <pc:sldMkLst>
          <pc:docMk/>
          <pc:sldMk cId="3475117086" sldId="747"/>
        </pc:sldMkLst>
        <pc:spChg chg="mod">
          <ac:chgData name="Soumita Sengupta" userId="4afa6ce1-cb01-46c2-8538-4650222f0c96" providerId="ADAL" clId="{2571C0C7-060E-48EE-9E7D-00F1E2A5D45C}" dt="2021-06-24T08:58:08.981" v="126" actId="255"/>
          <ac:spMkLst>
            <pc:docMk/>
            <pc:sldMk cId="3475117086" sldId="747"/>
            <ac:spMk id="5" creationId="{00000000-0000-0000-0000-000000000000}"/>
          </ac:spMkLst>
        </pc:spChg>
      </pc:sldChg>
      <pc:sldChg chg="modSp add mod">
        <pc:chgData name="Soumita Sengupta" userId="4afa6ce1-cb01-46c2-8538-4650222f0c96" providerId="ADAL" clId="{2571C0C7-060E-48EE-9E7D-00F1E2A5D45C}" dt="2021-06-24T08:58:26.639" v="131" actId="20577"/>
        <pc:sldMkLst>
          <pc:docMk/>
          <pc:sldMk cId="405216084" sldId="748"/>
        </pc:sldMkLst>
        <pc:spChg chg="mod">
          <ac:chgData name="Soumita Sengupta" userId="4afa6ce1-cb01-46c2-8538-4650222f0c96" providerId="ADAL" clId="{2571C0C7-060E-48EE-9E7D-00F1E2A5D45C}" dt="2021-06-24T08:58:26.639" v="131" actId="20577"/>
          <ac:spMkLst>
            <pc:docMk/>
            <pc:sldMk cId="405216084" sldId="748"/>
            <ac:spMk id="5" creationId="{00000000-0000-0000-0000-000000000000}"/>
          </ac:spMkLst>
        </pc:spChg>
      </pc:sldChg>
      <pc:sldChg chg="delSp modSp add mod">
        <pc:chgData name="Soumita Sengupta" userId="4afa6ce1-cb01-46c2-8538-4650222f0c96" providerId="ADAL" clId="{2571C0C7-060E-48EE-9E7D-00F1E2A5D45C}" dt="2021-06-24T08:58:44.551" v="142" actId="1076"/>
        <pc:sldMkLst>
          <pc:docMk/>
          <pc:sldMk cId="3372552821" sldId="749"/>
        </pc:sldMkLst>
        <pc:spChg chg="del">
          <ac:chgData name="Soumita Sengupta" userId="4afa6ce1-cb01-46c2-8538-4650222f0c96" providerId="ADAL" clId="{2571C0C7-060E-48EE-9E7D-00F1E2A5D45C}" dt="2021-06-24T08:45:28.313" v="48" actId="478"/>
          <ac:spMkLst>
            <pc:docMk/>
            <pc:sldMk cId="3372552821" sldId="749"/>
            <ac:spMk id="2" creationId="{99AB7701-456C-4D2E-99AA-9F94D4CA635F}"/>
          </ac:spMkLst>
        </pc:spChg>
        <pc:spChg chg="del">
          <ac:chgData name="Soumita Sengupta" userId="4afa6ce1-cb01-46c2-8538-4650222f0c96" providerId="ADAL" clId="{2571C0C7-060E-48EE-9E7D-00F1E2A5D45C}" dt="2021-06-24T08:45:25.649" v="47" actId="478"/>
          <ac:spMkLst>
            <pc:docMk/>
            <pc:sldMk cId="3372552821" sldId="749"/>
            <ac:spMk id="16" creationId="{00000000-0000-0000-0000-000000000000}"/>
          </ac:spMkLst>
        </pc:spChg>
        <pc:picChg chg="mod">
          <ac:chgData name="Soumita Sengupta" userId="4afa6ce1-cb01-46c2-8538-4650222f0c96" providerId="ADAL" clId="{2571C0C7-060E-48EE-9E7D-00F1E2A5D45C}" dt="2021-06-24T08:58:44.551" v="142" actId="1076"/>
          <ac:picMkLst>
            <pc:docMk/>
            <pc:sldMk cId="3372552821" sldId="749"/>
            <ac:picMk id="8" creationId="{BF708B6C-5834-402C-A0A0-BB62B2F4F7EB}"/>
          </ac:picMkLst>
        </pc:picChg>
      </pc:sldChg>
      <pc:sldChg chg="modSp add mod">
        <pc:chgData name="Soumita Sengupta" userId="4afa6ce1-cb01-46c2-8538-4650222f0c96" providerId="ADAL" clId="{2571C0C7-060E-48EE-9E7D-00F1E2A5D45C}" dt="2021-06-24T08:58:50.075" v="143" actId="255"/>
        <pc:sldMkLst>
          <pc:docMk/>
          <pc:sldMk cId="2342434088" sldId="750"/>
        </pc:sldMkLst>
        <pc:spChg chg="mod">
          <ac:chgData name="Soumita Sengupta" userId="4afa6ce1-cb01-46c2-8538-4650222f0c96" providerId="ADAL" clId="{2571C0C7-060E-48EE-9E7D-00F1E2A5D45C}" dt="2021-06-24T08:58:50.075" v="143" actId="255"/>
          <ac:spMkLst>
            <pc:docMk/>
            <pc:sldMk cId="2342434088" sldId="750"/>
            <ac:spMk id="5" creationId="{00000000-0000-0000-0000-000000000000}"/>
          </ac:spMkLst>
        </pc:spChg>
      </pc:sldChg>
      <pc:sldChg chg="modSp add mod">
        <pc:chgData name="Soumita Sengupta" userId="4afa6ce1-cb01-46c2-8538-4650222f0c96" providerId="ADAL" clId="{2571C0C7-060E-48EE-9E7D-00F1E2A5D45C}" dt="2021-06-24T11:14:16.699" v="145" actId="207"/>
        <pc:sldMkLst>
          <pc:docMk/>
          <pc:sldMk cId="3820407078" sldId="887"/>
        </pc:sldMkLst>
        <pc:spChg chg="mod">
          <ac:chgData name="Soumita Sengupta" userId="4afa6ce1-cb01-46c2-8538-4650222f0c96" providerId="ADAL" clId="{2571C0C7-060E-48EE-9E7D-00F1E2A5D45C}" dt="2021-06-24T11:14:16.699" v="145" actId="207"/>
          <ac:spMkLst>
            <pc:docMk/>
            <pc:sldMk cId="3820407078" sldId="887"/>
            <ac:spMk id="4" creationId="{00000000-0000-0000-0000-000000000000}"/>
          </ac:spMkLst>
        </pc:spChg>
        <pc:spChg chg="mod">
          <ac:chgData name="Soumita Sengupta" userId="4afa6ce1-cb01-46c2-8538-4650222f0c96" providerId="ADAL" clId="{2571C0C7-060E-48EE-9E7D-00F1E2A5D45C}" dt="2021-06-24T09:00:19.668" v="144" actId="255"/>
          <ac:spMkLst>
            <pc:docMk/>
            <pc:sldMk cId="3820407078" sldId="887"/>
            <ac:spMk id="5" creationId="{00000000-0000-0000-0000-000000000000}"/>
          </ac:spMkLst>
        </pc:spChg>
        <pc:spChg chg="mod">
          <ac:chgData name="Soumita Sengupta" userId="4afa6ce1-cb01-46c2-8538-4650222f0c96" providerId="ADAL" clId="{2571C0C7-060E-48EE-9E7D-00F1E2A5D45C}" dt="2021-06-24T11:14:16.699" v="145" actId="207"/>
          <ac:spMkLst>
            <pc:docMk/>
            <pc:sldMk cId="3820407078" sldId="887"/>
            <ac:spMk id="7" creationId="{00000000-0000-0000-0000-000000000000}"/>
          </ac:spMkLst>
        </pc:spChg>
      </pc:sldChg>
      <pc:sldChg chg="modSp add mod">
        <pc:chgData name="Soumita Sengupta" userId="4afa6ce1-cb01-46c2-8538-4650222f0c96" providerId="ADAL" clId="{2571C0C7-060E-48EE-9E7D-00F1E2A5D45C}" dt="2021-06-24T08:54:30.712" v="82" actId="5793"/>
        <pc:sldMkLst>
          <pc:docMk/>
          <pc:sldMk cId="2554462038" sldId="888"/>
        </pc:sldMkLst>
        <pc:spChg chg="mod">
          <ac:chgData name="Soumita Sengupta" userId="4afa6ce1-cb01-46c2-8538-4650222f0c96" providerId="ADAL" clId="{2571C0C7-060E-48EE-9E7D-00F1E2A5D45C}" dt="2021-06-24T08:54:30.712" v="82" actId="5793"/>
          <ac:spMkLst>
            <pc:docMk/>
            <pc:sldMk cId="2554462038" sldId="888"/>
            <ac:spMk id="3" creationId="{00000000-0000-0000-0000-000000000000}"/>
          </ac:spMkLst>
        </pc:spChg>
      </pc:sldChg>
      <pc:sldChg chg="modSp add mod">
        <pc:chgData name="Soumita Sengupta" userId="4afa6ce1-cb01-46c2-8538-4650222f0c96" providerId="ADAL" clId="{2571C0C7-060E-48EE-9E7D-00F1E2A5D45C}" dt="2021-06-24T08:55:21.636" v="89" actId="255"/>
        <pc:sldMkLst>
          <pc:docMk/>
          <pc:sldMk cId="945208216" sldId="889"/>
        </pc:sldMkLst>
        <pc:spChg chg="mod">
          <ac:chgData name="Soumita Sengupta" userId="4afa6ce1-cb01-46c2-8538-4650222f0c96" providerId="ADAL" clId="{2571C0C7-060E-48EE-9E7D-00F1E2A5D45C}" dt="2021-06-24T08:55:21.636" v="89" actId="255"/>
          <ac:spMkLst>
            <pc:docMk/>
            <pc:sldMk cId="945208216" sldId="889"/>
            <ac:spMk id="3" creationId="{00000000-0000-0000-0000-000000000000}"/>
          </ac:spMkLst>
        </pc:spChg>
      </pc:sldChg>
      <pc:sldChg chg="modSp add mod">
        <pc:chgData name="Soumita Sengupta" userId="4afa6ce1-cb01-46c2-8538-4650222f0c96" providerId="ADAL" clId="{2571C0C7-060E-48EE-9E7D-00F1E2A5D45C}" dt="2021-06-24T08:56:09.543" v="98" actId="255"/>
        <pc:sldMkLst>
          <pc:docMk/>
          <pc:sldMk cId="2233172498" sldId="890"/>
        </pc:sldMkLst>
        <pc:spChg chg="mod">
          <ac:chgData name="Soumita Sengupta" userId="4afa6ce1-cb01-46c2-8538-4650222f0c96" providerId="ADAL" clId="{2571C0C7-060E-48EE-9E7D-00F1E2A5D45C}" dt="2021-06-24T08:56:09.543" v="98" actId="255"/>
          <ac:spMkLst>
            <pc:docMk/>
            <pc:sldMk cId="2233172498" sldId="890"/>
            <ac:spMk id="5" creationId="{00000000-0000-0000-0000-000000000000}"/>
          </ac:spMkLst>
        </pc:spChg>
      </pc:sldChg>
      <pc:sldChg chg="modSp add mod">
        <pc:chgData name="Soumita Sengupta" userId="4afa6ce1-cb01-46c2-8538-4650222f0c96" providerId="ADAL" clId="{2571C0C7-060E-48EE-9E7D-00F1E2A5D45C}" dt="2021-06-24T08:56:46.092" v="104" actId="14100"/>
        <pc:sldMkLst>
          <pc:docMk/>
          <pc:sldMk cId="3665284836" sldId="891"/>
        </pc:sldMkLst>
        <pc:spChg chg="mod">
          <ac:chgData name="Soumita Sengupta" userId="4afa6ce1-cb01-46c2-8538-4650222f0c96" providerId="ADAL" clId="{2571C0C7-060E-48EE-9E7D-00F1E2A5D45C}" dt="2021-06-24T08:56:46.092" v="104" actId="14100"/>
          <ac:spMkLst>
            <pc:docMk/>
            <pc:sldMk cId="3665284836" sldId="891"/>
            <ac:spMk id="5" creationId="{00000000-0000-0000-0000-000000000000}"/>
          </ac:spMkLst>
        </pc:spChg>
      </pc:sldChg>
      <pc:sldChg chg="modSp add mod">
        <pc:chgData name="Soumita Sengupta" userId="4afa6ce1-cb01-46c2-8538-4650222f0c96" providerId="ADAL" clId="{2571C0C7-060E-48EE-9E7D-00F1E2A5D45C}" dt="2021-06-24T08:57:26.061" v="118" actId="255"/>
        <pc:sldMkLst>
          <pc:docMk/>
          <pc:sldMk cId="2541011516" sldId="892"/>
        </pc:sldMkLst>
        <pc:spChg chg="mod">
          <ac:chgData name="Soumita Sengupta" userId="4afa6ce1-cb01-46c2-8538-4650222f0c96" providerId="ADAL" clId="{2571C0C7-060E-48EE-9E7D-00F1E2A5D45C}" dt="2021-06-24T08:57:26.061" v="118" actId="255"/>
          <ac:spMkLst>
            <pc:docMk/>
            <pc:sldMk cId="2541011516" sldId="892"/>
            <ac:spMk id="5" creationId="{00000000-0000-0000-0000-000000000000}"/>
          </ac:spMkLst>
        </pc:spChg>
      </pc:sldChg>
      <pc:sldChg chg="modSp add mod">
        <pc:chgData name="Soumita Sengupta" userId="4afa6ce1-cb01-46c2-8538-4650222f0c96" providerId="ADAL" clId="{2571C0C7-060E-48EE-9E7D-00F1E2A5D45C}" dt="2021-06-24T08:57:37.540" v="121" actId="27636"/>
        <pc:sldMkLst>
          <pc:docMk/>
          <pc:sldMk cId="2706045134" sldId="893"/>
        </pc:sldMkLst>
        <pc:spChg chg="mod">
          <ac:chgData name="Soumita Sengupta" userId="4afa6ce1-cb01-46c2-8538-4650222f0c96" providerId="ADAL" clId="{2571C0C7-060E-48EE-9E7D-00F1E2A5D45C}" dt="2021-06-24T08:57:37.540" v="121" actId="27636"/>
          <ac:spMkLst>
            <pc:docMk/>
            <pc:sldMk cId="2706045134" sldId="893"/>
            <ac:spMk id="5" creationId="{00000000-0000-0000-0000-000000000000}"/>
          </ac:spMkLst>
        </pc:spChg>
      </pc:sldChg>
      <pc:sldChg chg="modSp add mod">
        <pc:chgData name="Soumita Sengupta" userId="4afa6ce1-cb01-46c2-8538-4650222f0c96" providerId="ADAL" clId="{2571C0C7-060E-48EE-9E7D-00F1E2A5D45C}" dt="2021-06-24T08:57:50.088" v="123" actId="255"/>
        <pc:sldMkLst>
          <pc:docMk/>
          <pc:sldMk cId="3684676909" sldId="894"/>
        </pc:sldMkLst>
        <pc:spChg chg="mod">
          <ac:chgData name="Soumita Sengupta" userId="4afa6ce1-cb01-46c2-8538-4650222f0c96" providerId="ADAL" clId="{2571C0C7-060E-48EE-9E7D-00F1E2A5D45C}" dt="2021-06-24T08:57:50.088" v="123" actId="255"/>
          <ac:spMkLst>
            <pc:docMk/>
            <pc:sldMk cId="3684676909" sldId="894"/>
            <ac:spMk id="5" creationId="{00000000-0000-0000-0000-000000000000}"/>
          </ac:spMkLst>
        </pc:spChg>
      </pc:sldChg>
      <pc:sldChg chg="modSp add mod">
        <pc:chgData name="Soumita Sengupta" userId="4afa6ce1-cb01-46c2-8538-4650222f0c96" providerId="ADAL" clId="{2571C0C7-060E-48EE-9E7D-00F1E2A5D45C}" dt="2021-06-24T08:58:15.229" v="127" actId="255"/>
        <pc:sldMkLst>
          <pc:docMk/>
          <pc:sldMk cId="240143812" sldId="895"/>
        </pc:sldMkLst>
        <pc:spChg chg="mod">
          <ac:chgData name="Soumita Sengupta" userId="4afa6ce1-cb01-46c2-8538-4650222f0c96" providerId="ADAL" clId="{2571C0C7-060E-48EE-9E7D-00F1E2A5D45C}" dt="2021-06-24T08:58:15.229" v="127" actId="255"/>
          <ac:spMkLst>
            <pc:docMk/>
            <pc:sldMk cId="240143812" sldId="895"/>
            <ac:spMk id="5" creationId="{00000000-0000-0000-0000-000000000000}"/>
          </ac:spMkLst>
        </pc:spChg>
      </pc:sldChg>
      <pc:sldChg chg="modSp add mod">
        <pc:chgData name="Soumita Sengupta" userId="4afa6ce1-cb01-46c2-8538-4650222f0c96" providerId="ADAL" clId="{2571C0C7-060E-48EE-9E7D-00F1E2A5D45C}" dt="2021-06-24T08:58:42.107" v="141" actId="20577"/>
        <pc:sldMkLst>
          <pc:docMk/>
          <pc:sldMk cId="2514170485" sldId="896"/>
        </pc:sldMkLst>
        <pc:spChg chg="mod">
          <ac:chgData name="Soumita Sengupta" userId="4afa6ce1-cb01-46c2-8538-4650222f0c96" providerId="ADAL" clId="{2571C0C7-060E-48EE-9E7D-00F1E2A5D45C}" dt="2021-06-24T08:58:42.107" v="141" actId="20577"/>
          <ac:spMkLst>
            <pc:docMk/>
            <pc:sldMk cId="2514170485" sldId="896"/>
            <ac:spMk id="17" creationId="{00000000-0000-0000-0000-000000000000}"/>
          </ac:spMkLst>
        </pc:spChg>
      </pc:sldChg>
      <pc:sldChg chg="del">
        <pc:chgData name="Soumita Sengupta" userId="4afa6ce1-cb01-46c2-8538-4650222f0c96" providerId="ADAL" clId="{2571C0C7-060E-48EE-9E7D-00F1E2A5D45C}" dt="2021-06-24T08:30:16.383" v="27" actId="47"/>
        <pc:sldMkLst>
          <pc:docMk/>
          <pc:sldMk cId="2306519255" sldId="912"/>
        </pc:sldMkLst>
      </pc:sldChg>
      <pc:sldChg chg="del">
        <pc:chgData name="Soumita Sengupta" userId="4afa6ce1-cb01-46c2-8538-4650222f0c96" providerId="ADAL" clId="{2571C0C7-060E-48EE-9E7D-00F1E2A5D45C}" dt="2021-06-24T08:49:03.386" v="69" actId="47"/>
        <pc:sldMkLst>
          <pc:docMk/>
          <pc:sldMk cId="3693191466" sldId="1327"/>
        </pc:sldMkLst>
      </pc:sldChg>
      <pc:sldChg chg="modSp add mod">
        <pc:chgData name="Soumita Sengupta" userId="4afa6ce1-cb01-46c2-8538-4650222f0c96" providerId="ADAL" clId="{2571C0C7-060E-48EE-9E7D-00F1E2A5D45C}" dt="2021-06-24T08:46:12.648" v="55"/>
        <pc:sldMkLst>
          <pc:docMk/>
          <pc:sldMk cId="260074369" sldId="1328"/>
        </pc:sldMkLst>
        <pc:spChg chg="mod">
          <ac:chgData name="Soumita Sengupta" userId="4afa6ce1-cb01-46c2-8538-4650222f0c96" providerId="ADAL" clId="{2571C0C7-060E-48EE-9E7D-00F1E2A5D45C}" dt="2021-06-24T08:46:12.648" v="55"/>
          <ac:spMkLst>
            <pc:docMk/>
            <pc:sldMk cId="260074369" sldId="1328"/>
            <ac:spMk id="2" creationId="{57983F62-BBB9-431B-A37F-BDA0DC7153F6}"/>
          </ac:spMkLst>
        </pc:spChg>
      </pc:sldChg>
      <pc:sldChg chg="del">
        <pc:chgData name="Soumita Sengupta" userId="4afa6ce1-cb01-46c2-8538-4650222f0c96" providerId="ADAL" clId="{2571C0C7-060E-48EE-9E7D-00F1E2A5D45C}" dt="2021-06-24T08:30:15.998" v="25" actId="47"/>
        <pc:sldMkLst>
          <pc:docMk/>
          <pc:sldMk cId="3560475705" sldId="1328"/>
        </pc:sldMkLst>
      </pc:sldChg>
      <pc:sldChg chg="del">
        <pc:chgData name="Soumita Sengupta" userId="4afa6ce1-cb01-46c2-8538-4650222f0c96" providerId="ADAL" clId="{2571C0C7-060E-48EE-9E7D-00F1E2A5D45C}" dt="2021-06-24T08:30:16.552" v="28" actId="47"/>
        <pc:sldMkLst>
          <pc:docMk/>
          <pc:sldMk cId="42831603" sldId="1329"/>
        </pc:sldMkLst>
      </pc:sldChg>
      <pc:sldChg chg="modSp add mod ord">
        <pc:chgData name="Soumita Sengupta" userId="4afa6ce1-cb01-46c2-8538-4650222f0c96" providerId="ADAL" clId="{2571C0C7-060E-48EE-9E7D-00F1E2A5D45C}" dt="2021-06-24T08:47:17.875" v="63"/>
        <pc:sldMkLst>
          <pc:docMk/>
          <pc:sldMk cId="4294574429" sldId="1329"/>
        </pc:sldMkLst>
        <pc:spChg chg="mod">
          <ac:chgData name="Soumita Sengupta" userId="4afa6ce1-cb01-46c2-8538-4650222f0c96" providerId="ADAL" clId="{2571C0C7-060E-48EE-9E7D-00F1E2A5D45C}" dt="2021-06-24T08:46:56.573" v="61" actId="20577"/>
          <ac:spMkLst>
            <pc:docMk/>
            <pc:sldMk cId="4294574429" sldId="1329"/>
            <ac:spMk id="2" creationId="{57983F62-BBB9-431B-A37F-BDA0DC7153F6}"/>
          </ac:spMkLst>
        </pc:spChg>
      </pc:sldChg>
      <pc:sldChg chg="modSp add mod">
        <pc:chgData name="Soumita Sengupta" userId="4afa6ce1-cb01-46c2-8538-4650222f0c96" providerId="ADAL" clId="{2571C0C7-060E-48EE-9E7D-00F1E2A5D45C}" dt="2021-06-24T08:47:52.229" v="68" actId="20577"/>
        <pc:sldMkLst>
          <pc:docMk/>
          <pc:sldMk cId="1948634782" sldId="1330"/>
        </pc:sldMkLst>
        <pc:spChg chg="mod">
          <ac:chgData name="Soumita Sengupta" userId="4afa6ce1-cb01-46c2-8538-4650222f0c96" providerId="ADAL" clId="{2571C0C7-060E-48EE-9E7D-00F1E2A5D45C}" dt="2021-06-24T08:47:52.229" v="68" actId="20577"/>
          <ac:spMkLst>
            <pc:docMk/>
            <pc:sldMk cId="1948634782" sldId="1330"/>
            <ac:spMk id="2" creationId="{57983F62-BBB9-431B-A37F-BDA0DC7153F6}"/>
          </ac:spMkLst>
        </pc:spChg>
      </pc:sldChg>
      <pc:sldChg chg="del">
        <pc:chgData name="Soumita Sengupta" userId="4afa6ce1-cb01-46c2-8538-4650222f0c96" providerId="ADAL" clId="{2571C0C7-060E-48EE-9E7D-00F1E2A5D45C}" dt="2021-06-24T08:30:16.684" v="29" actId="47"/>
        <pc:sldMkLst>
          <pc:docMk/>
          <pc:sldMk cId="4042070132" sldId="1330"/>
        </pc:sldMkLst>
      </pc:sldChg>
      <pc:sldChg chg="del">
        <pc:chgData name="Soumita Sengupta" userId="4afa6ce1-cb01-46c2-8538-4650222f0c96" providerId="ADAL" clId="{2571C0C7-060E-48EE-9E7D-00F1E2A5D45C}" dt="2021-06-24T08:30:17.016" v="31" actId="47"/>
        <pc:sldMkLst>
          <pc:docMk/>
          <pc:sldMk cId="3744767317" sldId="1331"/>
        </pc:sldMkLst>
      </pc:sldChg>
      <pc:sldChg chg="del">
        <pc:chgData name="Soumita Sengupta" userId="4afa6ce1-cb01-46c2-8538-4650222f0c96" providerId="ADAL" clId="{2571C0C7-060E-48EE-9E7D-00F1E2A5D45C}" dt="2021-06-24T08:30:17.185" v="32" actId="47"/>
        <pc:sldMkLst>
          <pc:docMk/>
          <pc:sldMk cId="3523257164" sldId="1332"/>
        </pc:sldMkLst>
      </pc:sldChg>
      <pc:sldChg chg="del">
        <pc:chgData name="Soumita Sengupta" userId="4afa6ce1-cb01-46c2-8538-4650222f0c96" providerId="ADAL" clId="{2571C0C7-060E-48EE-9E7D-00F1E2A5D45C}" dt="2021-06-24T08:30:17.348" v="33" actId="47"/>
        <pc:sldMkLst>
          <pc:docMk/>
          <pc:sldMk cId="2835351086" sldId="1333"/>
        </pc:sldMkLst>
      </pc:sldChg>
      <pc:sldChg chg="del">
        <pc:chgData name="Soumita Sengupta" userId="4afa6ce1-cb01-46c2-8538-4650222f0c96" providerId="ADAL" clId="{2571C0C7-060E-48EE-9E7D-00F1E2A5D45C}" dt="2021-06-24T08:30:17.517" v="34" actId="47"/>
        <pc:sldMkLst>
          <pc:docMk/>
          <pc:sldMk cId="826410433" sldId="1334"/>
        </pc:sldMkLst>
      </pc:sldChg>
      <pc:sldChg chg="del">
        <pc:chgData name="Soumita Sengupta" userId="4afa6ce1-cb01-46c2-8538-4650222f0c96" providerId="ADAL" clId="{2571C0C7-060E-48EE-9E7D-00F1E2A5D45C}" dt="2021-06-24T08:30:18.590" v="37" actId="47"/>
        <pc:sldMkLst>
          <pc:docMk/>
          <pc:sldMk cId="1172614157" sldId="1335"/>
        </pc:sldMkLst>
      </pc:sldChg>
      <pc:sldChg chg="del">
        <pc:chgData name="Soumita Sengupta" userId="4afa6ce1-cb01-46c2-8538-4650222f0c96" providerId="ADAL" clId="{2571C0C7-060E-48EE-9E7D-00F1E2A5D45C}" dt="2021-06-24T08:30:18.320" v="36" actId="47"/>
        <pc:sldMkLst>
          <pc:docMk/>
          <pc:sldMk cId="1838583949" sldId="1336"/>
        </pc:sldMkLst>
      </pc:sldChg>
      <pc:sldMasterChg chg="modSp delSldLayout modSldLayout">
        <pc:chgData name="Soumita Sengupta" userId="4afa6ce1-cb01-46c2-8538-4650222f0c96" providerId="ADAL" clId="{2571C0C7-060E-48EE-9E7D-00F1E2A5D45C}" dt="2021-06-24T11:15:39.967" v="148" actId="207"/>
        <pc:sldMasterMkLst>
          <pc:docMk/>
          <pc:sldMasterMk cId="1029875623" sldId="2147483678"/>
        </pc:sldMasterMkLst>
        <pc:spChg chg="mod">
          <ac:chgData name="Soumita Sengupta" userId="4afa6ce1-cb01-46c2-8538-4650222f0c96" providerId="ADAL" clId="{2571C0C7-060E-48EE-9E7D-00F1E2A5D45C}" dt="2021-06-24T08:53:27.313" v="75" actId="207"/>
          <ac:spMkLst>
            <pc:docMk/>
            <pc:sldMasterMk cId="1029875623" sldId="2147483678"/>
            <ac:spMk id="10" creationId="{93E6BF79-D03F-4EC1-99A8-F7AB036C42D1}"/>
          </ac:spMkLst>
        </pc:spChg>
        <pc:spChg chg="mod">
          <ac:chgData name="Soumita Sengupta" userId="4afa6ce1-cb01-46c2-8538-4650222f0c96" providerId="ADAL" clId="{2571C0C7-060E-48EE-9E7D-00F1E2A5D45C}" dt="2021-06-24T08:50:33.389" v="72" actId="207"/>
          <ac:spMkLst>
            <pc:docMk/>
            <pc:sldMasterMk cId="1029875623" sldId="2147483678"/>
            <ac:spMk id="11" creationId="{E41563B2-506F-49E4-8762-C6EAB193E7BF}"/>
          </ac:spMkLst>
        </pc:spChg>
        <pc:sldLayoutChg chg="modSp">
          <pc:chgData name="Soumita Sengupta" userId="4afa6ce1-cb01-46c2-8538-4650222f0c96" providerId="ADAL" clId="{2571C0C7-060E-48EE-9E7D-00F1E2A5D45C}" dt="2021-06-24T11:14:46.768" v="146" actId="207"/>
          <pc:sldLayoutMkLst>
            <pc:docMk/>
            <pc:sldMasterMk cId="1029875623" sldId="2147483678"/>
            <pc:sldLayoutMk cId="2439129452" sldId="2147483686"/>
          </pc:sldLayoutMkLst>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5" creationId="{00000000-0000-0000-0000-000000000000}"/>
            </ac:spMkLst>
          </pc:spChg>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6" creationId="{00000000-0000-0000-0000-000000000000}"/>
            </ac:spMkLst>
          </pc:spChg>
        </pc:sldLayoutChg>
        <pc:sldLayoutChg chg="modSp">
          <pc:chgData name="Soumita Sengupta" userId="4afa6ce1-cb01-46c2-8538-4650222f0c96" providerId="ADAL" clId="{2571C0C7-060E-48EE-9E7D-00F1E2A5D45C}" dt="2021-06-24T11:15:39.967" v="148" actId="207"/>
          <pc:sldLayoutMkLst>
            <pc:docMk/>
            <pc:sldMasterMk cId="1029875623" sldId="2147483678"/>
            <pc:sldLayoutMk cId="700349446" sldId="2147483713"/>
          </pc:sldLayoutMkLst>
          <pc:spChg chg="mod">
            <ac:chgData name="Soumita Sengupta" userId="4afa6ce1-cb01-46c2-8538-4650222f0c96" providerId="ADAL" clId="{2571C0C7-060E-48EE-9E7D-00F1E2A5D45C}" dt="2021-06-24T11:15:34.471" v="147" actId="207"/>
            <ac:spMkLst>
              <pc:docMk/>
              <pc:sldMasterMk cId="1029875623" sldId="2147483678"/>
              <pc:sldLayoutMk cId="700349446" sldId="2147483713"/>
              <ac:spMk id="5" creationId="{00000000-0000-0000-0000-000000000000}"/>
            </ac:spMkLst>
          </pc:spChg>
          <pc:spChg chg="mod">
            <ac:chgData name="Soumita Sengupta" userId="4afa6ce1-cb01-46c2-8538-4650222f0c96" providerId="ADAL" clId="{2571C0C7-060E-48EE-9E7D-00F1E2A5D45C}" dt="2021-06-24T11:15:39.967" v="148" actId="207"/>
            <ac:spMkLst>
              <pc:docMk/>
              <pc:sldMasterMk cId="1029875623" sldId="2147483678"/>
              <pc:sldLayoutMk cId="700349446" sldId="2147483713"/>
              <ac:spMk id="6" creationId="{00000000-0000-0000-0000-000000000000}"/>
            </ac:spMkLst>
          </pc:spChg>
        </pc:sldLayoutChg>
        <pc:sldLayoutChg chg="del">
          <pc:chgData name="Soumita Sengupta" userId="4afa6ce1-cb01-46c2-8538-4650222f0c96" providerId="ADAL" clId="{2571C0C7-060E-48EE-9E7D-00F1E2A5D45C}" dt="2021-06-24T08:46:14.346" v="56" actId="47"/>
          <pc:sldLayoutMkLst>
            <pc:docMk/>
            <pc:sldMasterMk cId="1029875623" sldId="2147483678"/>
            <pc:sldLayoutMk cId="1796046941" sldId="2147483732"/>
          </pc:sldLayoutMkLst>
        </pc:sldLayoutChg>
        <pc:sldLayoutChg chg="del">
          <pc:chgData name="Soumita Sengupta" userId="4afa6ce1-cb01-46c2-8538-4650222f0c96" providerId="ADAL" clId="{2571C0C7-060E-48EE-9E7D-00F1E2A5D45C}" dt="2021-06-24T08:30:19.593" v="39" actId="47"/>
          <pc:sldLayoutMkLst>
            <pc:docMk/>
            <pc:sldMasterMk cId="1029875623" sldId="2147483678"/>
            <pc:sldLayoutMk cId="2463364972" sldId="2147483732"/>
          </pc:sldLayoutMkLst>
        </pc:sldLayoutChg>
      </pc:sldMasterChg>
    </pc:docChg>
  </pc:docChgLst>
  <pc:docChgLst>
    <pc:chgData name="Soumita Sengupta" userId="4afa6ce1-cb01-46c2-8538-4650222f0c96" providerId="ADAL" clId="{36A5475D-3ADB-4C86-A0F2-D5010D2E9340}"/>
    <pc:docChg chg="undo custSel addSld delSld modSld">
      <pc:chgData name="Soumita Sengupta" userId="4afa6ce1-cb01-46c2-8538-4650222f0c96" providerId="ADAL" clId="{36A5475D-3ADB-4C86-A0F2-D5010D2E9340}" dt="2021-06-23T13:16:03.695" v="2375" actId="1076"/>
      <pc:docMkLst>
        <pc:docMk/>
      </pc:docMkLst>
      <pc:sldChg chg="modSp mod">
        <pc:chgData name="Soumita Sengupta" userId="4afa6ce1-cb01-46c2-8538-4650222f0c96" providerId="ADAL" clId="{36A5475D-3ADB-4C86-A0F2-D5010D2E9340}" dt="2021-06-23T11:27:34.481" v="809" actId="20577"/>
        <pc:sldMkLst>
          <pc:docMk/>
          <pc:sldMk cId="1912468287" sldId="260"/>
        </pc:sldMkLst>
        <pc:spChg chg="mod">
          <ac:chgData name="Soumita Sengupta" userId="4afa6ce1-cb01-46c2-8538-4650222f0c96" providerId="ADAL" clId="{36A5475D-3ADB-4C86-A0F2-D5010D2E9340}" dt="2021-06-23T11:27:34.481" v="809" actId="20577"/>
          <ac:spMkLst>
            <pc:docMk/>
            <pc:sldMk cId="1912468287" sldId="260"/>
            <ac:spMk id="5" creationId="{00000000-0000-0000-0000-000000000000}"/>
          </ac:spMkLst>
        </pc:spChg>
      </pc:sldChg>
      <pc:sldChg chg="addSp delSp modSp add del mod">
        <pc:chgData name="Soumita Sengupta" userId="4afa6ce1-cb01-46c2-8538-4650222f0c96" providerId="ADAL" clId="{36A5475D-3ADB-4C86-A0F2-D5010D2E9340}" dt="2021-06-18T14:13:20.608" v="137" actId="1076"/>
        <pc:sldMkLst>
          <pc:docMk/>
          <pc:sldMk cId="3916458465" sldId="274"/>
        </pc:sldMkLst>
        <pc:spChg chg="mod">
          <ac:chgData name="Soumita Sengupta" userId="4afa6ce1-cb01-46c2-8538-4650222f0c96" providerId="ADAL" clId="{36A5475D-3ADB-4C86-A0F2-D5010D2E9340}" dt="2021-06-18T14:13:14.943" v="136" actId="255"/>
          <ac:spMkLst>
            <pc:docMk/>
            <pc:sldMk cId="3916458465" sldId="274"/>
            <ac:spMk id="10" creationId="{00000000-0000-0000-0000-000000000000}"/>
          </ac:spMkLst>
        </pc:spChg>
        <pc:picChg chg="del">
          <ac:chgData name="Soumita Sengupta" userId="4afa6ce1-cb01-46c2-8538-4650222f0c96" providerId="ADAL" clId="{36A5475D-3ADB-4C86-A0F2-D5010D2E9340}" dt="2021-06-17T13:07:39.917" v="43" actId="478"/>
          <ac:picMkLst>
            <pc:docMk/>
            <pc:sldMk cId="3916458465" sldId="274"/>
            <ac:picMk id="3" creationId="{00000000-0000-0000-0000-000000000000}"/>
          </ac:picMkLst>
        </pc:picChg>
        <pc:picChg chg="add mod">
          <ac:chgData name="Soumita Sengupta" userId="4afa6ce1-cb01-46c2-8538-4650222f0c96" providerId="ADAL" clId="{36A5475D-3ADB-4C86-A0F2-D5010D2E9340}" dt="2021-06-18T14:13:20.608" v="137" actId="1076"/>
          <ac:picMkLst>
            <pc:docMk/>
            <pc:sldMk cId="3916458465" sldId="274"/>
            <ac:picMk id="6" creationId="{9A531B62-B554-496E-88F1-A1FCA4057395}"/>
          </ac:picMkLst>
        </pc:picChg>
      </pc:sldChg>
      <pc:sldChg chg="modSp add del mod">
        <pc:chgData name="Soumita Sengupta" userId="4afa6ce1-cb01-46c2-8538-4650222f0c96" providerId="ADAL" clId="{36A5475D-3ADB-4C86-A0F2-D5010D2E9340}" dt="2021-06-23T11:33:53.255" v="810" actId="13926"/>
        <pc:sldMkLst>
          <pc:docMk/>
          <pc:sldMk cId="1769911636" sldId="275"/>
        </pc:sldMkLst>
        <pc:spChg chg="mod">
          <ac:chgData name="Soumita Sengupta" userId="4afa6ce1-cb01-46c2-8538-4650222f0c96" providerId="ADAL" clId="{36A5475D-3ADB-4C86-A0F2-D5010D2E9340}" dt="2021-06-23T11:33:53.255" v="810" actId="13926"/>
          <ac:spMkLst>
            <pc:docMk/>
            <pc:sldMk cId="1769911636" sldId="275"/>
            <ac:spMk id="9" creationId="{00000000-0000-0000-0000-000000000000}"/>
          </ac:spMkLst>
        </pc:spChg>
      </pc:sldChg>
      <pc:sldChg chg="modSp add mod">
        <pc:chgData name="Soumita Sengupta" userId="4afa6ce1-cb01-46c2-8538-4650222f0c96" providerId="ADAL" clId="{36A5475D-3ADB-4C86-A0F2-D5010D2E9340}" dt="2021-06-18T11:36:07.746" v="108" actId="13926"/>
        <pc:sldMkLst>
          <pc:docMk/>
          <pc:sldMk cId="3249280852" sldId="276"/>
        </pc:sldMkLst>
        <pc:spChg chg="mod">
          <ac:chgData name="Soumita Sengupta" userId="4afa6ce1-cb01-46c2-8538-4650222f0c96" providerId="ADAL" clId="{36A5475D-3ADB-4C86-A0F2-D5010D2E9340}" dt="2021-06-18T11:36:07.746" v="108" actId="13926"/>
          <ac:spMkLst>
            <pc:docMk/>
            <pc:sldMk cId="3249280852" sldId="276"/>
            <ac:spMk id="2" creationId="{00000000-0000-0000-0000-000000000000}"/>
          </ac:spMkLst>
        </pc:spChg>
      </pc:sldChg>
      <pc:sldChg chg="modSp add del mod">
        <pc:chgData name="Soumita Sengupta" userId="4afa6ce1-cb01-46c2-8538-4650222f0c96" providerId="ADAL" clId="{36A5475D-3ADB-4C86-A0F2-D5010D2E9340}" dt="2021-06-23T11:43:27.878" v="1178" actId="47"/>
        <pc:sldMkLst>
          <pc:docMk/>
          <pc:sldMk cId="273729914" sldId="278"/>
        </pc:sldMkLst>
        <pc:spChg chg="mod">
          <ac:chgData name="Soumita Sengupta" userId="4afa6ce1-cb01-46c2-8538-4650222f0c96" providerId="ADAL" clId="{36A5475D-3ADB-4C86-A0F2-D5010D2E9340}" dt="2021-06-18T14:18:39.307" v="373" actId="13926"/>
          <ac:spMkLst>
            <pc:docMk/>
            <pc:sldMk cId="273729914" sldId="278"/>
            <ac:spMk id="2" creationId="{00000000-0000-0000-0000-000000000000}"/>
          </ac:spMkLst>
        </pc:spChg>
        <pc:spChg chg="mod">
          <ac:chgData name="Soumita Sengupta" userId="4afa6ce1-cb01-46c2-8538-4650222f0c96" providerId="ADAL" clId="{36A5475D-3ADB-4C86-A0F2-D5010D2E9340}" dt="2021-06-23T11:35:39.055" v="880" actId="20577"/>
          <ac:spMkLst>
            <pc:docMk/>
            <pc:sldMk cId="273729914" sldId="278"/>
            <ac:spMk id="9" creationId="{00000000-0000-0000-0000-000000000000}"/>
          </ac:spMkLst>
        </pc:spChg>
      </pc:sldChg>
      <pc:sldChg chg="modSp add del mod">
        <pc:chgData name="Soumita Sengupta" userId="4afa6ce1-cb01-46c2-8538-4650222f0c96" providerId="ADAL" clId="{36A5475D-3ADB-4C86-A0F2-D5010D2E9340}" dt="2021-06-23T12:22:32.055" v="1906" actId="20577"/>
        <pc:sldMkLst>
          <pc:docMk/>
          <pc:sldMk cId="269360884" sldId="279"/>
        </pc:sldMkLst>
        <pc:spChg chg="mod">
          <ac:chgData name="Soumita Sengupta" userId="4afa6ce1-cb01-46c2-8538-4650222f0c96" providerId="ADAL" clId="{36A5475D-3ADB-4C86-A0F2-D5010D2E9340}" dt="2021-06-23T11:50:00.372" v="1264" actId="13926"/>
          <ac:spMkLst>
            <pc:docMk/>
            <pc:sldMk cId="269360884" sldId="279"/>
            <ac:spMk id="2" creationId="{00000000-0000-0000-0000-000000000000}"/>
          </ac:spMkLst>
        </pc:spChg>
        <pc:spChg chg="mod">
          <ac:chgData name="Soumita Sengupta" userId="4afa6ce1-cb01-46c2-8538-4650222f0c96" providerId="ADAL" clId="{36A5475D-3ADB-4C86-A0F2-D5010D2E9340}" dt="2021-06-23T12:22:32.055" v="1906" actId="20577"/>
          <ac:spMkLst>
            <pc:docMk/>
            <pc:sldMk cId="269360884" sldId="279"/>
            <ac:spMk id="10" creationId="{00000000-0000-0000-0000-000000000000}"/>
          </ac:spMkLst>
        </pc:spChg>
      </pc:sldChg>
      <pc:sldChg chg="addSp delSp modSp add mod">
        <pc:chgData name="Soumita Sengupta" userId="4afa6ce1-cb01-46c2-8538-4650222f0c96" providerId="ADAL" clId="{36A5475D-3ADB-4C86-A0F2-D5010D2E9340}" dt="2021-06-23T12:24:15.811" v="2002" actId="1076"/>
        <pc:sldMkLst>
          <pc:docMk/>
          <pc:sldMk cId="3621967906" sldId="280"/>
        </pc:sldMkLst>
        <pc:spChg chg="add del mod">
          <ac:chgData name="Soumita Sengupta" userId="4afa6ce1-cb01-46c2-8538-4650222f0c96" providerId="ADAL" clId="{36A5475D-3ADB-4C86-A0F2-D5010D2E9340}" dt="2021-06-23T11:41:23.591" v="1084"/>
          <ac:spMkLst>
            <pc:docMk/>
            <pc:sldMk cId="3621967906" sldId="280"/>
            <ac:spMk id="8" creationId="{C6683A8D-8FB9-42EE-84AA-5B5B8FA4F597}"/>
          </ac:spMkLst>
        </pc:spChg>
        <pc:spChg chg="mod">
          <ac:chgData name="Soumita Sengupta" userId="4afa6ce1-cb01-46c2-8538-4650222f0c96" providerId="ADAL" clId="{36A5475D-3ADB-4C86-A0F2-D5010D2E9340}" dt="2021-06-23T12:24:15.811" v="2002" actId="1076"/>
          <ac:spMkLst>
            <pc:docMk/>
            <pc:sldMk cId="3621967906" sldId="280"/>
            <ac:spMk id="9" creationId="{00000000-0000-0000-0000-000000000000}"/>
          </ac:spMkLst>
        </pc:spChg>
      </pc:sldChg>
      <pc:sldChg chg="add del">
        <pc:chgData name="Soumita Sengupta" userId="4afa6ce1-cb01-46c2-8538-4650222f0c96" providerId="ADAL" clId="{36A5475D-3ADB-4C86-A0F2-D5010D2E9340}" dt="2021-06-23T12:24:25.628" v="2003" actId="47"/>
        <pc:sldMkLst>
          <pc:docMk/>
          <pc:sldMk cId="3384384337" sldId="281"/>
        </pc:sldMkLst>
      </pc:sldChg>
      <pc:sldChg chg="modSp add del mod">
        <pc:chgData name="Soumita Sengupta" userId="4afa6ce1-cb01-46c2-8538-4650222f0c96" providerId="ADAL" clId="{36A5475D-3ADB-4C86-A0F2-D5010D2E9340}" dt="2021-06-23T12:26:06.717" v="2005" actId="47"/>
        <pc:sldMkLst>
          <pc:docMk/>
          <pc:sldMk cId="1365856972" sldId="282"/>
        </pc:sldMkLst>
        <pc:spChg chg="mod">
          <ac:chgData name="Soumita Sengupta" userId="4afa6ce1-cb01-46c2-8538-4650222f0c96" providerId="ADAL" clId="{36A5475D-3ADB-4C86-A0F2-D5010D2E9340}" dt="2021-06-23T12:25:57.021" v="2004" actId="6549"/>
          <ac:spMkLst>
            <pc:docMk/>
            <pc:sldMk cId="1365856972" sldId="282"/>
            <ac:spMk id="9" creationId="{00000000-0000-0000-0000-000000000000}"/>
          </ac:spMkLst>
        </pc:spChg>
      </pc:sldChg>
      <pc:sldChg chg="add del">
        <pc:chgData name="Soumita Sengupta" userId="4afa6ce1-cb01-46c2-8538-4650222f0c96" providerId="ADAL" clId="{36A5475D-3ADB-4C86-A0F2-D5010D2E9340}" dt="2021-06-23T12:26:10.084" v="2006" actId="47"/>
        <pc:sldMkLst>
          <pc:docMk/>
          <pc:sldMk cId="2959855628" sldId="283"/>
        </pc:sldMkLst>
      </pc:sldChg>
      <pc:sldChg chg="add del">
        <pc:chgData name="Soumita Sengupta" userId="4afa6ce1-cb01-46c2-8538-4650222f0c96" providerId="ADAL" clId="{36A5475D-3ADB-4C86-A0F2-D5010D2E9340}" dt="2021-06-23T12:30:58.109" v="2080" actId="2696"/>
        <pc:sldMkLst>
          <pc:docMk/>
          <pc:sldMk cId="2822785928" sldId="285"/>
        </pc:sldMkLst>
      </pc:sldChg>
      <pc:sldChg chg="addSp delSp modSp add mod">
        <pc:chgData name="Soumita Sengupta" userId="4afa6ce1-cb01-46c2-8538-4650222f0c96" providerId="ADAL" clId="{36A5475D-3ADB-4C86-A0F2-D5010D2E9340}" dt="2021-06-23T12:34:33.338" v="2179" actId="208"/>
        <pc:sldMkLst>
          <pc:docMk/>
          <pc:sldMk cId="2998439583" sldId="286"/>
        </pc:sldMkLst>
        <pc:spChg chg="mod">
          <ac:chgData name="Soumita Sengupta" userId="4afa6ce1-cb01-46c2-8538-4650222f0c96" providerId="ADAL" clId="{36A5475D-3ADB-4C86-A0F2-D5010D2E9340}" dt="2021-06-23T12:33:58.390" v="2170" actId="20577"/>
          <ac:spMkLst>
            <pc:docMk/>
            <pc:sldMk cId="2998439583" sldId="286"/>
            <ac:spMk id="2" creationId="{00000000-0000-0000-0000-000000000000}"/>
          </ac:spMkLst>
        </pc:spChg>
        <pc:spChg chg="add del">
          <ac:chgData name="Soumita Sengupta" userId="4afa6ce1-cb01-46c2-8538-4650222f0c96" providerId="ADAL" clId="{36A5475D-3ADB-4C86-A0F2-D5010D2E9340}" dt="2021-06-23T12:34:24.958" v="2173"/>
          <ac:spMkLst>
            <pc:docMk/>
            <pc:sldMk cId="2998439583" sldId="286"/>
            <ac:spMk id="5" creationId="{DAF38F27-62AE-4A72-AE69-C80C27FD3581}"/>
          </ac:spMkLst>
        </pc:spChg>
        <pc:picChg chg="add mod">
          <ac:chgData name="Soumita Sengupta" userId="4afa6ce1-cb01-46c2-8538-4650222f0c96" providerId="ADAL" clId="{36A5475D-3ADB-4C86-A0F2-D5010D2E9340}" dt="2021-06-23T12:34:33.338" v="2179" actId="208"/>
          <ac:picMkLst>
            <pc:docMk/>
            <pc:sldMk cId="2998439583" sldId="286"/>
            <ac:picMk id="6" creationId="{6E2A7E2F-FFAB-461D-BF9E-D3F8ABAEC706}"/>
          </ac:picMkLst>
        </pc:picChg>
        <pc:picChg chg="del">
          <ac:chgData name="Soumita Sengupta" userId="4afa6ce1-cb01-46c2-8538-4650222f0c96" providerId="ADAL" clId="{36A5475D-3ADB-4C86-A0F2-D5010D2E9340}" dt="2021-06-23T12:34:01.188" v="2171" actId="478"/>
          <ac:picMkLst>
            <pc:docMk/>
            <pc:sldMk cId="2998439583" sldId="286"/>
            <ac:picMk id="15" creationId="{36C82030-3C6A-4F09-ACFD-5CE2627DF551}"/>
          </ac:picMkLst>
        </pc:picChg>
      </pc:sldChg>
      <pc:sldChg chg="addSp delSp modSp add mod">
        <pc:chgData name="Soumita Sengupta" userId="4afa6ce1-cb01-46c2-8538-4650222f0c96" providerId="ADAL" clId="{36A5475D-3ADB-4C86-A0F2-D5010D2E9340}" dt="2021-06-23T12:41:09.488" v="2249" actId="1076"/>
        <pc:sldMkLst>
          <pc:docMk/>
          <pc:sldMk cId="2747257436" sldId="287"/>
        </pc:sldMkLst>
        <pc:spChg chg="mod">
          <ac:chgData name="Soumita Sengupta" userId="4afa6ce1-cb01-46c2-8538-4650222f0c96" providerId="ADAL" clId="{36A5475D-3ADB-4C86-A0F2-D5010D2E9340}" dt="2021-06-23T12:40:34.073" v="2240" actId="20577"/>
          <ac:spMkLst>
            <pc:docMk/>
            <pc:sldMk cId="2747257436" sldId="287"/>
            <ac:spMk id="2" creationId="{00000000-0000-0000-0000-000000000000}"/>
          </ac:spMkLst>
        </pc:spChg>
        <pc:spChg chg="add del">
          <ac:chgData name="Soumita Sengupta" userId="4afa6ce1-cb01-46c2-8538-4650222f0c96" providerId="ADAL" clId="{36A5475D-3ADB-4C86-A0F2-D5010D2E9340}" dt="2021-06-23T12:39:40.807" v="2226"/>
          <ac:spMkLst>
            <pc:docMk/>
            <pc:sldMk cId="2747257436" sldId="287"/>
            <ac:spMk id="5" creationId="{41867F17-8006-4C0D-BC8D-FB5060AB98EF}"/>
          </ac:spMkLst>
        </pc:spChg>
        <pc:spChg chg="add del">
          <ac:chgData name="Soumita Sengupta" userId="4afa6ce1-cb01-46c2-8538-4650222f0c96" providerId="ADAL" clId="{36A5475D-3ADB-4C86-A0F2-D5010D2E9340}" dt="2021-06-23T12:41:01.322" v="2243"/>
          <ac:spMkLst>
            <pc:docMk/>
            <pc:sldMk cId="2747257436" sldId="287"/>
            <ac:spMk id="8" creationId="{E40D4C6E-C740-46DD-B603-3683DDB170C2}"/>
          </ac:spMkLst>
        </pc:spChg>
        <pc:picChg chg="del">
          <ac:chgData name="Soumita Sengupta" userId="4afa6ce1-cb01-46c2-8538-4650222f0c96" providerId="ADAL" clId="{36A5475D-3ADB-4C86-A0F2-D5010D2E9340}" dt="2021-06-23T12:38:15.931" v="2219" actId="478"/>
          <ac:picMkLst>
            <pc:docMk/>
            <pc:sldMk cId="2747257436" sldId="287"/>
            <ac:picMk id="6" creationId="{3525355F-7AA3-453B-A921-FFF4727F8363}"/>
          </ac:picMkLst>
        </pc:picChg>
        <pc:picChg chg="add del mod">
          <ac:chgData name="Soumita Sengupta" userId="4afa6ce1-cb01-46c2-8538-4650222f0c96" providerId="ADAL" clId="{36A5475D-3ADB-4C86-A0F2-D5010D2E9340}" dt="2021-06-23T12:40:35.734" v="2241" actId="478"/>
          <ac:picMkLst>
            <pc:docMk/>
            <pc:sldMk cId="2747257436" sldId="287"/>
            <ac:picMk id="7" creationId="{34CE5381-B826-4240-AFC6-C4F2E7432677}"/>
          </ac:picMkLst>
        </pc:picChg>
        <pc:picChg chg="add mod">
          <ac:chgData name="Soumita Sengupta" userId="4afa6ce1-cb01-46c2-8538-4650222f0c96" providerId="ADAL" clId="{36A5475D-3ADB-4C86-A0F2-D5010D2E9340}" dt="2021-06-23T12:41:09.488" v="2249" actId="1076"/>
          <ac:picMkLst>
            <pc:docMk/>
            <pc:sldMk cId="2747257436" sldId="287"/>
            <ac:picMk id="9" creationId="{A7762DBD-9FB0-46E1-88FB-8EC324A6B3FC}"/>
          </ac:picMkLst>
        </pc:picChg>
      </pc:sldChg>
      <pc:sldChg chg="addSp delSp modSp add mod">
        <pc:chgData name="Soumita Sengupta" userId="4afa6ce1-cb01-46c2-8538-4650222f0c96" providerId="ADAL" clId="{36A5475D-3ADB-4C86-A0F2-D5010D2E9340}" dt="2021-06-23T12:44:21.183" v="2325" actId="208"/>
        <pc:sldMkLst>
          <pc:docMk/>
          <pc:sldMk cId="497692830" sldId="288"/>
        </pc:sldMkLst>
        <pc:spChg chg="mod">
          <ac:chgData name="Soumita Sengupta" userId="4afa6ce1-cb01-46c2-8538-4650222f0c96" providerId="ADAL" clId="{36A5475D-3ADB-4C86-A0F2-D5010D2E9340}" dt="2021-06-23T12:43:19.485" v="2321" actId="20577"/>
          <ac:spMkLst>
            <pc:docMk/>
            <pc:sldMk cId="497692830" sldId="288"/>
            <ac:spMk id="2" creationId="{00000000-0000-0000-0000-000000000000}"/>
          </ac:spMkLst>
        </pc:spChg>
        <pc:picChg chg="del">
          <ac:chgData name="Soumita Sengupta" userId="4afa6ce1-cb01-46c2-8538-4650222f0c96" providerId="ADAL" clId="{36A5475D-3ADB-4C86-A0F2-D5010D2E9340}" dt="2021-06-23T12:43:06.818" v="2272" actId="478"/>
          <ac:picMkLst>
            <pc:docMk/>
            <pc:sldMk cId="497692830" sldId="288"/>
            <ac:picMk id="6" creationId="{DBB9FEF3-CF3F-4ECB-9F53-E316FAB0227E}"/>
          </ac:picMkLst>
        </pc:picChg>
        <pc:picChg chg="add mod">
          <ac:chgData name="Soumita Sengupta" userId="4afa6ce1-cb01-46c2-8538-4650222f0c96" providerId="ADAL" clId="{36A5475D-3ADB-4C86-A0F2-D5010D2E9340}" dt="2021-06-23T12:44:21.183" v="2325" actId="208"/>
          <ac:picMkLst>
            <pc:docMk/>
            <pc:sldMk cId="497692830" sldId="288"/>
            <ac:picMk id="7" creationId="{912463E7-14CC-4AEE-8BA2-1E4635BA35A2}"/>
          </ac:picMkLst>
        </pc:picChg>
      </pc:sldChg>
      <pc:sldChg chg="addSp delSp modSp add mod">
        <pc:chgData name="Soumita Sengupta" userId="4afa6ce1-cb01-46c2-8538-4650222f0c96" providerId="ADAL" clId="{36A5475D-3ADB-4C86-A0F2-D5010D2E9340}" dt="2021-06-23T13:16:03.695" v="2375" actId="1076"/>
        <pc:sldMkLst>
          <pc:docMk/>
          <pc:sldMk cId="1690934009" sldId="289"/>
        </pc:sldMkLst>
        <pc:spChg chg="mod">
          <ac:chgData name="Soumita Sengupta" userId="4afa6ce1-cb01-46c2-8538-4650222f0c96" providerId="ADAL" clId="{36A5475D-3ADB-4C86-A0F2-D5010D2E9340}" dt="2021-06-23T12:44:56.071" v="2332" actId="20577"/>
          <ac:spMkLst>
            <pc:docMk/>
            <pc:sldMk cId="1690934009" sldId="289"/>
            <ac:spMk id="2" creationId="{00000000-0000-0000-0000-000000000000}"/>
          </ac:spMkLst>
        </pc:spChg>
        <pc:spChg chg="add del">
          <ac:chgData name="Soumita Sengupta" userId="4afa6ce1-cb01-46c2-8538-4650222f0c96" providerId="ADAL" clId="{36A5475D-3ADB-4C86-A0F2-D5010D2E9340}" dt="2021-06-23T12:44:59.857" v="2335"/>
          <ac:spMkLst>
            <pc:docMk/>
            <pc:sldMk cId="1690934009" sldId="289"/>
            <ac:spMk id="5" creationId="{D5B99B6F-6255-435D-B94B-730BF9B0F14A}"/>
          </ac:spMkLst>
        </pc:spChg>
        <pc:spChg chg="add mod">
          <ac:chgData name="Soumita Sengupta" userId="4afa6ce1-cb01-46c2-8538-4650222f0c96" providerId="ADAL" clId="{36A5475D-3ADB-4C86-A0F2-D5010D2E9340}" dt="2021-06-23T13:16:01.224" v="2374" actId="1076"/>
          <ac:spMkLst>
            <pc:docMk/>
            <pc:sldMk cId="1690934009" sldId="289"/>
            <ac:spMk id="11" creationId="{7122915E-D11E-46AF-A363-B6E15F52BEFF}"/>
          </ac:spMkLst>
        </pc:spChg>
        <pc:picChg chg="add mod">
          <ac:chgData name="Soumita Sengupta" userId="4afa6ce1-cb01-46c2-8538-4650222f0c96" providerId="ADAL" clId="{36A5475D-3ADB-4C86-A0F2-D5010D2E9340}" dt="2021-06-23T13:16:03.695" v="2375" actId="1076"/>
          <ac:picMkLst>
            <pc:docMk/>
            <pc:sldMk cId="1690934009" sldId="289"/>
            <ac:picMk id="6" creationId="{A7719E5C-64AB-4F91-AC94-647AB66CC114}"/>
          </ac:picMkLst>
        </pc:picChg>
        <pc:picChg chg="add mod">
          <ac:chgData name="Soumita Sengupta" userId="4afa6ce1-cb01-46c2-8538-4650222f0c96" providerId="ADAL" clId="{36A5475D-3ADB-4C86-A0F2-D5010D2E9340}" dt="2021-06-23T12:46:38.516" v="2370" actId="1076"/>
          <ac:picMkLst>
            <pc:docMk/>
            <pc:sldMk cId="1690934009" sldId="289"/>
            <ac:picMk id="8" creationId="{55FBBF07-C4A9-426A-A748-7D603913DFE7}"/>
          </ac:picMkLst>
        </pc:picChg>
        <pc:picChg chg="del mod">
          <ac:chgData name="Soumita Sengupta" userId="4afa6ce1-cb01-46c2-8538-4650222f0c96" providerId="ADAL" clId="{36A5475D-3ADB-4C86-A0F2-D5010D2E9340}" dt="2021-06-23T12:44:57.646" v="2333" actId="478"/>
          <ac:picMkLst>
            <pc:docMk/>
            <pc:sldMk cId="1690934009" sldId="289"/>
            <ac:picMk id="10" creationId="{00000000-0000-0000-0000-000000000000}"/>
          </ac:picMkLst>
        </pc:picChg>
      </pc:sldChg>
      <pc:sldChg chg="add del">
        <pc:chgData name="Soumita Sengupta" userId="4afa6ce1-cb01-46c2-8538-4650222f0c96" providerId="ADAL" clId="{36A5475D-3ADB-4C86-A0F2-D5010D2E9340}" dt="2021-06-17T13:04:15.939" v="41"/>
        <pc:sldMkLst>
          <pc:docMk/>
          <pc:sldMk cId="3987752600" sldId="290"/>
        </pc:sldMkLst>
      </pc:sldChg>
      <pc:sldChg chg="del">
        <pc:chgData name="Soumita Sengupta" userId="4afa6ce1-cb01-46c2-8538-4650222f0c96" providerId="ADAL" clId="{36A5475D-3ADB-4C86-A0F2-D5010D2E9340}" dt="2021-06-17T11:27:08.600" v="14" actId="47"/>
        <pc:sldMkLst>
          <pc:docMk/>
          <pc:sldMk cId="1095455151" sldId="303"/>
        </pc:sldMkLst>
      </pc:sldChg>
      <pc:sldChg chg="modSp mod">
        <pc:chgData name="Soumita Sengupta" userId="4afa6ce1-cb01-46c2-8538-4650222f0c96" providerId="ADAL" clId="{36A5475D-3ADB-4C86-A0F2-D5010D2E9340}" dt="2021-06-17T11:27:03.932" v="8" actId="20577"/>
        <pc:sldMkLst>
          <pc:docMk/>
          <pc:sldMk cId="2584036331" sldId="339"/>
        </pc:sldMkLst>
        <pc:spChg chg="mod">
          <ac:chgData name="Soumita Sengupta" userId="4afa6ce1-cb01-46c2-8538-4650222f0c96" providerId="ADAL" clId="{36A5475D-3ADB-4C86-A0F2-D5010D2E9340}" dt="2021-06-17T11:27:03.932" v="8" actId="20577"/>
          <ac:spMkLst>
            <pc:docMk/>
            <pc:sldMk cId="2584036331" sldId="339"/>
            <ac:spMk id="5" creationId="{6D1A1596-A8D7-4C1A-8956-0FA40A84EFCA}"/>
          </ac:spMkLst>
        </pc:spChg>
      </pc:sldChg>
      <pc:sldChg chg="addSp delSp modSp add mod">
        <pc:chgData name="Soumita Sengupta" userId="4afa6ce1-cb01-46c2-8538-4650222f0c96" providerId="ADAL" clId="{36A5475D-3ADB-4C86-A0F2-D5010D2E9340}" dt="2021-06-23T12:28:47.046" v="2030" actId="208"/>
        <pc:sldMkLst>
          <pc:docMk/>
          <pc:sldMk cId="2306519255" sldId="912"/>
        </pc:sldMkLst>
        <pc:spChg chg="mod">
          <ac:chgData name="Soumita Sengupta" userId="4afa6ce1-cb01-46c2-8538-4650222f0c96" providerId="ADAL" clId="{36A5475D-3ADB-4C86-A0F2-D5010D2E9340}" dt="2021-06-23T12:28:06.461" v="2023" actId="5793"/>
          <ac:spMkLst>
            <pc:docMk/>
            <pc:sldMk cId="2306519255" sldId="912"/>
            <ac:spMk id="2" creationId="{00000000-0000-0000-0000-000000000000}"/>
          </ac:spMkLst>
        </pc:spChg>
        <pc:spChg chg="add del">
          <ac:chgData name="Soumita Sengupta" userId="4afa6ce1-cb01-46c2-8538-4650222f0c96" providerId="ADAL" clId="{36A5475D-3ADB-4C86-A0F2-D5010D2E9340}" dt="2021-06-23T12:28:38.828" v="2026"/>
          <ac:spMkLst>
            <pc:docMk/>
            <pc:sldMk cId="2306519255" sldId="912"/>
            <ac:spMk id="5" creationId="{0EE74282-AE66-4DA2-9CD2-8EDFA75FDD6F}"/>
          </ac:spMkLst>
        </pc:spChg>
        <pc:picChg chg="add mod">
          <ac:chgData name="Soumita Sengupta" userId="4afa6ce1-cb01-46c2-8538-4650222f0c96" providerId="ADAL" clId="{36A5475D-3ADB-4C86-A0F2-D5010D2E9340}" dt="2021-06-23T12:28:47.046" v="2030" actId="208"/>
          <ac:picMkLst>
            <pc:docMk/>
            <pc:sldMk cId="2306519255" sldId="912"/>
            <ac:picMk id="6" creationId="{B08067EB-D6CB-4440-B2F9-65D1D1721410}"/>
          </ac:picMkLst>
        </pc:picChg>
        <pc:picChg chg="del mod">
          <ac:chgData name="Soumita Sengupta" userId="4afa6ce1-cb01-46c2-8538-4650222f0c96" providerId="ADAL" clId="{36A5475D-3ADB-4C86-A0F2-D5010D2E9340}" dt="2021-06-23T12:28:08.886" v="2024" actId="478"/>
          <ac:picMkLst>
            <pc:docMk/>
            <pc:sldMk cId="2306519255" sldId="912"/>
            <ac:picMk id="8" creationId="{00000000-0000-0000-0000-000000000000}"/>
          </ac:picMkLst>
        </pc:picChg>
      </pc:sldChg>
      <pc:sldChg chg="modSp mod">
        <pc:chgData name="Soumita Sengupta" userId="4afa6ce1-cb01-46c2-8538-4650222f0c96" providerId="ADAL" clId="{36A5475D-3ADB-4C86-A0F2-D5010D2E9340}" dt="2021-06-17T11:29:55.644" v="40" actId="1076"/>
        <pc:sldMkLst>
          <pc:docMk/>
          <pc:sldMk cId="3693191466" sldId="1327"/>
        </pc:sldMkLst>
        <pc:spChg chg="mod">
          <ac:chgData name="Soumita Sengupta" userId="4afa6ce1-cb01-46c2-8538-4650222f0c96" providerId="ADAL" clId="{36A5475D-3ADB-4C86-A0F2-D5010D2E9340}" dt="2021-06-17T11:29:55.644" v="40" actId="1076"/>
          <ac:spMkLst>
            <pc:docMk/>
            <pc:sldMk cId="3693191466" sldId="1327"/>
            <ac:spMk id="2" creationId="{57983F62-BBB9-431B-A37F-BDA0DC7153F6}"/>
          </ac:spMkLst>
        </pc:spChg>
      </pc:sldChg>
      <pc:sldChg chg="modSp add mod">
        <pc:chgData name="Soumita Sengupta" userId="4afa6ce1-cb01-46c2-8538-4650222f0c96" providerId="ADAL" clId="{36A5475D-3ADB-4C86-A0F2-D5010D2E9340}" dt="2021-06-23T12:22:48.133" v="1907" actId="12"/>
        <pc:sldMkLst>
          <pc:docMk/>
          <pc:sldMk cId="3560475705" sldId="1328"/>
        </pc:sldMkLst>
        <pc:spChg chg="mod">
          <ac:chgData name="Soumita Sengupta" userId="4afa6ce1-cb01-46c2-8538-4650222f0c96" providerId="ADAL" clId="{36A5475D-3ADB-4C86-A0F2-D5010D2E9340}" dt="2021-06-23T12:12:02.491" v="1610" actId="13926"/>
          <ac:spMkLst>
            <pc:docMk/>
            <pc:sldMk cId="3560475705" sldId="1328"/>
            <ac:spMk id="2" creationId="{00000000-0000-0000-0000-000000000000}"/>
          </ac:spMkLst>
        </pc:spChg>
        <pc:spChg chg="mod">
          <ac:chgData name="Soumita Sengupta" userId="4afa6ce1-cb01-46c2-8538-4650222f0c96" providerId="ADAL" clId="{36A5475D-3ADB-4C86-A0F2-D5010D2E9340}" dt="2021-06-23T12:22:48.133" v="1907" actId="12"/>
          <ac:spMkLst>
            <pc:docMk/>
            <pc:sldMk cId="3560475705" sldId="1328"/>
            <ac:spMk id="10" creationId="{00000000-0000-0000-0000-000000000000}"/>
          </ac:spMkLst>
        </pc:spChg>
      </pc:sldChg>
      <pc:sldChg chg="del">
        <pc:chgData name="Soumita Sengupta" userId="4afa6ce1-cb01-46c2-8538-4650222f0c96" providerId="ADAL" clId="{36A5475D-3ADB-4C86-A0F2-D5010D2E9340}" dt="2021-06-17T11:27:10.790" v="19" actId="47"/>
        <pc:sldMkLst>
          <pc:docMk/>
          <pc:sldMk cId="4051698625" sldId="1328"/>
        </pc:sldMkLst>
      </pc:sldChg>
      <pc:sldChg chg="addSp delSp modSp add mod">
        <pc:chgData name="Soumita Sengupta" userId="4afa6ce1-cb01-46c2-8538-4650222f0c96" providerId="ADAL" clId="{36A5475D-3ADB-4C86-A0F2-D5010D2E9340}" dt="2021-06-23T12:29:29.741" v="2057" actId="1076"/>
        <pc:sldMkLst>
          <pc:docMk/>
          <pc:sldMk cId="42831603" sldId="1329"/>
        </pc:sldMkLst>
        <pc:spChg chg="mod">
          <ac:chgData name="Soumita Sengupta" userId="4afa6ce1-cb01-46c2-8538-4650222f0c96" providerId="ADAL" clId="{36A5475D-3ADB-4C86-A0F2-D5010D2E9340}" dt="2021-06-23T12:29:00.243" v="2047" actId="5793"/>
          <ac:spMkLst>
            <pc:docMk/>
            <pc:sldMk cId="42831603" sldId="1329"/>
            <ac:spMk id="2" creationId="{00000000-0000-0000-0000-000000000000}"/>
          </ac:spMkLst>
        </pc:spChg>
        <pc:spChg chg="add del">
          <ac:chgData name="Soumita Sengupta" userId="4afa6ce1-cb01-46c2-8538-4650222f0c96" providerId="ADAL" clId="{36A5475D-3ADB-4C86-A0F2-D5010D2E9340}" dt="2021-06-23T12:29:14.560" v="2050"/>
          <ac:spMkLst>
            <pc:docMk/>
            <pc:sldMk cId="42831603" sldId="1329"/>
            <ac:spMk id="5" creationId="{61AB3965-B13A-4252-98F5-349D20D576DC}"/>
          </ac:spMkLst>
        </pc:spChg>
        <pc:picChg chg="del">
          <ac:chgData name="Soumita Sengupta" userId="4afa6ce1-cb01-46c2-8538-4650222f0c96" providerId="ADAL" clId="{36A5475D-3ADB-4C86-A0F2-D5010D2E9340}" dt="2021-06-23T12:29:11.911" v="2048" actId="478"/>
          <ac:picMkLst>
            <pc:docMk/>
            <pc:sldMk cId="42831603" sldId="1329"/>
            <ac:picMk id="6" creationId="{B08067EB-D6CB-4440-B2F9-65D1D1721410}"/>
          </ac:picMkLst>
        </pc:picChg>
        <pc:picChg chg="add mod">
          <ac:chgData name="Soumita Sengupta" userId="4afa6ce1-cb01-46c2-8538-4650222f0c96" providerId="ADAL" clId="{36A5475D-3ADB-4C86-A0F2-D5010D2E9340}" dt="2021-06-23T12:29:29.741" v="2057" actId="1076"/>
          <ac:picMkLst>
            <pc:docMk/>
            <pc:sldMk cId="42831603" sldId="1329"/>
            <ac:picMk id="7" creationId="{82EEFCFA-916F-4EFE-BB3E-73A80EC1A1C5}"/>
          </ac:picMkLst>
        </pc:picChg>
      </pc:sldChg>
      <pc:sldChg chg="del">
        <pc:chgData name="Soumita Sengupta" userId="4afa6ce1-cb01-46c2-8538-4650222f0c96" providerId="ADAL" clId="{36A5475D-3ADB-4C86-A0F2-D5010D2E9340}" dt="2021-06-17T11:27:07.396" v="9" actId="47"/>
        <pc:sldMkLst>
          <pc:docMk/>
          <pc:sldMk cId="4227866224" sldId="1329"/>
        </pc:sldMkLst>
      </pc:sldChg>
      <pc:sldChg chg="addSp modSp add del mod">
        <pc:chgData name="Soumita Sengupta" userId="4afa6ce1-cb01-46c2-8538-4650222f0c96" providerId="ADAL" clId="{36A5475D-3ADB-4C86-A0F2-D5010D2E9340}" dt="2021-06-23T12:30:56.272" v="2079" actId="2696"/>
        <pc:sldMkLst>
          <pc:docMk/>
          <pc:sldMk cId="602120299" sldId="1330"/>
        </pc:sldMkLst>
        <pc:spChg chg="mod">
          <ac:chgData name="Soumita Sengupta" userId="4afa6ce1-cb01-46c2-8538-4650222f0c96" providerId="ADAL" clId="{36A5475D-3ADB-4C86-A0F2-D5010D2E9340}" dt="2021-06-23T12:30:42.333" v="2076" actId="21"/>
          <ac:spMkLst>
            <pc:docMk/>
            <pc:sldMk cId="602120299" sldId="1330"/>
            <ac:spMk id="2" creationId="{00000000-0000-0000-0000-000000000000}"/>
          </ac:spMkLst>
        </pc:spChg>
        <pc:spChg chg="add mod">
          <ac:chgData name="Soumita Sengupta" userId="4afa6ce1-cb01-46c2-8538-4650222f0c96" providerId="ADAL" clId="{36A5475D-3ADB-4C86-A0F2-D5010D2E9340}" dt="2021-06-23T12:30:47.214" v="2078" actId="1076"/>
          <ac:spMkLst>
            <pc:docMk/>
            <pc:sldMk cId="602120299" sldId="1330"/>
            <ac:spMk id="8" creationId="{20E7A16B-F7DA-48B7-B45A-84B44240D0C7}"/>
          </ac:spMkLst>
        </pc:spChg>
        <pc:picChg chg="mod">
          <ac:chgData name="Soumita Sengupta" userId="4afa6ce1-cb01-46c2-8538-4650222f0c96" providerId="ADAL" clId="{36A5475D-3ADB-4C86-A0F2-D5010D2E9340}" dt="2021-06-23T12:30:45.244" v="2077" actId="1076"/>
          <ac:picMkLst>
            <pc:docMk/>
            <pc:sldMk cId="602120299" sldId="1330"/>
            <ac:picMk id="7" creationId="{82EEFCFA-916F-4EFE-BB3E-73A80EC1A1C5}"/>
          </ac:picMkLst>
        </pc:picChg>
      </pc:sldChg>
      <pc:sldChg chg="del">
        <pc:chgData name="Soumita Sengupta" userId="4afa6ce1-cb01-46c2-8538-4650222f0c96" providerId="ADAL" clId="{36A5475D-3ADB-4C86-A0F2-D5010D2E9340}" dt="2021-06-17T11:27:08.083" v="12" actId="47"/>
        <pc:sldMkLst>
          <pc:docMk/>
          <pc:sldMk cId="2689733765" sldId="1330"/>
        </pc:sldMkLst>
      </pc:sldChg>
      <pc:sldChg chg="addSp delSp modSp add mod">
        <pc:chgData name="Soumita Sengupta" userId="4afa6ce1-cb01-46c2-8538-4650222f0c96" providerId="ADAL" clId="{36A5475D-3ADB-4C86-A0F2-D5010D2E9340}" dt="2021-06-23T12:32:43.233" v="2136" actId="1076"/>
        <pc:sldMkLst>
          <pc:docMk/>
          <pc:sldMk cId="4042070132" sldId="1330"/>
        </pc:sldMkLst>
        <pc:spChg chg="add del">
          <ac:chgData name="Soumita Sengupta" userId="4afa6ce1-cb01-46c2-8538-4650222f0c96" providerId="ADAL" clId="{36A5475D-3ADB-4C86-A0F2-D5010D2E9340}" dt="2021-06-23T12:32:01.984" v="2105"/>
          <ac:spMkLst>
            <pc:docMk/>
            <pc:sldMk cId="4042070132" sldId="1330"/>
            <ac:spMk id="5" creationId="{901E5E06-2270-474F-9D8B-FAA5B742249D}"/>
          </ac:spMkLst>
        </pc:spChg>
        <pc:spChg chg="add mod">
          <ac:chgData name="Soumita Sengupta" userId="4afa6ce1-cb01-46c2-8538-4650222f0c96" providerId="ADAL" clId="{36A5475D-3ADB-4C86-A0F2-D5010D2E9340}" dt="2021-06-23T12:32:37.741" v="2135" actId="2711"/>
          <ac:spMkLst>
            <pc:docMk/>
            <pc:sldMk cId="4042070132" sldId="1330"/>
            <ac:spMk id="8" creationId="{2AA84AE1-921B-4893-B6C8-9BA72B24D2FB}"/>
          </ac:spMkLst>
        </pc:spChg>
        <pc:picChg chg="add mod">
          <ac:chgData name="Soumita Sengupta" userId="4afa6ce1-cb01-46c2-8538-4650222f0c96" providerId="ADAL" clId="{36A5475D-3ADB-4C86-A0F2-D5010D2E9340}" dt="2021-06-23T12:32:43.233" v="2136" actId="1076"/>
          <ac:picMkLst>
            <pc:docMk/>
            <pc:sldMk cId="4042070132" sldId="1330"/>
            <ac:picMk id="6" creationId="{D46540CB-95AC-4F87-879D-6452D53FA385}"/>
          </ac:picMkLst>
        </pc:picChg>
        <pc:picChg chg="del">
          <ac:chgData name="Soumita Sengupta" userId="4afa6ce1-cb01-46c2-8538-4650222f0c96" providerId="ADAL" clId="{36A5475D-3ADB-4C86-A0F2-D5010D2E9340}" dt="2021-06-23T12:31:09.315" v="2082" actId="478"/>
          <ac:picMkLst>
            <pc:docMk/>
            <pc:sldMk cId="4042070132" sldId="1330"/>
            <ac:picMk id="7" creationId="{82EEFCFA-916F-4EFE-BB3E-73A80EC1A1C5}"/>
          </ac:picMkLst>
        </pc:picChg>
      </pc:sldChg>
      <pc:sldChg chg="addSp delSp modSp add mod">
        <pc:chgData name="Soumita Sengupta" userId="4afa6ce1-cb01-46c2-8538-4650222f0c96" providerId="ADAL" clId="{36A5475D-3ADB-4C86-A0F2-D5010D2E9340}" dt="2021-06-23T12:35:05.521" v="2188" actId="208"/>
        <pc:sldMkLst>
          <pc:docMk/>
          <pc:sldMk cId="3744767317" sldId="1331"/>
        </pc:sldMkLst>
        <pc:spChg chg="add del">
          <ac:chgData name="Soumita Sengupta" userId="4afa6ce1-cb01-46c2-8538-4650222f0c96" providerId="ADAL" clId="{36A5475D-3ADB-4C86-A0F2-D5010D2E9340}" dt="2021-06-23T12:34:58.761" v="2183"/>
          <ac:spMkLst>
            <pc:docMk/>
            <pc:sldMk cId="3744767317" sldId="1331"/>
            <ac:spMk id="5" creationId="{6CDC2C1C-F19B-4522-A931-4694F5F3E785}"/>
          </ac:spMkLst>
        </pc:spChg>
        <pc:picChg chg="del">
          <ac:chgData name="Soumita Sengupta" userId="4afa6ce1-cb01-46c2-8538-4650222f0c96" providerId="ADAL" clId="{36A5475D-3ADB-4C86-A0F2-D5010D2E9340}" dt="2021-06-23T12:34:56.011" v="2181" actId="478"/>
          <ac:picMkLst>
            <pc:docMk/>
            <pc:sldMk cId="3744767317" sldId="1331"/>
            <ac:picMk id="6" creationId="{6E2A7E2F-FFAB-461D-BF9E-D3F8ABAEC706}"/>
          </ac:picMkLst>
        </pc:picChg>
        <pc:picChg chg="add mod">
          <ac:chgData name="Soumita Sengupta" userId="4afa6ce1-cb01-46c2-8538-4650222f0c96" providerId="ADAL" clId="{36A5475D-3ADB-4C86-A0F2-D5010D2E9340}" dt="2021-06-23T12:35:05.521" v="2188" actId="208"/>
          <ac:picMkLst>
            <pc:docMk/>
            <pc:sldMk cId="3744767317" sldId="1331"/>
            <ac:picMk id="7" creationId="{4F0F5168-8C85-4992-97B8-024A416A267C}"/>
          </ac:picMkLst>
        </pc:picChg>
      </pc:sldChg>
      <pc:sldChg chg="del">
        <pc:chgData name="Soumita Sengupta" userId="4afa6ce1-cb01-46c2-8538-4650222f0c96" providerId="ADAL" clId="{36A5475D-3ADB-4C86-A0F2-D5010D2E9340}" dt="2021-06-17T11:27:10.151" v="17" actId="47"/>
        <pc:sldMkLst>
          <pc:docMk/>
          <pc:sldMk cId="3825885641" sldId="1331"/>
        </pc:sldMkLst>
      </pc:sldChg>
      <pc:sldChg chg="del">
        <pc:chgData name="Soumita Sengupta" userId="4afa6ce1-cb01-46c2-8538-4650222f0c96" providerId="ADAL" clId="{36A5475D-3ADB-4C86-A0F2-D5010D2E9340}" dt="2021-06-17T11:27:10.991" v="20" actId="47"/>
        <pc:sldMkLst>
          <pc:docMk/>
          <pc:sldMk cId="3080214361" sldId="1332"/>
        </pc:sldMkLst>
      </pc:sldChg>
      <pc:sldChg chg="addSp delSp modSp add mod">
        <pc:chgData name="Soumita Sengupta" userId="4afa6ce1-cb01-46c2-8538-4650222f0c96" providerId="ADAL" clId="{36A5475D-3ADB-4C86-A0F2-D5010D2E9340}" dt="2021-06-23T12:35:41.127" v="2197" actId="208"/>
        <pc:sldMkLst>
          <pc:docMk/>
          <pc:sldMk cId="3523257164" sldId="1332"/>
        </pc:sldMkLst>
        <pc:spChg chg="add del">
          <ac:chgData name="Soumita Sengupta" userId="4afa6ce1-cb01-46c2-8538-4650222f0c96" providerId="ADAL" clId="{36A5475D-3ADB-4C86-A0F2-D5010D2E9340}" dt="2021-06-23T12:35:34.772" v="2192"/>
          <ac:spMkLst>
            <pc:docMk/>
            <pc:sldMk cId="3523257164" sldId="1332"/>
            <ac:spMk id="5" creationId="{D285A1D1-1773-4AB9-B225-D9848DE10097}"/>
          </ac:spMkLst>
        </pc:spChg>
        <pc:picChg chg="add mod">
          <ac:chgData name="Soumita Sengupta" userId="4afa6ce1-cb01-46c2-8538-4650222f0c96" providerId="ADAL" clId="{36A5475D-3ADB-4C86-A0F2-D5010D2E9340}" dt="2021-06-23T12:35:41.127" v="2197" actId="208"/>
          <ac:picMkLst>
            <pc:docMk/>
            <pc:sldMk cId="3523257164" sldId="1332"/>
            <ac:picMk id="6" creationId="{CD1A3F25-98FC-4AA5-B1EE-D82AE4A13688}"/>
          </ac:picMkLst>
        </pc:picChg>
        <pc:picChg chg="del">
          <ac:chgData name="Soumita Sengupta" userId="4afa6ce1-cb01-46c2-8538-4650222f0c96" providerId="ADAL" clId="{36A5475D-3ADB-4C86-A0F2-D5010D2E9340}" dt="2021-06-23T12:35:31.895" v="2190" actId="478"/>
          <ac:picMkLst>
            <pc:docMk/>
            <pc:sldMk cId="3523257164" sldId="1332"/>
            <ac:picMk id="7" creationId="{4F0F5168-8C85-4992-97B8-024A416A267C}"/>
          </ac:picMkLst>
        </pc:picChg>
      </pc:sldChg>
      <pc:sldChg chg="addSp delSp modSp add mod">
        <pc:chgData name="Soumita Sengupta" userId="4afa6ce1-cb01-46c2-8538-4650222f0c96" providerId="ADAL" clId="{36A5475D-3ADB-4C86-A0F2-D5010D2E9340}" dt="2021-06-23T12:36:02.713" v="2205" actId="208"/>
        <pc:sldMkLst>
          <pc:docMk/>
          <pc:sldMk cId="2835351086" sldId="1333"/>
        </pc:sldMkLst>
        <pc:spChg chg="add del">
          <ac:chgData name="Soumita Sengupta" userId="4afa6ce1-cb01-46c2-8538-4650222f0c96" providerId="ADAL" clId="{36A5475D-3ADB-4C86-A0F2-D5010D2E9340}" dt="2021-06-23T12:35:57.607" v="2201"/>
          <ac:spMkLst>
            <pc:docMk/>
            <pc:sldMk cId="2835351086" sldId="1333"/>
            <ac:spMk id="5" creationId="{2EE94A37-BDF6-4151-8044-928716A7FC26}"/>
          </ac:spMkLst>
        </pc:spChg>
        <pc:picChg chg="del">
          <ac:chgData name="Soumita Sengupta" userId="4afa6ce1-cb01-46c2-8538-4650222f0c96" providerId="ADAL" clId="{36A5475D-3ADB-4C86-A0F2-D5010D2E9340}" dt="2021-06-23T12:35:54.987" v="2199" actId="478"/>
          <ac:picMkLst>
            <pc:docMk/>
            <pc:sldMk cId="2835351086" sldId="1333"/>
            <ac:picMk id="6" creationId="{CD1A3F25-98FC-4AA5-B1EE-D82AE4A13688}"/>
          </ac:picMkLst>
        </pc:picChg>
        <pc:picChg chg="add mod">
          <ac:chgData name="Soumita Sengupta" userId="4afa6ce1-cb01-46c2-8538-4650222f0c96" providerId="ADAL" clId="{36A5475D-3ADB-4C86-A0F2-D5010D2E9340}" dt="2021-06-23T12:36:02.713" v="2205" actId="208"/>
          <ac:picMkLst>
            <pc:docMk/>
            <pc:sldMk cId="2835351086" sldId="1333"/>
            <ac:picMk id="7" creationId="{3FE4B06F-076E-49D6-AA85-9BB12BB99D23}"/>
          </ac:picMkLst>
        </pc:picChg>
      </pc:sldChg>
      <pc:sldChg chg="del">
        <pc:chgData name="Soumita Sengupta" userId="4afa6ce1-cb01-46c2-8538-4650222f0c96" providerId="ADAL" clId="{36A5475D-3ADB-4C86-A0F2-D5010D2E9340}" dt="2021-06-17T11:27:11.856" v="25" actId="47"/>
        <pc:sldMkLst>
          <pc:docMk/>
          <pc:sldMk cId="3051288005" sldId="1333"/>
        </pc:sldMkLst>
      </pc:sldChg>
      <pc:sldChg chg="addSp delSp modSp add mod">
        <pc:chgData name="Soumita Sengupta" userId="4afa6ce1-cb01-46c2-8538-4650222f0c96" providerId="ADAL" clId="{36A5475D-3ADB-4C86-A0F2-D5010D2E9340}" dt="2021-06-23T12:37:03.495" v="2215" actId="1076"/>
        <pc:sldMkLst>
          <pc:docMk/>
          <pc:sldMk cId="826410433" sldId="1334"/>
        </pc:sldMkLst>
        <pc:spChg chg="add del">
          <ac:chgData name="Soumita Sengupta" userId="4afa6ce1-cb01-46c2-8538-4650222f0c96" providerId="ADAL" clId="{36A5475D-3ADB-4C86-A0F2-D5010D2E9340}" dt="2021-06-23T12:36:54.719" v="2209"/>
          <ac:spMkLst>
            <pc:docMk/>
            <pc:sldMk cId="826410433" sldId="1334"/>
            <ac:spMk id="5" creationId="{E4FFD85F-A35E-46F5-9746-CF02985C0E8A}"/>
          </ac:spMkLst>
        </pc:spChg>
        <pc:spChg chg="mod">
          <ac:chgData name="Soumita Sengupta" userId="4afa6ce1-cb01-46c2-8538-4650222f0c96" providerId="ADAL" clId="{36A5475D-3ADB-4C86-A0F2-D5010D2E9340}" dt="2021-06-23T12:37:01.945" v="2214" actId="20577"/>
          <ac:spMkLst>
            <pc:docMk/>
            <pc:sldMk cId="826410433" sldId="1334"/>
            <ac:spMk id="8" creationId="{00000000-0000-0000-0000-000000000000}"/>
          </ac:spMkLst>
        </pc:spChg>
        <pc:picChg chg="add mod">
          <ac:chgData name="Soumita Sengupta" userId="4afa6ce1-cb01-46c2-8538-4650222f0c96" providerId="ADAL" clId="{36A5475D-3ADB-4C86-A0F2-D5010D2E9340}" dt="2021-06-23T12:37:03.495" v="2215" actId="1076"/>
          <ac:picMkLst>
            <pc:docMk/>
            <pc:sldMk cId="826410433" sldId="1334"/>
            <ac:picMk id="6" creationId="{C1CC93A0-198E-4479-818C-D639E028C917}"/>
          </ac:picMkLst>
        </pc:picChg>
        <pc:picChg chg="del">
          <ac:chgData name="Soumita Sengupta" userId="4afa6ce1-cb01-46c2-8538-4650222f0c96" providerId="ADAL" clId="{36A5475D-3ADB-4C86-A0F2-D5010D2E9340}" dt="2021-06-23T12:36:51.614" v="2207" actId="478"/>
          <ac:picMkLst>
            <pc:docMk/>
            <pc:sldMk cId="826410433" sldId="1334"/>
            <ac:picMk id="7" creationId="{3FE4B06F-076E-49D6-AA85-9BB12BB99D23}"/>
          </ac:picMkLst>
        </pc:picChg>
      </pc:sldChg>
      <pc:sldChg chg="del">
        <pc:chgData name="Soumita Sengupta" userId="4afa6ce1-cb01-46c2-8538-4650222f0c96" providerId="ADAL" clId="{36A5475D-3ADB-4C86-A0F2-D5010D2E9340}" dt="2021-06-17T11:27:12.025" v="26" actId="47"/>
        <pc:sldMkLst>
          <pc:docMk/>
          <pc:sldMk cId="3612439745" sldId="1334"/>
        </pc:sldMkLst>
      </pc:sldChg>
      <pc:sldChg chg="del">
        <pc:chgData name="Soumita Sengupta" userId="4afa6ce1-cb01-46c2-8538-4650222f0c96" providerId="ADAL" clId="{36A5475D-3ADB-4C86-A0F2-D5010D2E9340}" dt="2021-06-17T11:27:12.226" v="27" actId="47"/>
        <pc:sldMkLst>
          <pc:docMk/>
          <pc:sldMk cId="4631750" sldId="1335"/>
        </pc:sldMkLst>
      </pc:sldChg>
      <pc:sldChg chg="add">
        <pc:chgData name="Soumita Sengupta" userId="4afa6ce1-cb01-46c2-8538-4650222f0c96" providerId="ADAL" clId="{36A5475D-3ADB-4C86-A0F2-D5010D2E9340}" dt="2021-06-23T12:40:27.181" v="2233" actId="2890"/>
        <pc:sldMkLst>
          <pc:docMk/>
          <pc:sldMk cId="1172614157" sldId="1335"/>
        </pc:sldMkLst>
      </pc:sldChg>
      <pc:sldChg chg="del">
        <pc:chgData name="Soumita Sengupta" userId="4afa6ce1-cb01-46c2-8538-4650222f0c96" providerId="ADAL" clId="{36A5475D-3ADB-4C86-A0F2-D5010D2E9340}" dt="2021-06-17T11:27:12.394" v="28" actId="47"/>
        <pc:sldMkLst>
          <pc:docMk/>
          <pc:sldMk cId="736621240" sldId="1336"/>
        </pc:sldMkLst>
      </pc:sldChg>
      <pc:sldChg chg="addSp delSp modSp add mod">
        <pc:chgData name="Soumita Sengupta" userId="4afa6ce1-cb01-46c2-8538-4650222f0c96" providerId="ADAL" clId="{36A5475D-3ADB-4C86-A0F2-D5010D2E9340}" dt="2021-06-23T12:41:54.508" v="2271" actId="5793"/>
        <pc:sldMkLst>
          <pc:docMk/>
          <pc:sldMk cId="1838583949" sldId="1336"/>
        </pc:sldMkLst>
        <pc:spChg chg="mod">
          <ac:chgData name="Soumita Sengupta" userId="4afa6ce1-cb01-46c2-8538-4650222f0c96" providerId="ADAL" clId="{36A5475D-3ADB-4C86-A0F2-D5010D2E9340}" dt="2021-06-23T12:41:54.508" v="2271" actId="5793"/>
          <ac:spMkLst>
            <pc:docMk/>
            <pc:sldMk cId="1838583949" sldId="1336"/>
            <ac:spMk id="2" creationId="{00000000-0000-0000-0000-000000000000}"/>
          </ac:spMkLst>
        </pc:spChg>
        <pc:spChg chg="add del">
          <ac:chgData name="Soumita Sengupta" userId="4afa6ce1-cb01-46c2-8538-4650222f0c96" providerId="ADAL" clId="{36A5475D-3ADB-4C86-A0F2-D5010D2E9340}" dt="2021-06-23T12:41:41.834" v="2253"/>
          <ac:spMkLst>
            <pc:docMk/>
            <pc:sldMk cId="1838583949" sldId="1336"/>
            <ac:spMk id="5" creationId="{ACE29150-FB53-4AD1-B0BD-8E59EB3D8521}"/>
          </ac:spMkLst>
        </pc:spChg>
        <pc:picChg chg="add mod">
          <ac:chgData name="Soumita Sengupta" userId="4afa6ce1-cb01-46c2-8538-4650222f0c96" providerId="ADAL" clId="{36A5475D-3ADB-4C86-A0F2-D5010D2E9340}" dt="2021-06-23T12:41:48.550" v="2257" actId="208"/>
          <ac:picMkLst>
            <pc:docMk/>
            <pc:sldMk cId="1838583949" sldId="1336"/>
            <ac:picMk id="6" creationId="{B7CF53F7-F774-4FD1-9A1E-E51D39F11791}"/>
          </ac:picMkLst>
        </pc:picChg>
        <pc:picChg chg="del">
          <ac:chgData name="Soumita Sengupta" userId="4afa6ce1-cb01-46c2-8538-4650222f0c96" providerId="ADAL" clId="{36A5475D-3ADB-4C86-A0F2-D5010D2E9340}" dt="2021-06-23T12:41:38.616" v="2251" actId="478"/>
          <ac:picMkLst>
            <pc:docMk/>
            <pc:sldMk cId="1838583949" sldId="1336"/>
            <ac:picMk id="9" creationId="{A7762DBD-9FB0-46E1-88FB-8EC324A6B3FC}"/>
          </ac:picMkLst>
        </pc:picChg>
      </pc:sldChg>
      <pc:sldChg chg="del">
        <pc:chgData name="Soumita Sengupta" userId="4afa6ce1-cb01-46c2-8538-4650222f0c96" providerId="ADAL" clId="{36A5475D-3ADB-4C86-A0F2-D5010D2E9340}" dt="2021-06-17T11:27:13.082" v="29" actId="47"/>
        <pc:sldMkLst>
          <pc:docMk/>
          <pc:sldMk cId="2486887644" sldId="1337"/>
        </pc:sldMkLst>
      </pc:sldChg>
      <pc:sldChg chg="del">
        <pc:chgData name="Soumita Sengupta" userId="4afa6ce1-cb01-46c2-8538-4650222f0c96" providerId="ADAL" clId="{36A5475D-3ADB-4C86-A0F2-D5010D2E9340}" dt="2021-06-17T11:27:14.288" v="30" actId="47"/>
        <pc:sldMkLst>
          <pc:docMk/>
          <pc:sldMk cId="2283558231" sldId="1338"/>
        </pc:sldMkLst>
      </pc:sldChg>
      <pc:sldChg chg="del">
        <pc:chgData name="Soumita Sengupta" userId="4afa6ce1-cb01-46c2-8538-4650222f0c96" providerId="ADAL" clId="{36A5475D-3ADB-4C86-A0F2-D5010D2E9340}" dt="2021-06-17T11:27:09.132" v="15" actId="47"/>
        <pc:sldMkLst>
          <pc:docMk/>
          <pc:sldMk cId="2506302366" sldId="1339"/>
        </pc:sldMkLst>
      </pc:sldChg>
      <pc:sldChg chg="del">
        <pc:chgData name="Soumita Sengupta" userId="4afa6ce1-cb01-46c2-8538-4650222f0c96" providerId="ADAL" clId="{36A5475D-3ADB-4C86-A0F2-D5010D2E9340}" dt="2021-06-17T11:27:08.284" v="13" actId="47"/>
        <pc:sldMkLst>
          <pc:docMk/>
          <pc:sldMk cId="3821216101" sldId="1340"/>
        </pc:sldMkLst>
      </pc:sldChg>
      <pc:sldChg chg="del">
        <pc:chgData name="Soumita Sengupta" userId="4afa6ce1-cb01-46c2-8538-4650222f0c96" providerId="ADAL" clId="{36A5475D-3ADB-4C86-A0F2-D5010D2E9340}" dt="2021-06-17T11:27:11.138" v="21" actId="47"/>
        <pc:sldMkLst>
          <pc:docMk/>
          <pc:sldMk cId="2288279991" sldId="1341"/>
        </pc:sldMkLst>
      </pc:sldChg>
      <pc:sldChg chg="del">
        <pc:chgData name="Soumita Sengupta" userId="4afa6ce1-cb01-46c2-8538-4650222f0c96" providerId="ADAL" clId="{36A5475D-3ADB-4C86-A0F2-D5010D2E9340}" dt="2021-06-17T11:27:11.524" v="23" actId="47"/>
        <pc:sldMkLst>
          <pc:docMk/>
          <pc:sldMk cId="4156669174" sldId="1342"/>
        </pc:sldMkLst>
      </pc:sldChg>
      <pc:sldChg chg="del">
        <pc:chgData name="Soumita Sengupta" userId="4afa6ce1-cb01-46c2-8538-4650222f0c96" providerId="ADAL" clId="{36A5475D-3ADB-4C86-A0F2-D5010D2E9340}" dt="2021-06-17T11:27:11.708" v="24" actId="47"/>
        <pc:sldMkLst>
          <pc:docMk/>
          <pc:sldMk cId="3268168444" sldId="1343"/>
        </pc:sldMkLst>
      </pc:sldChg>
      <pc:sldChg chg="del">
        <pc:chgData name="Soumita Sengupta" userId="4afa6ce1-cb01-46c2-8538-4650222f0c96" providerId="ADAL" clId="{36A5475D-3ADB-4C86-A0F2-D5010D2E9340}" dt="2021-06-17T11:27:11.354" v="22" actId="47"/>
        <pc:sldMkLst>
          <pc:docMk/>
          <pc:sldMk cId="580919392" sldId="1344"/>
        </pc:sldMkLst>
      </pc:sldChg>
      <pc:sldMasterChg chg="delSldLayout">
        <pc:chgData name="Soumita Sengupta" userId="4afa6ce1-cb01-46c2-8538-4650222f0c96" providerId="ADAL" clId="{36A5475D-3ADB-4C86-A0F2-D5010D2E9340}" dt="2021-06-17T11:27:08.284" v="13" actId="47"/>
        <pc:sldMasterMkLst>
          <pc:docMk/>
          <pc:sldMasterMk cId="1029875623" sldId="2147483678"/>
        </pc:sldMasterMkLst>
        <pc:sldLayoutChg chg="del">
          <pc:chgData name="Soumita Sengupta" userId="4afa6ce1-cb01-46c2-8538-4650222f0c96" providerId="ADAL" clId="{36A5475D-3ADB-4C86-A0F2-D5010D2E9340}" dt="2021-06-17T11:27:08.284" v="13" actId="47"/>
          <pc:sldLayoutMkLst>
            <pc:docMk/>
            <pc:sldMasterMk cId="1029875623" sldId="2147483678"/>
            <pc:sldLayoutMk cId="2205136909" sldId="2147483732"/>
          </pc:sldLayoutMkLst>
        </pc:sldLayoutChg>
      </pc:sldMasterChg>
    </pc:docChg>
  </pc:docChgLst>
  <pc:docChgLst>
    <pc:chgData name="Soumita Sengupta" userId="4afa6ce1-cb01-46c2-8538-4650222f0c96" providerId="ADAL" clId="{0A78EE60-BBCD-4A76-81BC-E7FB80E1D58E}"/>
    <pc:docChg chg="undo redo custSel addSld delSld modSld sldOrd">
      <pc:chgData name="Soumita Sengupta" userId="4afa6ce1-cb01-46c2-8538-4650222f0c96" providerId="ADAL" clId="{0A78EE60-BBCD-4A76-81BC-E7FB80E1D58E}" dt="2021-08-24T03:07:51.702" v="1159" actId="1076"/>
      <pc:docMkLst>
        <pc:docMk/>
      </pc:docMkLst>
      <pc:sldChg chg="modSp mod">
        <pc:chgData name="Soumita Sengupta" userId="4afa6ce1-cb01-46c2-8538-4650222f0c96" providerId="ADAL" clId="{0A78EE60-BBCD-4A76-81BC-E7FB80E1D58E}" dt="2021-08-23T12:26:48.667" v="1146" actId="12"/>
        <pc:sldMkLst>
          <pc:docMk/>
          <pc:sldMk cId="1912468287" sldId="260"/>
        </pc:sldMkLst>
        <pc:spChg chg="mod">
          <ac:chgData name="Soumita Sengupta" userId="4afa6ce1-cb01-46c2-8538-4650222f0c96" providerId="ADAL" clId="{0A78EE60-BBCD-4A76-81BC-E7FB80E1D58E}" dt="2021-08-23T12:26:48.667" v="1146" actId="12"/>
          <ac:spMkLst>
            <pc:docMk/>
            <pc:sldMk cId="1912468287" sldId="260"/>
            <ac:spMk id="5" creationId="{00000000-0000-0000-0000-000000000000}"/>
          </ac:spMkLst>
        </pc:spChg>
      </pc:sldChg>
      <pc:sldChg chg="modSp mod">
        <pc:chgData name="Soumita Sengupta" userId="4afa6ce1-cb01-46c2-8538-4650222f0c96" providerId="ADAL" clId="{0A78EE60-BBCD-4A76-81BC-E7FB80E1D58E}" dt="2021-08-23T12:29:17.416" v="1155" actId="20577"/>
        <pc:sldMkLst>
          <pc:docMk/>
          <pc:sldMk cId="2584036331" sldId="339"/>
        </pc:sldMkLst>
        <pc:spChg chg="mod">
          <ac:chgData name="Soumita Sengupta" userId="4afa6ce1-cb01-46c2-8538-4650222f0c96" providerId="ADAL" clId="{0A78EE60-BBCD-4A76-81BC-E7FB80E1D58E}" dt="2021-08-23T12:29:17.416" v="1155" actId="20577"/>
          <ac:spMkLst>
            <pc:docMk/>
            <pc:sldMk cId="2584036331" sldId="339"/>
            <ac:spMk id="5" creationId="{6D1A1596-A8D7-4C1A-8956-0FA40A84EFCA}"/>
          </ac:spMkLst>
        </pc:spChg>
      </pc:sldChg>
      <pc:sldChg chg="modSp mod">
        <pc:chgData name="Soumita Sengupta" userId="4afa6ce1-cb01-46c2-8538-4650222f0c96" providerId="ADAL" clId="{0A78EE60-BBCD-4A76-81BC-E7FB80E1D58E}" dt="2021-08-20T08:32:52.160" v="19" actId="13926"/>
        <pc:sldMkLst>
          <pc:docMk/>
          <pc:sldMk cId="2863234239" sldId="525"/>
        </pc:sldMkLst>
        <pc:spChg chg="mod">
          <ac:chgData name="Soumita Sengupta" userId="4afa6ce1-cb01-46c2-8538-4650222f0c96" providerId="ADAL" clId="{0A78EE60-BBCD-4A76-81BC-E7FB80E1D58E}" dt="2021-08-20T08:32:52.160" v="19" actId="13926"/>
          <ac:spMkLst>
            <pc:docMk/>
            <pc:sldMk cId="2863234239" sldId="525"/>
            <ac:spMk id="13" creationId="{00000000-0000-0000-0000-000000000000}"/>
          </ac:spMkLst>
        </pc:spChg>
        <pc:spChg chg="mod">
          <ac:chgData name="Soumita Sengupta" userId="4afa6ce1-cb01-46c2-8538-4650222f0c96" providerId="ADAL" clId="{0A78EE60-BBCD-4A76-81BC-E7FB80E1D58E}" dt="2021-08-20T08:32:46.254" v="18" actId="13926"/>
          <ac:spMkLst>
            <pc:docMk/>
            <pc:sldMk cId="2863234239" sldId="525"/>
            <ac:spMk id="24" creationId="{00000000-0000-0000-0000-000000000000}"/>
          </ac:spMkLst>
        </pc:spChg>
      </pc:sldChg>
      <pc:sldChg chg="modSp mod">
        <pc:chgData name="Soumita Sengupta" userId="4afa6ce1-cb01-46c2-8538-4650222f0c96" providerId="ADAL" clId="{0A78EE60-BBCD-4A76-81BC-E7FB80E1D58E}" dt="2021-08-20T08:32:13.491" v="17" actId="33524"/>
        <pc:sldMkLst>
          <pc:docMk/>
          <pc:sldMk cId="3781635149" sldId="752"/>
        </pc:sldMkLst>
        <pc:spChg chg="mod">
          <ac:chgData name="Soumita Sengupta" userId="4afa6ce1-cb01-46c2-8538-4650222f0c96" providerId="ADAL" clId="{0A78EE60-BBCD-4A76-81BC-E7FB80E1D58E}" dt="2021-08-20T08:32:13.491" v="17" actId="33524"/>
          <ac:spMkLst>
            <pc:docMk/>
            <pc:sldMk cId="3781635149" sldId="752"/>
            <ac:spMk id="5" creationId="{00000000-0000-0000-0000-000000000000}"/>
          </ac:spMkLst>
        </pc:spChg>
      </pc:sldChg>
      <pc:sldChg chg="modSp mod modClrScheme chgLayout">
        <pc:chgData name="Soumita Sengupta" userId="4afa6ce1-cb01-46c2-8538-4650222f0c96" providerId="ADAL" clId="{0A78EE60-BBCD-4A76-81BC-E7FB80E1D58E}" dt="2021-08-23T11:40:30.837" v="977" actId="700"/>
        <pc:sldMkLst>
          <pc:docMk/>
          <pc:sldMk cId="3563480216" sldId="756"/>
        </pc:sldMkLst>
        <pc:spChg chg="mod ord">
          <ac:chgData name="Soumita Sengupta" userId="4afa6ce1-cb01-46c2-8538-4650222f0c96" providerId="ADAL" clId="{0A78EE60-BBCD-4A76-81BC-E7FB80E1D58E}" dt="2021-08-23T11:40:30.837" v="977" actId="700"/>
          <ac:spMkLst>
            <pc:docMk/>
            <pc:sldMk cId="3563480216" sldId="756"/>
            <ac:spMk id="3"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4"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5"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11" creationId="{00000000-0000-0000-0000-000000000000}"/>
          </ac:spMkLst>
        </pc:spChg>
      </pc:sldChg>
      <pc:sldChg chg="modSp mod">
        <pc:chgData name="Soumita Sengupta" userId="4afa6ce1-cb01-46c2-8538-4650222f0c96" providerId="ADAL" clId="{0A78EE60-BBCD-4A76-81BC-E7FB80E1D58E}" dt="2021-08-23T11:39:25.753" v="974" actId="1076"/>
        <pc:sldMkLst>
          <pc:docMk/>
          <pc:sldMk cId="2304859679" sldId="759"/>
        </pc:sldMkLst>
        <pc:spChg chg="mod">
          <ac:chgData name="Soumita Sengupta" userId="4afa6ce1-cb01-46c2-8538-4650222f0c96" providerId="ADAL" clId="{0A78EE60-BBCD-4A76-81BC-E7FB80E1D58E}" dt="2021-08-23T11:39:25.753" v="974" actId="1076"/>
          <ac:spMkLst>
            <pc:docMk/>
            <pc:sldMk cId="2304859679" sldId="759"/>
            <ac:spMk id="9" creationId="{00000000-0000-0000-0000-000000000000}"/>
          </ac:spMkLst>
        </pc:spChg>
      </pc:sldChg>
      <pc:sldChg chg="del">
        <pc:chgData name="Soumita Sengupta" userId="4afa6ce1-cb01-46c2-8538-4650222f0c96" providerId="ADAL" clId="{0A78EE60-BBCD-4A76-81BC-E7FB80E1D58E}" dt="2021-08-23T08:39:56.653" v="258" actId="47"/>
        <pc:sldMkLst>
          <pc:docMk/>
          <pc:sldMk cId="1292349193" sldId="898"/>
        </pc:sldMkLst>
      </pc:sldChg>
      <pc:sldChg chg="modSp add del mod">
        <pc:chgData name="Soumita Sengupta" userId="4afa6ce1-cb01-46c2-8538-4650222f0c96" providerId="ADAL" clId="{0A78EE60-BBCD-4A76-81BC-E7FB80E1D58E}" dt="2021-08-20T11:33:21.154" v="224" actId="47"/>
        <pc:sldMkLst>
          <pc:docMk/>
          <pc:sldMk cId="1019518089" sldId="1304"/>
        </pc:sldMkLst>
        <pc:spChg chg="mod">
          <ac:chgData name="Soumita Sengupta" userId="4afa6ce1-cb01-46c2-8538-4650222f0c96" providerId="ADAL" clId="{0A78EE60-BBCD-4A76-81BC-E7FB80E1D58E}" dt="2021-08-20T10:59:49.498" v="215" actId="6549"/>
          <ac:spMkLst>
            <pc:docMk/>
            <pc:sldMk cId="1019518089" sldId="1304"/>
            <ac:spMk id="7" creationId="{00000000-0000-0000-0000-000000000000}"/>
          </ac:spMkLst>
        </pc:spChg>
        <pc:spChg chg="mod">
          <ac:chgData name="Soumita Sengupta" userId="4afa6ce1-cb01-46c2-8538-4650222f0c96" providerId="ADAL" clId="{0A78EE60-BBCD-4A76-81BC-E7FB80E1D58E}" dt="2021-08-20T10:59:29.224" v="213" actId="1076"/>
          <ac:spMkLst>
            <pc:docMk/>
            <pc:sldMk cId="1019518089" sldId="1304"/>
            <ac:spMk id="8" creationId="{00000000-0000-0000-0000-000000000000}"/>
          </ac:spMkLst>
        </pc:spChg>
        <pc:picChg chg="mod">
          <ac:chgData name="Soumita Sengupta" userId="4afa6ce1-cb01-46c2-8538-4650222f0c96" providerId="ADAL" clId="{0A78EE60-BBCD-4A76-81BC-E7FB80E1D58E}" dt="2021-08-20T08:48:58.134" v="55" actId="208"/>
          <ac:picMkLst>
            <pc:docMk/>
            <pc:sldMk cId="1019518089" sldId="1304"/>
            <ac:picMk id="3" creationId="{00000000-0000-0000-0000-000000000000}"/>
          </ac:picMkLst>
        </pc:picChg>
      </pc:sldChg>
      <pc:sldChg chg="modSp add mod">
        <pc:chgData name="Soumita Sengupta" userId="4afa6ce1-cb01-46c2-8538-4650222f0c96" providerId="ADAL" clId="{0A78EE60-BBCD-4A76-81BC-E7FB80E1D58E}" dt="2021-08-20T08:25:50.808" v="6"/>
        <pc:sldMkLst>
          <pc:docMk/>
          <pc:sldMk cId="53564333" sldId="1330"/>
        </pc:sldMkLst>
        <pc:spChg chg="mod">
          <ac:chgData name="Soumita Sengupta" userId="4afa6ce1-cb01-46c2-8538-4650222f0c96" providerId="ADAL" clId="{0A78EE60-BBCD-4A76-81BC-E7FB80E1D58E}" dt="2021-08-20T08:25:50.808" v="6"/>
          <ac:spMkLst>
            <pc:docMk/>
            <pc:sldMk cId="53564333" sldId="1330"/>
            <ac:spMk id="2" creationId="{57983F62-BBB9-431B-A37F-BDA0DC7153F6}"/>
          </ac:spMkLst>
        </pc:spChg>
      </pc:sldChg>
      <pc:sldChg chg="addSp delSp modSp add del mod">
        <pc:chgData name="Soumita Sengupta" userId="4afa6ce1-cb01-46c2-8538-4650222f0c96" providerId="ADAL" clId="{0A78EE60-BBCD-4A76-81BC-E7FB80E1D58E}" dt="2021-08-20T12:56:18.606" v="236" actId="47"/>
        <pc:sldMkLst>
          <pc:docMk/>
          <pc:sldMk cId="2409457827" sldId="1411"/>
        </pc:sldMkLst>
        <pc:spChg chg="mod">
          <ac:chgData name="Soumita Sengupta" userId="4afa6ce1-cb01-46c2-8538-4650222f0c96" providerId="ADAL" clId="{0A78EE60-BBCD-4A76-81BC-E7FB80E1D58E}" dt="2021-08-20T12:55:41.125" v="233" actId="164"/>
          <ac:spMkLst>
            <pc:docMk/>
            <pc:sldMk cId="2409457827" sldId="1411"/>
            <ac:spMk id="2" creationId="{00000000-0000-0000-0000-000000000000}"/>
          </ac:spMkLst>
        </pc:spChg>
        <pc:spChg chg="mod">
          <ac:chgData name="Soumita Sengupta" userId="4afa6ce1-cb01-46c2-8538-4650222f0c96" providerId="ADAL" clId="{0A78EE60-BBCD-4A76-81BC-E7FB80E1D58E}" dt="2021-08-20T12:53:51.649" v="226" actId="1076"/>
          <ac:spMkLst>
            <pc:docMk/>
            <pc:sldMk cId="2409457827" sldId="1411"/>
            <ac:spMk id="4" creationId="{00000000-0000-0000-0000-000000000000}"/>
          </ac:spMkLst>
        </pc:spChg>
        <pc:spChg chg="mod">
          <ac:chgData name="Soumita Sengupta" userId="4afa6ce1-cb01-46c2-8538-4650222f0c96" providerId="ADAL" clId="{0A78EE60-BBCD-4A76-81BC-E7FB80E1D58E}" dt="2021-08-20T10:43:49.535" v="172" actId="255"/>
          <ac:spMkLst>
            <pc:docMk/>
            <pc:sldMk cId="2409457827" sldId="1411"/>
            <ac:spMk id="7" creationId="{00000000-0000-0000-0000-000000000000}"/>
          </ac:spMkLst>
        </pc:spChg>
        <pc:spChg chg="mod">
          <ac:chgData name="Soumita Sengupta" userId="4afa6ce1-cb01-46c2-8538-4650222f0c96" providerId="ADAL" clId="{0A78EE60-BBCD-4A76-81BC-E7FB80E1D58E}" dt="2021-08-20T12:55:07.602" v="229" actId="21"/>
          <ac:spMkLst>
            <pc:docMk/>
            <pc:sldMk cId="2409457827" sldId="1411"/>
            <ac:spMk id="8"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0"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6" creationId="{00000000-0000-0000-0000-000000000000}"/>
          </ac:spMkLst>
        </pc:spChg>
        <pc:spChg chg="add del mod">
          <ac:chgData name="Soumita Sengupta" userId="4afa6ce1-cb01-46c2-8538-4650222f0c96" providerId="ADAL" clId="{0A78EE60-BBCD-4A76-81BC-E7FB80E1D58E}" dt="2021-08-20T08:52:30.256" v="74" actId="478"/>
          <ac:spMkLst>
            <pc:docMk/>
            <pc:sldMk cId="2409457827" sldId="1411"/>
            <ac:spMk id="22"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24" creationId="{00000000-0000-0000-0000-000000000000}"/>
          </ac:spMkLst>
        </pc:spChg>
        <pc:spChg chg="add mod">
          <ac:chgData name="Soumita Sengupta" userId="4afa6ce1-cb01-46c2-8538-4650222f0c96" providerId="ADAL" clId="{0A78EE60-BBCD-4A76-81BC-E7FB80E1D58E}" dt="2021-08-20T12:55:41.125" v="233" actId="164"/>
          <ac:spMkLst>
            <pc:docMk/>
            <pc:sldMk cId="2409457827" sldId="1411"/>
            <ac:spMk id="26" creationId="{049D4EA3-BBF3-42BD-830A-D9D6C6DF29AB}"/>
          </ac:spMkLst>
        </pc:spChg>
        <pc:spChg chg="mod">
          <ac:chgData name="Soumita Sengupta" userId="4afa6ce1-cb01-46c2-8538-4650222f0c96" providerId="ADAL" clId="{0A78EE60-BBCD-4A76-81BC-E7FB80E1D58E}" dt="2021-08-20T12:55:41.125" v="233" actId="164"/>
          <ac:spMkLst>
            <pc:docMk/>
            <pc:sldMk cId="2409457827" sldId="1411"/>
            <ac:spMk id="28" creationId="{00000000-0000-0000-0000-000000000000}"/>
          </ac:spMkLst>
        </pc:spChg>
        <pc:spChg chg="add del">
          <ac:chgData name="Soumita Sengupta" userId="4afa6ce1-cb01-46c2-8538-4650222f0c96" providerId="ADAL" clId="{0A78EE60-BBCD-4A76-81BC-E7FB80E1D58E}" dt="2021-08-20T08:59:19.788" v="126" actId="22"/>
          <ac:spMkLst>
            <pc:docMk/>
            <pc:sldMk cId="2409457827" sldId="1411"/>
            <ac:spMk id="29" creationId="{F2465777-2446-40F7-B512-9AE463A7AD18}"/>
          </ac:spMkLst>
        </pc:spChg>
        <pc:spChg chg="add mod">
          <ac:chgData name="Soumita Sengupta" userId="4afa6ce1-cb01-46c2-8538-4650222f0c96" providerId="ADAL" clId="{0A78EE60-BBCD-4A76-81BC-E7FB80E1D58E}" dt="2021-08-20T12:55:41.125" v="233" actId="164"/>
          <ac:spMkLst>
            <pc:docMk/>
            <pc:sldMk cId="2409457827" sldId="1411"/>
            <ac:spMk id="30" creationId="{58F02FE8-42E9-44C3-B760-FD2F36523733}"/>
          </ac:spMkLst>
        </pc:spChg>
        <pc:spChg chg="del mod">
          <ac:chgData name="Soumita Sengupta" userId="4afa6ce1-cb01-46c2-8538-4650222f0c96" providerId="ADAL" clId="{0A78EE60-BBCD-4A76-81BC-E7FB80E1D58E}" dt="2021-08-20T08:52:47.433" v="79" actId="478"/>
          <ac:spMkLst>
            <pc:docMk/>
            <pc:sldMk cId="2409457827" sldId="1411"/>
            <ac:spMk id="3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3"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4"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5" creationId="{00000000-0000-0000-0000-000000000000}"/>
          </ac:spMkLst>
        </pc:spChg>
        <pc:grpChg chg="add mod">
          <ac:chgData name="Soumita Sengupta" userId="4afa6ce1-cb01-46c2-8538-4650222f0c96" providerId="ADAL" clId="{0A78EE60-BBCD-4A76-81BC-E7FB80E1D58E}" dt="2021-08-20T12:55:41.125" v="233" actId="164"/>
          <ac:grpSpMkLst>
            <pc:docMk/>
            <pc:sldMk cId="2409457827" sldId="1411"/>
            <ac:grpSpMk id="3" creationId="{31D2C36E-F6C5-4FCB-BFF5-6E2F855ED19D}"/>
          </ac:grpSpMkLst>
        </pc:grpChg>
        <pc:cxnChg chg="mod">
          <ac:chgData name="Soumita Sengupta" userId="4afa6ce1-cb01-46c2-8538-4650222f0c96" providerId="ADAL" clId="{0A78EE60-BBCD-4A76-81BC-E7FB80E1D58E}" dt="2021-08-20T12:55:41.125" v="233" actId="164"/>
          <ac:cxnSpMkLst>
            <pc:docMk/>
            <pc:sldMk cId="2409457827" sldId="1411"/>
            <ac:cxnSpMk id="6"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2"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7"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7" creationId="{00000000-0000-0000-0000-000000000000}"/>
          </ac:cxnSpMkLst>
        </pc:cxnChg>
      </pc:sldChg>
      <pc:sldChg chg="addSp modSp add del mod">
        <pc:chgData name="Soumita Sengupta" userId="4afa6ce1-cb01-46c2-8538-4650222f0c96" providerId="ADAL" clId="{0A78EE60-BBCD-4A76-81BC-E7FB80E1D58E}" dt="2021-08-20T12:59:49.809" v="245" actId="47"/>
        <pc:sldMkLst>
          <pc:docMk/>
          <pc:sldMk cId="1722423472" sldId="1412"/>
        </pc:sldMkLst>
        <pc:spChg chg="mod">
          <ac:chgData name="Soumita Sengupta" userId="4afa6ce1-cb01-46c2-8538-4650222f0c96" providerId="ADAL" clId="{0A78EE60-BBCD-4A76-81BC-E7FB80E1D58E}" dt="2021-08-20T12:58:47.735" v="240" actId="164"/>
          <ac:spMkLst>
            <pc:docMk/>
            <pc:sldMk cId="1722423472" sldId="1412"/>
            <ac:spMk id="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 creationId="{00000000-0000-0000-0000-000000000000}"/>
          </ac:spMkLst>
        </pc:spChg>
        <pc:spChg chg="mod">
          <ac:chgData name="Soumita Sengupta" userId="4afa6ce1-cb01-46c2-8538-4650222f0c96" providerId="ADAL" clId="{0A78EE60-BBCD-4A76-81BC-E7FB80E1D58E}" dt="2021-08-20T10:52:40.975" v="194" actId="1076"/>
          <ac:spMkLst>
            <pc:docMk/>
            <pc:sldMk cId="1722423472" sldId="1412"/>
            <ac:spMk id="4" creationId="{00000000-0000-0000-0000-000000000000}"/>
          </ac:spMkLst>
        </pc:spChg>
        <pc:spChg chg="mod">
          <ac:chgData name="Soumita Sengupta" userId="4afa6ce1-cb01-46c2-8538-4650222f0c96" providerId="ADAL" clId="{0A78EE60-BBCD-4A76-81BC-E7FB80E1D58E}" dt="2021-08-20T10:51:14.211" v="180" actId="1076"/>
          <ac:spMkLst>
            <pc:docMk/>
            <pc:sldMk cId="1722423472" sldId="1412"/>
            <ac:spMk id="7" creationId="{00000000-0000-0000-0000-000000000000}"/>
          </ac:spMkLst>
        </pc:spChg>
        <pc:spChg chg="mod">
          <ac:chgData name="Soumita Sengupta" userId="4afa6ce1-cb01-46c2-8538-4650222f0c96" providerId="ADAL" clId="{0A78EE60-BBCD-4A76-81BC-E7FB80E1D58E}" dt="2021-08-20T10:44:10.127" v="175" actId="1076"/>
          <ac:spMkLst>
            <pc:docMk/>
            <pc:sldMk cId="1722423472" sldId="1412"/>
            <ac:spMk id="8"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0"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1"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4"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6"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9"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5" creationId="{00000000-0000-0000-0000-000000000000}"/>
          </ac:spMkLst>
        </pc:spChg>
        <pc:grpChg chg="add mod">
          <ac:chgData name="Soumita Sengupta" userId="4afa6ce1-cb01-46c2-8538-4650222f0c96" providerId="ADAL" clId="{0A78EE60-BBCD-4A76-81BC-E7FB80E1D58E}" dt="2021-08-20T12:58:47.735" v="240" actId="164"/>
          <ac:grpSpMkLst>
            <pc:docMk/>
            <pc:sldMk cId="1722423472" sldId="1412"/>
            <ac:grpSpMk id="5" creationId="{3A94D4A9-F6A9-4709-BA98-13E70FFFDE6C}"/>
          </ac:grpSpMkLst>
        </pc:grpChg>
        <pc:cxnChg chg="mod">
          <ac:chgData name="Soumita Sengupta" userId="4afa6ce1-cb01-46c2-8538-4650222f0c96" providerId="ADAL" clId="{0A78EE60-BBCD-4A76-81BC-E7FB80E1D58E}" dt="2021-08-20T12:58:47.735" v="240" actId="164"/>
          <ac:cxnSpMkLst>
            <pc:docMk/>
            <pc:sldMk cId="1722423472" sldId="1412"/>
            <ac:cxnSpMk id="6"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2"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3"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7"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23" creationId="{00000000-0000-0000-0000-000000000000}"/>
          </ac:cxnSpMkLst>
        </pc:cxnChg>
      </pc:sldChg>
      <pc:sldChg chg="addSp delSp modSp add mod modClrScheme chgLayout">
        <pc:chgData name="Soumita Sengupta" userId="4afa6ce1-cb01-46c2-8538-4650222f0c96" providerId="ADAL" clId="{0A78EE60-BBCD-4A76-81BC-E7FB80E1D58E}" dt="2021-08-23T11:42:34.916" v="999" actId="11"/>
        <pc:sldMkLst>
          <pc:docMk/>
          <pc:sldMk cId="3054948585" sldId="1413"/>
        </pc:sldMkLst>
        <pc:spChg chg="add del mod ord">
          <ac:chgData name="Soumita Sengupta" userId="4afa6ce1-cb01-46c2-8538-4650222f0c96" providerId="ADAL" clId="{0A78EE60-BBCD-4A76-81BC-E7FB80E1D58E}" dt="2021-08-23T11:41:58.310" v="993" actId="478"/>
          <ac:spMkLst>
            <pc:docMk/>
            <pc:sldMk cId="3054948585" sldId="1413"/>
            <ac:spMk id="2" creationId="{4BFB504E-062C-441A-BC81-4D101061FCD7}"/>
          </ac:spMkLst>
        </pc:spChg>
        <pc:spChg chg="add del mod ord">
          <ac:chgData name="Soumita Sengupta" userId="4afa6ce1-cb01-46c2-8538-4650222f0c96" providerId="ADAL" clId="{0A78EE60-BBCD-4A76-81BC-E7FB80E1D58E}" dt="2021-08-23T11:40:54.192" v="980" actId="478"/>
          <ac:spMkLst>
            <pc:docMk/>
            <pc:sldMk cId="3054948585" sldId="1413"/>
            <ac:spMk id="3" creationId="{6196E8DF-7AFC-446E-B1E8-D9C5A4422411}"/>
          </ac:spMkLst>
        </pc:spChg>
        <pc:spChg chg="mod ord">
          <ac:chgData name="Soumita Sengupta" userId="4afa6ce1-cb01-46c2-8538-4650222f0c96" providerId="ADAL" clId="{0A78EE60-BBCD-4A76-81BC-E7FB80E1D58E}" dt="2021-08-23T11:40:40.306" v="978" actId="700"/>
          <ac:spMkLst>
            <pc:docMk/>
            <pc:sldMk cId="3054948585" sldId="1413"/>
            <ac:spMk id="4" creationId="{00000000-0000-0000-0000-000000000000}"/>
          </ac:spMkLst>
        </pc:spChg>
        <pc:spChg chg="add del mod">
          <ac:chgData name="Soumita Sengupta" userId="4afa6ce1-cb01-46c2-8538-4650222f0c96" providerId="ADAL" clId="{0A78EE60-BBCD-4A76-81BC-E7FB80E1D58E}" dt="2021-08-23T11:42:00.289" v="994" actId="478"/>
          <ac:spMkLst>
            <pc:docMk/>
            <pc:sldMk cId="3054948585" sldId="1413"/>
            <ac:spMk id="6" creationId="{A96024C4-96BC-4F29-8E73-C9410C7DCF43}"/>
          </ac:spMkLst>
        </pc:spChg>
        <pc:spChg chg="mod">
          <ac:chgData name="Soumita Sengupta" userId="4afa6ce1-cb01-46c2-8538-4650222f0c96" providerId="ADAL" clId="{0A78EE60-BBCD-4A76-81BC-E7FB80E1D58E}" dt="2021-08-23T11:42:34.916" v="999" actId="11"/>
          <ac:spMkLst>
            <pc:docMk/>
            <pc:sldMk cId="3054948585" sldId="1413"/>
            <ac:spMk id="7" creationId="{00000000-0000-0000-0000-000000000000}"/>
          </ac:spMkLst>
        </pc:spChg>
        <pc:spChg chg="mod">
          <ac:chgData name="Soumita Sengupta" userId="4afa6ce1-cb01-46c2-8538-4650222f0c96" providerId="ADAL" clId="{0A78EE60-BBCD-4A76-81BC-E7FB80E1D58E}" dt="2021-08-23T11:42:04.146" v="995" actId="1076"/>
          <ac:spMkLst>
            <pc:docMk/>
            <pc:sldMk cId="3054948585" sldId="1413"/>
            <ac:spMk id="8" creationId="{00000000-0000-0000-0000-000000000000}"/>
          </ac:spMkLst>
        </pc:spChg>
        <pc:spChg chg="mod ord">
          <ac:chgData name="Soumita Sengupta" userId="4afa6ce1-cb01-46c2-8538-4650222f0c96" providerId="ADAL" clId="{0A78EE60-BBCD-4A76-81BC-E7FB80E1D58E}" dt="2021-08-23T11:40:40.306" v="978" actId="700"/>
          <ac:spMkLst>
            <pc:docMk/>
            <pc:sldMk cId="3054948585" sldId="1413"/>
            <ac:spMk id="9" creationId="{00000000-0000-0000-0000-000000000000}"/>
          </ac:spMkLst>
        </pc:spChg>
      </pc:sldChg>
      <pc:sldChg chg="addSp delSp modSp add mod modClrScheme chgLayout">
        <pc:chgData name="Soumita Sengupta" userId="4afa6ce1-cb01-46c2-8538-4650222f0c96" providerId="ADAL" clId="{0A78EE60-BBCD-4A76-81BC-E7FB80E1D58E}" dt="2021-08-23T11:43:38.205" v="1004" actId="478"/>
        <pc:sldMkLst>
          <pc:docMk/>
          <pc:sldMk cId="122248758" sldId="1414"/>
        </pc:sldMkLst>
        <pc:spChg chg="mod ord">
          <ac:chgData name="Soumita Sengupta" userId="4afa6ce1-cb01-46c2-8538-4650222f0c96" providerId="ADAL" clId="{0A78EE60-BBCD-4A76-81BC-E7FB80E1D58E}" dt="2021-08-23T11:43:25.377" v="1000" actId="700"/>
          <ac:spMkLst>
            <pc:docMk/>
            <pc:sldMk cId="122248758" sldId="1414"/>
            <ac:spMk id="4" creationId="{00000000-0000-0000-0000-000000000000}"/>
          </ac:spMkLst>
        </pc:spChg>
        <pc:spChg chg="mod">
          <ac:chgData name="Soumita Sengupta" userId="4afa6ce1-cb01-46c2-8538-4650222f0c96" providerId="ADAL" clId="{0A78EE60-BBCD-4A76-81BC-E7FB80E1D58E}" dt="2021-08-23T09:02:02.005" v="319" actId="11"/>
          <ac:spMkLst>
            <pc:docMk/>
            <pc:sldMk cId="122248758" sldId="1414"/>
            <ac:spMk id="7" creationId="{00000000-0000-0000-0000-000000000000}"/>
          </ac:spMkLst>
        </pc:spChg>
        <pc:spChg chg="del">
          <ac:chgData name="Soumita Sengupta" userId="4afa6ce1-cb01-46c2-8538-4650222f0c96" providerId="ADAL" clId="{0A78EE60-BBCD-4A76-81BC-E7FB80E1D58E}" dt="2021-08-23T08:55:21.673" v="282" actId="478"/>
          <ac:spMkLst>
            <pc:docMk/>
            <pc:sldMk cId="122248758" sldId="1414"/>
            <ac:spMk id="8" creationId="{00000000-0000-0000-0000-000000000000}"/>
          </ac:spMkLst>
        </pc:spChg>
        <pc:spChg chg="mod ord">
          <ac:chgData name="Soumita Sengupta" userId="4afa6ce1-cb01-46c2-8538-4650222f0c96" providerId="ADAL" clId="{0A78EE60-BBCD-4A76-81BC-E7FB80E1D58E}" dt="2021-08-23T11:43:25.377" v="1000" actId="700"/>
          <ac:spMkLst>
            <pc:docMk/>
            <pc:sldMk cId="122248758" sldId="1414"/>
            <ac:spMk id="9" creationId="{00000000-0000-0000-0000-000000000000}"/>
          </ac:spMkLst>
        </pc:spChg>
        <pc:spChg chg="add del">
          <ac:chgData name="Soumita Sengupta" userId="4afa6ce1-cb01-46c2-8538-4650222f0c96" providerId="ADAL" clId="{0A78EE60-BBCD-4A76-81BC-E7FB80E1D58E}" dt="2021-08-23T08:55:25.067" v="284" actId="22"/>
          <ac:spMkLst>
            <pc:docMk/>
            <pc:sldMk cId="122248758" sldId="1414"/>
            <ac:spMk id="10" creationId="{069A8DF2-A83E-45FF-B3BD-0E04EEEC0E00}"/>
          </ac:spMkLst>
        </pc:spChg>
        <pc:spChg chg="add del mod">
          <ac:chgData name="Soumita Sengupta" userId="4afa6ce1-cb01-46c2-8538-4650222f0c96" providerId="ADAL" clId="{0A78EE60-BBCD-4A76-81BC-E7FB80E1D58E}" dt="2021-08-23T08:55:36.606" v="287" actId="478"/>
          <ac:spMkLst>
            <pc:docMk/>
            <pc:sldMk cId="122248758" sldId="1414"/>
            <ac:spMk id="11" creationId="{6C61ABAD-9132-42A7-9EB0-24B776BAB1B8}"/>
          </ac:spMkLst>
        </pc:spChg>
        <pc:spChg chg="add del">
          <ac:chgData name="Soumita Sengupta" userId="4afa6ce1-cb01-46c2-8538-4650222f0c96" providerId="ADAL" clId="{0A78EE60-BBCD-4A76-81BC-E7FB80E1D58E}" dt="2021-08-23T08:55:41.758" v="289" actId="22"/>
          <ac:spMkLst>
            <pc:docMk/>
            <pc:sldMk cId="122248758" sldId="1414"/>
            <ac:spMk id="12" creationId="{94B16EFA-3083-4C8F-A263-EA93C8E7DBC5}"/>
          </ac:spMkLst>
        </pc:spChg>
        <pc:spChg chg="add del">
          <ac:chgData name="Soumita Sengupta" userId="4afa6ce1-cb01-46c2-8538-4650222f0c96" providerId="ADAL" clId="{0A78EE60-BBCD-4A76-81BC-E7FB80E1D58E}" dt="2021-08-23T08:55:43.714" v="291" actId="22"/>
          <ac:spMkLst>
            <pc:docMk/>
            <pc:sldMk cId="122248758" sldId="1414"/>
            <ac:spMk id="13" creationId="{24519C8D-489F-4632-9028-F4347C51DC1A}"/>
          </ac:spMkLst>
        </pc:spChg>
        <pc:spChg chg="add del">
          <ac:chgData name="Soumita Sengupta" userId="4afa6ce1-cb01-46c2-8538-4650222f0c96" providerId="ADAL" clId="{0A78EE60-BBCD-4A76-81BC-E7FB80E1D58E}" dt="2021-08-23T08:55:44.865" v="293" actId="22"/>
          <ac:spMkLst>
            <pc:docMk/>
            <pc:sldMk cId="122248758" sldId="1414"/>
            <ac:spMk id="15" creationId="{393AADFF-4FF0-4182-8910-912AA21B634B}"/>
          </ac:spMkLst>
        </pc:spChg>
        <pc:spChg chg="add mod">
          <ac:chgData name="Soumita Sengupta" userId="4afa6ce1-cb01-46c2-8538-4650222f0c96" providerId="ADAL" clId="{0A78EE60-BBCD-4A76-81BC-E7FB80E1D58E}" dt="2021-08-23T11:43:36.067" v="1003" actId="1076"/>
          <ac:spMkLst>
            <pc:docMk/>
            <pc:sldMk cId="122248758" sldId="1414"/>
            <ac:spMk id="17" creationId="{01A46B45-C92B-48C2-95E0-8DE80C508751}"/>
          </ac:spMkLst>
        </pc:spChg>
        <pc:spChg chg="add del mod ord">
          <ac:chgData name="Soumita Sengupta" userId="4afa6ce1-cb01-46c2-8538-4650222f0c96" providerId="ADAL" clId="{0A78EE60-BBCD-4A76-81BC-E7FB80E1D58E}" dt="2021-08-23T11:43:32.424" v="1002" actId="478"/>
          <ac:spMkLst>
            <pc:docMk/>
            <pc:sldMk cId="122248758" sldId="1414"/>
            <ac:spMk id="18" creationId="{8C42DE99-93B4-4275-99FB-01FE0E03BD1A}"/>
          </ac:spMkLst>
        </pc:spChg>
        <pc:spChg chg="add del mod ord">
          <ac:chgData name="Soumita Sengupta" userId="4afa6ce1-cb01-46c2-8538-4650222f0c96" providerId="ADAL" clId="{0A78EE60-BBCD-4A76-81BC-E7FB80E1D58E}" dt="2021-08-23T11:43:38.205" v="1004" actId="478"/>
          <ac:spMkLst>
            <pc:docMk/>
            <pc:sldMk cId="122248758" sldId="1414"/>
            <ac:spMk id="19" creationId="{73C97289-236C-48A1-A75C-7DA994315E48}"/>
          </ac:spMkLst>
        </pc:spChg>
      </pc:sldChg>
      <pc:sldChg chg="addSp delSp modSp add mod modClrScheme chgLayout">
        <pc:chgData name="Soumita Sengupta" userId="4afa6ce1-cb01-46c2-8538-4650222f0c96" providerId="ADAL" clId="{0A78EE60-BBCD-4A76-81BC-E7FB80E1D58E}" dt="2021-08-23T11:46:08.676" v="1008" actId="1076"/>
        <pc:sldMkLst>
          <pc:docMk/>
          <pc:sldMk cId="3465650862" sldId="1415"/>
        </pc:sldMkLst>
        <pc:spChg chg="mod ord">
          <ac:chgData name="Soumita Sengupta" userId="4afa6ce1-cb01-46c2-8538-4650222f0c96" providerId="ADAL" clId="{0A78EE60-BBCD-4A76-81BC-E7FB80E1D58E}" dt="2021-08-23T11:45:55.268" v="1005" actId="700"/>
          <ac:spMkLst>
            <pc:docMk/>
            <pc:sldMk cId="3465650862" sldId="1415"/>
            <ac:spMk id="4" creationId="{00000000-0000-0000-0000-000000000000}"/>
          </ac:spMkLst>
        </pc:spChg>
        <pc:spChg chg="add del mod ord">
          <ac:chgData name="Soumita Sengupta" userId="4afa6ce1-cb01-46c2-8538-4650222f0c96" providerId="ADAL" clId="{0A78EE60-BBCD-4A76-81BC-E7FB80E1D58E}" dt="2021-08-23T11:46:05.103" v="1007" actId="478"/>
          <ac:spMkLst>
            <pc:docMk/>
            <pc:sldMk cId="3465650862" sldId="1415"/>
            <ac:spMk id="6" creationId="{A5E2927A-BBB2-4ABD-AADA-9D23EB4D1EBD}"/>
          </ac:spMkLst>
        </pc:spChg>
        <pc:spChg chg="mod">
          <ac:chgData name="Soumita Sengupta" userId="4afa6ce1-cb01-46c2-8538-4650222f0c96" providerId="ADAL" clId="{0A78EE60-BBCD-4A76-81BC-E7FB80E1D58E}" dt="2021-08-23T11:46:08.676" v="1008" actId="1076"/>
          <ac:spMkLst>
            <pc:docMk/>
            <pc:sldMk cId="3465650862" sldId="1415"/>
            <ac:spMk id="7" creationId="{00000000-0000-0000-0000-000000000000}"/>
          </ac:spMkLst>
        </pc:spChg>
        <pc:spChg chg="mod">
          <ac:chgData name="Soumita Sengupta" userId="4afa6ce1-cb01-46c2-8538-4650222f0c96" providerId="ADAL" clId="{0A78EE60-BBCD-4A76-81BC-E7FB80E1D58E}" dt="2021-08-23T09:02:13.853" v="324"/>
          <ac:spMkLst>
            <pc:docMk/>
            <pc:sldMk cId="3465650862" sldId="1415"/>
            <ac:spMk id="8" creationId="{00000000-0000-0000-0000-000000000000}"/>
          </ac:spMkLst>
        </pc:spChg>
        <pc:spChg chg="mod ord">
          <ac:chgData name="Soumita Sengupta" userId="4afa6ce1-cb01-46c2-8538-4650222f0c96" providerId="ADAL" clId="{0A78EE60-BBCD-4A76-81BC-E7FB80E1D58E}" dt="2021-08-23T11:45:55.268" v="1005" actId="700"/>
          <ac:spMkLst>
            <pc:docMk/>
            <pc:sldMk cId="3465650862" sldId="1415"/>
            <ac:spMk id="9" creationId="{00000000-0000-0000-0000-000000000000}"/>
          </ac:spMkLst>
        </pc:spChg>
        <pc:spChg chg="add del">
          <ac:chgData name="Soumita Sengupta" userId="4afa6ce1-cb01-46c2-8538-4650222f0c96" providerId="ADAL" clId="{0A78EE60-BBCD-4A76-81BC-E7FB80E1D58E}" dt="2021-08-23T09:02:47.746" v="326" actId="22"/>
          <ac:spMkLst>
            <pc:docMk/>
            <pc:sldMk cId="3465650862" sldId="1415"/>
            <ac:spMk id="10" creationId="{BF5884D7-6779-4C36-BD97-A96EDB5D8615}"/>
          </ac:spMkLst>
        </pc:spChg>
        <pc:spChg chg="add del">
          <ac:chgData name="Soumita Sengupta" userId="4afa6ce1-cb01-46c2-8538-4650222f0c96" providerId="ADAL" clId="{0A78EE60-BBCD-4A76-81BC-E7FB80E1D58E}" dt="2021-08-23T09:02:49.095" v="328" actId="22"/>
          <ac:spMkLst>
            <pc:docMk/>
            <pc:sldMk cId="3465650862" sldId="1415"/>
            <ac:spMk id="11" creationId="{2EECAB8A-141D-422A-B3AE-45805516E8E6}"/>
          </ac:spMkLst>
        </pc:spChg>
        <pc:spChg chg="add mod">
          <ac:chgData name="Soumita Sengupta" userId="4afa6ce1-cb01-46c2-8538-4650222f0c96" providerId="ADAL" clId="{0A78EE60-BBCD-4A76-81BC-E7FB80E1D58E}" dt="2021-08-23T09:03:22.994" v="333" actId="1076"/>
          <ac:spMkLst>
            <pc:docMk/>
            <pc:sldMk cId="3465650862" sldId="1415"/>
            <ac:spMk id="12" creationId="{22D153AA-7C04-4067-8571-D3BD8013E971}"/>
          </ac:spMkLst>
        </pc:spChg>
        <pc:spChg chg="add del mod ord">
          <ac:chgData name="Soumita Sengupta" userId="4afa6ce1-cb01-46c2-8538-4650222f0c96" providerId="ADAL" clId="{0A78EE60-BBCD-4A76-81BC-E7FB80E1D58E}" dt="2021-08-23T11:46:02.145" v="1006" actId="478"/>
          <ac:spMkLst>
            <pc:docMk/>
            <pc:sldMk cId="3465650862" sldId="1415"/>
            <ac:spMk id="13" creationId="{6F1449DC-3848-4922-9099-9D165C625889}"/>
          </ac:spMkLst>
        </pc:spChg>
      </pc:sldChg>
      <pc:sldChg chg="addSp delSp modSp add mod">
        <pc:chgData name="Soumita Sengupta" userId="4afa6ce1-cb01-46c2-8538-4650222f0c96" providerId="ADAL" clId="{0A78EE60-BBCD-4A76-81BC-E7FB80E1D58E}" dt="2021-08-20T11:33:17.613" v="223" actId="1076"/>
        <pc:sldMkLst>
          <pc:docMk/>
          <pc:sldMk cId="1798438021" sldId="1416"/>
        </pc:sldMkLst>
        <pc:spChg chg="mod">
          <ac:chgData name="Soumita Sengupta" userId="4afa6ce1-cb01-46c2-8538-4650222f0c96" providerId="ADAL" clId="{0A78EE60-BBCD-4A76-81BC-E7FB80E1D58E}" dt="2021-08-20T10:59:37.684" v="214"/>
          <ac:spMkLst>
            <pc:docMk/>
            <pc:sldMk cId="1798438021" sldId="1416"/>
            <ac:spMk id="2" creationId="{00000000-0000-0000-0000-000000000000}"/>
          </ac:spMkLst>
        </pc:spChg>
        <pc:spChg chg="mod">
          <ac:chgData name="Soumita Sengupta" userId="4afa6ce1-cb01-46c2-8538-4650222f0c96" providerId="ADAL" clId="{0A78EE60-BBCD-4A76-81BC-E7FB80E1D58E}" dt="2021-08-20T11:00:12.860" v="219" actId="14100"/>
          <ac:spMkLst>
            <pc:docMk/>
            <pc:sldMk cId="1798438021" sldId="1416"/>
            <ac:spMk id="5" creationId="{00000000-0000-0000-0000-000000000000}"/>
          </ac:spMkLst>
        </pc:spChg>
        <pc:spChg chg="del mod">
          <ac:chgData name="Soumita Sengupta" userId="4afa6ce1-cb01-46c2-8538-4650222f0c96" providerId="ADAL" clId="{0A78EE60-BBCD-4A76-81BC-E7FB80E1D58E}" dt="2021-08-20T11:33:14.229" v="221" actId="478"/>
          <ac:spMkLst>
            <pc:docMk/>
            <pc:sldMk cId="1798438021" sldId="1416"/>
            <ac:spMk id="6" creationId="{05E7F7E3-9E8C-4121-88D2-4C4B236DAF24}"/>
          </ac:spMkLst>
        </pc:spChg>
        <pc:picChg chg="add mod">
          <ac:chgData name="Soumita Sengupta" userId="4afa6ce1-cb01-46c2-8538-4650222f0c96" providerId="ADAL" clId="{0A78EE60-BBCD-4A76-81BC-E7FB80E1D58E}" dt="2021-08-20T11:33:17.613" v="223" actId="1076"/>
          <ac:picMkLst>
            <pc:docMk/>
            <pc:sldMk cId="1798438021" sldId="1416"/>
            <ac:picMk id="7" creationId="{7C3407F8-93EB-4C75-9B6C-38DCC4322245}"/>
          </ac:picMkLst>
        </pc:picChg>
      </pc:sldChg>
      <pc:sldChg chg="addSp delSp modSp add mod modNotesTx">
        <pc:chgData name="Soumita Sengupta" userId="4afa6ce1-cb01-46c2-8538-4650222f0c96" providerId="ADAL" clId="{0A78EE60-BBCD-4A76-81BC-E7FB80E1D58E}" dt="2021-08-23T08:48:07.819" v="262" actId="255"/>
        <pc:sldMkLst>
          <pc:docMk/>
          <pc:sldMk cId="2922319439" sldId="1417"/>
        </pc:sldMkLst>
        <pc:spChg chg="mod">
          <ac:chgData name="Soumita Sengupta" userId="4afa6ce1-cb01-46c2-8538-4650222f0c96" providerId="ADAL" clId="{0A78EE60-BBCD-4A76-81BC-E7FB80E1D58E}" dt="2021-08-20T12:55:11.653" v="230"/>
          <ac:spMkLst>
            <pc:docMk/>
            <pc:sldMk cId="2922319439" sldId="1417"/>
            <ac:spMk id="2" creationId="{00000000-0000-0000-0000-000000000000}"/>
          </ac:spMkLst>
        </pc:spChg>
        <pc:spChg chg="mod">
          <ac:chgData name="Soumita Sengupta" userId="4afa6ce1-cb01-46c2-8538-4650222f0c96" providerId="ADAL" clId="{0A78EE60-BBCD-4A76-81BC-E7FB80E1D58E}" dt="2021-08-20T12:56:33.425" v="237" actId="1076"/>
          <ac:spMkLst>
            <pc:docMk/>
            <pc:sldMk cId="2922319439" sldId="1417"/>
            <ac:spMk id="5" creationId="{00000000-0000-0000-0000-000000000000}"/>
          </ac:spMkLst>
        </pc:spChg>
        <pc:spChg chg="mod">
          <ac:chgData name="Soumita Sengupta" userId="4afa6ce1-cb01-46c2-8538-4650222f0c96" providerId="ADAL" clId="{0A78EE60-BBCD-4A76-81BC-E7FB80E1D58E}" dt="2021-08-20T12:55:52.495" v="235"/>
          <ac:spMkLst>
            <pc:docMk/>
            <pc:sldMk cId="2922319439" sldId="1417"/>
            <ac:spMk id="9" creationId="{92BBAD37-FEC4-42B3-B139-5A4AA146843A}"/>
          </ac:spMkLst>
        </pc:spChg>
        <pc:spChg chg="mod">
          <ac:chgData name="Soumita Sengupta" userId="4afa6ce1-cb01-46c2-8538-4650222f0c96" providerId="ADAL" clId="{0A78EE60-BBCD-4A76-81BC-E7FB80E1D58E}" dt="2021-08-20T12:55:52.495" v="235"/>
          <ac:spMkLst>
            <pc:docMk/>
            <pc:sldMk cId="2922319439" sldId="1417"/>
            <ac:spMk id="10" creationId="{5F18C57D-223A-4973-9B9F-61DBD7B7D2E7}"/>
          </ac:spMkLst>
        </pc:spChg>
        <pc:spChg chg="mod">
          <ac:chgData name="Soumita Sengupta" userId="4afa6ce1-cb01-46c2-8538-4650222f0c96" providerId="ADAL" clId="{0A78EE60-BBCD-4A76-81BC-E7FB80E1D58E}" dt="2021-08-20T12:55:52.495" v="235"/>
          <ac:spMkLst>
            <pc:docMk/>
            <pc:sldMk cId="2922319439" sldId="1417"/>
            <ac:spMk id="11" creationId="{7C45C755-0ED5-44E1-9E4A-D880AE2FC87E}"/>
          </ac:spMkLst>
        </pc:spChg>
        <pc:spChg chg="mod">
          <ac:chgData name="Soumita Sengupta" userId="4afa6ce1-cb01-46c2-8538-4650222f0c96" providerId="ADAL" clId="{0A78EE60-BBCD-4A76-81BC-E7FB80E1D58E}" dt="2021-08-20T12:55:52.495" v="235"/>
          <ac:spMkLst>
            <pc:docMk/>
            <pc:sldMk cId="2922319439" sldId="1417"/>
            <ac:spMk id="16" creationId="{8EA91E18-B4B1-4C85-9763-153927FB26E3}"/>
          </ac:spMkLst>
        </pc:spChg>
        <pc:spChg chg="mod">
          <ac:chgData name="Soumita Sengupta" userId="4afa6ce1-cb01-46c2-8538-4650222f0c96" providerId="ADAL" clId="{0A78EE60-BBCD-4A76-81BC-E7FB80E1D58E}" dt="2021-08-23T08:45:14.555" v="260" actId="20577"/>
          <ac:spMkLst>
            <pc:docMk/>
            <pc:sldMk cId="2922319439" sldId="1417"/>
            <ac:spMk id="19" creationId="{A23D790B-8461-490F-83F9-6BEA8B4516B2}"/>
          </ac:spMkLst>
        </pc:spChg>
        <pc:spChg chg="mod">
          <ac:chgData name="Soumita Sengupta" userId="4afa6ce1-cb01-46c2-8538-4650222f0c96" providerId="ADAL" clId="{0A78EE60-BBCD-4A76-81BC-E7FB80E1D58E}" dt="2021-08-23T08:48:07.819" v="262" actId="255"/>
          <ac:spMkLst>
            <pc:docMk/>
            <pc:sldMk cId="2922319439" sldId="1417"/>
            <ac:spMk id="22" creationId="{07E2B30F-F86E-4917-9771-560553E5FA0C}"/>
          </ac:spMkLst>
        </pc:spChg>
        <pc:spChg chg="mod">
          <ac:chgData name="Soumita Sengupta" userId="4afa6ce1-cb01-46c2-8538-4650222f0c96" providerId="ADAL" clId="{0A78EE60-BBCD-4A76-81BC-E7FB80E1D58E}" dt="2021-08-20T12:55:52.495" v="235"/>
          <ac:spMkLst>
            <pc:docMk/>
            <pc:sldMk cId="2922319439" sldId="1417"/>
            <ac:spMk id="23" creationId="{517AB679-C0A4-4AF4-B213-DB36C2E7E7D3}"/>
          </ac:spMkLst>
        </pc:spChg>
        <pc:spChg chg="mod">
          <ac:chgData name="Soumita Sengupta" userId="4afa6ce1-cb01-46c2-8538-4650222f0c96" providerId="ADAL" clId="{0A78EE60-BBCD-4A76-81BC-E7FB80E1D58E}" dt="2021-08-20T12:55:52.495" v="235"/>
          <ac:spMkLst>
            <pc:docMk/>
            <pc:sldMk cId="2922319439" sldId="1417"/>
            <ac:spMk id="24" creationId="{D2DABE28-CAE1-4970-A955-0EB0FD0C0794}"/>
          </ac:spMkLst>
        </pc:spChg>
        <pc:spChg chg="mod">
          <ac:chgData name="Soumita Sengupta" userId="4afa6ce1-cb01-46c2-8538-4650222f0c96" providerId="ADAL" clId="{0A78EE60-BBCD-4A76-81BC-E7FB80E1D58E}" dt="2021-08-20T12:55:52.495" v="235"/>
          <ac:spMkLst>
            <pc:docMk/>
            <pc:sldMk cId="2922319439" sldId="1417"/>
            <ac:spMk id="25" creationId="{E12DD977-BCAE-41C5-9DCE-9B07BF50C9EA}"/>
          </ac:spMkLst>
        </pc:spChg>
        <pc:spChg chg="mod">
          <ac:chgData name="Soumita Sengupta" userId="4afa6ce1-cb01-46c2-8538-4650222f0c96" providerId="ADAL" clId="{0A78EE60-BBCD-4A76-81BC-E7FB80E1D58E}" dt="2021-08-23T08:45:16.400" v="261" actId="20577"/>
          <ac:spMkLst>
            <pc:docMk/>
            <pc:sldMk cId="2922319439" sldId="1417"/>
            <ac:spMk id="26" creationId="{5C469254-7DFF-42AF-A743-94813D5D24ED}"/>
          </ac:spMkLst>
        </pc:spChg>
        <pc:spChg chg="mod">
          <ac:chgData name="Soumita Sengupta" userId="4afa6ce1-cb01-46c2-8538-4650222f0c96" providerId="ADAL" clId="{0A78EE60-BBCD-4A76-81BC-E7FB80E1D58E}" dt="2021-08-20T12:55:52.495" v="235"/>
          <ac:spMkLst>
            <pc:docMk/>
            <pc:sldMk cId="2922319439" sldId="1417"/>
            <ac:spMk id="27" creationId="{FA85C00B-2BB2-44D5-AB49-6515E48E63C9}"/>
          </ac:spMkLst>
        </pc:spChg>
        <pc:grpChg chg="add mod">
          <ac:chgData name="Soumita Sengupta" userId="4afa6ce1-cb01-46c2-8538-4650222f0c96" providerId="ADAL" clId="{0A78EE60-BBCD-4A76-81BC-E7FB80E1D58E}" dt="2021-08-20T12:55:52.495" v="235"/>
          <ac:grpSpMkLst>
            <pc:docMk/>
            <pc:sldMk cId="2922319439" sldId="1417"/>
            <ac:grpSpMk id="8" creationId="{DF5FC6ED-8892-474B-AEB1-A18539D7CE42}"/>
          </ac:grpSpMkLst>
        </pc:grpChg>
        <pc:picChg chg="del">
          <ac:chgData name="Soumita Sengupta" userId="4afa6ce1-cb01-46c2-8538-4650222f0c96" providerId="ADAL" clId="{0A78EE60-BBCD-4A76-81BC-E7FB80E1D58E}" dt="2021-08-20T12:55:51.287" v="234" actId="478"/>
          <ac:picMkLst>
            <pc:docMk/>
            <pc:sldMk cId="2922319439" sldId="1417"/>
            <ac:picMk id="7" creationId="{7C3407F8-93EB-4C75-9B6C-38DCC4322245}"/>
          </ac:picMkLst>
        </pc:picChg>
        <pc:cxnChg chg="mod">
          <ac:chgData name="Soumita Sengupta" userId="4afa6ce1-cb01-46c2-8538-4650222f0c96" providerId="ADAL" clId="{0A78EE60-BBCD-4A76-81BC-E7FB80E1D58E}" dt="2021-08-20T12:55:52.495" v="235"/>
          <ac:cxnSpMkLst>
            <pc:docMk/>
            <pc:sldMk cId="2922319439" sldId="1417"/>
            <ac:cxnSpMk id="12" creationId="{4022A6BB-DB0B-4E2B-BF12-25F9DAE18B9F}"/>
          </ac:cxnSpMkLst>
        </pc:cxnChg>
        <pc:cxnChg chg="mod">
          <ac:chgData name="Soumita Sengupta" userId="4afa6ce1-cb01-46c2-8538-4650222f0c96" providerId="ADAL" clId="{0A78EE60-BBCD-4A76-81BC-E7FB80E1D58E}" dt="2021-08-20T12:55:52.495" v="235"/>
          <ac:cxnSpMkLst>
            <pc:docMk/>
            <pc:sldMk cId="2922319439" sldId="1417"/>
            <ac:cxnSpMk id="13" creationId="{97A4F8A6-8F22-48DF-8048-461733626B55}"/>
          </ac:cxnSpMkLst>
        </pc:cxnChg>
        <pc:cxnChg chg="mod">
          <ac:chgData name="Soumita Sengupta" userId="4afa6ce1-cb01-46c2-8538-4650222f0c96" providerId="ADAL" clId="{0A78EE60-BBCD-4A76-81BC-E7FB80E1D58E}" dt="2021-08-20T12:55:52.495" v="235"/>
          <ac:cxnSpMkLst>
            <pc:docMk/>
            <pc:sldMk cId="2922319439" sldId="1417"/>
            <ac:cxnSpMk id="14" creationId="{6FFA3DB7-064E-47CA-80FB-F724077C898A}"/>
          </ac:cxnSpMkLst>
        </pc:cxnChg>
        <pc:cxnChg chg="mod">
          <ac:chgData name="Soumita Sengupta" userId="4afa6ce1-cb01-46c2-8538-4650222f0c96" providerId="ADAL" clId="{0A78EE60-BBCD-4A76-81BC-E7FB80E1D58E}" dt="2021-08-20T12:55:52.495" v="235"/>
          <ac:cxnSpMkLst>
            <pc:docMk/>
            <pc:sldMk cId="2922319439" sldId="1417"/>
            <ac:cxnSpMk id="15" creationId="{360E224E-FF35-4481-A319-6E396FD645A3}"/>
          </ac:cxnSpMkLst>
        </pc:cxnChg>
        <pc:cxnChg chg="mod">
          <ac:chgData name="Soumita Sengupta" userId="4afa6ce1-cb01-46c2-8538-4650222f0c96" providerId="ADAL" clId="{0A78EE60-BBCD-4A76-81BC-E7FB80E1D58E}" dt="2021-08-20T12:55:52.495" v="235"/>
          <ac:cxnSpMkLst>
            <pc:docMk/>
            <pc:sldMk cId="2922319439" sldId="1417"/>
            <ac:cxnSpMk id="17" creationId="{E5E9C9FC-3874-43B5-A05F-91B45110B00C}"/>
          </ac:cxnSpMkLst>
        </pc:cxnChg>
        <pc:cxnChg chg="mod">
          <ac:chgData name="Soumita Sengupta" userId="4afa6ce1-cb01-46c2-8538-4650222f0c96" providerId="ADAL" clId="{0A78EE60-BBCD-4A76-81BC-E7FB80E1D58E}" dt="2021-08-20T12:55:52.495" v="235"/>
          <ac:cxnSpMkLst>
            <pc:docMk/>
            <pc:sldMk cId="2922319439" sldId="1417"/>
            <ac:cxnSpMk id="18" creationId="{7D8EECF7-E039-4C9E-8BE9-4F208883B728}"/>
          </ac:cxnSpMkLst>
        </pc:cxnChg>
        <pc:cxnChg chg="mod">
          <ac:chgData name="Soumita Sengupta" userId="4afa6ce1-cb01-46c2-8538-4650222f0c96" providerId="ADAL" clId="{0A78EE60-BBCD-4A76-81BC-E7FB80E1D58E}" dt="2021-08-20T12:55:52.495" v="235"/>
          <ac:cxnSpMkLst>
            <pc:docMk/>
            <pc:sldMk cId="2922319439" sldId="1417"/>
            <ac:cxnSpMk id="20" creationId="{79E6BDE1-FDD5-493D-A511-02A9279B43D0}"/>
          </ac:cxnSpMkLst>
        </pc:cxnChg>
        <pc:cxnChg chg="mod">
          <ac:chgData name="Soumita Sengupta" userId="4afa6ce1-cb01-46c2-8538-4650222f0c96" providerId="ADAL" clId="{0A78EE60-BBCD-4A76-81BC-E7FB80E1D58E}" dt="2021-08-20T12:55:52.495" v="235"/>
          <ac:cxnSpMkLst>
            <pc:docMk/>
            <pc:sldMk cId="2922319439" sldId="1417"/>
            <ac:cxnSpMk id="21" creationId="{B1C28120-A82A-456C-B3F2-A20D7081ABF9}"/>
          </ac:cxnSpMkLst>
        </pc:cxnChg>
      </pc:sldChg>
      <pc:sldChg chg="addSp delSp modSp add mod modNotesTx">
        <pc:chgData name="Soumita Sengupta" userId="4afa6ce1-cb01-46c2-8538-4650222f0c96" providerId="ADAL" clId="{0A78EE60-BBCD-4A76-81BC-E7FB80E1D58E}" dt="2021-08-23T08:51:18.164" v="267" actId="255"/>
        <pc:sldMkLst>
          <pc:docMk/>
          <pc:sldMk cId="1424513111" sldId="1418"/>
        </pc:sldMkLst>
        <pc:spChg chg="mod">
          <ac:chgData name="Soumita Sengupta" userId="4afa6ce1-cb01-46c2-8538-4650222f0c96" providerId="ADAL" clId="{0A78EE60-BBCD-4A76-81BC-E7FB80E1D58E}" dt="2021-08-20T12:58:39.514" v="239"/>
          <ac:spMkLst>
            <pc:docMk/>
            <pc:sldMk cId="1424513111" sldId="1418"/>
            <ac:spMk id="5" creationId="{00000000-0000-0000-0000-000000000000}"/>
          </ac:spMkLst>
        </pc:spChg>
        <pc:spChg chg="mod">
          <ac:chgData name="Soumita Sengupta" userId="4afa6ce1-cb01-46c2-8538-4650222f0c96" providerId="ADAL" clId="{0A78EE60-BBCD-4A76-81BC-E7FB80E1D58E}" dt="2021-08-20T12:58:54.867" v="242"/>
          <ac:spMkLst>
            <pc:docMk/>
            <pc:sldMk cId="1424513111" sldId="1418"/>
            <ac:spMk id="29" creationId="{468E4488-E1A3-4EBA-AA5D-B5898AA1DDEF}"/>
          </ac:spMkLst>
        </pc:spChg>
        <pc:spChg chg="mod">
          <ac:chgData name="Soumita Sengupta" userId="4afa6ce1-cb01-46c2-8538-4650222f0c96" providerId="ADAL" clId="{0A78EE60-BBCD-4A76-81BC-E7FB80E1D58E}" dt="2021-08-20T12:58:54.867" v="242"/>
          <ac:spMkLst>
            <pc:docMk/>
            <pc:sldMk cId="1424513111" sldId="1418"/>
            <ac:spMk id="30" creationId="{E1727E8D-A2E8-4BB7-88AB-B83797FBEA07}"/>
          </ac:spMkLst>
        </pc:spChg>
        <pc:spChg chg="mod">
          <ac:chgData name="Soumita Sengupta" userId="4afa6ce1-cb01-46c2-8538-4650222f0c96" providerId="ADAL" clId="{0A78EE60-BBCD-4A76-81BC-E7FB80E1D58E}" dt="2021-08-20T12:58:54.867" v="242"/>
          <ac:spMkLst>
            <pc:docMk/>
            <pc:sldMk cId="1424513111" sldId="1418"/>
            <ac:spMk id="31" creationId="{F5EAE197-5AA3-486C-9D1F-352DE096A7AA}"/>
          </ac:spMkLst>
        </pc:spChg>
        <pc:spChg chg="mod">
          <ac:chgData name="Soumita Sengupta" userId="4afa6ce1-cb01-46c2-8538-4650222f0c96" providerId="ADAL" clId="{0A78EE60-BBCD-4A76-81BC-E7FB80E1D58E}" dt="2021-08-23T08:49:50.557" v="263" actId="20577"/>
          <ac:spMkLst>
            <pc:docMk/>
            <pc:sldMk cId="1424513111" sldId="1418"/>
            <ac:spMk id="36" creationId="{76262FAC-EC94-4F82-AD38-DBE2654024DB}"/>
          </ac:spMkLst>
        </pc:spChg>
        <pc:spChg chg="mod">
          <ac:chgData name="Soumita Sengupta" userId="4afa6ce1-cb01-46c2-8538-4650222f0c96" providerId="ADAL" clId="{0A78EE60-BBCD-4A76-81BC-E7FB80E1D58E}" dt="2021-08-23T08:49:57.145" v="265" actId="20577"/>
          <ac:spMkLst>
            <pc:docMk/>
            <pc:sldMk cId="1424513111" sldId="1418"/>
            <ac:spMk id="38" creationId="{2A2F1C4D-905F-47B5-8779-CEB0273A78CC}"/>
          </ac:spMkLst>
        </pc:spChg>
        <pc:spChg chg="mod">
          <ac:chgData name="Soumita Sengupta" userId="4afa6ce1-cb01-46c2-8538-4650222f0c96" providerId="ADAL" clId="{0A78EE60-BBCD-4A76-81BC-E7FB80E1D58E}" dt="2021-08-20T12:58:54.867" v="242"/>
          <ac:spMkLst>
            <pc:docMk/>
            <pc:sldMk cId="1424513111" sldId="1418"/>
            <ac:spMk id="39" creationId="{F070A4CA-836B-475C-B9ED-F9683A8F142B}"/>
          </ac:spMkLst>
        </pc:spChg>
        <pc:spChg chg="mod">
          <ac:chgData name="Soumita Sengupta" userId="4afa6ce1-cb01-46c2-8538-4650222f0c96" providerId="ADAL" clId="{0A78EE60-BBCD-4A76-81BC-E7FB80E1D58E}" dt="2021-08-23T08:51:13.143" v="266" actId="255"/>
          <ac:spMkLst>
            <pc:docMk/>
            <pc:sldMk cId="1424513111" sldId="1418"/>
            <ac:spMk id="40" creationId="{33C22979-B46F-419E-B162-2BFB056DADC3}"/>
          </ac:spMkLst>
        </pc:spChg>
        <pc:spChg chg="mod">
          <ac:chgData name="Soumita Sengupta" userId="4afa6ce1-cb01-46c2-8538-4650222f0c96" providerId="ADAL" clId="{0A78EE60-BBCD-4A76-81BC-E7FB80E1D58E}" dt="2021-08-20T12:58:54.867" v="242"/>
          <ac:spMkLst>
            <pc:docMk/>
            <pc:sldMk cId="1424513111" sldId="1418"/>
            <ac:spMk id="41" creationId="{29BD56F6-9EBC-4271-B67C-B9571A7E79E7}"/>
          </ac:spMkLst>
        </pc:spChg>
        <pc:spChg chg="mod">
          <ac:chgData name="Soumita Sengupta" userId="4afa6ce1-cb01-46c2-8538-4650222f0c96" providerId="ADAL" clId="{0A78EE60-BBCD-4A76-81BC-E7FB80E1D58E}" dt="2021-08-23T08:51:18.164" v="267" actId="255"/>
          <ac:spMkLst>
            <pc:docMk/>
            <pc:sldMk cId="1424513111" sldId="1418"/>
            <ac:spMk id="42" creationId="{DCEB88B9-3019-414C-A544-E7C72ED00314}"/>
          </ac:spMkLst>
        </pc:spChg>
        <pc:grpChg chg="del">
          <ac:chgData name="Soumita Sengupta" userId="4afa6ce1-cb01-46c2-8538-4650222f0c96" providerId="ADAL" clId="{0A78EE60-BBCD-4A76-81BC-E7FB80E1D58E}" dt="2021-08-20T12:58:53.688" v="241" actId="478"/>
          <ac:grpSpMkLst>
            <pc:docMk/>
            <pc:sldMk cId="1424513111" sldId="1418"/>
            <ac:grpSpMk id="8" creationId="{DF5FC6ED-8892-474B-AEB1-A18539D7CE42}"/>
          </ac:grpSpMkLst>
        </pc:grpChg>
        <pc:grpChg chg="add mod">
          <ac:chgData name="Soumita Sengupta" userId="4afa6ce1-cb01-46c2-8538-4650222f0c96" providerId="ADAL" clId="{0A78EE60-BBCD-4A76-81BC-E7FB80E1D58E}" dt="2021-08-20T12:58:56.790" v="243" actId="1076"/>
          <ac:grpSpMkLst>
            <pc:docMk/>
            <pc:sldMk cId="1424513111" sldId="1418"/>
            <ac:grpSpMk id="28" creationId="{3C4B48F6-C4C0-40E8-8B72-679FDFA5A468}"/>
          </ac:grpSpMkLst>
        </pc:grpChg>
        <pc:cxnChg chg="mod">
          <ac:chgData name="Soumita Sengupta" userId="4afa6ce1-cb01-46c2-8538-4650222f0c96" providerId="ADAL" clId="{0A78EE60-BBCD-4A76-81BC-E7FB80E1D58E}" dt="2021-08-20T12:58:53.688" v="241" actId="478"/>
          <ac:cxnSpMkLst>
            <pc:docMk/>
            <pc:sldMk cId="1424513111" sldId="1418"/>
            <ac:cxnSpMk id="12" creationId="{4022A6BB-DB0B-4E2B-BF12-25F9DAE18B9F}"/>
          </ac:cxnSpMkLst>
        </pc:cxnChg>
        <pc:cxnChg chg="mod">
          <ac:chgData name="Soumita Sengupta" userId="4afa6ce1-cb01-46c2-8538-4650222f0c96" providerId="ADAL" clId="{0A78EE60-BBCD-4A76-81BC-E7FB80E1D58E}" dt="2021-08-20T12:58:54.867" v="242"/>
          <ac:cxnSpMkLst>
            <pc:docMk/>
            <pc:sldMk cId="1424513111" sldId="1418"/>
            <ac:cxnSpMk id="32" creationId="{E261C2A5-5674-40BE-A0AE-A803FADA9E5E}"/>
          </ac:cxnSpMkLst>
        </pc:cxnChg>
        <pc:cxnChg chg="mod">
          <ac:chgData name="Soumita Sengupta" userId="4afa6ce1-cb01-46c2-8538-4650222f0c96" providerId="ADAL" clId="{0A78EE60-BBCD-4A76-81BC-E7FB80E1D58E}" dt="2021-08-20T12:58:54.867" v="242"/>
          <ac:cxnSpMkLst>
            <pc:docMk/>
            <pc:sldMk cId="1424513111" sldId="1418"/>
            <ac:cxnSpMk id="33" creationId="{A0299A7E-F3F5-45EE-B70A-6C3339DBFD80}"/>
          </ac:cxnSpMkLst>
        </pc:cxnChg>
        <pc:cxnChg chg="mod">
          <ac:chgData name="Soumita Sengupta" userId="4afa6ce1-cb01-46c2-8538-4650222f0c96" providerId="ADAL" clId="{0A78EE60-BBCD-4A76-81BC-E7FB80E1D58E}" dt="2021-08-20T12:58:54.867" v="242"/>
          <ac:cxnSpMkLst>
            <pc:docMk/>
            <pc:sldMk cId="1424513111" sldId="1418"/>
            <ac:cxnSpMk id="34" creationId="{63526915-DABD-490B-B192-406DAB55F64F}"/>
          </ac:cxnSpMkLst>
        </pc:cxnChg>
        <pc:cxnChg chg="mod">
          <ac:chgData name="Soumita Sengupta" userId="4afa6ce1-cb01-46c2-8538-4650222f0c96" providerId="ADAL" clId="{0A78EE60-BBCD-4A76-81BC-E7FB80E1D58E}" dt="2021-08-20T12:58:54.867" v="242"/>
          <ac:cxnSpMkLst>
            <pc:docMk/>
            <pc:sldMk cId="1424513111" sldId="1418"/>
            <ac:cxnSpMk id="35" creationId="{956D0CA8-E206-4308-BBC0-995BB0EE3986}"/>
          </ac:cxnSpMkLst>
        </pc:cxnChg>
        <pc:cxnChg chg="mod">
          <ac:chgData name="Soumita Sengupta" userId="4afa6ce1-cb01-46c2-8538-4650222f0c96" providerId="ADAL" clId="{0A78EE60-BBCD-4A76-81BC-E7FB80E1D58E}" dt="2021-08-20T12:58:54.867" v="242"/>
          <ac:cxnSpMkLst>
            <pc:docMk/>
            <pc:sldMk cId="1424513111" sldId="1418"/>
            <ac:cxnSpMk id="37" creationId="{2965C013-4659-4AA3-8BCD-AB851E0A9414}"/>
          </ac:cxnSpMkLst>
        </pc:cxnChg>
      </pc:sldChg>
      <pc:sldChg chg="delSp modSp add del mod">
        <pc:chgData name="Soumita Sengupta" userId="4afa6ce1-cb01-46c2-8538-4650222f0c96" providerId="ADAL" clId="{0A78EE60-BBCD-4A76-81BC-E7FB80E1D58E}" dt="2021-08-23T09:08:45.907" v="380" actId="47"/>
        <pc:sldMkLst>
          <pc:docMk/>
          <pc:sldMk cId="3887220288" sldId="1419"/>
        </pc:sldMkLst>
        <pc:spChg chg="del mod">
          <ac:chgData name="Soumita Sengupta" userId="4afa6ce1-cb01-46c2-8538-4650222f0c96" providerId="ADAL" clId="{0A78EE60-BBCD-4A76-81BC-E7FB80E1D58E}" dt="2021-08-23T09:08:21.502" v="375"/>
          <ac:spMkLst>
            <pc:docMk/>
            <pc:sldMk cId="3887220288" sldId="1419"/>
            <ac:spMk id="7" creationId="{00000000-0000-0000-0000-000000000000}"/>
          </ac:spMkLst>
        </pc:spChg>
        <pc:spChg chg="mod">
          <ac:chgData name="Soumita Sengupta" userId="4afa6ce1-cb01-46c2-8538-4650222f0c96" providerId="ADAL" clId="{0A78EE60-BBCD-4A76-81BC-E7FB80E1D58E}" dt="2021-08-23T09:06:18.886" v="372" actId="20577"/>
          <ac:spMkLst>
            <pc:docMk/>
            <pc:sldMk cId="3887220288" sldId="1419"/>
            <ac:spMk id="12" creationId="{22D153AA-7C04-4067-8571-D3BD8013E971}"/>
          </ac:spMkLst>
        </pc:spChg>
      </pc:sldChg>
      <pc:sldChg chg="modSp add mod">
        <pc:chgData name="Soumita Sengupta" userId="4afa6ce1-cb01-46c2-8538-4650222f0c96" providerId="ADAL" clId="{0A78EE60-BBCD-4A76-81BC-E7FB80E1D58E}" dt="2021-08-23T09:08:42.619" v="379"/>
        <pc:sldMkLst>
          <pc:docMk/>
          <pc:sldMk cId="647596170" sldId="1420"/>
        </pc:sldMkLst>
        <pc:spChg chg="mod">
          <ac:chgData name="Soumita Sengupta" userId="4afa6ce1-cb01-46c2-8538-4650222f0c96" providerId="ADAL" clId="{0A78EE60-BBCD-4A76-81BC-E7FB80E1D58E}" dt="2021-08-23T09:08:42.619" v="379"/>
          <ac:spMkLst>
            <pc:docMk/>
            <pc:sldMk cId="647596170" sldId="1420"/>
            <ac:spMk id="2" creationId="{57983F62-BBB9-431B-A37F-BDA0DC7153F6}"/>
          </ac:spMkLst>
        </pc:spChg>
      </pc:sldChg>
      <pc:sldChg chg="addSp delSp modSp add mod modClrScheme chgLayout">
        <pc:chgData name="Soumita Sengupta" userId="4afa6ce1-cb01-46c2-8538-4650222f0c96" providerId="ADAL" clId="{0A78EE60-BBCD-4A76-81BC-E7FB80E1D58E}" dt="2021-08-23T11:52:58.964" v="1016" actId="1076"/>
        <pc:sldMkLst>
          <pc:docMk/>
          <pc:sldMk cId="3641482099" sldId="1421"/>
        </pc:sldMkLst>
        <pc:spChg chg="mod ord">
          <ac:chgData name="Soumita Sengupta" userId="4afa6ce1-cb01-46c2-8538-4650222f0c96" providerId="ADAL" clId="{0A78EE60-BBCD-4A76-81BC-E7FB80E1D58E}" dt="2021-08-23T11:52:31.189" v="1009" actId="700"/>
          <ac:spMkLst>
            <pc:docMk/>
            <pc:sldMk cId="3641482099" sldId="1421"/>
            <ac:spMk id="4" creationId="{00000000-0000-0000-0000-000000000000}"/>
          </ac:spMkLst>
        </pc:spChg>
        <pc:spChg chg="add del mod ord">
          <ac:chgData name="Soumita Sengupta" userId="4afa6ce1-cb01-46c2-8538-4650222f0c96" providerId="ADAL" clId="{0A78EE60-BBCD-4A76-81BC-E7FB80E1D58E}" dt="2021-08-23T11:52:49.608" v="1013" actId="478"/>
          <ac:spMkLst>
            <pc:docMk/>
            <pc:sldMk cId="3641482099" sldId="1421"/>
            <ac:spMk id="5" creationId="{FDEB54AE-F75C-4B67-8B03-D68ACB000849}"/>
          </ac:spMkLst>
        </pc:spChg>
        <pc:spChg chg="add del mod ord">
          <ac:chgData name="Soumita Sengupta" userId="4afa6ce1-cb01-46c2-8538-4650222f0c96" providerId="ADAL" clId="{0A78EE60-BBCD-4A76-81BC-E7FB80E1D58E}" dt="2021-08-23T11:52:35.450" v="1010" actId="478"/>
          <ac:spMkLst>
            <pc:docMk/>
            <pc:sldMk cId="3641482099" sldId="1421"/>
            <ac:spMk id="6" creationId="{C399AC79-3D51-4771-AE12-D165ECD32967}"/>
          </ac:spMkLst>
        </pc:spChg>
        <pc:spChg chg="del mod">
          <ac:chgData name="Soumita Sengupta" userId="4afa6ce1-cb01-46c2-8538-4650222f0c96" providerId="ADAL" clId="{0A78EE60-BBCD-4A76-81BC-E7FB80E1D58E}" dt="2021-08-23T09:09:29.538" v="387"/>
          <ac:spMkLst>
            <pc:docMk/>
            <pc:sldMk cId="3641482099" sldId="1421"/>
            <ac:spMk id="7" creationId="{00000000-0000-0000-0000-000000000000}"/>
          </ac:spMkLst>
        </pc:spChg>
        <pc:spChg chg="del">
          <ac:chgData name="Soumita Sengupta" userId="4afa6ce1-cb01-46c2-8538-4650222f0c96" providerId="ADAL" clId="{0A78EE60-BBCD-4A76-81BC-E7FB80E1D58E}" dt="2021-08-23T11:52:46.233" v="1012" actId="478"/>
          <ac:spMkLst>
            <pc:docMk/>
            <pc:sldMk cId="3641482099" sldId="1421"/>
            <ac:spMk id="8" creationId="{00000000-0000-0000-0000-000000000000}"/>
          </ac:spMkLst>
        </pc:spChg>
        <pc:spChg chg="mod ord">
          <ac:chgData name="Soumita Sengupta" userId="4afa6ce1-cb01-46c2-8538-4650222f0c96" providerId="ADAL" clId="{0A78EE60-BBCD-4A76-81BC-E7FB80E1D58E}" dt="2021-08-23T11:52:31.189" v="1009" actId="700"/>
          <ac:spMkLst>
            <pc:docMk/>
            <pc:sldMk cId="3641482099" sldId="1421"/>
            <ac:spMk id="9" creationId="{00000000-0000-0000-0000-000000000000}"/>
          </ac:spMkLst>
        </pc:spChg>
        <pc:spChg chg="add del">
          <ac:chgData name="Soumita Sengupta" userId="4afa6ce1-cb01-46c2-8538-4650222f0c96" providerId="ADAL" clId="{0A78EE60-BBCD-4A76-81BC-E7FB80E1D58E}" dt="2021-08-23T09:09:39.484" v="389" actId="22"/>
          <ac:spMkLst>
            <pc:docMk/>
            <pc:sldMk cId="3641482099" sldId="1421"/>
            <ac:spMk id="10" creationId="{FE397D5A-3935-4E48-BB78-90A802EF96A6}"/>
          </ac:spMkLst>
        </pc:spChg>
        <pc:spChg chg="add mod">
          <ac:chgData name="Soumita Sengupta" userId="4afa6ce1-cb01-46c2-8538-4650222f0c96" providerId="ADAL" clId="{0A78EE60-BBCD-4A76-81BC-E7FB80E1D58E}" dt="2021-08-23T11:52:58.964" v="1016" actId="1076"/>
          <ac:spMkLst>
            <pc:docMk/>
            <pc:sldMk cId="3641482099" sldId="1421"/>
            <ac:spMk id="11" creationId="{72DFE88F-9300-4DED-B7C5-6DC75B8FEE13}"/>
          </ac:spMkLst>
        </pc:spChg>
        <pc:spChg chg="mod">
          <ac:chgData name="Soumita Sengupta" userId="4afa6ce1-cb01-46c2-8538-4650222f0c96" providerId="ADAL" clId="{0A78EE60-BBCD-4A76-81BC-E7FB80E1D58E}" dt="2021-08-23T11:52:56.027" v="1015" actId="1076"/>
          <ac:spMkLst>
            <pc:docMk/>
            <pc:sldMk cId="3641482099" sldId="1421"/>
            <ac:spMk id="12" creationId="{22D153AA-7C04-4067-8571-D3BD8013E971}"/>
          </ac:spMkLst>
        </pc:spChg>
      </pc:sldChg>
      <pc:sldChg chg="addSp delSp modSp add mod modClrScheme chgLayout">
        <pc:chgData name="Soumita Sengupta" userId="4afa6ce1-cb01-46c2-8538-4650222f0c96" providerId="ADAL" clId="{0A78EE60-BBCD-4A76-81BC-E7FB80E1D58E}" dt="2021-08-23T11:53:17.898" v="1020" actId="478"/>
        <pc:sldMkLst>
          <pc:docMk/>
          <pc:sldMk cId="3474625581" sldId="1422"/>
        </pc:sldMkLst>
        <pc:spChg chg="mod ord">
          <ac:chgData name="Soumita Sengupta" userId="4afa6ce1-cb01-46c2-8538-4650222f0c96" providerId="ADAL" clId="{0A78EE60-BBCD-4A76-81BC-E7FB80E1D58E}" dt="2021-08-23T11:53:09.733" v="1017" actId="700"/>
          <ac:spMkLst>
            <pc:docMk/>
            <pc:sldMk cId="3474625581" sldId="1422"/>
            <ac:spMk id="4" creationId="{00000000-0000-0000-0000-000000000000}"/>
          </ac:spMkLst>
        </pc:spChg>
        <pc:spChg chg="add del mod ord">
          <ac:chgData name="Soumita Sengupta" userId="4afa6ce1-cb01-46c2-8538-4650222f0c96" providerId="ADAL" clId="{0A78EE60-BBCD-4A76-81BC-E7FB80E1D58E}" dt="2021-08-23T11:53:17.898" v="1020" actId="478"/>
          <ac:spMkLst>
            <pc:docMk/>
            <pc:sldMk cId="3474625581" sldId="1422"/>
            <ac:spMk id="5" creationId="{F04A1AB5-FD95-4EEF-BF3C-B7473878E02F}"/>
          </ac:spMkLst>
        </pc:spChg>
        <pc:spChg chg="add del mod ord">
          <ac:chgData name="Soumita Sengupta" userId="4afa6ce1-cb01-46c2-8538-4650222f0c96" providerId="ADAL" clId="{0A78EE60-BBCD-4A76-81BC-E7FB80E1D58E}" dt="2021-08-23T11:53:13.614" v="1018" actId="478"/>
          <ac:spMkLst>
            <pc:docMk/>
            <pc:sldMk cId="3474625581" sldId="1422"/>
            <ac:spMk id="6" creationId="{2EE7E668-D09D-4AE9-9F7E-C9A2C8365D2F}"/>
          </ac:spMkLst>
        </pc:spChg>
        <pc:spChg chg="mod ord">
          <ac:chgData name="Soumita Sengupta" userId="4afa6ce1-cb01-46c2-8538-4650222f0c96" providerId="ADAL" clId="{0A78EE60-BBCD-4A76-81BC-E7FB80E1D58E}" dt="2021-08-23T11:53:09.733" v="1017" actId="700"/>
          <ac:spMkLst>
            <pc:docMk/>
            <pc:sldMk cId="3474625581" sldId="1422"/>
            <ac:spMk id="9" creationId="{00000000-0000-0000-0000-000000000000}"/>
          </ac:spMkLst>
        </pc:spChg>
        <pc:spChg chg="add del">
          <ac:chgData name="Soumita Sengupta" userId="4afa6ce1-cb01-46c2-8538-4650222f0c96" providerId="ADAL" clId="{0A78EE60-BBCD-4A76-81BC-E7FB80E1D58E}" dt="2021-08-23T09:55:41.036" v="423" actId="22"/>
          <ac:spMkLst>
            <pc:docMk/>
            <pc:sldMk cId="3474625581" sldId="1422"/>
            <ac:spMk id="10" creationId="{D988C8D0-71F3-4E89-ABEC-B842388EA216}"/>
          </ac:spMkLst>
        </pc:spChg>
        <pc:spChg chg="del mod">
          <ac:chgData name="Soumita Sengupta" userId="4afa6ce1-cb01-46c2-8538-4650222f0c96" providerId="ADAL" clId="{0A78EE60-BBCD-4A76-81BC-E7FB80E1D58E}" dt="2021-08-23T09:55:19.162" v="419"/>
          <ac:spMkLst>
            <pc:docMk/>
            <pc:sldMk cId="3474625581" sldId="1422"/>
            <ac:spMk id="11" creationId="{72DFE88F-9300-4DED-B7C5-6DC75B8FEE13}"/>
          </ac:spMkLst>
        </pc:spChg>
        <pc:spChg chg="add mod">
          <ac:chgData name="Soumita Sengupta" userId="4afa6ce1-cb01-46c2-8538-4650222f0c96" providerId="ADAL" clId="{0A78EE60-BBCD-4A76-81BC-E7FB80E1D58E}" dt="2021-08-23T09:55:51.625" v="428" actId="1076"/>
          <ac:spMkLst>
            <pc:docMk/>
            <pc:sldMk cId="3474625581" sldId="1422"/>
            <ac:spMk id="13" creationId="{8AACE167-0640-4E6C-933F-E5095A52BDDA}"/>
          </ac:spMkLst>
        </pc:spChg>
        <pc:picChg chg="add mod">
          <ac:chgData name="Soumita Sengupta" userId="4afa6ce1-cb01-46c2-8538-4650222f0c96" providerId="ADAL" clId="{0A78EE60-BBCD-4A76-81BC-E7FB80E1D58E}" dt="2021-08-23T09:56:07.287" v="431" actId="1076"/>
          <ac:picMkLst>
            <pc:docMk/>
            <pc:sldMk cId="3474625581" sldId="1422"/>
            <ac:picMk id="7" creationId="{10E488C1-6605-4F10-9035-A2DEDBFE3F45}"/>
          </ac:picMkLst>
        </pc:picChg>
      </pc:sldChg>
      <pc:sldChg chg="modSp add mod">
        <pc:chgData name="Soumita Sengupta" userId="4afa6ce1-cb01-46c2-8538-4650222f0c96" providerId="ADAL" clId="{0A78EE60-BBCD-4A76-81BC-E7FB80E1D58E}" dt="2021-08-23T09:57:06.020" v="439" actId="1076"/>
        <pc:sldMkLst>
          <pc:docMk/>
          <pc:sldMk cId="1290964860" sldId="1423"/>
        </pc:sldMkLst>
        <pc:spChg chg="mod">
          <ac:chgData name="Soumita Sengupta" userId="4afa6ce1-cb01-46c2-8538-4650222f0c96" providerId="ADAL" clId="{0A78EE60-BBCD-4A76-81BC-E7FB80E1D58E}" dt="2021-08-23T09:57:06.020" v="439" actId="1076"/>
          <ac:spMkLst>
            <pc:docMk/>
            <pc:sldMk cId="1290964860" sldId="1423"/>
            <ac:spMk id="2" creationId="{57983F62-BBB9-431B-A37F-BDA0DC7153F6}"/>
          </ac:spMkLst>
        </pc:spChg>
      </pc:sldChg>
      <pc:sldChg chg="addSp delSp modSp add mod modClrScheme chgLayout">
        <pc:chgData name="Soumita Sengupta" userId="4afa6ce1-cb01-46c2-8538-4650222f0c96" providerId="ADAL" clId="{0A78EE60-BBCD-4A76-81BC-E7FB80E1D58E}" dt="2021-08-23T11:53:52.736" v="1031" actId="1076"/>
        <pc:sldMkLst>
          <pc:docMk/>
          <pc:sldMk cId="160926858" sldId="1424"/>
        </pc:sldMkLst>
        <pc:spChg chg="add del mod ord">
          <ac:chgData name="Soumita Sengupta" userId="4afa6ce1-cb01-46c2-8538-4650222f0c96" providerId="ADAL" clId="{0A78EE60-BBCD-4A76-81BC-E7FB80E1D58E}" dt="2021-08-23T11:53:33.726" v="1024" actId="478"/>
          <ac:spMkLst>
            <pc:docMk/>
            <pc:sldMk cId="160926858" sldId="1424"/>
            <ac:spMk id="2" creationId="{B8DC2D32-DEBA-4D1B-8243-2B5DB1FEBFBB}"/>
          </ac:spMkLst>
        </pc:spChg>
        <pc:spChg chg="add del mod ord">
          <ac:chgData name="Soumita Sengupta" userId="4afa6ce1-cb01-46c2-8538-4650222f0c96" providerId="ADAL" clId="{0A78EE60-BBCD-4A76-81BC-E7FB80E1D58E}" dt="2021-08-23T11:53:39.377" v="1025" actId="478"/>
          <ac:spMkLst>
            <pc:docMk/>
            <pc:sldMk cId="160926858" sldId="1424"/>
            <ac:spMk id="3" creationId="{BDE0462B-4718-4622-BCB5-3E165D4934DF}"/>
          </ac:spMkLst>
        </pc:spChg>
        <pc:spChg chg="mod ord">
          <ac:chgData name="Soumita Sengupta" userId="4afa6ce1-cb01-46c2-8538-4650222f0c96" providerId="ADAL" clId="{0A78EE60-BBCD-4A76-81BC-E7FB80E1D58E}" dt="2021-08-23T11:53:26.034" v="1021" actId="700"/>
          <ac:spMkLst>
            <pc:docMk/>
            <pc:sldMk cId="160926858" sldId="1424"/>
            <ac:spMk id="4" creationId="{00000000-0000-0000-0000-000000000000}"/>
          </ac:spMkLst>
        </pc:spChg>
        <pc:spChg chg="mod ord">
          <ac:chgData name="Soumita Sengupta" userId="4afa6ce1-cb01-46c2-8538-4650222f0c96" providerId="ADAL" clId="{0A78EE60-BBCD-4A76-81BC-E7FB80E1D58E}" dt="2021-08-23T11:53:26.034" v="1021" actId="700"/>
          <ac:spMkLst>
            <pc:docMk/>
            <pc:sldMk cId="160926858" sldId="1424"/>
            <ac:spMk id="9" creationId="{00000000-0000-0000-0000-000000000000}"/>
          </ac:spMkLst>
        </pc:spChg>
        <pc:spChg chg="mod">
          <ac:chgData name="Soumita Sengupta" userId="4afa6ce1-cb01-46c2-8538-4650222f0c96" providerId="ADAL" clId="{0A78EE60-BBCD-4A76-81BC-E7FB80E1D58E}" dt="2021-08-23T11:53:43.141" v="1026" actId="1076"/>
          <ac:spMkLst>
            <pc:docMk/>
            <pc:sldMk cId="160926858" sldId="1424"/>
            <ac:spMk id="11" creationId="{72DFE88F-9300-4DED-B7C5-6DC75B8FEE13}"/>
          </ac:spMkLst>
        </pc:spChg>
        <pc:spChg chg="add del mod">
          <ac:chgData name="Soumita Sengupta" userId="4afa6ce1-cb01-46c2-8538-4650222f0c96" providerId="ADAL" clId="{0A78EE60-BBCD-4A76-81BC-E7FB80E1D58E}" dt="2021-08-23T11:53:30.514" v="1023" actId="478"/>
          <ac:spMkLst>
            <pc:docMk/>
            <pc:sldMk cId="160926858" sldId="1424"/>
            <ac:spMk id="12" creationId="{22D153AA-7C04-4067-8571-D3BD8013E971}"/>
          </ac:spMkLst>
        </pc:spChg>
        <pc:picChg chg="add mod">
          <ac:chgData name="Soumita Sengupta" userId="4afa6ce1-cb01-46c2-8538-4650222f0c96" providerId="ADAL" clId="{0A78EE60-BBCD-4A76-81BC-E7FB80E1D58E}" dt="2021-08-23T11:53:52.736" v="1031" actId="1076"/>
          <ac:picMkLst>
            <pc:docMk/>
            <pc:sldMk cId="160926858" sldId="1424"/>
            <ac:picMk id="7" creationId="{A23C111A-4101-439A-ABE1-5A83264C65D6}"/>
          </ac:picMkLst>
        </pc:picChg>
      </pc:sldChg>
      <pc:sldChg chg="add del">
        <pc:chgData name="Soumita Sengupta" userId="4afa6ce1-cb01-46c2-8538-4650222f0c96" providerId="ADAL" clId="{0A78EE60-BBCD-4A76-81BC-E7FB80E1D58E}" dt="2021-08-23T09:56:34.388" v="434" actId="47"/>
        <pc:sldMkLst>
          <pc:docMk/>
          <pc:sldMk cId="282403262" sldId="1424"/>
        </pc:sldMkLst>
      </pc:sldChg>
      <pc:sldChg chg="addSp delSp modSp add mod modClrScheme chgLayout">
        <pc:chgData name="Soumita Sengupta" userId="4afa6ce1-cb01-46c2-8538-4650222f0c96" providerId="ADAL" clId="{0A78EE60-BBCD-4A76-81BC-E7FB80E1D58E}" dt="2021-08-23T11:54:44.707" v="1046" actId="1076"/>
        <pc:sldMkLst>
          <pc:docMk/>
          <pc:sldMk cId="3344684391" sldId="1425"/>
        </pc:sldMkLst>
        <pc:spChg chg="add del mod ord">
          <ac:chgData name="Soumita Sengupta" userId="4afa6ce1-cb01-46c2-8538-4650222f0c96" providerId="ADAL" clId="{0A78EE60-BBCD-4A76-81BC-E7FB80E1D58E}" dt="2021-08-23T11:54:13.271" v="1033" actId="478"/>
          <ac:spMkLst>
            <pc:docMk/>
            <pc:sldMk cId="3344684391" sldId="1425"/>
            <ac:spMk id="2" creationId="{FC5A867E-66F2-4147-8D0A-43783156A757}"/>
          </ac:spMkLst>
        </pc:spChg>
        <pc:spChg chg="add del mod ord">
          <ac:chgData name="Soumita Sengupta" userId="4afa6ce1-cb01-46c2-8538-4650222f0c96" providerId="ADAL" clId="{0A78EE60-BBCD-4A76-81BC-E7FB80E1D58E}" dt="2021-08-23T11:54:02.513" v="1032" actId="478"/>
          <ac:spMkLst>
            <pc:docMk/>
            <pc:sldMk cId="3344684391" sldId="1425"/>
            <ac:spMk id="3" creationId="{899B94CD-77D0-4DE0-A4E5-33D05D5CEAAD}"/>
          </ac:spMkLst>
        </pc:spChg>
        <pc:spChg chg="mod ord">
          <ac:chgData name="Soumita Sengupta" userId="4afa6ce1-cb01-46c2-8538-4650222f0c96" providerId="ADAL" clId="{0A78EE60-BBCD-4A76-81BC-E7FB80E1D58E}" dt="2021-08-23T11:53:26.034" v="1021" actId="700"/>
          <ac:spMkLst>
            <pc:docMk/>
            <pc:sldMk cId="3344684391" sldId="1425"/>
            <ac:spMk id="4" creationId="{00000000-0000-0000-0000-000000000000}"/>
          </ac:spMkLst>
        </pc:spChg>
        <pc:spChg chg="mod ord">
          <ac:chgData name="Soumita Sengupta" userId="4afa6ce1-cb01-46c2-8538-4650222f0c96" providerId="ADAL" clId="{0A78EE60-BBCD-4A76-81BC-E7FB80E1D58E}" dt="2021-08-23T11:53:26.034" v="1021" actId="700"/>
          <ac:spMkLst>
            <pc:docMk/>
            <pc:sldMk cId="3344684391" sldId="1425"/>
            <ac:spMk id="9" creationId="{00000000-0000-0000-0000-000000000000}"/>
          </ac:spMkLst>
        </pc:spChg>
        <pc:spChg chg="mod">
          <ac:chgData name="Soumita Sengupta" userId="4afa6ce1-cb01-46c2-8538-4650222f0c96" providerId="ADAL" clId="{0A78EE60-BBCD-4A76-81BC-E7FB80E1D58E}" dt="2021-08-23T11:54:17.503" v="1034" actId="1076"/>
          <ac:spMkLst>
            <pc:docMk/>
            <pc:sldMk cId="3344684391" sldId="1425"/>
            <ac:spMk id="11" creationId="{72DFE88F-9300-4DED-B7C5-6DC75B8FEE13}"/>
          </ac:spMkLst>
        </pc:spChg>
        <pc:spChg chg="mod">
          <ac:chgData name="Soumita Sengupta" userId="4afa6ce1-cb01-46c2-8538-4650222f0c96" providerId="ADAL" clId="{0A78EE60-BBCD-4A76-81BC-E7FB80E1D58E}" dt="2021-08-23T10:08:16.061" v="465"/>
          <ac:spMkLst>
            <pc:docMk/>
            <pc:sldMk cId="3344684391" sldId="1425"/>
            <ac:spMk id="12" creationId="{22D153AA-7C04-4067-8571-D3BD8013E971}"/>
          </ac:spMkLst>
        </pc:spChg>
        <pc:picChg chg="del">
          <ac:chgData name="Soumita Sengupta" userId="4afa6ce1-cb01-46c2-8538-4650222f0c96" providerId="ADAL" clId="{0A78EE60-BBCD-4A76-81BC-E7FB80E1D58E}" dt="2021-08-23T10:08:21.213" v="466" actId="478"/>
          <ac:picMkLst>
            <pc:docMk/>
            <pc:sldMk cId="3344684391" sldId="1425"/>
            <ac:picMk id="7" creationId="{A23C111A-4101-439A-ABE1-5A83264C65D6}"/>
          </ac:picMkLst>
        </pc:picChg>
        <pc:picChg chg="add mod">
          <ac:chgData name="Soumita Sengupta" userId="4afa6ce1-cb01-46c2-8538-4650222f0c96" providerId="ADAL" clId="{0A78EE60-BBCD-4A76-81BC-E7FB80E1D58E}" dt="2021-08-23T11:54:42.680" v="1045" actId="1076"/>
          <ac:picMkLst>
            <pc:docMk/>
            <pc:sldMk cId="3344684391" sldId="1425"/>
            <ac:picMk id="10" creationId="{9AFC5167-B4A1-420A-B33C-A8EFA45875E8}"/>
          </ac:picMkLst>
        </pc:picChg>
        <pc:picChg chg="add mod">
          <ac:chgData name="Soumita Sengupta" userId="4afa6ce1-cb01-46c2-8538-4650222f0c96" providerId="ADAL" clId="{0A78EE60-BBCD-4A76-81BC-E7FB80E1D58E}" dt="2021-08-23T11:54:44.707" v="1046" actId="1076"/>
          <ac:picMkLst>
            <pc:docMk/>
            <pc:sldMk cId="3344684391" sldId="1425"/>
            <ac:picMk id="13" creationId="{64E05E30-9487-4497-8FFD-99DF5C12457B}"/>
          </ac:picMkLst>
        </pc:picChg>
        <pc:picChg chg="add mod">
          <ac:chgData name="Soumita Sengupta" userId="4afa6ce1-cb01-46c2-8538-4650222f0c96" providerId="ADAL" clId="{0A78EE60-BBCD-4A76-81BC-E7FB80E1D58E}" dt="2021-08-23T11:54:40.408" v="1044" actId="1076"/>
          <ac:picMkLst>
            <pc:docMk/>
            <pc:sldMk cId="3344684391" sldId="1425"/>
            <ac:picMk id="14" creationId="{BBACCA3A-51A9-4082-958A-7DA7AA429684}"/>
          </ac:picMkLst>
        </pc:picChg>
      </pc:sldChg>
      <pc:sldChg chg="modSp add mod">
        <pc:chgData name="Soumita Sengupta" userId="4afa6ce1-cb01-46c2-8538-4650222f0c96" providerId="ADAL" clId="{0A78EE60-BBCD-4A76-81BC-E7FB80E1D58E}" dt="2021-08-23T10:10:19.744" v="514" actId="20577"/>
        <pc:sldMkLst>
          <pc:docMk/>
          <pc:sldMk cId="2759214351" sldId="1426"/>
        </pc:sldMkLst>
        <pc:spChg chg="mod">
          <ac:chgData name="Soumita Sengupta" userId="4afa6ce1-cb01-46c2-8538-4650222f0c96" providerId="ADAL" clId="{0A78EE60-BBCD-4A76-81BC-E7FB80E1D58E}" dt="2021-08-23T10:10:19.744" v="514" actId="20577"/>
          <ac:spMkLst>
            <pc:docMk/>
            <pc:sldMk cId="2759214351" sldId="1426"/>
            <ac:spMk id="2" creationId="{57983F62-BBB9-431B-A37F-BDA0DC7153F6}"/>
          </ac:spMkLst>
        </pc:spChg>
      </pc:sldChg>
      <pc:sldChg chg="addSp delSp modSp add mod modClrScheme chgLayout">
        <pc:chgData name="Soumita Sengupta" userId="4afa6ce1-cb01-46c2-8538-4650222f0c96" providerId="ADAL" clId="{0A78EE60-BBCD-4A76-81BC-E7FB80E1D58E}" dt="2021-08-23T11:55:06.140" v="1049" actId="478"/>
        <pc:sldMkLst>
          <pc:docMk/>
          <pc:sldMk cId="2419167630" sldId="1427"/>
        </pc:sldMkLst>
        <pc:spChg chg="add del mod ord">
          <ac:chgData name="Soumita Sengupta" userId="4afa6ce1-cb01-46c2-8538-4650222f0c96" providerId="ADAL" clId="{0A78EE60-BBCD-4A76-81BC-E7FB80E1D58E}" dt="2021-08-23T11:55:06.140" v="1049" actId="478"/>
          <ac:spMkLst>
            <pc:docMk/>
            <pc:sldMk cId="2419167630" sldId="1427"/>
            <ac:spMk id="2" creationId="{E6B9F8D8-0E14-4E2E-B350-2D6B84CC9ECF}"/>
          </ac:spMkLst>
        </pc:spChg>
        <pc:spChg chg="add del mod ord">
          <ac:chgData name="Soumita Sengupta" userId="4afa6ce1-cb01-46c2-8538-4650222f0c96" providerId="ADAL" clId="{0A78EE60-BBCD-4A76-81BC-E7FB80E1D58E}" dt="2021-08-23T11:55:03.575" v="1048" actId="478"/>
          <ac:spMkLst>
            <pc:docMk/>
            <pc:sldMk cId="2419167630" sldId="1427"/>
            <ac:spMk id="3" creationId="{0394B356-194A-4FA9-AF4A-45F6E8D21CAE}"/>
          </ac:spMkLst>
        </pc:spChg>
        <pc:spChg chg="mod ord">
          <ac:chgData name="Soumita Sengupta" userId="4afa6ce1-cb01-46c2-8538-4650222f0c96" providerId="ADAL" clId="{0A78EE60-BBCD-4A76-81BC-E7FB80E1D58E}" dt="2021-08-23T11:54:59.287" v="1047" actId="700"/>
          <ac:spMkLst>
            <pc:docMk/>
            <pc:sldMk cId="2419167630" sldId="1427"/>
            <ac:spMk id="4" creationId="{00000000-0000-0000-0000-000000000000}"/>
          </ac:spMkLst>
        </pc:spChg>
        <pc:spChg chg="mod ord">
          <ac:chgData name="Soumita Sengupta" userId="4afa6ce1-cb01-46c2-8538-4650222f0c96" providerId="ADAL" clId="{0A78EE60-BBCD-4A76-81BC-E7FB80E1D58E}" dt="2021-08-23T11:54:59.287" v="1047" actId="700"/>
          <ac:spMkLst>
            <pc:docMk/>
            <pc:sldMk cId="2419167630" sldId="1427"/>
            <ac:spMk id="9" creationId="{00000000-0000-0000-0000-000000000000}"/>
          </ac:spMkLst>
        </pc:spChg>
        <pc:spChg chg="mod">
          <ac:chgData name="Soumita Sengupta" userId="4afa6ce1-cb01-46c2-8538-4650222f0c96" providerId="ADAL" clId="{0A78EE60-BBCD-4A76-81BC-E7FB80E1D58E}" dt="2021-08-23T10:12:05.747" v="541" actId="5793"/>
          <ac:spMkLst>
            <pc:docMk/>
            <pc:sldMk cId="2419167630" sldId="1427"/>
            <ac:spMk id="11" creationId="{72DFE88F-9300-4DED-B7C5-6DC75B8FEE13}"/>
          </ac:spMkLst>
        </pc:spChg>
        <pc:spChg chg="mod">
          <ac:chgData name="Soumita Sengupta" userId="4afa6ce1-cb01-46c2-8538-4650222f0c96" providerId="ADAL" clId="{0A78EE60-BBCD-4A76-81BC-E7FB80E1D58E}" dt="2021-08-23T10:11:11.486" v="519" actId="14100"/>
          <ac:spMkLst>
            <pc:docMk/>
            <pc:sldMk cId="2419167630" sldId="1427"/>
            <ac:spMk id="12" creationId="{22D153AA-7C04-4067-8571-D3BD8013E971}"/>
          </ac:spMkLst>
        </pc:spChg>
        <pc:picChg chg="del">
          <ac:chgData name="Soumita Sengupta" userId="4afa6ce1-cb01-46c2-8538-4650222f0c96" providerId="ADAL" clId="{0A78EE60-BBCD-4A76-81BC-E7FB80E1D58E}" dt="2021-08-23T10:11:19.523" v="521" actId="478"/>
          <ac:picMkLst>
            <pc:docMk/>
            <pc:sldMk cId="2419167630" sldId="1427"/>
            <ac:picMk id="10" creationId="{9AFC5167-B4A1-420A-B33C-A8EFA45875E8}"/>
          </ac:picMkLst>
        </pc:picChg>
        <pc:picChg chg="del">
          <ac:chgData name="Soumita Sengupta" userId="4afa6ce1-cb01-46c2-8538-4650222f0c96" providerId="ADAL" clId="{0A78EE60-BBCD-4A76-81BC-E7FB80E1D58E}" dt="2021-08-23T10:11:17.563" v="520" actId="478"/>
          <ac:picMkLst>
            <pc:docMk/>
            <pc:sldMk cId="2419167630" sldId="1427"/>
            <ac:picMk id="13" creationId="{64E05E30-9487-4497-8FFD-99DF5C12457B}"/>
          </ac:picMkLst>
        </pc:picChg>
        <pc:picChg chg="del">
          <ac:chgData name="Soumita Sengupta" userId="4afa6ce1-cb01-46c2-8538-4650222f0c96" providerId="ADAL" clId="{0A78EE60-BBCD-4A76-81BC-E7FB80E1D58E}" dt="2021-08-23T10:11:20.460" v="522" actId="478"/>
          <ac:picMkLst>
            <pc:docMk/>
            <pc:sldMk cId="2419167630" sldId="1427"/>
            <ac:picMk id="14" creationId="{BBACCA3A-51A9-4082-958A-7DA7AA429684}"/>
          </ac:picMkLst>
        </pc:picChg>
      </pc:sldChg>
      <pc:sldChg chg="addSp delSp modSp add mod modClrScheme chgLayout">
        <pc:chgData name="Soumita Sengupta" userId="4afa6ce1-cb01-46c2-8538-4650222f0c96" providerId="ADAL" clId="{0A78EE60-BBCD-4A76-81BC-E7FB80E1D58E}" dt="2021-08-23T11:55:26.842" v="1052" actId="478"/>
        <pc:sldMkLst>
          <pc:docMk/>
          <pc:sldMk cId="2239575331" sldId="1428"/>
        </pc:sldMkLst>
        <pc:spChg chg="mod ord">
          <ac:chgData name="Soumita Sengupta" userId="4afa6ce1-cb01-46c2-8538-4650222f0c96" providerId="ADAL" clId="{0A78EE60-BBCD-4A76-81BC-E7FB80E1D58E}" dt="2021-08-23T11:55:18.898" v="1050" actId="700"/>
          <ac:spMkLst>
            <pc:docMk/>
            <pc:sldMk cId="2239575331" sldId="1428"/>
            <ac:spMk id="4" creationId="{00000000-0000-0000-0000-000000000000}"/>
          </ac:spMkLst>
        </pc:spChg>
        <pc:spChg chg="add del mod ord">
          <ac:chgData name="Soumita Sengupta" userId="4afa6ce1-cb01-46c2-8538-4650222f0c96" providerId="ADAL" clId="{0A78EE60-BBCD-4A76-81BC-E7FB80E1D58E}" dt="2021-08-23T11:55:26.842" v="1052" actId="478"/>
          <ac:spMkLst>
            <pc:docMk/>
            <pc:sldMk cId="2239575331" sldId="1428"/>
            <ac:spMk id="5" creationId="{0027D141-6E0A-4D08-9E3E-88A9F3FAB47A}"/>
          </ac:spMkLst>
        </pc:spChg>
        <pc:spChg chg="add del mod ord">
          <ac:chgData name="Soumita Sengupta" userId="4afa6ce1-cb01-46c2-8538-4650222f0c96" providerId="ADAL" clId="{0A78EE60-BBCD-4A76-81BC-E7FB80E1D58E}" dt="2021-08-23T11:55:21.685" v="1051" actId="478"/>
          <ac:spMkLst>
            <pc:docMk/>
            <pc:sldMk cId="2239575331" sldId="1428"/>
            <ac:spMk id="6" creationId="{2ADC3AE3-B776-4E6A-8D69-A3657126BEA6}"/>
          </ac:spMkLst>
        </pc:spChg>
        <pc:spChg chg="mod ord">
          <ac:chgData name="Soumita Sengupta" userId="4afa6ce1-cb01-46c2-8538-4650222f0c96" providerId="ADAL" clId="{0A78EE60-BBCD-4A76-81BC-E7FB80E1D58E}" dt="2021-08-23T11:55:18.898" v="1050" actId="700"/>
          <ac:spMkLst>
            <pc:docMk/>
            <pc:sldMk cId="2239575331" sldId="1428"/>
            <ac:spMk id="9" creationId="{00000000-0000-0000-0000-000000000000}"/>
          </ac:spMkLst>
        </pc:spChg>
        <pc:spChg chg="add del">
          <ac:chgData name="Soumita Sengupta" userId="4afa6ce1-cb01-46c2-8538-4650222f0c96" providerId="ADAL" clId="{0A78EE60-BBCD-4A76-81BC-E7FB80E1D58E}" dt="2021-08-23T10:12:38.068" v="547" actId="22"/>
          <ac:spMkLst>
            <pc:docMk/>
            <pc:sldMk cId="2239575331" sldId="1428"/>
            <ac:spMk id="10" creationId="{920C2E4D-2DF1-44C7-88CD-2ECDEC88DB89}"/>
          </ac:spMkLst>
        </pc:spChg>
        <pc:spChg chg="del mod">
          <ac:chgData name="Soumita Sengupta" userId="4afa6ce1-cb01-46c2-8538-4650222f0c96" providerId="ADAL" clId="{0A78EE60-BBCD-4A76-81BC-E7FB80E1D58E}" dt="2021-08-23T10:12:18.422" v="545"/>
          <ac:spMkLst>
            <pc:docMk/>
            <pc:sldMk cId="2239575331" sldId="1428"/>
            <ac:spMk id="11" creationId="{72DFE88F-9300-4DED-B7C5-6DC75B8FEE13}"/>
          </ac:spMkLst>
        </pc:spChg>
        <pc:spChg chg="add mod">
          <ac:chgData name="Soumita Sengupta" userId="4afa6ce1-cb01-46c2-8538-4650222f0c96" providerId="ADAL" clId="{0A78EE60-BBCD-4A76-81BC-E7FB80E1D58E}" dt="2021-08-23T10:16:52.288" v="579" actId="948"/>
          <ac:spMkLst>
            <pc:docMk/>
            <pc:sldMk cId="2239575331" sldId="1428"/>
            <ac:spMk id="13" creationId="{8ACF8C8A-F9D5-420E-97AA-5EEBE37EDF45}"/>
          </ac:spMkLst>
        </pc:spChg>
        <pc:picChg chg="add mod">
          <ac:chgData name="Soumita Sengupta" userId="4afa6ce1-cb01-46c2-8538-4650222f0c96" providerId="ADAL" clId="{0A78EE60-BBCD-4A76-81BC-E7FB80E1D58E}" dt="2021-08-23T10:14:19.638" v="573" actId="1076"/>
          <ac:picMkLst>
            <pc:docMk/>
            <pc:sldMk cId="2239575331" sldId="1428"/>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21.719" v="1067" actId="1076"/>
        <pc:sldMkLst>
          <pc:docMk/>
          <pc:sldMk cId="304666948" sldId="1429"/>
        </pc:sldMkLst>
        <pc:spChg chg="add del mod ord">
          <ac:chgData name="Soumita Sengupta" userId="4afa6ce1-cb01-46c2-8538-4650222f0c96" providerId="ADAL" clId="{0A78EE60-BBCD-4A76-81BC-E7FB80E1D58E}" dt="2021-08-23T11:56:09.684" v="1062" actId="478"/>
          <ac:spMkLst>
            <pc:docMk/>
            <pc:sldMk cId="304666948" sldId="1429"/>
            <ac:spMk id="2" creationId="{32C2350F-3179-4444-9242-1C3ABF452289}"/>
          </ac:spMkLst>
        </pc:spChg>
        <pc:spChg chg="add del mod ord">
          <ac:chgData name="Soumita Sengupta" userId="4afa6ce1-cb01-46c2-8538-4650222f0c96" providerId="ADAL" clId="{0A78EE60-BBCD-4A76-81BC-E7FB80E1D58E}" dt="2021-08-23T11:55:36.217" v="1054" actId="478"/>
          <ac:spMkLst>
            <pc:docMk/>
            <pc:sldMk cId="304666948" sldId="1429"/>
            <ac:spMk id="3" creationId="{5AE222EF-B951-4F73-A17D-788F84584752}"/>
          </ac:spMkLst>
        </pc:spChg>
        <pc:spChg chg="mod ord">
          <ac:chgData name="Soumita Sengupta" userId="4afa6ce1-cb01-46c2-8538-4650222f0c96" providerId="ADAL" clId="{0A78EE60-BBCD-4A76-81BC-E7FB80E1D58E}" dt="2021-08-23T11:55:31.265" v="1053" actId="700"/>
          <ac:spMkLst>
            <pc:docMk/>
            <pc:sldMk cId="304666948" sldId="1429"/>
            <ac:spMk id="4" creationId="{00000000-0000-0000-0000-000000000000}"/>
          </ac:spMkLst>
        </pc:spChg>
        <pc:spChg chg="mod">
          <ac:chgData name="Soumita Sengupta" userId="4afa6ce1-cb01-46c2-8538-4650222f0c96" providerId="ADAL" clId="{0A78EE60-BBCD-4A76-81BC-E7FB80E1D58E}" dt="2021-08-23T11:56:02.748" v="1060" actId="1076"/>
          <ac:spMkLst>
            <pc:docMk/>
            <pc:sldMk cId="304666948" sldId="1429"/>
            <ac:spMk id="8" creationId="{00000000-0000-0000-0000-000000000000}"/>
          </ac:spMkLst>
        </pc:spChg>
        <pc:spChg chg="mod ord">
          <ac:chgData name="Soumita Sengupta" userId="4afa6ce1-cb01-46c2-8538-4650222f0c96" providerId="ADAL" clId="{0A78EE60-BBCD-4A76-81BC-E7FB80E1D58E}" dt="2021-08-23T11:55:31.265" v="1053" actId="700"/>
          <ac:spMkLst>
            <pc:docMk/>
            <pc:sldMk cId="304666948" sldId="1429"/>
            <ac:spMk id="9" creationId="{00000000-0000-0000-0000-000000000000}"/>
          </ac:spMkLst>
        </pc:spChg>
        <pc:spChg chg="add del mod">
          <ac:chgData name="Soumita Sengupta" userId="4afa6ce1-cb01-46c2-8538-4650222f0c96" providerId="ADAL" clId="{0A78EE60-BBCD-4A76-81BC-E7FB80E1D58E}" dt="2021-08-23T11:56:14.446" v="1063" actId="1076"/>
          <ac:spMkLst>
            <pc:docMk/>
            <pc:sldMk cId="304666948" sldId="1429"/>
            <ac:spMk id="12" creationId="{22D153AA-7C04-4067-8571-D3BD8013E971}"/>
          </ac:spMkLst>
        </pc:spChg>
        <pc:spChg chg="mod">
          <ac:chgData name="Soumita Sengupta" userId="4afa6ce1-cb01-46c2-8538-4650222f0c96" providerId="ADAL" clId="{0A78EE60-BBCD-4A76-81BC-E7FB80E1D58E}" dt="2021-08-23T10:17:46.039" v="585" actId="1076"/>
          <ac:spMkLst>
            <pc:docMk/>
            <pc:sldMk cId="304666948" sldId="1429"/>
            <ac:spMk id="13" creationId="{8ACF8C8A-F9D5-420E-97AA-5EEBE37EDF45}"/>
          </ac:spMkLst>
        </pc:spChg>
        <pc:picChg chg="add mod">
          <ac:chgData name="Soumita Sengupta" userId="4afa6ce1-cb01-46c2-8538-4650222f0c96" providerId="ADAL" clId="{0A78EE60-BBCD-4A76-81BC-E7FB80E1D58E}" dt="2021-08-23T11:56:21.719" v="1067" actId="1076"/>
          <ac:picMkLst>
            <pc:docMk/>
            <pc:sldMk cId="304666948" sldId="1429"/>
            <ac:picMk id="10" creationId="{D17F3FE0-B2B6-467E-A5E2-D1BD88FAECFE}"/>
          </ac:picMkLst>
        </pc:picChg>
        <pc:picChg chg="del">
          <ac:chgData name="Soumita Sengupta" userId="4afa6ce1-cb01-46c2-8538-4650222f0c96" providerId="ADAL" clId="{0A78EE60-BBCD-4A76-81BC-E7FB80E1D58E}" dt="2021-08-23T10:17:24.580" v="582" actId="478"/>
          <ac:picMkLst>
            <pc:docMk/>
            <pc:sldMk cId="304666948" sldId="1429"/>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46.910" v="1073" actId="1076"/>
        <pc:sldMkLst>
          <pc:docMk/>
          <pc:sldMk cId="1574462772" sldId="1430"/>
        </pc:sldMkLst>
        <pc:spChg chg="add del mod ord">
          <ac:chgData name="Soumita Sengupta" userId="4afa6ce1-cb01-46c2-8538-4650222f0c96" providerId="ADAL" clId="{0A78EE60-BBCD-4A76-81BC-E7FB80E1D58E}" dt="2021-08-23T11:56:40.321" v="1071" actId="478"/>
          <ac:spMkLst>
            <pc:docMk/>
            <pc:sldMk cId="1574462772" sldId="1430"/>
            <ac:spMk id="3" creationId="{AAEE869A-2E08-48BA-8A22-FFE23DA8D1C1}"/>
          </ac:spMkLst>
        </pc:spChg>
        <pc:spChg chg="mod ord">
          <ac:chgData name="Soumita Sengupta" userId="4afa6ce1-cb01-46c2-8538-4650222f0c96" providerId="ADAL" clId="{0A78EE60-BBCD-4A76-81BC-E7FB80E1D58E}" dt="2021-08-23T11:56:32.590" v="1068" actId="700"/>
          <ac:spMkLst>
            <pc:docMk/>
            <pc:sldMk cId="1574462772" sldId="1430"/>
            <ac:spMk id="4" creationId="{00000000-0000-0000-0000-000000000000}"/>
          </ac:spMkLst>
        </pc:spChg>
        <pc:spChg chg="add del mod ord">
          <ac:chgData name="Soumita Sengupta" userId="4afa6ce1-cb01-46c2-8538-4650222f0c96" providerId="ADAL" clId="{0A78EE60-BBCD-4A76-81BC-E7FB80E1D58E}" dt="2021-08-23T11:56:35.704" v="1069" actId="478"/>
          <ac:spMkLst>
            <pc:docMk/>
            <pc:sldMk cId="1574462772" sldId="1430"/>
            <ac:spMk id="5" creationId="{161B14BC-CEC9-4A64-92F2-92409DCBF7EA}"/>
          </ac:spMkLst>
        </pc:spChg>
        <pc:spChg chg="mod ord">
          <ac:chgData name="Soumita Sengupta" userId="4afa6ce1-cb01-46c2-8538-4650222f0c96" providerId="ADAL" clId="{0A78EE60-BBCD-4A76-81BC-E7FB80E1D58E}" dt="2021-08-23T11:56:32.590" v="1068" actId="700"/>
          <ac:spMkLst>
            <pc:docMk/>
            <pc:sldMk cId="1574462772" sldId="1430"/>
            <ac:spMk id="9" creationId="{00000000-0000-0000-0000-000000000000}"/>
          </ac:spMkLst>
        </pc:spChg>
        <pc:spChg chg="mod">
          <ac:chgData name="Soumita Sengupta" userId="4afa6ce1-cb01-46c2-8538-4650222f0c96" providerId="ADAL" clId="{0A78EE60-BBCD-4A76-81BC-E7FB80E1D58E}" dt="2021-08-23T11:56:44.486" v="1072" actId="1076"/>
          <ac:spMkLst>
            <pc:docMk/>
            <pc:sldMk cId="1574462772" sldId="1430"/>
            <ac:spMk id="13" creationId="{8ACF8C8A-F9D5-420E-97AA-5EEBE37EDF45}"/>
          </ac:spMkLst>
        </pc:spChg>
        <pc:graphicFrameChg chg="add del mod">
          <ac:chgData name="Soumita Sengupta" userId="4afa6ce1-cb01-46c2-8538-4650222f0c96" providerId="ADAL" clId="{0A78EE60-BBCD-4A76-81BC-E7FB80E1D58E}" dt="2021-08-23T10:18:26.903" v="596"/>
          <ac:graphicFrameMkLst>
            <pc:docMk/>
            <pc:sldMk cId="1574462772" sldId="1430"/>
            <ac:graphicFrameMk id="11" creationId="{15A4EA1F-7C38-4CCF-924B-514FC2DFAD84}"/>
          </ac:graphicFrameMkLst>
        </pc:graphicFrameChg>
        <pc:picChg chg="add mod">
          <ac:chgData name="Soumita Sengupta" userId="4afa6ce1-cb01-46c2-8538-4650222f0c96" providerId="ADAL" clId="{0A78EE60-BBCD-4A76-81BC-E7FB80E1D58E}" dt="2021-08-23T11:56:46.910" v="1073" actId="1076"/>
          <ac:picMkLst>
            <pc:docMk/>
            <pc:sldMk cId="1574462772" sldId="1430"/>
            <ac:picMk id="2" creationId="{8FFC2E21-1373-4335-A1AA-CCB37D571885}"/>
          </ac:picMkLst>
        </pc:picChg>
        <pc:picChg chg="del">
          <ac:chgData name="Soumita Sengupta" userId="4afa6ce1-cb01-46c2-8538-4650222f0c96" providerId="ADAL" clId="{0A78EE60-BBCD-4A76-81BC-E7FB80E1D58E}" dt="2021-08-23T10:18:23.269" v="594" actId="478"/>
          <ac:picMkLst>
            <pc:docMk/>
            <pc:sldMk cId="1574462772" sldId="1430"/>
            <ac:picMk id="10" creationId="{D17F3FE0-B2B6-467E-A5E2-D1BD88FAECFE}"/>
          </ac:picMkLst>
        </pc:picChg>
      </pc:sldChg>
      <pc:sldChg chg="addSp delSp modSp add mod modClrScheme chgLayout">
        <pc:chgData name="Soumita Sengupta" userId="4afa6ce1-cb01-46c2-8538-4650222f0c96" providerId="ADAL" clId="{0A78EE60-BBCD-4A76-81BC-E7FB80E1D58E}" dt="2021-08-23T11:57:00.465" v="1076" actId="478"/>
        <pc:sldMkLst>
          <pc:docMk/>
          <pc:sldMk cId="1672728295" sldId="1431"/>
        </pc:sldMkLst>
        <pc:spChg chg="add del mod ord">
          <ac:chgData name="Soumita Sengupta" userId="4afa6ce1-cb01-46c2-8538-4650222f0c96" providerId="ADAL" clId="{0A78EE60-BBCD-4A76-81BC-E7FB80E1D58E}" dt="2021-08-23T11:57:00.465" v="1076" actId="478"/>
          <ac:spMkLst>
            <pc:docMk/>
            <pc:sldMk cId="1672728295" sldId="1431"/>
            <ac:spMk id="3" creationId="{DAD72AA4-1B74-40BE-9954-01DB7EC86773}"/>
          </ac:spMkLst>
        </pc:spChg>
        <pc:spChg chg="mod ord">
          <ac:chgData name="Soumita Sengupta" userId="4afa6ce1-cb01-46c2-8538-4650222f0c96" providerId="ADAL" clId="{0A78EE60-BBCD-4A76-81BC-E7FB80E1D58E}" dt="2021-08-23T11:56:52.593" v="1074" actId="700"/>
          <ac:spMkLst>
            <pc:docMk/>
            <pc:sldMk cId="1672728295" sldId="1431"/>
            <ac:spMk id="4" creationId="{00000000-0000-0000-0000-000000000000}"/>
          </ac:spMkLst>
        </pc:spChg>
        <pc:spChg chg="add del mod ord">
          <ac:chgData name="Soumita Sengupta" userId="4afa6ce1-cb01-46c2-8538-4650222f0c96" providerId="ADAL" clId="{0A78EE60-BBCD-4A76-81BC-E7FB80E1D58E}" dt="2021-08-23T11:56:57.502" v="1075" actId="478"/>
          <ac:spMkLst>
            <pc:docMk/>
            <pc:sldMk cId="1672728295" sldId="1431"/>
            <ac:spMk id="5" creationId="{6B641390-7E32-4FA8-AD0B-CBE140AF1279}"/>
          </ac:spMkLst>
        </pc:spChg>
        <pc:spChg chg="mod ord">
          <ac:chgData name="Soumita Sengupta" userId="4afa6ce1-cb01-46c2-8538-4650222f0c96" providerId="ADAL" clId="{0A78EE60-BBCD-4A76-81BC-E7FB80E1D58E}" dt="2021-08-23T11:56:52.593" v="1074" actId="700"/>
          <ac:spMkLst>
            <pc:docMk/>
            <pc:sldMk cId="1672728295" sldId="1431"/>
            <ac:spMk id="9" creationId="{00000000-0000-0000-0000-000000000000}"/>
          </ac:spMkLst>
        </pc:spChg>
        <pc:graphicFrameChg chg="add mod modGraphic">
          <ac:chgData name="Soumita Sengupta" userId="4afa6ce1-cb01-46c2-8538-4650222f0c96" providerId="ADAL" clId="{0A78EE60-BBCD-4A76-81BC-E7FB80E1D58E}" dt="2021-08-23T10:21:11.374" v="616" actId="14100"/>
          <ac:graphicFrameMkLst>
            <pc:docMk/>
            <pc:sldMk cId="1672728295" sldId="1431"/>
            <ac:graphicFrameMk id="10" creationId="{A12279C7-33A8-4E95-BA7A-A7595445398C}"/>
          </ac:graphicFrameMkLst>
        </pc:graphicFrameChg>
        <pc:picChg chg="del">
          <ac:chgData name="Soumita Sengupta" userId="4afa6ce1-cb01-46c2-8538-4650222f0c96" providerId="ADAL" clId="{0A78EE60-BBCD-4A76-81BC-E7FB80E1D58E}" dt="2021-08-23T10:20:23.587" v="609" actId="478"/>
          <ac:picMkLst>
            <pc:docMk/>
            <pc:sldMk cId="1672728295" sldId="1431"/>
            <ac:picMk id="2" creationId="{8FFC2E21-1373-4335-A1AA-CCB37D571885}"/>
          </ac:picMkLst>
        </pc:picChg>
      </pc:sldChg>
      <pc:sldChg chg="addSp delSp modSp add mod modClrScheme chgLayout">
        <pc:chgData name="Soumita Sengupta" userId="4afa6ce1-cb01-46c2-8538-4650222f0c96" providerId="ADAL" clId="{0A78EE60-BBCD-4A76-81BC-E7FB80E1D58E}" dt="2021-08-23T11:57:34.475" v="1081" actId="1076"/>
        <pc:sldMkLst>
          <pc:docMk/>
          <pc:sldMk cId="2163140918" sldId="1432"/>
        </pc:sldMkLst>
        <pc:spChg chg="add del mod ord">
          <ac:chgData name="Soumita Sengupta" userId="4afa6ce1-cb01-46c2-8538-4650222f0c96" providerId="ADAL" clId="{0A78EE60-BBCD-4A76-81BC-E7FB80E1D58E}" dt="2021-08-23T11:57:31.246" v="1080" actId="478"/>
          <ac:spMkLst>
            <pc:docMk/>
            <pc:sldMk cId="2163140918" sldId="1432"/>
            <ac:spMk id="2" creationId="{465ADF43-9647-444D-B1A3-F3F0076DEC72}"/>
          </ac:spMkLst>
        </pc:spChg>
        <pc:spChg chg="add del mod ord">
          <ac:chgData name="Soumita Sengupta" userId="4afa6ce1-cb01-46c2-8538-4650222f0c96" providerId="ADAL" clId="{0A78EE60-BBCD-4A76-81BC-E7FB80E1D58E}" dt="2021-08-23T11:57:13.233" v="1078" actId="478"/>
          <ac:spMkLst>
            <pc:docMk/>
            <pc:sldMk cId="2163140918" sldId="1432"/>
            <ac:spMk id="3" creationId="{CD1DF70B-9E23-4048-82C2-659D549D06B3}"/>
          </ac:spMkLst>
        </pc:spChg>
        <pc:spChg chg="mod ord">
          <ac:chgData name="Soumita Sengupta" userId="4afa6ce1-cb01-46c2-8538-4650222f0c96" providerId="ADAL" clId="{0A78EE60-BBCD-4A76-81BC-E7FB80E1D58E}" dt="2021-08-23T11:57:10.502" v="1077" actId="700"/>
          <ac:spMkLst>
            <pc:docMk/>
            <pc:sldMk cId="2163140918" sldId="1432"/>
            <ac:spMk id="4" creationId="{00000000-0000-0000-0000-000000000000}"/>
          </ac:spMkLst>
        </pc:spChg>
        <pc:spChg chg="mod ord">
          <ac:chgData name="Soumita Sengupta" userId="4afa6ce1-cb01-46c2-8538-4650222f0c96" providerId="ADAL" clId="{0A78EE60-BBCD-4A76-81BC-E7FB80E1D58E}" dt="2021-08-23T11:57:10.502" v="1077" actId="700"/>
          <ac:spMkLst>
            <pc:docMk/>
            <pc:sldMk cId="2163140918" sldId="1432"/>
            <ac:spMk id="9" creationId="{00000000-0000-0000-0000-000000000000}"/>
          </ac:spMkLst>
        </pc:spChg>
        <pc:spChg chg="mod">
          <ac:chgData name="Soumita Sengupta" userId="4afa6ce1-cb01-46c2-8538-4650222f0c96" providerId="ADAL" clId="{0A78EE60-BBCD-4A76-81BC-E7FB80E1D58E}" dt="2021-08-23T11:57:34.475" v="1081" actId="1076"/>
          <ac:spMkLst>
            <pc:docMk/>
            <pc:sldMk cId="2163140918" sldId="1432"/>
            <ac:spMk id="12" creationId="{22D153AA-7C04-4067-8571-D3BD8013E971}"/>
          </ac:spMkLst>
        </pc:spChg>
        <pc:spChg chg="mod">
          <ac:chgData name="Soumita Sengupta" userId="4afa6ce1-cb01-46c2-8538-4650222f0c96" providerId="ADAL" clId="{0A78EE60-BBCD-4A76-81BC-E7FB80E1D58E}" dt="2021-08-23T10:25:24.167" v="631" actId="12"/>
          <ac:spMkLst>
            <pc:docMk/>
            <pc:sldMk cId="2163140918" sldId="1432"/>
            <ac:spMk id="13" creationId="{8ACF8C8A-F9D5-420E-97AA-5EEBE37EDF45}"/>
          </ac:spMkLst>
        </pc:spChg>
        <pc:picChg chg="del">
          <ac:chgData name="Soumita Sengupta" userId="4afa6ce1-cb01-46c2-8538-4650222f0c96" providerId="ADAL" clId="{0A78EE60-BBCD-4A76-81BC-E7FB80E1D58E}" dt="2021-08-23T10:24:20.677" v="618" actId="478"/>
          <ac:picMkLst>
            <pc:docMk/>
            <pc:sldMk cId="2163140918" sldId="1432"/>
            <ac:picMk id="10" creationId="{D17F3FE0-B2B6-467E-A5E2-D1BD88FAECFE}"/>
          </ac:picMkLst>
        </pc:picChg>
        <pc:picChg chg="add mod">
          <ac:chgData name="Soumita Sengupta" userId="4afa6ce1-cb01-46c2-8538-4650222f0c96" providerId="ADAL" clId="{0A78EE60-BBCD-4A76-81BC-E7FB80E1D58E}" dt="2021-08-23T10:25:14.891" v="630" actId="1076"/>
          <ac:picMkLst>
            <pc:docMk/>
            <pc:sldMk cId="2163140918" sldId="1432"/>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1:59:58.023" v="1087" actId="14100"/>
        <pc:sldMkLst>
          <pc:docMk/>
          <pc:sldMk cId="2231482636" sldId="1433"/>
        </pc:sldMkLst>
        <pc:spChg chg="mod ord">
          <ac:chgData name="Soumita Sengupta" userId="4afa6ce1-cb01-46c2-8538-4650222f0c96" providerId="ADAL" clId="{0A78EE60-BBCD-4A76-81BC-E7FB80E1D58E}" dt="2021-08-23T11:59:43.097" v="1082" actId="700"/>
          <ac:spMkLst>
            <pc:docMk/>
            <pc:sldMk cId="2231482636" sldId="1433"/>
            <ac:spMk id="4" creationId="{00000000-0000-0000-0000-000000000000}"/>
          </ac:spMkLst>
        </pc:spChg>
        <pc:spChg chg="add del mod ord">
          <ac:chgData name="Soumita Sengupta" userId="4afa6ce1-cb01-46c2-8538-4650222f0c96" providerId="ADAL" clId="{0A78EE60-BBCD-4A76-81BC-E7FB80E1D58E}" dt="2021-08-23T11:59:50.199" v="1084" actId="478"/>
          <ac:spMkLst>
            <pc:docMk/>
            <pc:sldMk cId="2231482636" sldId="1433"/>
            <ac:spMk id="7" creationId="{94E26495-5E99-4CAD-9C4A-DD17463E577F}"/>
          </ac:spMkLst>
        </pc:spChg>
        <pc:spChg chg="mod ord">
          <ac:chgData name="Soumita Sengupta" userId="4afa6ce1-cb01-46c2-8538-4650222f0c96" providerId="ADAL" clId="{0A78EE60-BBCD-4A76-81BC-E7FB80E1D58E}" dt="2021-08-23T11:59:43.097" v="1082" actId="700"/>
          <ac:spMkLst>
            <pc:docMk/>
            <pc:sldMk cId="2231482636" sldId="1433"/>
            <ac:spMk id="9" creationId="{00000000-0000-0000-0000-000000000000}"/>
          </ac:spMkLst>
        </pc:spChg>
        <pc:spChg chg="mod">
          <ac:chgData name="Soumita Sengupta" userId="4afa6ce1-cb01-46c2-8538-4650222f0c96" providerId="ADAL" clId="{0A78EE60-BBCD-4A76-81BC-E7FB80E1D58E}" dt="2021-08-23T10:28:05.469" v="633" actId="6549"/>
          <ac:spMkLst>
            <pc:docMk/>
            <pc:sldMk cId="2231482636" sldId="1433"/>
            <ac:spMk id="13" creationId="{8ACF8C8A-F9D5-420E-97AA-5EEBE37EDF45}"/>
          </ac:spMkLst>
        </pc:spChg>
        <pc:spChg chg="add del">
          <ac:chgData name="Soumita Sengupta" userId="4afa6ce1-cb01-46c2-8538-4650222f0c96" providerId="ADAL" clId="{0A78EE60-BBCD-4A76-81BC-E7FB80E1D58E}" dt="2021-08-23T10:28:23.395" v="638" actId="22"/>
          <ac:spMkLst>
            <pc:docMk/>
            <pc:sldMk cId="2231482636" sldId="1433"/>
            <ac:spMk id="14" creationId="{DD5623FD-1A0A-40C6-B90A-0866A808C323}"/>
          </ac:spMkLst>
        </pc:spChg>
        <pc:spChg chg="add mod">
          <ac:chgData name="Soumita Sengupta" userId="4afa6ce1-cb01-46c2-8538-4650222f0c96" providerId="ADAL" clId="{0A78EE60-BBCD-4A76-81BC-E7FB80E1D58E}" dt="2021-08-23T10:29:15.102" v="654" actId="1076"/>
          <ac:spMkLst>
            <pc:docMk/>
            <pc:sldMk cId="2231482636" sldId="1433"/>
            <ac:spMk id="15" creationId="{D35998FF-C74B-4C47-A881-2A0BB3239E0B}"/>
          </ac:spMkLst>
        </pc:spChg>
        <pc:spChg chg="add">
          <ac:chgData name="Soumita Sengupta" userId="4afa6ce1-cb01-46c2-8538-4650222f0c96" providerId="ADAL" clId="{0A78EE60-BBCD-4A76-81BC-E7FB80E1D58E}" dt="2021-08-23T10:28:45.089" v="645" actId="22"/>
          <ac:spMkLst>
            <pc:docMk/>
            <pc:sldMk cId="2231482636" sldId="1433"/>
            <ac:spMk id="16" creationId="{D4872EC0-5D64-4EA9-A7CF-1D31FB874C6D}"/>
          </ac:spMkLst>
        </pc:spChg>
        <pc:spChg chg="add del mod ord">
          <ac:chgData name="Soumita Sengupta" userId="4afa6ce1-cb01-46c2-8538-4650222f0c96" providerId="ADAL" clId="{0A78EE60-BBCD-4A76-81BC-E7FB80E1D58E}" dt="2021-08-23T11:59:47.507" v="1083" actId="478"/>
          <ac:spMkLst>
            <pc:docMk/>
            <pc:sldMk cId="2231482636" sldId="1433"/>
            <ac:spMk id="18" creationId="{50A1BCE4-0A4A-4EE4-BCB4-E7CCA2684DD4}"/>
          </ac:spMkLst>
        </pc:spChg>
        <pc:graphicFrameChg chg="add del mod">
          <ac:chgData name="Soumita Sengupta" userId="4afa6ce1-cb01-46c2-8538-4650222f0c96" providerId="ADAL" clId="{0A78EE60-BBCD-4A76-81BC-E7FB80E1D58E}" dt="2021-08-23T10:28:59.175" v="647"/>
          <ac:graphicFrameMkLst>
            <pc:docMk/>
            <pc:sldMk cId="2231482636" sldId="1433"/>
            <ac:graphicFrameMk id="17" creationId="{DE674871-890F-44F2-B4A2-EA9230C08AED}"/>
          </ac:graphicFrameMkLst>
        </pc:graphicFrameChg>
        <pc:picChg chg="add del mod">
          <ac:chgData name="Soumita Sengupta" userId="4afa6ce1-cb01-46c2-8538-4650222f0c96" providerId="ADAL" clId="{0A78EE60-BBCD-4A76-81BC-E7FB80E1D58E}" dt="2021-08-23T11:59:54.111" v="1085" actId="1076"/>
          <ac:picMkLst>
            <pc:docMk/>
            <pc:sldMk cId="2231482636" sldId="1433"/>
            <ac:picMk id="6" creationId="{E7E99D2F-B8E9-4BD6-8E8B-ECFFE80B0665}"/>
          </ac:picMkLst>
        </pc:picChg>
        <pc:picChg chg="add mod">
          <ac:chgData name="Soumita Sengupta" userId="4afa6ce1-cb01-46c2-8538-4650222f0c96" providerId="ADAL" clId="{0A78EE60-BBCD-4A76-81BC-E7FB80E1D58E}" dt="2021-08-23T11:59:58.023" v="1087" actId="14100"/>
          <ac:picMkLst>
            <pc:docMk/>
            <pc:sldMk cId="2231482636" sldId="1433"/>
            <ac:picMk id="10" creationId="{DEA2FAD2-CF6A-4EB2-9CB5-D03818DA33FB}"/>
          </ac:picMkLst>
        </pc:picChg>
        <pc:picChg chg="del">
          <ac:chgData name="Soumita Sengupta" userId="4afa6ce1-cb01-46c2-8538-4650222f0c96" providerId="ADAL" clId="{0A78EE60-BBCD-4A76-81BC-E7FB80E1D58E}" dt="2021-08-23T10:28:07.863" v="634" actId="478"/>
          <ac:picMkLst>
            <pc:docMk/>
            <pc:sldMk cId="2231482636" sldId="1433"/>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2:00:27.770" v="1094" actId="1076"/>
        <pc:sldMkLst>
          <pc:docMk/>
          <pc:sldMk cId="3775871403" sldId="1434"/>
        </pc:sldMkLst>
        <pc:spChg chg="add del mod ord">
          <ac:chgData name="Soumita Sengupta" userId="4afa6ce1-cb01-46c2-8538-4650222f0c96" providerId="ADAL" clId="{0A78EE60-BBCD-4A76-81BC-E7FB80E1D58E}" dt="2021-08-23T12:00:18.475" v="1091" actId="478"/>
          <ac:spMkLst>
            <pc:docMk/>
            <pc:sldMk cId="3775871403" sldId="1434"/>
            <ac:spMk id="2" creationId="{710A98FF-C5DC-4EE8-9A8E-B6A5AC77D68B}"/>
          </ac:spMkLst>
        </pc:spChg>
        <pc:spChg chg="add del mod ord">
          <ac:chgData name="Soumita Sengupta" userId="4afa6ce1-cb01-46c2-8538-4650222f0c96" providerId="ADAL" clId="{0A78EE60-BBCD-4A76-81BC-E7FB80E1D58E}" dt="2021-08-23T12:00:07.119" v="1089" actId="478"/>
          <ac:spMkLst>
            <pc:docMk/>
            <pc:sldMk cId="3775871403" sldId="1434"/>
            <ac:spMk id="3" creationId="{4183E404-ADCF-4746-8300-505475C6AC81}"/>
          </ac:spMkLst>
        </pc:spChg>
        <pc:spChg chg="mod ord">
          <ac:chgData name="Soumita Sengupta" userId="4afa6ce1-cb01-46c2-8538-4650222f0c96" providerId="ADAL" clId="{0A78EE60-BBCD-4A76-81BC-E7FB80E1D58E}" dt="2021-08-23T12:00:03.450" v="1088" actId="700"/>
          <ac:spMkLst>
            <pc:docMk/>
            <pc:sldMk cId="3775871403" sldId="1434"/>
            <ac:spMk id="4" creationId="{00000000-0000-0000-0000-000000000000}"/>
          </ac:spMkLst>
        </pc:spChg>
        <pc:spChg chg="mod ord">
          <ac:chgData name="Soumita Sengupta" userId="4afa6ce1-cb01-46c2-8538-4650222f0c96" providerId="ADAL" clId="{0A78EE60-BBCD-4A76-81BC-E7FB80E1D58E}" dt="2021-08-23T12:00:03.450" v="1088" actId="700"/>
          <ac:spMkLst>
            <pc:docMk/>
            <pc:sldMk cId="3775871403" sldId="1434"/>
            <ac:spMk id="9" creationId="{00000000-0000-0000-0000-000000000000}"/>
          </ac:spMkLst>
        </pc:spChg>
        <pc:spChg chg="mod">
          <ac:chgData name="Soumita Sengupta" userId="4afa6ce1-cb01-46c2-8538-4650222f0c96" providerId="ADAL" clId="{0A78EE60-BBCD-4A76-81BC-E7FB80E1D58E}" dt="2021-08-23T12:00:27.770" v="1094" actId="1076"/>
          <ac:spMkLst>
            <pc:docMk/>
            <pc:sldMk cId="3775871403" sldId="1434"/>
            <ac:spMk id="12" creationId="{22D153AA-7C04-4067-8571-D3BD8013E971}"/>
          </ac:spMkLst>
        </pc:spChg>
        <pc:spChg chg="mod">
          <ac:chgData name="Soumita Sengupta" userId="4afa6ce1-cb01-46c2-8538-4650222f0c96" providerId="ADAL" clId="{0A78EE60-BBCD-4A76-81BC-E7FB80E1D58E}" dt="2021-08-23T10:31:38.597" v="677" actId="21"/>
          <ac:spMkLst>
            <pc:docMk/>
            <pc:sldMk cId="3775871403" sldId="1434"/>
            <ac:spMk id="13" creationId="{8ACF8C8A-F9D5-420E-97AA-5EEBE37EDF45}"/>
          </ac:spMkLst>
        </pc:spChg>
        <pc:spChg chg="mod">
          <ac:chgData name="Soumita Sengupta" userId="4afa6ce1-cb01-46c2-8538-4650222f0c96" providerId="ADAL" clId="{0A78EE60-BBCD-4A76-81BC-E7FB80E1D58E}" dt="2021-08-23T12:00:24.623" v="1093" actId="1076"/>
          <ac:spMkLst>
            <pc:docMk/>
            <pc:sldMk cId="3775871403" sldId="1434"/>
            <ac:spMk id="15" creationId="{D35998FF-C74B-4C47-A881-2A0BB3239E0B}"/>
          </ac:spMkLst>
        </pc:spChg>
        <pc:picChg chg="del">
          <ac:chgData name="Soumita Sengupta" userId="4afa6ce1-cb01-46c2-8538-4650222f0c96" providerId="ADAL" clId="{0A78EE60-BBCD-4A76-81BC-E7FB80E1D58E}" dt="2021-08-23T10:30:02.427" v="658" actId="478"/>
          <ac:picMkLst>
            <pc:docMk/>
            <pc:sldMk cId="3775871403" sldId="1434"/>
            <ac:picMk id="6" creationId="{E7E99D2F-B8E9-4BD6-8E8B-ECFFE80B0665}"/>
          </ac:picMkLst>
        </pc:picChg>
        <pc:picChg chg="del">
          <ac:chgData name="Soumita Sengupta" userId="4afa6ce1-cb01-46c2-8538-4650222f0c96" providerId="ADAL" clId="{0A78EE60-BBCD-4A76-81BC-E7FB80E1D58E}" dt="2021-08-23T10:30:09.226" v="659" actId="478"/>
          <ac:picMkLst>
            <pc:docMk/>
            <pc:sldMk cId="3775871403" sldId="1434"/>
            <ac:picMk id="10" creationId="{DEA2FAD2-CF6A-4EB2-9CB5-D03818DA33FB}"/>
          </ac:picMkLst>
        </pc:picChg>
      </pc:sldChg>
      <pc:sldChg chg="addSp delSp modSp add mod modClrScheme chgLayout">
        <pc:chgData name="Soumita Sengupta" userId="4afa6ce1-cb01-46c2-8538-4650222f0c96" providerId="ADAL" clId="{0A78EE60-BBCD-4A76-81BC-E7FB80E1D58E}" dt="2021-08-23T12:18:12.468" v="1098" actId="478"/>
        <pc:sldMkLst>
          <pc:docMk/>
          <pc:sldMk cId="707183902" sldId="1435"/>
        </pc:sldMkLst>
        <pc:spChg chg="add del mod ord">
          <ac:chgData name="Soumita Sengupta" userId="4afa6ce1-cb01-46c2-8538-4650222f0c96" providerId="ADAL" clId="{0A78EE60-BBCD-4A76-81BC-E7FB80E1D58E}" dt="2021-08-23T12:18:12.468" v="1098" actId="478"/>
          <ac:spMkLst>
            <pc:docMk/>
            <pc:sldMk cId="707183902" sldId="1435"/>
            <ac:spMk id="2" creationId="{30EAC005-C1C9-4166-8AAC-4019A6B5E3FA}"/>
          </ac:spMkLst>
        </pc:spChg>
        <pc:spChg chg="add del mod ord">
          <ac:chgData name="Soumita Sengupta" userId="4afa6ce1-cb01-46c2-8538-4650222f0c96" providerId="ADAL" clId="{0A78EE60-BBCD-4A76-81BC-E7FB80E1D58E}" dt="2021-08-23T12:18:07.228" v="1096" actId="478"/>
          <ac:spMkLst>
            <pc:docMk/>
            <pc:sldMk cId="707183902" sldId="1435"/>
            <ac:spMk id="3" creationId="{61E12A14-EE53-4D97-95E6-F549850403F6}"/>
          </ac:spMkLst>
        </pc:spChg>
        <pc:spChg chg="mod ord">
          <ac:chgData name="Soumita Sengupta" userId="4afa6ce1-cb01-46c2-8538-4650222f0c96" providerId="ADAL" clId="{0A78EE60-BBCD-4A76-81BC-E7FB80E1D58E}" dt="2021-08-23T12:18:03.522" v="1095" actId="700"/>
          <ac:spMkLst>
            <pc:docMk/>
            <pc:sldMk cId="707183902" sldId="1435"/>
            <ac:spMk id="4" creationId="{00000000-0000-0000-0000-000000000000}"/>
          </ac:spMkLst>
        </pc:spChg>
        <pc:spChg chg="mod ord">
          <ac:chgData name="Soumita Sengupta" userId="4afa6ce1-cb01-46c2-8538-4650222f0c96" providerId="ADAL" clId="{0A78EE60-BBCD-4A76-81BC-E7FB80E1D58E}" dt="2021-08-23T12:18:03.522" v="1095" actId="700"/>
          <ac:spMkLst>
            <pc:docMk/>
            <pc:sldMk cId="707183902" sldId="1435"/>
            <ac:spMk id="9" creationId="{00000000-0000-0000-0000-000000000000}"/>
          </ac:spMkLst>
        </pc:spChg>
        <pc:spChg chg="mod">
          <ac:chgData name="Soumita Sengupta" userId="4afa6ce1-cb01-46c2-8538-4650222f0c96" providerId="ADAL" clId="{0A78EE60-BBCD-4A76-81BC-E7FB80E1D58E}" dt="2021-08-23T10:42:45" v="727" actId="33524"/>
          <ac:spMkLst>
            <pc:docMk/>
            <pc:sldMk cId="707183902" sldId="1435"/>
            <ac:spMk id="15" creationId="{D35998FF-C74B-4C47-A881-2A0BB3239E0B}"/>
          </ac:spMkLst>
        </pc:spChg>
        <pc:spChg chg="del">
          <ac:chgData name="Soumita Sengupta" userId="4afa6ce1-cb01-46c2-8538-4650222f0c96" providerId="ADAL" clId="{0A78EE60-BBCD-4A76-81BC-E7FB80E1D58E}" dt="2021-08-23T10:34:03.181" v="696" actId="478"/>
          <ac:spMkLst>
            <pc:docMk/>
            <pc:sldMk cId="707183902" sldId="1435"/>
            <ac:spMk id="16" creationId="{D4872EC0-5D64-4EA9-A7CF-1D31FB874C6D}"/>
          </ac:spMkLst>
        </pc:spChg>
        <pc:picChg chg="add mod">
          <ac:chgData name="Soumita Sengupta" userId="4afa6ce1-cb01-46c2-8538-4650222f0c96" providerId="ADAL" clId="{0A78EE60-BBCD-4A76-81BC-E7FB80E1D58E}" dt="2021-08-23T10:42:37.321" v="726" actId="1076"/>
          <ac:picMkLst>
            <pc:docMk/>
            <pc:sldMk cId="707183902" sldId="1435"/>
            <ac:picMk id="10" creationId="{AE893B6F-B003-408C-972A-89EE71CE3CF5}"/>
          </ac:picMkLst>
        </pc:picChg>
      </pc:sldChg>
      <pc:sldChg chg="addSp delSp modSp add mod modClrScheme chgLayout">
        <pc:chgData name="Soumita Sengupta" userId="4afa6ce1-cb01-46c2-8538-4650222f0c96" providerId="ADAL" clId="{0A78EE60-BBCD-4A76-81BC-E7FB80E1D58E}" dt="2021-08-23T12:18:26.764" v="1101" actId="478"/>
        <pc:sldMkLst>
          <pc:docMk/>
          <pc:sldMk cId="2259711440" sldId="1436"/>
        </pc:sldMkLst>
        <pc:spChg chg="add del mod ord">
          <ac:chgData name="Soumita Sengupta" userId="4afa6ce1-cb01-46c2-8538-4650222f0c96" providerId="ADAL" clId="{0A78EE60-BBCD-4A76-81BC-E7FB80E1D58E}" dt="2021-08-23T12:18:24.091" v="1100" actId="478"/>
          <ac:spMkLst>
            <pc:docMk/>
            <pc:sldMk cId="2259711440" sldId="1436"/>
            <ac:spMk id="2" creationId="{E35F405B-F276-47A5-9220-6A369FFE4141}"/>
          </ac:spMkLst>
        </pc:spChg>
        <pc:spChg chg="add del mod ord">
          <ac:chgData name="Soumita Sengupta" userId="4afa6ce1-cb01-46c2-8538-4650222f0c96" providerId="ADAL" clId="{0A78EE60-BBCD-4A76-81BC-E7FB80E1D58E}" dt="2021-08-23T12:18:26.764" v="1101" actId="478"/>
          <ac:spMkLst>
            <pc:docMk/>
            <pc:sldMk cId="2259711440" sldId="1436"/>
            <ac:spMk id="3" creationId="{34DF079F-25B5-4473-A4DD-7427616A2567}"/>
          </ac:spMkLst>
        </pc:spChg>
        <pc:spChg chg="mod ord">
          <ac:chgData name="Soumita Sengupta" userId="4afa6ce1-cb01-46c2-8538-4650222f0c96" providerId="ADAL" clId="{0A78EE60-BBCD-4A76-81BC-E7FB80E1D58E}" dt="2021-08-23T12:18:21.260" v="1099" actId="700"/>
          <ac:spMkLst>
            <pc:docMk/>
            <pc:sldMk cId="2259711440" sldId="1436"/>
            <ac:spMk id="4" creationId="{00000000-0000-0000-0000-000000000000}"/>
          </ac:spMkLst>
        </pc:spChg>
        <pc:spChg chg="mod ord">
          <ac:chgData name="Soumita Sengupta" userId="4afa6ce1-cb01-46c2-8538-4650222f0c96" providerId="ADAL" clId="{0A78EE60-BBCD-4A76-81BC-E7FB80E1D58E}" dt="2021-08-23T12:18:21.260" v="1099" actId="700"/>
          <ac:spMkLst>
            <pc:docMk/>
            <pc:sldMk cId="2259711440" sldId="1436"/>
            <ac:spMk id="9" creationId="{00000000-0000-0000-0000-000000000000}"/>
          </ac:spMkLst>
        </pc:spChg>
        <pc:spChg chg="mod">
          <ac:chgData name="Soumita Sengupta" userId="4afa6ce1-cb01-46c2-8538-4650222f0c96" providerId="ADAL" clId="{0A78EE60-BBCD-4A76-81BC-E7FB80E1D58E}" dt="2021-08-23T11:21:22.510" v="774" actId="1076"/>
          <ac:spMkLst>
            <pc:docMk/>
            <pc:sldMk cId="2259711440" sldId="1436"/>
            <ac:spMk id="13" creationId="{8ACF8C8A-F9D5-420E-97AA-5EEBE37EDF45}"/>
          </ac:spMkLst>
        </pc:spChg>
        <pc:spChg chg="del mod">
          <ac:chgData name="Soumita Sengupta" userId="4afa6ce1-cb01-46c2-8538-4650222f0c96" providerId="ADAL" clId="{0A78EE60-BBCD-4A76-81BC-E7FB80E1D58E}" dt="2021-08-23T10:43:01.251" v="730"/>
          <ac:spMkLst>
            <pc:docMk/>
            <pc:sldMk cId="2259711440" sldId="1436"/>
            <ac:spMk id="15" creationId="{D35998FF-C74B-4C47-A881-2A0BB3239E0B}"/>
          </ac:spMkLst>
        </pc:spChg>
        <pc:picChg chg="add mod">
          <ac:chgData name="Soumita Sengupta" userId="4afa6ce1-cb01-46c2-8538-4650222f0c96" providerId="ADAL" clId="{0A78EE60-BBCD-4A76-81BC-E7FB80E1D58E}" dt="2021-08-23T11:21:23.994" v="775" actId="1076"/>
          <ac:picMkLst>
            <pc:docMk/>
            <pc:sldMk cId="2259711440" sldId="1436"/>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51.702" v="1159" actId="1076"/>
        <pc:sldMkLst>
          <pc:docMk/>
          <pc:sldMk cId="446448066" sldId="1437"/>
        </pc:sldMkLst>
        <pc:spChg chg="add del mod ord">
          <ac:chgData name="Soumita Sengupta" userId="4afa6ce1-cb01-46c2-8538-4650222f0c96" providerId="ADAL" clId="{0A78EE60-BBCD-4A76-81BC-E7FB80E1D58E}" dt="2021-08-23T12:18:38.803" v="1105" actId="478"/>
          <ac:spMkLst>
            <pc:docMk/>
            <pc:sldMk cId="446448066" sldId="1437"/>
            <ac:spMk id="2" creationId="{0B8E06B9-6A98-4615-B8D4-D1A9C2B6A6F8}"/>
          </ac:spMkLst>
        </pc:spChg>
        <pc:spChg chg="add del mod ord">
          <ac:chgData name="Soumita Sengupta" userId="4afa6ce1-cb01-46c2-8538-4650222f0c96" providerId="ADAL" clId="{0A78EE60-BBCD-4A76-81BC-E7FB80E1D58E}" dt="2021-08-23T12:18:33.904" v="1103" actId="478"/>
          <ac:spMkLst>
            <pc:docMk/>
            <pc:sldMk cId="446448066" sldId="1437"/>
            <ac:spMk id="3" creationId="{0AB1599D-1843-4B12-8F2F-2663835017FA}"/>
          </ac:spMkLst>
        </pc:spChg>
        <pc:spChg chg="mod ord">
          <ac:chgData name="Soumita Sengupta" userId="4afa6ce1-cb01-46c2-8538-4650222f0c96" providerId="ADAL" clId="{0A78EE60-BBCD-4A76-81BC-E7FB80E1D58E}" dt="2021-08-23T12:18:31.104" v="1102" actId="700"/>
          <ac:spMkLst>
            <pc:docMk/>
            <pc:sldMk cId="446448066" sldId="1437"/>
            <ac:spMk id="4" creationId="{00000000-0000-0000-0000-000000000000}"/>
          </ac:spMkLst>
        </pc:spChg>
        <pc:spChg chg="mod ord">
          <ac:chgData name="Soumita Sengupta" userId="4afa6ce1-cb01-46c2-8538-4650222f0c96" providerId="ADAL" clId="{0A78EE60-BBCD-4A76-81BC-E7FB80E1D58E}" dt="2021-08-23T12:18:31.104" v="1102" actId="700"/>
          <ac:spMkLst>
            <pc:docMk/>
            <pc:sldMk cId="446448066" sldId="1437"/>
            <ac:spMk id="9" creationId="{00000000-0000-0000-0000-000000000000}"/>
          </ac:spMkLst>
        </pc:spChg>
        <pc:spChg chg="mod">
          <ac:chgData name="Soumita Sengupta" userId="4afa6ce1-cb01-46c2-8538-4650222f0c96" providerId="ADAL" clId="{0A78EE60-BBCD-4A76-81BC-E7FB80E1D58E}" dt="2021-08-23T11:24:02.690" v="796" actId="1076"/>
          <ac:spMkLst>
            <pc:docMk/>
            <pc:sldMk cId="446448066" sldId="1437"/>
            <ac:spMk id="13" creationId="{8ACF8C8A-F9D5-420E-97AA-5EEBE37EDF45}"/>
          </ac:spMkLst>
        </pc:spChg>
        <pc:graphicFrameChg chg="add mod modGraphic">
          <ac:chgData name="Soumita Sengupta" userId="4afa6ce1-cb01-46c2-8538-4650222f0c96" providerId="ADAL" clId="{0A78EE60-BBCD-4A76-81BC-E7FB80E1D58E}" dt="2021-08-24T03:07:51.702" v="1159" actId="1076"/>
          <ac:graphicFrameMkLst>
            <pc:docMk/>
            <pc:sldMk cId="446448066" sldId="1437"/>
            <ac:graphicFrameMk id="11" creationId="{E75C991E-A708-47B2-A098-13EDAE73E63C}"/>
          </ac:graphicFrameMkLst>
        </pc:graphicFrameChg>
        <pc:picChg chg="del">
          <ac:chgData name="Soumita Sengupta" userId="4afa6ce1-cb01-46c2-8538-4650222f0c96" providerId="ADAL" clId="{0A78EE60-BBCD-4A76-81BC-E7FB80E1D58E}" dt="2021-08-23T10:46:23.475" v="753" actId="478"/>
          <ac:picMkLst>
            <pc:docMk/>
            <pc:sldMk cId="446448066" sldId="1437"/>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25.711" v="1156" actId="1076"/>
        <pc:sldMkLst>
          <pc:docMk/>
          <pc:sldMk cId="3714464262" sldId="1438"/>
        </pc:sldMkLst>
        <pc:spChg chg="mod ord">
          <ac:chgData name="Soumita Sengupta" userId="4afa6ce1-cb01-46c2-8538-4650222f0c96" providerId="ADAL" clId="{0A78EE60-BBCD-4A76-81BC-E7FB80E1D58E}" dt="2021-08-23T12:18:55.432" v="1109" actId="700"/>
          <ac:spMkLst>
            <pc:docMk/>
            <pc:sldMk cId="3714464262" sldId="1438"/>
            <ac:spMk id="4" creationId="{00000000-0000-0000-0000-000000000000}"/>
          </ac:spMkLst>
        </pc:spChg>
        <pc:spChg chg="add del mod ord">
          <ac:chgData name="Soumita Sengupta" userId="4afa6ce1-cb01-46c2-8538-4650222f0c96" providerId="ADAL" clId="{0A78EE60-BBCD-4A76-81BC-E7FB80E1D58E}" dt="2021-08-23T12:19:04.993" v="1113" actId="478"/>
          <ac:spMkLst>
            <pc:docMk/>
            <pc:sldMk cId="3714464262" sldId="1438"/>
            <ac:spMk id="5" creationId="{FFD7F6A1-E7F6-476B-A519-6F6F83942A91}"/>
          </ac:spMkLst>
        </pc:spChg>
        <pc:spChg chg="add del mod ord">
          <ac:chgData name="Soumita Sengupta" userId="4afa6ce1-cb01-46c2-8538-4650222f0c96" providerId="ADAL" clId="{0A78EE60-BBCD-4A76-81BC-E7FB80E1D58E}" dt="2021-08-23T12:18:58.857" v="1110" actId="478"/>
          <ac:spMkLst>
            <pc:docMk/>
            <pc:sldMk cId="3714464262" sldId="1438"/>
            <ac:spMk id="6" creationId="{B783C390-7257-4BC1-9503-3E57A40E8F8F}"/>
          </ac:spMkLst>
        </pc:spChg>
        <pc:spChg chg="mod ord">
          <ac:chgData name="Soumita Sengupta" userId="4afa6ce1-cb01-46c2-8538-4650222f0c96" providerId="ADAL" clId="{0A78EE60-BBCD-4A76-81BC-E7FB80E1D58E}" dt="2021-08-23T12:18:55.432" v="1109" actId="700"/>
          <ac:spMkLst>
            <pc:docMk/>
            <pc:sldMk cId="3714464262" sldId="1438"/>
            <ac:spMk id="9" creationId="{00000000-0000-0000-0000-000000000000}"/>
          </ac:spMkLst>
        </pc:spChg>
        <pc:spChg chg="add del">
          <ac:chgData name="Soumita Sengupta" userId="4afa6ce1-cb01-46c2-8538-4650222f0c96" providerId="ADAL" clId="{0A78EE60-BBCD-4A76-81BC-E7FB80E1D58E}" dt="2021-08-23T11:27:00.445" v="831" actId="22"/>
          <ac:spMkLst>
            <pc:docMk/>
            <pc:sldMk cId="3714464262" sldId="1438"/>
            <ac:spMk id="10" creationId="{5A1B6AC9-B753-441C-878E-FD59708486B8}"/>
          </ac:spMkLst>
        </pc:spChg>
        <pc:spChg chg="mod">
          <ac:chgData name="Soumita Sengupta" userId="4afa6ce1-cb01-46c2-8538-4650222f0c96" providerId="ADAL" clId="{0A78EE60-BBCD-4A76-81BC-E7FB80E1D58E}" dt="2021-08-23T12:19:02.979" v="1112" actId="1076"/>
          <ac:spMkLst>
            <pc:docMk/>
            <pc:sldMk cId="3714464262" sldId="1438"/>
            <ac:spMk id="12" creationId="{22D153AA-7C04-4067-8571-D3BD8013E971}"/>
          </ac:spMkLst>
        </pc:spChg>
        <pc:spChg chg="del">
          <ac:chgData name="Soumita Sengupta" userId="4afa6ce1-cb01-46c2-8538-4650222f0c96" providerId="ADAL" clId="{0A78EE60-BBCD-4A76-81BC-E7FB80E1D58E}" dt="2021-08-23T11:22:33.314" v="776" actId="478"/>
          <ac:spMkLst>
            <pc:docMk/>
            <pc:sldMk cId="3714464262" sldId="1438"/>
            <ac:spMk id="13" creationId="{8ACF8C8A-F9D5-420E-97AA-5EEBE37EDF45}"/>
          </ac:spMkLst>
        </pc:spChg>
        <pc:spChg chg="add mod">
          <ac:chgData name="Soumita Sengupta" userId="4afa6ce1-cb01-46c2-8538-4650222f0c96" providerId="ADAL" clId="{0A78EE60-BBCD-4A76-81BC-E7FB80E1D58E}" dt="2021-08-24T03:07:25.711" v="1156" actId="1076"/>
          <ac:spMkLst>
            <pc:docMk/>
            <pc:sldMk cId="3714464262" sldId="1438"/>
            <ac:spMk id="14" creationId="{07BCC080-47BC-4B2F-9817-971974A93E51}"/>
          </ac:spMkLst>
        </pc:spChg>
        <pc:graphicFrameChg chg="del modGraphic">
          <ac:chgData name="Soumita Sengupta" userId="4afa6ce1-cb01-46c2-8538-4650222f0c96" providerId="ADAL" clId="{0A78EE60-BBCD-4A76-81BC-E7FB80E1D58E}" dt="2021-08-23T11:21:02.620" v="773" actId="478"/>
          <ac:graphicFrameMkLst>
            <pc:docMk/>
            <pc:sldMk cId="3714464262" sldId="1438"/>
            <ac:graphicFrameMk id="11" creationId="{E75C991E-A708-47B2-A098-13EDAE73E63C}"/>
          </ac:graphicFrameMkLst>
        </pc:graphicFrameChg>
      </pc:sldChg>
      <pc:sldChg chg="addSp delSp modSp add mod ord modClrScheme chgLayout">
        <pc:chgData name="Soumita Sengupta" userId="4afa6ce1-cb01-46c2-8538-4650222f0c96" providerId="ADAL" clId="{0A78EE60-BBCD-4A76-81BC-E7FB80E1D58E}" dt="2021-08-23T12:18:50.858" v="1108" actId="478"/>
        <pc:sldMkLst>
          <pc:docMk/>
          <pc:sldMk cId="3172902306" sldId="1439"/>
        </pc:sldMkLst>
        <pc:spChg chg="add del mod ord">
          <ac:chgData name="Soumita Sengupta" userId="4afa6ce1-cb01-46c2-8538-4650222f0c96" providerId="ADAL" clId="{0A78EE60-BBCD-4A76-81BC-E7FB80E1D58E}" dt="2021-08-23T12:18:50.858" v="1108" actId="478"/>
          <ac:spMkLst>
            <pc:docMk/>
            <pc:sldMk cId="3172902306" sldId="1439"/>
            <ac:spMk id="3" creationId="{54D38B3E-B30A-43BC-960B-C1336F8852F9}"/>
          </ac:spMkLst>
        </pc:spChg>
        <pc:spChg chg="mod ord">
          <ac:chgData name="Soumita Sengupta" userId="4afa6ce1-cb01-46c2-8538-4650222f0c96" providerId="ADAL" clId="{0A78EE60-BBCD-4A76-81BC-E7FB80E1D58E}" dt="2021-08-23T12:18:45.345" v="1106" actId="700"/>
          <ac:spMkLst>
            <pc:docMk/>
            <pc:sldMk cId="3172902306" sldId="1439"/>
            <ac:spMk id="4" creationId="{00000000-0000-0000-0000-000000000000}"/>
          </ac:spMkLst>
        </pc:spChg>
        <pc:spChg chg="add del mod ord">
          <ac:chgData name="Soumita Sengupta" userId="4afa6ce1-cb01-46c2-8538-4650222f0c96" providerId="ADAL" clId="{0A78EE60-BBCD-4A76-81BC-E7FB80E1D58E}" dt="2021-08-23T12:18:47.894" v="1107" actId="478"/>
          <ac:spMkLst>
            <pc:docMk/>
            <pc:sldMk cId="3172902306" sldId="1439"/>
            <ac:spMk id="5" creationId="{25D22E63-CFD1-4102-81D5-B70E3D93C6D4}"/>
          </ac:spMkLst>
        </pc:spChg>
        <pc:spChg chg="mod ord">
          <ac:chgData name="Soumita Sengupta" userId="4afa6ce1-cb01-46c2-8538-4650222f0c96" providerId="ADAL" clId="{0A78EE60-BBCD-4A76-81BC-E7FB80E1D58E}" dt="2021-08-23T12:18:45.345" v="1106" actId="700"/>
          <ac:spMkLst>
            <pc:docMk/>
            <pc:sldMk cId="3172902306" sldId="1439"/>
            <ac:spMk id="9" creationId="{00000000-0000-0000-0000-000000000000}"/>
          </ac:spMkLst>
        </pc:spChg>
        <pc:spChg chg="del">
          <ac:chgData name="Soumita Sengupta" userId="4afa6ce1-cb01-46c2-8538-4650222f0c96" providerId="ADAL" clId="{0A78EE60-BBCD-4A76-81BC-E7FB80E1D58E}" dt="2021-08-23T11:23:20.058" v="783" actId="478"/>
          <ac:spMkLst>
            <pc:docMk/>
            <pc:sldMk cId="3172902306" sldId="1439"/>
            <ac:spMk id="13" creationId="{8ACF8C8A-F9D5-420E-97AA-5EEBE37EDF45}"/>
          </ac:spMkLst>
        </pc:spChg>
        <pc:graphicFrameChg chg="add del mod">
          <ac:chgData name="Soumita Sengupta" userId="4afa6ce1-cb01-46c2-8538-4650222f0c96" providerId="ADAL" clId="{0A78EE60-BBCD-4A76-81BC-E7FB80E1D58E}" dt="2021-08-23T11:24:29.715" v="800"/>
          <ac:graphicFrameMkLst>
            <pc:docMk/>
            <pc:sldMk cId="3172902306" sldId="1439"/>
            <ac:graphicFrameMk id="10" creationId="{4CE5765B-2531-4ECF-A3C7-6D6926D71D62}"/>
          </ac:graphicFrameMkLst>
        </pc:graphicFrameChg>
        <pc:graphicFrameChg chg="del">
          <ac:chgData name="Soumita Sengupta" userId="4afa6ce1-cb01-46c2-8538-4650222f0c96" providerId="ADAL" clId="{0A78EE60-BBCD-4A76-81BC-E7FB80E1D58E}" dt="2021-08-23T11:23:17.419" v="782" actId="478"/>
          <ac:graphicFrameMkLst>
            <pc:docMk/>
            <pc:sldMk cId="3172902306" sldId="1439"/>
            <ac:graphicFrameMk id="11" creationId="{E75C991E-A708-47B2-A098-13EDAE73E63C}"/>
          </ac:graphicFrameMkLst>
        </pc:graphicFrameChg>
        <pc:graphicFrameChg chg="add mod modGraphic">
          <ac:chgData name="Soumita Sengupta" userId="4afa6ce1-cb01-46c2-8538-4650222f0c96" providerId="ADAL" clId="{0A78EE60-BBCD-4A76-81BC-E7FB80E1D58E}" dt="2021-08-23T11:26:28.061" v="829" actId="1076"/>
          <ac:graphicFrameMkLst>
            <pc:docMk/>
            <pc:sldMk cId="3172902306" sldId="1439"/>
            <ac:graphicFrameMk id="14" creationId="{60E2BBB5-1AAD-4777-8189-A655B1F417F4}"/>
          </ac:graphicFrameMkLst>
        </pc:graphicFrameChg>
        <pc:picChg chg="add del">
          <ac:chgData name="Soumita Sengupta" userId="4afa6ce1-cb01-46c2-8538-4650222f0c96" providerId="ADAL" clId="{0A78EE60-BBCD-4A76-81BC-E7FB80E1D58E}" dt="2021-08-23T11:24:30.978" v="802"/>
          <ac:picMkLst>
            <pc:docMk/>
            <pc:sldMk cId="3172902306" sldId="1439"/>
            <ac:picMk id="2" creationId="{D4DA24CB-7809-4A47-B7E6-2747D09712AF}"/>
          </ac:picMkLst>
        </pc:picChg>
      </pc:sldChg>
      <pc:sldChg chg="addSp delSp modSp add mod modClrScheme chgLayout">
        <pc:chgData name="Soumita Sengupta" userId="4afa6ce1-cb01-46c2-8538-4650222f0c96" providerId="ADAL" clId="{0A78EE60-BBCD-4A76-81BC-E7FB80E1D58E}" dt="2021-08-23T12:19:15.777" v="1117" actId="478"/>
        <pc:sldMkLst>
          <pc:docMk/>
          <pc:sldMk cId="3568035736" sldId="1440"/>
        </pc:sldMkLst>
        <pc:spChg chg="mod ord">
          <ac:chgData name="Soumita Sengupta" userId="4afa6ce1-cb01-46c2-8538-4650222f0c96" providerId="ADAL" clId="{0A78EE60-BBCD-4A76-81BC-E7FB80E1D58E}" dt="2021-08-23T12:19:09.817" v="1114" actId="700"/>
          <ac:spMkLst>
            <pc:docMk/>
            <pc:sldMk cId="3568035736" sldId="1440"/>
            <ac:spMk id="4" creationId="{00000000-0000-0000-0000-000000000000}"/>
          </ac:spMkLst>
        </pc:spChg>
        <pc:spChg chg="add del mod ord">
          <ac:chgData name="Soumita Sengupta" userId="4afa6ce1-cb01-46c2-8538-4650222f0c96" providerId="ADAL" clId="{0A78EE60-BBCD-4A76-81BC-E7FB80E1D58E}" dt="2021-08-23T12:19:15.777" v="1117" actId="478"/>
          <ac:spMkLst>
            <pc:docMk/>
            <pc:sldMk cId="3568035736" sldId="1440"/>
            <ac:spMk id="5" creationId="{20010C12-6144-43DA-BD69-67BAC9674F41}"/>
          </ac:spMkLst>
        </pc:spChg>
        <pc:spChg chg="add del mod ord">
          <ac:chgData name="Soumita Sengupta" userId="4afa6ce1-cb01-46c2-8538-4650222f0c96" providerId="ADAL" clId="{0A78EE60-BBCD-4A76-81BC-E7FB80E1D58E}" dt="2021-08-23T12:19:12.160" v="1115" actId="478"/>
          <ac:spMkLst>
            <pc:docMk/>
            <pc:sldMk cId="3568035736" sldId="1440"/>
            <ac:spMk id="6" creationId="{9A90CBB9-2629-4545-9B3F-84CE84B27E96}"/>
          </ac:spMkLst>
        </pc:spChg>
        <pc:spChg chg="mod ord">
          <ac:chgData name="Soumita Sengupta" userId="4afa6ce1-cb01-46c2-8538-4650222f0c96" providerId="ADAL" clId="{0A78EE60-BBCD-4A76-81BC-E7FB80E1D58E}" dt="2021-08-23T12:19:09.817" v="1114" actId="700"/>
          <ac:spMkLst>
            <pc:docMk/>
            <pc:sldMk cId="3568035736" sldId="1440"/>
            <ac:spMk id="9" creationId="{00000000-0000-0000-0000-000000000000}"/>
          </ac:spMkLst>
        </pc:spChg>
        <pc:spChg chg="add del">
          <ac:chgData name="Soumita Sengupta" userId="4afa6ce1-cb01-46c2-8538-4650222f0c96" providerId="ADAL" clId="{0A78EE60-BBCD-4A76-81BC-E7FB80E1D58E}" dt="2021-08-23T11:29:57.177" v="859" actId="22"/>
          <ac:spMkLst>
            <pc:docMk/>
            <pc:sldMk cId="3568035736" sldId="1440"/>
            <ac:spMk id="10" creationId="{3092B2F5-EBD1-4350-8176-741A9264B25E}"/>
          </ac:spMkLst>
        </pc:spChg>
        <pc:spChg chg="add mod">
          <ac:chgData name="Soumita Sengupta" userId="4afa6ce1-cb01-46c2-8538-4650222f0c96" providerId="ADAL" clId="{0A78EE60-BBCD-4A76-81BC-E7FB80E1D58E}" dt="2021-08-23T11:30:48.183" v="879" actId="1076"/>
          <ac:spMkLst>
            <pc:docMk/>
            <pc:sldMk cId="3568035736" sldId="1440"/>
            <ac:spMk id="11" creationId="{1E09815E-38A2-44A7-926C-CD1E4B0A7838}"/>
          </ac:spMkLst>
        </pc:spChg>
        <pc:spChg chg="del mod">
          <ac:chgData name="Soumita Sengupta" userId="4afa6ce1-cb01-46c2-8538-4650222f0c96" providerId="ADAL" clId="{0A78EE60-BBCD-4A76-81BC-E7FB80E1D58E}" dt="2021-08-23T11:29:40.158" v="857"/>
          <ac:spMkLst>
            <pc:docMk/>
            <pc:sldMk cId="3568035736" sldId="1440"/>
            <ac:spMk id="14" creationId="{07BCC080-47BC-4B2F-9817-971974A93E51}"/>
          </ac:spMkLst>
        </pc:spChg>
      </pc:sldChg>
      <pc:sldChg chg="addSp delSp modSp add mod modClrScheme chgLayout">
        <pc:chgData name="Soumita Sengupta" userId="4afa6ce1-cb01-46c2-8538-4650222f0c96" providerId="ADAL" clId="{0A78EE60-BBCD-4A76-81BC-E7FB80E1D58E}" dt="2021-08-23T12:19:26.936" v="1120" actId="478"/>
        <pc:sldMkLst>
          <pc:docMk/>
          <pc:sldMk cId="68183755" sldId="1441"/>
        </pc:sldMkLst>
        <pc:spChg chg="add del mod ord">
          <ac:chgData name="Soumita Sengupta" userId="4afa6ce1-cb01-46c2-8538-4650222f0c96" providerId="ADAL" clId="{0A78EE60-BBCD-4A76-81BC-E7FB80E1D58E}" dt="2021-08-23T12:19:26.936" v="1120" actId="478"/>
          <ac:spMkLst>
            <pc:docMk/>
            <pc:sldMk cId="68183755" sldId="1441"/>
            <ac:spMk id="2" creationId="{6ACB1106-D684-4AA8-BAFA-0B43AF735390}"/>
          </ac:spMkLst>
        </pc:spChg>
        <pc:spChg chg="add del mod ord">
          <ac:chgData name="Soumita Sengupta" userId="4afa6ce1-cb01-46c2-8538-4650222f0c96" providerId="ADAL" clId="{0A78EE60-BBCD-4A76-81BC-E7FB80E1D58E}" dt="2021-08-23T12:19:23.940" v="1119" actId="478"/>
          <ac:spMkLst>
            <pc:docMk/>
            <pc:sldMk cId="68183755" sldId="1441"/>
            <ac:spMk id="3" creationId="{341B1FBE-C354-430D-8FE5-E8DEA0B383C1}"/>
          </ac:spMkLst>
        </pc:spChg>
        <pc:spChg chg="mod ord">
          <ac:chgData name="Soumita Sengupta" userId="4afa6ce1-cb01-46c2-8538-4650222f0c96" providerId="ADAL" clId="{0A78EE60-BBCD-4A76-81BC-E7FB80E1D58E}" dt="2021-08-23T12:19:19.518" v="1118" actId="700"/>
          <ac:spMkLst>
            <pc:docMk/>
            <pc:sldMk cId="68183755" sldId="1441"/>
            <ac:spMk id="4" creationId="{00000000-0000-0000-0000-000000000000}"/>
          </ac:spMkLst>
        </pc:spChg>
        <pc:spChg chg="mod ord">
          <ac:chgData name="Soumita Sengupta" userId="4afa6ce1-cb01-46c2-8538-4650222f0c96" providerId="ADAL" clId="{0A78EE60-BBCD-4A76-81BC-E7FB80E1D58E}" dt="2021-08-23T12:19:19.518" v="1118" actId="700"/>
          <ac:spMkLst>
            <pc:docMk/>
            <pc:sldMk cId="68183755" sldId="1441"/>
            <ac:spMk id="9" creationId="{00000000-0000-0000-0000-000000000000}"/>
          </ac:spMkLst>
        </pc:spChg>
        <pc:spChg chg="mod">
          <ac:chgData name="Soumita Sengupta" userId="4afa6ce1-cb01-46c2-8538-4650222f0c96" providerId="ADAL" clId="{0A78EE60-BBCD-4A76-81BC-E7FB80E1D58E}" dt="2021-08-23T11:32:08.855" v="898" actId="14100"/>
          <ac:spMkLst>
            <pc:docMk/>
            <pc:sldMk cId="68183755" sldId="1441"/>
            <ac:spMk id="11" creationId="{1E09815E-38A2-44A7-926C-CD1E4B0A7838}"/>
          </ac:spMkLst>
        </pc:spChg>
        <pc:picChg chg="add mod">
          <ac:chgData name="Soumita Sengupta" userId="4afa6ce1-cb01-46c2-8538-4650222f0c96" providerId="ADAL" clId="{0A78EE60-BBCD-4A76-81BC-E7FB80E1D58E}" dt="2021-08-23T11:31:52.713" v="897" actId="1076"/>
          <ac:picMkLst>
            <pc:docMk/>
            <pc:sldMk cId="68183755" sldId="1441"/>
            <ac:picMk id="7" creationId="{6DF998C1-9EEB-4C68-9CF2-52F47ACA0A9D}"/>
          </ac:picMkLst>
        </pc:picChg>
      </pc:sldChg>
      <pc:sldChg chg="addSp delSp modSp add mod modClrScheme chgLayout">
        <pc:chgData name="Soumita Sengupta" userId="4afa6ce1-cb01-46c2-8538-4650222f0c96" providerId="ADAL" clId="{0A78EE60-BBCD-4A76-81BC-E7FB80E1D58E}" dt="2021-08-23T12:26:21.504" v="1143" actId="1076"/>
        <pc:sldMkLst>
          <pc:docMk/>
          <pc:sldMk cId="2346687962" sldId="1442"/>
        </pc:sldMkLst>
        <pc:spChg chg="add del mod ord">
          <ac:chgData name="Soumita Sengupta" userId="4afa6ce1-cb01-46c2-8538-4650222f0c96" providerId="ADAL" clId="{0A78EE60-BBCD-4A76-81BC-E7FB80E1D58E}" dt="2021-08-23T12:19:43.912" v="1125" actId="478"/>
          <ac:spMkLst>
            <pc:docMk/>
            <pc:sldMk cId="2346687962" sldId="1442"/>
            <ac:spMk id="2" creationId="{82FF8851-06E9-4D40-8368-343970A7F312}"/>
          </ac:spMkLst>
        </pc:spChg>
        <pc:spChg chg="add del mod ord">
          <ac:chgData name="Soumita Sengupta" userId="4afa6ce1-cb01-46c2-8538-4650222f0c96" providerId="ADAL" clId="{0A78EE60-BBCD-4A76-81BC-E7FB80E1D58E}" dt="2021-08-23T12:19:36.586" v="1122" actId="478"/>
          <ac:spMkLst>
            <pc:docMk/>
            <pc:sldMk cId="2346687962" sldId="1442"/>
            <ac:spMk id="3" creationId="{1FDC286C-C4D1-4940-8B40-E16BFC32B821}"/>
          </ac:spMkLst>
        </pc:spChg>
        <pc:spChg chg="mod ord">
          <ac:chgData name="Soumita Sengupta" userId="4afa6ce1-cb01-46c2-8538-4650222f0c96" providerId="ADAL" clId="{0A78EE60-BBCD-4A76-81BC-E7FB80E1D58E}" dt="2021-08-23T12:19:32.797" v="1121" actId="700"/>
          <ac:spMkLst>
            <pc:docMk/>
            <pc:sldMk cId="2346687962" sldId="1442"/>
            <ac:spMk id="4" creationId="{00000000-0000-0000-0000-000000000000}"/>
          </ac:spMkLst>
        </pc:spChg>
        <pc:spChg chg="mod ord">
          <ac:chgData name="Soumita Sengupta" userId="4afa6ce1-cb01-46c2-8538-4650222f0c96" providerId="ADAL" clId="{0A78EE60-BBCD-4A76-81BC-E7FB80E1D58E}" dt="2021-08-23T12:19:32.797" v="1121" actId="700"/>
          <ac:spMkLst>
            <pc:docMk/>
            <pc:sldMk cId="2346687962" sldId="1442"/>
            <ac:spMk id="9" creationId="{00000000-0000-0000-0000-000000000000}"/>
          </ac:spMkLst>
        </pc:spChg>
        <pc:spChg chg="mod">
          <ac:chgData name="Soumita Sengupta" userId="4afa6ce1-cb01-46c2-8538-4650222f0c96" providerId="ADAL" clId="{0A78EE60-BBCD-4A76-81BC-E7FB80E1D58E}" dt="2021-08-23T12:26:15.267" v="1140" actId="1076"/>
          <ac:spMkLst>
            <pc:docMk/>
            <pc:sldMk cId="2346687962" sldId="1442"/>
            <ac:spMk id="11" creationId="{1E09815E-38A2-44A7-926C-CD1E4B0A7838}"/>
          </ac:spMkLst>
        </pc:spChg>
        <pc:spChg chg="add del">
          <ac:chgData name="Soumita Sengupta" userId="4afa6ce1-cb01-46c2-8538-4650222f0c96" providerId="ADAL" clId="{0A78EE60-BBCD-4A76-81BC-E7FB80E1D58E}" dt="2021-08-23T12:19:41.249" v="1124" actId="478"/>
          <ac:spMkLst>
            <pc:docMk/>
            <pc:sldMk cId="2346687962" sldId="1442"/>
            <ac:spMk id="12" creationId="{22D153AA-7C04-4067-8571-D3BD8013E971}"/>
          </ac:spMkLst>
        </pc:spChg>
        <pc:picChg chg="del">
          <ac:chgData name="Soumita Sengupta" userId="4afa6ce1-cb01-46c2-8538-4650222f0c96" providerId="ADAL" clId="{0A78EE60-BBCD-4A76-81BC-E7FB80E1D58E}" dt="2021-08-23T11:32:36.091" v="900" actId="478"/>
          <ac:picMkLst>
            <pc:docMk/>
            <pc:sldMk cId="2346687962" sldId="1442"/>
            <ac:picMk id="7" creationId="{6DF998C1-9EEB-4C68-9CF2-52F47ACA0A9D}"/>
          </ac:picMkLst>
        </pc:picChg>
        <pc:picChg chg="add mod">
          <ac:chgData name="Soumita Sengupta" userId="4afa6ce1-cb01-46c2-8538-4650222f0c96" providerId="ADAL" clId="{0A78EE60-BBCD-4A76-81BC-E7FB80E1D58E}" dt="2021-08-23T12:26:21.504" v="1143" actId="1076"/>
          <ac:picMkLst>
            <pc:docMk/>
            <pc:sldMk cId="2346687962" sldId="1442"/>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0.858" v="1138" actId="1076"/>
        <pc:sldMkLst>
          <pc:docMk/>
          <pc:sldMk cId="2260615317" sldId="1443"/>
        </pc:sldMkLst>
        <pc:spChg chg="add del mod ord">
          <ac:chgData name="Soumita Sengupta" userId="4afa6ce1-cb01-46c2-8538-4650222f0c96" providerId="ADAL" clId="{0A78EE60-BBCD-4A76-81BC-E7FB80E1D58E}" dt="2021-08-23T12:21:17.256" v="1130" actId="478"/>
          <ac:spMkLst>
            <pc:docMk/>
            <pc:sldMk cId="2260615317" sldId="1443"/>
            <ac:spMk id="2" creationId="{904230B4-EE88-422E-A126-A2F16BC144B7}"/>
          </ac:spMkLst>
        </pc:spChg>
        <pc:spChg chg="add del mod ord">
          <ac:chgData name="Soumita Sengupta" userId="4afa6ce1-cb01-46c2-8538-4650222f0c96" providerId="ADAL" clId="{0A78EE60-BBCD-4A76-81BC-E7FB80E1D58E}" dt="2021-08-23T12:21:07.035" v="1127" actId="478"/>
          <ac:spMkLst>
            <pc:docMk/>
            <pc:sldMk cId="2260615317" sldId="1443"/>
            <ac:spMk id="3" creationId="{643BBF1A-7651-4BF9-9EA4-AE133BC36745}"/>
          </ac:spMkLst>
        </pc:spChg>
        <pc:spChg chg="mod ord">
          <ac:chgData name="Soumita Sengupta" userId="4afa6ce1-cb01-46c2-8538-4650222f0c96" providerId="ADAL" clId="{0A78EE60-BBCD-4A76-81BC-E7FB80E1D58E}" dt="2021-08-23T12:21:04.443" v="1126" actId="700"/>
          <ac:spMkLst>
            <pc:docMk/>
            <pc:sldMk cId="2260615317" sldId="1443"/>
            <ac:spMk id="4" creationId="{00000000-0000-0000-0000-000000000000}"/>
          </ac:spMkLst>
        </pc:spChg>
        <pc:spChg chg="mod ord">
          <ac:chgData name="Soumita Sengupta" userId="4afa6ce1-cb01-46c2-8538-4650222f0c96" providerId="ADAL" clId="{0A78EE60-BBCD-4A76-81BC-E7FB80E1D58E}" dt="2021-08-23T12:21:04.443" v="1126" actId="700"/>
          <ac:spMkLst>
            <pc:docMk/>
            <pc:sldMk cId="2260615317" sldId="1443"/>
            <ac:spMk id="9" creationId="{00000000-0000-0000-0000-000000000000}"/>
          </ac:spMkLst>
        </pc:spChg>
        <pc:spChg chg="mod">
          <ac:chgData name="Soumita Sengupta" userId="4afa6ce1-cb01-46c2-8538-4650222f0c96" providerId="ADAL" clId="{0A78EE60-BBCD-4A76-81BC-E7FB80E1D58E}" dt="2021-08-23T12:25:57.771" v="1137" actId="1076"/>
          <ac:spMkLst>
            <pc:docMk/>
            <pc:sldMk cId="2260615317" sldId="1443"/>
            <ac:spMk id="11" creationId="{1E09815E-38A2-44A7-926C-CD1E4B0A7838}"/>
          </ac:spMkLst>
        </pc:spChg>
        <pc:spChg chg="add del">
          <ac:chgData name="Soumita Sengupta" userId="4afa6ce1-cb01-46c2-8538-4650222f0c96" providerId="ADAL" clId="{0A78EE60-BBCD-4A76-81BC-E7FB80E1D58E}" dt="2021-08-23T12:21:13.946" v="1129" actId="478"/>
          <ac:spMkLst>
            <pc:docMk/>
            <pc:sldMk cId="2260615317" sldId="1443"/>
            <ac:spMk id="12" creationId="{22D153AA-7C04-4067-8571-D3BD8013E971}"/>
          </ac:spMkLst>
        </pc:spChg>
        <pc:graphicFrameChg chg="add mod modGraphic">
          <ac:chgData name="Soumita Sengupta" userId="4afa6ce1-cb01-46c2-8538-4650222f0c96" providerId="ADAL" clId="{0A78EE60-BBCD-4A76-81BC-E7FB80E1D58E}" dt="2021-08-23T12:26:00.858" v="1138" actId="1076"/>
          <ac:graphicFrameMkLst>
            <pc:docMk/>
            <pc:sldMk cId="2260615317" sldId="1443"/>
            <ac:graphicFrameMk id="13" creationId="{7A34417B-F59A-4522-85A5-1AB0115EB122}"/>
          </ac:graphicFrameMkLst>
        </pc:graphicFrameChg>
        <pc:picChg chg="del">
          <ac:chgData name="Soumita Sengupta" userId="4afa6ce1-cb01-46c2-8538-4650222f0c96" providerId="ADAL" clId="{0A78EE60-BBCD-4A76-81BC-E7FB80E1D58E}" dt="2021-08-23T11:36:20.047" v="921" actId="478"/>
          <ac:picMkLst>
            <pc:docMk/>
            <pc:sldMk cId="2260615317" sldId="1443"/>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6.912" v="1139" actId="1076"/>
        <pc:sldMkLst>
          <pc:docMk/>
          <pc:sldMk cId="1700556363" sldId="1444"/>
        </pc:sldMkLst>
        <pc:spChg chg="add del mod ord">
          <ac:chgData name="Soumita Sengupta" userId="4afa6ce1-cb01-46c2-8538-4650222f0c96" providerId="ADAL" clId="{0A78EE60-BBCD-4A76-81BC-E7FB80E1D58E}" dt="2021-08-23T12:25:35.783" v="1132" actId="478"/>
          <ac:spMkLst>
            <pc:docMk/>
            <pc:sldMk cId="1700556363" sldId="1444"/>
            <ac:spMk id="2" creationId="{AA149F04-6639-4D61-B871-0223BBAFF1D1}"/>
          </ac:spMkLst>
        </pc:spChg>
        <pc:spChg chg="add del mod ord">
          <ac:chgData name="Soumita Sengupta" userId="4afa6ce1-cb01-46c2-8538-4650222f0c96" providerId="ADAL" clId="{0A78EE60-BBCD-4A76-81BC-E7FB80E1D58E}" dt="2021-08-23T12:25:39.932" v="1133" actId="478"/>
          <ac:spMkLst>
            <pc:docMk/>
            <pc:sldMk cId="1700556363" sldId="1444"/>
            <ac:spMk id="3" creationId="{55661B5A-3E81-4FB9-9615-8A578ECAA2E0}"/>
          </ac:spMkLst>
        </pc:spChg>
        <pc:spChg chg="mod ord">
          <ac:chgData name="Soumita Sengupta" userId="4afa6ce1-cb01-46c2-8538-4650222f0c96" providerId="ADAL" clId="{0A78EE60-BBCD-4A76-81BC-E7FB80E1D58E}" dt="2021-08-23T12:21:23.107" v="1131" actId="700"/>
          <ac:spMkLst>
            <pc:docMk/>
            <pc:sldMk cId="1700556363" sldId="1444"/>
            <ac:spMk id="4" creationId="{00000000-0000-0000-0000-000000000000}"/>
          </ac:spMkLst>
        </pc:spChg>
        <pc:spChg chg="mod ord">
          <ac:chgData name="Soumita Sengupta" userId="4afa6ce1-cb01-46c2-8538-4650222f0c96" providerId="ADAL" clId="{0A78EE60-BBCD-4A76-81BC-E7FB80E1D58E}" dt="2021-08-23T12:21:23.107" v="1131" actId="700"/>
          <ac:spMkLst>
            <pc:docMk/>
            <pc:sldMk cId="1700556363" sldId="1444"/>
            <ac:spMk id="9" creationId="{00000000-0000-0000-0000-000000000000}"/>
          </ac:spMkLst>
        </pc:spChg>
        <pc:spChg chg="mod">
          <ac:chgData name="Soumita Sengupta" userId="4afa6ce1-cb01-46c2-8538-4650222f0c96" providerId="ADAL" clId="{0A78EE60-BBCD-4A76-81BC-E7FB80E1D58E}" dt="2021-08-23T12:25:47.788" v="1135" actId="1076"/>
          <ac:spMkLst>
            <pc:docMk/>
            <pc:sldMk cId="1700556363" sldId="1444"/>
            <ac:spMk id="11" creationId="{1E09815E-38A2-44A7-926C-CD1E4B0A7838}"/>
          </ac:spMkLst>
        </pc:spChg>
        <pc:graphicFrameChg chg="add mod modGraphic">
          <ac:chgData name="Soumita Sengupta" userId="4afa6ce1-cb01-46c2-8538-4650222f0c96" providerId="ADAL" clId="{0A78EE60-BBCD-4A76-81BC-E7FB80E1D58E}" dt="2021-08-23T12:26:06.912" v="1139" actId="1076"/>
          <ac:graphicFrameMkLst>
            <pc:docMk/>
            <pc:sldMk cId="1700556363" sldId="1444"/>
            <ac:graphicFrameMk id="10" creationId="{5F211C8A-8847-46DC-A2A0-6C1C27CF2F62}"/>
          </ac:graphicFrameMkLst>
        </pc:graphicFrameChg>
        <pc:graphicFrameChg chg="del modGraphic">
          <ac:chgData name="Soumita Sengupta" userId="4afa6ce1-cb01-46c2-8538-4650222f0c96" providerId="ADAL" clId="{0A78EE60-BBCD-4A76-81BC-E7FB80E1D58E}" dt="2021-08-23T11:37:46.528" v="941" actId="478"/>
          <ac:graphicFrameMkLst>
            <pc:docMk/>
            <pc:sldMk cId="1700556363" sldId="1444"/>
            <ac:graphicFrameMk id="13" creationId="{7A34417B-F59A-4522-85A5-1AB0115EB122}"/>
          </ac:graphicFrameMkLst>
        </pc:graphicFrameChg>
      </pc:sldChg>
      <pc:sldChg chg="modSp add mod ord">
        <pc:chgData name="Soumita Sengupta" userId="4afa6ce1-cb01-46c2-8538-4650222f0c96" providerId="ADAL" clId="{0A78EE60-BBCD-4A76-81BC-E7FB80E1D58E}" dt="2021-08-23T11:39:15.521" v="973"/>
        <pc:sldMkLst>
          <pc:docMk/>
          <pc:sldMk cId="964145454" sldId="1445"/>
        </pc:sldMkLst>
        <pc:spChg chg="mod">
          <ac:chgData name="Soumita Sengupta" userId="4afa6ce1-cb01-46c2-8538-4650222f0c96" providerId="ADAL" clId="{0A78EE60-BBCD-4A76-81BC-E7FB80E1D58E}" dt="2021-08-23T11:39:10.337" v="971" actId="20577"/>
          <ac:spMkLst>
            <pc:docMk/>
            <pc:sldMk cId="964145454" sldId="1445"/>
            <ac:spMk id="2" creationId="{57983F62-BBB9-431B-A37F-BDA0DC7153F6}"/>
          </ac:spMkLst>
        </pc:spChg>
      </pc:sldChg>
    </pc:docChg>
  </pc:docChgLst>
  <pc:docChgLst>
    <pc:chgData name="Soumita Sengupta" userId="4afa6ce1-cb01-46c2-8538-4650222f0c96" providerId="ADAL" clId="{223AD6F7-43E6-4D12-9E97-BB09D3B3238B}"/>
    <pc:docChg chg="delSld">
      <pc:chgData name="Soumita Sengupta" userId="4afa6ce1-cb01-46c2-8538-4650222f0c96" providerId="ADAL" clId="{223AD6F7-43E6-4D12-9E97-BB09D3B3238B}" dt="2021-08-19T10:56:01.414" v="1" actId="47"/>
      <pc:docMkLst>
        <pc:docMk/>
      </pc:docMkLst>
      <pc:sldChg chg="del">
        <pc:chgData name="Soumita Sengupta" userId="4afa6ce1-cb01-46c2-8538-4650222f0c96" providerId="ADAL" clId="{223AD6F7-43E6-4D12-9E97-BB09D3B3238B}" dt="2021-08-19T10:55:56.566" v="0" actId="47"/>
        <pc:sldMkLst>
          <pc:docMk/>
          <pc:sldMk cId="3209581276" sldId="754"/>
        </pc:sldMkLst>
      </pc:sldChg>
      <pc:sldChg chg="del">
        <pc:chgData name="Soumita Sengupta" userId="4afa6ce1-cb01-46c2-8538-4650222f0c96" providerId="ADAL" clId="{223AD6F7-43E6-4D12-9E97-BB09D3B3238B}" dt="2021-08-19T10:56:01.414" v="1" actId="47"/>
        <pc:sldMkLst>
          <pc:docMk/>
          <pc:sldMk cId="3780801346" sldId="897"/>
        </pc:sldMkLst>
      </pc:sldChg>
    </pc:docChg>
  </pc:docChgLst>
  <pc:docChgLst>
    <pc:chgData name="Soumita Sengupta" userId="4afa6ce1-cb01-46c2-8538-4650222f0c96" providerId="ADAL" clId="{B0AE7DB9-0830-4674-80CF-8FE714AF9B7B}"/>
    <pc:docChg chg="undo custSel addSld delSld modSld sldOrd">
      <pc:chgData name="Soumita Sengupta" userId="4afa6ce1-cb01-46c2-8538-4650222f0c96" providerId="ADAL" clId="{B0AE7DB9-0830-4674-80CF-8FE714AF9B7B}" dt="2021-05-31T12:13:12.331" v="575" actId="5793"/>
      <pc:docMkLst>
        <pc:docMk/>
      </pc:docMkLst>
      <pc:sldChg chg="addSp delSp modSp mod">
        <pc:chgData name="Soumita Sengupta" userId="4afa6ce1-cb01-46c2-8538-4650222f0c96" providerId="ADAL" clId="{B0AE7DB9-0830-4674-80CF-8FE714AF9B7B}" dt="2021-05-31T11:19:45.865" v="9" actId="478"/>
        <pc:sldMkLst>
          <pc:docMk/>
          <pc:sldMk cId="3505707011" sldId="258"/>
        </pc:sldMkLst>
        <pc:spChg chg="mod">
          <ac:chgData name="Soumita Sengupta" userId="4afa6ce1-cb01-46c2-8538-4650222f0c96" providerId="ADAL" clId="{B0AE7DB9-0830-4674-80CF-8FE714AF9B7B}" dt="2021-05-31T11:19:35.964" v="7"/>
          <ac:spMkLst>
            <pc:docMk/>
            <pc:sldMk cId="3505707011" sldId="258"/>
            <ac:spMk id="5" creationId="{00000000-0000-0000-0000-000000000000}"/>
          </ac:spMkLst>
        </pc:spChg>
        <pc:spChg chg="del">
          <ac:chgData name="Soumita Sengupta" userId="4afa6ce1-cb01-46c2-8538-4650222f0c96" providerId="ADAL" clId="{B0AE7DB9-0830-4674-80CF-8FE714AF9B7B}" dt="2021-05-31T11:19:39.941" v="8" actId="478"/>
          <ac:spMkLst>
            <pc:docMk/>
            <pc:sldMk cId="3505707011" sldId="258"/>
            <ac:spMk id="6" creationId="{59C3A4C2-17E3-4EC2-B0BA-CBC8305B62A2}"/>
          </ac:spMkLst>
        </pc:spChg>
        <pc:spChg chg="add del mod">
          <ac:chgData name="Soumita Sengupta" userId="4afa6ce1-cb01-46c2-8538-4650222f0c96" providerId="ADAL" clId="{B0AE7DB9-0830-4674-80CF-8FE714AF9B7B}" dt="2021-05-31T11:19:45.865" v="9" actId="478"/>
          <ac:spMkLst>
            <pc:docMk/>
            <pc:sldMk cId="3505707011" sldId="258"/>
            <ac:spMk id="8" creationId="{C391CAAB-3BDD-4CDC-80A7-0F622274AB5C}"/>
          </ac:spMkLst>
        </pc:spChg>
      </pc:sldChg>
      <pc:sldChg chg="addSp delSp modSp add mod">
        <pc:chgData name="Soumita Sengupta" userId="4afa6ce1-cb01-46c2-8538-4650222f0c96" providerId="ADAL" clId="{B0AE7DB9-0830-4674-80CF-8FE714AF9B7B}" dt="2021-05-31T12:13:12.331" v="575" actId="5793"/>
        <pc:sldMkLst>
          <pc:docMk/>
          <pc:sldMk cId="4213263748" sldId="268"/>
        </pc:sldMkLst>
        <pc:spChg chg="add del">
          <ac:chgData name="Soumita Sengupta" userId="4afa6ce1-cb01-46c2-8538-4650222f0c96" providerId="ADAL" clId="{B0AE7DB9-0830-4674-80CF-8FE714AF9B7B}" dt="2021-05-31T12:12:47.362" v="568"/>
          <ac:spMkLst>
            <pc:docMk/>
            <pc:sldMk cId="4213263748" sldId="268"/>
            <ac:spMk id="3" creationId="{33E0D7C3-92D8-45C1-AE4F-4471581FD895}"/>
          </ac:spMkLst>
        </pc:spChg>
        <pc:spChg chg="mod">
          <ac:chgData name="Soumita Sengupta" userId="4afa6ce1-cb01-46c2-8538-4650222f0c96" providerId="ADAL" clId="{B0AE7DB9-0830-4674-80CF-8FE714AF9B7B}" dt="2021-05-31T12:13:12.331" v="575" actId="5793"/>
          <ac:spMkLst>
            <pc:docMk/>
            <pc:sldMk cId="4213263748" sldId="268"/>
            <ac:spMk id="9" creationId="{00000000-0000-0000-0000-000000000000}"/>
          </ac:spMkLst>
        </pc:spChg>
        <pc:picChg chg="add mod">
          <ac:chgData name="Soumita Sengupta" userId="4afa6ce1-cb01-46c2-8538-4650222f0c96" providerId="ADAL" clId="{B0AE7DB9-0830-4674-80CF-8FE714AF9B7B}" dt="2021-05-31T12:13:09.453" v="573" actId="1076"/>
          <ac:picMkLst>
            <pc:docMk/>
            <pc:sldMk cId="4213263748" sldId="268"/>
            <ac:picMk id="5" creationId="{D2C807F8-B2A0-4B46-A61D-3733CA446D42}"/>
          </ac:picMkLst>
        </pc:picChg>
      </pc:sldChg>
      <pc:sldChg chg="modSp add mod">
        <pc:chgData name="Soumita Sengupta" userId="4afa6ce1-cb01-46c2-8538-4650222f0c96" providerId="ADAL" clId="{B0AE7DB9-0830-4674-80CF-8FE714AF9B7B}" dt="2021-05-31T11:24:16.557" v="223" actId="255"/>
        <pc:sldMkLst>
          <pc:docMk/>
          <pc:sldMk cId="458674981" sldId="269"/>
        </pc:sldMkLst>
        <pc:spChg chg="mod">
          <ac:chgData name="Soumita Sengupta" userId="4afa6ce1-cb01-46c2-8538-4650222f0c96" providerId="ADAL" clId="{B0AE7DB9-0830-4674-80CF-8FE714AF9B7B}" dt="2021-05-31T11:24:16.557" v="223" actId="255"/>
          <ac:spMkLst>
            <pc:docMk/>
            <pc:sldMk cId="458674981" sldId="269"/>
            <ac:spMk id="10" creationId="{00000000-0000-0000-0000-000000000000}"/>
          </ac:spMkLst>
        </pc:spChg>
      </pc:sldChg>
      <pc:sldChg chg="modSp add mod">
        <pc:chgData name="Soumita Sengupta" userId="4afa6ce1-cb01-46c2-8538-4650222f0c96" providerId="ADAL" clId="{B0AE7DB9-0830-4674-80CF-8FE714AF9B7B}" dt="2021-05-31T11:24:23.712" v="224" actId="255"/>
        <pc:sldMkLst>
          <pc:docMk/>
          <pc:sldMk cId="2152186373" sldId="270"/>
        </pc:sldMkLst>
        <pc:spChg chg="mod">
          <ac:chgData name="Soumita Sengupta" userId="4afa6ce1-cb01-46c2-8538-4650222f0c96" providerId="ADAL" clId="{B0AE7DB9-0830-4674-80CF-8FE714AF9B7B}" dt="2021-05-31T11:24:23.712" v="224" actId="255"/>
          <ac:spMkLst>
            <pc:docMk/>
            <pc:sldMk cId="2152186373" sldId="270"/>
            <ac:spMk id="3" creationId="{0637C1A2-011F-49DB-90F2-9F5006489823}"/>
          </ac:spMkLst>
        </pc:spChg>
      </pc:sldChg>
      <pc:sldChg chg="delSp modSp add mod">
        <pc:chgData name="Soumita Sengupta" userId="4afa6ce1-cb01-46c2-8538-4650222f0c96" providerId="ADAL" clId="{B0AE7DB9-0830-4674-80CF-8FE714AF9B7B}" dt="2021-05-31T11:53:20.718" v="230" actId="478"/>
        <pc:sldMkLst>
          <pc:docMk/>
          <pc:sldMk cId="2097761920" sldId="272"/>
        </pc:sldMkLst>
        <pc:spChg chg="mod">
          <ac:chgData name="Soumita Sengupta" userId="4afa6ce1-cb01-46c2-8538-4650222f0c96" providerId="ADAL" clId="{B0AE7DB9-0830-4674-80CF-8FE714AF9B7B}" dt="2021-05-31T11:24:48.888" v="229" actId="5793"/>
          <ac:spMkLst>
            <pc:docMk/>
            <pc:sldMk cId="2097761920" sldId="272"/>
            <ac:spMk id="9" creationId="{00000000-0000-0000-0000-000000000000}"/>
          </ac:spMkLst>
        </pc:spChg>
        <pc:spChg chg="del">
          <ac:chgData name="Soumita Sengupta" userId="4afa6ce1-cb01-46c2-8538-4650222f0c96" providerId="ADAL" clId="{B0AE7DB9-0830-4674-80CF-8FE714AF9B7B}" dt="2021-05-31T11:53:20.718" v="230" actId="478"/>
          <ac:spMkLst>
            <pc:docMk/>
            <pc:sldMk cId="2097761920" sldId="272"/>
            <ac:spMk id="14" creationId="{00000000-0000-0000-0000-000000000000}"/>
          </ac:spMkLst>
        </pc:spChg>
      </pc:sldChg>
      <pc:sldChg chg="del">
        <pc:chgData name="Soumita Sengupta" userId="4afa6ce1-cb01-46c2-8538-4650222f0c96" providerId="ADAL" clId="{B0AE7DB9-0830-4674-80CF-8FE714AF9B7B}" dt="2021-05-31T11:20:41.185" v="10" actId="47"/>
        <pc:sldMkLst>
          <pc:docMk/>
          <pc:sldMk cId="3879588154" sldId="290"/>
        </pc:sldMkLst>
      </pc:sldChg>
      <pc:sldChg chg="del">
        <pc:chgData name="Soumita Sengupta" userId="4afa6ce1-cb01-46c2-8538-4650222f0c96" providerId="ADAL" clId="{B0AE7DB9-0830-4674-80CF-8FE714AF9B7B}" dt="2021-05-31T11:20:58.478" v="20" actId="47"/>
        <pc:sldMkLst>
          <pc:docMk/>
          <pc:sldMk cId="2478915525" sldId="296"/>
        </pc:sldMkLst>
      </pc:sldChg>
      <pc:sldChg chg="del">
        <pc:chgData name="Soumita Sengupta" userId="4afa6ce1-cb01-46c2-8538-4650222f0c96" providerId="ADAL" clId="{B0AE7DB9-0830-4674-80CF-8FE714AF9B7B}" dt="2021-05-31T11:20:58.927" v="21" actId="47"/>
        <pc:sldMkLst>
          <pc:docMk/>
          <pc:sldMk cId="1092620403" sldId="297"/>
        </pc:sldMkLst>
      </pc:sldChg>
      <pc:sldChg chg="del">
        <pc:chgData name="Soumita Sengupta" userId="4afa6ce1-cb01-46c2-8538-4650222f0c96" providerId="ADAL" clId="{B0AE7DB9-0830-4674-80CF-8FE714AF9B7B}" dt="2021-05-31T11:20:59.197" v="22" actId="47"/>
        <pc:sldMkLst>
          <pc:docMk/>
          <pc:sldMk cId="665055627" sldId="298"/>
        </pc:sldMkLst>
      </pc:sldChg>
      <pc:sldChg chg="del">
        <pc:chgData name="Soumita Sengupta" userId="4afa6ce1-cb01-46c2-8538-4650222f0c96" providerId="ADAL" clId="{B0AE7DB9-0830-4674-80CF-8FE714AF9B7B}" dt="2021-05-31T11:20:59.482" v="23" actId="47"/>
        <pc:sldMkLst>
          <pc:docMk/>
          <pc:sldMk cId="3976154013" sldId="300"/>
        </pc:sldMkLst>
      </pc:sldChg>
      <pc:sldChg chg="modSp mod">
        <pc:chgData name="Soumita Sengupta" userId="4afa6ce1-cb01-46c2-8538-4650222f0c96" providerId="ADAL" clId="{B0AE7DB9-0830-4674-80CF-8FE714AF9B7B}" dt="2021-05-31T11:17:21.153" v="2"/>
        <pc:sldMkLst>
          <pc:docMk/>
          <pc:sldMk cId="2584036331" sldId="339"/>
        </pc:sldMkLst>
        <pc:spChg chg="mod">
          <ac:chgData name="Soumita Sengupta" userId="4afa6ce1-cb01-46c2-8538-4650222f0c96" providerId="ADAL" clId="{B0AE7DB9-0830-4674-80CF-8FE714AF9B7B}" dt="2021-05-31T11:17:21.153" v="2"/>
          <ac:spMkLst>
            <pc:docMk/>
            <pc:sldMk cId="2584036331" sldId="339"/>
            <ac:spMk id="5" creationId="{6D1A1596-A8D7-4C1A-8956-0FA40A84EFCA}"/>
          </ac:spMkLst>
        </pc:spChg>
      </pc:sldChg>
      <pc:sldChg chg="del">
        <pc:chgData name="Soumita Sengupta" userId="4afa6ce1-cb01-46c2-8538-4650222f0c96" providerId="ADAL" clId="{B0AE7DB9-0830-4674-80CF-8FE714AF9B7B}" dt="2021-05-31T11:21:02.373" v="34" actId="47"/>
        <pc:sldMkLst>
          <pc:docMk/>
          <pc:sldMk cId="1746907881" sldId="473"/>
        </pc:sldMkLst>
      </pc:sldChg>
      <pc:sldChg chg="del">
        <pc:chgData name="Soumita Sengupta" userId="4afa6ce1-cb01-46c2-8538-4650222f0c96" providerId="ADAL" clId="{B0AE7DB9-0830-4674-80CF-8FE714AF9B7B}" dt="2021-05-31T11:21:03.338" v="38" actId="47"/>
        <pc:sldMkLst>
          <pc:docMk/>
          <pc:sldMk cId="98495870" sldId="476"/>
        </pc:sldMkLst>
      </pc:sldChg>
      <pc:sldChg chg="del">
        <pc:chgData name="Soumita Sengupta" userId="4afa6ce1-cb01-46c2-8538-4650222f0c96" providerId="ADAL" clId="{B0AE7DB9-0830-4674-80CF-8FE714AF9B7B}" dt="2021-05-31T11:21:04.727" v="44" actId="47"/>
        <pc:sldMkLst>
          <pc:docMk/>
          <pc:sldMk cId="1973532725" sldId="479"/>
        </pc:sldMkLst>
      </pc:sldChg>
      <pc:sldChg chg="del">
        <pc:chgData name="Soumita Sengupta" userId="4afa6ce1-cb01-46c2-8538-4650222f0c96" providerId="ADAL" clId="{B0AE7DB9-0830-4674-80CF-8FE714AF9B7B}" dt="2021-05-31T11:21:08.461" v="58" actId="47"/>
        <pc:sldMkLst>
          <pc:docMk/>
          <pc:sldMk cId="4081721116" sldId="482"/>
        </pc:sldMkLst>
      </pc:sldChg>
      <pc:sldChg chg="modSp mod">
        <pc:chgData name="Soumita Sengupta" userId="4afa6ce1-cb01-46c2-8538-4650222f0c96" providerId="ADAL" clId="{B0AE7DB9-0830-4674-80CF-8FE714AF9B7B}" dt="2021-05-31T11:18:09.543" v="5"/>
        <pc:sldMkLst>
          <pc:docMk/>
          <pc:sldMk cId="247062728" sldId="492"/>
        </pc:sldMkLst>
        <pc:spChg chg="mod">
          <ac:chgData name="Soumita Sengupta" userId="4afa6ce1-cb01-46c2-8538-4650222f0c96" providerId="ADAL" clId="{B0AE7DB9-0830-4674-80CF-8FE714AF9B7B}" dt="2021-05-31T11:18:09.543" v="5"/>
          <ac:spMkLst>
            <pc:docMk/>
            <pc:sldMk cId="247062728" sldId="492"/>
            <ac:spMk id="2" creationId="{57983F62-BBB9-431B-A37F-BDA0DC7153F6}"/>
          </ac:spMkLst>
        </pc:spChg>
      </pc:sldChg>
      <pc:sldChg chg="del">
        <pc:chgData name="Soumita Sengupta" userId="4afa6ce1-cb01-46c2-8538-4650222f0c96" providerId="ADAL" clId="{B0AE7DB9-0830-4674-80CF-8FE714AF9B7B}" dt="2021-05-31T11:21:05.366" v="47" actId="47"/>
        <pc:sldMkLst>
          <pc:docMk/>
          <pc:sldMk cId="3513540522" sldId="493"/>
        </pc:sldMkLst>
      </pc:sldChg>
      <pc:sldChg chg="del">
        <pc:chgData name="Soumita Sengupta" userId="4afa6ce1-cb01-46c2-8538-4650222f0c96" providerId="ADAL" clId="{B0AE7DB9-0830-4674-80CF-8FE714AF9B7B}" dt="2021-05-31T11:21:08.847" v="59" actId="47"/>
        <pc:sldMkLst>
          <pc:docMk/>
          <pc:sldMk cId="3201109162" sldId="495"/>
        </pc:sldMkLst>
      </pc:sldChg>
      <pc:sldChg chg="del">
        <pc:chgData name="Soumita Sengupta" userId="4afa6ce1-cb01-46c2-8538-4650222f0c96" providerId="ADAL" clId="{B0AE7DB9-0830-4674-80CF-8FE714AF9B7B}" dt="2021-05-31T11:21:09.063" v="60" actId="47"/>
        <pc:sldMkLst>
          <pc:docMk/>
          <pc:sldMk cId="2730795599" sldId="496"/>
        </pc:sldMkLst>
      </pc:sldChg>
      <pc:sldChg chg="del">
        <pc:chgData name="Soumita Sengupta" userId="4afa6ce1-cb01-46c2-8538-4650222f0c96" providerId="ADAL" clId="{B0AE7DB9-0830-4674-80CF-8FE714AF9B7B}" dt="2021-05-31T11:21:09.549" v="62" actId="47"/>
        <pc:sldMkLst>
          <pc:docMk/>
          <pc:sldMk cId="4235573198" sldId="497"/>
        </pc:sldMkLst>
      </pc:sldChg>
      <pc:sldChg chg="del">
        <pc:chgData name="Soumita Sengupta" userId="4afa6ce1-cb01-46c2-8538-4650222f0c96" providerId="ADAL" clId="{B0AE7DB9-0830-4674-80CF-8FE714AF9B7B}" dt="2021-05-31T11:21:10.042" v="64" actId="47"/>
        <pc:sldMkLst>
          <pc:docMk/>
          <pc:sldMk cId="3201341972" sldId="498"/>
        </pc:sldMkLst>
      </pc:sldChg>
      <pc:sldChg chg="del">
        <pc:chgData name="Soumita Sengupta" userId="4afa6ce1-cb01-46c2-8538-4650222f0c96" providerId="ADAL" clId="{B0AE7DB9-0830-4674-80CF-8FE714AF9B7B}" dt="2021-05-31T11:21:11.369" v="70" actId="47"/>
        <pc:sldMkLst>
          <pc:docMk/>
          <pc:sldMk cId="51554605" sldId="502"/>
        </pc:sldMkLst>
      </pc:sldChg>
      <pc:sldChg chg="del">
        <pc:chgData name="Soumita Sengupta" userId="4afa6ce1-cb01-46c2-8538-4650222f0c96" providerId="ADAL" clId="{B0AE7DB9-0830-4674-80CF-8FE714AF9B7B}" dt="2021-05-31T11:21:11.569" v="71" actId="47"/>
        <pc:sldMkLst>
          <pc:docMk/>
          <pc:sldMk cId="966716634" sldId="503"/>
        </pc:sldMkLst>
      </pc:sldChg>
      <pc:sldChg chg="del">
        <pc:chgData name="Soumita Sengupta" userId="4afa6ce1-cb01-46c2-8538-4650222f0c96" providerId="ADAL" clId="{B0AE7DB9-0830-4674-80CF-8FE714AF9B7B}" dt="2021-05-31T11:21:11.769" v="72" actId="47"/>
        <pc:sldMkLst>
          <pc:docMk/>
          <pc:sldMk cId="1902268106" sldId="504"/>
        </pc:sldMkLst>
      </pc:sldChg>
      <pc:sldChg chg="del">
        <pc:chgData name="Soumita Sengupta" userId="4afa6ce1-cb01-46c2-8538-4650222f0c96" providerId="ADAL" clId="{B0AE7DB9-0830-4674-80CF-8FE714AF9B7B}" dt="2021-05-31T11:21:12.132" v="74" actId="47"/>
        <pc:sldMkLst>
          <pc:docMk/>
          <pc:sldMk cId="4046367649" sldId="505"/>
        </pc:sldMkLst>
      </pc:sldChg>
      <pc:sldChg chg="del">
        <pc:chgData name="Soumita Sengupta" userId="4afa6ce1-cb01-46c2-8538-4650222f0c96" providerId="ADAL" clId="{B0AE7DB9-0830-4674-80CF-8FE714AF9B7B}" dt="2021-05-31T11:21:12.401" v="75" actId="47"/>
        <pc:sldMkLst>
          <pc:docMk/>
          <pc:sldMk cId="3681553546" sldId="506"/>
        </pc:sldMkLst>
      </pc:sldChg>
      <pc:sldChg chg="del">
        <pc:chgData name="Soumita Sengupta" userId="4afa6ce1-cb01-46c2-8538-4650222f0c96" providerId="ADAL" clId="{B0AE7DB9-0830-4674-80CF-8FE714AF9B7B}" dt="2021-05-31T11:21:12.787" v="77" actId="47"/>
        <pc:sldMkLst>
          <pc:docMk/>
          <pc:sldMk cId="3736971921" sldId="507"/>
        </pc:sldMkLst>
      </pc:sldChg>
      <pc:sldChg chg="del">
        <pc:chgData name="Soumita Sengupta" userId="4afa6ce1-cb01-46c2-8538-4650222f0c96" providerId="ADAL" clId="{B0AE7DB9-0830-4674-80CF-8FE714AF9B7B}" dt="2021-05-31T11:21:14.122" v="82" actId="47"/>
        <pc:sldMkLst>
          <pc:docMk/>
          <pc:sldMk cId="125891335" sldId="510"/>
        </pc:sldMkLst>
      </pc:sldChg>
      <pc:sldChg chg="del">
        <pc:chgData name="Soumita Sengupta" userId="4afa6ce1-cb01-46c2-8538-4650222f0c96" providerId="ADAL" clId="{B0AE7DB9-0830-4674-80CF-8FE714AF9B7B}" dt="2021-05-31T11:21:14.338" v="83" actId="47"/>
        <pc:sldMkLst>
          <pc:docMk/>
          <pc:sldMk cId="4105329583" sldId="511"/>
        </pc:sldMkLst>
      </pc:sldChg>
      <pc:sldChg chg="del">
        <pc:chgData name="Soumita Sengupta" userId="4afa6ce1-cb01-46c2-8538-4650222f0c96" providerId="ADAL" clId="{B0AE7DB9-0830-4674-80CF-8FE714AF9B7B}" dt="2021-05-31T11:21:14.577" v="84" actId="47"/>
        <pc:sldMkLst>
          <pc:docMk/>
          <pc:sldMk cId="1263259725" sldId="512"/>
        </pc:sldMkLst>
      </pc:sldChg>
      <pc:sldChg chg="del">
        <pc:chgData name="Soumita Sengupta" userId="4afa6ce1-cb01-46c2-8538-4650222f0c96" providerId="ADAL" clId="{B0AE7DB9-0830-4674-80CF-8FE714AF9B7B}" dt="2021-05-31T11:21:14.824" v="85" actId="47"/>
        <pc:sldMkLst>
          <pc:docMk/>
          <pc:sldMk cId="1013096958" sldId="513"/>
        </pc:sldMkLst>
      </pc:sldChg>
      <pc:sldChg chg="del">
        <pc:chgData name="Soumita Sengupta" userId="4afa6ce1-cb01-46c2-8538-4650222f0c96" providerId="ADAL" clId="{B0AE7DB9-0830-4674-80CF-8FE714AF9B7B}" dt="2021-05-31T11:21:15.063" v="86" actId="47"/>
        <pc:sldMkLst>
          <pc:docMk/>
          <pc:sldMk cId="376726005" sldId="514"/>
        </pc:sldMkLst>
      </pc:sldChg>
      <pc:sldChg chg="del">
        <pc:chgData name="Soumita Sengupta" userId="4afa6ce1-cb01-46c2-8538-4650222f0c96" providerId="ADAL" clId="{B0AE7DB9-0830-4674-80CF-8FE714AF9B7B}" dt="2021-05-31T11:21:15.479" v="88" actId="47"/>
        <pc:sldMkLst>
          <pc:docMk/>
          <pc:sldMk cId="2413661491" sldId="515"/>
        </pc:sldMkLst>
      </pc:sldChg>
      <pc:sldChg chg="del">
        <pc:chgData name="Soumita Sengupta" userId="4afa6ce1-cb01-46c2-8538-4650222f0c96" providerId="ADAL" clId="{B0AE7DB9-0830-4674-80CF-8FE714AF9B7B}" dt="2021-05-31T11:21:15.943" v="90" actId="47"/>
        <pc:sldMkLst>
          <pc:docMk/>
          <pc:sldMk cId="1605938043" sldId="527"/>
        </pc:sldMkLst>
      </pc:sldChg>
      <pc:sldChg chg="del">
        <pc:chgData name="Soumita Sengupta" userId="4afa6ce1-cb01-46c2-8538-4650222f0c96" providerId="ADAL" clId="{B0AE7DB9-0830-4674-80CF-8FE714AF9B7B}" dt="2021-05-31T11:21:16.181" v="91" actId="47"/>
        <pc:sldMkLst>
          <pc:docMk/>
          <pc:sldMk cId="4105988392" sldId="528"/>
        </pc:sldMkLst>
      </pc:sldChg>
      <pc:sldChg chg="del">
        <pc:chgData name="Soumita Sengupta" userId="4afa6ce1-cb01-46c2-8538-4650222f0c96" providerId="ADAL" clId="{B0AE7DB9-0830-4674-80CF-8FE714AF9B7B}" dt="2021-05-31T11:21:16.381" v="92" actId="47"/>
        <pc:sldMkLst>
          <pc:docMk/>
          <pc:sldMk cId="2600651979" sldId="529"/>
        </pc:sldMkLst>
      </pc:sldChg>
      <pc:sldChg chg="del">
        <pc:chgData name="Soumita Sengupta" userId="4afa6ce1-cb01-46c2-8538-4650222f0c96" providerId="ADAL" clId="{B0AE7DB9-0830-4674-80CF-8FE714AF9B7B}" dt="2021-05-31T11:21:17.569" v="97" actId="47"/>
        <pc:sldMkLst>
          <pc:docMk/>
          <pc:sldMk cId="3709622581" sldId="538"/>
        </pc:sldMkLst>
      </pc:sldChg>
      <pc:sldChg chg="del">
        <pc:chgData name="Soumita Sengupta" userId="4afa6ce1-cb01-46c2-8538-4650222f0c96" providerId="ADAL" clId="{B0AE7DB9-0830-4674-80CF-8FE714AF9B7B}" dt="2021-05-31T11:21:27.985" v="139" actId="47"/>
        <pc:sldMkLst>
          <pc:docMk/>
          <pc:sldMk cId="2752539856" sldId="596"/>
        </pc:sldMkLst>
      </pc:sldChg>
      <pc:sldChg chg="del">
        <pc:chgData name="Soumita Sengupta" userId="4afa6ce1-cb01-46c2-8538-4650222f0c96" providerId="ADAL" clId="{B0AE7DB9-0830-4674-80CF-8FE714AF9B7B}" dt="2021-05-31T11:21:28.238" v="140" actId="47"/>
        <pc:sldMkLst>
          <pc:docMk/>
          <pc:sldMk cId="1366182979" sldId="597"/>
        </pc:sldMkLst>
      </pc:sldChg>
      <pc:sldChg chg="del">
        <pc:chgData name="Soumita Sengupta" userId="4afa6ce1-cb01-46c2-8538-4650222f0c96" providerId="ADAL" clId="{B0AE7DB9-0830-4674-80CF-8FE714AF9B7B}" dt="2021-05-31T11:21:28.857" v="143" actId="47"/>
        <pc:sldMkLst>
          <pc:docMk/>
          <pc:sldMk cId="2739226745" sldId="599"/>
        </pc:sldMkLst>
      </pc:sldChg>
      <pc:sldChg chg="del">
        <pc:chgData name="Soumita Sengupta" userId="4afa6ce1-cb01-46c2-8538-4650222f0c96" providerId="ADAL" clId="{B0AE7DB9-0830-4674-80CF-8FE714AF9B7B}" dt="2021-05-31T11:21:29.342" v="144" actId="47"/>
        <pc:sldMkLst>
          <pc:docMk/>
          <pc:sldMk cId="1306066386" sldId="600"/>
        </pc:sldMkLst>
      </pc:sldChg>
      <pc:sldChg chg="del ord">
        <pc:chgData name="Soumita Sengupta" userId="4afa6ce1-cb01-46c2-8538-4650222f0c96" providerId="ADAL" clId="{B0AE7DB9-0830-4674-80CF-8FE714AF9B7B}" dt="2021-05-31T11:22:31.375" v="149" actId="47"/>
        <pc:sldMkLst>
          <pc:docMk/>
          <pc:sldMk cId="536837091" sldId="601"/>
        </pc:sldMkLst>
      </pc:sldChg>
      <pc:sldChg chg="del">
        <pc:chgData name="Soumita Sengupta" userId="4afa6ce1-cb01-46c2-8538-4650222f0c96" providerId="ADAL" clId="{B0AE7DB9-0830-4674-80CF-8FE714AF9B7B}" dt="2021-05-31T11:23:02.945" v="151" actId="47"/>
        <pc:sldMkLst>
          <pc:docMk/>
          <pc:sldMk cId="3069890481" sldId="602"/>
        </pc:sldMkLst>
      </pc:sldChg>
      <pc:sldChg chg="del">
        <pc:chgData name="Soumita Sengupta" userId="4afa6ce1-cb01-46c2-8538-4650222f0c96" providerId="ADAL" clId="{B0AE7DB9-0830-4674-80CF-8FE714AF9B7B}" dt="2021-05-31T11:23:03.463" v="152" actId="47"/>
        <pc:sldMkLst>
          <pc:docMk/>
          <pc:sldMk cId="1654328000" sldId="603"/>
        </pc:sldMkLst>
      </pc:sldChg>
      <pc:sldChg chg="del">
        <pc:chgData name="Soumita Sengupta" userId="4afa6ce1-cb01-46c2-8538-4650222f0c96" providerId="ADAL" clId="{B0AE7DB9-0830-4674-80CF-8FE714AF9B7B}" dt="2021-05-31T11:23:04.381" v="154" actId="47"/>
        <pc:sldMkLst>
          <pc:docMk/>
          <pc:sldMk cId="390194341" sldId="604"/>
        </pc:sldMkLst>
      </pc:sldChg>
      <pc:sldChg chg="del">
        <pc:chgData name="Soumita Sengupta" userId="4afa6ce1-cb01-46c2-8538-4650222f0c96" providerId="ADAL" clId="{B0AE7DB9-0830-4674-80CF-8FE714AF9B7B}" dt="2021-05-31T11:23:04.920" v="155" actId="47"/>
        <pc:sldMkLst>
          <pc:docMk/>
          <pc:sldMk cId="1727804845" sldId="605"/>
        </pc:sldMkLst>
      </pc:sldChg>
      <pc:sldChg chg="del">
        <pc:chgData name="Soumita Sengupta" userId="4afa6ce1-cb01-46c2-8538-4650222f0c96" providerId="ADAL" clId="{B0AE7DB9-0830-4674-80CF-8FE714AF9B7B}" dt="2021-05-31T11:23:05.383" v="156" actId="47"/>
        <pc:sldMkLst>
          <pc:docMk/>
          <pc:sldMk cId="4150797766" sldId="606"/>
        </pc:sldMkLst>
      </pc:sldChg>
      <pc:sldChg chg="del">
        <pc:chgData name="Soumita Sengupta" userId="4afa6ce1-cb01-46c2-8538-4650222f0c96" providerId="ADAL" clId="{B0AE7DB9-0830-4674-80CF-8FE714AF9B7B}" dt="2021-05-31T11:23:06.671" v="158" actId="47"/>
        <pc:sldMkLst>
          <pc:docMk/>
          <pc:sldMk cId="2998912537" sldId="608"/>
        </pc:sldMkLst>
      </pc:sldChg>
      <pc:sldChg chg="del">
        <pc:chgData name="Soumita Sengupta" userId="4afa6ce1-cb01-46c2-8538-4650222f0c96" providerId="ADAL" clId="{B0AE7DB9-0830-4674-80CF-8FE714AF9B7B}" dt="2021-05-31T11:23:07.207" v="160" actId="47"/>
        <pc:sldMkLst>
          <pc:docMk/>
          <pc:sldMk cId="2513612184" sldId="609"/>
        </pc:sldMkLst>
      </pc:sldChg>
      <pc:sldChg chg="del">
        <pc:chgData name="Soumita Sengupta" userId="4afa6ce1-cb01-46c2-8538-4650222f0c96" providerId="ADAL" clId="{B0AE7DB9-0830-4674-80CF-8FE714AF9B7B}" dt="2021-05-31T11:23:07.025" v="159" actId="47"/>
        <pc:sldMkLst>
          <pc:docMk/>
          <pc:sldMk cId="2469314218" sldId="610"/>
        </pc:sldMkLst>
      </pc:sldChg>
      <pc:sldChg chg="del">
        <pc:chgData name="Soumita Sengupta" userId="4afa6ce1-cb01-46c2-8538-4650222f0c96" providerId="ADAL" clId="{B0AE7DB9-0830-4674-80CF-8FE714AF9B7B}" dt="2021-05-31T11:23:07.704" v="161" actId="47"/>
        <pc:sldMkLst>
          <pc:docMk/>
          <pc:sldMk cId="1649629401" sldId="611"/>
        </pc:sldMkLst>
      </pc:sldChg>
      <pc:sldChg chg="del">
        <pc:chgData name="Soumita Sengupta" userId="4afa6ce1-cb01-46c2-8538-4650222f0c96" providerId="ADAL" clId="{B0AE7DB9-0830-4674-80CF-8FE714AF9B7B}" dt="2021-05-31T11:23:07.927" v="162" actId="47"/>
        <pc:sldMkLst>
          <pc:docMk/>
          <pc:sldMk cId="3588579200" sldId="612"/>
        </pc:sldMkLst>
      </pc:sldChg>
      <pc:sldChg chg="del">
        <pc:chgData name="Soumita Sengupta" userId="4afa6ce1-cb01-46c2-8538-4650222f0c96" providerId="ADAL" clId="{B0AE7DB9-0830-4674-80CF-8FE714AF9B7B}" dt="2021-05-31T11:23:08.206" v="163" actId="47"/>
        <pc:sldMkLst>
          <pc:docMk/>
          <pc:sldMk cId="918964389" sldId="613"/>
        </pc:sldMkLst>
      </pc:sldChg>
      <pc:sldChg chg="del">
        <pc:chgData name="Soumita Sengupta" userId="4afa6ce1-cb01-46c2-8538-4650222f0c96" providerId="ADAL" clId="{B0AE7DB9-0830-4674-80CF-8FE714AF9B7B}" dt="2021-05-31T11:23:08.429" v="164" actId="47"/>
        <pc:sldMkLst>
          <pc:docMk/>
          <pc:sldMk cId="1152959613" sldId="614"/>
        </pc:sldMkLst>
      </pc:sldChg>
      <pc:sldChg chg="del">
        <pc:chgData name="Soumita Sengupta" userId="4afa6ce1-cb01-46c2-8538-4650222f0c96" providerId="ADAL" clId="{B0AE7DB9-0830-4674-80CF-8FE714AF9B7B}" dt="2021-05-31T11:23:09.247" v="166" actId="47"/>
        <pc:sldMkLst>
          <pc:docMk/>
          <pc:sldMk cId="4180479736" sldId="615"/>
        </pc:sldMkLst>
      </pc:sldChg>
      <pc:sldChg chg="del">
        <pc:chgData name="Soumita Sengupta" userId="4afa6ce1-cb01-46c2-8538-4650222f0c96" providerId="ADAL" clId="{B0AE7DB9-0830-4674-80CF-8FE714AF9B7B}" dt="2021-05-31T11:23:09.595" v="167" actId="47"/>
        <pc:sldMkLst>
          <pc:docMk/>
          <pc:sldMk cId="945563877" sldId="616"/>
        </pc:sldMkLst>
      </pc:sldChg>
      <pc:sldChg chg="del">
        <pc:chgData name="Soumita Sengupta" userId="4afa6ce1-cb01-46c2-8538-4650222f0c96" providerId="ADAL" clId="{B0AE7DB9-0830-4674-80CF-8FE714AF9B7B}" dt="2021-05-31T11:23:09.849" v="168" actId="47"/>
        <pc:sldMkLst>
          <pc:docMk/>
          <pc:sldMk cId="3378954170" sldId="618"/>
        </pc:sldMkLst>
      </pc:sldChg>
      <pc:sldChg chg="del">
        <pc:chgData name="Soumita Sengupta" userId="4afa6ce1-cb01-46c2-8538-4650222f0c96" providerId="ADAL" clId="{B0AE7DB9-0830-4674-80CF-8FE714AF9B7B}" dt="2021-05-31T11:23:10.397" v="169" actId="47"/>
        <pc:sldMkLst>
          <pc:docMk/>
          <pc:sldMk cId="3175453255" sldId="619"/>
        </pc:sldMkLst>
      </pc:sldChg>
      <pc:sldChg chg="del">
        <pc:chgData name="Soumita Sengupta" userId="4afa6ce1-cb01-46c2-8538-4650222f0c96" providerId="ADAL" clId="{B0AE7DB9-0830-4674-80CF-8FE714AF9B7B}" dt="2021-05-31T11:23:12.102" v="172" actId="47"/>
        <pc:sldMkLst>
          <pc:docMk/>
          <pc:sldMk cId="1796439600" sldId="622"/>
        </pc:sldMkLst>
      </pc:sldChg>
      <pc:sldChg chg="del">
        <pc:chgData name="Soumita Sengupta" userId="4afa6ce1-cb01-46c2-8538-4650222f0c96" providerId="ADAL" clId="{B0AE7DB9-0830-4674-80CF-8FE714AF9B7B}" dt="2021-05-31T11:23:12.604" v="173" actId="47"/>
        <pc:sldMkLst>
          <pc:docMk/>
          <pc:sldMk cId="3566022154" sldId="623"/>
        </pc:sldMkLst>
      </pc:sldChg>
      <pc:sldChg chg="del">
        <pc:chgData name="Soumita Sengupta" userId="4afa6ce1-cb01-46c2-8538-4650222f0c96" providerId="ADAL" clId="{B0AE7DB9-0830-4674-80CF-8FE714AF9B7B}" dt="2021-05-31T11:23:14.192" v="176" actId="47"/>
        <pc:sldMkLst>
          <pc:docMk/>
          <pc:sldMk cId="4149358472" sldId="625"/>
        </pc:sldMkLst>
      </pc:sldChg>
      <pc:sldChg chg="del">
        <pc:chgData name="Soumita Sengupta" userId="4afa6ce1-cb01-46c2-8538-4650222f0c96" providerId="ADAL" clId="{B0AE7DB9-0830-4674-80CF-8FE714AF9B7B}" dt="2021-05-31T11:23:14.647" v="177" actId="47"/>
        <pc:sldMkLst>
          <pc:docMk/>
          <pc:sldMk cId="2979335379" sldId="626"/>
        </pc:sldMkLst>
      </pc:sldChg>
      <pc:sldChg chg="del">
        <pc:chgData name="Soumita Sengupta" userId="4afa6ce1-cb01-46c2-8538-4650222f0c96" providerId="ADAL" clId="{B0AE7DB9-0830-4674-80CF-8FE714AF9B7B}" dt="2021-05-31T11:23:15.064" v="178" actId="47"/>
        <pc:sldMkLst>
          <pc:docMk/>
          <pc:sldMk cId="2143778835" sldId="627"/>
        </pc:sldMkLst>
      </pc:sldChg>
      <pc:sldChg chg="del">
        <pc:chgData name="Soumita Sengupta" userId="4afa6ce1-cb01-46c2-8538-4650222f0c96" providerId="ADAL" clId="{B0AE7DB9-0830-4674-80CF-8FE714AF9B7B}" dt="2021-05-31T11:23:16.032" v="179" actId="47"/>
        <pc:sldMkLst>
          <pc:docMk/>
          <pc:sldMk cId="1840417079" sldId="628"/>
        </pc:sldMkLst>
      </pc:sldChg>
      <pc:sldChg chg="del">
        <pc:chgData name="Soumita Sengupta" userId="4afa6ce1-cb01-46c2-8538-4650222f0c96" providerId="ADAL" clId="{B0AE7DB9-0830-4674-80CF-8FE714AF9B7B}" dt="2021-05-31T11:23:18.972" v="185" actId="47"/>
        <pc:sldMkLst>
          <pc:docMk/>
          <pc:sldMk cId="96484799" sldId="633"/>
        </pc:sldMkLst>
      </pc:sldChg>
      <pc:sldChg chg="del">
        <pc:chgData name="Soumita Sengupta" userId="4afa6ce1-cb01-46c2-8538-4650222f0c96" providerId="ADAL" clId="{B0AE7DB9-0830-4674-80CF-8FE714AF9B7B}" dt="2021-05-31T11:23:19.991" v="187" actId="47"/>
        <pc:sldMkLst>
          <pc:docMk/>
          <pc:sldMk cId="4018720682" sldId="634"/>
        </pc:sldMkLst>
      </pc:sldChg>
      <pc:sldChg chg="del">
        <pc:chgData name="Soumita Sengupta" userId="4afa6ce1-cb01-46c2-8538-4650222f0c96" providerId="ADAL" clId="{B0AE7DB9-0830-4674-80CF-8FE714AF9B7B}" dt="2021-05-31T11:23:26.962" v="199" actId="47"/>
        <pc:sldMkLst>
          <pc:docMk/>
          <pc:sldMk cId="1101439345" sldId="636"/>
        </pc:sldMkLst>
      </pc:sldChg>
      <pc:sldChg chg="del">
        <pc:chgData name="Soumita Sengupta" userId="4afa6ce1-cb01-46c2-8538-4650222f0c96" providerId="ADAL" clId="{B0AE7DB9-0830-4674-80CF-8FE714AF9B7B}" dt="2021-05-31T11:23:27.934" v="201" actId="47"/>
        <pc:sldMkLst>
          <pc:docMk/>
          <pc:sldMk cId="583779290" sldId="637"/>
        </pc:sldMkLst>
      </pc:sldChg>
      <pc:sldChg chg="del">
        <pc:chgData name="Soumita Sengupta" userId="4afa6ce1-cb01-46c2-8538-4650222f0c96" providerId="ADAL" clId="{B0AE7DB9-0830-4674-80CF-8FE714AF9B7B}" dt="2021-05-31T11:23:28.482" v="202" actId="47"/>
        <pc:sldMkLst>
          <pc:docMk/>
          <pc:sldMk cId="4285856727" sldId="638"/>
        </pc:sldMkLst>
      </pc:sldChg>
      <pc:sldChg chg="del">
        <pc:chgData name="Soumita Sengupta" userId="4afa6ce1-cb01-46c2-8538-4650222f0c96" providerId="ADAL" clId="{B0AE7DB9-0830-4674-80CF-8FE714AF9B7B}" dt="2021-05-31T11:23:31.173" v="208" actId="47"/>
        <pc:sldMkLst>
          <pc:docMk/>
          <pc:sldMk cId="994777911" sldId="642"/>
        </pc:sldMkLst>
      </pc:sldChg>
      <pc:sldChg chg="del">
        <pc:chgData name="Soumita Sengupta" userId="4afa6ce1-cb01-46c2-8538-4650222f0c96" providerId="ADAL" clId="{B0AE7DB9-0830-4674-80CF-8FE714AF9B7B}" dt="2021-05-31T11:23:31.891" v="209" actId="47"/>
        <pc:sldMkLst>
          <pc:docMk/>
          <pc:sldMk cId="2095642720" sldId="643"/>
        </pc:sldMkLst>
      </pc:sldChg>
      <pc:sldChg chg="del">
        <pc:chgData name="Soumita Sengupta" userId="4afa6ce1-cb01-46c2-8538-4650222f0c96" providerId="ADAL" clId="{B0AE7DB9-0830-4674-80CF-8FE714AF9B7B}" dt="2021-05-31T11:23:32.630" v="211" actId="47"/>
        <pc:sldMkLst>
          <pc:docMk/>
          <pc:sldMk cId="1181531667" sldId="644"/>
        </pc:sldMkLst>
      </pc:sldChg>
      <pc:sldChg chg="del">
        <pc:chgData name="Soumita Sengupta" userId="4afa6ce1-cb01-46c2-8538-4650222f0c96" providerId="ADAL" clId="{B0AE7DB9-0830-4674-80CF-8FE714AF9B7B}" dt="2021-05-31T11:23:32.995" v="212" actId="47"/>
        <pc:sldMkLst>
          <pc:docMk/>
          <pc:sldMk cId="3152158587" sldId="645"/>
        </pc:sldMkLst>
      </pc:sldChg>
      <pc:sldChg chg="del">
        <pc:chgData name="Soumita Sengupta" userId="4afa6ce1-cb01-46c2-8538-4650222f0c96" providerId="ADAL" clId="{B0AE7DB9-0830-4674-80CF-8FE714AF9B7B}" dt="2021-05-31T11:23:33.390" v="213" actId="47"/>
        <pc:sldMkLst>
          <pc:docMk/>
          <pc:sldMk cId="3694302526" sldId="646"/>
        </pc:sldMkLst>
      </pc:sldChg>
      <pc:sldChg chg="del">
        <pc:chgData name="Soumita Sengupta" userId="4afa6ce1-cb01-46c2-8538-4650222f0c96" providerId="ADAL" clId="{B0AE7DB9-0830-4674-80CF-8FE714AF9B7B}" dt="2021-05-31T11:23:33.715" v="214" actId="47"/>
        <pc:sldMkLst>
          <pc:docMk/>
          <pc:sldMk cId="3358312975" sldId="647"/>
        </pc:sldMkLst>
      </pc:sldChg>
      <pc:sldChg chg="del">
        <pc:chgData name="Soumita Sengupta" userId="4afa6ce1-cb01-46c2-8538-4650222f0c96" providerId="ADAL" clId="{B0AE7DB9-0830-4674-80CF-8FE714AF9B7B}" dt="2021-05-31T11:23:34.265" v="215" actId="47"/>
        <pc:sldMkLst>
          <pc:docMk/>
          <pc:sldMk cId="2361541675" sldId="648"/>
        </pc:sldMkLst>
      </pc:sldChg>
      <pc:sldChg chg="del">
        <pc:chgData name="Soumita Sengupta" userId="4afa6ce1-cb01-46c2-8538-4650222f0c96" providerId="ADAL" clId="{B0AE7DB9-0830-4674-80CF-8FE714AF9B7B}" dt="2021-05-31T11:23:34.616" v="216" actId="47"/>
        <pc:sldMkLst>
          <pc:docMk/>
          <pc:sldMk cId="2222658692" sldId="649"/>
        </pc:sldMkLst>
      </pc:sldChg>
      <pc:sldChg chg="del">
        <pc:chgData name="Soumita Sengupta" userId="4afa6ce1-cb01-46c2-8538-4650222f0c96" providerId="ADAL" clId="{B0AE7DB9-0830-4674-80CF-8FE714AF9B7B}" dt="2021-05-31T11:23:34.983" v="217" actId="47"/>
        <pc:sldMkLst>
          <pc:docMk/>
          <pc:sldMk cId="510060166" sldId="650"/>
        </pc:sldMkLst>
      </pc:sldChg>
      <pc:sldChg chg="del">
        <pc:chgData name="Soumita Sengupta" userId="4afa6ce1-cb01-46c2-8538-4650222f0c96" providerId="ADAL" clId="{B0AE7DB9-0830-4674-80CF-8FE714AF9B7B}" dt="2021-05-31T11:23:35.500" v="218" actId="47"/>
        <pc:sldMkLst>
          <pc:docMk/>
          <pc:sldMk cId="1129792128" sldId="666"/>
        </pc:sldMkLst>
      </pc:sldChg>
      <pc:sldChg chg="del">
        <pc:chgData name="Soumita Sengupta" userId="4afa6ce1-cb01-46c2-8538-4650222f0c96" providerId="ADAL" clId="{B0AE7DB9-0830-4674-80CF-8FE714AF9B7B}" dt="2021-05-31T11:21:05.784" v="49" actId="47"/>
        <pc:sldMkLst>
          <pc:docMk/>
          <pc:sldMk cId="2849411837" sldId="668"/>
        </pc:sldMkLst>
      </pc:sldChg>
      <pc:sldChg chg="del">
        <pc:chgData name="Soumita Sengupta" userId="4afa6ce1-cb01-46c2-8538-4650222f0c96" providerId="ADAL" clId="{B0AE7DB9-0830-4674-80CF-8FE714AF9B7B}" dt="2021-05-31T11:21:06.001" v="50" actId="47"/>
        <pc:sldMkLst>
          <pc:docMk/>
          <pc:sldMk cId="1823865472" sldId="669"/>
        </pc:sldMkLst>
      </pc:sldChg>
      <pc:sldChg chg="del">
        <pc:chgData name="Soumita Sengupta" userId="4afa6ce1-cb01-46c2-8538-4650222f0c96" providerId="ADAL" clId="{B0AE7DB9-0830-4674-80CF-8FE714AF9B7B}" dt="2021-05-31T11:21:06.231" v="51" actId="47"/>
        <pc:sldMkLst>
          <pc:docMk/>
          <pc:sldMk cId="3322344175" sldId="670"/>
        </pc:sldMkLst>
      </pc:sldChg>
      <pc:sldChg chg="del">
        <pc:chgData name="Soumita Sengupta" userId="4afa6ce1-cb01-46c2-8538-4650222f0c96" providerId="ADAL" clId="{B0AE7DB9-0830-4674-80CF-8FE714AF9B7B}" dt="2021-05-31T11:21:06.764" v="52" actId="47"/>
        <pc:sldMkLst>
          <pc:docMk/>
          <pc:sldMk cId="1858348461" sldId="671"/>
        </pc:sldMkLst>
      </pc:sldChg>
      <pc:sldChg chg="del">
        <pc:chgData name="Soumita Sengupta" userId="4afa6ce1-cb01-46c2-8538-4650222f0c96" providerId="ADAL" clId="{B0AE7DB9-0830-4674-80CF-8FE714AF9B7B}" dt="2021-05-31T11:21:07.535" v="54" actId="47"/>
        <pc:sldMkLst>
          <pc:docMk/>
          <pc:sldMk cId="2643689726" sldId="673"/>
        </pc:sldMkLst>
      </pc:sldChg>
      <pc:sldChg chg="del">
        <pc:chgData name="Soumita Sengupta" userId="4afa6ce1-cb01-46c2-8538-4650222f0c96" providerId="ADAL" clId="{B0AE7DB9-0830-4674-80CF-8FE714AF9B7B}" dt="2021-05-31T11:21:07.759" v="55" actId="47"/>
        <pc:sldMkLst>
          <pc:docMk/>
          <pc:sldMk cId="1058378958" sldId="674"/>
        </pc:sldMkLst>
      </pc:sldChg>
      <pc:sldChg chg="del">
        <pc:chgData name="Soumita Sengupta" userId="4afa6ce1-cb01-46c2-8538-4650222f0c96" providerId="ADAL" clId="{B0AE7DB9-0830-4674-80CF-8FE714AF9B7B}" dt="2021-05-31T11:21:08.223" v="57" actId="47"/>
        <pc:sldMkLst>
          <pc:docMk/>
          <pc:sldMk cId="1466538347" sldId="675"/>
        </pc:sldMkLst>
      </pc:sldChg>
      <pc:sldChg chg="del">
        <pc:chgData name="Soumita Sengupta" userId="4afa6ce1-cb01-46c2-8538-4650222f0c96" providerId="ADAL" clId="{B0AE7DB9-0830-4674-80CF-8FE714AF9B7B}" dt="2021-05-31T11:21:22.327" v="113" actId="47"/>
        <pc:sldMkLst>
          <pc:docMk/>
          <pc:sldMk cId="1877917348" sldId="682"/>
        </pc:sldMkLst>
      </pc:sldChg>
      <pc:sldChg chg="del">
        <pc:chgData name="Soumita Sengupta" userId="4afa6ce1-cb01-46c2-8538-4650222f0c96" providerId="ADAL" clId="{B0AE7DB9-0830-4674-80CF-8FE714AF9B7B}" dt="2021-05-31T11:21:00.099" v="25" actId="47"/>
        <pc:sldMkLst>
          <pc:docMk/>
          <pc:sldMk cId="1349535947" sldId="690"/>
        </pc:sldMkLst>
      </pc:sldChg>
      <pc:sldChg chg="del">
        <pc:chgData name="Soumita Sengupta" userId="4afa6ce1-cb01-46c2-8538-4650222f0c96" providerId="ADAL" clId="{B0AE7DB9-0830-4674-80CF-8FE714AF9B7B}" dt="2021-05-31T11:21:00.632" v="27" actId="47"/>
        <pc:sldMkLst>
          <pc:docMk/>
          <pc:sldMk cId="2783950847" sldId="691"/>
        </pc:sldMkLst>
      </pc:sldChg>
      <pc:sldChg chg="del">
        <pc:chgData name="Soumita Sengupta" userId="4afa6ce1-cb01-46c2-8538-4650222f0c96" providerId="ADAL" clId="{B0AE7DB9-0830-4674-80CF-8FE714AF9B7B}" dt="2021-05-31T11:21:00.854" v="28" actId="47"/>
        <pc:sldMkLst>
          <pc:docMk/>
          <pc:sldMk cId="3881707545" sldId="692"/>
        </pc:sldMkLst>
      </pc:sldChg>
      <pc:sldChg chg="del">
        <pc:chgData name="Soumita Sengupta" userId="4afa6ce1-cb01-46c2-8538-4650222f0c96" providerId="ADAL" clId="{B0AE7DB9-0830-4674-80CF-8FE714AF9B7B}" dt="2021-05-31T11:21:01.102" v="29" actId="47"/>
        <pc:sldMkLst>
          <pc:docMk/>
          <pc:sldMk cId="732789534" sldId="693"/>
        </pc:sldMkLst>
      </pc:sldChg>
      <pc:sldChg chg="del">
        <pc:chgData name="Soumita Sengupta" userId="4afa6ce1-cb01-46c2-8538-4650222f0c96" providerId="ADAL" clId="{B0AE7DB9-0830-4674-80CF-8FE714AF9B7B}" dt="2021-05-31T11:21:01.386" v="30" actId="47"/>
        <pc:sldMkLst>
          <pc:docMk/>
          <pc:sldMk cId="1650069667" sldId="694"/>
        </pc:sldMkLst>
      </pc:sldChg>
      <pc:sldChg chg="del">
        <pc:chgData name="Soumita Sengupta" userId="4afa6ce1-cb01-46c2-8538-4650222f0c96" providerId="ADAL" clId="{B0AE7DB9-0830-4674-80CF-8FE714AF9B7B}" dt="2021-05-31T11:21:01.571" v="31" actId="47"/>
        <pc:sldMkLst>
          <pc:docMk/>
          <pc:sldMk cId="3977964455" sldId="695"/>
        </pc:sldMkLst>
      </pc:sldChg>
      <pc:sldChg chg="del">
        <pc:chgData name="Soumita Sengupta" userId="4afa6ce1-cb01-46c2-8538-4650222f0c96" providerId="ADAL" clId="{B0AE7DB9-0830-4674-80CF-8FE714AF9B7B}" dt="2021-05-31T11:21:02.119" v="33" actId="47"/>
        <pc:sldMkLst>
          <pc:docMk/>
          <pc:sldMk cId="2989975256" sldId="697"/>
        </pc:sldMkLst>
      </pc:sldChg>
      <pc:sldChg chg="del">
        <pc:chgData name="Soumita Sengupta" userId="4afa6ce1-cb01-46c2-8538-4650222f0c96" providerId="ADAL" clId="{B0AE7DB9-0830-4674-80CF-8FE714AF9B7B}" dt="2021-05-31T11:21:02.673" v="35" actId="47"/>
        <pc:sldMkLst>
          <pc:docMk/>
          <pc:sldMk cId="3242929" sldId="699"/>
        </pc:sldMkLst>
      </pc:sldChg>
      <pc:sldChg chg="del">
        <pc:chgData name="Soumita Sengupta" userId="4afa6ce1-cb01-46c2-8538-4650222f0c96" providerId="ADAL" clId="{B0AE7DB9-0830-4674-80CF-8FE714AF9B7B}" dt="2021-05-31T11:21:02.936" v="36" actId="47"/>
        <pc:sldMkLst>
          <pc:docMk/>
          <pc:sldMk cId="2833213052" sldId="700"/>
        </pc:sldMkLst>
      </pc:sldChg>
      <pc:sldChg chg="del">
        <pc:chgData name="Soumita Sengupta" userId="4afa6ce1-cb01-46c2-8538-4650222f0c96" providerId="ADAL" clId="{B0AE7DB9-0830-4674-80CF-8FE714AF9B7B}" dt="2021-05-31T11:21:03.106" v="37" actId="47"/>
        <pc:sldMkLst>
          <pc:docMk/>
          <pc:sldMk cId="67063222" sldId="701"/>
        </pc:sldMkLst>
      </pc:sldChg>
      <pc:sldChg chg="del">
        <pc:chgData name="Soumita Sengupta" userId="4afa6ce1-cb01-46c2-8538-4650222f0c96" providerId="ADAL" clId="{B0AE7DB9-0830-4674-80CF-8FE714AF9B7B}" dt="2021-05-31T11:21:03.608" v="39" actId="47"/>
        <pc:sldMkLst>
          <pc:docMk/>
          <pc:sldMk cId="394688444" sldId="703"/>
        </pc:sldMkLst>
      </pc:sldChg>
      <pc:sldChg chg="del">
        <pc:chgData name="Soumita Sengupta" userId="4afa6ce1-cb01-46c2-8538-4650222f0c96" providerId="ADAL" clId="{B0AE7DB9-0830-4674-80CF-8FE714AF9B7B}" dt="2021-05-31T11:21:03.862" v="40" actId="47"/>
        <pc:sldMkLst>
          <pc:docMk/>
          <pc:sldMk cId="2559343463" sldId="704"/>
        </pc:sldMkLst>
      </pc:sldChg>
      <pc:sldChg chg="del">
        <pc:chgData name="Soumita Sengupta" userId="4afa6ce1-cb01-46c2-8538-4650222f0c96" providerId="ADAL" clId="{B0AE7DB9-0830-4674-80CF-8FE714AF9B7B}" dt="2021-05-31T11:21:04.043" v="41" actId="47"/>
        <pc:sldMkLst>
          <pc:docMk/>
          <pc:sldMk cId="2847207556" sldId="705"/>
        </pc:sldMkLst>
      </pc:sldChg>
      <pc:sldChg chg="del">
        <pc:chgData name="Soumita Sengupta" userId="4afa6ce1-cb01-46c2-8538-4650222f0c96" providerId="ADAL" clId="{B0AE7DB9-0830-4674-80CF-8FE714AF9B7B}" dt="2021-05-31T11:21:04.210" v="42" actId="47"/>
        <pc:sldMkLst>
          <pc:docMk/>
          <pc:sldMk cId="2525000584" sldId="706"/>
        </pc:sldMkLst>
      </pc:sldChg>
      <pc:sldChg chg="del">
        <pc:chgData name="Soumita Sengupta" userId="4afa6ce1-cb01-46c2-8538-4650222f0c96" providerId="ADAL" clId="{B0AE7DB9-0830-4674-80CF-8FE714AF9B7B}" dt="2021-05-31T11:21:04.464" v="43" actId="47"/>
        <pc:sldMkLst>
          <pc:docMk/>
          <pc:sldMk cId="1118961763" sldId="707"/>
        </pc:sldMkLst>
      </pc:sldChg>
      <pc:sldChg chg="del">
        <pc:chgData name="Soumita Sengupta" userId="4afa6ce1-cb01-46c2-8538-4650222f0c96" providerId="ADAL" clId="{B0AE7DB9-0830-4674-80CF-8FE714AF9B7B}" dt="2021-05-31T11:21:21.641" v="110" actId="47"/>
        <pc:sldMkLst>
          <pc:docMk/>
          <pc:sldMk cId="3842062754" sldId="708"/>
        </pc:sldMkLst>
      </pc:sldChg>
      <pc:sldChg chg="del">
        <pc:chgData name="Soumita Sengupta" userId="4afa6ce1-cb01-46c2-8538-4650222f0c96" providerId="ADAL" clId="{B0AE7DB9-0830-4674-80CF-8FE714AF9B7B}" dt="2021-05-31T11:21:21.857" v="111" actId="47"/>
        <pc:sldMkLst>
          <pc:docMk/>
          <pc:sldMk cId="1385205329" sldId="709"/>
        </pc:sldMkLst>
      </pc:sldChg>
      <pc:sldChg chg="del">
        <pc:chgData name="Soumita Sengupta" userId="4afa6ce1-cb01-46c2-8538-4650222f0c96" providerId="ADAL" clId="{B0AE7DB9-0830-4674-80CF-8FE714AF9B7B}" dt="2021-05-31T11:21:22.111" v="112" actId="47"/>
        <pc:sldMkLst>
          <pc:docMk/>
          <pc:sldMk cId="3511327653" sldId="710"/>
        </pc:sldMkLst>
      </pc:sldChg>
      <pc:sldChg chg="del">
        <pc:chgData name="Soumita Sengupta" userId="4afa6ce1-cb01-46c2-8538-4650222f0c96" providerId="ADAL" clId="{B0AE7DB9-0830-4674-80CF-8FE714AF9B7B}" dt="2021-05-31T11:21:23.012" v="116" actId="47"/>
        <pc:sldMkLst>
          <pc:docMk/>
          <pc:sldMk cId="3137745536" sldId="712"/>
        </pc:sldMkLst>
      </pc:sldChg>
      <pc:sldChg chg="del">
        <pc:chgData name="Soumita Sengupta" userId="4afa6ce1-cb01-46c2-8538-4650222f0c96" providerId="ADAL" clId="{B0AE7DB9-0830-4674-80CF-8FE714AF9B7B}" dt="2021-05-31T11:21:23.244" v="117" actId="47"/>
        <pc:sldMkLst>
          <pc:docMk/>
          <pc:sldMk cId="2872170972" sldId="713"/>
        </pc:sldMkLst>
      </pc:sldChg>
      <pc:sldChg chg="del">
        <pc:chgData name="Soumita Sengupta" userId="4afa6ce1-cb01-46c2-8538-4650222f0c96" providerId="ADAL" clId="{B0AE7DB9-0830-4674-80CF-8FE714AF9B7B}" dt="2021-05-31T11:21:23.461" v="118" actId="47"/>
        <pc:sldMkLst>
          <pc:docMk/>
          <pc:sldMk cId="910368742" sldId="714"/>
        </pc:sldMkLst>
      </pc:sldChg>
      <pc:sldChg chg="del">
        <pc:chgData name="Soumita Sengupta" userId="4afa6ce1-cb01-46c2-8538-4650222f0c96" providerId="ADAL" clId="{B0AE7DB9-0830-4674-80CF-8FE714AF9B7B}" dt="2021-05-31T11:21:23.862" v="120" actId="47"/>
        <pc:sldMkLst>
          <pc:docMk/>
          <pc:sldMk cId="2173025332" sldId="716"/>
        </pc:sldMkLst>
      </pc:sldChg>
      <pc:sldChg chg="del">
        <pc:chgData name="Soumita Sengupta" userId="4afa6ce1-cb01-46c2-8538-4650222f0c96" providerId="ADAL" clId="{B0AE7DB9-0830-4674-80CF-8FE714AF9B7B}" dt="2021-05-31T11:20:42.505" v="11" actId="47"/>
        <pc:sldMkLst>
          <pc:docMk/>
          <pc:sldMk cId="4197784673" sldId="718"/>
        </pc:sldMkLst>
      </pc:sldChg>
      <pc:sldChg chg="del">
        <pc:chgData name="Soumita Sengupta" userId="4afa6ce1-cb01-46c2-8538-4650222f0c96" providerId="ADAL" clId="{B0AE7DB9-0830-4674-80CF-8FE714AF9B7B}" dt="2021-05-31T11:20:43.531" v="13" actId="47"/>
        <pc:sldMkLst>
          <pc:docMk/>
          <pc:sldMk cId="1817621787" sldId="719"/>
        </pc:sldMkLst>
      </pc:sldChg>
      <pc:sldChg chg="del">
        <pc:chgData name="Soumita Sengupta" userId="4afa6ce1-cb01-46c2-8538-4650222f0c96" providerId="ADAL" clId="{B0AE7DB9-0830-4674-80CF-8FE714AF9B7B}" dt="2021-05-31T11:20:44.674" v="14" actId="47"/>
        <pc:sldMkLst>
          <pc:docMk/>
          <pc:sldMk cId="2472564179" sldId="720"/>
        </pc:sldMkLst>
      </pc:sldChg>
      <pc:sldChg chg="del">
        <pc:chgData name="Soumita Sengupta" userId="4afa6ce1-cb01-46c2-8538-4650222f0c96" providerId="ADAL" clId="{B0AE7DB9-0830-4674-80CF-8FE714AF9B7B}" dt="2021-05-31T11:20:55.371" v="15" actId="47"/>
        <pc:sldMkLst>
          <pc:docMk/>
          <pc:sldMk cId="2557363682" sldId="726"/>
        </pc:sldMkLst>
      </pc:sldChg>
      <pc:sldChg chg="del">
        <pc:chgData name="Soumita Sengupta" userId="4afa6ce1-cb01-46c2-8538-4650222f0c96" providerId="ADAL" clId="{B0AE7DB9-0830-4674-80CF-8FE714AF9B7B}" dt="2021-05-31T11:20:56.505" v="17" actId="47"/>
        <pc:sldMkLst>
          <pc:docMk/>
          <pc:sldMk cId="2533192149" sldId="727"/>
        </pc:sldMkLst>
      </pc:sldChg>
      <pc:sldChg chg="del">
        <pc:chgData name="Soumita Sengupta" userId="4afa6ce1-cb01-46c2-8538-4650222f0c96" providerId="ADAL" clId="{B0AE7DB9-0830-4674-80CF-8FE714AF9B7B}" dt="2021-05-31T11:20:56.944" v="18" actId="47"/>
        <pc:sldMkLst>
          <pc:docMk/>
          <pc:sldMk cId="267288945" sldId="728"/>
        </pc:sldMkLst>
      </pc:sldChg>
      <pc:sldChg chg="del">
        <pc:chgData name="Soumita Sengupta" userId="4afa6ce1-cb01-46c2-8538-4650222f0c96" providerId="ADAL" clId="{B0AE7DB9-0830-4674-80CF-8FE714AF9B7B}" dt="2021-05-31T11:20:56.042" v="16" actId="47"/>
        <pc:sldMkLst>
          <pc:docMk/>
          <pc:sldMk cId="1657360727" sldId="729"/>
        </pc:sldMkLst>
      </pc:sldChg>
      <pc:sldChg chg="del">
        <pc:chgData name="Soumita Sengupta" userId="4afa6ce1-cb01-46c2-8538-4650222f0c96" providerId="ADAL" clId="{B0AE7DB9-0830-4674-80CF-8FE714AF9B7B}" dt="2021-05-31T11:20:43.059" v="12" actId="47"/>
        <pc:sldMkLst>
          <pc:docMk/>
          <pc:sldMk cId="452156479" sldId="736"/>
        </pc:sldMkLst>
      </pc:sldChg>
      <pc:sldChg chg="del">
        <pc:chgData name="Soumita Sengupta" userId="4afa6ce1-cb01-46c2-8538-4650222f0c96" providerId="ADAL" clId="{B0AE7DB9-0830-4674-80CF-8FE714AF9B7B}" dt="2021-05-31T11:23:02.375" v="150" actId="47"/>
        <pc:sldMkLst>
          <pc:docMk/>
          <pc:sldMk cId="1013292222" sldId="737"/>
        </pc:sldMkLst>
      </pc:sldChg>
      <pc:sldChg chg="del">
        <pc:chgData name="Soumita Sengupta" userId="4afa6ce1-cb01-46c2-8538-4650222f0c96" providerId="ADAL" clId="{B0AE7DB9-0830-4674-80CF-8FE714AF9B7B}" dt="2021-05-31T11:20:58.062" v="19" actId="47"/>
        <pc:sldMkLst>
          <pc:docMk/>
          <pc:sldMk cId="481063857" sldId="738"/>
        </pc:sldMkLst>
      </pc:sldChg>
      <pc:sldChg chg="del">
        <pc:chgData name="Soumita Sengupta" userId="4afa6ce1-cb01-46c2-8538-4650222f0c96" providerId="ADAL" clId="{B0AE7DB9-0830-4674-80CF-8FE714AF9B7B}" dt="2021-05-31T11:20:59.783" v="24" actId="47"/>
        <pc:sldMkLst>
          <pc:docMk/>
          <pc:sldMk cId="1233064520" sldId="739"/>
        </pc:sldMkLst>
      </pc:sldChg>
      <pc:sldChg chg="del">
        <pc:chgData name="Soumita Sengupta" userId="4afa6ce1-cb01-46c2-8538-4650222f0c96" providerId="ADAL" clId="{B0AE7DB9-0830-4674-80CF-8FE714AF9B7B}" dt="2021-05-31T11:21:07.991" v="56" actId="47"/>
        <pc:sldMkLst>
          <pc:docMk/>
          <pc:sldMk cId="506531162" sldId="786"/>
        </pc:sldMkLst>
      </pc:sldChg>
      <pc:sldChg chg="del">
        <pc:chgData name="Soumita Sengupta" userId="4afa6ce1-cb01-46c2-8538-4650222f0c96" providerId="ADAL" clId="{B0AE7DB9-0830-4674-80CF-8FE714AF9B7B}" dt="2021-05-31T11:21:11.985" v="73" actId="47"/>
        <pc:sldMkLst>
          <pc:docMk/>
          <pc:sldMk cId="1187423674" sldId="788"/>
        </pc:sldMkLst>
      </pc:sldChg>
      <pc:sldChg chg="del">
        <pc:chgData name="Soumita Sengupta" userId="4afa6ce1-cb01-46c2-8538-4650222f0c96" providerId="ADAL" clId="{B0AE7DB9-0830-4674-80CF-8FE714AF9B7B}" dt="2021-05-31T11:21:12.617" v="76" actId="47"/>
        <pc:sldMkLst>
          <pc:docMk/>
          <pc:sldMk cId="2446929124" sldId="789"/>
        </pc:sldMkLst>
      </pc:sldChg>
      <pc:sldChg chg="del">
        <pc:chgData name="Soumita Sengupta" userId="4afa6ce1-cb01-46c2-8538-4650222f0c96" providerId="ADAL" clId="{B0AE7DB9-0830-4674-80CF-8FE714AF9B7B}" dt="2021-05-31T11:21:13.419" v="79" actId="47"/>
        <pc:sldMkLst>
          <pc:docMk/>
          <pc:sldMk cId="3045271607" sldId="794"/>
        </pc:sldMkLst>
      </pc:sldChg>
      <pc:sldChg chg="del">
        <pc:chgData name="Soumita Sengupta" userId="4afa6ce1-cb01-46c2-8538-4650222f0c96" providerId="ADAL" clId="{B0AE7DB9-0830-4674-80CF-8FE714AF9B7B}" dt="2021-05-31T11:21:15.279" v="87" actId="47"/>
        <pc:sldMkLst>
          <pc:docMk/>
          <pc:sldMk cId="2268596285" sldId="796"/>
        </pc:sldMkLst>
      </pc:sldChg>
      <pc:sldChg chg="del">
        <pc:chgData name="Soumita Sengupta" userId="4afa6ce1-cb01-46c2-8538-4650222f0c96" providerId="ADAL" clId="{B0AE7DB9-0830-4674-80CF-8FE714AF9B7B}" dt="2021-05-31T11:21:29.944" v="145" actId="47"/>
        <pc:sldMkLst>
          <pc:docMk/>
          <pc:sldMk cId="575536835" sldId="803"/>
        </pc:sldMkLst>
      </pc:sldChg>
      <pc:sldChg chg="del">
        <pc:chgData name="Soumita Sengupta" userId="4afa6ce1-cb01-46c2-8538-4650222f0c96" providerId="ADAL" clId="{B0AE7DB9-0830-4674-80CF-8FE714AF9B7B}" dt="2021-05-31T11:23:27.463" v="200" actId="47"/>
        <pc:sldMkLst>
          <pc:docMk/>
          <pc:sldMk cId="3221674416" sldId="804"/>
        </pc:sldMkLst>
      </pc:sldChg>
      <pc:sldChg chg="del">
        <pc:chgData name="Soumita Sengupta" userId="4afa6ce1-cb01-46c2-8538-4650222f0c96" providerId="ADAL" clId="{B0AE7DB9-0830-4674-80CF-8FE714AF9B7B}" dt="2021-05-31T11:23:28.967" v="203" actId="47"/>
        <pc:sldMkLst>
          <pc:docMk/>
          <pc:sldMk cId="87442308" sldId="805"/>
        </pc:sldMkLst>
      </pc:sldChg>
      <pc:sldChg chg="del">
        <pc:chgData name="Soumita Sengupta" userId="4afa6ce1-cb01-46c2-8538-4650222f0c96" providerId="ADAL" clId="{B0AE7DB9-0830-4674-80CF-8FE714AF9B7B}" dt="2021-05-31T11:21:24.332" v="122" actId="47"/>
        <pc:sldMkLst>
          <pc:docMk/>
          <pc:sldMk cId="2726919898" sldId="808"/>
        </pc:sldMkLst>
      </pc:sldChg>
      <pc:sldChg chg="del">
        <pc:chgData name="Soumita Sengupta" userId="4afa6ce1-cb01-46c2-8538-4650222f0c96" providerId="ADAL" clId="{B0AE7DB9-0830-4674-80CF-8FE714AF9B7B}" dt="2021-05-31T11:21:24.585" v="123" actId="47"/>
        <pc:sldMkLst>
          <pc:docMk/>
          <pc:sldMk cId="3656546334" sldId="809"/>
        </pc:sldMkLst>
      </pc:sldChg>
      <pc:sldChg chg="del">
        <pc:chgData name="Soumita Sengupta" userId="4afa6ce1-cb01-46c2-8538-4650222f0c96" providerId="ADAL" clId="{B0AE7DB9-0830-4674-80CF-8FE714AF9B7B}" dt="2021-05-31T11:21:24.786" v="124" actId="47"/>
        <pc:sldMkLst>
          <pc:docMk/>
          <pc:sldMk cId="3895102673" sldId="810"/>
        </pc:sldMkLst>
      </pc:sldChg>
      <pc:sldChg chg="del">
        <pc:chgData name="Soumita Sengupta" userId="4afa6ce1-cb01-46c2-8538-4650222f0c96" providerId="ADAL" clId="{B0AE7DB9-0830-4674-80CF-8FE714AF9B7B}" dt="2021-05-31T11:21:24.901" v="125" actId="47"/>
        <pc:sldMkLst>
          <pc:docMk/>
          <pc:sldMk cId="2442620785" sldId="811"/>
        </pc:sldMkLst>
      </pc:sldChg>
      <pc:sldChg chg="del">
        <pc:chgData name="Soumita Sengupta" userId="4afa6ce1-cb01-46c2-8538-4650222f0c96" providerId="ADAL" clId="{B0AE7DB9-0830-4674-80CF-8FE714AF9B7B}" dt="2021-05-31T11:23:13.120" v="174" actId="47"/>
        <pc:sldMkLst>
          <pc:docMk/>
          <pc:sldMk cId="1600615961" sldId="822"/>
        </pc:sldMkLst>
      </pc:sldChg>
      <pc:sldChg chg="del">
        <pc:chgData name="Soumita Sengupta" userId="4afa6ce1-cb01-46c2-8538-4650222f0c96" providerId="ADAL" clId="{B0AE7DB9-0830-4674-80CF-8FE714AF9B7B}" dt="2021-05-31T11:23:25.503" v="197" actId="47"/>
        <pc:sldMkLst>
          <pc:docMk/>
          <pc:sldMk cId="646275432" sldId="823"/>
        </pc:sldMkLst>
      </pc:sldChg>
      <pc:sldChg chg="del">
        <pc:chgData name="Soumita Sengupta" userId="4afa6ce1-cb01-46c2-8538-4650222f0c96" providerId="ADAL" clId="{B0AE7DB9-0830-4674-80CF-8FE714AF9B7B}" dt="2021-05-31T11:23:35.917" v="219" actId="47"/>
        <pc:sldMkLst>
          <pc:docMk/>
          <pc:sldMk cId="609144779" sldId="824"/>
        </pc:sldMkLst>
      </pc:sldChg>
      <pc:sldChg chg="del">
        <pc:chgData name="Soumita Sengupta" userId="4afa6ce1-cb01-46c2-8538-4650222f0c96" providerId="ADAL" clId="{B0AE7DB9-0830-4674-80CF-8FE714AF9B7B}" dt="2021-05-31T11:23:22.450" v="192" actId="47"/>
        <pc:sldMkLst>
          <pc:docMk/>
          <pc:sldMk cId="2061984971" sldId="826"/>
        </pc:sldMkLst>
      </pc:sldChg>
      <pc:sldChg chg="del">
        <pc:chgData name="Soumita Sengupta" userId="4afa6ce1-cb01-46c2-8538-4650222f0c96" providerId="ADAL" clId="{B0AE7DB9-0830-4674-80CF-8FE714AF9B7B}" dt="2021-05-31T11:23:23.715" v="194" actId="47"/>
        <pc:sldMkLst>
          <pc:docMk/>
          <pc:sldMk cId="2916609019" sldId="827"/>
        </pc:sldMkLst>
      </pc:sldChg>
      <pc:sldChg chg="del">
        <pc:chgData name="Soumita Sengupta" userId="4afa6ce1-cb01-46c2-8538-4650222f0c96" providerId="ADAL" clId="{B0AE7DB9-0830-4674-80CF-8FE714AF9B7B}" dt="2021-05-31T11:23:24.169" v="195" actId="47"/>
        <pc:sldMkLst>
          <pc:docMk/>
          <pc:sldMk cId="3965900230" sldId="828"/>
        </pc:sldMkLst>
      </pc:sldChg>
      <pc:sldChg chg="del">
        <pc:chgData name="Soumita Sengupta" userId="4afa6ce1-cb01-46c2-8538-4650222f0c96" providerId="ADAL" clId="{B0AE7DB9-0830-4674-80CF-8FE714AF9B7B}" dt="2021-05-31T11:23:24.986" v="196" actId="47"/>
        <pc:sldMkLst>
          <pc:docMk/>
          <pc:sldMk cId="860800460" sldId="829"/>
        </pc:sldMkLst>
      </pc:sldChg>
      <pc:sldChg chg="del">
        <pc:chgData name="Soumita Sengupta" userId="4afa6ce1-cb01-46c2-8538-4650222f0c96" providerId="ADAL" clId="{B0AE7DB9-0830-4674-80CF-8FE714AF9B7B}" dt="2021-05-31T11:21:25.433" v="127" actId="47"/>
        <pc:sldMkLst>
          <pc:docMk/>
          <pc:sldMk cId="1968607313" sldId="833"/>
        </pc:sldMkLst>
      </pc:sldChg>
      <pc:sldChg chg="del">
        <pc:chgData name="Soumita Sengupta" userId="4afa6ce1-cb01-46c2-8538-4650222f0c96" providerId="ADAL" clId="{B0AE7DB9-0830-4674-80CF-8FE714AF9B7B}" dt="2021-05-31T11:21:25.649" v="128" actId="47"/>
        <pc:sldMkLst>
          <pc:docMk/>
          <pc:sldMk cId="3495316257" sldId="834"/>
        </pc:sldMkLst>
      </pc:sldChg>
      <pc:sldChg chg="del">
        <pc:chgData name="Soumita Sengupta" userId="4afa6ce1-cb01-46c2-8538-4650222f0c96" providerId="ADAL" clId="{B0AE7DB9-0830-4674-80CF-8FE714AF9B7B}" dt="2021-05-31T11:21:25.865" v="129" actId="47"/>
        <pc:sldMkLst>
          <pc:docMk/>
          <pc:sldMk cId="3157366253" sldId="835"/>
        </pc:sldMkLst>
      </pc:sldChg>
      <pc:sldChg chg="del">
        <pc:chgData name="Soumita Sengupta" userId="4afa6ce1-cb01-46c2-8538-4650222f0c96" providerId="ADAL" clId="{B0AE7DB9-0830-4674-80CF-8FE714AF9B7B}" dt="2021-05-31T11:21:26.466" v="131" actId="47"/>
        <pc:sldMkLst>
          <pc:docMk/>
          <pc:sldMk cId="116401671" sldId="837"/>
        </pc:sldMkLst>
      </pc:sldChg>
      <pc:sldChg chg="del">
        <pc:chgData name="Soumita Sengupta" userId="4afa6ce1-cb01-46c2-8538-4650222f0c96" providerId="ADAL" clId="{B0AE7DB9-0830-4674-80CF-8FE714AF9B7B}" dt="2021-05-31T11:21:26.650" v="132" actId="47"/>
        <pc:sldMkLst>
          <pc:docMk/>
          <pc:sldMk cId="2218938682" sldId="838"/>
        </pc:sldMkLst>
      </pc:sldChg>
      <pc:sldChg chg="del">
        <pc:chgData name="Soumita Sengupta" userId="4afa6ce1-cb01-46c2-8538-4650222f0c96" providerId="ADAL" clId="{B0AE7DB9-0830-4674-80CF-8FE714AF9B7B}" dt="2021-05-31T11:21:26.867" v="133" actId="47"/>
        <pc:sldMkLst>
          <pc:docMk/>
          <pc:sldMk cId="3790829099" sldId="839"/>
        </pc:sldMkLst>
      </pc:sldChg>
      <pc:sldChg chg="del">
        <pc:chgData name="Soumita Sengupta" userId="4afa6ce1-cb01-46c2-8538-4650222f0c96" providerId="ADAL" clId="{B0AE7DB9-0830-4674-80CF-8FE714AF9B7B}" dt="2021-05-31T11:21:27.052" v="134" actId="47"/>
        <pc:sldMkLst>
          <pc:docMk/>
          <pc:sldMk cId="137161310" sldId="840"/>
        </pc:sldMkLst>
      </pc:sldChg>
      <pc:sldChg chg="del">
        <pc:chgData name="Soumita Sengupta" userId="4afa6ce1-cb01-46c2-8538-4650222f0c96" providerId="ADAL" clId="{B0AE7DB9-0830-4674-80CF-8FE714AF9B7B}" dt="2021-05-31T11:21:27.237" v="135" actId="47"/>
        <pc:sldMkLst>
          <pc:docMk/>
          <pc:sldMk cId="2895645912" sldId="841"/>
        </pc:sldMkLst>
      </pc:sldChg>
      <pc:sldChg chg="del">
        <pc:chgData name="Soumita Sengupta" userId="4afa6ce1-cb01-46c2-8538-4650222f0c96" providerId="ADAL" clId="{B0AE7DB9-0830-4674-80CF-8FE714AF9B7B}" dt="2021-05-31T11:21:27.422" v="136" actId="47"/>
        <pc:sldMkLst>
          <pc:docMk/>
          <pc:sldMk cId="3451605243" sldId="842"/>
        </pc:sldMkLst>
      </pc:sldChg>
      <pc:sldChg chg="del">
        <pc:chgData name="Soumita Sengupta" userId="4afa6ce1-cb01-46c2-8538-4650222f0c96" providerId="ADAL" clId="{B0AE7DB9-0830-4674-80CF-8FE714AF9B7B}" dt="2021-05-31T11:21:27.607" v="137" actId="47"/>
        <pc:sldMkLst>
          <pc:docMk/>
          <pc:sldMk cId="3520553567" sldId="843"/>
        </pc:sldMkLst>
      </pc:sldChg>
      <pc:sldChg chg="del">
        <pc:chgData name="Soumita Sengupta" userId="4afa6ce1-cb01-46c2-8538-4650222f0c96" providerId="ADAL" clId="{B0AE7DB9-0830-4674-80CF-8FE714AF9B7B}" dt="2021-05-31T11:23:21.395" v="190" actId="47"/>
        <pc:sldMkLst>
          <pc:docMk/>
          <pc:sldMk cId="739307135" sldId="845"/>
        </pc:sldMkLst>
      </pc:sldChg>
      <pc:sldChg chg="del">
        <pc:chgData name="Soumita Sengupta" userId="4afa6ce1-cb01-46c2-8538-4650222f0c96" providerId="ADAL" clId="{B0AE7DB9-0830-4674-80CF-8FE714AF9B7B}" dt="2021-05-31T11:23:20.446" v="188" actId="47"/>
        <pc:sldMkLst>
          <pc:docMk/>
          <pc:sldMk cId="2149126909" sldId="846"/>
        </pc:sldMkLst>
      </pc:sldChg>
      <pc:sldChg chg="del">
        <pc:chgData name="Soumita Sengupta" userId="4afa6ce1-cb01-46c2-8538-4650222f0c96" providerId="ADAL" clId="{B0AE7DB9-0830-4674-80CF-8FE714AF9B7B}" dt="2021-05-31T11:23:21.865" v="191" actId="47"/>
        <pc:sldMkLst>
          <pc:docMk/>
          <pc:sldMk cId="3396759169" sldId="847"/>
        </pc:sldMkLst>
      </pc:sldChg>
      <pc:sldChg chg="del">
        <pc:chgData name="Soumita Sengupta" userId="4afa6ce1-cb01-46c2-8538-4650222f0c96" providerId="ADAL" clId="{B0AE7DB9-0830-4674-80CF-8FE714AF9B7B}" dt="2021-05-31T11:23:22.898" v="193" actId="47"/>
        <pc:sldMkLst>
          <pc:docMk/>
          <pc:sldMk cId="2403941356" sldId="848"/>
        </pc:sldMkLst>
      </pc:sldChg>
      <pc:sldChg chg="del">
        <pc:chgData name="Soumita Sengupta" userId="4afa6ce1-cb01-46c2-8538-4650222f0c96" providerId="ADAL" clId="{B0AE7DB9-0830-4674-80CF-8FE714AF9B7B}" dt="2021-05-31T11:21:18.601" v="100" actId="47"/>
        <pc:sldMkLst>
          <pc:docMk/>
          <pc:sldMk cId="254607577" sldId="868"/>
        </pc:sldMkLst>
      </pc:sldChg>
      <pc:sldChg chg="del">
        <pc:chgData name="Soumita Sengupta" userId="4afa6ce1-cb01-46c2-8538-4650222f0c96" providerId="ADAL" clId="{B0AE7DB9-0830-4674-80CF-8FE714AF9B7B}" dt="2021-05-31T11:21:18.934" v="101" actId="47"/>
        <pc:sldMkLst>
          <pc:docMk/>
          <pc:sldMk cId="1693671457" sldId="869"/>
        </pc:sldMkLst>
      </pc:sldChg>
      <pc:sldChg chg="del">
        <pc:chgData name="Soumita Sengupta" userId="4afa6ce1-cb01-46c2-8538-4650222f0c96" providerId="ADAL" clId="{B0AE7DB9-0830-4674-80CF-8FE714AF9B7B}" dt="2021-05-31T11:21:19.187" v="102" actId="47"/>
        <pc:sldMkLst>
          <pc:docMk/>
          <pc:sldMk cId="2521651456" sldId="870"/>
        </pc:sldMkLst>
      </pc:sldChg>
      <pc:sldChg chg="del">
        <pc:chgData name="Soumita Sengupta" userId="4afa6ce1-cb01-46c2-8538-4650222f0c96" providerId="ADAL" clId="{B0AE7DB9-0830-4674-80CF-8FE714AF9B7B}" dt="2021-05-31T11:21:19.989" v="104" actId="47"/>
        <pc:sldMkLst>
          <pc:docMk/>
          <pc:sldMk cId="2056228496" sldId="872"/>
        </pc:sldMkLst>
      </pc:sldChg>
      <pc:sldChg chg="del">
        <pc:chgData name="Soumita Sengupta" userId="4afa6ce1-cb01-46c2-8538-4650222f0c96" providerId="ADAL" clId="{B0AE7DB9-0830-4674-80CF-8FE714AF9B7B}" dt="2021-05-31T11:21:20.320" v="105" actId="47"/>
        <pc:sldMkLst>
          <pc:docMk/>
          <pc:sldMk cId="2816898881" sldId="873"/>
        </pc:sldMkLst>
      </pc:sldChg>
      <pc:sldChg chg="del">
        <pc:chgData name="Soumita Sengupta" userId="4afa6ce1-cb01-46c2-8538-4650222f0c96" providerId="ADAL" clId="{B0AE7DB9-0830-4674-80CF-8FE714AF9B7B}" dt="2021-05-31T11:21:20.869" v="107" actId="47"/>
        <pc:sldMkLst>
          <pc:docMk/>
          <pc:sldMk cId="53408869" sldId="874"/>
        </pc:sldMkLst>
      </pc:sldChg>
      <pc:sldChg chg="del">
        <pc:chgData name="Soumita Sengupta" userId="4afa6ce1-cb01-46c2-8538-4650222f0c96" providerId="ADAL" clId="{B0AE7DB9-0830-4674-80CF-8FE714AF9B7B}" dt="2021-05-31T11:21:21.123" v="108" actId="47"/>
        <pc:sldMkLst>
          <pc:docMk/>
          <pc:sldMk cId="1332674554" sldId="875"/>
        </pc:sldMkLst>
      </pc:sldChg>
      <pc:sldChg chg="del">
        <pc:chgData name="Soumita Sengupta" userId="4afa6ce1-cb01-46c2-8538-4650222f0c96" providerId="ADAL" clId="{B0AE7DB9-0830-4674-80CF-8FE714AF9B7B}" dt="2021-05-31T11:23:37.762" v="221" actId="47"/>
        <pc:sldMkLst>
          <pc:docMk/>
          <pc:sldMk cId="202006007" sldId="879"/>
        </pc:sldMkLst>
      </pc:sldChg>
      <pc:sldChg chg="del">
        <pc:chgData name="Soumita Sengupta" userId="4afa6ce1-cb01-46c2-8538-4650222f0c96" providerId="ADAL" clId="{B0AE7DB9-0830-4674-80CF-8FE714AF9B7B}" dt="2021-05-31T11:21:06.789" v="53" actId="47"/>
        <pc:sldMkLst>
          <pc:docMk/>
          <pc:sldMk cId="1639061617" sldId="880"/>
        </pc:sldMkLst>
      </pc:sldChg>
      <pc:sldChg chg="del">
        <pc:chgData name="Soumita Sengupta" userId="4afa6ce1-cb01-46c2-8538-4650222f0c96" providerId="ADAL" clId="{B0AE7DB9-0830-4674-80CF-8FE714AF9B7B}" dt="2021-05-31T11:21:09.342" v="61" actId="47"/>
        <pc:sldMkLst>
          <pc:docMk/>
          <pc:sldMk cId="2139875260" sldId="881"/>
        </pc:sldMkLst>
      </pc:sldChg>
      <pc:sldChg chg="del">
        <pc:chgData name="Soumita Sengupta" userId="4afa6ce1-cb01-46c2-8538-4650222f0c96" providerId="ADAL" clId="{B0AE7DB9-0830-4674-80CF-8FE714AF9B7B}" dt="2021-05-31T11:21:09.828" v="63" actId="47"/>
        <pc:sldMkLst>
          <pc:docMk/>
          <pc:sldMk cId="4074590590" sldId="882"/>
        </pc:sldMkLst>
      </pc:sldChg>
      <pc:sldChg chg="del">
        <pc:chgData name="Soumita Sengupta" userId="4afa6ce1-cb01-46c2-8538-4650222f0c96" providerId="ADAL" clId="{B0AE7DB9-0830-4674-80CF-8FE714AF9B7B}" dt="2021-05-31T11:21:10.283" v="65" actId="47"/>
        <pc:sldMkLst>
          <pc:docMk/>
          <pc:sldMk cId="2047864383" sldId="883"/>
        </pc:sldMkLst>
      </pc:sldChg>
      <pc:sldChg chg="del">
        <pc:chgData name="Soumita Sengupta" userId="4afa6ce1-cb01-46c2-8538-4650222f0c96" providerId="ADAL" clId="{B0AE7DB9-0830-4674-80CF-8FE714AF9B7B}" dt="2021-05-31T11:21:10.568" v="66" actId="47"/>
        <pc:sldMkLst>
          <pc:docMk/>
          <pc:sldMk cId="3568281701" sldId="884"/>
        </pc:sldMkLst>
      </pc:sldChg>
      <pc:sldChg chg="del">
        <pc:chgData name="Soumita Sengupta" userId="4afa6ce1-cb01-46c2-8538-4650222f0c96" providerId="ADAL" clId="{B0AE7DB9-0830-4674-80CF-8FE714AF9B7B}" dt="2021-05-31T11:21:10.783" v="67" actId="47"/>
        <pc:sldMkLst>
          <pc:docMk/>
          <pc:sldMk cId="3658751047" sldId="885"/>
        </pc:sldMkLst>
      </pc:sldChg>
      <pc:sldChg chg="del">
        <pc:chgData name="Soumita Sengupta" userId="4afa6ce1-cb01-46c2-8538-4650222f0c96" providerId="ADAL" clId="{B0AE7DB9-0830-4674-80CF-8FE714AF9B7B}" dt="2021-05-31T11:21:10.984" v="68" actId="47"/>
        <pc:sldMkLst>
          <pc:docMk/>
          <pc:sldMk cId="225487929" sldId="886"/>
        </pc:sldMkLst>
      </pc:sldChg>
      <pc:sldChg chg="del">
        <pc:chgData name="Soumita Sengupta" userId="4afa6ce1-cb01-46c2-8538-4650222f0c96" providerId="ADAL" clId="{B0AE7DB9-0830-4674-80CF-8FE714AF9B7B}" dt="2021-05-31T11:21:11.199" v="69" actId="47"/>
        <pc:sldMkLst>
          <pc:docMk/>
          <pc:sldMk cId="1268566176" sldId="887"/>
        </pc:sldMkLst>
      </pc:sldChg>
      <pc:sldChg chg="del">
        <pc:chgData name="Soumita Sengupta" userId="4afa6ce1-cb01-46c2-8538-4650222f0c96" providerId="ADAL" clId="{B0AE7DB9-0830-4674-80CF-8FE714AF9B7B}" dt="2021-05-31T11:21:13.072" v="78" actId="47"/>
        <pc:sldMkLst>
          <pc:docMk/>
          <pc:sldMk cId="2151746763" sldId="888"/>
        </pc:sldMkLst>
      </pc:sldChg>
      <pc:sldChg chg="del">
        <pc:chgData name="Soumita Sengupta" userId="4afa6ce1-cb01-46c2-8538-4650222f0c96" providerId="ADAL" clId="{B0AE7DB9-0830-4674-80CF-8FE714AF9B7B}" dt="2021-05-31T11:21:13.673" v="80" actId="47"/>
        <pc:sldMkLst>
          <pc:docMk/>
          <pc:sldMk cId="2990392643" sldId="889"/>
        </pc:sldMkLst>
      </pc:sldChg>
      <pc:sldChg chg="del">
        <pc:chgData name="Soumita Sengupta" userId="4afa6ce1-cb01-46c2-8538-4650222f0c96" providerId="ADAL" clId="{B0AE7DB9-0830-4674-80CF-8FE714AF9B7B}" dt="2021-05-31T11:21:13.889" v="81" actId="47"/>
        <pc:sldMkLst>
          <pc:docMk/>
          <pc:sldMk cId="4152093735" sldId="890"/>
        </pc:sldMkLst>
      </pc:sldChg>
      <pc:sldChg chg="del">
        <pc:chgData name="Soumita Sengupta" userId="4afa6ce1-cb01-46c2-8538-4650222f0c96" providerId="ADAL" clId="{B0AE7DB9-0830-4674-80CF-8FE714AF9B7B}" dt="2021-05-31T11:21:16.566" v="93" actId="47"/>
        <pc:sldMkLst>
          <pc:docMk/>
          <pc:sldMk cId="3419036602" sldId="891"/>
        </pc:sldMkLst>
      </pc:sldChg>
      <pc:sldChg chg="del">
        <pc:chgData name="Soumita Sengupta" userId="4afa6ce1-cb01-46c2-8538-4650222f0c96" providerId="ADAL" clId="{B0AE7DB9-0830-4674-80CF-8FE714AF9B7B}" dt="2021-05-31T11:21:16.744" v="94" actId="47"/>
        <pc:sldMkLst>
          <pc:docMk/>
          <pc:sldMk cId="2610132345" sldId="892"/>
        </pc:sldMkLst>
      </pc:sldChg>
      <pc:sldChg chg="del">
        <pc:chgData name="Soumita Sengupta" userId="4afa6ce1-cb01-46c2-8538-4650222f0c96" providerId="ADAL" clId="{B0AE7DB9-0830-4674-80CF-8FE714AF9B7B}" dt="2021-05-31T11:21:16.945" v="95" actId="47"/>
        <pc:sldMkLst>
          <pc:docMk/>
          <pc:sldMk cId="44910485" sldId="893"/>
        </pc:sldMkLst>
      </pc:sldChg>
      <pc:sldChg chg="del">
        <pc:chgData name="Soumita Sengupta" userId="4afa6ce1-cb01-46c2-8538-4650222f0c96" providerId="ADAL" clId="{B0AE7DB9-0830-4674-80CF-8FE714AF9B7B}" dt="2021-05-31T11:21:17.167" v="96" actId="47"/>
        <pc:sldMkLst>
          <pc:docMk/>
          <pc:sldMk cId="3136716027" sldId="894"/>
        </pc:sldMkLst>
      </pc:sldChg>
      <pc:sldChg chg="del">
        <pc:chgData name="Soumita Sengupta" userId="4afa6ce1-cb01-46c2-8538-4650222f0c96" providerId="ADAL" clId="{B0AE7DB9-0830-4674-80CF-8FE714AF9B7B}" dt="2021-05-31T11:21:20.606" v="106" actId="47"/>
        <pc:sldMkLst>
          <pc:docMk/>
          <pc:sldMk cId="1567628064" sldId="895"/>
        </pc:sldMkLst>
      </pc:sldChg>
      <pc:sldChg chg="del">
        <pc:chgData name="Soumita Sengupta" userId="4afa6ce1-cb01-46c2-8538-4650222f0c96" providerId="ADAL" clId="{B0AE7DB9-0830-4674-80CF-8FE714AF9B7B}" dt="2021-05-31T11:21:22.527" v="114" actId="47"/>
        <pc:sldMkLst>
          <pc:docMk/>
          <pc:sldMk cId="3581655586" sldId="897"/>
        </pc:sldMkLst>
      </pc:sldChg>
      <pc:sldChg chg="del">
        <pc:chgData name="Soumita Sengupta" userId="4afa6ce1-cb01-46c2-8538-4650222f0c96" providerId="ADAL" clId="{B0AE7DB9-0830-4674-80CF-8FE714AF9B7B}" dt="2021-05-31T11:21:22.781" v="115" actId="47"/>
        <pc:sldMkLst>
          <pc:docMk/>
          <pc:sldMk cId="2881927986" sldId="898"/>
        </pc:sldMkLst>
      </pc:sldChg>
      <pc:sldChg chg="del">
        <pc:chgData name="Soumita Sengupta" userId="4afa6ce1-cb01-46c2-8538-4650222f0c96" providerId="ADAL" clId="{B0AE7DB9-0830-4674-80CF-8FE714AF9B7B}" dt="2021-05-31T11:21:23.684" v="119" actId="47"/>
        <pc:sldMkLst>
          <pc:docMk/>
          <pc:sldMk cId="2274002417" sldId="900"/>
        </pc:sldMkLst>
      </pc:sldChg>
      <pc:sldChg chg="del">
        <pc:chgData name="Soumita Sengupta" userId="4afa6ce1-cb01-46c2-8538-4650222f0c96" providerId="ADAL" clId="{B0AE7DB9-0830-4674-80CF-8FE714AF9B7B}" dt="2021-05-31T11:21:26.281" v="130" actId="47"/>
        <pc:sldMkLst>
          <pc:docMk/>
          <pc:sldMk cId="764318788" sldId="902"/>
        </pc:sldMkLst>
      </pc:sldChg>
      <pc:sldChg chg="del">
        <pc:chgData name="Soumita Sengupta" userId="4afa6ce1-cb01-46c2-8538-4650222f0c96" providerId="ADAL" clId="{B0AE7DB9-0830-4674-80CF-8FE714AF9B7B}" dt="2021-05-31T11:21:28.455" v="141" actId="47"/>
        <pc:sldMkLst>
          <pc:docMk/>
          <pc:sldMk cId="1489738380" sldId="903"/>
        </pc:sldMkLst>
      </pc:sldChg>
      <pc:sldChg chg="del">
        <pc:chgData name="Soumita Sengupta" userId="4afa6ce1-cb01-46c2-8538-4650222f0c96" providerId="ADAL" clId="{B0AE7DB9-0830-4674-80CF-8FE714AF9B7B}" dt="2021-05-31T11:21:28.687" v="142" actId="47"/>
        <pc:sldMkLst>
          <pc:docMk/>
          <pc:sldMk cId="3148603224" sldId="904"/>
        </pc:sldMkLst>
      </pc:sldChg>
      <pc:sldChg chg="del">
        <pc:chgData name="Soumita Sengupta" userId="4afa6ce1-cb01-46c2-8538-4650222f0c96" providerId="ADAL" clId="{B0AE7DB9-0830-4674-80CF-8FE714AF9B7B}" dt="2021-05-31T11:23:03.895" v="153" actId="47"/>
        <pc:sldMkLst>
          <pc:docMk/>
          <pc:sldMk cId="1190720650" sldId="905"/>
        </pc:sldMkLst>
      </pc:sldChg>
      <pc:sldChg chg="del">
        <pc:chgData name="Soumita Sengupta" userId="4afa6ce1-cb01-46c2-8538-4650222f0c96" providerId="ADAL" clId="{B0AE7DB9-0830-4674-80CF-8FE714AF9B7B}" dt="2021-05-31T11:23:19.474" v="186" actId="47"/>
        <pc:sldMkLst>
          <pc:docMk/>
          <pc:sldMk cId="2516332578" sldId="906"/>
        </pc:sldMkLst>
      </pc:sldChg>
      <pc:sldChg chg="del">
        <pc:chgData name="Soumita Sengupta" userId="4afa6ce1-cb01-46c2-8538-4650222f0c96" providerId="ADAL" clId="{B0AE7DB9-0830-4674-80CF-8FE714AF9B7B}" dt="2021-05-31T11:23:20.932" v="189" actId="47"/>
        <pc:sldMkLst>
          <pc:docMk/>
          <pc:sldMk cId="2973615240" sldId="907"/>
        </pc:sldMkLst>
      </pc:sldChg>
      <pc:sldChg chg="del">
        <pc:chgData name="Soumita Sengupta" userId="4afa6ce1-cb01-46c2-8538-4650222f0c96" providerId="ADAL" clId="{B0AE7DB9-0830-4674-80CF-8FE714AF9B7B}" dt="2021-05-31T11:23:29.384" v="204" actId="47"/>
        <pc:sldMkLst>
          <pc:docMk/>
          <pc:sldMk cId="1602332024" sldId="908"/>
        </pc:sldMkLst>
      </pc:sldChg>
      <pc:sldChg chg="del">
        <pc:chgData name="Soumita Sengupta" userId="4afa6ce1-cb01-46c2-8538-4650222f0c96" providerId="ADAL" clId="{B0AE7DB9-0830-4674-80CF-8FE714AF9B7B}" dt="2021-05-31T11:23:29.870" v="205" actId="47"/>
        <pc:sldMkLst>
          <pc:docMk/>
          <pc:sldMk cId="2713866988" sldId="909"/>
        </pc:sldMkLst>
      </pc:sldChg>
      <pc:sldChg chg="del">
        <pc:chgData name="Soumita Sengupta" userId="4afa6ce1-cb01-46c2-8538-4650222f0c96" providerId="ADAL" clId="{B0AE7DB9-0830-4674-80CF-8FE714AF9B7B}" dt="2021-05-31T11:23:30.302" v="206" actId="47"/>
        <pc:sldMkLst>
          <pc:docMk/>
          <pc:sldMk cId="959984758" sldId="910"/>
        </pc:sldMkLst>
      </pc:sldChg>
      <pc:sldChg chg="del">
        <pc:chgData name="Soumita Sengupta" userId="4afa6ce1-cb01-46c2-8538-4650222f0c96" providerId="ADAL" clId="{B0AE7DB9-0830-4674-80CF-8FE714AF9B7B}" dt="2021-05-31T11:23:30.788" v="207" actId="47"/>
        <pc:sldMkLst>
          <pc:docMk/>
          <pc:sldMk cId="2701152022" sldId="911"/>
        </pc:sldMkLst>
      </pc:sldChg>
      <pc:sldChg chg="del">
        <pc:chgData name="Soumita Sengupta" userId="4afa6ce1-cb01-46c2-8538-4650222f0c96" providerId="ADAL" clId="{B0AE7DB9-0830-4674-80CF-8FE714AF9B7B}" dt="2021-05-31T11:23:32.293" v="210" actId="47"/>
        <pc:sldMkLst>
          <pc:docMk/>
          <pc:sldMk cId="7820174" sldId="912"/>
        </pc:sldMkLst>
      </pc:sldChg>
      <pc:sldChg chg="del">
        <pc:chgData name="Soumita Sengupta" userId="4afa6ce1-cb01-46c2-8538-4650222f0c96" providerId="ADAL" clId="{B0AE7DB9-0830-4674-80CF-8FE714AF9B7B}" dt="2021-05-31T11:23:16.452" v="180" actId="47"/>
        <pc:sldMkLst>
          <pc:docMk/>
          <pc:sldMk cId="2358187163" sldId="913"/>
        </pc:sldMkLst>
      </pc:sldChg>
      <pc:sldChg chg="del">
        <pc:chgData name="Soumita Sengupta" userId="4afa6ce1-cb01-46c2-8538-4650222f0c96" providerId="ADAL" clId="{B0AE7DB9-0830-4674-80CF-8FE714AF9B7B}" dt="2021-05-31T11:23:16.931" v="181" actId="47"/>
        <pc:sldMkLst>
          <pc:docMk/>
          <pc:sldMk cId="1544824064" sldId="914"/>
        </pc:sldMkLst>
      </pc:sldChg>
      <pc:sldChg chg="del">
        <pc:chgData name="Soumita Sengupta" userId="4afa6ce1-cb01-46c2-8538-4650222f0c96" providerId="ADAL" clId="{B0AE7DB9-0830-4674-80CF-8FE714AF9B7B}" dt="2021-05-31T11:23:17.433" v="182" actId="47"/>
        <pc:sldMkLst>
          <pc:docMk/>
          <pc:sldMk cId="3465040682" sldId="915"/>
        </pc:sldMkLst>
      </pc:sldChg>
      <pc:sldChg chg="del">
        <pc:chgData name="Soumita Sengupta" userId="4afa6ce1-cb01-46c2-8538-4650222f0c96" providerId="ADAL" clId="{B0AE7DB9-0830-4674-80CF-8FE714AF9B7B}" dt="2021-05-31T11:23:17.902" v="183" actId="47"/>
        <pc:sldMkLst>
          <pc:docMk/>
          <pc:sldMk cId="3794074273" sldId="916"/>
        </pc:sldMkLst>
      </pc:sldChg>
      <pc:sldChg chg="del">
        <pc:chgData name="Soumita Sengupta" userId="4afa6ce1-cb01-46c2-8538-4650222f0c96" providerId="ADAL" clId="{B0AE7DB9-0830-4674-80CF-8FE714AF9B7B}" dt="2021-05-31T11:23:18.435" v="184" actId="47"/>
        <pc:sldMkLst>
          <pc:docMk/>
          <pc:sldMk cId="187595524" sldId="917"/>
        </pc:sldMkLst>
      </pc:sldChg>
      <pc:sldChg chg="del">
        <pc:chgData name="Soumita Sengupta" userId="4afa6ce1-cb01-46c2-8538-4650222f0c96" providerId="ADAL" clId="{B0AE7DB9-0830-4674-80CF-8FE714AF9B7B}" dt="2021-05-31T11:23:10.799" v="170" actId="47"/>
        <pc:sldMkLst>
          <pc:docMk/>
          <pc:sldMk cId="2852893372" sldId="918"/>
        </pc:sldMkLst>
      </pc:sldChg>
      <pc:sldChg chg="del">
        <pc:chgData name="Soumita Sengupta" userId="4afa6ce1-cb01-46c2-8538-4650222f0c96" providerId="ADAL" clId="{B0AE7DB9-0830-4674-80CF-8FE714AF9B7B}" dt="2021-05-31T11:23:08.893" v="165" actId="47"/>
        <pc:sldMkLst>
          <pc:docMk/>
          <pc:sldMk cId="2759954250" sldId="919"/>
        </pc:sldMkLst>
      </pc:sldChg>
      <pc:sldChg chg="del">
        <pc:chgData name="Soumita Sengupta" userId="4afa6ce1-cb01-46c2-8538-4650222f0c96" providerId="ADAL" clId="{B0AE7DB9-0830-4674-80CF-8FE714AF9B7B}" dt="2021-05-31T11:21:00.385" v="26" actId="47"/>
        <pc:sldMkLst>
          <pc:docMk/>
          <pc:sldMk cId="3295062282" sldId="927"/>
        </pc:sldMkLst>
      </pc:sldChg>
      <pc:sldChg chg="del">
        <pc:chgData name="Soumita Sengupta" userId="4afa6ce1-cb01-46c2-8538-4650222f0c96" providerId="ADAL" clId="{B0AE7DB9-0830-4674-80CF-8FE714AF9B7B}" dt="2021-05-31T11:21:01.919" v="32" actId="47"/>
        <pc:sldMkLst>
          <pc:docMk/>
          <pc:sldMk cId="2217130885" sldId="928"/>
        </pc:sldMkLst>
      </pc:sldChg>
      <pc:sldChg chg="del">
        <pc:chgData name="Soumita Sengupta" userId="4afa6ce1-cb01-46c2-8538-4650222f0c96" providerId="ADAL" clId="{B0AE7DB9-0830-4674-80CF-8FE714AF9B7B}" dt="2021-05-31T11:21:04.981" v="45" actId="47"/>
        <pc:sldMkLst>
          <pc:docMk/>
          <pc:sldMk cId="1748012018" sldId="929"/>
        </pc:sldMkLst>
      </pc:sldChg>
      <pc:sldChg chg="del">
        <pc:chgData name="Soumita Sengupta" userId="4afa6ce1-cb01-46c2-8538-4650222f0c96" providerId="ADAL" clId="{B0AE7DB9-0830-4674-80CF-8FE714AF9B7B}" dt="2021-05-31T11:21:05.213" v="46" actId="47"/>
        <pc:sldMkLst>
          <pc:docMk/>
          <pc:sldMk cId="2923169041" sldId="930"/>
        </pc:sldMkLst>
      </pc:sldChg>
      <pc:sldChg chg="del">
        <pc:chgData name="Soumita Sengupta" userId="4afa6ce1-cb01-46c2-8538-4650222f0c96" providerId="ADAL" clId="{B0AE7DB9-0830-4674-80CF-8FE714AF9B7B}" dt="2021-05-31T11:21:05.582" v="48" actId="47"/>
        <pc:sldMkLst>
          <pc:docMk/>
          <pc:sldMk cId="1035846895" sldId="931"/>
        </pc:sldMkLst>
      </pc:sldChg>
      <pc:sldChg chg="del">
        <pc:chgData name="Soumita Sengupta" userId="4afa6ce1-cb01-46c2-8538-4650222f0c96" providerId="ADAL" clId="{B0AE7DB9-0830-4674-80CF-8FE714AF9B7B}" dt="2021-05-31T11:21:17.832" v="98" actId="47"/>
        <pc:sldMkLst>
          <pc:docMk/>
          <pc:sldMk cId="76057407" sldId="932"/>
        </pc:sldMkLst>
      </pc:sldChg>
      <pc:sldChg chg="del">
        <pc:chgData name="Soumita Sengupta" userId="4afa6ce1-cb01-46c2-8538-4650222f0c96" providerId="ADAL" clId="{B0AE7DB9-0830-4674-80CF-8FE714AF9B7B}" dt="2021-05-31T11:21:15.696" v="89" actId="47"/>
        <pc:sldMkLst>
          <pc:docMk/>
          <pc:sldMk cId="571070298" sldId="933"/>
        </pc:sldMkLst>
      </pc:sldChg>
      <pc:sldChg chg="del">
        <pc:chgData name="Soumita Sengupta" userId="4afa6ce1-cb01-46c2-8538-4650222f0c96" providerId="ADAL" clId="{B0AE7DB9-0830-4674-80CF-8FE714AF9B7B}" dt="2021-05-31T11:21:18.263" v="99" actId="47"/>
        <pc:sldMkLst>
          <pc:docMk/>
          <pc:sldMk cId="4227295208" sldId="934"/>
        </pc:sldMkLst>
      </pc:sldChg>
      <pc:sldChg chg="del">
        <pc:chgData name="Soumita Sengupta" userId="4afa6ce1-cb01-46c2-8538-4650222f0c96" providerId="ADAL" clId="{B0AE7DB9-0830-4674-80CF-8FE714AF9B7B}" dt="2021-05-31T11:21:19.651" v="103" actId="47"/>
        <pc:sldMkLst>
          <pc:docMk/>
          <pc:sldMk cId="714188267" sldId="935"/>
        </pc:sldMkLst>
      </pc:sldChg>
      <pc:sldChg chg="del">
        <pc:chgData name="Soumita Sengupta" userId="4afa6ce1-cb01-46c2-8538-4650222f0c96" providerId="ADAL" clId="{B0AE7DB9-0830-4674-80CF-8FE714AF9B7B}" dt="2021-05-31T11:21:21.340" v="109" actId="47"/>
        <pc:sldMkLst>
          <pc:docMk/>
          <pc:sldMk cId="3232398204" sldId="936"/>
        </pc:sldMkLst>
      </pc:sldChg>
      <pc:sldChg chg="del">
        <pc:chgData name="Soumita Sengupta" userId="4afa6ce1-cb01-46c2-8538-4650222f0c96" providerId="ADAL" clId="{B0AE7DB9-0830-4674-80CF-8FE714AF9B7B}" dt="2021-05-31T11:21:24.116" v="121" actId="47"/>
        <pc:sldMkLst>
          <pc:docMk/>
          <pc:sldMk cId="3642712085" sldId="937"/>
        </pc:sldMkLst>
      </pc:sldChg>
      <pc:sldChg chg="del">
        <pc:chgData name="Soumita Sengupta" userId="4afa6ce1-cb01-46c2-8538-4650222f0c96" providerId="ADAL" clId="{B0AE7DB9-0830-4674-80CF-8FE714AF9B7B}" dt="2021-05-31T11:21:25.180" v="126" actId="47"/>
        <pc:sldMkLst>
          <pc:docMk/>
          <pc:sldMk cId="7191770" sldId="938"/>
        </pc:sldMkLst>
      </pc:sldChg>
      <pc:sldChg chg="del">
        <pc:chgData name="Soumita Sengupta" userId="4afa6ce1-cb01-46c2-8538-4650222f0c96" providerId="ADAL" clId="{B0AE7DB9-0830-4674-80CF-8FE714AF9B7B}" dt="2021-05-31T11:21:27.784" v="138" actId="47"/>
        <pc:sldMkLst>
          <pc:docMk/>
          <pc:sldMk cId="1629828719" sldId="939"/>
        </pc:sldMkLst>
      </pc:sldChg>
      <pc:sldChg chg="del">
        <pc:chgData name="Soumita Sengupta" userId="4afa6ce1-cb01-46c2-8538-4650222f0c96" providerId="ADAL" clId="{B0AE7DB9-0830-4674-80CF-8FE714AF9B7B}" dt="2021-05-31T11:23:06.169" v="157" actId="47"/>
        <pc:sldMkLst>
          <pc:docMk/>
          <pc:sldMk cId="2290130803" sldId="940"/>
        </pc:sldMkLst>
      </pc:sldChg>
      <pc:sldChg chg="del">
        <pc:chgData name="Soumita Sengupta" userId="4afa6ce1-cb01-46c2-8538-4650222f0c96" providerId="ADAL" clId="{B0AE7DB9-0830-4674-80CF-8FE714AF9B7B}" dt="2021-05-31T11:23:11.803" v="171" actId="47"/>
        <pc:sldMkLst>
          <pc:docMk/>
          <pc:sldMk cId="2474761129" sldId="941"/>
        </pc:sldMkLst>
      </pc:sldChg>
      <pc:sldChg chg="del">
        <pc:chgData name="Soumita Sengupta" userId="4afa6ce1-cb01-46c2-8538-4650222f0c96" providerId="ADAL" clId="{B0AE7DB9-0830-4674-80CF-8FE714AF9B7B}" dt="2021-05-31T11:23:13.643" v="175" actId="47"/>
        <pc:sldMkLst>
          <pc:docMk/>
          <pc:sldMk cId="3331102589" sldId="942"/>
        </pc:sldMkLst>
      </pc:sldChg>
      <pc:sldChg chg="del">
        <pc:chgData name="Soumita Sengupta" userId="4afa6ce1-cb01-46c2-8538-4650222f0c96" providerId="ADAL" clId="{B0AE7DB9-0830-4674-80CF-8FE714AF9B7B}" dt="2021-05-31T11:23:26.592" v="198" actId="47"/>
        <pc:sldMkLst>
          <pc:docMk/>
          <pc:sldMk cId="1168179596" sldId="943"/>
        </pc:sldMkLst>
      </pc:sldChg>
      <pc:sldChg chg="del">
        <pc:chgData name="Soumita Sengupta" userId="4afa6ce1-cb01-46c2-8538-4650222f0c96" providerId="ADAL" clId="{B0AE7DB9-0830-4674-80CF-8FE714AF9B7B}" dt="2021-05-31T11:23:36.550" v="220" actId="47"/>
        <pc:sldMkLst>
          <pc:docMk/>
          <pc:sldMk cId="2402883476" sldId="944"/>
        </pc:sldMkLst>
      </pc:sldChg>
      <pc:sldChg chg="modSp add mod">
        <pc:chgData name="Soumita Sengupta" userId="4afa6ce1-cb01-46c2-8538-4650222f0c96" providerId="ADAL" clId="{B0AE7DB9-0830-4674-80CF-8FE714AF9B7B}" dt="2021-05-31T12:10:05.012" v="561" actId="20577"/>
        <pc:sldMkLst>
          <pc:docMk/>
          <pc:sldMk cId="2658743009" sldId="1320"/>
        </pc:sldMkLst>
        <pc:spChg chg="mod">
          <ac:chgData name="Soumita Sengupta" userId="4afa6ce1-cb01-46c2-8538-4650222f0c96" providerId="ADAL" clId="{B0AE7DB9-0830-4674-80CF-8FE714AF9B7B}" dt="2021-05-31T11:24:35.847" v="225" actId="255"/>
          <ac:spMkLst>
            <pc:docMk/>
            <pc:sldMk cId="2658743009" sldId="1320"/>
            <ac:spMk id="3" creationId="{0637C1A2-011F-49DB-90F2-9F5006489823}"/>
          </ac:spMkLst>
        </pc:spChg>
        <pc:graphicFrameChg chg="mod modGraphic">
          <ac:chgData name="Soumita Sengupta" userId="4afa6ce1-cb01-46c2-8538-4650222f0c96" providerId="ADAL" clId="{B0AE7DB9-0830-4674-80CF-8FE714AF9B7B}" dt="2021-05-31T12:10:05.012" v="561" actId="20577"/>
          <ac:graphicFrameMkLst>
            <pc:docMk/>
            <pc:sldMk cId="2658743009" sldId="1320"/>
            <ac:graphicFrameMk id="10" creationId="{00000000-0000-0000-0000-000000000000}"/>
          </ac:graphicFrameMkLst>
        </pc:graphicFrameChg>
      </pc:sldChg>
      <pc:sldMasterChg chg="delSldLayout">
        <pc:chgData name="Soumita Sengupta" userId="4afa6ce1-cb01-46c2-8538-4650222f0c96" providerId="ADAL" clId="{B0AE7DB9-0830-4674-80CF-8FE714AF9B7B}" dt="2021-05-31T11:21:27.237" v="135" actId="47"/>
        <pc:sldMasterMkLst>
          <pc:docMk/>
          <pc:sldMasterMk cId="1029875623" sldId="2147483678"/>
        </pc:sldMasterMkLst>
        <pc:sldLayoutChg chg="del">
          <pc:chgData name="Soumita Sengupta" userId="4afa6ce1-cb01-46c2-8538-4650222f0c96" providerId="ADAL" clId="{B0AE7DB9-0830-4674-80CF-8FE714AF9B7B}" dt="2021-05-31T11:21:27.237" v="135" actId="47"/>
          <pc:sldLayoutMkLst>
            <pc:docMk/>
            <pc:sldMasterMk cId="1029875623" sldId="2147483678"/>
            <pc:sldLayoutMk cId="2170229222" sldId="2147483718"/>
          </pc:sldLayoutMkLst>
        </pc:sldLayoutChg>
      </pc:sldMasterChg>
    </pc:docChg>
  </pc:docChgLst>
  <pc:docChgLst>
    <pc:chgData name="Soumita Sengupta" userId="4afa6ce1-cb01-46c2-8538-4650222f0c96" providerId="ADAL" clId="{C57B405C-1328-424D-990D-2F85E0044F4C}"/>
    <pc:docChg chg="undo custSel addSld delSld modSld sldOrd">
      <pc:chgData name="Soumita Sengupta" userId="4afa6ce1-cb01-46c2-8538-4650222f0c96" providerId="ADAL" clId="{C57B405C-1328-424D-990D-2F85E0044F4C}" dt="2021-06-16T12:04:53.610" v="4101" actId="14100"/>
      <pc:docMkLst>
        <pc:docMk/>
      </pc:docMkLst>
      <pc:sldChg chg="modSp mod">
        <pc:chgData name="Soumita Sengupta" userId="4afa6ce1-cb01-46c2-8538-4650222f0c96" providerId="ADAL" clId="{C57B405C-1328-424D-990D-2F85E0044F4C}" dt="2021-06-16T11:23:13.240" v="3677" actId="13926"/>
        <pc:sldMkLst>
          <pc:docMk/>
          <pc:sldMk cId="1912468287" sldId="260"/>
        </pc:sldMkLst>
        <pc:spChg chg="mod">
          <ac:chgData name="Soumita Sengupta" userId="4afa6ce1-cb01-46c2-8538-4650222f0c96" providerId="ADAL" clId="{C57B405C-1328-424D-990D-2F85E0044F4C}" dt="2021-06-16T07:07:18.630" v="2655" actId="13926"/>
          <ac:spMkLst>
            <pc:docMk/>
            <pc:sldMk cId="1912468287" sldId="260"/>
            <ac:spMk id="2" creationId="{00000000-0000-0000-0000-000000000000}"/>
          </ac:spMkLst>
        </pc:spChg>
        <pc:spChg chg="mod">
          <ac:chgData name="Soumita Sengupta" userId="4afa6ce1-cb01-46c2-8538-4650222f0c96" providerId="ADAL" clId="{C57B405C-1328-424D-990D-2F85E0044F4C}" dt="2021-06-16T11:23:13.240" v="3677" actId="13926"/>
          <ac:spMkLst>
            <pc:docMk/>
            <pc:sldMk cId="1912468287" sldId="260"/>
            <ac:spMk id="5" creationId="{00000000-0000-0000-0000-000000000000}"/>
          </ac:spMkLst>
        </pc:spChg>
      </pc:sldChg>
      <pc:sldChg chg="addSp delSp modSp add mod">
        <pc:chgData name="Soumita Sengupta" userId="4afa6ce1-cb01-46c2-8538-4650222f0c96" providerId="ADAL" clId="{C57B405C-1328-424D-990D-2F85E0044F4C}" dt="2021-06-09T10:24:56.237" v="326" actId="1076"/>
        <pc:sldMkLst>
          <pc:docMk/>
          <pc:sldMk cId="3916458465" sldId="274"/>
        </pc:sldMkLst>
        <pc:spChg chg="mod">
          <ac:chgData name="Soumita Sengupta" userId="4afa6ce1-cb01-46c2-8538-4650222f0c96" providerId="ADAL" clId="{C57B405C-1328-424D-990D-2F85E0044F4C}" dt="2021-06-09T10:24:53.515" v="325" actId="255"/>
          <ac:spMkLst>
            <pc:docMk/>
            <pc:sldMk cId="3916458465" sldId="274"/>
            <ac:spMk id="10" creationId="{00000000-0000-0000-0000-000000000000}"/>
          </ac:spMkLst>
        </pc:spChg>
        <pc:picChg chg="del">
          <ac:chgData name="Soumita Sengupta" userId="4afa6ce1-cb01-46c2-8538-4650222f0c96" providerId="ADAL" clId="{C57B405C-1328-424D-990D-2F85E0044F4C}" dt="2021-06-09T10:24:17.535" v="316" actId="478"/>
          <ac:picMkLst>
            <pc:docMk/>
            <pc:sldMk cId="3916458465" sldId="274"/>
            <ac:picMk id="3" creationId="{00000000-0000-0000-0000-000000000000}"/>
          </ac:picMkLst>
        </pc:picChg>
        <pc:picChg chg="add mod">
          <ac:chgData name="Soumita Sengupta" userId="4afa6ce1-cb01-46c2-8538-4650222f0c96" providerId="ADAL" clId="{C57B405C-1328-424D-990D-2F85E0044F4C}" dt="2021-06-09T10:24:56.237" v="326" actId="1076"/>
          <ac:picMkLst>
            <pc:docMk/>
            <pc:sldMk cId="3916458465" sldId="274"/>
            <ac:picMk id="6" creationId="{E4A348C4-31AD-4742-93F8-EE15910F376B}"/>
          </ac:picMkLst>
        </pc:picChg>
      </pc:sldChg>
      <pc:sldChg chg="modSp add mod">
        <pc:chgData name="Soumita Sengupta" userId="4afa6ce1-cb01-46c2-8538-4650222f0c96" providerId="ADAL" clId="{C57B405C-1328-424D-990D-2F85E0044F4C}" dt="2021-06-16T11:46:51.549" v="3883" actId="5793"/>
        <pc:sldMkLst>
          <pc:docMk/>
          <pc:sldMk cId="1769911636" sldId="275"/>
        </pc:sldMkLst>
        <pc:spChg chg="mod">
          <ac:chgData name="Soumita Sengupta" userId="4afa6ce1-cb01-46c2-8538-4650222f0c96" providerId="ADAL" clId="{C57B405C-1328-424D-990D-2F85E0044F4C}" dt="2021-06-16T11:46:51.549" v="3883" actId="5793"/>
          <ac:spMkLst>
            <pc:docMk/>
            <pc:sldMk cId="1769911636" sldId="275"/>
            <ac:spMk id="9" creationId="{00000000-0000-0000-0000-000000000000}"/>
          </ac:spMkLst>
        </pc:spChg>
      </pc:sldChg>
      <pc:sldChg chg="add del">
        <pc:chgData name="Soumita Sengupta" userId="4afa6ce1-cb01-46c2-8538-4650222f0c96" providerId="ADAL" clId="{C57B405C-1328-424D-990D-2F85E0044F4C}" dt="2021-06-09T10:14:32.047" v="294" actId="47"/>
        <pc:sldMkLst>
          <pc:docMk/>
          <pc:sldMk cId="3249280852" sldId="276"/>
        </pc:sldMkLst>
      </pc:sldChg>
      <pc:sldChg chg="modSp add mod">
        <pc:chgData name="Soumita Sengupta" userId="4afa6ce1-cb01-46c2-8538-4650222f0c96" providerId="ADAL" clId="{C57B405C-1328-424D-990D-2F85E0044F4C}" dt="2021-06-16T07:34:56.523" v="3093" actId="13926"/>
        <pc:sldMkLst>
          <pc:docMk/>
          <pc:sldMk cId="269360884" sldId="279"/>
        </pc:sldMkLst>
        <pc:spChg chg="mod">
          <ac:chgData name="Soumita Sengupta" userId="4afa6ce1-cb01-46c2-8538-4650222f0c96" providerId="ADAL" clId="{C57B405C-1328-424D-990D-2F85E0044F4C}" dt="2021-06-16T07:34:56.523" v="3093" actId="13926"/>
          <ac:spMkLst>
            <pc:docMk/>
            <pc:sldMk cId="269360884" sldId="279"/>
            <ac:spMk id="2" creationId="{00000000-0000-0000-0000-000000000000}"/>
          </ac:spMkLst>
        </pc:spChg>
        <pc:spChg chg="mod">
          <ac:chgData name="Soumita Sengupta" userId="4afa6ce1-cb01-46c2-8538-4650222f0c96" providerId="ADAL" clId="{C57B405C-1328-424D-990D-2F85E0044F4C}" dt="2021-06-09T12:10:08.128" v="2157" actId="20577"/>
          <ac:spMkLst>
            <pc:docMk/>
            <pc:sldMk cId="269360884" sldId="279"/>
            <ac:spMk id="10" creationId="{00000000-0000-0000-0000-000000000000}"/>
          </ac:spMkLst>
        </pc:spChg>
      </pc:sldChg>
      <pc:sldChg chg="add del">
        <pc:chgData name="Soumita Sengupta" userId="4afa6ce1-cb01-46c2-8538-4650222f0c96" providerId="ADAL" clId="{C57B405C-1328-424D-990D-2F85E0044F4C}" dt="2021-06-09T12:07:28.332" v="2028" actId="47"/>
        <pc:sldMkLst>
          <pc:docMk/>
          <pc:sldMk cId="3621967906" sldId="280"/>
        </pc:sldMkLst>
      </pc:sldChg>
      <pc:sldChg chg="add del">
        <pc:chgData name="Soumita Sengupta" userId="4afa6ce1-cb01-46c2-8538-4650222f0c96" providerId="ADAL" clId="{C57B405C-1328-424D-990D-2F85E0044F4C}" dt="2021-06-09T12:10:45.969" v="2159" actId="47"/>
        <pc:sldMkLst>
          <pc:docMk/>
          <pc:sldMk cId="3384384337" sldId="281"/>
        </pc:sldMkLst>
      </pc:sldChg>
      <pc:sldChg chg="add del">
        <pc:chgData name="Soumita Sengupta" userId="4afa6ce1-cb01-46c2-8538-4650222f0c96" providerId="ADAL" clId="{C57B405C-1328-424D-990D-2F85E0044F4C}" dt="2021-06-09T12:11:17.738" v="2160" actId="47"/>
        <pc:sldMkLst>
          <pc:docMk/>
          <pc:sldMk cId="1365856972" sldId="282"/>
        </pc:sldMkLst>
      </pc:sldChg>
      <pc:sldChg chg="add del">
        <pc:chgData name="Soumita Sengupta" userId="4afa6ce1-cb01-46c2-8538-4650222f0c96" providerId="ADAL" clId="{C57B405C-1328-424D-990D-2F85E0044F4C}" dt="2021-06-09T12:10:40.562" v="2158" actId="47"/>
        <pc:sldMkLst>
          <pc:docMk/>
          <pc:sldMk cId="2959855628" sldId="283"/>
        </pc:sldMkLst>
      </pc:sldChg>
      <pc:sldChg chg="add del">
        <pc:chgData name="Soumita Sengupta" userId="4afa6ce1-cb01-46c2-8538-4650222f0c96" providerId="ADAL" clId="{C57B405C-1328-424D-990D-2F85E0044F4C}" dt="2021-06-09T12:12:59.350" v="2199" actId="47"/>
        <pc:sldMkLst>
          <pc:docMk/>
          <pc:sldMk cId="2822785928" sldId="285"/>
        </pc:sldMkLst>
      </pc:sldChg>
      <pc:sldChg chg="add del">
        <pc:chgData name="Soumita Sengupta" userId="4afa6ce1-cb01-46c2-8538-4650222f0c96" providerId="ADAL" clId="{C57B405C-1328-424D-990D-2F85E0044F4C}" dt="2021-06-09T12:13:00.052" v="2200" actId="47"/>
        <pc:sldMkLst>
          <pc:docMk/>
          <pc:sldMk cId="2998439583" sldId="286"/>
        </pc:sldMkLst>
      </pc:sldChg>
      <pc:sldChg chg="add del">
        <pc:chgData name="Soumita Sengupta" userId="4afa6ce1-cb01-46c2-8538-4650222f0c96" providerId="ADAL" clId="{C57B405C-1328-424D-990D-2F85E0044F4C}" dt="2021-06-09T12:13:00.729" v="2201" actId="47"/>
        <pc:sldMkLst>
          <pc:docMk/>
          <pc:sldMk cId="2747257436" sldId="287"/>
        </pc:sldMkLst>
      </pc:sldChg>
      <pc:sldChg chg="add del">
        <pc:chgData name="Soumita Sengupta" userId="4afa6ce1-cb01-46c2-8538-4650222f0c96" providerId="ADAL" clId="{C57B405C-1328-424D-990D-2F85E0044F4C}" dt="2021-06-09T12:13:01.532" v="2202" actId="47"/>
        <pc:sldMkLst>
          <pc:docMk/>
          <pc:sldMk cId="497692830" sldId="288"/>
        </pc:sldMkLst>
      </pc:sldChg>
      <pc:sldChg chg="add del">
        <pc:chgData name="Soumita Sengupta" userId="4afa6ce1-cb01-46c2-8538-4650222f0c96" providerId="ADAL" clId="{C57B405C-1328-424D-990D-2F85E0044F4C}" dt="2021-06-09T12:13:02.154" v="2203" actId="47"/>
        <pc:sldMkLst>
          <pc:docMk/>
          <pc:sldMk cId="1690934009" sldId="289"/>
        </pc:sldMkLst>
      </pc:sldChg>
      <pc:sldChg chg="addSp delSp modSp add mod">
        <pc:chgData name="Soumita Sengupta" userId="4afa6ce1-cb01-46c2-8538-4650222f0c96" providerId="ADAL" clId="{C57B405C-1328-424D-990D-2F85E0044F4C}" dt="2021-06-16T12:04:53.610" v="4101" actId="14100"/>
        <pc:sldMkLst>
          <pc:docMk/>
          <pc:sldMk cId="3987752600" sldId="290"/>
        </pc:sldMkLst>
        <pc:spChg chg="del">
          <ac:chgData name="Soumita Sengupta" userId="4afa6ce1-cb01-46c2-8538-4650222f0c96" providerId="ADAL" clId="{C57B405C-1328-424D-990D-2F85E0044F4C}" dt="2021-06-16T12:02:19.995" v="4075" actId="478"/>
          <ac:spMkLst>
            <pc:docMk/>
            <pc:sldMk cId="3987752600" sldId="290"/>
            <ac:spMk id="8" creationId="{00000000-0000-0000-0000-000000000000}"/>
          </ac:spMkLst>
        </pc:spChg>
        <pc:spChg chg="mod">
          <ac:chgData name="Soumita Sengupta" userId="4afa6ce1-cb01-46c2-8538-4650222f0c96" providerId="ADAL" clId="{C57B405C-1328-424D-990D-2F85E0044F4C}" dt="2021-06-16T12:03:07.441" v="4091" actId="5793"/>
          <ac:spMkLst>
            <pc:docMk/>
            <pc:sldMk cId="3987752600" sldId="290"/>
            <ac:spMk id="10" creationId="{00000000-0000-0000-0000-000000000000}"/>
          </ac:spMkLst>
        </pc:spChg>
        <pc:picChg chg="add mod modCrop">
          <ac:chgData name="Soumita Sengupta" userId="4afa6ce1-cb01-46c2-8538-4650222f0c96" providerId="ADAL" clId="{C57B405C-1328-424D-990D-2F85E0044F4C}" dt="2021-06-16T12:04:53.610" v="4101" actId="14100"/>
          <ac:picMkLst>
            <pc:docMk/>
            <pc:sldMk cId="3987752600" sldId="290"/>
            <ac:picMk id="6" creationId="{B86AD456-61DC-4EA6-BEE6-55B865514880}"/>
          </ac:picMkLst>
        </pc:picChg>
      </pc:sldChg>
      <pc:sldChg chg="modSp add mod">
        <pc:chgData name="Soumita Sengupta" userId="4afa6ce1-cb01-46c2-8538-4650222f0c96" providerId="ADAL" clId="{C57B405C-1328-424D-990D-2F85E0044F4C}" dt="2021-06-16T11:59:56.455" v="4073" actId="207"/>
        <pc:sldMkLst>
          <pc:docMk/>
          <pc:sldMk cId="1095455151" sldId="303"/>
        </pc:sldMkLst>
        <pc:spChg chg="mod">
          <ac:chgData name="Soumita Sengupta" userId="4afa6ce1-cb01-46c2-8538-4650222f0c96" providerId="ADAL" clId="{C57B405C-1328-424D-990D-2F85E0044F4C}" dt="2021-06-09T11:06:53.245" v="538"/>
          <ac:spMkLst>
            <pc:docMk/>
            <pc:sldMk cId="1095455151" sldId="303"/>
            <ac:spMk id="2" creationId="{00000000-0000-0000-0000-000000000000}"/>
          </ac:spMkLst>
        </pc:spChg>
        <pc:spChg chg="mod">
          <ac:chgData name="Soumita Sengupta" userId="4afa6ce1-cb01-46c2-8538-4650222f0c96" providerId="ADAL" clId="{C57B405C-1328-424D-990D-2F85E0044F4C}" dt="2021-06-16T11:59:56.455" v="4073" actId="207"/>
          <ac:spMkLst>
            <pc:docMk/>
            <pc:sldMk cId="1095455151" sldId="303"/>
            <ac:spMk id="5" creationId="{00000000-0000-0000-0000-000000000000}"/>
          </ac:spMkLst>
        </pc:spChg>
      </pc:sldChg>
      <pc:sldChg chg="modSp mod">
        <pc:chgData name="Soumita Sengupta" userId="4afa6ce1-cb01-46c2-8538-4650222f0c96" providerId="ADAL" clId="{C57B405C-1328-424D-990D-2F85E0044F4C}" dt="2021-06-09T10:16:11.493" v="315" actId="20577"/>
        <pc:sldMkLst>
          <pc:docMk/>
          <pc:sldMk cId="2584036331" sldId="339"/>
        </pc:sldMkLst>
        <pc:spChg chg="mod">
          <ac:chgData name="Soumita Sengupta" userId="4afa6ce1-cb01-46c2-8538-4650222f0c96" providerId="ADAL" clId="{C57B405C-1328-424D-990D-2F85E0044F4C}" dt="2021-06-09T10:16:11.493" v="315" actId="20577"/>
          <ac:spMkLst>
            <pc:docMk/>
            <pc:sldMk cId="2584036331" sldId="339"/>
            <ac:spMk id="5" creationId="{6D1A1596-A8D7-4C1A-8956-0FA40A84EFCA}"/>
          </ac:spMkLst>
        </pc:spChg>
      </pc:sldChg>
      <pc:sldChg chg="del">
        <pc:chgData name="Soumita Sengupta" userId="4afa6ce1-cb01-46c2-8538-4650222f0c96" providerId="ADAL" clId="{C57B405C-1328-424D-990D-2F85E0044F4C}" dt="2021-06-09T04:55:23.658" v="25" actId="47"/>
        <pc:sldMkLst>
          <pc:docMk/>
          <pc:sldMk cId="1212641514" sldId="881"/>
        </pc:sldMkLst>
      </pc:sldChg>
      <pc:sldChg chg="del">
        <pc:chgData name="Soumita Sengupta" userId="4afa6ce1-cb01-46c2-8538-4650222f0c96" providerId="ADAL" clId="{C57B405C-1328-424D-990D-2F85E0044F4C}" dt="2021-06-09T04:55:22.972" v="24" actId="47"/>
        <pc:sldMkLst>
          <pc:docMk/>
          <pc:sldMk cId="1491434200" sldId="882"/>
        </pc:sldMkLst>
      </pc:sldChg>
      <pc:sldChg chg="del">
        <pc:chgData name="Soumita Sengupta" userId="4afa6ce1-cb01-46c2-8538-4650222f0c96" providerId="ADAL" clId="{C57B405C-1328-424D-990D-2F85E0044F4C}" dt="2021-06-09T04:55:25.073" v="26" actId="47"/>
        <pc:sldMkLst>
          <pc:docMk/>
          <pc:sldMk cId="3274614110" sldId="883"/>
        </pc:sldMkLst>
      </pc:sldChg>
      <pc:sldChg chg="del">
        <pc:chgData name="Soumita Sengupta" userId="4afa6ce1-cb01-46c2-8538-4650222f0c96" providerId="ADAL" clId="{C57B405C-1328-424D-990D-2F85E0044F4C}" dt="2021-06-09T04:55:25.489" v="27" actId="47"/>
        <pc:sldMkLst>
          <pc:docMk/>
          <pc:sldMk cId="2860083836" sldId="884"/>
        </pc:sldMkLst>
      </pc:sldChg>
      <pc:sldChg chg="del">
        <pc:chgData name="Soumita Sengupta" userId="4afa6ce1-cb01-46c2-8538-4650222f0c96" providerId="ADAL" clId="{C57B405C-1328-424D-990D-2F85E0044F4C}" dt="2021-06-09T04:55:26.027" v="28" actId="47"/>
        <pc:sldMkLst>
          <pc:docMk/>
          <pc:sldMk cId="1217453013" sldId="885"/>
        </pc:sldMkLst>
      </pc:sldChg>
      <pc:sldChg chg="del">
        <pc:chgData name="Soumita Sengupta" userId="4afa6ce1-cb01-46c2-8538-4650222f0c96" providerId="ADAL" clId="{C57B405C-1328-424D-990D-2F85E0044F4C}" dt="2021-06-09T04:55:26.513" v="29" actId="47"/>
        <pc:sldMkLst>
          <pc:docMk/>
          <pc:sldMk cId="864205736" sldId="886"/>
        </pc:sldMkLst>
      </pc:sldChg>
      <pc:sldChg chg="del">
        <pc:chgData name="Soumita Sengupta" userId="4afa6ce1-cb01-46c2-8538-4650222f0c96" providerId="ADAL" clId="{C57B405C-1328-424D-990D-2F85E0044F4C}" dt="2021-06-09T04:55:26.884" v="30" actId="47"/>
        <pc:sldMkLst>
          <pc:docMk/>
          <pc:sldMk cId="3930354458" sldId="887"/>
        </pc:sldMkLst>
      </pc:sldChg>
      <pc:sldChg chg="del">
        <pc:chgData name="Soumita Sengupta" userId="4afa6ce1-cb01-46c2-8538-4650222f0c96" providerId="ADAL" clId="{C57B405C-1328-424D-990D-2F85E0044F4C}" dt="2021-06-09T04:55:27.705" v="32" actId="47"/>
        <pc:sldMkLst>
          <pc:docMk/>
          <pc:sldMk cId="3369415015" sldId="888"/>
        </pc:sldMkLst>
      </pc:sldChg>
      <pc:sldChg chg="del">
        <pc:chgData name="Soumita Sengupta" userId="4afa6ce1-cb01-46c2-8538-4650222f0c96" providerId="ADAL" clId="{C57B405C-1328-424D-990D-2F85E0044F4C}" dt="2021-06-09T04:55:27.261" v="31" actId="47"/>
        <pc:sldMkLst>
          <pc:docMk/>
          <pc:sldMk cId="1235970176" sldId="889"/>
        </pc:sldMkLst>
      </pc:sldChg>
      <pc:sldChg chg="del">
        <pc:chgData name="Soumita Sengupta" userId="4afa6ce1-cb01-46c2-8538-4650222f0c96" providerId="ADAL" clId="{C57B405C-1328-424D-990D-2F85E0044F4C}" dt="2021-06-09T04:55:28.275" v="33" actId="47"/>
        <pc:sldMkLst>
          <pc:docMk/>
          <pc:sldMk cId="2775940916" sldId="890"/>
        </pc:sldMkLst>
      </pc:sldChg>
      <pc:sldChg chg="del">
        <pc:chgData name="Soumita Sengupta" userId="4afa6ce1-cb01-46c2-8538-4650222f0c96" providerId="ADAL" clId="{C57B405C-1328-424D-990D-2F85E0044F4C}" dt="2021-06-09T04:55:28.625" v="34" actId="47"/>
        <pc:sldMkLst>
          <pc:docMk/>
          <pc:sldMk cId="1653010389" sldId="891"/>
        </pc:sldMkLst>
      </pc:sldChg>
      <pc:sldChg chg="del">
        <pc:chgData name="Soumita Sengupta" userId="4afa6ce1-cb01-46c2-8538-4650222f0c96" providerId="ADAL" clId="{C57B405C-1328-424D-990D-2F85E0044F4C}" dt="2021-06-09T04:55:29.871" v="36" actId="47"/>
        <pc:sldMkLst>
          <pc:docMk/>
          <pc:sldMk cId="1390551958" sldId="892"/>
        </pc:sldMkLst>
      </pc:sldChg>
      <pc:sldChg chg="del">
        <pc:chgData name="Soumita Sengupta" userId="4afa6ce1-cb01-46c2-8538-4650222f0c96" providerId="ADAL" clId="{C57B405C-1328-424D-990D-2F85E0044F4C}" dt="2021-06-09T04:55:29.034" v="35" actId="47"/>
        <pc:sldMkLst>
          <pc:docMk/>
          <pc:sldMk cId="744508730" sldId="893"/>
        </pc:sldMkLst>
      </pc:sldChg>
      <pc:sldChg chg="del">
        <pc:chgData name="Soumita Sengupta" userId="4afa6ce1-cb01-46c2-8538-4650222f0c96" providerId="ADAL" clId="{C57B405C-1328-424D-990D-2F85E0044F4C}" dt="2021-06-09T04:55:30.177" v="37" actId="47"/>
        <pc:sldMkLst>
          <pc:docMk/>
          <pc:sldMk cId="3073096925" sldId="894"/>
        </pc:sldMkLst>
      </pc:sldChg>
      <pc:sldChg chg="del">
        <pc:chgData name="Soumita Sengupta" userId="4afa6ce1-cb01-46c2-8538-4650222f0c96" providerId="ADAL" clId="{C57B405C-1328-424D-990D-2F85E0044F4C}" dt="2021-06-09T04:55:30.744" v="38" actId="47"/>
        <pc:sldMkLst>
          <pc:docMk/>
          <pc:sldMk cId="1291504349" sldId="895"/>
        </pc:sldMkLst>
      </pc:sldChg>
      <pc:sldChg chg="del">
        <pc:chgData name="Soumita Sengupta" userId="4afa6ce1-cb01-46c2-8538-4650222f0c96" providerId="ADAL" clId="{C57B405C-1328-424D-990D-2F85E0044F4C}" dt="2021-06-09T04:55:31.450" v="40" actId="47"/>
        <pc:sldMkLst>
          <pc:docMk/>
          <pc:sldMk cId="3548325935" sldId="896"/>
        </pc:sldMkLst>
      </pc:sldChg>
      <pc:sldChg chg="del">
        <pc:chgData name="Soumita Sengupta" userId="4afa6ce1-cb01-46c2-8538-4650222f0c96" providerId="ADAL" clId="{C57B405C-1328-424D-990D-2F85E0044F4C}" dt="2021-06-09T04:55:31.051" v="39" actId="47"/>
        <pc:sldMkLst>
          <pc:docMk/>
          <pc:sldMk cId="2692143165" sldId="897"/>
        </pc:sldMkLst>
      </pc:sldChg>
      <pc:sldChg chg="del">
        <pc:chgData name="Soumita Sengupta" userId="4afa6ce1-cb01-46c2-8538-4650222f0c96" providerId="ADAL" clId="{C57B405C-1328-424D-990D-2F85E0044F4C}" dt="2021-06-09T04:55:31.957" v="41" actId="47"/>
        <pc:sldMkLst>
          <pc:docMk/>
          <pc:sldMk cId="554284285" sldId="898"/>
        </pc:sldMkLst>
      </pc:sldChg>
      <pc:sldChg chg="del">
        <pc:chgData name="Soumita Sengupta" userId="4afa6ce1-cb01-46c2-8538-4650222f0c96" providerId="ADAL" clId="{C57B405C-1328-424D-990D-2F85E0044F4C}" dt="2021-06-09T04:55:32.419" v="42" actId="47"/>
        <pc:sldMkLst>
          <pc:docMk/>
          <pc:sldMk cId="2350677783" sldId="899"/>
        </pc:sldMkLst>
      </pc:sldChg>
      <pc:sldChg chg="del">
        <pc:chgData name="Soumita Sengupta" userId="4afa6ce1-cb01-46c2-8538-4650222f0c96" providerId="ADAL" clId="{C57B405C-1328-424D-990D-2F85E0044F4C}" dt="2021-06-09T04:55:33.004" v="43" actId="47"/>
        <pc:sldMkLst>
          <pc:docMk/>
          <pc:sldMk cId="3785164751" sldId="900"/>
        </pc:sldMkLst>
      </pc:sldChg>
      <pc:sldChg chg="del">
        <pc:chgData name="Soumita Sengupta" userId="4afa6ce1-cb01-46c2-8538-4650222f0c96" providerId="ADAL" clId="{C57B405C-1328-424D-990D-2F85E0044F4C}" dt="2021-06-09T04:55:33.504" v="44" actId="47"/>
        <pc:sldMkLst>
          <pc:docMk/>
          <pc:sldMk cId="4293752383" sldId="901"/>
        </pc:sldMkLst>
      </pc:sldChg>
      <pc:sldChg chg="del">
        <pc:chgData name="Soumita Sengupta" userId="4afa6ce1-cb01-46c2-8538-4650222f0c96" providerId="ADAL" clId="{C57B405C-1328-424D-990D-2F85E0044F4C}" dt="2021-06-09T04:55:33.927" v="45" actId="47"/>
        <pc:sldMkLst>
          <pc:docMk/>
          <pc:sldMk cId="3357936513" sldId="902"/>
        </pc:sldMkLst>
      </pc:sldChg>
      <pc:sldChg chg="del">
        <pc:chgData name="Soumita Sengupta" userId="4afa6ce1-cb01-46c2-8538-4650222f0c96" providerId="ADAL" clId="{C57B405C-1328-424D-990D-2F85E0044F4C}" dt="2021-06-09T04:55:34.324" v="46" actId="47"/>
        <pc:sldMkLst>
          <pc:docMk/>
          <pc:sldMk cId="1027484415" sldId="903"/>
        </pc:sldMkLst>
      </pc:sldChg>
      <pc:sldChg chg="del">
        <pc:chgData name="Soumita Sengupta" userId="4afa6ce1-cb01-46c2-8538-4650222f0c96" providerId="ADAL" clId="{C57B405C-1328-424D-990D-2F85E0044F4C}" dt="2021-06-09T04:55:34.666" v="47" actId="47"/>
        <pc:sldMkLst>
          <pc:docMk/>
          <pc:sldMk cId="414747998" sldId="904"/>
        </pc:sldMkLst>
      </pc:sldChg>
      <pc:sldChg chg="del">
        <pc:chgData name="Soumita Sengupta" userId="4afa6ce1-cb01-46c2-8538-4650222f0c96" providerId="ADAL" clId="{C57B405C-1328-424D-990D-2F85E0044F4C}" dt="2021-06-09T04:55:35.042" v="48" actId="47"/>
        <pc:sldMkLst>
          <pc:docMk/>
          <pc:sldMk cId="953297308" sldId="905"/>
        </pc:sldMkLst>
      </pc:sldChg>
      <pc:sldChg chg="del">
        <pc:chgData name="Soumita Sengupta" userId="4afa6ce1-cb01-46c2-8538-4650222f0c96" providerId="ADAL" clId="{C57B405C-1328-424D-990D-2F85E0044F4C}" dt="2021-06-09T04:55:35.428" v="49" actId="47"/>
        <pc:sldMkLst>
          <pc:docMk/>
          <pc:sldMk cId="3855319927" sldId="906"/>
        </pc:sldMkLst>
      </pc:sldChg>
      <pc:sldChg chg="del">
        <pc:chgData name="Soumita Sengupta" userId="4afa6ce1-cb01-46c2-8538-4650222f0c96" providerId="ADAL" clId="{C57B405C-1328-424D-990D-2F85E0044F4C}" dt="2021-06-09T04:55:35.869" v="50" actId="47"/>
        <pc:sldMkLst>
          <pc:docMk/>
          <pc:sldMk cId="455529772" sldId="907"/>
        </pc:sldMkLst>
      </pc:sldChg>
      <pc:sldChg chg="del">
        <pc:chgData name="Soumita Sengupta" userId="4afa6ce1-cb01-46c2-8538-4650222f0c96" providerId="ADAL" clId="{C57B405C-1328-424D-990D-2F85E0044F4C}" dt="2021-06-09T04:55:36.192" v="51" actId="47"/>
        <pc:sldMkLst>
          <pc:docMk/>
          <pc:sldMk cId="1317934090" sldId="908"/>
        </pc:sldMkLst>
      </pc:sldChg>
      <pc:sldChg chg="del">
        <pc:chgData name="Soumita Sengupta" userId="4afa6ce1-cb01-46c2-8538-4650222f0c96" providerId="ADAL" clId="{C57B405C-1328-424D-990D-2F85E0044F4C}" dt="2021-06-09T04:55:36.478" v="52" actId="47"/>
        <pc:sldMkLst>
          <pc:docMk/>
          <pc:sldMk cId="3362010297" sldId="909"/>
        </pc:sldMkLst>
      </pc:sldChg>
      <pc:sldChg chg="del">
        <pc:chgData name="Soumita Sengupta" userId="4afa6ce1-cb01-46c2-8538-4650222f0c96" providerId="ADAL" clId="{C57B405C-1328-424D-990D-2F85E0044F4C}" dt="2021-06-09T04:55:36.775" v="53" actId="47"/>
        <pc:sldMkLst>
          <pc:docMk/>
          <pc:sldMk cId="2860101323" sldId="910"/>
        </pc:sldMkLst>
      </pc:sldChg>
      <pc:sldChg chg="del">
        <pc:chgData name="Soumita Sengupta" userId="4afa6ce1-cb01-46c2-8538-4650222f0c96" providerId="ADAL" clId="{C57B405C-1328-424D-990D-2F85E0044F4C}" dt="2021-06-09T04:55:37.060" v="54" actId="47"/>
        <pc:sldMkLst>
          <pc:docMk/>
          <pc:sldMk cId="1849334363" sldId="911"/>
        </pc:sldMkLst>
      </pc:sldChg>
      <pc:sldChg chg="add del">
        <pc:chgData name="Soumita Sengupta" userId="4afa6ce1-cb01-46c2-8538-4650222f0c96" providerId="ADAL" clId="{C57B405C-1328-424D-990D-2F85E0044F4C}" dt="2021-06-09T12:12:57.996" v="2198" actId="47"/>
        <pc:sldMkLst>
          <pc:docMk/>
          <pc:sldMk cId="2306519255" sldId="912"/>
        </pc:sldMkLst>
      </pc:sldChg>
      <pc:sldChg chg="del">
        <pc:chgData name="Soumita Sengupta" userId="4afa6ce1-cb01-46c2-8538-4650222f0c96" providerId="ADAL" clId="{C57B405C-1328-424D-990D-2F85E0044F4C}" dt="2021-06-09T04:55:37.351" v="55" actId="47"/>
        <pc:sldMkLst>
          <pc:docMk/>
          <pc:sldMk cId="3559517792" sldId="912"/>
        </pc:sldMkLst>
      </pc:sldChg>
      <pc:sldChg chg="del">
        <pc:chgData name="Soumita Sengupta" userId="4afa6ce1-cb01-46c2-8538-4650222f0c96" providerId="ADAL" clId="{C57B405C-1328-424D-990D-2F85E0044F4C}" dt="2021-06-09T04:55:37.996" v="56" actId="47"/>
        <pc:sldMkLst>
          <pc:docMk/>
          <pc:sldMk cId="1995712021" sldId="913"/>
        </pc:sldMkLst>
      </pc:sldChg>
      <pc:sldChg chg="del">
        <pc:chgData name="Soumita Sengupta" userId="4afa6ce1-cb01-46c2-8538-4650222f0c96" providerId="ADAL" clId="{C57B405C-1328-424D-990D-2F85E0044F4C}" dt="2021-06-09T04:55:39.801" v="57" actId="47"/>
        <pc:sldMkLst>
          <pc:docMk/>
          <pc:sldMk cId="3460310019" sldId="914"/>
        </pc:sldMkLst>
      </pc:sldChg>
      <pc:sldChg chg="modSp new mod">
        <pc:chgData name="Soumita Sengupta" userId="4afa6ce1-cb01-46c2-8538-4650222f0c96" providerId="ADAL" clId="{C57B405C-1328-424D-990D-2F85E0044F4C}" dt="2021-06-16T12:02:36.671" v="4085" actId="20577"/>
        <pc:sldMkLst>
          <pc:docMk/>
          <pc:sldMk cId="4051698625" sldId="1328"/>
        </pc:sldMkLst>
        <pc:spChg chg="mod">
          <ac:chgData name="Soumita Sengupta" userId="4afa6ce1-cb01-46c2-8538-4650222f0c96" providerId="ADAL" clId="{C57B405C-1328-424D-990D-2F85E0044F4C}" dt="2021-06-15T13:21:29.886" v="2222" actId="20577"/>
          <ac:spMkLst>
            <pc:docMk/>
            <pc:sldMk cId="4051698625" sldId="1328"/>
            <ac:spMk id="2" creationId="{28798FC0-737C-4EAE-92DC-7EE712C795F3}"/>
          </ac:spMkLst>
        </pc:spChg>
        <pc:spChg chg="mod">
          <ac:chgData name="Soumita Sengupta" userId="4afa6ce1-cb01-46c2-8538-4650222f0c96" providerId="ADAL" clId="{C57B405C-1328-424D-990D-2F85E0044F4C}" dt="2021-06-16T12:02:36.671" v="4085" actId="20577"/>
          <ac:spMkLst>
            <pc:docMk/>
            <pc:sldMk cId="4051698625" sldId="1328"/>
            <ac:spMk id="3" creationId="{D3677530-8219-4DBE-89C3-233B723060F9}"/>
          </ac:spMkLst>
        </pc:spChg>
      </pc:sldChg>
      <pc:sldChg chg="modSp add mod">
        <pc:chgData name="Soumita Sengupta" userId="4afa6ce1-cb01-46c2-8538-4650222f0c96" providerId="ADAL" clId="{C57B405C-1328-424D-990D-2F85E0044F4C}" dt="2021-06-09T10:10:12.012" v="267" actId="20577"/>
        <pc:sldMkLst>
          <pc:docMk/>
          <pc:sldMk cId="4227866224" sldId="1329"/>
        </pc:sldMkLst>
        <pc:spChg chg="mod">
          <ac:chgData name="Soumita Sengupta" userId="4afa6ce1-cb01-46c2-8538-4650222f0c96" providerId="ADAL" clId="{C57B405C-1328-424D-990D-2F85E0044F4C}" dt="2021-06-09T10:10:12.012" v="267" actId="20577"/>
          <ac:spMkLst>
            <pc:docMk/>
            <pc:sldMk cId="4227866224" sldId="1329"/>
            <ac:spMk id="2" creationId="{57983F62-BBB9-431B-A37F-BDA0DC7153F6}"/>
          </ac:spMkLst>
        </pc:spChg>
      </pc:sldChg>
      <pc:sldChg chg="addSp delSp modSp add mod ord">
        <pc:chgData name="Soumita Sengupta" userId="4afa6ce1-cb01-46c2-8538-4650222f0c96" providerId="ADAL" clId="{C57B405C-1328-424D-990D-2F85E0044F4C}" dt="2021-06-16T07:34:00.208" v="3086" actId="208"/>
        <pc:sldMkLst>
          <pc:docMk/>
          <pc:sldMk cId="2689733765" sldId="1330"/>
        </pc:sldMkLst>
        <pc:spChg chg="mod">
          <ac:chgData name="Soumita Sengupta" userId="4afa6ce1-cb01-46c2-8538-4650222f0c96" providerId="ADAL" clId="{C57B405C-1328-424D-990D-2F85E0044F4C}" dt="2021-06-09T10:29:59.765" v="363" actId="20577"/>
          <ac:spMkLst>
            <pc:docMk/>
            <pc:sldMk cId="2689733765" sldId="1330"/>
            <ac:spMk id="2" creationId="{00000000-0000-0000-0000-000000000000}"/>
          </ac:spMkLst>
        </pc:spChg>
        <pc:spChg chg="add mod">
          <ac:chgData name="Soumita Sengupta" userId="4afa6ce1-cb01-46c2-8538-4650222f0c96" providerId="ADAL" clId="{C57B405C-1328-424D-990D-2F85E0044F4C}" dt="2021-06-16T07:33:31.698" v="3084" actId="1076"/>
          <ac:spMkLst>
            <pc:docMk/>
            <pc:sldMk cId="2689733765" sldId="1330"/>
            <ac:spMk id="3" creationId="{61FA9E22-AAAB-44A6-9D64-B7EAD08FDD32}"/>
          </ac:spMkLst>
        </pc:spChg>
        <pc:spChg chg="mod">
          <ac:chgData name="Soumita Sengupta" userId="4afa6ce1-cb01-46c2-8538-4650222f0c96" providerId="ADAL" clId="{C57B405C-1328-424D-990D-2F85E0044F4C}" dt="2021-06-16T07:31:59.784" v="2959" actId="20577"/>
          <ac:spMkLst>
            <pc:docMk/>
            <pc:sldMk cId="2689733765" sldId="1330"/>
            <ac:spMk id="14" creationId="{00000000-0000-0000-0000-000000000000}"/>
          </ac:spMkLst>
        </pc:spChg>
        <pc:picChg chg="del">
          <ac:chgData name="Soumita Sengupta" userId="4afa6ce1-cb01-46c2-8538-4650222f0c96" providerId="ADAL" clId="{C57B405C-1328-424D-990D-2F85E0044F4C}" dt="2021-06-09T10:30:01.926" v="364" actId="478"/>
          <ac:picMkLst>
            <pc:docMk/>
            <pc:sldMk cId="2689733765" sldId="1330"/>
            <ac:picMk id="5" creationId="{00000000-0000-0000-0000-000000000000}"/>
          </ac:picMkLst>
        </pc:picChg>
        <pc:picChg chg="add del mod">
          <ac:chgData name="Soumita Sengupta" userId="4afa6ce1-cb01-46c2-8538-4650222f0c96" providerId="ADAL" clId="{C57B405C-1328-424D-990D-2F85E0044F4C}" dt="2021-06-16T07:30:36.678" v="2844" actId="478"/>
          <ac:picMkLst>
            <pc:docMk/>
            <pc:sldMk cId="2689733765" sldId="1330"/>
            <ac:picMk id="6" creationId="{FB68FA30-584D-461E-8C69-71D17EE9A70F}"/>
          </ac:picMkLst>
        </pc:picChg>
        <pc:picChg chg="add mod">
          <ac:chgData name="Soumita Sengupta" userId="4afa6ce1-cb01-46c2-8538-4650222f0c96" providerId="ADAL" clId="{C57B405C-1328-424D-990D-2F85E0044F4C}" dt="2021-06-16T07:34:00.208" v="3086" actId="208"/>
          <ac:picMkLst>
            <pc:docMk/>
            <pc:sldMk cId="2689733765" sldId="1330"/>
            <ac:picMk id="8" creationId="{848608D3-9C9F-469E-9BDF-8E1AD1B5C678}"/>
          </ac:picMkLst>
        </pc:picChg>
      </pc:sldChg>
      <pc:sldChg chg="addSp delSp modSp add del mod">
        <pc:chgData name="Soumita Sengupta" userId="4afa6ce1-cb01-46c2-8538-4650222f0c96" providerId="ADAL" clId="{C57B405C-1328-424D-990D-2F85E0044F4C}" dt="2021-06-09T11:06:56.100" v="539" actId="47"/>
        <pc:sldMkLst>
          <pc:docMk/>
          <pc:sldMk cId="1394899550" sldId="1331"/>
        </pc:sldMkLst>
        <pc:spChg chg="mod">
          <ac:chgData name="Soumita Sengupta" userId="4afa6ce1-cb01-46c2-8538-4650222f0c96" providerId="ADAL" clId="{C57B405C-1328-424D-990D-2F85E0044F4C}" dt="2021-06-09T11:06:47.413" v="537" actId="21"/>
          <ac:spMkLst>
            <pc:docMk/>
            <pc:sldMk cId="1394899550" sldId="1331"/>
            <ac:spMk id="2" creationId="{00000000-0000-0000-0000-000000000000}"/>
          </ac:spMkLst>
        </pc:spChg>
        <pc:spChg chg="add mod">
          <ac:chgData name="Soumita Sengupta" userId="4afa6ce1-cb01-46c2-8538-4650222f0c96" providerId="ADAL" clId="{C57B405C-1328-424D-990D-2F85E0044F4C}" dt="2021-06-09T11:03:57.136" v="395" actId="1076"/>
          <ac:spMkLst>
            <pc:docMk/>
            <pc:sldMk cId="1394899550" sldId="1331"/>
            <ac:spMk id="8" creationId="{06DEB593-1BBD-4DA3-AD88-16D6485A3E6E}"/>
          </ac:spMkLst>
        </pc:spChg>
        <pc:spChg chg="add mod">
          <ac:chgData name="Soumita Sengupta" userId="4afa6ce1-cb01-46c2-8538-4650222f0c96" providerId="ADAL" clId="{C57B405C-1328-424D-990D-2F85E0044F4C}" dt="2021-06-09T11:06:21.195" v="535" actId="21"/>
          <ac:spMkLst>
            <pc:docMk/>
            <pc:sldMk cId="1394899550" sldId="1331"/>
            <ac:spMk id="9" creationId="{1E1FE280-35BD-4B25-B76C-D4A3BE3458AB}"/>
          </ac:spMkLst>
        </pc:spChg>
        <pc:spChg chg="mod">
          <ac:chgData name="Soumita Sengupta" userId="4afa6ce1-cb01-46c2-8538-4650222f0c96" providerId="ADAL" clId="{C57B405C-1328-424D-990D-2F85E0044F4C}" dt="2021-06-09T11:04:06.460" v="398" actId="14100"/>
          <ac:spMkLst>
            <pc:docMk/>
            <pc:sldMk cId="1394899550" sldId="1331"/>
            <ac:spMk id="14" creationId="{00000000-0000-0000-0000-000000000000}"/>
          </ac:spMkLst>
        </pc:spChg>
        <pc:picChg chg="del">
          <ac:chgData name="Soumita Sengupta" userId="4afa6ce1-cb01-46c2-8538-4650222f0c96" providerId="ADAL" clId="{C57B405C-1328-424D-990D-2F85E0044F4C}" dt="2021-06-09T11:03:33.410" v="373" actId="478"/>
          <ac:picMkLst>
            <pc:docMk/>
            <pc:sldMk cId="1394899550" sldId="1331"/>
            <ac:picMk id="6" creationId="{FB68FA30-584D-461E-8C69-71D17EE9A70F}"/>
          </ac:picMkLst>
        </pc:picChg>
      </pc:sldChg>
      <pc:sldChg chg="modSp add mod">
        <pc:chgData name="Soumita Sengupta" userId="4afa6ce1-cb01-46c2-8538-4650222f0c96" providerId="ADAL" clId="{C57B405C-1328-424D-990D-2F85E0044F4C}" dt="2021-06-09T12:12:53.874" v="2197" actId="20577"/>
        <pc:sldMkLst>
          <pc:docMk/>
          <pc:sldMk cId="3825885641" sldId="1331"/>
        </pc:sldMkLst>
        <pc:spChg chg="mod">
          <ac:chgData name="Soumita Sengupta" userId="4afa6ce1-cb01-46c2-8538-4650222f0c96" providerId="ADAL" clId="{C57B405C-1328-424D-990D-2F85E0044F4C}" dt="2021-06-09T12:12:53.874" v="2197" actId="20577"/>
          <ac:spMkLst>
            <pc:docMk/>
            <pc:sldMk cId="3825885641" sldId="1331"/>
            <ac:spMk id="2" creationId="{57983F62-BBB9-431B-A37F-BDA0DC7153F6}"/>
          </ac:spMkLst>
        </pc:spChg>
      </pc:sldChg>
      <pc:sldChg chg="modSp add mod">
        <pc:chgData name="Soumita Sengupta" userId="4afa6ce1-cb01-46c2-8538-4650222f0c96" providerId="ADAL" clId="{C57B405C-1328-424D-990D-2F85E0044F4C}" dt="2021-06-16T07:49:40.235" v="3138" actId="27636"/>
        <pc:sldMkLst>
          <pc:docMk/>
          <pc:sldMk cId="3080214361" sldId="1332"/>
        </pc:sldMkLst>
        <pc:spChg chg="mod">
          <ac:chgData name="Soumita Sengupta" userId="4afa6ce1-cb01-46c2-8538-4650222f0c96" providerId="ADAL" clId="{C57B405C-1328-424D-990D-2F85E0044F4C}" dt="2021-06-15T13:22:14.398" v="2262" actId="20577"/>
          <ac:spMkLst>
            <pc:docMk/>
            <pc:sldMk cId="3080214361" sldId="1332"/>
            <ac:spMk id="2" creationId="{28798FC0-737C-4EAE-92DC-7EE712C795F3}"/>
          </ac:spMkLst>
        </pc:spChg>
        <pc:spChg chg="mod">
          <ac:chgData name="Soumita Sengupta" userId="4afa6ce1-cb01-46c2-8538-4650222f0c96" providerId="ADAL" clId="{C57B405C-1328-424D-990D-2F85E0044F4C}" dt="2021-06-16T07:49:40.235" v="3138" actId="27636"/>
          <ac:spMkLst>
            <pc:docMk/>
            <pc:sldMk cId="3080214361" sldId="1332"/>
            <ac:spMk id="3" creationId="{D3677530-8219-4DBE-89C3-233B723060F9}"/>
          </ac:spMkLst>
        </pc:spChg>
      </pc:sldChg>
      <pc:sldChg chg="modSp add mod ord">
        <pc:chgData name="Soumita Sengupta" userId="4afa6ce1-cb01-46c2-8538-4650222f0c96" providerId="ADAL" clId="{C57B405C-1328-424D-990D-2F85E0044F4C}" dt="2021-06-15T13:22:55.235" v="2285" actId="20577"/>
        <pc:sldMkLst>
          <pc:docMk/>
          <pc:sldMk cId="3051288005" sldId="1333"/>
        </pc:sldMkLst>
        <pc:spChg chg="mod">
          <ac:chgData name="Soumita Sengupta" userId="4afa6ce1-cb01-46c2-8538-4650222f0c96" providerId="ADAL" clId="{C57B405C-1328-424D-990D-2F85E0044F4C}" dt="2021-06-15T13:22:55.235" v="2285" actId="20577"/>
          <ac:spMkLst>
            <pc:docMk/>
            <pc:sldMk cId="3051288005" sldId="1333"/>
            <ac:spMk id="2" creationId="{57983F62-BBB9-431B-A37F-BDA0DC7153F6}"/>
          </ac:spMkLst>
        </pc:spChg>
      </pc:sldChg>
      <pc:sldChg chg="modSp add mod">
        <pc:chgData name="Soumita Sengupta" userId="4afa6ce1-cb01-46c2-8538-4650222f0c96" providerId="ADAL" clId="{C57B405C-1328-424D-990D-2F85E0044F4C}" dt="2021-06-15T13:26:49.185" v="2344" actId="20577"/>
        <pc:sldMkLst>
          <pc:docMk/>
          <pc:sldMk cId="3612439745" sldId="1334"/>
        </pc:sldMkLst>
        <pc:spChg chg="mod">
          <ac:chgData name="Soumita Sengupta" userId="4afa6ce1-cb01-46c2-8538-4650222f0c96" providerId="ADAL" clId="{C57B405C-1328-424D-990D-2F85E0044F4C}" dt="2021-06-15T13:26:49.185" v="2344" actId="20577"/>
          <ac:spMkLst>
            <pc:docMk/>
            <pc:sldMk cId="3612439745" sldId="1334"/>
            <ac:spMk id="2" creationId="{57983F62-BBB9-431B-A37F-BDA0DC7153F6}"/>
          </ac:spMkLst>
        </pc:spChg>
      </pc:sldChg>
      <pc:sldChg chg="modSp add mod">
        <pc:chgData name="Soumita Sengupta" userId="4afa6ce1-cb01-46c2-8538-4650222f0c96" providerId="ADAL" clId="{C57B405C-1328-424D-990D-2F85E0044F4C}" dt="2021-06-15T13:27:14.199" v="2367" actId="20577"/>
        <pc:sldMkLst>
          <pc:docMk/>
          <pc:sldMk cId="4631750" sldId="1335"/>
        </pc:sldMkLst>
        <pc:spChg chg="mod">
          <ac:chgData name="Soumita Sengupta" userId="4afa6ce1-cb01-46c2-8538-4650222f0c96" providerId="ADAL" clId="{C57B405C-1328-424D-990D-2F85E0044F4C}" dt="2021-06-15T13:27:14.199" v="2367" actId="20577"/>
          <ac:spMkLst>
            <pc:docMk/>
            <pc:sldMk cId="4631750" sldId="1335"/>
            <ac:spMk id="2" creationId="{57983F62-BBB9-431B-A37F-BDA0DC7153F6}"/>
          </ac:spMkLst>
        </pc:spChg>
      </pc:sldChg>
      <pc:sldChg chg="modSp add mod">
        <pc:chgData name="Soumita Sengupta" userId="4afa6ce1-cb01-46c2-8538-4650222f0c96" providerId="ADAL" clId="{C57B405C-1328-424D-990D-2F85E0044F4C}" dt="2021-06-15T13:27:39.767" v="2385" actId="20577"/>
        <pc:sldMkLst>
          <pc:docMk/>
          <pc:sldMk cId="736621240" sldId="1336"/>
        </pc:sldMkLst>
        <pc:spChg chg="mod">
          <ac:chgData name="Soumita Sengupta" userId="4afa6ce1-cb01-46c2-8538-4650222f0c96" providerId="ADAL" clId="{C57B405C-1328-424D-990D-2F85E0044F4C}" dt="2021-06-15T13:27:39.767" v="2385" actId="20577"/>
          <ac:spMkLst>
            <pc:docMk/>
            <pc:sldMk cId="736621240" sldId="1336"/>
            <ac:spMk id="2" creationId="{57983F62-BBB9-431B-A37F-BDA0DC7153F6}"/>
          </ac:spMkLst>
        </pc:spChg>
      </pc:sldChg>
      <pc:sldChg chg="modSp add mod">
        <pc:chgData name="Soumita Sengupta" userId="4afa6ce1-cb01-46c2-8538-4650222f0c96" providerId="ADAL" clId="{C57B405C-1328-424D-990D-2F85E0044F4C}" dt="2021-06-15T13:27:48.312" v="2393" actId="20577"/>
        <pc:sldMkLst>
          <pc:docMk/>
          <pc:sldMk cId="2486887644" sldId="1337"/>
        </pc:sldMkLst>
        <pc:spChg chg="mod">
          <ac:chgData name="Soumita Sengupta" userId="4afa6ce1-cb01-46c2-8538-4650222f0c96" providerId="ADAL" clId="{C57B405C-1328-424D-990D-2F85E0044F4C}" dt="2021-06-15T13:27:48.312" v="2393" actId="20577"/>
          <ac:spMkLst>
            <pc:docMk/>
            <pc:sldMk cId="2486887644" sldId="1337"/>
            <ac:spMk id="2" creationId="{57983F62-BBB9-431B-A37F-BDA0DC7153F6}"/>
          </ac:spMkLst>
        </pc:spChg>
      </pc:sldChg>
      <pc:sldChg chg="modSp add mod">
        <pc:chgData name="Soumita Sengupta" userId="4afa6ce1-cb01-46c2-8538-4650222f0c96" providerId="ADAL" clId="{C57B405C-1328-424D-990D-2F85E0044F4C}" dt="2021-06-15T13:27:58.861" v="2411" actId="20577"/>
        <pc:sldMkLst>
          <pc:docMk/>
          <pc:sldMk cId="2283558231" sldId="1338"/>
        </pc:sldMkLst>
        <pc:spChg chg="mod">
          <ac:chgData name="Soumita Sengupta" userId="4afa6ce1-cb01-46c2-8538-4650222f0c96" providerId="ADAL" clId="{C57B405C-1328-424D-990D-2F85E0044F4C}" dt="2021-06-15T13:27:58.861" v="2411" actId="20577"/>
          <ac:spMkLst>
            <pc:docMk/>
            <pc:sldMk cId="2283558231" sldId="1338"/>
            <ac:spMk id="2" creationId="{57983F62-BBB9-431B-A37F-BDA0DC7153F6}"/>
          </ac:spMkLst>
        </pc:spChg>
      </pc:sldChg>
      <pc:sldChg chg="addSp delSp modSp new mod">
        <pc:chgData name="Soumita Sengupta" userId="4afa6ce1-cb01-46c2-8538-4650222f0c96" providerId="ADAL" clId="{C57B405C-1328-424D-990D-2F85E0044F4C}" dt="2021-06-16T11:54:29.583" v="3938" actId="113"/>
        <pc:sldMkLst>
          <pc:docMk/>
          <pc:sldMk cId="2506302366" sldId="1339"/>
        </pc:sldMkLst>
        <pc:spChg chg="add del mod">
          <ac:chgData name="Soumita Sengupta" userId="4afa6ce1-cb01-46c2-8538-4650222f0c96" providerId="ADAL" clId="{C57B405C-1328-424D-990D-2F85E0044F4C}" dt="2021-06-16T10:45:40.497" v="3485" actId="20577"/>
          <ac:spMkLst>
            <pc:docMk/>
            <pc:sldMk cId="2506302366" sldId="1339"/>
            <ac:spMk id="2" creationId="{E95A8B90-5061-4744-9826-2849E3B2A867}"/>
          </ac:spMkLst>
        </pc:spChg>
        <pc:spChg chg="add del mod">
          <ac:chgData name="Soumita Sengupta" userId="4afa6ce1-cb01-46c2-8538-4650222f0c96" providerId="ADAL" clId="{C57B405C-1328-424D-990D-2F85E0044F4C}" dt="2021-06-16T11:54:29.583" v="3938" actId="113"/>
          <ac:spMkLst>
            <pc:docMk/>
            <pc:sldMk cId="2506302366" sldId="1339"/>
            <ac:spMk id="3" creationId="{1F4513C0-A900-4713-B675-AB3D1A29BA83}"/>
          </ac:spMkLst>
        </pc:spChg>
        <pc:spChg chg="add del mod">
          <ac:chgData name="Soumita Sengupta" userId="4afa6ce1-cb01-46c2-8538-4650222f0c96" providerId="ADAL" clId="{C57B405C-1328-424D-990D-2F85E0044F4C}" dt="2021-06-16T07:34:17.815" v="3089" actId="21"/>
          <ac:spMkLst>
            <pc:docMk/>
            <pc:sldMk cId="2506302366" sldId="1339"/>
            <ac:spMk id="7" creationId="{54D2CCC2-3600-4A14-8B5A-D9019646CACE}"/>
          </ac:spMkLst>
        </pc:spChg>
        <pc:spChg chg="add del mod">
          <ac:chgData name="Soumita Sengupta" userId="4afa6ce1-cb01-46c2-8538-4650222f0c96" providerId="ADAL" clId="{C57B405C-1328-424D-990D-2F85E0044F4C}" dt="2021-06-16T10:44:36.297" v="3456" actId="478"/>
          <ac:spMkLst>
            <pc:docMk/>
            <pc:sldMk cId="2506302366" sldId="1339"/>
            <ac:spMk id="10" creationId="{E237D4EA-2AE9-4E33-8D4F-A2DB802C5EB2}"/>
          </ac:spMkLst>
        </pc:spChg>
        <pc:spChg chg="mod">
          <ac:chgData name="Soumita Sengupta" userId="4afa6ce1-cb01-46c2-8538-4650222f0c96" providerId="ADAL" clId="{C57B405C-1328-424D-990D-2F85E0044F4C}" dt="2021-06-16T11:53:42.628" v="3928"/>
          <ac:spMkLst>
            <pc:docMk/>
            <pc:sldMk cId="2506302366" sldId="1339"/>
            <ac:spMk id="13" creationId="{475280A6-B1E5-40D1-B75D-03E16BA4205C}"/>
          </ac:spMkLst>
        </pc:spChg>
        <pc:spChg chg="mod">
          <ac:chgData name="Soumita Sengupta" userId="4afa6ce1-cb01-46c2-8538-4650222f0c96" providerId="ADAL" clId="{C57B405C-1328-424D-990D-2F85E0044F4C}" dt="2021-06-16T11:54:00.888" v="3933"/>
          <ac:spMkLst>
            <pc:docMk/>
            <pc:sldMk cId="2506302366" sldId="1339"/>
            <ac:spMk id="16" creationId="{40D8307D-6FB2-45FE-A214-86F479E834DF}"/>
          </ac:spMkLst>
        </pc:spChg>
        <pc:grpChg chg="add mod">
          <ac:chgData name="Soumita Sengupta" userId="4afa6ce1-cb01-46c2-8538-4650222f0c96" providerId="ADAL" clId="{C57B405C-1328-424D-990D-2F85E0044F4C}" dt="2021-06-16T11:53:49.303" v="3931" actId="1076"/>
          <ac:grpSpMkLst>
            <pc:docMk/>
            <pc:sldMk cId="2506302366" sldId="1339"/>
            <ac:grpSpMk id="11" creationId="{A2E79D37-8624-425A-B97A-72802C97AFA5}"/>
          </ac:grpSpMkLst>
        </pc:grpChg>
        <pc:grpChg chg="add mod">
          <ac:chgData name="Soumita Sengupta" userId="4afa6ce1-cb01-46c2-8538-4650222f0c96" providerId="ADAL" clId="{C57B405C-1328-424D-990D-2F85E0044F4C}" dt="2021-06-16T11:54:03.336" v="3934" actId="1076"/>
          <ac:grpSpMkLst>
            <pc:docMk/>
            <pc:sldMk cId="2506302366" sldId="1339"/>
            <ac:grpSpMk id="14" creationId="{0BEFA503-B366-46D0-A7E6-31F9E43619F1}"/>
          </ac:grpSpMkLst>
        </pc:grpChg>
        <pc:picChg chg="add del mod">
          <ac:chgData name="Soumita Sengupta" userId="4afa6ce1-cb01-46c2-8538-4650222f0c96" providerId="ADAL" clId="{C57B405C-1328-424D-990D-2F85E0044F4C}" dt="2021-06-16T10:24:31.861" v="3227"/>
          <ac:picMkLst>
            <pc:docMk/>
            <pc:sldMk cId="2506302366" sldId="1339"/>
            <ac:picMk id="8" creationId="{8391410F-900A-4B35-B0F2-88AAA2FDC488}"/>
          </ac:picMkLst>
        </pc:picChg>
        <pc:picChg chg="mod">
          <ac:chgData name="Soumita Sengupta" userId="4afa6ce1-cb01-46c2-8538-4650222f0c96" providerId="ADAL" clId="{C57B405C-1328-424D-990D-2F85E0044F4C}" dt="2021-06-16T11:53:42.628" v="3928"/>
          <ac:picMkLst>
            <pc:docMk/>
            <pc:sldMk cId="2506302366" sldId="1339"/>
            <ac:picMk id="12" creationId="{A0C1E231-2060-445F-8674-BF4FB6904AB9}"/>
          </ac:picMkLst>
        </pc:picChg>
        <pc:picChg chg="mod">
          <ac:chgData name="Soumita Sengupta" userId="4afa6ce1-cb01-46c2-8538-4650222f0c96" providerId="ADAL" clId="{C57B405C-1328-424D-990D-2F85E0044F4C}" dt="2021-06-16T11:54:00.888" v="3933"/>
          <ac:picMkLst>
            <pc:docMk/>
            <pc:sldMk cId="2506302366" sldId="1339"/>
            <ac:picMk id="15" creationId="{DE9EFFD6-8658-47CF-85DB-4A7B940D88A6}"/>
          </ac:picMkLst>
        </pc:picChg>
        <pc:cxnChg chg="add mod">
          <ac:chgData name="Soumita Sengupta" userId="4afa6ce1-cb01-46c2-8538-4650222f0c96" providerId="ADAL" clId="{C57B405C-1328-424D-990D-2F85E0044F4C}" dt="2021-06-16T11:54:11.654" v="3936" actId="1076"/>
          <ac:cxnSpMkLst>
            <pc:docMk/>
            <pc:sldMk cId="2506302366" sldId="1339"/>
            <ac:cxnSpMk id="17" creationId="{0712C3FE-6689-4A6F-B858-F53755022945}"/>
          </ac:cxnSpMkLst>
        </pc:cxnChg>
      </pc:sldChg>
      <pc:sldChg chg="new del">
        <pc:chgData name="Soumita Sengupta" userId="4afa6ce1-cb01-46c2-8538-4650222f0c96" providerId="ADAL" clId="{C57B405C-1328-424D-990D-2F85E0044F4C}" dt="2021-06-16T07:30:20.125" v="2842" actId="47"/>
        <pc:sldMkLst>
          <pc:docMk/>
          <pc:sldMk cId="1179560997" sldId="1340"/>
        </pc:sldMkLst>
      </pc:sldChg>
      <pc:sldChg chg="addSp modSp add mod">
        <pc:chgData name="Soumita Sengupta" userId="4afa6ce1-cb01-46c2-8538-4650222f0c96" providerId="ADAL" clId="{C57B405C-1328-424D-990D-2F85E0044F4C}" dt="2021-06-16T07:33:51.624" v="3085" actId="1076"/>
        <pc:sldMkLst>
          <pc:docMk/>
          <pc:sldMk cId="3821216101" sldId="1340"/>
        </pc:sldMkLst>
        <pc:spChg chg="add mod">
          <ac:chgData name="Soumita Sengupta" userId="4afa6ce1-cb01-46c2-8538-4650222f0c96" providerId="ADAL" clId="{C57B405C-1328-424D-990D-2F85E0044F4C}" dt="2021-06-16T07:32:45.267" v="3074" actId="20577"/>
          <ac:spMkLst>
            <pc:docMk/>
            <pc:sldMk cId="3821216101" sldId="1340"/>
            <ac:spMk id="8" creationId="{036C0413-D8F6-46EA-AB44-E5486C40922F}"/>
          </ac:spMkLst>
        </pc:spChg>
        <pc:picChg chg="mod">
          <ac:chgData name="Soumita Sengupta" userId="4afa6ce1-cb01-46c2-8538-4650222f0c96" providerId="ADAL" clId="{C57B405C-1328-424D-990D-2F85E0044F4C}" dt="2021-06-16T07:33:51.624" v="3085" actId="1076"/>
          <ac:picMkLst>
            <pc:docMk/>
            <pc:sldMk cId="3821216101" sldId="1340"/>
            <ac:picMk id="6" creationId="{FB68FA30-584D-461E-8C69-71D17EE9A70F}"/>
          </ac:picMkLst>
        </pc:picChg>
      </pc:sldChg>
      <pc:sldChg chg="modSp add mod">
        <pc:chgData name="Soumita Sengupta" userId="4afa6ce1-cb01-46c2-8538-4650222f0c96" providerId="ADAL" clId="{C57B405C-1328-424D-990D-2F85E0044F4C}" dt="2021-06-16T07:51:58.463" v="3146"/>
        <pc:sldMkLst>
          <pc:docMk/>
          <pc:sldMk cId="2288279991" sldId="1341"/>
        </pc:sldMkLst>
        <pc:spChg chg="mod">
          <ac:chgData name="Soumita Sengupta" userId="4afa6ce1-cb01-46c2-8538-4650222f0c96" providerId="ADAL" clId="{C57B405C-1328-424D-990D-2F85E0044F4C}" dt="2021-06-16T07:51:58.463" v="3146"/>
          <ac:spMkLst>
            <pc:docMk/>
            <pc:sldMk cId="2288279991" sldId="1341"/>
            <ac:spMk id="3" creationId="{D3677530-8219-4DBE-89C3-233B723060F9}"/>
          </ac:spMkLst>
        </pc:spChg>
      </pc:sldChg>
      <pc:sldChg chg="modSp add mod">
        <pc:chgData name="Soumita Sengupta" userId="4afa6ce1-cb01-46c2-8538-4650222f0c96" providerId="ADAL" clId="{C57B405C-1328-424D-990D-2F85E0044F4C}" dt="2021-06-16T07:55:20.399" v="3180"/>
        <pc:sldMkLst>
          <pc:docMk/>
          <pc:sldMk cId="4156669174" sldId="1342"/>
        </pc:sldMkLst>
        <pc:spChg chg="mod">
          <ac:chgData name="Soumita Sengupta" userId="4afa6ce1-cb01-46c2-8538-4650222f0c96" providerId="ADAL" clId="{C57B405C-1328-424D-990D-2F85E0044F4C}" dt="2021-06-16T07:53:13.684" v="3174" actId="20577"/>
          <ac:spMkLst>
            <pc:docMk/>
            <pc:sldMk cId="4156669174" sldId="1342"/>
            <ac:spMk id="2" creationId="{28798FC0-737C-4EAE-92DC-7EE712C795F3}"/>
          </ac:spMkLst>
        </pc:spChg>
        <pc:spChg chg="mod">
          <ac:chgData name="Soumita Sengupta" userId="4afa6ce1-cb01-46c2-8538-4650222f0c96" providerId="ADAL" clId="{C57B405C-1328-424D-990D-2F85E0044F4C}" dt="2021-06-16T07:55:20.399" v="3180"/>
          <ac:spMkLst>
            <pc:docMk/>
            <pc:sldMk cId="4156669174" sldId="1342"/>
            <ac:spMk id="3" creationId="{D3677530-8219-4DBE-89C3-233B723060F9}"/>
          </ac:spMkLst>
        </pc:spChg>
      </pc:sldChg>
      <pc:sldChg chg="modSp add mod">
        <pc:chgData name="Soumita Sengupta" userId="4afa6ce1-cb01-46c2-8538-4650222f0c96" providerId="ADAL" clId="{C57B405C-1328-424D-990D-2F85E0044F4C}" dt="2021-06-16T08:00:22.955" v="3196" actId="27636"/>
        <pc:sldMkLst>
          <pc:docMk/>
          <pc:sldMk cId="3268168444" sldId="1343"/>
        </pc:sldMkLst>
        <pc:spChg chg="mod">
          <ac:chgData name="Soumita Sengupta" userId="4afa6ce1-cb01-46c2-8538-4650222f0c96" providerId="ADAL" clId="{C57B405C-1328-424D-990D-2F85E0044F4C}" dt="2021-06-16T08:00:22.955" v="3196" actId="27636"/>
          <ac:spMkLst>
            <pc:docMk/>
            <pc:sldMk cId="3268168444" sldId="1343"/>
            <ac:spMk id="3" creationId="{D3677530-8219-4DBE-89C3-233B723060F9}"/>
          </ac:spMkLst>
        </pc:spChg>
      </pc:sldChg>
      <pc:sldChg chg="modSp add mod">
        <pc:chgData name="Soumita Sengupta" userId="4afa6ce1-cb01-46c2-8538-4650222f0c96" providerId="ADAL" clId="{C57B405C-1328-424D-990D-2F85E0044F4C}" dt="2021-06-16T07:58:49.064" v="3190" actId="20577"/>
        <pc:sldMkLst>
          <pc:docMk/>
          <pc:sldMk cId="580919392" sldId="1344"/>
        </pc:sldMkLst>
        <pc:spChg chg="mod">
          <ac:chgData name="Soumita Sengupta" userId="4afa6ce1-cb01-46c2-8538-4650222f0c96" providerId="ADAL" clId="{C57B405C-1328-424D-990D-2F85E0044F4C}" dt="2021-06-16T07:58:49.064" v="3190" actId="20577"/>
          <ac:spMkLst>
            <pc:docMk/>
            <pc:sldMk cId="580919392" sldId="1344"/>
            <ac:spMk id="3" creationId="{D3677530-8219-4DBE-89C3-233B723060F9}"/>
          </ac:spMkLst>
        </pc:spChg>
      </pc:sldChg>
      <pc:sldChg chg="addSp delSp modSp add del mod">
        <pc:chgData name="Soumita Sengupta" userId="4afa6ce1-cb01-46c2-8538-4650222f0c96" providerId="ADAL" clId="{C57B405C-1328-424D-990D-2F85E0044F4C}" dt="2021-06-16T11:54:20.018" v="3937" actId="47"/>
        <pc:sldMkLst>
          <pc:docMk/>
          <pc:sldMk cId="3246622478" sldId="1345"/>
        </pc:sldMkLst>
        <pc:spChg chg="mod">
          <ac:chgData name="Soumita Sengupta" userId="4afa6ce1-cb01-46c2-8538-4650222f0c96" providerId="ADAL" clId="{C57B405C-1328-424D-990D-2F85E0044F4C}" dt="2021-06-16T10:45:56.372" v="3489" actId="20577"/>
          <ac:spMkLst>
            <pc:docMk/>
            <pc:sldMk cId="3246622478" sldId="1345"/>
            <ac:spMk id="2" creationId="{E95A8B90-5061-4744-9826-2849E3B2A867}"/>
          </ac:spMkLst>
        </pc:spChg>
        <pc:spChg chg="mod">
          <ac:chgData name="Soumita Sengupta" userId="4afa6ce1-cb01-46c2-8538-4650222f0c96" providerId="ADAL" clId="{C57B405C-1328-424D-990D-2F85E0044F4C}" dt="2021-06-16T10:21:04.359" v="3199" actId="6549"/>
          <ac:spMkLst>
            <pc:docMk/>
            <pc:sldMk cId="3246622478" sldId="1345"/>
            <ac:spMk id="3" creationId="{1F4513C0-A900-4713-B675-AB3D1A29BA83}"/>
          </ac:spMkLst>
        </pc:spChg>
        <pc:spChg chg="add mod">
          <ac:chgData name="Soumita Sengupta" userId="4afa6ce1-cb01-46c2-8538-4650222f0c96" providerId="ADAL" clId="{C57B405C-1328-424D-990D-2F85E0044F4C}" dt="2021-06-16T11:53:57.541" v="3932" actId="164"/>
          <ac:spMkLst>
            <pc:docMk/>
            <pc:sldMk cId="3246622478" sldId="1345"/>
            <ac:spMk id="11" creationId="{675A5BEB-2D29-4E38-B825-25A99B709C97}"/>
          </ac:spMkLst>
        </pc:spChg>
        <pc:spChg chg="add mod">
          <ac:chgData name="Soumita Sengupta" userId="4afa6ce1-cb01-46c2-8538-4650222f0c96" providerId="ADAL" clId="{C57B405C-1328-424D-990D-2F85E0044F4C}" dt="2021-06-16T11:53:38.842" v="3927" actId="164"/>
          <ac:spMkLst>
            <pc:docMk/>
            <pc:sldMk cId="3246622478" sldId="1345"/>
            <ac:spMk id="12" creationId="{4859AC53-D239-4CD0-B5A3-D10C7BDF9453}"/>
          </ac:spMkLst>
        </pc:spChg>
        <pc:spChg chg="add mod">
          <ac:chgData name="Soumita Sengupta" userId="4afa6ce1-cb01-46c2-8538-4650222f0c96" providerId="ADAL" clId="{C57B405C-1328-424D-990D-2F85E0044F4C}" dt="2021-06-16T10:45:22.294" v="3483" actId="20577"/>
          <ac:spMkLst>
            <pc:docMk/>
            <pc:sldMk cId="3246622478" sldId="1345"/>
            <ac:spMk id="15" creationId="{ECB37FA7-C883-4753-8BDF-C1D36917B631}"/>
          </ac:spMkLst>
        </pc:spChg>
        <pc:spChg chg="add mod">
          <ac:chgData name="Soumita Sengupta" userId="4afa6ce1-cb01-46c2-8538-4650222f0c96" providerId="ADAL" clId="{C57B405C-1328-424D-990D-2F85E0044F4C}" dt="2021-06-16T10:45:53.906" v="3488" actId="20577"/>
          <ac:spMkLst>
            <pc:docMk/>
            <pc:sldMk cId="3246622478" sldId="1345"/>
            <ac:spMk id="16" creationId="{35AFCF8D-7764-4DA9-976D-0BDF001D6981}"/>
          </ac:spMkLst>
        </pc:spChg>
        <pc:grpChg chg="add mod">
          <ac:chgData name="Soumita Sengupta" userId="4afa6ce1-cb01-46c2-8538-4650222f0c96" providerId="ADAL" clId="{C57B405C-1328-424D-990D-2F85E0044F4C}" dt="2021-06-16T11:53:38.842" v="3927" actId="164"/>
          <ac:grpSpMkLst>
            <pc:docMk/>
            <pc:sldMk cId="3246622478" sldId="1345"/>
            <ac:grpSpMk id="17" creationId="{F2AB39D3-B298-4A06-976C-3C7FB653B6FA}"/>
          </ac:grpSpMkLst>
        </pc:grpChg>
        <pc:grpChg chg="add mod">
          <ac:chgData name="Soumita Sengupta" userId="4afa6ce1-cb01-46c2-8538-4650222f0c96" providerId="ADAL" clId="{C57B405C-1328-424D-990D-2F85E0044F4C}" dt="2021-06-16T11:53:57.541" v="3932" actId="164"/>
          <ac:grpSpMkLst>
            <pc:docMk/>
            <pc:sldMk cId="3246622478" sldId="1345"/>
            <ac:grpSpMk id="18" creationId="{A5EF4831-AACC-432F-A855-836A76953998}"/>
          </ac:grpSpMkLst>
        </pc:grpChg>
        <pc:picChg chg="add del mod modCrop">
          <ac:chgData name="Soumita Sengupta" userId="4afa6ce1-cb01-46c2-8538-4650222f0c96" providerId="ADAL" clId="{C57B405C-1328-424D-990D-2F85E0044F4C}" dt="2021-06-16T10:21:25.579" v="3204" actId="478"/>
          <ac:picMkLst>
            <pc:docMk/>
            <pc:sldMk cId="3246622478" sldId="1345"/>
            <ac:picMk id="7" creationId="{82CB9201-C8B6-46D8-9010-39B274FD080D}"/>
          </ac:picMkLst>
        </pc:picChg>
        <pc:picChg chg="add del mod modCrop">
          <ac:chgData name="Soumita Sengupta" userId="4afa6ce1-cb01-46c2-8538-4650222f0c96" providerId="ADAL" clId="{C57B405C-1328-424D-990D-2F85E0044F4C}" dt="2021-06-16T11:53:38.842" v="3927" actId="164"/>
          <ac:picMkLst>
            <pc:docMk/>
            <pc:sldMk cId="3246622478" sldId="1345"/>
            <ac:picMk id="9" creationId="{C239A9D0-7359-4FF7-B896-6FF8D6A0FA69}"/>
          </ac:picMkLst>
        </pc:picChg>
        <pc:picChg chg="add mod">
          <ac:chgData name="Soumita Sengupta" userId="4afa6ce1-cb01-46c2-8538-4650222f0c96" providerId="ADAL" clId="{C57B405C-1328-424D-990D-2F85E0044F4C}" dt="2021-06-16T11:53:57.541" v="3932" actId="164"/>
          <ac:picMkLst>
            <pc:docMk/>
            <pc:sldMk cId="3246622478" sldId="1345"/>
            <ac:picMk id="10" creationId="{20FE40E0-A7D3-4B11-AB38-7F752B9F1CED}"/>
          </ac:picMkLst>
        </pc:picChg>
        <pc:cxnChg chg="add mod">
          <ac:chgData name="Soumita Sengupta" userId="4afa6ce1-cb01-46c2-8538-4650222f0c96" providerId="ADAL" clId="{C57B405C-1328-424D-990D-2F85E0044F4C}" dt="2021-06-16T10:29:44.743" v="3273" actId="1076"/>
          <ac:cxnSpMkLst>
            <pc:docMk/>
            <pc:sldMk cId="3246622478" sldId="1345"/>
            <ac:cxnSpMk id="14" creationId="{4E37A35F-9082-4ADF-8278-49A1D6FB5858}"/>
          </ac:cxnSpMkLst>
        </pc:cxnChg>
      </pc:sldChg>
      <pc:sldChg chg="addSp delSp modSp new del mod">
        <pc:chgData name="Soumita Sengupta" userId="4afa6ce1-cb01-46c2-8538-4650222f0c96" providerId="ADAL" clId="{C57B405C-1328-424D-990D-2F85E0044F4C}" dt="2021-06-16T10:28:13.504" v="3258" actId="47"/>
        <pc:sldMkLst>
          <pc:docMk/>
          <pc:sldMk cId="3493942679" sldId="1346"/>
        </pc:sldMkLst>
        <pc:spChg chg="del">
          <ac:chgData name="Soumita Sengupta" userId="4afa6ce1-cb01-46c2-8538-4650222f0c96" providerId="ADAL" clId="{C57B405C-1328-424D-990D-2F85E0044F4C}" dt="2021-06-16T10:23:11.147" v="3212" actId="22"/>
          <ac:spMkLst>
            <pc:docMk/>
            <pc:sldMk cId="3493942679" sldId="1346"/>
            <ac:spMk id="3" creationId="{0438EA1F-BC57-4CC6-8820-A978FE1B2A96}"/>
          </ac:spMkLst>
        </pc:spChg>
        <pc:spChg chg="add mod">
          <ac:chgData name="Soumita Sengupta" userId="4afa6ce1-cb01-46c2-8538-4650222f0c96" providerId="ADAL" clId="{C57B405C-1328-424D-990D-2F85E0044F4C}" dt="2021-06-16T10:24:48.253" v="3231" actId="21"/>
          <ac:spMkLst>
            <pc:docMk/>
            <pc:sldMk cId="3493942679" sldId="1346"/>
            <ac:spMk id="9" creationId="{91CEF07F-EA01-48BB-BEFD-5EB28195DB5D}"/>
          </ac:spMkLst>
        </pc:spChg>
        <pc:picChg chg="add del mod ord modCrop">
          <ac:chgData name="Soumita Sengupta" userId="4afa6ce1-cb01-46c2-8538-4650222f0c96" providerId="ADAL" clId="{C57B405C-1328-424D-990D-2F85E0044F4C}" dt="2021-06-16T10:24:48.253" v="3231" actId="21"/>
          <ac:picMkLst>
            <pc:docMk/>
            <pc:sldMk cId="3493942679" sldId="1346"/>
            <ac:picMk id="7" creationId="{9CC70AC0-A6BB-4BBD-9897-221C4ED76452}"/>
          </ac:picMkLst>
        </pc:picChg>
      </pc:sldChg>
    </pc:docChg>
  </pc:docChgLst>
  <pc:docChgLst>
    <pc:chgData name="Soumita Sengupta" userId="4afa6ce1-cb01-46c2-8538-4650222f0c96" providerId="ADAL" clId="{EBCC04DE-33C6-4BF7-92A4-631C1E01E167}"/>
    <pc:docChg chg="undo custSel addSld delSld modSld">
      <pc:chgData name="Soumita Sengupta" userId="4afa6ce1-cb01-46c2-8538-4650222f0c96" providerId="ADAL" clId="{EBCC04DE-33C6-4BF7-92A4-631C1E01E167}" dt="2021-06-01T07:16:42.779" v="92" actId="207"/>
      <pc:docMkLst>
        <pc:docMk/>
      </pc:docMkLst>
      <pc:sldChg chg="del">
        <pc:chgData name="Soumita Sengupta" userId="4afa6ce1-cb01-46c2-8538-4650222f0c96" providerId="ADAL" clId="{EBCC04DE-33C6-4BF7-92A4-631C1E01E167}" dt="2021-06-01T06:51:49.751" v="2" actId="47"/>
        <pc:sldMkLst>
          <pc:docMk/>
          <pc:sldMk cId="3505707011" sldId="258"/>
        </pc:sldMkLst>
      </pc:sldChg>
      <pc:sldChg chg="modSp add mod">
        <pc:chgData name="Soumita Sengupta" userId="4afa6ce1-cb01-46c2-8538-4650222f0c96" providerId="ADAL" clId="{EBCC04DE-33C6-4BF7-92A4-631C1E01E167}" dt="2021-06-01T07:15:25.878" v="81" actId="207"/>
        <pc:sldMkLst>
          <pc:docMk/>
          <pc:sldMk cId="1022635140" sldId="259"/>
        </pc:sldMkLst>
        <pc:spChg chg="mod">
          <ac:chgData name="Soumita Sengupta" userId="4afa6ce1-cb01-46c2-8538-4650222f0c96" providerId="ADAL" clId="{EBCC04DE-33C6-4BF7-92A4-631C1E01E167}" dt="2021-06-01T07:05:19.111" v="26" actId="255"/>
          <ac:spMkLst>
            <pc:docMk/>
            <pc:sldMk cId="1022635140" sldId="259"/>
            <ac:spMk id="3" creationId="{00000000-0000-0000-0000-000000000000}"/>
          </ac:spMkLst>
        </pc:spChg>
        <pc:spChg chg="mod">
          <ac:chgData name="Soumita Sengupta" userId="4afa6ce1-cb01-46c2-8538-4650222f0c96" providerId="ADAL" clId="{EBCC04DE-33C6-4BF7-92A4-631C1E01E167}" dt="2021-06-01T07:15:25.878" v="81" actId="207"/>
          <ac:spMkLst>
            <pc:docMk/>
            <pc:sldMk cId="1022635140" sldId="259"/>
            <ac:spMk id="4" creationId="{8036B5C3-E622-4635-A937-F798BBCC23C4}"/>
          </ac:spMkLst>
        </pc:spChg>
        <pc:spChg chg="mod">
          <ac:chgData name="Soumita Sengupta" userId="4afa6ce1-cb01-46c2-8538-4650222f0c96" providerId="ADAL" clId="{EBCC04DE-33C6-4BF7-92A4-631C1E01E167}" dt="2021-06-01T07:15:25.878" v="81" actId="207"/>
          <ac:spMkLst>
            <pc:docMk/>
            <pc:sldMk cId="1022635140" sldId="259"/>
            <ac:spMk id="5" creationId="{A7C4FB5B-10CF-4442-879A-9E19985E0940}"/>
          </ac:spMkLst>
        </pc:spChg>
      </pc:sldChg>
      <pc:sldChg chg="del">
        <pc:chgData name="Soumita Sengupta" userId="4afa6ce1-cb01-46c2-8538-4650222f0c96" providerId="ADAL" clId="{EBCC04DE-33C6-4BF7-92A4-631C1E01E167}" dt="2021-06-01T07:12:10.665" v="54" actId="47"/>
        <pc:sldMkLst>
          <pc:docMk/>
          <pc:sldMk cId="1912468287" sldId="260"/>
        </pc:sldMkLst>
      </pc:sldChg>
      <pc:sldChg chg="modSp add mod">
        <pc:chgData name="Soumita Sengupta" userId="4afa6ce1-cb01-46c2-8538-4650222f0c96" providerId="ADAL" clId="{EBCC04DE-33C6-4BF7-92A4-631C1E01E167}" dt="2021-06-01T07:08:55.134" v="36" actId="255"/>
        <pc:sldMkLst>
          <pc:docMk/>
          <pc:sldMk cId="1672968615" sldId="261"/>
        </pc:sldMkLst>
        <pc:spChg chg="mod">
          <ac:chgData name="Soumita Sengupta" userId="4afa6ce1-cb01-46c2-8538-4650222f0c96" providerId="ADAL" clId="{EBCC04DE-33C6-4BF7-92A4-631C1E01E167}" dt="2021-06-01T07:08:55.134" v="36" actId="255"/>
          <ac:spMkLst>
            <pc:docMk/>
            <pc:sldMk cId="1672968615" sldId="261"/>
            <ac:spMk id="3" creationId="{00000000-0000-0000-0000-000000000000}"/>
          </ac:spMkLst>
        </pc:spChg>
        <pc:spChg chg="mod">
          <ac:chgData name="Soumita Sengupta" userId="4afa6ce1-cb01-46c2-8538-4650222f0c96" providerId="ADAL" clId="{EBCC04DE-33C6-4BF7-92A4-631C1E01E167}" dt="2021-06-01T07:08:49.966" v="35" actId="255"/>
          <ac:spMkLst>
            <pc:docMk/>
            <pc:sldMk cId="1672968615" sldId="261"/>
            <ac:spMk id="14" creationId="{912F0195-9D62-4171-BC6C-2154CEE1E887}"/>
          </ac:spMkLst>
        </pc:spChg>
      </pc:sldChg>
      <pc:sldChg chg="modSp add mod">
        <pc:chgData name="Soumita Sengupta" userId="4afa6ce1-cb01-46c2-8538-4650222f0c96" providerId="ADAL" clId="{EBCC04DE-33C6-4BF7-92A4-631C1E01E167}" dt="2021-06-01T07:15:55.986" v="85" actId="207"/>
        <pc:sldMkLst>
          <pc:docMk/>
          <pc:sldMk cId="1736851683" sldId="262"/>
        </pc:sldMkLst>
        <pc:spChg chg="mod">
          <ac:chgData name="Soumita Sengupta" userId="4afa6ce1-cb01-46c2-8538-4650222f0c96" providerId="ADAL" clId="{EBCC04DE-33C6-4BF7-92A4-631C1E01E167}" dt="2021-06-01T07:09:13.391" v="37" actId="255"/>
          <ac:spMkLst>
            <pc:docMk/>
            <pc:sldMk cId="1736851683" sldId="262"/>
            <ac:spMk id="3" creationId="{00000000-0000-0000-0000-000000000000}"/>
          </ac:spMkLst>
        </pc:spChg>
        <pc:spChg chg="mod">
          <ac:chgData name="Soumita Sengupta" userId="4afa6ce1-cb01-46c2-8538-4650222f0c96" providerId="ADAL" clId="{EBCC04DE-33C6-4BF7-92A4-631C1E01E167}" dt="2021-06-01T07:15:55.986" v="85" actId="207"/>
          <ac:spMkLst>
            <pc:docMk/>
            <pc:sldMk cId="1736851683" sldId="262"/>
            <ac:spMk id="4" creationId="{3AED4FD9-4B6D-4065-AB11-F7937A5A2050}"/>
          </ac:spMkLst>
        </pc:spChg>
        <pc:spChg chg="mod">
          <ac:chgData name="Soumita Sengupta" userId="4afa6ce1-cb01-46c2-8538-4650222f0c96" providerId="ADAL" clId="{EBCC04DE-33C6-4BF7-92A4-631C1E01E167}" dt="2021-06-01T07:15:55.986" v="85" actId="207"/>
          <ac:spMkLst>
            <pc:docMk/>
            <pc:sldMk cId="1736851683" sldId="262"/>
            <ac:spMk id="5" creationId="{8D26BC62-80E0-49EC-BAD2-29ABE7EC757D}"/>
          </ac:spMkLst>
        </pc:spChg>
      </pc:sldChg>
      <pc:sldChg chg="modSp add mod">
        <pc:chgData name="Soumita Sengupta" userId="4afa6ce1-cb01-46c2-8538-4650222f0c96" providerId="ADAL" clId="{EBCC04DE-33C6-4BF7-92A4-631C1E01E167}" dt="2021-06-01T07:16:04.496" v="86" actId="207"/>
        <pc:sldMkLst>
          <pc:docMk/>
          <pc:sldMk cId="2420192051" sldId="263"/>
        </pc:sldMkLst>
        <pc:spChg chg="mod">
          <ac:chgData name="Soumita Sengupta" userId="4afa6ce1-cb01-46c2-8538-4650222f0c96" providerId="ADAL" clId="{EBCC04DE-33C6-4BF7-92A4-631C1E01E167}" dt="2021-06-01T07:09:58.512" v="43" actId="255"/>
          <ac:spMkLst>
            <pc:docMk/>
            <pc:sldMk cId="2420192051" sldId="263"/>
            <ac:spMk id="3" creationId="{00000000-0000-0000-0000-000000000000}"/>
          </ac:spMkLst>
        </pc:spChg>
        <pc:spChg chg="mod">
          <ac:chgData name="Soumita Sengupta" userId="4afa6ce1-cb01-46c2-8538-4650222f0c96" providerId="ADAL" clId="{EBCC04DE-33C6-4BF7-92A4-631C1E01E167}" dt="2021-06-01T07:16:04.496" v="86" actId="207"/>
          <ac:spMkLst>
            <pc:docMk/>
            <pc:sldMk cId="2420192051" sldId="263"/>
            <ac:spMk id="4" creationId="{9D71E05F-FC71-4A1A-B8D2-044A50ED7CD5}"/>
          </ac:spMkLst>
        </pc:spChg>
        <pc:spChg chg="mod">
          <ac:chgData name="Soumita Sengupta" userId="4afa6ce1-cb01-46c2-8538-4650222f0c96" providerId="ADAL" clId="{EBCC04DE-33C6-4BF7-92A4-631C1E01E167}" dt="2021-06-01T07:16:04.496" v="86" actId="207"/>
          <ac:spMkLst>
            <pc:docMk/>
            <pc:sldMk cId="2420192051" sldId="263"/>
            <ac:spMk id="5" creationId="{0F5C877E-F40D-4D60-B0D7-3EE950DB68F1}"/>
          </ac:spMkLst>
        </pc:spChg>
      </pc:sldChg>
      <pc:sldChg chg="modSp add mod">
        <pc:chgData name="Soumita Sengupta" userId="4afa6ce1-cb01-46c2-8538-4650222f0c96" providerId="ADAL" clId="{EBCC04DE-33C6-4BF7-92A4-631C1E01E167}" dt="2021-06-01T07:16:10.165" v="87" actId="207"/>
        <pc:sldMkLst>
          <pc:docMk/>
          <pc:sldMk cId="2264191856" sldId="264"/>
        </pc:sldMkLst>
        <pc:spChg chg="mod">
          <ac:chgData name="Soumita Sengupta" userId="4afa6ce1-cb01-46c2-8538-4650222f0c96" providerId="ADAL" clId="{EBCC04DE-33C6-4BF7-92A4-631C1E01E167}" dt="2021-06-01T07:10:14.864" v="44" actId="255"/>
          <ac:spMkLst>
            <pc:docMk/>
            <pc:sldMk cId="2264191856" sldId="264"/>
            <ac:spMk id="3" creationId="{00000000-0000-0000-0000-000000000000}"/>
          </ac:spMkLst>
        </pc:spChg>
        <pc:spChg chg="mod">
          <ac:chgData name="Soumita Sengupta" userId="4afa6ce1-cb01-46c2-8538-4650222f0c96" providerId="ADAL" clId="{EBCC04DE-33C6-4BF7-92A4-631C1E01E167}" dt="2021-06-01T07:16:10.165" v="87" actId="207"/>
          <ac:spMkLst>
            <pc:docMk/>
            <pc:sldMk cId="2264191856" sldId="264"/>
            <ac:spMk id="4" creationId="{EEEC2EFD-7A8E-4D50-9CCF-8CBB63C5965E}"/>
          </ac:spMkLst>
        </pc:spChg>
        <pc:spChg chg="mod">
          <ac:chgData name="Soumita Sengupta" userId="4afa6ce1-cb01-46c2-8538-4650222f0c96" providerId="ADAL" clId="{EBCC04DE-33C6-4BF7-92A4-631C1E01E167}" dt="2021-06-01T07:16:10.165" v="87" actId="207"/>
          <ac:spMkLst>
            <pc:docMk/>
            <pc:sldMk cId="2264191856" sldId="264"/>
            <ac:spMk id="5" creationId="{BA202B0C-E076-450E-9DE0-4B0CD8239EF8}"/>
          </ac:spMkLst>
        </pc:spChg>
      </pc:sldChg>
      <pc:sldChg chg="modSp add mod">
        <pc:chgData name="Soumita Sengupta" userId="4afa6ce1-cb01-46c2-8538-4650222f0c96" providerId="ADAL" clId="{EBCC04DE-33C6-4BF7-92A4-631C1E01E167}" dt="2021-06-01T07:11:04.441" v="48" actId="20577"/>
        <pc:sldMkLst>
          <pc:docMk/>
          <pc:sldMk cId="3421038341" sldId="265"/>
        </pc:sldMkLst>
        <pc:spChg chg="mod">
          <ac:chgData name="Soumita Sengupta" userId="4afa6ce1-cb01-46c2-8538-4650222f0c96" providerId="ADAL" clId="{EBCC04DE-33C6-4BF7-92A4-631C1E01E167}" dt="2021-06-01T07:11:04.441" v="48" actId="20577"/>
          <ac:spMkLst>
            <pc:docMk/>
            <pc:sldMk cId="3421038341" sldId="265"/>
            <ac:spMk id="3" creationId="{00000000-0000-0000-0000-000000000000}"/>
          </ac:spMkLst>
        </pc:spChg>
      </pc:sldChg>
      <pc:sldChg chg="modSp add mod">
        <pc:chgData name="Soumita Sengupta" userId="4afa6ce1-cb01-46c2-8538-4650222f0c96" providerId="ADAL" clId="{EBCC04DE-33C6-4BF7-92A4-631C1E01E167}" dt="2021-06-01T07:16:23.941" v="89" actId="207"/>
        <pc:sldMkLst>
          <pc:docMk/>
          <pc:sldMk cId="1488796333" sldId="266"/>
        </pc:sldMkLst>
        <pc:spChg chg="mod">
          <ac:chgData name="Soumita Sengupta" userId="4afa6ce1-cb01-46c2-8538-4650222f0c96" providerId="ADAL" clId="{EBCC04DE-33C6-4BF7-92A4-631C1E01E167}" dt="2021-06-01T07:11:42.756" v="51" actId="255"/>
          <ac:spMkLst>
            <pc:docMk/>
            <pc:sldMk cId="1488796333" sldId="266"/>
            <ac:spMk id="3" creationId="{00000000-0000-0000-0000-000000000000}"/>
          </ac:spMkLst>
        </pc:spChg>
        <pc:spChg chg="mod">
          <ac:chgData name="Soumita Sengupta" userId="4afa6ce1-cb01-46c2-8538-4650222f0c96" providerId="ADAL" clId="{EBCC04DE-33C6-4BF7-92A4-631C1E01E167}" dt="2021-06-01T07:16:23.941" v="89" actId="207"/>
          <ac:spMkLst>
            <pc:docMk/>
            <pc:sldMk cId="1488796333" sldId="266"/>
            <ac:spMk id="4" creationId="{F522E753-83BF-45FE-B19B-991CC88F6453}"/>
          </ac:spMkLst>
        </pc:spChg>
        <pc:spChg chg="mod">
          <ac:chgData name="Soumita Sengupta" userId="4afa6ce1-cb01-46c2-8538-4650222f0c96" providerId="ADAL" clId="{EBCC04DE-33C6-4BF7-92A4-631C1E01E167}" dt="2021-06-01T07:16:23.941" v="89" actId="207"/>
          <ac:spMkLst>
            <pc:docMk/>
            <pc:sldMk cId="1488796333" sldId="266"/>
            <ac:spMk id="5" creationId="{82AC65A8-6AAC-4CB7-8E9E-D9FB8618C9B1}"/>
          </ac:spMkLst>
        </pc:spChg>
      </pc:sldChg>
      <pc:sldChg chg="del">
        <pc:chgData name="Soumita Sengupta" userId="4afa6ce1-cb01-46c2-8538-4650222f0c96" providerId="ADAL" clId="{EBCC04DE-33C6-4BF7-92A4-631C1E01E167}" dt="2021-06-01T07:12:15.234" v="56" actId="47"/>
        <pc:sldMkLst>
          <pc:docMk/>
          <pc:sldMk cId="4213263748" sldId="268"/>
        </pc:sldMkLst>
      </pc:sldChg>
      <pc:sldChg chg="del">
        <pc:chgData name="Soumita Sengupta" userId="4afa6ce1-cb01-46c2-8538-4650222f0c96" providerId="ADAL" clId="{EBCC04DE-33C6-4BF7-92A4-631C1E01E167}" dt="2021-06-01T07:12:16.671" v="57" actId="47"/>
        <pc:sldMkLst>
          <pc:docMk/>
          <pc:sldMk cId="458674981" sldId="269"/>
        </pc:sldMkLst>
      </pc:sldChg>
      <pc:sldChg chg="del">
        <pc:chgData name="Soumita Sengupta" userId="4afa6ce1-cb01-46c2-8538-4650222f0c96" providerId="ADAL" clId="{EBCC04DE-33C6-4BF7-92A4-631C1E01E167}" dt="2021-06-01T07:12:18.608" v="58" actId="47"/>
        <pc:sldMkLst>
          <pc:docMk/>
          <pc:sldMk cId="2152186373" sldId="270"/>
        </pc:sldMkLst>
      </pc:sldChg>
      <pc:sldChg chg="add del">
        <pc:chgData name="Soumita Sengupta" userId="4afa6ce1-cb01-46c2-8538-4650222f0c96" providerId="ADAL" clId="{EBCC04DE-33C6-4BF7-92A4-631C1E01E167}" dt="2021-06-01T07:05:11.169" v="25" actId="47"/>
        <pc:sldMkLst>
          <pc:docMk/>
          <pc:sldMk cId="4041059787" sldId="271"/>
        </pc:sldMkLst>
      </pc:sldChg>
      <pc:sldChg chg="add del">
        <pc:chgData name="Soumita Sengupta" userId="4afa6ce1-cb01-46c2-8538-4650222f0c96" providerId="ADAL" clId="{EBCC04DE-33C6-4BF7-92A4-631C1E01E167}" dt="2021-06-01T07:12:28.669" v="62" actId="47"/>
        <pc:sldMkLst>
          <pc:docMk/>
          <pc:sldMk cId="2097761920" sldId="272"/>
        </pc:sldMkLst>
      </pc:sldChg>
      <pc:sldChg chg="delSp modSp add mod">
        <pc:chgData name="Soumita Sengupta" userId="4afa6ce1-cb01-46c2-8538-4650222f0c96" providerId="ADAL" clId="{EBCC04DE-33C6-4BF7-92A4-631C1E01E167}" dt="2021-06-01T07:16:19.596" v="88" actId="207"/>
        <pc:sldMkLst>
          <pc:docMk/>
          <pc:sldMk cId="597918064" sldId="273"/>
        </pc:sldMkLst>
        <pc:spChg chg="del">
          <ac:chgData name="Soumita Sengupta" userId="4afa6ce1-cb01-46c2-8538-4650222f0c96" providerId="ADAL" clId="{EBCC04DE-33C6-4BF7-92A4-631C1E01E167}" dt="2021-06-01T07:10:26.083" v="45" actId="478"/>
          <ac:spMkLst>
            <pc:docMk/>
            <pc:sldMk cId="597918064" sldId="273"/>
            <ac:spMk id="3" creationId="{00000000-0000-0000-0000-000000000000}"/>
          </ac:spMkLst>
        </pc:spChg>
        <pc:spChg chg="mod">
          <ac:chgData name="Soumita Sengupta" userId="4afa6ce1-cb01-46c2-8538-4650222f0c96" providerId="ADAL" clId="{EBCC04DE-33C6-4BF7-92A4-631C1E01E167}" dt="2021-06-01T07:16:19.596" v="88" actId="207"/>
          <ac:spMkLst>
            <pc:docMk/>
            <pc:sldMk cId="597918064" sldId="273"/>
            <ac:spMk id="8" creationId="{886A4682-F2EB-4716-A330-85CE1E97E82F}"/>
          </ac:spMkLst>
        </pc:spChg>
        <pc:spChg chg="mod">
          <ac:chgData name="Soumita Sengupta" userId="4afa6ce1-cb01-46c2-8538-4650222f0c96" providerId="ADAL" clId="{EBCC04DE-33C6-4BF7-92A4-631C1E01E167}" dt="2021-06-01T07:16:19.596" v="88" actId="207"/>
          <ac:spMkLst>
            <pc:docMk/>
            <pc:sldMk cId="597918064" sldId="273"/>
            <ac:spMk id="9" creationId="{DB584F56-DA53-4D63-96F5-BB6E2E338917}"/>
          </ac:spMkLst>
        </pc:spChg>
      </pc:sldChg>
      <pc:sldChg chg="modSp add mod">
        <pc:chgData name="Soumita Sengupta" userId="4afa6ce1-cb01-46c2-8538-4650222f0c96" providerId="ADAL" clId="{EBCC04DE-33C6-4BF7-92A4-631C1E01E167}" dt="2021-06-01T07:16:36.792" v="91" actId="207"/>
        <pc:sldMkLst>
          <pc:docMk/>
          <pc:sldMk cId="2239544602" sldId="275"/>
        </pc:sldMkLst>
        <pc:spChg chg="mod">
          <ac:chgData name="Soumita Sengupta" userId="4afa6ce1-cb01-46c2-8538-4650222f0c96" providerId="ADAL" clId="{EBCC04DE-33C6-4BF7-92A4-631C1E01E167}" dt="2021-06-01T07:11:59.497" v="53" actId="27636"/>
          <ac:spMkLst>
            <pc:docMk/>
            <pc:sldMk cId="2239544602" sldId="275"/>
            <ac:spMk id="3" creationId="{00000000-0000-0000-0000-000000000000}"/>
          </ac:spMkLst>
        </pc:spChg>
        <pc:spChg chg="mod">
          <ac:chgData name="Soumita Sengupta" userId="4afa6ce1-cb01-46c2-8538-4650222f0c96" providerId="ADAL" clId="{EBCC04DE-33C6-4BF7-92A4-631C1E01E167}" dt="2021-06-01T07:16:36.792" v="91" actId="207"/>
          <ac:spMkLst>
            <pc:docMk/>
            <pc:sldMk cId="2239544602" sldId="275"/>
            <ac:spMk id="5" creationId="{2B4C5041-C411-49D2-A053-A551C0E7032C}"/>
          </ac:spMkLst>
        </pc:spChg>
        <pc:spChg chg="mod">
          <ac:chgData name="Soumita Sengupta" userId="4afa6ce1-cb01-46c2-8538-4650222f0c96" providerId="ADAL" clId="{EBCC04DE-33C6-4BF7-92A4-631C1E01E167}" dt="2021-06-01T07:16:36.792" v="91" actId="207"/>
          <ac:spMkLst>
            <pc:docMk/>
            <pc:sldMk cId="2239544602" sldId="275"/>
            <ac:spMk id="6" creationId="{B6099F1A-840E-4815-8FFF-B722E207FE90}"/>
          </ac:spMkLst>
        </pc:spChg>
      </pc:sldChg>
      <pc:sldChg chg="modSp add mod">
        <pc:chgData name="Soumita Sengupta" userId="4afa6ce1-cb01-46c2-8538-4650222f0c96" providerId="ADAL" clId="{EBCC04DE-33C6-4BF7-92A4-631C1E01E167}" dt="2021-06-01T07:15:18.939" v="80" actId="207"/>
        <pc:sldMkLst>
          <pc:docMk/>
          <pc:sldMk cId="1067621467" sldId="296"/>
        </pc:sldMkLst>
        <pc:spChg chg="mod">
          <ac:chgData name="Soumita Sengupta" userId="4afa6ce1-cb01-46c2-8538-4650222f0c96" providerId="ADAL" clId="{EBCC04DE-33C6-4BF7-92A4-631C1E01E167}" dt="2021-06-01T07:15:18.939" v="80" actId="207"/>
          <ac:spMkLst>
            <pc:docMk/>
            <pc:sldMk cId="1067621467" sldId="296"/>
            <ac:spMk id="4" creationId="{0B7AEDBB-0A41-4C35-BE55-F46D0CA94435}"/>
          </ac:spMkLst>
        </pc:spChg>
        <pc:spChg chg="mod">
          <ac:chgData name="Soumita Sengupta" userId="4afa6ce1-cb01-46c2-8538-4650222f0c96" providerId="ADAL" clId="{EBCC04DE-33C6-4BF7-92A4-631C1E01E167}" dt="2021-06-01T07:15:18.939" v="80" actId="207"/>
          <ac:spMkLst>
            <pc:docMk/>
            <pc:sldMk cId="1067621467" sldId="296"/>
            <ac:spMk id="5" creationId="{2176AF9F-4E1F-499E-95FC-3C830E07D3B2}"/>
          </ac:spMkLst>
        </pc:spChg>
        <pc:spChg chg="mod">
          <ac:chgData name="Soumita Sengupta" userId="4afa6ce1-cb01-46c2-8538-4650222f0c96" providerId="ADAL" clId="{EBCC04DE-33C6-4BF7-92A4-631C1E01E167}" dt="2021-06-01T07:03:55.053" v="10" actId="255"/>
          <ac:spMkLst>
            <pc:docMk/>
            <pc:sldMk cId="1067621467" sldId="296"/>
            <ac:spMk id="6" creationId="{E8B92EB7-B2DB-4719-A862-7FA74B112890}"/>
          </ac:spMkLst>
        </pc:spChg>
      </pc:sldChg>
      <pc:sldChg chg="modSp add mod">
        <pc:chgData name="Soumita Sengupta" userId="4afa6ce1-cb01-46c2-8538-4650222f0c96" providerId="ADAL" clId="{EBCC04DE-33C6-4BF7-92A4-631C1E01E167}" dt="2021-06-01T07:14:40.105" v="79" actId="207"/>
        <pc:sldMkLst>
          <pc:docMk/>
          <pc:sldMk cId="423898684" sldId="297"/>
        </pc:sldMkLst>
        <pc:spChg chg="mod">
          <ac:chgData name="Soumita Sengupta" userId="4afa6ce1-cb01-46c2-8538-4650222f0c96" providerId="ADAL" clId="{EBCC04DE-33C6-4BF7-92A4-631C1E01E167}" dt="2021-06-01T07:12:56.539" v="65" actId="14100"/>
          <ac:spMkLst>
            <pc:docMk/>
            <pc:sldMk cId="423898684" sldId="297"/>
            <ac:spMk id="3" creationId="{00000000-0000-0000-0000-000000000000}"/>
          </ac:spMkLst>
        </pc:spChg>
        <pc:spChg chg="mod">
          <ac:chgData name="Soumita Sengupta" userId="4afa6ce1-cb01-46c2-8538-4650222f0c96" providerId="ADAL" clId="{EBCC04DE-33C6-4BF7-92A4-631C1E01E167}" dt="2021-06-01T07:14:40.105" v="79" actId="207"/>
          <ac:spMkLst>
            <pc:docMk/>
            <pc:sldMk cId="423898684" sldId="297"/>
            <ac:spMk id="6" creationId="{0D77E2B2-4D77-41EC-8E80-D1D20A4D58E9}"/>
          </ac:spMkLst>
        </pc:spChg>
        <pc:spChg chg="mod">
          <ac:chgData name="Soumita Sengupta" userId="4afa6ce1-cb01-46c2-8538-4650222f0c96" providerId="ADAL" clId="{EBCC04DE-33C6-4BF7-92A4-631C1E01E167}" dt="2021-06-01T07:14:40.105" v="79" actId="207"/>
          <ac:spMkLst>
            <pc:docMk/>
            <pc:sldMk cId="423898684" sldId="297"/>
            <ac:spMk id="7" creationId="{BE15210E-5F51-44D9-861F-0C16142EEA69}"/>
          </ac:spMkLst>
        </pc:spChg>
      </pc:sldChg>
      <pc:sldChg chg="modSp add mod">
        <pc:chgData name="Soumita Sengupta" userId="4afa6ce1-cb01-46c2-8538-4650222f0c96" providerId="ADAL" clId="{EBCC04DE-33C6-4BF7-92A4-631C1E01E167}" dt="2021-06-01T07:15:32.044" v="82" actId="207"/>
        <pc:sldMkLst>
          <pc:docMk/>
          <pc:sldMk cId="1391298160" sldId="298"/>
        </pc:sldMkLst>
        <pc:spChg chg="mod">
          <ac:chgData name="Soumita Sengupta" userId="4afa6ce1-cb01-46c2-8538-4650222f0c96" providerId="ADAL" clId="{EBCC04DE-33C6-4BF7-92A4-631C1E01E167}" dt="2021-06-01T07:06:16.522" v="32" actId="20577"/>
          <ac:spMkLst>
            <pc:docMk/>
            <pc:sldMk cId="1391298160" sldId="298"/>
            <ac:spMk id="3" creationId="{00000000-0000-0000-0000-000000000000}"/>
          </ac:spMkLst>
        </pc:spChg>
        <pc:spChg chg="mod">
          <ac:chgData name="Soumita Sengupta" userId="4afa6ce1-cb01-46c2-8538-4650222f0c96" providerId="ADAL" clId="{EBCC04DE-33C6-4BF7-92A4-631C1E01E167}" dt="2021-06-01T07:15:32.044" v="82" actId="207"/>
          <ac:spMkLst>
            <pc:docMk/>
            <pc:sldMk cId="1391298160" sldId="298"/>
            <ac:spMk id="4" creationId="{8036B5C3-E622-4635-A937-F798BBCC23C4}"/>
          </ac:spMkLst>
        </pc:spChg>
        <pc:spChg chg="mod">
          <ac:chgData name="Soumita Sengupta" userId="4afa6ce1-cb01-46c2-8538-4650222f0c96" providerId="ADAL" clId="{EBCC04DE-33C6-4BF7-92A4-631C1E01E167}" dt="2021-06-01T07:15:32.044" v="82" actId="207"/>
          <ac:spMkLst>
            <pc:docMk/>
            <pc:sldMk cId="1391298160" sldId="298"/>
            <ac:spMk id="5" creationId="{A7C4FB5B-10CF-4442-879A-9E19985E0940}"/>
          </ac:spMkLst>
        </pc:spChg>
      </pc:sldChg>
      <pc:sldChg chg="modSp add mod">
        <pc:chgData name="Soumita Sengupta" userId="4afa6ce1-cb01-46c2-8538-4650222f0c96" providerId="ADAL" clId="{EBCC04DE-33C6-4BF7-92A4-631C1E01E167}" dt="2021-06-01T07:15:42.545" v="83" actId="207"/>
        <pc:sldMkLst>
          <pc:docMk/>
          <pc:sldMk cId="2991185092" sldId="299"/>
        </pc:sldMkLst>
        <pc:spChg chg="mod">
          <ac:chgData name="Soumita Sengupta" userId="4afa6ce1-cb01-46c2-8538-4650222f0c96" providerId="ADAL" clId="{EBCC04DE-33C6-4BF7-92A4-631C1E01E167}" dt="2021-06-01T07:06:25.994" v="33" actId="255"/>
          <ac:spMkLst>
            <pc:docMk/>
            <pc:sldMk cId="2991185092" sldId="299"/>
            <ac:spMk id="3" creationId="{00000000-0000-0000-0000-000000000000}"/>
          </ac:spMkLst>
        </pc:spChg>
        <pc:spChg chg="mod">
          <ac:chgData name="Soumita Sengupta" userId="4afa6ce1-cb01-46c2-8538-4650222f0c96" providerId="ADAL" clId="{EBCC04DE-33C6-4BF7-92A4-631C1E01E167}" dt="2021-06-01T07:15:42.545" v="83" actId="207"/>
          <ac:spMkLst>
            <pc:docMk/>
            <pc:sldMk cId="2991185092" sldId="299"/>
            <ac:spMk id="4" creationId="{8036B5C3-E622-4635-A937-F798BBCC23C4}"/>
          </ac:spMkLst>
        </pc:spChg>
        <pc:spChg chg="mod">
          <ac:chgData name="Soumita Sengupta" userId="4afa6ce1-cb01-46c2-8538-4650222f0c96" providerId="ADAL" clId="{EBCC04DE-33C6-4BF7-92A4-631C1E01E167}" dt="2021-06-01T07:15:42.545" v="83" actId="207"/>
          <ac:spMkLst>
            <pc:docMk/>
            <pc:sldMk cId="2991185092" sldId="299"/>
            <ac:spMk id="5" creationId="{A7C4FB5B-10CF-4442-879A-9E19985E0940}"/>
          </ac:spMkLst>
        </pc:spChg>
      </pc:sldChg>
      <pc:sldChg chg="delSp add mod">
        <pc:chgData name="Soumita Sengupta" userId="4afa6ce1-cb01-46c2-8538-4650222f0c96" providerId="ADAL" clId="{EBCC04DE-33C6-4BF7-92A4-631C1E01E167}" dt="2021-06-01T07:11:23.987" v="49" actId="478"/>
        <pc:sldMkLst>
          <pc:docMk/>
          <pc:sldMk cId="2793898638" sldId="300"/>
        </pc:sldMkLst>
        <pc:spChg chg="del">
          <ac:chgData name="Soumita Sengupta" userId="4afa6ce1-cb01-46c2-8538-4650222f0c96" providerId="ADAL" clId="{EBCC04DE-33C6-4BF7-92A4-631C1E01E167}" dt="2021-06-01T07:11:23.987" v="49" actId="478"/>
          <ac:spMkLst>
            <pc:docMk/>
            <pc:sldMk cId="2793898638" sldId="300"/>
            <ac:spMk id="3" creationId="{00000000-0000-0000-0000-000000000000}"/>
          </ac:spMkLst>
        </pc:spChg>
      </pc:sldChg>
      <pc:sldChg chg="modSp mod">
        <pc:chgData name="Soumita Sengupta" userId="4afa6ce1-cb01-46c2-8538-4650222f0c96" providerId="ADAL" clId="{EBCC04DE-33C6-4BF7-92A4-631C1E01E167}" dt="2021-06-01T07:14:09.615" v="78"/>
        <pc:sldMkLst>
          <pc:docMk/>
          <pc:sldMk cId="2584036331" sldId="339"/>
        </pc:sldMkLst>
        <pc:spChg chg="mod">
          <ac:chgData name="Soumita Sengupta" userId="4afa6ce1-cb01-46c2-8538-4650222f0c96" providerId="ADAL" clId="{EBCC04DE-33C6-4BF7-92A4-631C1E01E167}" dt="2021-06-01T07:14:09.615" v="78"/>
          <ac:spMkLst>
            <pc:docMk/>
            <pc:sldMk cId="2584036331" sldId="339"/>
            <ac:spMk id="5" creationId="{6D1A1596-A8D7-4C1A-8956-0FA40A84EFCA}"/>
          </ac:spMkLst>
        </pc:spChg>
      </pc:sldChg>
      <pc:sldChg chg="modSp add del mod">
        <pc:chgData name="Soumita Sengupta" userId="4afa6ce1-cb01-46c2-8538-4650222f0c96" providerId="ADAL" clId="{EBCC04DE-33C6-4BF7-92A4-631C1E01E167}" dt="2021-06-01T06:52:25.583" v="7" actId="47"/>
        <pc:sldMkLst>
          <pc:docMk/>
          <pc:sldMk cId="473323582" sldId="359"/>
        </pc:sldMkLst>
        <pc:spChg chg="mod">
          <ac:chgData name="Soumita Sengupta" userId="4afa6ce1-cb01-46c2-8538-4650222f0c96" providerId="ADAL" clId="{EBCC04DE-33C6-4BF7-92A4-631C1E01E167}" dt="2021-06-01T06:52:05.617" v="5"/>
          <ac:spMkLst>
            <pc:docMk/>
            <pc:sldMk cId="473323582" sldId="359"/>
            <ac:spMk id="2" creationId="{57983F62-BBB9-431B-A37F-BDA0DC7153F6}"/>
          </ac:spMkLst>
        </pc:spChg>
      </pc:sldChg>
      <pc:sldChg chg="del">
        <pc:chgData name="Soumita Sengupta" userId="4afa6ce1-cb01-46c2-8538-4650222f0c96" providerId="ADAL" clId="{EBCC04DE-33C6-4BF7-92A4-631C1E01E167}" dt="2021-06-01T07:12:13.389" v="55" actId="47"/>
        <pc:sldMkLst>
          <pc:docMk/>
          <pc:sldMk cId="247062728" sldId="492"/>
        </pc:sldMkLst>
      </pc:sldChg>
      <pc:sldChg chg="del">
        <pc:chgData name="Soumita Sengupta" userId="4afa6ce1-cb01-46c2-8538-4650222f0c96" providerId="ADAL" clId="{EBCC04DE-33C6-4BF7-92A4-631C1E01E167}" dt="2021-06-01T07:12:19.364" v="59" actId="47"/>
        <pc:sldMkLst>
          <pc:docMk/>
          <pc:sldMk cId="2658743009" sldId="1320"/>
        </pc:sldMkLst>
      </pc:sldChg>
      <pc:sldChg chg="addSp delSp modSp add mod">
        <pc:chgData name="Soumita Sengupta" userId="4afa6ce1-cb01-46c2-8538-4650222f0c96" providerId="ADAL" clId="{EBCC04DE-33C6-4BF7-92A4-631C1E01E167}" dt="2021-06-01T07:13:28.059" v="69" actId="1076"/>
        <pc:sldMkLst>
          <pc:docMk/>
          <pc:sldMk cId="795492833" sldId="1321"/>
        </pc:sldMkLst>
        <pc:spChg chg="mod">
          <ac:chgData name="Soumita Sengupta" userId="4afa6ce1-cb01-46c2-8538-4650222f0c96" providerId="ADAL" clId="{EBCC04DE-33C6-4BF7-92A4-631C1E01E167}" dt="2021-06-01T07:12:48.676" v="64" actId="14100"/>
          <ac:spMkLst>
            <pc:docMk/>
            <pc:sldMk cId="795492833" sldId="1321"/>
            <ac:spMk id="5" creationId="{00000000-0000-0000-0000-000000000000}"/>
          </ac:spMkLst>
        </pc:spChg>
        <pc:spChg chg="add del mod">
          <ac:chgData name="Soumita Sengupta" userId="4afa6ce1-cb01-46c2-8538-4650222f0c96" providerId="ADAL" clId="{EBCC04DE-33C6-4BF7-92A4-631C1E01E167}" dt="2021-06-01T07:13:23.590" v="67"/>
          <ac:spMkLst>
            <pc:docMk/>
            <pc:sldMk cId="795492833" sldId="1321"/>
            <ac:spMk id="6" creationId="{A11BBD6E-857F-459D-BFC6-1C73689B181B}"/>
          </ac:spMkLst>
        </pc:spChg>
        <pc:spChg chg="add del mod">
          <ac:chgData name="Soumita Sengupta" userId="4afa6ce1-cb01-46c2-8538-4650222f0c96" providerId="ADAL" clId="{EBCC04DE-33C6-4BF7-92A4-631C1E01E167}" dt="2021-06-01T07:13:23.590" v="67"/>
          <ac:spMkLst>
            <pc:docMk/>
            <pc:sldMk cId="795492833" sldId="1321"/>
            <ac:spMk id="7" creationId="{37A4C525-4485-4A2F-B0D7-758051DE765F}"/>
          </ac:spMkLst>
        </pc:spChg>
        <pc:picChg chg="add mod">
          <ac:chgData name="Soumita Sengupta" userId="4afa6ce1-cb01-46c2-8538-4650222f0c96" providerId="ADAL" clId="{EBCC04DE-33C6-4BF7-92A4-631C1E01E167}" dt="2021-06-01T07:13:28.059" v="69" actId="1076"/>
          <ac:picMkLst>
            <pc:docMk/>
            <pc:sldMk cId="795492833" sldId="1321"/>
            <ac:picMk id="8" creationId="{45F2ED29-ACFE-4180-8FEF-B5759FDA722E}"/>
          </ac:picMkLst>
        </pc:picChg>
      </pc:sldChg>
      <pc:sldChg chg="modSp add mod">
        <pc:chgData name="Soumita Sengupta" userId="4afa6ce1-cb01-46c2-8538-4650222f0c96" providerId="ADAL" clId="{EBCC04DE-33C6-4BF7-92A4-631C1E01E167}" dt="2021-06-01T07:15:46.989" v="84" actId="207"/>
        <pc:sldMkLst>
          <pc:docMk/>
          <pc:sldMk cId="369802496" sldId="1322"/>
        </pc:sldMkLst>
        <pc:spChg chg="mod">
          <ac:chgData name="Soumita Sengupta" userId="4afa6ce1-cb01-46c2-8538-4650222f0c96" providerId="ADAL" clId="{EBCC04DE-33C6-4BF7-92A4-631C1E01E167}" dt="2021-06-01T07:06:40.819" v="34" actId="255"/>
          <ac:spMkLst>
            <pc:docMk/>
            <pc:sldMk cId="369802496" sldId="1322"/>
            <ac:spMk id="3" creationId="{00000000-0000-0000-0000-000000000000}"/>
          </ac:spMkLst>
        </pc:spChg>
        <pc:spChg chg="mod">
          <ac:chgData name="Soumita Sengupta" userId="4afa6ce1-cb01-46c2-8538-4650222f0c96" providerId="ADAL" clId="{EBCC04DE-33C6-4BF7-92A4-631C1E01E167}" dt="2021-06-01T07:15:46.989" v="84" actId="207"/>
          <ac:spMkLst>
            <pc:docMk/>
            <pc:sldMk cId="369802496" sldId="1322"/>
            <ac:spMk id="4" creationId="{24E09755-891C-4DE4-92FC-3976A17D3101}"/>
          </ac:spMkLst>
        </pc:spChg>
        <pc:spChg chg="mod">
          <ac:chgData name="Soumita Sengupta" userId="4afa6ce1-cb01-46c2-8538-4650222f0c96" providerId="ADAL" clId="{EBCC04DE-33C6-4BF7-92A4-631C1E01E167}" dt="2021-06-01T07:15:46.989" v="84" actId="207"/>
          <ac:spMkLst>
            <pc:docMk/>
            <pc:sldMk cId="369802496" sldId="1322"/>
            <ac:spMk id="5" creationId="{13EA9EA1-7B53-48F3-BD1C-755917D78E6C}"/>
          </ac:spMkLst>
        </pc:spChg>
      </pc:sldChg>
      <pc:sldChg chg="add del">
        <pc:chgData name="Soumita Sengupta" userId="4afa6ce1-cb01-46c2-8538-4650222f0c96" providerId="ADAL" clId="{EBCC04DE-33C6-4BF7-92A4-631C1E01E167}" dt="2021-06-01T07:09:49.832" v="42" actId="47"/>
        <pc:sldMkLst>
          <pc:docMk/>
          <pc:sldMk cId="3209556019" sldId="1323"/>
        </pc:sldMkLst>
      </pc:sldChg>
      <pc:sldChg chg="modSp add mod">
        <pc:chgData name="Soumita Sengupta" userId="4afa6ce1-cb01-46c2-8538-4650222f0c96" providerId="ADAL" clId="{EBCC04DE-33C6-4BF7-92A4-631C1E01E167}" dt="2021-06-01T07:16:28.138" v="90" actId="207"/>
        <pc:sldMkLst>
          <pc:docMk/>
          <pc:sldMk cId="1209534790" sldId="1324"/>
        </pc:sldMkLst>
        <pc:spChg chg="mod">
          <ac:chgData name="Soumita Sengupta" userId="4afa6ce1-cb01-46c2-8538-4650222f0c96" providerId="ADAL" clId="{EBCC04DE-33C6-4BF7-92A4-631C1E01E167}" dt="2021-06-01T07:16:28.138" v="90" actId="207"/>
          <ac:spMkLst>
            <pc:docMk/>
            <pc:sldMk cId="1209534790" sldId="1324"/>
            <ac:spMk id="9" creationId="{770CC1E9-FA18-40AE-87D9-0674D683D5EC}"/>
          </ac:spMkLst>
        </pc:spChg>
        <pc:spChg chg="mod">
          <ac:chgData name="Soumita Sengupta" userId="4afa6ce1-cb01-46c2-8538-4650222f0c96" providerId="ADAL" clId="{EBCC04DE-33C6-4BF7-92A4-631C1E01E167}" dt="2021-06-01T07:16:28.138" v="90" actId="207"/>
          <ac:spMkLst>
            <pc:docMk/>
            <pc:sldMk cId="1209534790" sldId="1324"/>
            <ac:spMk id="10" creationId="{A890B80F-A704-469B-B0CA-9098415DDD94}"/>
          </ac:spMkLst>
        </pc:spChg>
      </pc:sldChg>
      <pc:sldChg chg="modSp add mod">
        <pc:chgData name="Soumita Sengupta" userId="4afa6ce1-cb01-46c2-8538-4650222f0c96" providerId="ADAL" clId="{EBCC04DE-33C6-4BF7-92A4-631C1E01E167}" dt="2021-06-01T07:16:42.779" v="92" actId="207"/>
        <pc:sldMkLst>
          <pc:docMk/>
          <pc:sldMk cId="3906375660" sldId="1325"/>
        </pc:sldMkLst>
        <pc:spChg chg="mod">
          <ac:chgData name="Soumita Sengupta" userId="4afa6ce1-cb01-46c2-8538-4650222f0c96" providerId="ADAL" clId="{EBCC04DE-33C6-4BF7-92A4-631C1E01E167}" dt="2021-06-01T07:12:34.770" v="63" actId="255"/>
          <ac:spMkLst>
            <pc:docMk/>
            <pc:sldMk cId="3906375660" sldId="1325"/>
            <ac:spMk id="3" creationId="{00000000-0000-0000-0000-000000000000}"/>
          </ac:spMkLst>
        </pc:spChg>
        <pc:spChg chg="mod">
          <ac:chgData name="Soumita Sengupta" userId="4afa6ce1-cb01-46c2-8538-4650222f0c96" providerId="ADAL" clId="{EBCC04DE-33C6-4BF7-92A4-631C1E01E167}" dt="2021-06-01T07:16:42.779" v="92" actId="207"/>
          <ac:spMkLst>
            <pc:docMk/>
            <pc:sldMk cId="3906375660" sldId="1325"/>
            <ac:spMk id="4" creationId="{A44C85B3-CCA0-41EF-9899-99A7B4B26E09}"/>
          </ac:spMkLst>
        </pc:spChg>
        <pc:spChg chg="mod">
          <ac:chgData name="Soumita Sengupta" userId="4afa6ce1-cb01-46c2-8538-4650222f0c96" providerId="ADAL" clId="{EBCC04DE-33C6-4BF7-92A4-631C1E01E167}" dt="2021-06-01T07:16:42.779" v="92" actId="207"/>
          <ac:spMkLst>
            <pc:docMk/>
            <pc:sldMk cId="3906375660" sldId="1325"/>
            <ac:spMk id="5" creationId="{21108830-E41B-46A9-B762-E6BB4ABC2A3F}"/>
          </ac:spMkLst>
        </pc:spChg>
      </pc:sldChg>
      <pc:sldChg chg="modSp add mod">
        <pc:chgData name="Soumita Sengupta" userId="4afa6ce1-cb01-46c2-8538-4650222f0c96" providerId="ADAL" clId="{EBCC04DE-33C6-4BF7-92A4-631C1E01E167}" dt="2021-06-01T07:05:07.125" v="24" actId="20577"/>
        <pc:sldMkLst>
          <pc:docMk/>
          <pc:sldMk cId="2792125546" sldId="1326"/>
        </pc:sldMkLst>
        <pc:spChg chg="mod">
          <ac:chgData name="Soumita Sengupta" userId="4afa6ce1-cb01-46c2-8538-4650222f0c96" providerId="ADAL" clId="{EBCC04DE-33C6-4BF7-92A4-631C1E01E167}" dt="2021-06-01T07:05:07.125" v="24" actId="20577"/>
          <ac:spMkLst>
            <pc:docMk/>
            <pc:sldMk cId="2792125546" sldId="1326"/>
            <ac:spMk id="2" creationId="{57983F62-BBB9-431B-A37F-BDA0DC7153F6}"/>
          </ac:spMkLst>
        </pc:spChg>
      </pc:sldChg>
      <pc:sldChg chg="modSp add mod">
        <pc:chgData name="Soumita Sengupta" userId="4afa6ce1-cb01-46c2-8538-4650222f0c96" providerId="ADAL" clId="{EBCC04DE-33C6-4BF7-92A4-631C1E01E167}" dt="2021-06-01T07:09:48.113" v="41"/>
        <pc:sldMkLst>
          <pc:docMk/>
          <pc:sldMk cId="3693191466" sldId="1327"/>
        </pc:sldMkLst>
        <pc:spChg chg="mod">
          <ac:chgData name="Soumita Sengupta" userId="4afa6ce1-cb01-46c2-8538-4650222f0c96" providerId="ADAL" clId="{EBCC04DE-33C6-4BF7-92A4-631C1E01E167}" dt="2021-06-01T07:09:48.113" v="41"/>
          <ac:spMkLst>
            <pc:docMk/>
            <pc:sldMk cId="3693191466" sldId="1327"/>
            <ac:spMk id="2" creationId="{57983F62-BBB9-431B-A37F-BDA0DC7153F6}"/>
          </ac:spMkLst>
        </pc:spChg>
      </pc:sldChg>
      <pc:sldMasterChg chg="delSldLayout">
        <pc:chgData name="Soumita Sengupta" userId="4afa6ce1-cb01-46c2-8538-4650222f0c96" providerId="ADAL" clId="{EBCC04DE-33C6-4BF7-92A4-631C1E01E167}" dt="2021-06-01T07:09:49.832" v="42" actId="47"/>
        <pc:sldMasterMkLst>
          <pc:docMk/>
          <pc:sldMasterMk cId="1029875623" sldId="2147483678"/>
        </pc:sldMasterMkLst>
        <pc:sldLayoutChg chg="del">
          <pc:chgData name="Soumita Sengupta" userId="4afa6ce1-cb01-46c2-8538-4650222f0c96" providerId="ADAL" clId="{EBCC04DE-33C6-4BF7-92A4-631C1E01E167}" dt="2021-06-01T06:51:49.751" v="2" actId="47"/>
          <pc:sldLayoutMkLst>
            <pc:docMk/>
            <pc:sldMasterMk cId="1029875623" sldId="2147483678"/>
            <pc:sldLayoutMk cId="1139513039" sldId="2147483716"/>
          </pc:sldLayoutMkLst>
        </pc:sldLayoutChg>
        <pc:sldLayoutChg chg="del">
          <pc:chgData name="Soumita Sengupta" userId="4afa6ce1-cb01-46c2-8538-4650222f0c96" providerId="ADAL" clId="{EBCC04DE-33C6-4BF7-92A4-631C1E01E167}" dt="2021-06-01T07:09:49.832" v="42" actId="47"/>
          <pc:sldLayoutMkLst>
            <pc:docMk/>
            <pc:sldMasterMk cId="1029875623" sldId="2147483678"/>
            <pc:sldLayoutMk cId="3607679162" sldId="2147483732"/>
          </pc:sldLayoutMkLst>
        </pc:sldLayoutChg>
      </pc:sldMasterChg>
    </pc:docChg>
  </pc:docChgLst>
  <pc:docChgLst>
    <pc:chgData name="Soumita Sengupta" userId="4afa6ce1-cb01-46c2-8538-4650222f0c96" providerId="ADAL" clId="{46DF16B1-DF4E-4810-B0DB-6F1B830FE49B}"/>
    <pc:docChg chg="undo custSel delSld modSld">
      <pc:chgData name="Soumita Sengupta" userId="4afa6ce1-cb01-46c2-8538-4650222f0c96" providerId="ADAL" clId="{46DF16B1-DF4E-4810-B0DB-6F1B830FE49B}" dt="2021-06-01T09:56:50.773" v="22" actId="47"/>
      <pc:docMkLst>
        <pc:docMk/>
      </pc:docMkLst>
      <pc:sldChg chg="del">
        <pc:chgData name="Soumita Sengupta" userId="4afa6ce1-cb01-46c2-8538-4650222f0c96" providerId="ADAL" clId="{46DF16B1-DF4E-4810-B0DB-6F1B830FE49B}" dt="2021-06-01T09:56:45.690" v="8" actId="47"/>
        <pc:sldMkLst>
          <pc:docMk/>
          <pc:sldMk cId="1022635140" sldId="259"/>
        </pc:sldMkLst>
      </pc:sldChg>
      <pc:sldChg chg="del">
        <pc:chgData name="Soumita Sengupta" userId="4afa6ce1-cb01-46c2-8538-4650222f0c96" providerId="ADAL" clId="{46DF16B1-DF4E-4810-B0DB-6F1B830FE49B}" dt="2021-06-01T09:56:46.392" v="12" actId="47"/>
        <pc:sldMkLst>
          <pc:docMk/>
          <pc:sldMk cId="1672968615" sldId="261"/>
        </pc:sldMkLst>
      </pc:sldChg>
      <pc:sldChg chg="del">
        <pc:chgData name="Soumita Sengupta" userId="4afa6ce1-cb01-46c2-8538-4650222f0c96" providerId="ADAL" clId="{46DF16B1-DF4E-4810-B0DB-6F1B830FE49B}" dt="2021-06-01T09:56:47.173" v="13" actId="47"/>
        <pc:sldMkLst>
          <pc:docMk/>
          <pc:sldMk cId="1736851683" sldId="262"/>
        </pc:sldMkLst>
      </pc:sldChg>
      <pc:sldChg chg="del">
        <pc:chgData name="Soumita Sengupta" userId="4afa6ce1-cb01-46c2-8538-4650222f0c96" providerId="ADAL" clId="{46DF16B1-DF4E-4810-B0DB-6F1B830FE49B}" dt="2021-06-01T09:56:49.102" v="14" actId="47"/>
        <pc:sldMkLst>
          <pc:docMk/>
          <pc:sldMk cId="2420192051" sldId="263"/>
        </pc:sldMkLst>
      </pc:sldChg>
      <pc:sldChg chg="del">
        <pc:chgData name="Soumita Sengupta" userId="4afa6ce1-cb01-46c2-8538-4650222f0c96" providerId="ADAL" clId="{46DF16B1-DF4E-4810-B0DB-6F1B830FE49B}" dt="2021-06-01T09:56:49.255" v="15" actId="47"/>
        <pc:sldMkLst>
          <pc:docMk/>
          <pc:sldMk cId="2264191856" sldId="264"/>
        </pc:sldMkLst>
      </pc:sldChg>
      <pc:sldChg chg="del">
        <pc:chgData name="Soumita Sengupta" userId="4afa6ce1-cb01-46c2-8538-4650222f0c96" providerId="ADAL" clId="{46DF16B1-DF4E-4810-B0DB-6F1B830FE49B}" dt="2021-06-01T09:56:49.872" v="17" actId="47"/>
        <pc:sldMkLst>
          <pc:docMk/>
          <pc:sldMk cId="3421038341" sldId="265"/>
        </pc:sldMkLst>
      </pc:sldChg>
      <pc:sldChg chg="del">
        <pc:chgData name="Soumita Sengupta" userId="4afa6ce1-cb01-46c2-8538-4650222f0c96" providerId="ADAL" clId="{46DF16B1-DF4E-4810-B0DB-6F1B830FE49B}" dt="2021-06-01T09:56:50.272" v="19" actId="47"/>
        <pc:sldMkLst>
          <pc:docMk/>
          <pc:sldMk cId="1488796333" sldId="266"/>
        </pc:sldMkLst>
      </pc:sldChg>
      <pc:sldChg chg="del">
        <pc:chgData name="Soumita Sengupta" userId="4afa6ce1-cb01-46c2-8538-4650222f0c96" providerId="ADAL" clId="{46DF16B1-DF4E-4810-B0DB-6F1B830FE49B}" dt="2021-06-01T09:56:49.440" v="16" actId="47"/>
        <pc:sldMkLst>
          <pc:docMk/>
          <pc:sldMk cId="597918064" sldId="273"/>
        </pc:sldMkLst>
      </pc:sldChg>
      <pc:sldChg chg="del">
        <pc:chgData name="Soumita Sengupta" userId="4afa6ce1-cb01-46c2-8538-4650222f0c96" providerId="ADAL" clId="{46DF16B1-DF4E-4810-B0DB-6F1B830FE49B}" dt="2021-06-01T09:56:50.604" v="21" actId="47"/>
        <pc:sldMkLst>
          <pc:docMk/>
          <pc:sldMk cId="2239544602" sldId="275"/>
        </pc:sldMkLst>
      </pc:sldChg>
      <pc:sldChg chg="del">
        <pc:chgData name="Soumita Sengupta" userId="4afa6ce1-cb01-46c2-8538-4650222f0c96" providerId="ADAL" clId="{46DF16B1-DF4E-4810-B0DB-6F1B830FE49B}" dt="2021-06-01T09:56:44.826" v="6" actId="47"/>
        <pc:sldMkLst>
          <pc:docMk/>
          <pc:sldMk cId="1067621467" sldId="296"/>
        </pc:sldMkLst>
      </pc:sldChg>
      <pc:sldChg chg="del">
        <pc:chgData name="Soumita Sengupta" userId="4afa6ce1-cb01-46c2-8538-4650222f0c96" providerId="ADAL" clId="{46DF16B1-DF4E-4810-B0DB-6F1B830FE49B}" dt="2021-06-01T09:56:44.588" v="5" actId="47"/>
        <pc:sldMkLst>
          <pc:docMk/>
          <pc:sldMk cId="423898684" sldId="297"/>
        </pc:sldMkLst>
      </pc:sldChg>
      <pc:sldChg chg="del">
        <pc:chgData name="Soumita Sengupta" userId="4afa6ce1-cb01-46c2-8538-4650222f0c96" providerId="ADAL" clId="{46DF16B1-DF4E-4810-B0DB-6F1B830FE49B}" dt="2021-06-01T09:56:45.875" v="9" actId="47"/>
        <pc:sldMkLst>
          <pc:docMk/>
          <pc:sldMk cId="1391298160" sldId="298"/>
        </pc:sldMkLst>
      </pc:sldChg>
      <pc:sldChg chg="del">
        <pc:chgData name="Soumita Sengupta" userId="4afa6ce1-cb01-46c2-8538-4650222f0c96" providerId="ADAL" clId="{46DF16B1-DF4E-4810-B0DB-6F1B830FE49B}" dt="2021-06-01T09:56:46.022" v="10" actId="47"/>
        <pc:sldMkLst>
          <pc:docMk/>
          <pc:sldMk cId="2991185092" sldId="299"/>
        </pc:sldMkLst>
      </pc:sldChg>
      <pc:sldChg chg="del">
        <pc:chgData name="Soumita Sengupta" userId="4afa6ce1-cb01-46c2-8538-4650222f0c96" providerId="ADAL" clId="{46DF16B1-DF4E-4810-B0DB-6F1B830FE49B}" dt="2021-06-01T09:56:50.088" v="18" actId="47"/>
        <pc:sldMkLst>
          <pc:docMk/>
          <pc:sldMk cId="2793898638" sldId="300"/>
        </pc:sldMkLst>
      </pc:sldChg>
      <pc:sldChg chg="modSp mod">
        <pc:chgData name="Soumita Sengupta" userId="4afa6ce1-cb01-46c2-8538-4650222f0c96" providerId="ADAL" clId="{46DF16B1-DF4E-4810-B0DB-6F1B830FE49B}" dt="2021-06-01T09:56:31.156" v="3" actId="14100"/>
        <pc:sldMkLst>
          <pc:docMk/>
          <pc:sldMk cId="2584036331" sldId="339"/>
        </pc:sldMkLst>
        <pc:spChg chg="mod">
          <ac:chgData name="Soumita Sengupta" userId="4afa6ce1-cb01-46c2-8538-4650222f0c96" providerId="ADAL" clId="{46DF16B1-DF4E-4810-B0DB-6F1B830FE49B}" dt="2021-06-01T09:56:31.156" v="3" actId="14100"/>
          <ac:spMkLst>
            <pc:docMk/>
            <pc:sldMk cId="2584036331" sldId="339"/>
            <ac:spMk id="5" creationId="{6D1A1596-A8D7-4C1A-8956-0FA40A84EFCA}"/>
          </ac:spMkLst>
        </pc:spChg>
      </pc:sldChg>
      <pc:sldChg chg="del">
        <pc:chgData name="Soumita Sengupta" userId="4afa6ce1-cb01-46c2-8538-4650222f0c96" providerId="ADAL" clId="{46DF16B1-DF4E-4810-B0DB-6F1B830FE49B}" dt="2021-06-01T09:56:44.480" v="4" actId="47"/>
        <pc:sldMkLst>
          <pc:docMk/>
          <pc:sldMk cId="473323582" sldId="359"/>
        </pc:sldMkLst>
      </pc:sldChg>
      <pc:sldChg chg="del">
        <pc:chgData name="Soumita Sengupta" userId="4afa6ce1-cb01-46c2-8538-4650222f0c96" providerId="ADAL" clId="{46DF16B1-DF4E-4810-B0DB-6F1B830FE49B}" dt="2021-06-01T09:56:46.176" v="11" actId="47"/>
        <pc:sldMkLst>
          <pc:docMk/>
          <pc:sldMk cId="369802496" sldId="1322"/>
        </pc:sldMkLst>
      </pc:sldChg>
      <pc:sldChg chg="del">
        <pc:chgData name="Soumita Sengupta" userId="4afa6ce1-cb01-46c2-8538-4650222f0c96" providerId="ADAL" clId="{46DF16B1-DF4E-4810-B0DB-6F1B830FE49B}" dt="2021-06-01T09:56:50.441" v="20" actId="47"/>
        <pc:sldMkLst>
          <pc:docMk/>
          <pc:sldMk cId="1209534790" sldId="1324"/>
        </pc:sldMkLst>
      </pc:sldChg>
      <pc:sldChg chg="del">
        <pc:chgData name="Soumita Sengupta" userId="4afa6ce1-cb01-46c2-8538-4650222f0c96" providerId="ADAL" clId="{46DF16B1-DF4E-4810-B0DB-6F1B830FE49B}" dt="2021-06-01T09:56:50.773" v="22" actId="47"/>
        <pc:sldMkLst>
          <pc:docMk/>
          <pc:sldMk cId="3906375660" sldId="1325"/>
        </pc:sldMkLst>
      </pc:sldChg>
      <pc:sldChg chg="del">
        <pc:chgData name="Soumita Sengupta" userId="4afa6ce1-cb01-46c2-8538-4650222f0c96" providerId="ADAL" clId="{46DF16B1-DF4E-4810-B0DB-6F1B830FE49B}" dt="2021-06-01T09:56:45.004" v="7" actId="47"/>
        <pc:sldMkLst>
          <pc:docMk/>
          <pc:sldMk cId="2792125546" sldId="1326"/>
        </pc:sldMkLst>
      </pc:sldChg>
      <pc:sldMasterChg chg="delSldLayout">
        <pc:chgData name="Soumita Sengupta" userId="4afa6ce1-cb01-46c2-8538-4650222f0c96" providerId="ADAL" clId="{46DF16B1-DF4E-4810-B0DB-6F1B830FE49B}" dt="2021-06-01T09:56:46.392" v="12" actId="47"/>
        <pc:sldMasterMkLst>
          <pc:docMk/>
          <pc:sldMasterMk cId="1029875623" sldId="2147483678"/>
        </pc:sldMasterMkLst>
        <pc:sldLayoutChg chg="del">
          <pc:chgData name="Soumita Sengupta" userId="4afa6ce1-cb01-46c2-8538-4650222f0c96" providerId="ADAL" clId="{46DF16B1-DF4E-4810-B0DB-6F1B830FE49B}" dt="2021-06-01T09:56:46.392" v="12" actId="47"/>
          <pc:sldLayoutMkLst>
            <pc:docMk/>
            <pc:sldMasterMk cId="1029875623" sldId="2147483678"/>
            <pc:sldLayoutMk cId="3749695291" sldId="2147483733"/>
          </pc:sldLayoutMkLst>
        </pc:sldLayoutChg>
      </pc:sldMasterChg>
    </pc:docChg>
  </pc:docChgLst>
  <pc:docChgLst>
    <pc:chgData name="Keshav Pareek" userId="S::keshav.pareek@alepo.com::3037c2a5-5507-480b-9484-e2bc49cfc6dc" providerId="AD" clId="Web-{F92B51E3-68A3-4741-BC4D-231C34133AB5}"/>
    <pc:docChg chg="">
      <pc:chgData name="Keshav Pareek" userId="S::keshav.pareek@alepo.com::3037c2a5-5507-480b-9484-e2bc49cfc6dc" providerId="AD" clId="Web-{F92B51E3-68A3-4741-BC4D-231C34133AB5}" dt="2021-09-06T04:16:34.189" v="5"/>
      <pc:docMkLst>
        <pc:docMk/>
      </pc:docMkLst>
      <pc:sldChg chg="addCm">
        <pc:chgData name="Keshav Pareek" userId="S::keshav.pareek@alepo.com::3037c2a5-5507-480b-9484-e2bc49cfc6dc" providerId="AD" clId="Web-{F92B51E3-68A3-4741-BC4D-231C34133AB5}" dt="2021-09-06T04:13:51.309" v="0"/>
        <pc:sldMkLst>
          <pc:docMk/>
          <pc:sldMk cId="158897229" sldId="1331"/>
        </pc:sldMkLst>
      </pc:sldChg>
      <pc:sldChg chg="addCm">
        <pc:chgData name="Keshav Pareek" userId="S::keshav.pareek@alepo.com::3037c2a5-5507-480b-9484-e2bc49cfc6dc" providerId="AD" clId="Web-{F92B51E3-68A3-4741-BC4D-231C34133AB5}" dt="2021-09-06T04:14:34.685" v="1"/>
        <pc:sldMkLst>
          <pc:docMk/>
          <pc:sldMk cId="2199173000" sldId="1333"/>
        </pc:sldMkLst>
      </pc:sldChg>
      <pc:sldChg chg="addCm">
        <pc:chgData name="Keshav Pareek" userId="S::keshav.pareek@alepo.com::3037c2a5-5507-480b-9484-e2bc49cfc6dc" providerId="AD" clId="Web-{F92B51E3-68A3-4741-BC4D-231C34133AB5}" dt="2021-09-06T04:15:34.890" v="2"/>
        <pc:sldMkLst>
          <pc:docMk/>
          <pc:sldMk cId="2812935579" sldId="1334"/>
        </pc:sldMkLst>
      </pc:sldChg>
      <pc:sldChg chg="addCm">
        <pc:chgData name="Keshav Pareek" userId="S::keshav.pareek@alepo.com::3037c2a5-5507-480b-9484-e2bc49cfc6dc" providerId="AD" clId="Web-{F92B51E3-68A3-4741-BC4D-231C34133AB5}" dt="2021-09-06T04:16:01.610" v="4"/>
        <pc:sldMkLst>
          <pc:docMk/>
          <pc:sldMk cId="421431308" sldId="1335"/>
        </pc:sldMkLst>
      </pc:sldChg>
      <pc:sldChg chg="addCm">
        <pc:chgData name="Keshav Pareek" userId="S::keshav.pareek@alepo.com::3037c2a5-5507-480b-9484-e2bc49cfc6dc" providerId="AD" clId="Web-{F92B51E3-68A3-4741-BC4D-231C34133AB5}" dt="2021-09-06T04:16:34.189" v="5"/>
        <pc:sldMkLst>
          <pc:docMk/>
          <pc:sldMk cId="2367605757" sldId="1336"/>
        </pc:sldMkLst>
      </pc:sldChg>
    </pc:docChg>
  </pc:docChgLst>
  <pc:docChgLst>
    <pc:chgData name="Soumita Sengupta" userId="4afa6ce1-cb01-46c2-8538-4650222f0c96" providerId="ADAL" clId="{B40F3650-4116-4162-BB34-2551B383FECC}"/>
    <pc:docChg chg="undo custSel addSld delSld modSld sldOrd">
      <pc:chgData name="Soumita Sengupta" userId="4afa6ce1-cb01-46c2-8538-4650222f0c96" providerId="ADAL" clId="{B40F3650-4116-4162-BB34-2551B383FECC}" dt="2021-08-19T10:49:06.306" v="166" actId="255"/>
      <pc:docMkLst>
        <pc:docMk/>
      </pc:docMkLst>
      <pc:sldChg chg="modSp add mod">
        <pc:chgData name="Soumita Sengupta" userId="4afa6ce1-cb01-46c2-8538-4650222f0c96" providerId="ADAL" clId="{B40F3650-4116-4162-BB34-2551B383FECC}" dt="2021-08-19T10:46:12.567" v="153" actId="20577"/>
        <pc:sldMkLst>
          <pc:docMk/>
          <pc:sldMk cId="1912468287" sldId="260"/>
        </pc:sldMkLst>
        <pc:spChg chg="mod">
          <ac:chgData name="Soumita Sengupta" userId="4afa6ce1-cb01-46c2-8538-4650222f0c96" providerId="ADAL" clId="{B40F3650-4116-4162-BB34-2551B383FECC}" dt="2021-08-19T10:46:12.567" v="153" actId="20577"/>
          <ac:spMkLst>
            <pc:docMk/>
            <pc:sldMk cId="1912468287" sldId="260"/>
            <ac:spMk id="5" creationId="{00000000-0000-0000-0000-000000000000}"/>
          </ac:spMkLst>
        </pc:spChg>
      </pc:sldChg>
      <pc:sldChg chg="modSp mod">
        <pc:chgData name="Soumita Sengupta" userId="4afa6ce1-cb01-46c2-8538-4650222f0c96" providerId="ADAL" clId="{B40F3650-4116-4162-BB34-2551B383FECC}" dt="2021-08-19T10:23:19.391" v="16" actId="20577"/>
        <pc:sldMkLst>
          <pc:docMk/>
          <pc:sldMk cId="2584036331" sldId="339"/>
        </pc:sldMkLst>
        <pc:spChg chg="mod">
          <ac:chgData name="Soumita Sengupta" userId="4afa6ce1-cb01-46c2-8538-4650222f0c96" providerId="ADAL" clId="{B40F3650-4116-4162-BB34-2551B383FECC}" dt="2021-08-19T10:23:19.391" v="16" actId="20577"/>
          <ac:spMkLst>
            <pc:docMk/>
            <pc:sldMk cId="2584036331" sldId="339"/>
            <ac:spMk id="5" creationId="{6D1A1596-A8D7-4C1A-8956-0FA40A84EFCA}"/>
          </ac:spMkLst>
        </pc:spChg>
      </pc:sldChg>
      <pc:sldChg chg="modSp add mod">
        <pc:chgData name="Soumita Sengupta" userId="4afa6ce1-cb01-46c2-8538-4650222f0c96" providerId="ADAL" clId="{B40F3650-4116-4162-BB34-2551B383FECC}" dt="2021-08-19T10:48:12.913" v="156" actId="255"/>
        <pc:sldMkLst>
          <pc:docMk/>
          <pc:sldMk cId="1676893809" sldId="520"/>
        </pc:sldMkLst>
        <pc:spChg chg="mod">
          <ac:chgData name="Soumita Sengupta" userId="4afa6ce1-cb01-46c2-8538-4650222f0c96" providerId="ADAL" clId="{B40F3650-4116-4162-BB34-2551B383FECC}" dt="2021-08-19T10:48:12.913" v="156" actId="255"/>
          <ac:spMkLst>
            <pc:docMk/>
            <pc:sldMk cId="1676893809" sldId="520"/>
            <ac:spMk id="2" creationId="{00000000-0000-0000-0000-000000000000}"/>
          </ac:spMkLst>
        </pc:spChg>
      </pc:sldChg>
      <pc:sldChg chg="add del">
        <pc:chgData name="Soumita Sengupta" userId="4afa6ce1-cb01-46c2-8538-4650222f0c96" providerId="ADAL" clId="{B40F3650-4116-4162-BB34-2551B383FECC}" dt="2021-08-19T10:40:47.725" v="73" actId="47"/>
        <pc:sldMkLst>
          <pc:docMk/>
          <pc:sldMk cId="2622444170" sldId="523"/>
        </pc:sldMkLst>
      </pc:sldChg>
      <pc:sldChg chg="add ord">
        <pc:chgData name="Soumita Sengupta" userId="4afa6ce1-cb01-46c2-8538-4650222f0c96" providerId="ADAL" clId="{B40F3650-4116-4162-BB34-2551B383FECC}" dt="2021-08-19T10:41:46.237" v="76"/>
        <pc:sldMkLst>
          <pc:docMk/>
          <pc:sldMk cId="2863234239" sldId="525"/>
        </pc:sldMkLst>
      </pc:sldChg>
      <pc:sldChg chg="del">
        <pc:chgData name="Soumita Sengupta" userId="4afa6ce1-cb01-46c2-8538-4650222f0c96" providerId="ADAL" clId="{B40F3650-4116-4162-BB34-2551B383FECC}" dt="2021-08-19T10:24:50.704" v="17" actId="47"/>
        <pc:sldMkLst>
          <pc:docMk/>
          <pc:sldMk cId="3006812007" sldId="727"/>
        </pc:sldMkLst>
      </pc:sldChg>
      <pc:sldChg chg="del">
        <pc:chgData name="Soumita Sengupta" userId="4afa6ce1-cb01-46c2-8538-4650222f0c96" providerId="ADAL" clId="{B40F3650-4116-4162-BB34-2551B383FECC}" dt="2021-08-19T10:24:51.421" v="19" actId="47"/>
        <pc:sldMkLst>
          <pc:docMk/>
          <pc:sldMk cId="361969412" sldId="729"/>
        </pc:sldMkLst>
      </pc:sldChg>
      <pc:sldChg chg="del">
        <pc:chgData name="Soumita Sengupta" userId="4afa6ce1-cb01-46c2-8538-4650222f0c96" providerId="ADAL" clId="{B40F3650-4116-4162-BB34-2551B383FECC}" dt="2021-08-19T10:24:51.722" v="20" actId="47"/>
        <pc:sldMkLst>
          <pc:docMk/>
          <pc:sldMk cId="1915874701" sldId="730"/>
        </pc:sldMkLst>
      </pc:sldChg>
      <pc:sldChg chg="del">
        <pc:chgData name="Soumita Sengupta" userId="4afa6ce1-cb01-46c2-8538-4650222f0c96" providerId="ADAL" clId="{B40F3650-4116-4162-BB34-2551B383FECC}" dt="2021-08-19T10:24:53.145" v="22" actId="47"/>
        <pc:sldMkLst>
          <pc:docMk/>
          <pc:sldMk cId="1595993787" sldId="731"/>
        </pc:sldMkLst>
      </pc:sldChg>
      <pc:sldChg chg="del">
        <pc:chgData name="Soumita Sengupta" userId="4afa6ce1-cb01-46c2-8538-4650222f0c96" providerId="ADAL" clId="{B40F3650-4116-4162-BB34-2551B383FECC}" dt="2021-08-19T10:24:55.573" v="23" actId="47"/>
        <pc:sldMkLst>
          <pc:docMk/>
          <pc:sldMk cId="2222224942" sldId="732"/>
        </pc:sldMkLst>
      </pc:sldChg>
      <pc:sldChg chg="del">
        <pc:chgData name="Soumita Sengupta" userId="4afa6ce1-cb01-46c2-8538-4650222f0c96" providerId="ADAL" clId="{B40F3650-4116-4162-BB34-2551B383FECC}" dt="2021-08-19T10:24:55.873" v="24" actId="47"/>
        <pc:sldMkLst>
          <pc:docMk/>
          <pc:sldMk cId="4207930121" sldId="733"/>
        </pc:sldMkLst>
      </pc:sldChg>
      <pc:sldChg chg="del">
        <pc:chgData name="Soumita Sengupta" userId="4afa6ce1-cb01-46c2-8538-4650222f0c96" providerId="ADAL" clId="{B40F3650-4116-4162-BB34-2551B383FECC}" dt="2021-08-19T10:24:56.036" v="25" actId="47"/>
        <pc:sldMkLst>
          <pc:docMk/>
          <pc:sldMk cId="3931385810" sldId="734"/>
        </pc:sldMkLst>
      </pc:sldChg>
      <pc:sldChg chg="del">
        <pc:chgData name="Soumita Sengupta" userId="4afa6ce1-cb01-46c2-8538-4650222f0c96" providerId="ADAL" clId="{B40F3650-4116-4162-BB34-2551B383FECC}" dt="2021-08-19T10:24:57.378" v="28" actId="47"/>
        <pc:sldMkLst>
          <pc:docMk/>
          <pc:sldMk cId="2633334292" sldId="735"/>
        </pc:sldMkLst>
      </pc:sldChg>
      <pc:sldChg chg="del">
        <pc:chgData name="Soumita Sengupta" userId="4afa6ce1-cb01-46c2-8538-4650222f0c96" providerId="ADAL" clId="{B40F3650-4116-4162-BB34-2551B383FECC}" dt="2021-08-19T10:24:57.572" v="29" actId="47"/>
        <pc:sldMkLst>
          <pc:docMk/>
          <pc:sldMk cId="2643369656" sldId="736"/>
        </pc:sldMkLst>
      </pc:sldChg>
      <pc:sldChg chg="del">
        <pc:chgData name="Soumita Sengupta" userId="4afa6ce1-cb01-46c2-8538-4650222f0c96" providerId="ADAL" clId="{B40F3650-4116-4162-BB34-2551B383FECC}" dt="2021-08-19T10:24:57.695" v="30" actId="47"/>
        <pc:sldMkLst>
          <pc:docMk/>
          <pc:sldMk cId="3894913924" sldId="737"/>
        </pc:sldMkLst>
      </pc:sldChg>
      <pc:sldChg chg="del">
        <pc:chgData name="Soumita Sengupta" userId="4afa6ce1-cb01-46c2-8538-4650222f0c96" providerId="ADAL" clId="{B40F3650-4116-4162-BB34-2551B383FECC}" dt="2021-08-19T10:24:58.862" v="32" actId="47"/>
        <pc:sldMkLst>
          <pc:docMk/>
          <pc:sldMk cId="4201402383" sldId="739"/>
        </pc:sldMkLst>
      </pc:sldChg>
      <pc:sldChg chg="del">
        <pc:chgData name="Soumita Sengupta" userId="4afa6ce1-cb01-46c2-8538-4650222f0c96" providerId="ADAL" clId="{B40F3650-4116-4162-BB34-2551B383FECC}" dt="2021-08-19T10:24:59.586" v="34" actId="47"/>
        <pc:sldMkLst>
          <pc:docMk/>
          <pc:sldMk cId="2355219403" sldId="740"/>
        </pc:sldMkLst>
      </pc:sldChg>
      <pc:sldChg chg="del">
        <pc:chgData name="Soumita Sengupta" userId="4afa6ce1-cb01-46c2-8538-4650222f0c96" providerId="ADAL" clId="{B40F3650-4116-4162-BB34-2551B383FECC}" dt="2021-08-19T10:24:59.764" v="35" actId="47"/>
        <pc:sldMkLst>
          <pc:docMk/>
          <pc:sldMk cId="3247647825" sldId="741"/>
        </pc:sldMkLst>
      </pc:sldChg>
      <pc:sldChg chg="del">
        <pc:chgData name="Soumita Sengupta" userId="4afa6ce1-cb01-46c2-8538-4650222f0c96" providerId="ADAL" clId="{B40F3650-4116-4162-BB34-2551B383FECC}" dt="2021-08-19T10:25:00.603" v="37" actId="47"/>
        <pc:sldMkLst>
          <pc:docMk/>
          <pc:sldMk cId="524730391" sldId="742"/>
        </pc:sldMkLst>
      </pc:sldChg>
      <pc:sldChg chg="del">
        <pc:chgData name="Soumita Sengupta" userId="4afa6ce1-cb01-46c2-8538-4650222f0c96" providerId="ADAL" clId="{B40F3650-4116-4162-BB34-2551B383FECC}" dt="2021-08-19T10:25:00.734" v="38" actId="47"/>
        <pc:sldMkLst>
          <pc:docMk/>
          <pc:sldMk cId="2982867143" sldId="743"/>
        </pc:sldMkLst>
      </pc:sldChg>
      <pc:sldChg chg="del">
        <pc:chgData name="Soumita Sengupta" userId="4afa6ce1-cb01-46c2-8538-4650222f0c96" providerId="ADAL" clId="{B40F3650-4116-4162-BB34-2551B383FECC}" dt="2021-08-19T10:25:01.335" v="40" actId="47"/>
        <pc:sldMkLst>
          <pc:docMk/>
          <pc:sldMk cId="1375910068" sldId="744"/>
        </pc:sldMkLst>
      </pc:sldChg>
      <pc:sldChg chg="del">
        <pc:chgData name="Soumita Sengupta" userId="4afa6ce1-cb01-46c2-8538-4650222f0c96" providerId="ADAL" clId="{B40F3650-4116-4162-BB34-2551B383FECC}" dt="2021-08-19T10:25:01.868" v="42" actId="47"/>
        <pc:sldMkLst>
          <pc:docMk/>
          <pc:sldMk cId="1321172283" sldId="745"/>
        </pc:sldMkLst>
      </pc:sldChg>
      <pc:sldChg chg="del">
        <pc:chgData name="Soumita Sengupta" userId="4afa6ce1-cb01-46c2-8538-4650222f0c96" providerId="ADAL" clId="{B40F3650-4116-4162-BB34-2551B383FECC}" dt="2021-08-19T10:25:02.894" v="44" actId="47"/>
        <pc:sldMkLst>
          <pc:docMk/>
          <pc:sldMk cId="591059380" sldId="746"/>
        </pc:sldMkLst>
      </pc:sldChg>
      <pc:sldChg chg="del">
        <pc:chgData name="Soumita Sengupta" userId="4afa6ce1-cb01-46c2-8538-4650222f0c96" providerId="ADAL" clId="{B40F3650-4116-4162-BB34-2551B383FECC}" dt="2021-08-19T10:25:03.072" v="45" actId="47"/>
        <pc:sldMkLst>
          <pc:docMk/>
          <pc:sldMk cId="3475117086" sldId="747"/>
        </pc:sldMkLst>
      </pc:sldChg>
      <pc:sldChg chg="del">
        <pc:chgData name="Soumita Sengupta" userId="4afa6ce1-cb01-46c2-8538-4650222f0c96" providerId="ADAL" clId="{B40F3650-4116-4162-BB34-2551B383FECC}" dt="2021-08-19T10:25:04.230" v="47" actId="47"/>
        <pc:sldMkLst>
          <pc:docMk/>
          <pc:sldMk cId="405216084" sldId="748"/>
        </pc:sldMkLst>
      </pc:sldChg>
      <pc:sldChg chg="del">
        <pc:chgData name="Soumita Sengupta" userId="4afa6ce1-cb01-46c2-8538-4650222f0c96" providerId="ADAL" clId="{B40F3650-4116-4162-BB34-2551B383FECC}" dt="2021-08-19T10:25:05.565" v="49" actId="47"/>
        <pc:sldMkLst>
          <pc:docMk/>
          <pc:sldMk cId="3372552821" sldId="749"/>
        </pc:sldMkLst>
      </pc:sldChg>
      <pc:sldChg chg="del">
        <pc:chgData name="Soumita Sengupta" userId="4afa6ce1-cb01-46c2-8538-4650222f0c96" providerId="ADAL" clId="{B40F3650-4116-4162-BB34-2551B383FECC}" dt="2021-08-19T10:25:05.966" v="50" actId="47"/>
        <pc:sldMkLst>
          <pc:docMk/>
          <pc:sldMk cId="2342434088" sldId="750"/>
        </pc:sldMkLst>
      </pc:sldChg>
      <pc:sldChg chg="modSp add mod">
        <pc:chgData name="Soumita Sengupta" userId="4afa6ce1-cb01-46c2-8538-4650222f0c96" providerId="ADAL" clId="{B40F3650-4116-4162-BB34-2551B383FECC}" dt="2021-08-19T10:48:01.379" v="155" actId="255"/>
        <pc:sldMkLst>
          <pc:docMk/>
          <pc:sldMk cId="3781635149" sldId="752"/>
        </pc:sldMkLst>
        <pc:spChg chg="mod">
          <ac:chgData name="Soumita Sengupta" userId="4afa6ce1-cb01-46c2-8538-4650222f0c96" providerId="ADAL" clId="{B40F3650-4116-4162-BB34-2551B383FECC}" dt="2021-08-19T10:48:01.379" v="155" actId="255"/>
          <ac:spMkLst>
            <pc:docMk/>
            <pc:sldMk cId="3781635149" sldId="752"/>
            <ac:spMk id="5" creationId="{00000000-0000-0000-0000-000000000000}"/>
          </ac:spMkLst>
        </pc:spChg>
      </pc:sldChg>
      <pc:sldChg chg="modSp add mod">
        <pc:chgData name="Soumita Sengupta" userId="4afa6ce1-cb01-46c2-8538-4650222f0c96" providerId="ADAL" clId="{B40F3650-4116-4162-BB34-2551B383FECC}" dt="2021-08-19T10:48:18.147" v="157" actId="255"/>
        <pc:sldMkLst>
          <pc:docMk/>
          <pc:sldMk cId="3609704129" sldId="753"/>
        </pc:sldMkLst>
        <pc:spChg chg="mod">
          <ac:chgData name="Soumita Sengupta" userId="4afa6ce1-cb01-46c2-8538-4650222f0c96" providerId="ADAL" clId="{B40F3650-4116-4162-BB34-2551B383FECC}" dt="2021-08-19T10:48:18.147" v="157" actId="255"/>
          <ac:spMkLst>
            <pc:docMk/>
            <pc:sldMk cId="3609704129" sldId="753"/>
            <ac:spMk id="5" creationId="{00000000-0000-0000-0000-000000000000}"/>
          </ac:spMkLst>
        </pc:spChg>
      </pc:sldChg>
      <pc:sldChg chg="modSp add mod">
        <pc:chgData name="Soumita Sengupta" userId="4afa6ce1-cb01-46c2-8538-4650222f0c96" providerId="ADAL" clId="{B40F3650-4116-4162-BB34-2551B383FECC}" dt="2021-08-19T10:48:26.717" v="159" actId="27636"/>
        <pc:sldMkLst>
          <pc:docMk/>
          <pc:sldMk cId="3209581276" sldId="754"/>
        </pc:sldMkLst>
        <pc:spChg chg="mod">
          <ac:chgData name="Soumita Sengupta" userId="4afa6ce1-cb01-46c2-8538-4650222f0c96" providerId="ADAL" clId="{B40F3650-4116-4162-BB34-2551B383FECC}" dt="2021-08-19T10:48:26.717" v="159" actId="27636"/>
          <ac:spMkLst>
            <pc:docMk/>
            <pc:sldMk cId="3209581276" sldId="754"/>
            <ac:spMk id="5" creationId="{00000000-0000-0000-0000-000000000000}"/>
          </ac:spMkLst>
        </pc:spChg>
      </pc:sldChg>
      <pc:sldChg chg="modSp add mod">
        <pc:chgData name="Soumita Sengupta" userId="4afa6ce1-cb01-46c2-8538-4650222f0c96" providerId="ADAL" clId="{B40F3650-4116-4162-BB34-2551B383FECC}" dt="2021-08-19T10:48:39.692" v="161" actId="255"/>
        <pc:sldMkLst>
          <pc:docMk/>
          <pc:sldMk cId="3563480216" sldId="756"/>
        </pc:sldMkLst>
        <pc:spChg chg="mod">
          <ac:chgData name="Soumita Sengupta" userId="4afa6ce1-cb01-46c2-8538-4650222f0c96" providerId="ADAL" clId="{B40F3650-4116-4162-BB34-2551B383FECC}" dt="2021-08-19T10:48:39.692" v="161" actId="255"/>
          <ac:spMkLst>
            <pc:docMk/>
            <pc:sldMk cId="3563480216" sldId="756"/>
            <ac:spMk id="5" creationId="{00000000-0000-0000-0000-000000000000}"/>
          </ac:spMkLst>
        </pc:spChg>
      </pc:sldChg>
      <pc:sldChg chg="delSp modSp add mod">
        <pc:chgData name="Soumita Sengupta" userId="4afa6ce1-cb01-46c2-8538-4650222f0c96" providerId="ADAL" clId="{B40F3650-4116-4162-BB34-2551B383FECC}" dt="2021-08-19T10:48:49.065" v="163" actId="1076"/>
        <pc:sldMkLst>
          <pc:docMk/>
          <pc:sldMk cId="1011519630" sldId="757"/>
        </pc:sldMkLst>
        <pc:spChg chg="del">
          <ac:chgData name="Soumita Sengupta" userId="4afa6ce1-cb01-46c2-8538-4650222f0c96" providerId="ADAL" clId="{B40F3650-4116-4162-BB34-2551B383FECC}" dt="2021-08-19T10:44:10.393" v="77" actId="478"/>
          <ac:spMkLst>
            <pc:docMk/>
            <pc:sldMk cId="1011519630" sldId="757"/>
            <ac:spMk id="11" creationId="{00000000-0000-0000-0000-000000000000}"/>
          </ac:spMkLst>
        </pc:spChg>
        <pc:picChg chg="mod">
          <ac:chgData name="Soumita Sengupta" userId="4afa6ce1-cb01-46c2-8538-4650222f0c96" providerId="ADAL" clId="{B40F3650-4116-4162-BB34-2551B383FECC}" dt="2021-08-19T10:48:49.065" v="163" actId="1076"/>
          <ac:picMkLst>
            <pc:docMk/>
            <pc:sldMk cId="1011519630" sldId="757"/>
            <ac:picMk id="2" creationId="{00000000-0000-0000-0000-000000000000}"/>
          </ac:picMkLst>
        </pc:picChg>
      </pc:sldChg>
      <pc:sldChg chg="modSp add mod">
        <pc:chgData name="Soumita Sengupta" userId="4afa6ce1-cb01-46c2-8538-4650222f0c96" providerId="ADAL" clId="{B40F3650-4116-4162-BB34-2551B383FECC}" dt="2021-08-19T10:49:00.688" v="165" actId="255"/>
        <pc:sldMkLst>
          <pc:docMk/>
          <pc:sldMk cId="3902355907" sldId="758"/>
        </pc:sldMkLst>
        <pc:spChg chg="mod">
          <ac:chgData name="Soumita Sengupta" userId="4afa6ce1-cb01-46c2-8538-4650222f0c96" providerId="ADAL" clId="{B40F3650-4116-4162-BB34-2551B383FECC}" dt="2021-08-19T10:48:56.246" v="164" actId="255"/>
          <ac:spMkLst>
            <pc:docMk/>
            <pc:sldMk cId="3902355907" sldId="758"/>
            <ac:spMk id="5" creationId="{00000000-0000-0000-0000-000000000000}"/>
          </ac:spMkLst>
        </pc:spChg>
        <pc:spChg chg="mod">
          <ac:chgData name="Soumita Sengupta" userId="4afa6ce1-cb01-46c2-8538-4650222f0c96" providerId="ADAL" clId="{B40F3650-4116-4162-BB34-2551B383FECC}" dt="2021-08-19T10:49:00.688" v="165" actId="255"/>
          <ac:spMkLst>
            <pc:docMk/>
            <pc:sldMk cId="3902355907" sldId="758"/>
            <ac:spMk id="6" creationId="{05E7F7E3-9E8C-4121-88D2-4C4B236DAF24}"/>
          </ac:spMkLst>
        </pc:spChg>
      </pc:sldChg>
      <pc:sldChg chg="modSp add mod">
        <pc:chgData name="Soumita Sengupta" userId="4afa6ce1-cb01-46c2-8538-4650222f0c96" providerId="ADAL" clId="{B40F3650-4116-4162-BB34-2551B383FECC}" dt="2021-08-19T10:49:06.306" v="166" actId="255"/>
        <pc:sldMkLst>
          <pc:docMk/>
          <pc:sldMk cId="2304859679" sldId="759"/>
        </pc:sldMkLst>
        <pc:spChg chg="mod">
          <ac:chgData name="Soumita Sengupta" userId="4afa6ce1-cb01-46c2-8538-4650222f0c96" providerId="ADAL" clId="{B40F3650-4116-4162-BB34-2551B383FECC}" dt="2021-08-19T10:49:06.306" v="166" actId="255"/>
          <ac:spMkLst>
            <pc:docMk/>
            <pc:sldMk cId="2304859679" sldId="759"/>
            <ac:spMk id="5" creationId="{00000000-0000-0000-0000-000000000000}"/>
          </ac:spMkLst>
        </pc:spChg>
      </pc:sldChg>
      <pc:sldChg chg="del">
        <pc:chgData name="Soumita Sengupta" userId="4afa6ce1-cb01-46c2-8538-4650222f0c96" providerId="ADAL" clId="{B40F3650-4116-4162-BB34-2551B383FECC}" dt="2021-08-19T10:24:51.221" v="18" actId="47"/>
        <pc:sldMkLst>
          <pc:docMk/>
          <pc:sldMk cId="3820407078" sldId="887"/>
        </pc:sldMkLst>
      </pc:sldChg>
      <pc:sldChg chg="del">
        <pc:chgData name="Soumita Sengupta" userId="4afa6ce1-cb01-46c2-8538-4650222f0c96" providerId="ADAL" clId="{B40F3650-4116-4162-BB34-2551B383FECC}" dt="2021-08-19T10:24:52.255" v="21" actId="47"/>
        <pc:sldMkLst>
          <pc:docMk/>
          <pc:sldMk cId="2554462038" sldId="888"/>
        </pc:sldMkLst>
      </pc:sldChg>
      <pc:sldChg chg="del">
        <pc:chgData name="Soumita Sengupta" userId="4afa6ce1-cb01-46c2-8538-4650222f0c96" providerId="ADAL" clId="{B40F3650-4116-4162-BB34-2551B383FECC}" dt="2021-08-19T10:24:56.722" v="26" actId="47"/>
        <pc:sldMkLst>
          <pc:docMk/>
          <pc:sldMk cId="945208216" sldId="889"/>
        </pc:sldMkLst>
      </pc:sldChg>
      <pc:sldChg chg="del">
        <pc:chgData name="Soumita Sengupta" userId="4afa6ce1-cb01-46c2-8538-4650222f0c96" providerId="ADAL" clId="{B40F3650-4116-4162-BB34-2551B383FECC}" dt="2021-08-19T10:24:59.416" v="33" actId="47"/>
        <pc:sldMkLst>
          <pc:docMk/>
          <pc:sldMk cId="2233172498" sldId="890"/>
        </pc:sldMkLst>
      </pc:sldChg>
      <pc:sldChg chg="del">
        <pc:chgData name="Soumita Sengupta" userId="4afa6ce1-cb01-46c2-8538-4650222f0c96" providerId="ADAL" clId="{B40F3650-4116-4162-BB34-2551B383FECC}" dt="2021-08-19T10:25:00.333" v="36" actId="47"/>
        <pc:sldMkLst>
          <pc:docMk/>
          <pc:sldMk cId="3665284836" sldId="891"/>
        </pc:sldMkLst>
      </pc:sldChg>
      <pc:sldChg chg="del">
        <pc:chgData name="Soumita Sengupta" userId="4afa6ce1-cb01-46c2-8538-4650222f0c96" providerId="ADAL" clId="{B40F3650-4116-4162-BB34-2551B383FECC}" dt="2021-08-19T10:25:00.934" v="39" actId="47"/>
        <pc:sldMkLst>
          <pc:docMk/>
          <pc:sldMk cId="2541011516" sldId="892"/>
        </pc:sldMkLst>
      </pc:sldChg>
      <pc:sldChg chg="del">
        <pc:chgData name="Soumita Sengupta" userId="4afa6ce1-cb01-46c2-8538-4650222f0c96" providerId="ADAL" clId="{B40F3650-4116-4162-BB34-2551B383FECC}" dt="2021-08-19T10:25:01.652" v="41" actId="47"/>
        <pc:sldMkLst>
          <pc:docMk/>
          <pc:sldMk cId="2706045134" sldId="893"/>
        </pc:sldMkLst>
      </pc:sldChg>
      <pc:sldChg chg="del">
        <pc:chgData name="Soumita Sengupta" userId="4afa6ce1-cb01-46c2-8538-4650222f0c96" providerId="ADAL" clId="{B40F3650-4116-4162-BB34-2551B383FECC}" dt="2021-08-19T10:25:02.486" v="43" actId="47"/>
        <pc:sldMkLst>
          <pc:docMk/>
          <pc:sldMk cId="3684676909" sldId="894"/>
        </pc:sldMkLst>
      </pc:sldChg>
      <pc:sldChg chg="del">
        <pc:chgData name="Soumita Sengupta" userId="4afa6ce1-cb01-46c2-8538-4650222f0c96" providerId="ADAL" clId="{B40F3650-4116-4162-BB34-2551B383FECC}" dt="2021-08-19T10:25:03.257" v="46" actId="47"/>
        <pc:sldMkLst>
          <pc:docMk/>
          <pc:sldMk cId="240143812" sldId="895"/>
        </pc:sldMkLst>
      </pc:sldChg>
      <pc:sldChg chg="del">
        <pc:chgData name="Soumita Sengupta" userId="4afa6ce1-cb01-46c2-8538-4650222f0c96" providerId="ADAL" clId="{B40F3650-4116-4162-BB34-2551B383FECC}" dt="2021-08-19T10:25:04.732" v="48" actId="47"/>
        <pc:sldMkLst>
          <pc:docMk/>
          <pc:sldMk cId="2514170485" sldId="896"/>
        </pc:sldMkLst>
      </pc:sldChg>
      <pc:sldChg chg="modSp add mod">
        <pc:chgData name="Soumita Sengupta" userId="4afa6ce1-cb01-46c2-8538-4650222f0c96" providerId="ADAL" clId="{B40F3650-4116-4162-BB34-2551B383FECC}" dt="2021-08-19T10:48:33.551" v="160" actId="255"/>
        <pc:sldMkLst>
          <pc:docMk/>
          <pc:sldMk cId="3780801346" sldId="897"/>
        </pc:sldMkLst>
        <pc:spChg chg="mod">
          <ac:chgData name="Soumita Sengupta" userId="4afa6ce1-cb01-46c2-8538-4650222f0c96" providerId="ADAL" clId="{B40F3650-4116-4162-BB34-2551B383FECC}" dt="2021-08-19T10:48:33.551" v="160" actId="255"/>
          <ac:spMkLst>
            <pc:docMk/>
            <pc:sldMk cId="3780801346" sldId="897"/>
            <ac:spMk id="5" creationId="{00000000-0000-0000-0000-000000000000}"/>
          </ac:spMkLst>
        </pc:spChg>
      </pc:sldChg>
      <pc:sldChg chg="modSp add mod">
        <pc:chgData name="Soumita Sengupta" userId="4afa6ce1-cb01-46c2-8538-4650222f0c96" providerId="ADAL" clId="{B40F3650-4116-4162-BB34-2551B383FECC}" dt="2021-08-19T10:48:45.725" v="162" actId="255"/>
        <pc:sldMkLst>
          <pc:docMk/>
          <pc:sldMk cId="1292349193" sldId="898"/>
        </pc:sldMkLst>
        <pc:spChg chg="mod">
          <ac:chgData name="Soumita Sengupta" userId="4afa6ce1-cb01-46c2-8538-4650222f0c96" providerId="ADAL" clId="{B40F3650-4116-4162-BB34-2551B383FECC}" dt="2021-08-19T10:48:45.725" v="162" actId="255"/>
          <ac:spMkLst>
            <pc:docMk/>
            <pc:sldMk cId="1292349193" sldId="898"/>
            <ac:spMk id="5" creationId="{00000000-0000-0000-0000-000000000000}"/>
          </ac:spMkLst>
        </pc:spChg>
      </pc:sldChg>
      <pc:sldChg chg="del">
        <pc:chgData name="Soumita Sengupta" userId="4afa6ce1-cb01-46c2-8538-4650222f0c96" providerId="ADAL" clId="{B40F3650-4116-4162-BB34-2551B383FECC}" dt="2021-08-19T10:24:58.614" v="31" actId="47"/>
        <pc:sldMkLst>
          <pc:docMk/>
          <pc:sldMk cId="260074369" sldId="1328"/>
        </pc:sldMkLst>
      </pc:sldChg>
      <pc:sldChg chg="modSp mod">
        <pc:chgData name="Soumita Sengupta" userId="4afa6ce1-cb01-46c2-8538-4650222f0c96" providerId="ADAL" clId="{B40F3650-4116-4162-BB34-2551B383FECC}" dt="2021-08-19T10:25:24.407" v="70" actId="20577"/>
        <pc:sldMkLst>
          <pc:docMk/>
          <pc:sldMk cId="4294574429" sldId="1329"/>
        </pc:sldMkLst>
        <pc:spChg chg="mod">
          <ac:chgData name="Soumita Sengupta" userId="4afa6ce1-cb01-46c2-8538-4650222f0c96" providerId="ADAL" clId="{B40F3650-4116-4162-BB34-2551B383FECC}" dt="2021-08-19T10:25:24.407" v="70" actId="20577"/>
          <ac:spMkLst>
            <pc:docMk/>
            <pc:sldMk cId="4294574429" sldId="1329"/>
            <ac:spMk id="2" creationId="{57983F62-BBB9-431B-A37F-BDA0DC7153F6}"/>
          </ac:spMkLst>
        </pc:spChg>
      </pc:sldChg>
      <pc:sldChg chg="del">
        <pc:chgData name="Soumita Sengupta" userId="4afa6ce1-cb01-46c2-8538-4650222f0c96" providerId="ADAL" clId="{B40F3650-4116-4162-BB34-2551B383FECC}" dt="2021-08-19T10:24:57.256" v="27" actId="47"/>
        <pc:sldMkLst>
          <pc:docMk/>
          <pc:sldMk cId="1948634782" sldId="1330"/>
        </pc:sldMkLst>
      </pc:sldChg>
      <pc:sldMasterChg chg="delSldLayout">
        <pc:chgData name="Soumita Sengupta" userId="4afa6ce1-cb01-46c2-8538-4650222f0c96" providerId="ADAL" clId="{B40F3650-4116-4162-BB34-2551B383FECC}" dt="2021-08-19T10:24:59.586" v="34" actId="47"/>
        <pc:sldMasterMkLst>
          <pc:docMk/>
          <pc:sldMasterMk cId="1029875623" sldId="2147483678"/>
        </pc:sldMasterMkLst>
        <pc:sldLayoutChg chg="del">
          <pc:chgData name="Soumita Sengupta" userId="4afa6ce1-cb01-46c2-8538-4650222f0c96" providerId="ADAL" clId="{B40F3650-4116-4162-BB34-2551B383FECC}" dt="2021-08-19T10:24:59.586" v="34" actId="47"/>
          <pc:sldLayoutMkLst>
            <pc:docMk/>
            <pc:sldMasterMk cId="1029875623" sldId="2147483678"/>
            <pc:sldLayoutMk cId="3189769506" sldId="2147483733"/>
          </pc:sldLayoutMkLst>
        </pc:sldLayoutChg>
      </pc:sldMasterChg>
    </pc:docChg>
  </pc:docChgLst>
  <pc:docChgLst>
    <pc:chgData name="Soumita Sengupta" userId="4afa6ce1-cb01-46c2-8538-4650222f0c96" providerId="ADAL" clId="{6D014E28-5AC5-424B-B335-F0A00E851760}"/>
    <pc:docChg chg="undo custSel addSld delSld modSld sldOrd">
      <pc:chgData name="Soumita Sengupta" userId="4afa6ce1-cb01-46c2-8538-4650222f0c96" providerId="ADAL" clId="{6D014E28-5AC5-424B-B335-F0A00E851760}" dt="2021-04-09T06:25:34.661" v="414" actId="47"/>
      <pc:docMkLst>
        <pc:docMk/>
      </pc:docMkLst>
      <pc:sldChg chg="del">
        <pc:chgData name="Soumita Sengupta" userId="4afa6ce1-cb01-46c2-8538-4650222f0c96" providerId="ADAL" clId="{6D014E28-5AC5-424B-B335-F0A00E851760}" dt="2021-04-06T10:33:03.639" v="83" actId="47"/>
        <pc:sldMkLst>
          <pc:docMk/>
          <pc:sldMk cId="897743312" sldId="260"/>
        </pc:sldMkLst>
      </pc:sldChg>
      <pc:sldChg chg="del">
        <pc:chgData name="Soumita Sengupta" userId="4afa6ce1-cb01-46c2-8538-4650222f0c96" providerId="ADAL" clId="{6D014E28-5AC5-424B-B335-F0A00E851760}" dt="2021-04-06T11:12:32.703" v="220" actId="47"/>
        <pc:sldMkLst>
          <pc:docMk/>
          <pc:sldMk cId="633416662" sldId="262"/>
        </pc:sldMkLst>
      </pc:sldChg>
      <pc:sldChg chg="del">
        <pc:chgData name="Soumita Sengupta" userId="4afa6ce1-cb01-46c2-8538-4650222f0c96" providerId="ADAL" clId="{6D014E28-5AC5-424B-B335-F0A00E851760}" dt="2021-04-06T11:14:35.014" v="246" actId="47"/>
        <pc:sldMkLst>
          <pc:docMk/>
          <pc:sldMk cId="446307671" sldId="263"/>
        </pc:sldMkLst>
      </pc:sldChg>
      <pc:sldChg chg="addSp delSp modSp add mod">
        <pc:chgData name="Soumita Sengupta" userId="4afa6ce1-cb01-46c2-8538-4650222f0c96" providerId="ADAL" clId="{6D014E28-5AC5-424B-B335-F0A00E851760}" dt="2021-04-06T11:33:00.895" v="366"/>
        <pc:sldMkLst>
          <pc:docMk/>
          <pc:sldMk cId="4196682678" sldId="286"/>
        </pc:sldMkLst>
        <pc:spChg chg="del">
          <ac:chgData name="Soumita Sengupta" userId="4afa6ce1-cb01-46c2-8538-4650222f0c96" providerId="ADAL" clId="{6D014E28-5AC5-424B-B335-F0A00E851760}" dt="2021-04-06T11:32:57.255" v="364" actId="478"/>
          <ac:spMkLst>
            <pc:docMk/>
            <pc:sldMk cId="4196682678" sldId="286"/>
            <ac:spMk id="2" creationId="{601C711B-9295-4652-9ABE-066D256A2133}"/>
          </ac:spMkLst>
        </pc:spChg>
        <pc:spChg chg="del">
          <ac:chgData name="Soumita Sengupta" userId="4afa6ce1-cb01-46c2-8538-4650222f0c96" providerId="ADAL" clId="{6D014E28-5AC5-424B-B335-F0A00E851760}" dt="2021-04-06T11:32:59.336" v="365" actId="478"/>
          <ac:spMkLst>
            <pc:docMk/>
            <pc:sldMk cId="4196682678" sldId="286"/>
            <ac:spMk id="3" creationId="{69926989-36A1-4026-8037-8E95E7C4CAA4}"/>
          </ac:spMkLst>
        </pc:spChg>
        <pc:spChg chg="add mod">
          <ac:chgData name="Soumita Sengupta" userId="4afa6ce1-cb01-46c2-8538-4650222f0c96" providerId="ADAL" clId="{6D014E28-5AC5-424B-B335-F0A00E851760}" dt="2021-04-06T11:33:00.895" v="366"/>
          <ac:spMkLst>
            <pc:docMk/>
            <pc:sldMk cId="4196682678" sldId="286"/>
            <ac:spMk id="7" creationId="{CC8A216C-C5D2-4688-B2C4-7816EC783D76}"/>
          </ac:spMkLst>
        </pc:spChg>
        <pc:spChg chg="mod">
          <ac:chgData name="Soumita Sengupta" userId="4afa6ce1-cb01-46c2-8538-4650222f0c96" providerId="ADAL" clId="{6D014E28-5AC5-424B-B335-F0A00E851760}" dt="2021-04-06T10:48:54.159" v="192" actId="255"/>
          <ac:spMkLst>
            <pc:docMk/>
            <pc:sldMk cId="4196682678" sldId="286"/>
            <ac:spMk id="10" creationId="{1CEF220F-4F97-4E58-8F35-3888D7A16DD5}"/>
          </ac:spMkLst>
        </pc:spChg>
        <pc:picChg chg="add mod">
          <ac:chgData name="Soumita Sengupta" userId="4afa6ce1-cb01-46c2-8538-4650222f0c96" providerId="ADAL" clId="{6D014E28-5AC5-424B-B335-F0A00E851760}" dt="2021-04-06T11:33:00.895" v="366"/>
          <ac:picMkLst>
            <pc:docMk/>
            <pc:sldMk cId="4196682678" sldId="286"/>
            <ac:picMk id="6" creationId="{2F38D59A-3EDA-4ACD-8BE2-FAD988C40D97}"/>
          </ac:picMkLst>
        </pc:picChg>
      </pc:sldChg>
      <pc:sldChg chg="addSp delSp modSp add del mod">
        <pc:chgData name="Soumita Sengupta" userId="4afa6ce1-cb01-46c2-8538-4650222f0c96" providerId="ADAL" clId="{6D014E28-5AC5-424B-B335-F0A00E851760}" dt="2021-04-09T06:25:33.738" v="413" actId="47"/>
        <pc:sldMkLst>
          <pc:docMk/>
          <pc:sldMk cId="3445965952" sldId="287"/>
        </pc:sldMkLst>
        <pc:spChg chg="del">
          <ac:chgData name="Soumita Sengupta" userId="4afa6ce1-cb01-46c2-8538-4650222f0c96" providerId="ADAL" clId="{6D014E28-5AC5-424B-B335-F0A00E851760}" dt="2021-04-06T11:32:00.503" v="349" actId="478"/>
          <ac:spMkLst>
            <pc:docMk/>
            <pc:sldMk cId="3445965952" sldId="287"/>
            <ac:spMk id="3" creationId="{00000000-0000-0000-0000-000000000000}"/>
          </ac:spMkLst>
        </pc:spChg>
        <pc:spChg chg="del">
          <ac:chgData name="Soumita Sengupta" userId="4afa6ce1-cb01-46c2-8538-4650222f0c96" providerId="ADAL" clId="{6D014E28-5AC5-424B-B335-F0A00E851760}" dt="2021-04-06T11:32:02.609" v="350" actId="478"/>
          <ac:spMkLst>
            <pc:docMk/>
            <pc:sldMk cId="3445965952" sldId="287"/>
            <ac:spMk id="4" creationId="{00000000-0000-0000-0000-000000000000}"/>
          </ac:spMkLst>
        </pc:spChg>
        <pc:spChg chg="add mod">
          <ac:chgData name="Soumita Sengupta" userId="4afa6ce1-cb01-46c2-8538-4650222f0c96" providerId="ADAL" clId="{6D014E28-5AC5-424B-B335-F0A00E851760}" dt="2021-04-06T11:32:04.467" v="351"/>
          <ac:spMkLst>
            <pc:docMk/>
            <pc:sldMk cId="3445965952" sldId="287"/>
            <ac:spMk id="8" creationId="{F946BBD2-C62F-45F5-B703-216EEC30A172}"/>
          </ac:spMkLst>
        </pc:spChg>
        <pc:graphicFrameChg chg="mod">
          <ac:chgData name="Soumita Sengupta" userId="4afa6ce1-cb01-46c2-8538-4650222f0c96" providerId="ADAL" clId="{6D014E28-5AC5-424B-B335-F0A00E851760}" dt="2021-04-06T10:42:18.804" v="159" actId="108"/>
          <ac:graphicFrameMkLst>
            <pc:docMk/>
            <pc:sldMk cId="3445965952" sldId="287"/>
            <ac:graphicFrameMk id="6" creationId="{00000000-0000-0000-0000-000000000000}"/>
          </ac:graphicFrameMkLst>
        </pc:graphicFrameChg>
        <pc:picChg chg="add mod">
          <ac:chgData name="Soumita Sengupta" userId="4afa6ce1-cb01-46c2-8538-4650222f0c96" providerId="ADAL" clId="{6D014E28-5AC5-424B-B335-F0A00E851760}" dt="2021-04-06T11:32:04.467" v="351"/>
          <ac:picMkLst>
            <pc:docMk/>
            <pc:sldMk cId="3445965952" sldId="287"/>
            <ac:picMk id="7" creationId="{2756D2A9-510A-4961-8348-84F9D8FEC4F8}"/>
          </ac:picMkLst>
        </pc:picChg>
      </pc:sldChg>
      <pc:sldChg chg="addSp delSp modSp add del mod">
        <pc:chgData name="Soumita Sengupta" userId="4afa6ce1-cb01-46c2-8538-4650222f0c96" providerId="ADAL" clId="{6D014E28-5AC5-424B-B335-F0A00E851760}" dt="2021-04-09T06:25:34.661" v="414" actId="47"/>
        <pc:sldMkLst>
          <pc:docMk/>
          <pc:sldMk cId="3251029133" sldId="288"/>
        </pc:sldMkLst>
        <pc:spChg chg="del">
          <ac:chgData name="Soumita Sengupta" userId="4afa6ce1-cb01-46c2-8538-4650222f0c96" providerId="ADAL" clId="{6D014E28-5AC5-424B-B335-F0A00E851760}" dt="2021-04-06T11:32:11.846" v="352" actId="478"/>
          <ac:spMkLst>
            <pc:docMk/>
            <pc:sldMk cId="3251029133" sldId="288"/>
            <ac:spMk id="3" creationId="{00000000-0000-0000-0000-000000000000}"/>
          </ac:spMkLst>
        </pc:spChg>
        <pc:spChg chg="del">
          <ac:chgData name="Soumita Sengupta" userId="4afa6ce1-cb01-46c2-8538-4650222f0c96" providerId="ADAL" clId="{6D014E28-5AC5-424B-B335-F0A00E851760}" dt="2021-04-06T11:32:14.376" v="353" actId="478"/>
          <ac:spMkLst>
            <pc:docMk/>
            <pc:sldMk cId="3251029133" sldId="288"/>
            <ac:spMk id="4" creationId="{00000000-0000-0000-0000-000000000000}"/>
          </ac:spMkLst>
        </pc:spChg>
        <pc:spChg chg="add mod">
          <ac:chgData name="Soumita Sengupta" userId="4afa6ce1-cb01-46c2-8538-4650222f0c96" providerId="ADAL" clId="{6D014E28-5AC5-424B-B335-F0A00E851760}" dt="2021-04-06T11:32:16.059" v="354"/>
          <ac:spMkLst>
            <pc:docMk/>
            <pc:sldMk cId="3251029133" sldId="288"/>
            <ac:spMk id="8" creationId="{79399695-8344-4CD9-89EC-1DE36A0A5609}"/>
          </ac:spMkLst>
        </pc:spChg>
        <pc:graphicFrameChg chg="mod modGraphic">
          <ac:chgData name="Soumita Sengupta" userId="4afa6ce1-cb01-46c2-8538-4650222f0c96" providerId="ADAL" clId="{6D014E28-5AC5-424B-B335-F0A00E851760}" dt="2021-04-06T10:42:39.502" v="162" actId="255"/>
          <ac:graphicFrameMkLst>
            <pc:docMk/>
            <pc:sldMk cId="3251029133" sldId="288"/>
            <ac:graphicFrameMk id="6" creationId="{00000000-0000-0000-0000-000000000000}"/>
          </ac:graphicFrameMkLst>
        </pc:graphicFrameChg>
        <pc:picChg chg="add mod">
          <ac:chgData name="Soumita Sengupta" userId="4afa6ce1-cb01-46c2-8538-4650222f0c96" providerId="ADAL" clId="{6D014E28-5AC5-424B-B335-F0A00E851760}" dt="2021-04-06T11:32:16.059" v="354"/>
          <ac:picMkLst>
            <pc:docMk/>
            <pc:sldMk cId="3251029133" sldId="288"/>
            <ac:picMk id="7" creationId="{6C13166F-E210-4A02-9BD9-885CE8179C2A}"/>
          </ac:picMkLst>
        </pc:picChg>
      </pc:sldChg>
      <pc:sldChg chg="addSp delSp modSp add mod">
        <pc:chgData name="Soumita Sengupta" userId="4afa6ce1-cb01-46c2-8538-4650222f0c96" providerId="ADAL" clId="{6D014E28-5AC5-424B-B335-F0A00E851760}" dt="2021-04-06T11:29:52.198" v="318" actId="1076"/>
        <pc:sldMkLst>
          <pc:docMk/>
          <pc:sldMk cId="3879588154" sldId="290"/>
        </pc:sldMkLst>
        <pc:spChg chg="del">
          <ac:chgData name="Soumita Sengupta" userId="4afa6ce1-cb01-46c2-8538-4650222f0c96" providerId="ADAL" clId="{6D014E28-5AC5-424B-B335-F0A00E851760}" dt="2021-04-06T11:29:19.041" v="311" actId="478"/>
          <ac:spMkLst>
            <pc:docMk/>
            <pc:sldMk cId="3879588154" sldId="290"/>
            <ac:spMk id="2" creationId="{D91EEE62-42F2-4F1D-B8A3-FBAD6C650C8E}"/>
          </ac:spMkLst>
        </pc:spChg>
        <pc:spChg chg="del">
          <ac:chgData name="Soumita Sengupta" userId="4afa6ce1-cb01-46c2-8538-4650222f0c96" providerId="ADAL" clId="{6D014E28-5AC5-424B-B335-F0A00E851760}" dt="2021-04-06T11:29:22.653" v="312" actId="478"/>
          <ac:spMkLst>
            <pc:docMk/>
            <pc:sldMk cId="3879588154" sldId="290"/>
            <ac:spMk id="4" creationId="{3444EB40-04FA-4299-92D2-DF45857EA738}"/>
          </ac:spMkLst>
        </pc:spChg>
        <pc:spChg chg="add del mod">
          <ac:chgData name="Soumita Sengupta" userId="4afa6ce1-cb01-46c2-8538-4650222f0c96" providerId="ADAL" clId="{6D014E28-5AC5-424B-B335-F0A00E851760}" dt="2021-04-06T11:29:26.521" v="314"/>
          <ac:spMkLst>
            <pc:docMk/>
            <pc:sldMk cId="3879588154" sldId="290"/>
            <ac:spMk id="6" creationId="{4A68B003-77A7-437B-A30B-46606BC3B75E}"/>
          </ac:spMkLst>
        </pc:spChg>
        <pc:spChg chg="add mod">
          <ac:chgData name="Soumita Sengupta" userId="4afa6ce1-cb01-46c2-8538-4650222f0c96" providerId="ADAL" clId="{6D014E28-5AC5-424B-B335-F0A00E851760}" dt="2021-04-06T11:29:52.198" v="318" actId="1076"/>
          <ac:spMkLst>
            <pc:docMk/>
            <pc:sldMk cId="3879588154" sldId="290"/>
            <ac:spMk id="8" creationId="{8B8D271A-70E6-42E8-9673-1CD0392E2CE6}"/>
          </ac:spMkLst>
        </pc:spChg>
        <pc:spChg chg="del">
          <ac:chgData name="Soumita Sengupta" userId="4afa6ce1-cb01-46c2-8538-4650222f0c96" providerId="ADAL" clId="{6D014E28-5AC5-424B-B335-F0A00E851760}" dt="2021-04-06T10:27:48.707" v="26" actId="478"/>
          <ac:spMkLst>
            <pc:docMk/>
            <pc:sldMk cId="3879588154" sldId="290"/>
            <ac:spMk id="10" creationId="{31F121B9-728B-46F1-B056-A4E564A3B017}"/>
          </ac:spMkLst>
        </pc:spChg>
        <pc:picChg chg="add mod">
          <ac:chgData name="Soumita Sengupta" userId="4afa6ce1-cb01-46c2-8538-4650222f0c96" providerId="ADAL" clId="{6D014E28-5AC5-424B-B335-F0A00E851760}" dt="2021-04-06T11:29:30.627" v="316" actId="1076"/>
          <ac:picMkLst>
            <pc:docMk/>
            <pc:sldMk cId="3879588154" sldId="290"/>
            <ac:picMk id="3" creationId="{07E0BDF4-BE3D-48E3-B3B8-73695475CDBD}"/>
          </ac:picMkLst>
        </pc:picChg>
        <pc:picChg chg="mod">
          <ac:chgData name="Soumita Sengupta" userId="4afa6ce1-cb01-46c2-8538-4650222f0c96" providerId="ADAL" clId="{6D014E28-5AC5-424B-B335-F0A00E851760}" dt="2021-04-06T10:27:53.390" v="27" actId="1076"/>
          <ac:picMkLst>
            <pc:docMk/>
            <pc:sldMk cId="3879588154" sldId="290"/>
            <ac:picMk id="7" creationId="{7F152307-C1F8-47C6-A5BE-D147F2DA68FF}"/>
          </ac:picMkLst>
        </pc:picChg>
      </pc:sldChg>
      <pc:sldChg chg="addSp delSp modSp add mod">
        <pc:chgData name="Soumita Sengupta" userId="4afa6ce1-cb01-46c2-8538-4650222f0c96" providerId="ADAL" clId="{6D014E28-5AC5-424B-B335-F0A00E851760}" dt="2021-04-06T11:30:12.786" v="321"/>
        <pc:sldMkLst>
          <pc:docMk/>
          <pc:sldMk cId="1179459248" sldId="291"/>
        </pc:sldMkLst>
        <pc:spChg chg="del">
          <ac:chgData name="Soumita Sengupta" userId="4afa6ce1-cb01-46c2-8538-4650222f0c96" providerId="ADAL" clId="{6D014E28-5AC5-424B-B335-F0A00E851760}" dt="2021-04-06T11:30:07.448" v="319" actId="478"/>
          <ac:spMkLst>
            <pc:docMk/>
            <pc:sldMk cId="1179459248" sldId="291"/>
            <ac:spMk id="2" creationId="{A5545079-D53D-4204-BC3D-24CFC6CCA960}"/>
          </ac:spMkLst>
        </pc:spChg>
        <pc:spChg chg="del">
          <ac:chgData name="Soumita Sengupta" userId="4afa6ce1-cb01-46c2-8538-4650222f0c96" providerId="ADAL" clId="{6D014E28-5AC5-424B-B335-F0A00E851760}" dt="2021-04-06T11:30:10.766" v="320" actId="478"/>
          <ac:spMkLst>
            <pc:docMk/>
            <pc:sldMk cId="1179459248" sldId="291"/>
            <ac:spMk id="3" creationId="{CF66264A-2F27-4E94-9395-FD5D576B0B85}"/>
          </ac:spMkLst>
        </pc:spChg>
        <pc:spChg chg="add mod">
          <ac:chgData name="Soumita Sengupta" userId="4afa6ce1-cb01-46c2-8538-4650222f0c96" providerId="ADAL" clId="{6D014E28-5AC5-424B-B335-F0A00E851760}" dt="2021-04-06T11:30:12.786" v="321"/>
          <ac:spMkLst>
            <pc:docMk/>
            <pc:sldMk cId="1179459248" sldId="291"/>
            <ac:spMk id="8" creationId="{E5338E6C-3031-4B14-B954-C1758B845F2F}"/>
          </ac:spMkLst>
        </pc:spChg>
        <pc:graphicFrameChg chg="mod">
          <ac:chgData name="Soumita Sengupta" userId="4afa6ce1-cb01-46c2-8538-4650222f0c96" providerId="ADAL" clId="{6D014E28-5AC5-424B-B335-F0A00E851760}" dt="2021-04-06T10:29:10.749" v="42" actId="1076"/>
          <ac:graphicFrameMkLst>
            <pc:docMk/>
            <pc:sldMk cId="1179459248" sldId="291"/>
            <ac:graphicFrameMk id="6" creationId="{00000000-0000-0000-0000-000000000000}"/>
          </ac:graphicFrameMkLst>
        </pc:graphicFrameChg>
        <pc:picChg chg="add mod">
          <ac:chgData name="Soumita Sengupta" userId="4afa6ce1-cb01-46c2-8538-4650222f0c96" providerId="ADAL" clId="{6D014E28-5AC5-424B-B335-F0A00E851760}" dt="2021-04-06T11:30:12.786" v="321"/>
          <ac:picMkLst>
            <pc:docMk/>
            <pc:sldMk cId="1179459248" sldId="291"/>
            <ac:picMk id="7" creationId="{D0CDCA76-7101-49FB-9F61-9458A01E9EB3}"/>
          </ac:picMkLst>
        </pc:picChg>
      </pc:sldChg>
      <pc:sldChg chg="addSp delSp modSp add mod">
        <pc:chgData name="Soumita Sengupta" userId="4afa6ce1-cb01-46c2-8538-4650222f0c96" providerId="ADAL" clId="{6D014E28-5AC5-424B-B335-F0A00E851760}" dt="2021-04-06T11:30:20.285" v="324"/>
        <pc:sldMkLst>
          <pc:docMk/>
          <pc:sldMk cId="4035925901" sldId="292"/>
        </pc:sldMkLst>
        <pc:spChg chg="del">
          <ac:chgData name="Soumita Sengupta" userId="4afa6ce1-cb01-46c2-8538-4650222f0c96" providerId="ADAL" clId="{6D014E28-5AC5-424B-B335-F0A00E851760}" dt="2021-04-06T11:30:16.513" v="322" actId="478"/>
          <ac:spMkLst>
            <pc:docMk/>
            <pc:sldMk cId="4035925901" sldId="292"/>
            <ac:spMk id="3" creationId="{00000000-0000-0000-0000-000000000000}"/>
          </ac:spMkLst>
        </pc:spChg>
        <pc:spChg chg="del">
          <ac:chgData name="Soumita Sengupta" userId="4afa6ce1-cb01-46c2-8538-4650222f0c96" providerId="ADAL" clId="{6D014E28-5AC5-424B-B335-F0A00E851760}" dt="2021-04-06T11:30:18.577" v="323" actId="478"/>
          <ac:spMkLst>
            <pc:docMk/>
            <pc:sldMk cId="4035925901" sldId="292"/>
            <ac:spMk id="4" creationId="{00000000-0000-0000-0000-000000000000}"/>
          </ac:spMkLst>
        </pc:spChg>
        <pc:spChg chg="mod">
          <ac:chgData name="Soumita Sengupta" userId="4afa6ce1-cb01-46c2-8538-4650222f0c96" providerId="ADAL" clId="{6D014E28-5AC5-424B-B335-F0A00E851760}" dt="2021-04-06T10:30:20.641" v="72" actId="5793"/>
          <ac:spMkLst>
            <pc:docMk/>
            <pc:sldMk cId="4035925901" sldId="292"/>
            <ac:spMk id="5" creationId="{00000000-0000-0000-0000-000000000000}"/>
          </ac:spMkLst>
        </pc:spChg>
        <pc:spChg chg="add mod">
          <ac:chgData name="Soumita Sengupta" userId="4afa6ce1-cb01-46c2-8538-4650222f0c96" providerId="ADAL" clId="{6D014E28-5AC5-424B-B335-F0A00E851760}" dt="2021-04-06T11:30:20.285" v="324"/>
          <ac:spMkLst>
            <pc:docMk/>
            <pc:sldMk cId="4035925901" sldId="292"/>
            <ac:spMk id="8" creationId="{CD558720-D4DD-4EFF-9F83-5B3E3F40688A}"/>
          </ac:spMkLst>
        </pc:spChg>
        <pc:graphicFrameChg chg="mod">
          <ac:chgData name="Soumita Sengupta" userId="4afa6ce1-cb01-46c2-8538-4650222f0c96" providerId="ADAL" clId="{6D014E28-5AC5-424B-B335-F0A00E851760}" dt="2021-04-06T10:30:03.025" v="59" actId="108"/>
          <ac:graphicFrameMkLst>
            <pc:docMk/>
            <pc:sldMk cId="4035925901" sldId="292"/>
            <ac:graphicFrameMk id="6" creationId="{00000000-0000-0000-0000-000000000000}"/>
          </ac:graphicFrameMkLst>
        </pc:graphicFrameChg>
        <pc:picChg chg="add mod">
          <ac:chgData name="Soumita Sengupta" userId="4afa6ce1-cb01-46c2-8538-4650222f0c96" providerId="ADAL" clId="{6D014E28-5AC5-424B-B335-F0A00E851760}" dt="2021-04-06T11:30:20.285" v="324"/>
          <ac:picMkLst>
            <pc:docMk/>
            <pc:sldMk cId="4035925901" sldId="292"/>
            <ac:picMk id="7" creationId="{CA1F9789-7C7C-4395-9DC5-7B02EAEC5DD4}"/>
          </ac:picMkLst>
        </pc:picChg>
      </pc:sldChg>
      <pc:sldChg chg="addSp delSp modSp add mod">
        <pc:chgData name="Soumita Sengupta" userId="4afa6ce1-cb01-46c2-8538-4650222f0c96" providerId="ADAL" clId="{6D014E28-5AC5-424B-B335-F0A00E851760}" dt="2021-04-06T11:31:13.617" v="336"/>
        <pc:sldMkLst>
          <pc:docMk/>
          <pc:sldMk cId="1447183784" sldId="293"/>
        </pc:sldMkLst>
        <pc:spChg chg="del">
          <ac:chgData name="Soumita Sengupta" userId="4afa6ce1-cb01-46c2-8538-4650222f0c96" providerId="ADAL" clId="{6D014E28-5AC5-424B-B335-F0A00E851760}" dt="2021-04-06T11:31:09.283" v="334" actId="478"/>
          <ac:spMkLst>
            <pc:docMk/>
            <pc:sldMk cId="1447183784" sldId="293"/>
            <ac:spMk id="3" creationId="{00000000-0000-0000-0000-000000000000}"/>
          </ac:spMkLst>
        </pc:spChg>
        <pc:spChg chg="del">
          <ac:chgData name="Soumita Sengupta" userId="4afa6ce1-cb01-46c2-8538-4650222f0c96" providerId="ADAL" clId="{6D014E28-5AC5-424B-B335-F0A00E851760}" dt="2021-04-06T11:31:11.987" v="335" actId="478"/>
          <ac:spMkLst>
            <pc:docMk/>
            <pc:sldMk cId="1447183784" sldId="293"/>
            <ac:spMk id="4" creationId="{00000000-0000-0000-0000-000000000000}"/>
          </ac:spMkLst>
        </pc:spChg>
        <pc:spChg chg="mod">
          <ac:chgData name="Soumita Sengupta" userId="4afa6ce1-cb01-46c2-8538-4650222f0c96" providerId="ADAL" clId="{6D014E28-5AC5-424B-B335-F0A00E851760}" dt="2021-04-06T10:33:44.983" v="87" actId="27636"/>
          <ac:spMkLst>
            <pc:docMk/>
            <pc:sldMk cId="1447183784" sldId="293"/>
            <ac:spMk id="5" creationId="{00000000-0000-0000-0000-000000000000}"/>
          </ac:spMkLst>
        </pc:spChg>
        <pc:spChg chg="add mod">
          <ac:chgData name="Soumita Sengupta" userId="4afa6ce1-cb01-46c2-8538-4650222f0c96" providerId="ADAL" clId="{6D014E28-5AC5-424B-B335-F0A00E851760}" dt="2021-04-06T11:31:13.617" v="336"/>
          <ac:spMkLst>
            <pc:docMk/>
            <pc:sldMk cId="1447183784" sldId="293"/>
            <ac:spMk id="8" creationId="{DA5ECAA8-14F4-4E16-B435-807A3D718475}"/>
          </ac:spMkLst>
        </pc:spChg>
        <pc:graphicFrameChg chg="mod">
          <ac:chgData name="Soumita Sengupta" userId="4afa6ce1-cb01-46c2-8538-4650222f0c96" providerId="ADAL" clId="{6D014E28-5AC5-424B-B335-F0A00E851760}" dt="2021-04-06T10:35:41.844" v="110" actId="108"/>
          <ac:graphicFrameMkLst>
            <pc:docMk/>
            <pc:sldMk cId="1447183784" sldId="293"/>
            <ac:graphicFrameMk id="6" creationId="{00000000-0000-0000-0000-000000000000}"/>
          </ac:graphicFrameMkLst>
        </pc:graphicFrameChg>
        <pc:picChg chg="add mod">
          <ac:chgData name="Soumita Sengupta" userId="4afa6ce1-cb01-46c2-8538-4650222f0c96" providerId="ADAL" clId="{6D014E28-5AC5-424B-B335-F0A00E851760}" dt="2021-04-06T11:31:13.617" v="336"/>
          <ac:picMkLst>
            <pc:docMk/>
            <pc:sldMk cId="1447183784" sldId="293"/>
            <ac:picMk id="7" creationId="{310ECB26-5718-49CF-8AFF-89EF79FC7A6D}"/>
          </ac:picMkLst>
        </pc:picChg>
      </pc:sldChg>
      <pc:sldChg chg="modSp mod">
        <pc:chgData name="Soumita Sengupta" userId="4afa6ce1-cb01-46c2-8538-4650222f0c96" providerId="ADAL" clId="{6D014E28-5AC5-424B-B335-F0A00E851760}" dt="2021-04-06T10:26:10.949" v="24" actId="20577"/>
        <pc:sldMkLst>
          <pc:docMk/>
          <pc:sldMk cId="2584036331" sldId="339"/>
        </pc:sldMkLst>
        <pc:spChg chg="mod">
          <ac:chgData name="Soumita Sengupta" userId="4afa6ce1-cb01-46c2-8538-4650222f0c96" providerId="ADAL" clId="{6D014E28-5AC5-424B-B335-F0A00E851760}" dt="2021-04-06T10:26:10.949" v="24" actId="20577"/>
          <ac:spMkLst>
            <pc:docMk/>
            <pc:sldMk cId="2584036331" sldId="339"/>
            <ac:spMk id="5" creationId="{6D1A1596-A8D7-4C1A-8956-0FA40A84EFCA}"/>
          </ac:spMkLst>
        </pc:spChg>
      </pc:sldChg>
      <pc:sldChg chg="modSp mod ord">
        <pc:chgData name="Soumita Sengupta" userId="4afa6ce1-cb01-46c2-8538-4650222f0c96" providerId="ADAL" clId="{6D014E28-5AC5-424B-B335-F0A00E851760}" dt="2021-04-06T10:31:23.957" v="79"/>
        <pc:sldMkLst>
          <pc:docMk/>
          <pc:sldMk cId="473323582" sldId="359"/>
        </pc:sldMkLst>
        <pc:spChg chg="mod">
          <ac:chgData name="Soumita Sengupta" userId="4afa6ce1-cb01-46c2-8538-4650222f0c96" providerId="ADAL" clId="{6D014E28-5AC5-424B-B335-F0A00E851760}" dt="2021-04-06T10:31:23.957" v="79"/>
          <ac:spMkLst>
            <pc:docMk/>
            <pc:sldMk cId="473323582" sldId="359"/>
            <ac:spMk id="2" creationId="{57983F62-BBB9-431B-A37F-BDA0DC7153F6}"/>
          </ac:spMkLst>
        </pc:spChg>
      </pc:sldChg>
      <pc:sldChg chg="addSp delSp modSp add mod">
        <pc:chgData name="Soumita Sengupta" userId="4afa6ce1-cb01-46c2-8538-4650222f0c96" providerId="ADAL" clId="{6D014E28-5AC5-424B-B335-F0A00E851760}" dt="2021-04-08T09:04:39.270" v="411" actId="20577"/>
        <pc:sldMkLst>
          <pc:docMk/>
          <pc:sldMk cId="3877073650" sldId="430"/>
        </pc:sldMkLst>
        <pc:spChg chg="del">
          <ac:chgData name="Soumita Sengupta" userId="4afa6ce1-cb01-46c2-8538-4650222f0c96" providerId="ADAL" clId="{6D014E28-5AC5-424B-B335-F0A00E851760}" dt="2021-04-06T11:31:20.616" v="337" actId="478"/>
          <ac:spMkLst>
            <pc:docMk/>
            <pc:sldMk cId="3877073650" sldId="430"/>
            <ac:spMk id="3" creationId="{00000000-0000-0000-0000-000000000000}"/>
          </ac:spMkLst>
        </pc:spChg>
        <pc:spChg chg="del">
          <ac:chgData name="Soumita Sengupta" userId="4afa6ce1-cb01-46c2-8538-4650222f0c96" providerId="ADAL" clId="{6D014E28-5AC5-424B-B335-F0A00E851760}" dt="2021-04-06T11:31:25.503" v="338" actId="478"/>
          <ac:spMkLst>
            <pc:docMk/>
            <pc:sldMk cId="3877073650" sldId="430"/>
            <ac:spMk id="4" creationId="{00000000-0000-0000-0000-000000000000}"/>
          </ac:spMkLst>
        </pc:spChg>
        <pc:spChg chg="mod">
          <ac:chgData name="Soumita Sengupta" userId="4afa6ce1-cb01-46c2-8538-4650222f0c96" providerId="ADAL" clId="{6D014E28-5AC5-424B-B335-F0A00E851760}" dt="2021-04-06T10:40:13.449" v="129" actId="108"/>
          <ac:spMkLst>
            <pc:docMk/>
            <pc:sldMk cId="3877073650" sldId="430"/>
            <ac:spMk id="12" creationId="{1C263E02-A142-4874-9FC3-BD95A9151AC6}"/>
          </ac:spMkLst>
        </pc:spChg>
        <pc:spChg chg="mod">
          <ac:chgData name="Soumita Sengupta" userId="4afa6ce1-cb01-46c2-8538-4650222f0c96" providerId="ADAL" clId="{6D014E28-5AC5-424B-B335-F0A00E851760}" dt="2021-04-06T10:40:08.919" v="128" actId="108"/>
          <ac:spMkLst>
            <pc:docMk/>
            <pc:sldMk cId="3877073650" sldId="430"/>
            <ac:spMk id="14" creationId="{43512C94-6DDC-471B-BD2C-171EC74F8CB2}"/>
          </ac:spMkLst>
        </pc:spChg>
        <pc:spChg chg="mod">
          <ac:chgData name="Soumita Sengupta" userId="4afa6ce1-cb01-46c2-8538-4650222f0c96" providerId="ADAL" clId="{6D014E28-5AC5-424B-B335-F0A00E851760}" dt="2021-04-06T10:40:04.365" v="127" actId="108"/>
          <ac:spMkLst>
            <pc:docMk/>
            <pc:sldMk cId="3877073650" sldId="430"/>
            <ac:spMk id="16" creationId="{6A7CE17C-D6FB-46CF-8557-0A4908E55458}"/>
          </ac:spMkLst>
        </pc:spChg>
        <pc:spChg chg="add mod">
          <ac:chgData name="Soumita Sengupta" userId="4afa6ce1-cb01-46c2-8538-4650222f0c96" providerId="ADAL" clId="{6D014E28-5AC5-424B-B335-F0A00E851760}" dt="2021-04-06T11:31:27.414" v="339"/>
          <ac:spMkLst>
            <pc:docMk/>
            <pc:sldMk cId="3877073650" sldId="430"/>
            <ac:spMk id="20" creationId="{9CB889B1-CF3A-4A1C-8CCD-69D36C5EB271}"/>
          </ac:spMkLst>
        </pc:spChg>
        <pc:graphicFrameChg chg="mod">
          <ac:chgData name="Soumita Sengupta" userId="4afa6ce1-cb01-46c2-8538-4650222f0c96" providerId="ADAL" clId="{6D014E28-5AC5-424B-B335-F0A00E851760}" dt="2021-04-08T09:04:39.270" v="411" actId="20577"/>
          <ac:graphicFrameMkLst>
            <pc:docMk/>
            <pc:sldMk cId="3877073650" sldId="430"/>
            <ac:graphicFrameMk id="6" creationId="{00000000-0000-0000-0000-000000000000}"/>
          </ac:graphicFrameMkLst>
        </pc:graphicFrameChg>
        <pc:picChg chg="add mod">
          <ac:chgData name="Soumita Sengupta" userId="4afa6ce1-cb01-46c2-8538-4650222f0c96" providerId="ADAL" clId="{6D014E28-5AC5-424B-B335-F0A00E851760}" dt="2021-04-06T11:31:27.414" v="339"/>
          <ac:picMkLst>
            <pc:docMk/>
            <pc:sldMk cId="3877073650" sldId="430"/>
            <ac:picMk id="19" creationId="{A3EC2265-0BB0-49EE-9033-C09AF9E6E187}"/>
          </ac:picMkLst>
        </pc:picChg>
      </pc:sldChg>
      <pc:sldChg chg="addSp delSp modSp add mod">
        <pc:chgData name="Soumita Sengupta" userId="4afa6ce1-cb01-46c2-8538-4650222f0c96" providerId="ADAL" clId="{6D014E28-5AC5-424B-B335-F0A00E851760}" dt="2021-04-06T11:31:39.006" v="342"/>
        <pc:sldMkLst>
          <pc:docMk/>
          <pc:sldMk cId="282342653" sldId="431"/>
        </pc:sldMkLst>
        <pc:spChg chg="del">
          <ac:chgData name="Soumita Sengupta" userId="4afa6ce1-cb01-46c2-8538-4650222f0c96" providerId="ADAL" clId="{6D014E28-5AC5-424B-B335-F0A00E851760}" dt="2021-04-06T11:31:34.236" v="340" actId="478"/>
          <ac:spMkLst>
            <pc:docMk/>
            <pc:sldMk cId="282342653" sldId="431"/>
            <ac:spMk id="3" creationId="{00000000-0000-0000-0000-000000000000}"/>
          </ac:spMkLst>
        </pc:spChg>
        <pc:spChg chg="del">
          <ac:chgData name="Soumita Sengupta" userId="4afa6ce1-cb01-46c2-8538-4650222f0c96" providerId="ADAL" clId="{6D014E28-5AC5-424B-B335-F0A00E851760}" dt="2021-04-06T11:31:37.245" v="341" actId="478"/>
          <ac:spMkLst>
            <pc:docMk/>
            <pc:sldMk cId="282342653" sldId="431"/>
            <ac:spMk id="4" creationId="{00000000-0000-0000-0000-000000000000}"/>
          </ac:spMkLst>
        </pc:spChg>
        <pc:spChg chg="mod">
          <ac:chgData name="Soumita Sengupta" userId="4afa6ce1-cb01-46c2-8538-4650222f0c96" providerId="ADAL" clId="{6D014E28-5AC5-424B-B335-F0A00E851760}" dt="2021-04-06T10:40:44.281" v="136" actId="108"/>
          <ac:spMkLst>
            <pc:docMk/>
            <pc:sldMk cId="282342653" sldId="431"/>
            <ac:spMk id="14" creationId="{43512C94-6DDC-471B-BD2C-171EC74F8CB2}"/>
          </ac:spMkLst>
        </pc:spChg>
        <pc:spChg chg="mod">
          <ac:chgData name="Soumita Sengupta" userId="4afa6ce1-cb01-46c2-8538-4650222f0c96" providerId="ADAL" clId="{6D014E28-5AC5-424B-B335-F0A00E851760}" dt="2021-04-06T10:40:31.916" v="135" actId="108"/>
          <ac:spMkLst>
            <pc:docMk/>
            <pc:sldMk cId="282342653" sldId="431"/>
            <ac:spMk id="16" creationId="{6A7CE17C-D6FB-46CF-8557-0A4908E55458}"/>
          </ac:spMkLst>
        </pc:spChg>
        <pc:spChg chg="add mod">
          <ac:chgData name="Soumita Sengupta" userId="4afa6ce1-cb01-46c2-8538-4650222f0c96" providerId="ADAL" clId="{6D014E28-5AC5-424B-B335-F0A00E851760}" dt="2021-04-06T11:31:39.006" v="342"/>
          <ac:spMkLst>
            <pc:docMk/>
            <pc:sldMk cId="282342653" sldId="431"/>
            <ac:spMk id="20" creationId="{E4E4FFAD-140F-40A2-BDA3-E20AC944E184}"/>
          </ac:spMkLst>
        </pc:spChg>
        <pc:graphicFrameChg chg="mod">
          <ac:chgData name="Soumita Sengupta" userId="4afa6ce1-cb01-46c2-8538-4650222f0c96" providerId="ADAL" clId="{6D014E28-5AC5-424B-B335-F0A00E851760}" dt="2021-04-06T10:40:30.271" v="134"/>
          <ac:graphicFrameMkLst>
            <pc:docMk/>
            <pc:sldMk cId="282342653" sldId="431"/>
            <ac:graphicFrameMk id="6" creationId="{00000000-0000-0000-0000-000000000000}"/>
          </ac:graphicFrameMkLst>
        </pc:graphicFrameChg>
        <pc:picChg chg="add mod">
          <ac:chgData name="Soumita Sengupta" userId="4afa6ce1-cb01-46c2-8538-4650222f0c96" providerId="ADAL" clId="{6D014E28-5AC5-424B-B335-F0A00E851760}" dt="2021-04-06T11:31:39.006" v="342"/>
          <ac:picMkLst>
            <pc:docMk/>
            <pc:sldMk cId="282342653" sldId="431"/>
            <ac:picMk id="19" creationId="{288E5FC9-E128-4042-AA5F-4DE03DBA8340}"/>
          </ac:picMkLst>
        </pc:picChg>
      </pc:sldChg>
      <pc:sldChg chg="addSp delSp modSp add mod">
        <pc:chgData name="Soumita Sengupta" userId="4afa6ce1-cb01-46c2-8538-4650222f0c96" providerId="ADAL" clId="{6D014E28-5AC5-424B-B335-F0A00E851760}" dt="2021-04-08T09:03:54.440" v="408" actId="255"/>
        <pc:sldMkLst>
          <pc:docMk/>
          <pc:sldMk cId="892776276" sldId="432"/>
        </pc:sldMkLst>
        <pc:spChg chg="del">
          <ac:chgData name="Soumita Sengupta" userId="4afa6ce1-cb01-46c2-8538-4650222f0c96" providerId="ADAL" clId="{6D014E28-5AC5-424B-B335-F0A00E851760}" dt="2021-04-06T11:31:43.261" v="343" actId="478"/>
          <ac:spMkLst>
            <pc:docMk/>
            <pc:sldMk cId="892776276" sldId="432"/>
            <ac:spMk id="3" creationId="{00000000-0000-0000-0000-000000000000}"/>
          </ac:spMkLst>
        </pc:spChg>
        <pc:spChg chg="del">
          <ac:chgData name="Soumita Sengupta" userId="4afa6ce1-cb01-46c2-8538-4650222f0c96" providerId="ADAL" clId="{6D014E28-5AC5-424B-B335-F0A00E851760}" dt="2021-04-06T11:31:46.216" v="344" actId="478"/>
          <ac:spMkLst>
            <pc:docMk/>
            <pc:sldMk cId="892776276" sldId="432"/>
            <ac:spMk id="4" creationId="{00000000-0000-0000-0000-000000000000}"/>
          </ac:spMkLst>
        </pc:spChg>
        <pc:spChg chg="mod">
          <ac:chgData name="Soumita Sengupta" userId="4afa6ce1-cb01-46c2-8538-4650222f0c96" providerId="ADAL" clId="{6D014E28-5AC5-424B-B335-F0A00E851760}" dt="2021-04-08T09:03:54.440" v="408" actId="255"/>
          <ac:spMkLst>
            <pc:docMk/>
            <pc:sldMk cId="892776276" sldId="432"/>
            <ac:spMk id="27" creationId="{A976FBE3-570A-4551-B721-7E1D4F374A33}"/>
          </ac:spMkLst>
        </pc:spChg>
        <pc:spChg chg="mod">
          <ac:chgData name="Soumita Sengupta" userId="4afa6ce1-cb01-46c2-8538-4650222f0c96" providerId="ADAL" clId="{6D014E28-5AC5-424B-B335-F0A00E851760}" dt="2021-04-06T10:41:18.979" v="146" actId="108"/>
          <ac:spMkLst>
            <pc:docMk/>
            <pc:sldMk cId="892776276" sldId="432"/>
            <ac:spMk id="29" creationId="{1B6F2D4B-3312-4222-A72E-A2918F49E8A5}"/>
          </ac:spMkLst>
        </pc:spChg>
        <pc:spChg chg="mod">
          <ac:chgData name="Soumita Sengupta" userId="4afa6ce1-cb01-46c2-8538-4650222f0c96" providerId="ADAL" clId="{6D014E28-5AC5-424B-B335-F0A00E851760}" dt="2021-04-06T10:41:15.648" v="145" actId="108"/>
          <ac:spMkLst>
            <pc:docMk/>
            <pc:sldMk cId="892776276" sldId="432"/>
            <ac:spMk id="31" creationId="{1F3FC68A-FD16-438A-A393-637E05B7EE5E}"/>
          </ac:spMkLst>
        </pc:spChg>
        <pc:spChg chg="mod">
          <ac:chgData name="Soumita Sengupta" userId="4afa6ce1-cb01-46c2-8538-4650222f0c96" providerId="ADAL" clId="{6D014E28-5AC5-424B-B335-F0A00E851760}" dt="2021-04-06T10:41:12.454" v="144" actId="108"/>
          <ac:spMkLst>
            <pc:docMk/>
            <pc:sldMk cId="892776276" sldId="432"/>
            <ac:spMk id="33" creationId="{1D8CCF16-7D40-4F74-814F-AD21AC8E0F90}"/>
          </ac:spMkLst>
        </pc:spChg>
        <pc:spChg chg="mod">
          <ac:chgData name="Soumita Sengupta" userId="4afa6ce1-cb01-46c2-8538-4650222f0c96" providerId="ADAL" clId="{6D014E28-5AC5-424B-B335-F0A00E851760}" dt="2021-04-06T10:41:08.958" v="143" actId="108"/>
          <ac:spMkLst>
            <pc:docMk/>
            <pc:sldMk cId="892776276" sldId="432"/>
            <ac:spMk id="35" creationId="{90282522-2FCC-488C-8F6B-E7DC3AC867D4}"/>
          </ac:spMkLst>
        </pc:spChg>
        <pc:spChg chg="mod">
          <ac:chgData name="Soumita Sengupta" userId="4afa6ce1-cb01-46c2-8538-4650222f0c96" providerId="ADAL" clId="{6D014E28-5AC5-424B-B335-F0A00E851760}" dt="2021-04-06T10:41:05.173" v="142" actId="108"/>
          <ac:spMkLst>
            <pc:docMk/>
            <pc:sldMk cId="892776276" sldId="432"/>
            <ac:spMk id="37" creationId="{11E8A3D4-9254-4ABE-9A0F-5EF44B7F89D5}"/>
          </ac:spMkLst>
        </pc:spChg>
        <pc:spChg chg="mod">
          <ac:chgData name="Soumita Sengupta" userId="4afa6ce1-cb01-46c2-8538-4650222f0c96" providerId="ADAL" clId="{6D014E28-5AC5-424B-B335-F0A00E851760}" dt="2021-04-06T10:41:01.198" v="141" actId="255"/>
          <ac:spMkLst>
            <pc:docMk/>
            <pc:sldMk cId="892776276" sldId="432"/>
            <ac:spMk id="39" creationId="{8CF89A70-AAC8-4E83-ABC9-192683867934}"/>
          </ac:spMkLst>
        </pc:spChg>
        <pc:spChg chg="add mod">
          <ac:chgData name="Soumita Sengupta" userId="4afa6ce1-cb01-46c2-8538-4650222f0c96" providerId="ADAL" clId="{6D014E28-5AC5-424B-B335-F0A00E851760}" dt="2021-04-06T11:31:48.088" v="345"/>
          <ac:spMkLst>
            <pc:docMk/>
            <pc:sldMk cId="892776276" sldId="432"/>
            <ac:spMk id="44" creationId="{549F388A-B3A7-439C-A66C-B389B06BE3F8}"/>
          </ac:spMkLst>
        </pc:spChg>
        <pc:grpChg chg="mod">
          <ac:chgData name="Soumita Sengupta" userId="4afa6ce1-cb01-46c2-8538-4650222f0c96" providerId="ADAL" clId="{6D014E28-5AC5-424B-B335-F0A00E851760}" dt="2021-04-06T10:41:24.504" v="147" actId="1076"/>
          <ac:grpSpMkLst>
            <pc:docMk/>
            <pc:sldMk cId="892776276" sldId="432"/>
            <ac:grpSpMk id="25" creationId="{EA8FE4E8-5003-4BDC-86EE-BF7795A6EB04}"/>
          </ac:grpSpMkLst>
        </pc:grpChg>
        <pc:graphicFrameChg chg="mod">
          <ac:chgData name="Soumita Sengupta" userId="4afa6ce1-cb01-46c2-8538-4650222f0c96" providerId="ADAL" clId="{6D014E28-5AC5-424B-B335-F0A00E851760}" dt="2021-04-06T10:40:56.494" v="139"/>
          <ac:graphicFrameMkLst>
            <pc:docMk/>
            <pc:sldMk cId="892776276" sldId="432"/>
            <ac:graphicFrameMk id="6" creationId="{00000000-0000-0000-0000-000000000000}"/>
          </ac:graphicFrameMkLst>
        </pc:graphicFrameChg>
        <pc:picChg chg="add mod">
          <ac:chgData name="Soumita Sengupta" userId="4afa6ce1-cb01-46c2-8538-4650222f0c96" providerId="ADAL" clId="{6D014E28-5AC5-424B-B335-F0A00E851760}" dt="2021-04-06T11:31:48.088" v="345"/>
          <ac:picMkLst>
            <pc:docMk/>
            <pc:sldMk cId="892776276" sldId="432"/>
            <ac:picMk id="43" creationId="{12721721-C8B4-4EA7-943E-C06EFAE228C3}"/>
          </ac:picMkLst>
        </pc:picChg>
      </pc:sldChg>
      <pc:sldChg chg="del">
        <pc:chgData name="Soumita Sengupta" userId="4afa6ce1-cb01-46c2-8538-4650222f0c96" providerId="ADAL" clId="{6D014E28-5AC5-424B-B335-F0A00E851760}" dt="2021-04-06T11:12:31.653" v="219" actId="47"/>
        <pc:sldMkLst>
          <pc:docMk/>
          <pc:sldMk cId="536020238" sldId="459"/>
        </pc:sldMkLst>
      </pc:sldChg>
      <pc:sldChg chg="del">
        <pc:chgData name="Soumita Sengupta" userId="4afa6ce1-cb01-46c2-8538-4650222f0c96" providerId="ADAL" clId="{6D014E28-5AC5-424B-B335-F0A00E851760}" dt="2021-04-06T11:14:35.634" v="247" actId="47"/>
        <pc:sldMkLst>
          <pc:docMk/>
          <pc:sldMk cId="2675690424" sldId="460"/>
        </pc:sldMkLst>
      </pc:sldChg>
      <pc:sldChg chg="modSp mod ord">
        <pc:chgData name="Soumita Sengupta" userId="4afa6ce1-cb01-46c2-8538-4650222f0c96" providerId="ADAL" clId="{6D014E28-5AC5-424B-B335-F0A00E851760}" dt="2021-04-06T10:32:54.865" v="82"/>
        <pc:sldMkLst>
          <pc:docMk/>
          <pc:sldMk cId="4158948976" sldId="461"/>
        </pc:sldMkLst>
        <pc:spChg chg="mod">
          <ac:chgData name="Soumita Sengupta" userId="4afa6ce1-cb01-46c2-8538-4650222f0c96" providerId="ADAL" clId="{6D014E28-5AC5-424B-B335-F0A00E851760}" dt="2021-04-06T10:32:54.865" v="82"/>
          <ac:spMkLst>
            <pc:docMk/>
            <pc:sldMk cId="4158948976" sldId="461"/>
            <ac:spMk id="2" creationId="{57983F62-BBB9-431B-A37F-BDA0DC7153F6}"/>
          </ac:spMkLst>
        </pc:spChg>
      </pc:sldChg>
      <pc:sldChg chg="modSp mod ord">
        <pc:chgData name="Soumita Sengupta" userId="4afa6ce1-cb01-46c2-8538-4650222f0c96" providerId="ADAL" clId="{6D014E28-5AC5-424B-B335-F0A00E851760}" dt="2021-04-06T10:44:19.376" v="169"/>
        <pc:sldMkLst>
          <pc:docMk/>
          <pc:sldMk cId="2200198616" sldId="462"/>
        </pc:sldMkLst>
        <pc:spChg chg="mod">
          <ac:chgData name="Soumita Sengupta" userId="4afa6ce1-cb01-46c2-8538-4650222f0c96" providerId="ADAL" clId="{6D014E28-5AC5-424B-B335-F0A00E851760}" dt="2021-04-06T10:44:19.376" v="169"/>
          <ac:spMkLst>
            <pc:docMk/>
            <pc:sldMk cId="2200198616" sldId="462"/>
            <ac:spMk id="2" creationId="{57983F62-BBB9-431B-A37F-BDA0DC7153F6}"/>
          </ac:spMkLst>
        </pc:spChg>
      </pc:sldChg>
      <pc:sldChg chg="del">
        <pc:chgData name="Soumita Sengupta" userId="4afa6ce1-cb01-46c2-8538-4650222f0c96" providerId="ADAL" clId="{6D014E28-5AC5-424B-B335-F0A00E851760}" dt="2021-04-06T11:14:36.415" v="248" actId="47"/>
        <pc:sldMkLst>
          <pc:docMk/>
          <pc:sldMk cId="3508468486" sldId="463"/>
        </pc:sldMkLst>
      </pc:sldChg>
      <pc:sldChg chg="del">
        <pc:chgData name="Soumita Sengupta" userId="4afa6ce1-cb01-46c2-8538-4650222f0c96" providerId="ADAL" clId="{6D014E28-5AC5-424B-B335-F0A00E851760}" dt="2021-04-06T11:14:37.526" v="249" actId="47"/>
        <pc:sldMkLst>
          <pc:docMk/>
          <pc:sldMk cId="1610934708" sldId="464"/>
        </pc:sldMkLst>
      </pc:sldChg>
      <pc:sldChg chg="addSp delSp modSp add mod">
        <pc:chgData name="Soumita Sengupta" userId="4afa6ce1-cb01-46c2-8538-4650222f0c96" providerId="ADAL" clId="{6D014E28-5AC5-424B-B335-F0A00E851760}" dt="2021-04-06T11:30:39.390" v="327"/>
        <pc:sldMkLst>
          <pc:docMk/>
          <pc:sldMk cId="1128901314" sldId="465"/>
        </pc:sldMkLst>
        <pc:spChg chg="del">
          <ac:chgData name="Soumita Sengupta" userId="4afa6ce1-cb01-46c2-8538-4650222f0c96" providerId="ADAL" clId="{6D014E28-5AC5-424B-B335-F0A00E851760}" dt="2021-04-06T11:30:34.715" v="325" actId="478"/>
          <ac:spMkLst>
            <pc:docMk/>
            <pc:sldMk cId="1128901314" sldId="465"/>
            <ac:spMk id="3" creationId="{00000000-0000-0000-0000-000000000000}"/>
          </ac:spMkLst>
        </pc:spChg>
        <pc:spChg chg="del">
          <ac:chgData name="Soumita Sengupta" userId="4afa6ce1-cb01-46c2-8538-4650222f0c96" providerId="ADAL" clId="{6D014E28-5AC5-424B-B335-F0A00E851760}" dt="2021-04-06T11:30:37.216" v="326" actId="478"/>
          <ac:spMkLst>
            <pc:docMk/>
            <pc:sldMk cId="1128901314" sldId="465"/>
            <ac:spMk id="4" creationId="{00000000-0000-0000-0000-000000000000}"/>
          </ac:spMkLst>
        </pc:spChg>
        <pc:spChg chg="add mod">
          <ac:chgData name="Soumita Sengupta" userId="4afa6ce1-cb01-46c2-8538-4650222f0c96" providerId="ADAL" clId="{6D014E28-5AC5-424B-B335-F0A00E851760}" dt="2021-04-06T11:30:39.390" v="327"/>
          <ac:spMkLst>
            <pc:docMk/>
            <pc:sldMk cId="1128901314" sldId="465"/>
            <ac:spMk id="7" creationId="{60ECC8F5-6566-4039-AA5D-67A7DD3A2C61}"/>
          </ac:spMkLst>
        </pc:spChg>
        <pc:graphicFrameChg chg="mod">
          <ac:chgData name="Soumita Sengupta" userId="4afa6ce1-cb01-46c2-8538-4650222f0c96" providerId="ADAL" clId="{6D014E28-5AC5-424B-B335-F0A00E851760}" dt="2021-04-06T10:34:49.371" v="97" actId="108"/>
          <ac:graphicFrameMkLst>
            <pc:docMk/>
            <pc:sldMk cId="1128901314" sldId="465"/>
            <ac:graphicFrameMk id="10" creationId="{00000000-0000-0000-0000-000000000000}"/>
          </ac:graphicFrameMkLst>
        </pc:graphicFrameChg>
        <pc:picChg chg="add mod">
          <ac:chgData name="Soumita Sengupta" userId="4afa6ce1-cb01-46c2-8538-4650222f0c96" providerId="ADAL" clId="{6D014E28-5AC5-424B-B335-F0A00E851760}" dt="2021-04-06T11:30:39.390" v="327"/>
          <ac:picMkLst>
            <pc:docMk/>
            <pc:sldMk cId="1128901314" sldId="465"/>
            <ac:picMk id="6" creationId="{A1E25FBE-AB48-45BB-AFB8-C2A95500FA69}"/>
          </ac:picMkLst>
        </pc:picChg>
      </pc:sldChg>
      <pc:sldChg chg="addSp delSp modSp add mod">
        <pc:chgData name="Soumita Sengupta" userId="4afa6ce1-cb01-46c2-8538-4650222f0c96" providerId="ADAL" clId="{6D014E28-5AC5-424B-B335-F0A00E851760}" dt="2021-04-06T11:30:53.740" v="330"/>
        <pc:sldMkLst>
          <pc:docMk/>
          <pc:sldMk cId="814614294" sldId="466"/>
        </pc:sldMkLst>
        <pc:spChg chg="del">
          <ac:chgData name="Soumita Sengupta" userId="4afa6ce1-cb01-46c2-8538-4650222f0c96" providerId="ADAL" clId="{6D014E28-5AC5-424B-B335-F0A00E851760}" dt="2021-04-06T11:30:47.843" v="328" actId="478"/>
          <ac:spMkLst>
            <pc:docMk/>
            <pc:sldMk cId="814614294" sldId="466"/>
            <ac:spMk id="3" creationId="{00000000-0000-0000-0000-000000000000}"/>
          </ac:spMkLst>
        </pc:spChg>
        <pc:spChg chg="del">
          <ac:chgData name="Soumita Sengupta" userId="4afa6ce1-cb01-46c2-8538-4650222f0c96" providerId="ADAL" clId="{6D014E28-5AC5-424B-B335-F0A00E851760}" dt="2021-04-06T11:30:51.784" v="329" actId="478"/>
          <ac:spMkLst>
            <pc:docMk/>
            <pc:sldMk cId="814614294" sldId="466"/>
            <ac:spMk id="4" creationId="{00000000-0000-0000-0000-000000000000}"/>
          </ac:spMkLst>
        </pc:spChg>
        <pc:spChg chg="mod">
          <ac:chgData name="Soumita Sengupta" userId="4afa6ce1-cb01-46c2-8538-4650222f0c96" providerId="ADAL" clId="{6D014E28-5AC5-424B-B335-F0A00E851760}" dt="2021-04-06T10:33:44.973" v="85" actId="27636"/>
          <ac:spMkLst>
            <pc:docMk/>
            <pc:sldMk cId="814614294" sldId="466"/>
            <ac:spMk id="5" creationId="{00000000-0000-0000-0000-000000000000}"/>
          </ac:spMkLst>
        </pc:spChg>
        <pc:spChg chg="add mod">
          <ac:chgData name="Soumita Sengupta" userId="4afa6ce1-cb01-46c2-8538-4650222f0c96" providerId="ADAL" clId="{6D014E28-5AC5-424B-B335-F0A00E851760}" dt="2021-04-06T11:30:53.740" v="330"/>
          <ac:spMkLst>
            <pc:docMk/>
            <pc:sldMk cId="814614294" sldId="466"/>
            <ac:spMk id="8" creationId="{BDDF7B8A-05AD-453C-A93F-AC67EDDD722B}"/>
          </ac:spMkLst>
        </pc:spChg>
        <pc:graphicFrameChg chg="mod">
          <ac:chgData name="Soumita Sengupta" userId="4afa6ce1-cb01-46c2-8538-4650222f0c96" providerId="ADAL" clId="{6D014E28-5AC5-424B-B335-F0A00E851760}" dt="2021-04-06T10:35:10.673" v="102" actId="108"/>
          <ac:graphicFrameMkLst>
            <pc:docMk/>
            <pc:sldMk cId="814614294" sldId="466"/>
            <ac:graphicFrameMk id="6" creationId="{00000000-0000-0000-0000-000000000000}"/>
          </ac:graphicFrameMkLst>
        </pc:graphicFrameChg>
        <pc:picChg chg="add mod">
          <ac:chgData name="Soumita Sengupta" userId="4afa6ce1-cb01-46c2-8538-4650222f0c96" providerId="ADAL" clId="{6D014E28-5AC5-424B-B335-F0A00E851760}" dt="2021-04-06T11:30:53.740" v="330"/>
          <ac:picMkLst>
            <pc:docMk/>
            <pc:sldMk cId="814614294" sldId="466"/>
            <ac:picMk id="7" creationId="{A7F9965C-674F-4777-813E-EDA2DFE98154}"/>
          </ac:picMkLst>
        </pc:picChg>
      </pc:sldChg>
      <pc:sldChg chg="addSp delSp modSp add mod">
        <pc:chgData name="Soumita Sengupta" userId="4afa6ce1-cb01-46c2-8538-4650222f0c96" providerId="ADAL" clId="{6D014E28-5AC5-424B-B335-F0A00E851760}" dt="2021-04-06T11:31:05.035" v="333"/>
        <pc:sldMkLst>
          <pc:docMk/>
          <pc:sldMk cId="2918944075" sldId="467"/>
        </pc:sldMkLst>
        <pc:spChg chg="del">
          <ac:chgData name="Soumita Sengupta" userId="4afa6ce1-cb01-46c2-8538-4650222f0c96" providerId="ADAL" clId="{6D014E28-5AC5-424B-B335-F0A00E851760}" dt="2021-04-06T11:30:59.936" v="331" actId="478"/>
          <ac:spMkLst>
            <pc:docMk/>
            <pc:sldMk cId="2918944075" sldId="467"/>
            <ac:spMk id="3" creationId="{00000000-0000-0000-0000-000000000000}"/>
          </ac:spMkLst>
        </pc:spChg>
        <pc:spChg chg="del">
          <ac:chgData name="Soumita Sengupta" userId="4afa6ce1-cb01-46c2-8538-4650222f0c96" providerId="ADAL" clId="{6D014E28-5AC5-424B-B335-F0A00E851760}" dt="2021-04-06T11:31:03.206" v="332" actId="478"/>
          <ac:spMkLst>
            <pc:docMk/>
            <pc:sldMk cId="2918944075" sldId="467"/>
            <ac:spMk id="4" creationId="{00000000-0000-0000-0000-000000000000}"/>
          </ac:spMkLst>
        </pc:spChg>
        <pc:spChg chg="mod">
          <ac:chgData name="Soumita Sengupta" userId="4afa6ce1-cb01-46c2-8538-4650222f0c96" providerId="ADAL" clId="{6D014E28-5AC5-424B-B335-F0A00E851760}" dt="2021-04-06T10:33:44.976" v="86" actId="27636"/>
          <ac:spMkLst>
            <pc:docMk/>
            <pc:sldMk cId="2918944075" sldId="467"/>
            <ac:spMk id="5" creationId="{00000000-0000-0000-0000-000000000000}"/>
          </ac:spMkLst>
        </pc:spChg>
        <pc:spChg chg="add mod">
          <ac:chgData name="Soumita Sengupta" userId="4afa6ce1-cb01-46c2-8538-4650222f0c96" providerId="ADAL" clId="{6D014E28-5AC5-424B-B335-F0A00E851760}" dt="2021-04-06T11:31:05.035" v="333"/>
          <ac:spMkLst>
            <pc:docMk/>
            <pc:sldMk cId="2918944075" sldId="467"/>
            <ac:spMk id="8" creationId="{0E90E9AE-D712-43DD-BEEF-E074F1C0741C}"/>
          </ac:spMkLst>
        </pc:spChg>
        <pc:graphicFrameChg chg="mod">
          <ac:chgData name="Soumita Sengupta" userId="4afa6ce1-cb01-46c2-8538-4650222f0c96" providerId="ADAL" clId="{6D014E28-5AC5-424B-B335-F0A00E851760}" dt="2021-04-06T10:35:28.584" v="107" actId="108"/>
          <ac:graphicFrameMkLst>
            <pc:docMk/>
            <pc:sldMk cId="2918944075" sldId="467"/>
            <ac:graphicFrameMk id="6" creationId="{00000000-0000-0000-0000-000000000000}"/>
          </ac:graphicFrameMkLst>
        </pc:graphicFrameChg>
        <pc:picChg chg="add mod">
          <ac:chgData name="Soumita Sengupta" userId="4afa6ce1-cb01-46c2-8538-4650222f0c96" providerId="ADAL" clId="{6D014E28-5AC5-424B-B335-F0A00E851760}" dt="2021-04-06T11:31:05.035" v="333"/>
          <ac:picMkLst>
            <pc:docMk/>
            <pc:sldMk cId="2918944075" sldId="467"/>
            <ac:picMk id="7" creationId="{87A8A8EC-97A0-4F39-B969-8004BBABE137}"/>
          </ac:picMkLst>
        </pc:picChg>
      </pc:sldChg>
      <pc:sldChg chg="modSp add mod ord">
        <pc:chgData name="Soumita Sengupta" userId="4afa6ce1-cb01-46c2-8538-4650222f0c96" providerId="ADAL" clId="{6D014E28-5AC5-424B-B335-F0A00E851760}" dt="2021-04-06T10:38:32.301" v="122" actId="20577"/>
        <pc:sldMkLst>
          <pc:docMk/>
          <pc:sldMk cId="3129535754" sldId="468"/>
        </pc:sldMkLst>
        <pc:spChg chg="mod">
          <ac:chgData name="Soumita Sengupta" userId="4afa6ce1-cb01-46c2-8538-4650222f0c96" providerId="ADAL" clId="{6D014E28-5AC5-424B-B335-F0A00E851760}" dt="2021-04-06T10:38:32.301" v="122" actId="20577"/>
          <ac:spMkLst>
            <pc:docMk/>
            <pc:sldMk cId="3129535754" sldId="468"/>
            <ac:spMk id="2" creationId="{57983F62-BBB9-431B-A37F-BDA0DC7153F6}"/>
          </ac:spMkLst>
        </pc:spChg>
      </pc:sldChg>
      <pc:sldChg chg="add del">
        <pc:chgData name="Soumita Sengupta" userId="4afa6ce1-cb01-46c2-8538-4650222f0c96" providerId="ADAL" clId="{6D014E28-5AC5-424B-B335-F0A00E851760}" dt="2021-04-06T10:38:07.834" v="115" actId="47"/>
        <pc:sldMkLst>
          <pc:docMk/>
          <pc:sldMk cId="1609502928" sldId="469"/>
        </pc:sldMkLst>
      </pc:sldChg>
      <pc:sldChg chg="addSp delSp modSp add mod">
        <pc:chgData name="Soumita Sengupta" userId="4afa6ce1-cb01-46c2-8538-4650222f0c96" providerId="ADAL" clId="{6D014E28-5AC5-424B-B335-F0A00E851760}" dt="2021-04-08T09:05:48.339" v="412" actId="20577"/>
        <pc:sldMkLst>
          <pc:docMk/>
          <pc:sldMk cId="2572882987" sldId="469"/>
        </pc:sldMkLst>
        <pc:spChg chg="del">
          <ac:chgData name="Soumita Sengupta" userId="4afa6ce1-cb01-46c2-8538-4650222f0c96" providerId="ADAL" clId="{6D014E28-5AC5-424B-B335-F0A00E851760}" dt="2021-04-06T11:31:51.748" v="346" actId="478"/>
          <ac:spMkLst>
            <pc:docMk/>
            <pc:sldMk cId="2572882987" sldId="469"/>
            <ac:spMk id="3" creationId="{00000000-0000-0000-0000-000000000000}"/>
          </ac:spMkLst>
        </pc:spChg>
        <pc:spChg chg="del">
          <ac:chgData name="Soumita Sengupta" userId="4afa6ce1-cb01-46c2-8538-4650222f0c96" providerId="ADAL" clId="{6D014E28-5AC5-424B-B335-F0A00E851760}" dt="2021-04-06T11:31:53.963" v="347" actId="478"/>
          <ac:spMkLst>
            <pc:docMk/>
            <pc:sldMk cId="2572882987" sldId="469"/>
            <ac:spMk id="4" creationId="{00000000-0000-0000-0000-000000000000}"/>
          </ac:spMkLst>
        </pc:spChg>
        <pc:spChg chg="add mod">
          <ac:chgData name="Soumita Sengupta" userId="4afa6ce1-cb01-46c2-8538-4650222f0c96" providerId="ADAL" clId="{6D014E28-5AC5-424B-B335-F0A00E851760}" dt="2021-04-06T11:31:56.088" v="348"/>
          <ac:spMkLst>
            <pc:docMk/>
            <pc:sldMk cId="2572882987" sldId="469"/>
            <ac:spMk id="8" creationId="{80F516F6-BFCC-4B30-98C6-CA8DC7BB7A79}"/>
          </ac:spMkLst>
        </pc:spChg>
        <pc:graphicFrameChg chg="mod">
          <ac:chgData name="Soumita Sengupta" userId="4afa6ce1-cb01-46c2-8538-4650222f0c96" providerId="ADAL" clId="{6D014E28-5AC5-424B-B335-F0A00E851760}" dt="2021-04-08T09:05:48.339" v="412" actId="20577"/>
          <ac:graphicFrameMkLst>
            <pc:docMk/>
            <pc:sldMk cId="2572882987" sldId="469"/>
            <ac:graphicFrameMk id="6" creationId="{00000000-0000-0000-0000-000000000000}"/>
          </ac:graphicFrameMkLst>
        </pc:graphicFrameChg>
        <pc:picChg chg="add mod">
          <ac:chgData name="Soumita Sengupta" userId="4afa6ce1-cb01-46c2-8538-4650222f0c96" providerId="ADAL" clId="{6D014E28-5AC5-424B-B335-F0A00E851760}" dt="2021-04-06T11:31:56.088" v="348"/>
          <ac:picMkLst>
            <pc:docMk/>
            <pc:sldMk cId="2572882987" sldId="469"/>
            <ac:picMk id="7" creationId="{441F5ACF-E5F5-44A5-815C-C819F22A6AEC}"/>
          </ac:picMkLst>
        </pc:picChg>
      </pc:sldChg>
      <pc:sldChg chg="addSp delSp modSp add mod">
        <pc:chgData name="Soumita Sengupta" userId="4afa6ce1-cb01-46c2-8538-4650222f0c96" providerId="ADAL" clId="{6D014E28-5AC5-424B-B335-F0A00E851760}" dt="2021-04-06T11:32:29.899" v="357"/>
        <pc:sldMkLst>
          <pc:docMk/>
          <pc:sldMk cId="4174806997" sldId="470"/>
        </pc:sldMkLst>
        <pc:spChg chg="del">
          <ac:chgData name="Soumita Sengupta" userId="4afa6ce1-cb01-46c2-8538-4650222f0c96" providerId="ADAL" clId="{6D014E28-5AC5-424B-B335-F0A00E851760}" dt="2021-04-06T11:32:23.960" v="355" actId="478"/>
          <ac:spMkLst>
            <pc:docMk/>
            <pc:sldMk cId="4174806997" sldId="470"/>
            <ac:spMk id="2" creationId="{4886E191-B9DF-4548-ACFB-30F58B242C75}"/>
          </ac:spMkLst>
        </pc:spChg>
        <pc:spChg chg="del">
          <ac:chgData name="Soumita Sengupta" userId="4afa6ce1-cb01-46c2-8538-4650222f0c96" providerId="ADAL" clId="{6D014E28-5AC5-424B-B335-F0A00E851760}" dt="2021-04-06T10:45:20.271" v="171" actId="478"/>
          <ac:spMkLst>
            <pc:docMk/>
            <pc:sldMk cId="4174806997" sldId="470"/>
            <ac:spMk id="3" creationId="{2403F964-5DD4-4C7C-86C3-BA43436E81BB}"/>
          </ac:spMkLst>
        </pc:spChg>
        <pc:spChg chg="del">
          <ac:chgData name="Soumita Sengupta" userId="4afa6ce1-cb01-46c2-8538-4650222f0c96" providerId="ADAL" clId="{6D014E28-5AC5-424B-B335-F0A00E851760}" dt="2021-04-06T11:32:26.371" v="356" actId="478"/>
          <ac:spMkLst>
            <pc:docMk/>
            <pc:sldMk cId="4174806997" sldId="470"/>
            <ac:spMk id="4" creationId="{9C749F69-CF3B-460F-B6A3-FEA80E5BB57F}"/>
          </ac:spMkLst>
        </pc:spChg>
        <pc:spChg chg="add mod">
          <ac:chgData name="Soumita Sengupta" userId="4afa6ce1-cb01-46c2-8538-4650222f0c96" providerId="ADAL" clId="{6D014E28-5AC5-424B-B335-F0A00E851760}" dt="2021-04-06T11:32:29.899" v="357"/>
          <ac:spMkLst>
            <pc:docMk/>
            <pc:sldMk cId="4174806997" sldId="470"/>
            <ac:spMk id="72" creationId="{D4A13E9E-B546-472E-85B3-EF69B9675427}"/>
          </ac:spMkLst>
        </pc:spChg>
        <pc:picChg chg="add mod">
          <ac:chgData name="Soumita Sengupta" userId="4afa6ce1-cb01-46c2-8538-4650222f0c96" providerId="ADAL" clId="{6D014E28-5AC5-424B-B335-F0A00E851760}" dt="2021-04-06T11:32:29.899" v="357"/>
          <ac:picMkLst>
            <pc:docMk/>
            <pc:sldMk cId="4174806997" sldId="470"/>
            <ac:picMk id="71" creationId="{F533FDEF-B514-4C40-B9CF-1F88F4E588A5}"/>
          </ac:picMkLst>
        </pc:picChg>
      </pc:sldChg>
      <pc:sldChg chg="addSp delSp modSp add mod">
        <pc:chgData name="Soumita Sengupta" userId="4afa6ce1-cb01-46c2-8538-4650222f0c96" providerId="ADAL" clId="{6D014E28-5AC5-424B-B335-F0A00E851760}" dt="2021-04-06T11:32:38.583" v="360"/>
        <pc:sldMkLst>
          <pc:docMk/>
          <pc:sldMk cId="3622205205" sldId="471"/>
        </pc:sldMkLst>
        <pc:spChg chg="del">
          <ac:chgData name="Soumita Sengupta" userId="4afa6ce1-cb01-46c2-8538-4650222f0c96" providerId="ADAL" clId="{6D014E28-5AC5-424B-B335-F0A00E851760}" dt="2021-04-06T11:32:34.564" v="358" actId="478"/>
          <ac:spMkLst>
            <pc:docMk/>
            <pc:sldMk cId="3622205205" sldId="471"/>
            <ac:spMk id="3" creationId="{00000000-0000-0000-0000-000000000000}"/>
          </ac:spMkLst>
        </pc:spChg>
        <pc:spChg chg="del">
          <ac:chgData name="Soumita Sengupta" userId="4afa6ce1-cb01-46c2-8538-4650222f0c96" providerId="ADAL" clId="{6D014E28-5AC5-424B-B335-F0A00E851760}" dt="2021-04-06T11:32:37.346" v="359" actId="478"/>
          <ac:spMkLst>
            <pc:docMk/>
            <pc:sldMk cId="3622205205" sldId="471"/>
            <ac:spMk id="4" creationId="{00000000-0000-0000-0000-000000000000}"/>
          </ac:spMkLst>
        </pc:spChg>
        <pc:spChg chg="del">
          <ac:chgData name="Soumita Sengupta" userId="4afa6ce1-cb01-46c2-8538-4650222f0c96" providerId="ADAL" clId="{6D014E28-5AC5-424B-B335-F0A00E851760}" dt="2021-04-06T10:45:23.860" v="172" actId="478"/>
          <ac:spMkLst>
            <pc:docMk/>
            <pc:sldMk cId="3622205205" sldId="471"/>
            <ac:spMk id="8" creationId="{9A1ADF70-1F4D-4090-9054-400064660638}"/>
          </ac:spMkLst>
        </pc:spChg>
        <pc:spChg chg="add mod">
          <ac:chgData name="Soumita Sengupta" userId="4afa6ce1-cb01-46c2-8538-4650222f0c96" providerId="ADAL" clId="{6D014E28-5AC5-424B-B335-F0A00E851760}" dt="2021-04-06T11:32:38.583" v="360"/>
          <ac:spMkLst>
            <pc:docMk/>
            <pc:sldMk cId="3622205205" sldId="471"/>
            <ac:spMk id="10" creationId="{F0025AC6-18C6-4F12-852A-8E0E8ECD555B}"/>
          </ac:spMkLst>
        </pc:spChg>
        <pc:picChg chg="add mod">
          <ac:chgData name="Soumita Sengupta" userId="4afa6ce1-cb01-46c2-8538-4650222f0c96" providerId="ADAL" clId="{6D014E28-5AC5-424B-B335-F0A00E851760}" dt="2021-04-06T11:32:38.583" v="360"/>
          <ac:picMkLst>
            <pc:docMk/>
            <pc:sldMk cId="3622205205" sldId="471"/>
            <ac:picMk id="9" creationId="{F1B32505-09BB-444D-B029-74B6448CDE46}"/>
          </ac:picMkLst>
        </pc:picChg>
      </pc:sldChg>
      <pc:sldChg chg="addSp delSp modSp add mod">
        <pc:chgData name="Soumita Sengupta" userId="4afa6ce1-cb01-46c2-8538-4650222f0c96" providerId="ADAL" clId="{6D014E28-5AC5-424B-B335-F0A00E851760}" dt="2021-04-06T11:32:49.981" v="363"/>
        <pc:sldMkLst>
          <pc:docMk/>
          <pc:sldMk cId="2123051012" sldId="472"/>
        </pc:sldMkLst>
        <pc:spChg chg="del">
          <ac:chgData name="Soumita Sengupta" userId="4afa6ce1-cb01-46c2-8538-4650222f0c96" providerId="ADAL" clId="{6D014E28-5AC5-424B-B335-F0A00E851760}" dt="2021-04-06T11:32:45.754" v="361" actId="478"/>
          <ac:spMkLst>
            <pc:docMk/>
            <pc:sldMk cId="2123051012" sldId="472"/>
            <ac:spMk id="3" creationId="{00000000-0000-0000-0000-000000000000}"/>
          </ac:spMkLst>
        </pc:spChg>
        <pc:spChg chg="del">
          <ac:chgData name="Soumita Sengupta" userId="4afa6ce1-cb01-46c2-8538-4650222f0c96" providerId="ADAL" clId="{6D014E28-5AC5-424B-B335-F0A00E851760}" dt="2021-04-06T11:32:48.256" v="362" actId="478"/>
          <ac:spMkLst>
            <pc:docMk/>
            <pc:sldMk cId="2123051012" sldId="472"/>
            <ac:spMk id="4" creationId="{00000000-0000-0000-0000-000000000000}"/>
          </ac:spMkLst>
        </pc:spChg>
        <pc:spChg chg="add mod">
          <ac:chgData name="Soumita Sengupta" userId="4afa6ce1-cb01-46c2-8538-4650222f0c96" providerId="ADAL" clId="{6D014E28-5AC5-424B-B335-F0A00E851760}" dt="2021-04-06T11:32:49.981" v="363"/>
          <ac:spMkLst>
            <pc:docMk/>
            <pc:sldMk cId="2123051012" sldId="472"/>
            <ac:spMk id="8" creationId="{5F3E35C0-8567-419F-89B3-0473435A916F}"/>
          </ac:spMkLst>
        </pc:spChg>
        <pc:graphicFrameChg chg="mod">
          <ac:chgData name="Soumita Sengupta" userId="4afa6ce1-cb01-46c2-8538-4650222f0c96" providerId="ADAL" clId="{6D014E28-5AC5-424B-B335-F0A00E851760}" dt="2021-04-06T10:45:59.443" v="178" actId="108"/>
          <ac:graphicFrameMkLst>
            <pc:docMk/>
            <pc:sldMk cId="2123051012" sldId="472"/>
            <ac:graphicFrameMk id="6" creationId="{00000000-0000-0000-0000-000000000000}"/>
          </ac:graphicFrameMkLst>
        </pc:graphicFrameChg>
        <pc:picChg chg="add mod">
          <ac:chgData name="Soumita Sengupta" userId="4afa6ce1-cb01-46c2-8538-4650222f0c96" providerId="ADAL" clId="{6D014E28-5AC5-424B-B335-F0A00E851760}" dt="2021-04-06T11:32:49.981" v="363"/>
          <ac:picMkLst>
            <pc:docMk/>
            <pc:sldMk cId="2123051012" sldId="472"/>
            <ac:picMk id="7" creationId="{5CEF9EEA-AC1D-409D-9251-6AE25E4E8A01}"/>
          </ac:picMkLst>
        </pc:picChg>
      </pc:sldChg>
      <pc:sldChg chg="modSp add mod ord">
        <pc:chgData name="Soumita Sengupta" userId="4afa6ce1-cb01-46c2-8538-4650222f0c96" providerId="ADAL" clId="{6D014E28-5AC5-424B-B335-F0A00E851760}" dt="2021-04-06T10:48:20.574" v="190" actId="20577"/>
        <pc:sldMkLst>
          <pc:docMk/>
          <pc:sldMk cId="1746907881" sldId="473"/>
        </pc:sldMkLst>
        <pc:spChg chg="mod">
          <ac:chgData name="Soumita Sengupta" userId="4afa6ce1-cb01-46c2-8538-4650222f0c96" providerId="ADAL" clId="{6D014E28-5AC5-424B-B335-F0A00E851760}" dt="2021-04-06T10:48:20.574" v="190" actId="20577"/>
          <ac:spMkLst>
            <pc:docMk/>
            <pc:sldMk cId="1746907881" sldId="473"/>
            <ac:spMk id="2" creationId="{57983F62-BBB9-431B-A37F-BDA0DC7153F6}"/>
          </ac:spMkLst>
        </pc:spChg>
      </pc:sldChg>
      <pc:sldChg chg="addSp delSp modSp add mod">
        <pc:chgData name="Soumita Sengupta" userId="4afa6ce1-cb01-46c2-8538-4650222f0c96" providerId="ADAL" clId="{6D014E28-5AC5-424B-B335-F0A00E851760}" dt="2021-04-06T11:33:07.430" v="369"/>
        <pc:sldMkLst>
          <pc:docMk/>
          <pc:sldMk cId="1835273428" sldId="474"/>
        </pc:sldMkLst>
        <pc:spChg chg="del">
          <ac:chgData name="Soumita Sengupta" userId="4afa6ce1-cb01-46c2-8538-4650222f0c96" providerId="ADAL" clId="{6D014E28-5AC5-424B-B335-F0A00E851760}" dt="2021-04-06T11:33:03.926" v="367" actId="478"/>
          <ac:spMkLst>
            <pc:docMk/>
            <pc:sldMk cId="1835273428" sldId="474"/>
            <ac:spMk id="3" creationId="{00000000-0000-0000-0000-000000000000}"/>
          </ac:spMkLst>
        </pc:spChg>
        <pc:spChg chg="del">
          <ac:chgData name="Soumita Sengupta" userId="4afa6ce1-cb01-46c2-8538-4650222f0c96" providerId="ADAL" clId="{6D014E28-5AC5-424B-B335-F0A00E851760}" dt="2021-04-06T11:33:05.866" v="368" actId="478"/>
          <ac:spMkLst>
            <pc:docMk/>
            <pc:sldMk cId="1835273428" sldId="474"/>
            <ac:spMk id="4" creationId="{00000000-0000-0000-0000-000000000000}"/>
          </ac:spMkLst>
        </pc:spChg>
        <pc:spChg chg="add mod">
          <ac:chgData name="Soumita Sengupta" userId="4afa6ce1-cb01-46c2-8538-4650222f0c96" providerId="ADAL" clId="{6D014E28-5AC5-424B-B335-F0A00E851760}" dt="2021-04-06T11:33:07.430" v="369"/>
          <ac:spMkLst>
            <pc:docMk/>
            <pc:sldMk cId="1835273428" sldId="474"/>
            <ac:spMk id="8" creationId="{B44B5F5A-D6D8-49E3-ACF9-93C6BDD36529}"/>
          </ac:spMkLst>
        </pc:spChg>
        <pc:graphicFrameChg chg="mod">
          <ac:chgData name="Soumita Sengupta" userId="4afa6ce1-cb01-46c2-8538-4650222f0c96" providerId="ADAL" clId="{6D014E28-5AC5-424B-B335-F0A00E851760}" dt="2021-04-06T10:49:10.080" v="194" actId="255"/>
          <ac:graphicFrameMkLst>
            <pc:docMk/>
            <pc:sldMk cId="1835273428" sldId="474"/>
            <ac:graphicFrameMk id="6" creationId="{00000000-0000-0000-0000-000000000000}"/>
          </ac:graphicFrameMkLst>
        </pc:graphicFrameChg>
        <pc:picChg chg="add mod">
          <ac:chgData name="Soumita Sengupta" userId="4afa6ce1-cb01-46c2-8538-4650222f0c96" providerId="ADAL" clId="{6D014E28-5AC5-424B-B335-F0A00E851760}" dt="2021-04-06T11:33:07.430" v="369"/>
          <ac:picMkLst>
            <pc:docMk/>
            <pc:sldMk cId="1835273428" sldId="474"/>
            <ac:picMk id="7" creationId="{4F8AA042-E576-47FB-959D-0B2972CDFD2A}"/>
          </ac:picMkLst>
        </pc:picChg>
      </pc:sldChg>
      <pc:sldChg chg="add del">
        <pc:chgData name="Soumita Sengupta" userId="4afa6ce1-cb01-46c2-8538-4650222f0c96" providerId="ADAL" clId="{6D014E28-5AC5-424B-B335-F0A00E851760}" dt="2021-04-06T10:47:19.599" v="183" actId="47"/>
        <pc:sldMkLst>
          <pc:docMk/>
          <pc:sldMk cId="2491786750" sldId="474"/>
        </pc:sldMkLst>
      </pc:sldChg>
      <pc:sldChg chg="addSp delSp modSp add mod">
        <pc:chgData name="Soumita Sengupta" userId="4afa6ce1-cb01-46c2-8538-4650222f0c96" providerId="ADAL" clId="{6D014E28-5AC5-424B-B335-F0A00E851760}" dt="2021-04-06T11:33:14.124" v="372"/>
        <pc:sldMkLst>
          <pc:docMk/>
          <pc:sldMk cId="2933197989" sldId="475"/>
        </pc:sldMkLst>
        <pc:spChg chg="del">
          <ac:chgData name="Soumita Sengupta" userId="4afa6ce1-cb01-46c2-8538-4650222f0c96" providerId="ADAL" clId="{6D014E28-5AC5-424B-B335-F0A00E851760}" dt="2021-04-06T11:33:10.592" v="370" actId="478"/>
          <ac:spMkLst>
            <pc:docMk/>
            <pc:sldMk cId="2933197989" sldId="475"/>
            <ac:spMk id="3" creationId="{00000000-0000-0000-0000-000000000000}"/>
          </ac:spMkLst>
        </pc:spChg>
        <pc:spChg chg="del">
          <ac:chgData name="Soumita Sengupta" userId="4afa6ce1-cb01-46c2-8538-4650222f0c96" providerId="ADAL" clId="{6D014E28-5AC5-424B-B335-F0A00E851760}" dt="2021-04-06T11:33:12.323" v="371" actId="478"/>
          <ac:spMkLst>
            <pc:docMk/>
            <pc:sldMk cId="2933197989" sldId="475"/>
            <ac:spMk id="4" creationId="{00000000-0000-0000-0000-000000000000}"/>
          </ac:spMkLst>
        </pc:spChg>
        <pc:spChg chg="add mod">
          <ac:chgData name="Soumita Sengupta" userId="4afa6ce1-cb01-46c2-8538-4650222f0c96" providerId="ADAL" clId="{6D014E28-5AC5-424B-B335-F0A00E851760}" dt="2021-04-06T11:33:14.124" v="372"/>
          <ac:spMkLst>
            <pc:docMk/>
            <pc:sldMk cId="2933197989" sldId="475"/>
            <ac:spMk id="8" creationId="{0CBB50C2-57C6-404C-82F3-51C751D41AEE}"/>
          </ac:spMkLst>
        </pc:spChg>
        <pc:graphicFrameChg chg="mod">
          <ac:chgData name="Soumita Sengupta" userId="4afa6ce1-cb01-46c2-8538-4650222f0c96" providerId="ADAL" clId="{6D014E28-5AC5-424B-B335-F0A00E851760}" dt="2021-04-06T10:49:52.748" v="199" actId="20577"/>
          <ac:graphicFrameMkLst>
            <pc:docMk/>
            <pc:sldMk cId="2933197989" sldId="475"/>
            <ac:graphicFrameMk id="6" creationId="{00000000-0000-0000-0000-000000000000}"/>
          </ac:graphicFrameMkLst>
        </pc:graphicFrameChg>
        <pc:picChg chg="add mod">
          <ac:chgData name="Soumita Sengupta" userId="4afa6ce1-cb01-46c2-8538-4650222f0c96" providerId="ADAL" clId="{6D014E28-5AC5-424B-B335-F0A00E851760}" dt="2021-04-06T11:33:14.124" v="372"/>
          <ac:picMkLst>
            <pc:docMk/>
            <pc:sldMk cId="2933197989" sldId="475"/>
            <ac:picMk id="7" creationId="{3A01FA65-EB37-470D-A3B4-E351AEA8BAE3}"/>
          </ac:picMkLst>
        </pc:picChg>
      </pc:sldChg>
      <pc:sldChg chg="modSp add mod ord">
        <pc:chgData name="Soumita Sengupta" userId="4afa6ce1-cb01-46c2-8538-4650222f0c96" providerId="ADAL" clId="{6D014E28-5AC5-424B-B335-F0A00E851760}" dt="2021-04-06T11:10:51.771" v="208"/>
        <pc:sldMkLst>
          <pc:docMk/>
          <pc:sldMk cId="98495870" sldId="476"/>
        </pc:sldMkLst>
        <pc:spChg chg="mod">
          <ac:chgData name="Soumita Sengupta" userId="4afa6ce1-cb01-46c2-8538-4650222f0c96" providerId="ADAL" clId="{6D014E28-5AC5-424B-B335-F0A00E851760}" dt="2021-04-06T11:10:51.771" v="208"/>
          <ac:spMkLst>
            <pc:docMk/>
            <pc:sldMk cId="98495870" sldId="476"/>
            <ac:spMk id="2" creationId="{57983F62-BBB9-431B-A37F-BDA0DC7153F6}"/>
          </ac:spMkLst>
        </pc:spChg>
      </pc:sldChg>
      <pc:sldChg chg="addSp delSp modSp add mod">
        <pc:chgData name="Soumita Sengupta" userId="4afa6ce1-cb01-46c2-8538-4650222f0c96" providerId="ADAL" clId="{6D014E28-5AC5-424B-B335-F0A00E851760}" dt="2021-04-06T11:33:26.224" v="375"/>
        <pc:sldMkLst>
          <pc:docMk/>
          <pc:sldMk cId="1241194053" sldId="477"/>
        </pc:sldMkLst>
        <pc:spChg chg="del">
          <ac:chgData name="Soumita Sengupta" userId="4afa6ce1-cb01-46c2-8538-4650222f0c96" providerId="ADAL" clId="{6D014E28-5AC5-424B-B335-F0A00E851760}" dt="2021-04-06T11:33:19.846" v="373" actId="478"/>
          <ac:spMkLst>
            <pc:docMk/>
            <pc:sldMk cId="1241194053" sldId="477"/>
            <ac:spMk id="2" creationId="{5066AD9C-BE1B-4B2E-8657-1705C22F502E}"/>
          </ac:spMkLst>
        </pc:spChg>
        <pc:spChg chg="del">
          <ac:chgData name="Soumita Sengupta" userId="4afa6ce1-cb01-46c2-8538-4650222f0c96" providerId="ADAL" clId="{6D014E28-5AC5-424B-B335-F0A00E851760}" dt="2021-04-06T11:33:22.282" v="374" actId="478"/>
          <ac:spMkLst>
            <pc:docMk/>
            <pc:sldMk cId="1241194053" sldId="477"/>
            <ac:spMk id="3" creationId="{27DFB158-0FF6-4E1B-9032-1C3D1A8681AD}"/>
          </ac:spMkLst>
        </pc:spChg>
        <pc:spChg chg="add mod">
          <ac:chgData name="Soumita Sengupta" userId="4afa6ce1-cb01-46c2-8538-4650222f0c96" providerId="ADAL" clId="{6D014E28-5AC5-424B-B335-F0A00E851760}" dt="2021-04-06T11:33:26.224" v="375"/>
          <ac:spMkLst>
            <pc:docMk/>
            <pc:sldMk cId="1241194053" sldId="477"/>
            <ac:spMk id="7" creationId="{259398D0-A461-435D-BF05-4E2F01123CE3}"/>
          </ac:spMkLst>
        </pc:spChg>
        <pc:spChg chg="mod">
          <ac:chgData name="Soumita Sengupta" userId="4afa6ce1-cb01-46c2-8538-4650222f0c96" providerId="ADAL" clId="{6D014E28-5AC5-424B-B335-F0A00E851760}" dt="2021-04-06T11:11:26.476" v="212" actId="5793"/>
          <ac:spMkLst>
            <pc:docMk/>
            <pc:sldMk cId="1241194053" sldId="477"/>
            <ac:spMk id="11" creationId="{162E94A1-5558-4A1A-88C9-167FC734AE54}"/>
          </ac:spMkLst>
        </pc:spChg>
        <pc:picChg chg="add mod">
          <ac:chgData name="Soumita Sengupta" userId="4afa6ce1-cb01-46c2-8538-4650222f0c96" providerId="ADAL" clId="{6D014E28-5AC5-424B-B335-F0A00E851760}" dt="2021-04-06T11:33:26.224" v="375"/>
          <ac:picMkLst>
            <pc:docMk/>
            <pc:sldMk cId="1241194053" sldId="477"/>
            <ac:picMk id="6" creationId="{DE1594C8-0177-4E35-A831-C1520F25F46C}"/>
          </ac:picMkLst>
        </pc:picChg>
      </pc:sldChg>
      <pc:sldChg chg="add del">
        <pc:chgData name="Soumita Sengupta" userId="4afa6ce1-cb01-46c2-8538-4650222f0c96" providerId="ADAL" clId="{6D014E28-5AC5-424B-B335-F0A00E851760}" dt="2021-04-06T11:10:36.998" v="205" actId="47"/>
        <pc:sldMkLst>
          <pc:docMk/>
          <pc:sldMk cId="2928427033" sldId="477"/>
        </pc:sldMkLst>
      </pc:sldChg>
      <pc:sldChg chg="addSp delSp modSp add mod">
        <pc:chgData name="Soumita Sengupta" userId="4afa6ce1-cb01-46c2-8538-4650222f0c96" providerId="ADAL" clId="{6D014E28-5AC5-424B-B335-F0A00E851760}" dt="2021-04-06T11:33:33.955" v="378"/>
        <pc:sldMkLst>
          <pc:docMk/>
          <pc:sldMk cId="3774298818" sldId="478"/>
        </pc:sldMkLst>
        <pc:spChg chg="del">
          <ac:chgData name="Soumita Sengupta" userId="4afa6ce1-cb01-46c2-8538-4650222f0c96" providerId="ADAL" clId="{6D014E28-5AC5-424B-B335-F0A00E851760}" dt="2021-04-06T11:33:29.969" v="376" actId="478"/>
          <ac:spMkLst>
            <pc:docMk/>
            <pc:sldMk cId="3774298818" sldId="478"/>
            <ac:spMk id="3" creationId="{00000000-0000-0000-0000-000000000000}"/>
          </ac:spMkLst>
        </pc:spChg>
        <pc:spChg chg="del">
          <ac:chgData name="Soumita Sengupta" userId="4afa6ce1-cb01-46c2-8538-4650222f0c96" providerId="ADAL" clId="{6D014E28-5AC5-424B-B335-F0A00E851760}" dt="2021-04-06T11:33:32.181" v="377" actId="478"/>
          <ac:spMkLst>
            <pc:docMk/>
            <pc:sldMk cId="3774298818" sldId="478"/>
            <ac:spMk id="4" creationId="{00000000-0000-0000-0000-000000000000}"/>
          </ac:spMkLst>
        </pc:spChg>
        <pc:spChg chg="add mod">
          <ac:chgData name="Soumita Sengupta" userId="4afa6ce1-cb01-46c2-8538-4650222f0c96" providerId="ADAL" clId="{6D014E28-5AC5-424B-B335-F0A00E851760}" dt="2021-04-06T11:33:33.955" v="378"/>
          <ac:spMkLst>
            <pc:docMk/>
            <pc:sldMk cId="3774298818" sldId="478"/>
            <ac:spMk id="8" creationId="{C128250E-9B4E-43D7-A4F3-3D5F8F213D0E}"/>
          </ac:spMkLst>
        </pc:spChg>
        <pc:graphicFrameChg chg="mod">
          <ac:chgData name="Soumita Sengupta" userId="4afa6ce1-cb01-46c2-8538-4650222f0c96" providerId="ADAL" clId="{6D014E28-5AC5-424B-B335-F0A00E851760}" dt="2021-04-06T11:11:43.136" v="215" actId="20577"/>
          <ac:graphicFrameMkLst>
            <pc:docMk/>
            <pc:sldMk cId="3774298818" sldId="478"/>
            <ac:graphicFrameMk id="6" creationId="{00000000-0000-0000-0000-000000000000}"/>
          </ac:graphicFrameMkLst>
        </pc:graphicFrameChg>
        <pc:picChg chg="add mod">
          <ac:chgData name="Soumita Sengupta" userId="4afa6ce1-cb01-46c2-8538-4650222f0c96" providerId="ADAL" clId="{6D014E28-5AC5-424B-B335-F0A00E851760}" dt="2021-04-06T11:33:33.955" v="378"/>
          <ac:picMkLst>
            <pc:docMk/>
            <pc:sldMk cId="3774298818" sldId="478"/>
            <ac:picMk id="7" creationId="{5E58AFAD-99E0-4795-B897-AF8351AABE30}"/>
          </ac:picMkLst>
        </pc:picChg>
      </pc:sldChg>
      <pc:sldChg chg="modSp add mod ord">
        <pc:chgData name="Soumita Sengupta" userId="4afa6ce1-cb01-46c2-8538-4650222f0c96" providerId="ADAL" clId="{6D014E28-5AC5-424B-B335-F0A00E851760}" dt="2021-04-06T11:12:49.213" v="223"/>
        <pc:sldMkLst>
          <pc:docMk/>
          <pc:sldMk cId="1973532725" sldId="479"/>
        </pc:sldMkLst>
        <pc:spChg chg="mod">
          <ac:chgData name="Soumita Sengupta" userId="4afa6ce1-cb01-46c2-8538-4650222f0c96" providerId="ADAL" clId="{6D014E28-5AC5-424B-B335-F0A00E851760}" dt="2021-04-06T11:12:49.213" v="223"/>
          <ac:spMkLst>
            <pc:docMk/>
            <pc:sldMk cId="1973532725" sldId="479"/>
            <ac:spMk id="2" creationId="{57983F62-BBB9-431B-A37F-BDA0DC7153F6}"/>
          </ac:spMkLst>
        </pc:spChg>
      </pc:sldChg>
      <pc:sldChg chg="addSp delSp modSp add mod">
        <pc:chgData name="Soumita Sengupta" userId="4afa6ce1-cb01-46c2-8538-4650222f0c96" providerId="ADAL" clId="{6D014E28-5AC5-424B-B335-F0A00E851760}" dt="2021-04-06T11:33:43.731" v="381"/>
        <pc:sldMkLst>
          <pc:docMk/>
          <pc:sldMk cId="994147715" sldId="480"/>
        </pc:sldMkLst>
        <pc:spChg chg="del">
          <ac:chgData name="Soumita Sengupta" userId="4afa6ce1-cb01-46c2-8538-4650222f0c96" providerId="ADAL" clId="{6D014E28-5AC5-424B-B335-F0A00E851760}" dt="2021-04-06T11:33:39.254" v="379" actId="478"/>
          <ac:spMkLst>
            <pc:docMk/>
            <pc:sldMk cId="994147715" sldId="480"/>
            <ac:spMk id="3" creationId="{00000000-0000-0000-0000-000000000000}"/>
          </ac:spMkLst>
        </pc:spChg>
        <pc:spChg chg="del">
          <ac:chgData name="Soumita Sengupta" userId="4afa6ce1-cb01-46c2-8538-4650222f0c96" providerId="ADAL" clId="{6D014E28-5AC5-424B-B335-F0A00E851760}" dt="2021-04-06T11:33:42.019" v="380" actId="478"/>
          <ac:spMkLst>
            <pc:docMk/>
            <pc:sldMk cId="994147715" sldId="480"/>
            <ac:spMk id="4" creationId="{00000000-0000-0000-0000-000000000000}"/>
          </ac:spMkLst>
        </pc:spChg>
        <pc:spChg chg="add mod">
          <ac:chgData name="Soumita Sengupta" userId="4afa6ce1-cb01-46c2-8538-4650222f0c96" providerId="ADAL" clId="{6D014E28-5AC5-424B-B335-F0A00E851760}" dt="2021-04-06T11:33:43.731" v="381"/>
          <ac:spMkLst>
            <pc:docMk/>
            <pc:sldMk cId="994147715" sldId="480"/>
            <ac:spMk id="8" creationId="{0F0E0C1C-9526-4817-B14F-AF997FCE8E6E}"/>
          </ac:spMkLst>
        </pc:spChg>
        <pc:graphicFrameChg chg="mod">
          <ac:chgData name="Soumita Sengupta" userId="4afa6ce1-cb01-46c2-8538-4650222f0c96" providerId="ADAL" clId="{6D014E28-5AC5-424B-B335-F0A00E851760}" dt="2021-04-06T11:14:04.852" v="238" actId="108"/>
          <ac:graphicFrameMkLst>
            <pc:docMk/>
            <pc:sldMk cId="994147715" sldId="480"/>
            <ac:graphicFrameMk id="6" creationId="{00000000-0000-0000-0000-000000000000}"/>
          </ac:graphicFrameMkLst>
        </pc:graphicFrameChg>
        <pc:picChg chg="add mod">
          <ac:chgData name="Soumita Sengupta" userId="4afa6ce1-cb01-46c2-8538-4650222f0c96" providerId="ADAL" clId="{6D014E28-5AC5-424B-B335-F0A00E851760}" dt="2021-04-06T11:33:43.731" v="381"/>
          <ac:picMkLst>
            <pc:docMk/>
            <pc:sldMk cId="994147715" sldId="480"/>
            <ac:picMk id="7" creationId="{DCFAA87D-0A1A-4340-AA80-EB95CFF904CA}"/>
          </ac:picMkLst>
        </pc:picChg>
      </pc:sldChg>
      <pc:sldChg chg="addSp delSp modSp add mod">
        <pc:chgData name="Soumita Sengupta" userId="4afa6ce1-cb01-46c2-8538-4650222f0c96" providerId="ADAL" clId="{6D014E28-5AC5-424B-B335-F0A00E851760}" dt="2021-04-06T11:33:51.395" v="384"/>
        <pc:sldMkLst>
          <pc:docMk/>
          <pc:sldMk cId="1207871582" sldId="481"/>
        </pc:sldMkLst>
        <pc:spChg chg="del">
          <ac:chgData name="Soumita Sengupta" userId="4afa6ce1-cb01-46c2-8538-4650222f0c96" providerId="ADAL" clId="{6D014E28-5AC5-424B-B335-F0A00E851760}" dt="2021-04-06T11:33:46.981" v="382" actId="478"/>
          <ac:spMkLst>
            <pc:docMk/>
            <pc:sldMk cId="1207871582" sldId="481"/>
            <ac:spMk id="3" creationId="{00000000-0000-0000-0000-000000000000}"/>
          </ac:spMkLst>
        </pc:spChg>
        <pc:spChg chg="del">
          <ac:chgData name="Soumita Sengupta" userId="4afa6ce1-cb01-46c2-8538-4650222f0c96" providerId="ADAL" clId="{6D014E28-5AC5-424B-B335-F0A00E851760}" dt="2021-04-06T11:33:49.360" v="383" actId="478"/>
          <ac:spMkLst>
            <pc:docMk/>
            <pc:sldMk cId="1207871582" sldId="481"/>
            <ac:spMk id="4" creationId="{00000000-0000-0000-0000-000000000000}"/>
          </ac:spMkLst>
        </pc:spChg>
        <pc:spChg chg="add mod">
          <ac:chgData name="Soumita Sengupta" userId="4afa6ce1-cb01-46c2-8538-4650222f0c96" providerId="ADAL" clId="{6D014E28-5AC5-424B-B335-F0A00E851760}" dt="2021-04-06T11:33:51.395" v="384"/>
          <ac:spMkLst>
            <pc:docMk/>
            <pc:sldMk cId="1207871582" sldId="481"/>
            <ac:spMk id="8" creationId="{484A41C7-1327-4B48-8B68-099849ED7C3F}"/>
          </ac:spMkLst>
        </pc:spChg>
        <pc:graphicFrameChg chg="mod">
          <ac:chgData name="Soumita Sengupta" userId="4afa6ce1-cb01-46c2-8538-4650222f0c96" providerId="ADAL" clId="{6D014E28-5AC5-424B-B335-F0A00E851760}" dt="2021-04-06T11:14:24.769" v="242" actId="108"/>
          <ac:graphicFrameMkLst>
            <pc:docMk/>
            <pc:sldMk cId="1207871582" sldId="481"/>
            <ac:graphicFrameMk id="6" creationId="{00000000-0000-0000-0000-000000000000}"/>
          </ac:graphicFrameMkLst>
        </pc:graphicFrameChg>
        <pc:picChg chg="add mod">
          <ac:chgData name="Soumita Sengupta" userId="4afa6ce1-cb01-46c2-8538-4650222f0c96" providerId="ADAL" clId="{6D014E28-5AC5-424B-B335-F0A00E851760}" dt="2021-04-06T11:33:51.395" v="384"/>
          <ac:picMkLst>
            <pc:docMk/>
            <pc:sldMk cId="1207871582" sldId="481"/>
            <ac:picMk id="7" creationId="{69BB296C-E55E-46D1-94CD-C2D6A43E2B29}"/>
          </ac:picMkLst>
        </pc:picChg>
      </pc:sldChg>
      <pc:sldChg chg="modSp add mod ord">
        <pc:chgData name="Soumita Sengupta" userId="4afa6ce1-cb01-46c2-8538-4650222f0c96" providerId="ADAL" clId="{6D014E28-5AC5-424B-B335-F0A00E851760}" dt="2021-04-06T11:16:13.054" v="255" actId="113"/>
        <pc:sldMkLst>
          <pc:docMk/>
          <pc:sldMk cId="4081721116" sldId="482"/>
        </pc:sldMkLst>
        <pc:spChg chg="mod">
          <ac:chgData name="Soumita Sengupta" userId="4afa6ce1-cb01-46c2-8538-4650222f0c96" providerId="ADAL" clId="{6D014E28-5AC5-424B-B335-F0A00E851760}" dt="2021-04-06T11:16:13.054" v="255" actId="113"/>
          <ac:spMkLst>
            <pc:docMk/>
            <pc:sldMk cId="4081721116" sldId="482"/>
            <ac:spMk id="2" creationId="{57983F62-BBB9-431B-A37F-BDA0DC7153F6}"/>
          </ac:spMkLst>
        </pc:spChg>
      </pc:sldChg>
      <pc:sldChg chg="addSp delSp modSp add mod">
        <pc:chgData name="Soumita Sengupta" userId="4afa6ce1-cb01-46c2-8538-4650222f0c96" providerId="ADAL" clId="{6D014E28-5AC5-424B-B335-F0A00E851760}" dt="2021-04-06T11:34:03.642" v="387"/>
        <pc:sldMkLst>
          <pc:docMk/>
          <pc:sldMk cId="1725077821" sldId="483"/>
        </pc:sldMkLst>
        <pc:spChg chg="del">
          <ac:chgData name="Soumita Sengupta" userId="4afa6ce1-cb01-46c2-8538-4650222f0c96" providerId="ADAL" clId="{6D014E28-5AC5-424B-B335-F0A00E851760}" dt="2021-04-06T11:33:57.501" v="385" actId="478"/>
          <ac:spMkLst>
            <pc:docMk/>
            <pc:sldMk cId="1725077821" sldId="483"/>
            <ac:spMk id="3" creationId="{00000000-0000-0000-0000-000000000000}"/>
          </ac:spMkLst>
        </pc:spChg>
        <pc:spChg chg="del">
          <ac:chgData name="Soumita Sengupta" userId="4afa6ce1-cb01-46c2-8538-4650222f0c96" providerId="ADAL" clId="{6D014E28-5AC5-424B-B335-F0A00E851760}" dt="2021-04-06T11:33:59.696" v="386" actId="478"/>
          <ac:spMkLst>
            <pc:docMk/>
            <pc:sldMk cId="1725077821" sldId="483"/>
            <ac:spMk id="4" creationId="{00000000-0000-0000-0000-000000000000}"/>
          </ac:spMkLst>
        </pc:spChg>
        <pc:spChg chg="add mod">
          <ac:chgData name="Soumita Sengupta" userId="4afa6ce1-cb01-46c2-8538-4650222f0c96" providerId="ADAL" clId="{6D014E28-5AC5-424B-B335-F0A00E851760}" dt="2021-04-06T11:34:03.642" v="387"/>
          <ac:spMkLst>
            <pc:docMk/>
            <pc:sldMk cId="1725077821" sldId="483"/>
            <ac:spMk id="8" creationId="{8F7B7D83-792B-4DE2-BFEF-3B65CB0DE452}"/>
          </ac:spMkLst>
        </pc:spChg>
        <pc:graphicFrameChg chg="mod">
          <ac:chgData name="Soumita Sengupta" userId="4afa6ce1-cb01-46c2-8538-4650222f0c96" providerId="ADAL" clId="{6D014E28-5AC5-424B-B335-F0A00E851760}" dt="2021-04-06T11:16:55.892" v="264" actId="108"/>
          <ac:graphicFrameMkLst>
            <pc:docMk/>
            <pc:sldMk cId="1725077821" sldId="483"/>
            <ac:graphicFrameMk id="6" creationId="{00000000-0000-0000-0000-000000000000}"/>
          </ac:graphicFrameMkLst>
        </pc:graphicFrameChg>
        <pc:picChg chg="add mod">
          <ac:chgData name="Soumita Sengupta" userId="4afa6ce1-cb01-46c2-8538-4650222f0c96" providerId="ADAL" clId="{6D014E28-5AC5-424B-B335-F0A00E851760}" dt="2021-04-06T11:34:03.642" v="387"/>
          <ac:picMkLst>
            <pc:docMk/>
            <pc:sldMk cId="1725077821" sldId="483"/>
            <ac:picMk id="7" creationId="{033D1B5E-8501-40C3-9B5C-534A21B8FC2A}"/>
          </ac:picMkLst>
        </pc:picChg>
      </pc:sldChg>
      <pc:sldChg chg="addSp delSp modSp add mod">
        <pc:chgData name="Soumita Sengupta" userId="4afa6ce1-cb01-46c2-8538-4650222f0c96" providerId="ADAL" clId="{6D014E28-5AC5-424B-B335-F0A00E851760}" dt="2021-04-06T11:34:11.065" v="390"/>
        <pc:sldMkLst>
          <pc:docMk/>
          <pc:sldMk cId="401624613" sldId="484"/>
        </pc:sldMkLst>
        <pc:spChg chg="del">
          <ac:chgData name="Soumita Sengupta" userId="4afa6ce1-cb01-46c2-8538-4650222f0c96" providerId="ADAL" clId="{6D014E28-5AC5-424B-B335-F0A00E851760}" dt="2021-04-06T11:34:07.368" v="388" actId="478"/>
          <ac:spMkLst>
            <pc:docMk/>
            <pc:sldMk cId="401624613" sldId="484"/>
            <ac:spMk id="3" creationId="{00000000-0000-0000-0000-000000000000}"/>
          </ac:spMkLst>
        </pc:spChg>
        <pc:spChg chg="del">
          <ac:chgData name="Soumita Sengupta" userId="4afa6ce1-cb01-46c2-8538-4650222f0c96" providerId="ADAL" clId="{6D014E28-5AC5-424B-B335-F0A00E851760}" dt="2021-04-06T11:34:09.387" v="389" actId="478"/>
          <ac:spMkLst>
            <pc:docMk/>
            <pc:sldMk cId="401624613" sldId="484"/>
            <ac:spMk id="4" creationId="{00000000-0000-0000-0000-000000000000}"/>
          </ac:spMkLst>
        </pc:spChg>
        <pc:spChg chg="add mod">
          <ac:chgData name="Soumita Sengupta" userId="4afa6ce1-cb01-46c2-8538-4650222f0c96" providerId="ADAL" clId="{6D014E28-5AC5-424B-B335-F0A00E851760}" dt="2021-04-06T11:34:11.065" v="390"/>
          <ac:spMkLst>
            <pc:docMk/>
            <pc:sldMk cId="401624613" sldId="484"/>
            <ac:spMk id="8" creationId="{D574F81B-227B-4F8F-8BBA-8437CFC2187D}"/>
          </ac:spMkLst>
        </pc:spChg>
        <pc:graphicFrameChg chg="mod">
          <ac:chgData name="Soumita Sengupta" userId="4afa6ce1-cb01-46c2-8538-4650222f0c96" providerId="ADAL" clId="{6D014E28-5AC5-424B-B335-F0A00E851760}" dt="2021-04-06T11:17:21.464" v="272" actId="108"/>
          <ac:graphicFrameMkLst>
            <pc:docMk/>
            <pc:sldMk cId="401624613" sldId="484"/>
            <ac:graphicFrameMk id="6" creationId="{00000000-0000-0000-0000-000000000000}"/>
          </ac:graphicFrameMkLst>
        </pc:graphicFrameChg>
        <pc:picChg chg="add mod">
          <ac:chgData name="Soumita Sengupta" userId="4afa6ce1-cb01-46c2-8538-4650222f0c96" providerId="ADAL" clId="{6D014E28-5AC5-424B-B335-F0A00E851760}" dt="2021-04-06T11:34:11.065" v="390"/>
          <ac:picMkLst>
            <pc:docMk/>
            <pc:sldMk cId="401624613" sldId="484"/>
            <ac:picMk id="7" creationId="{2F6F01EC-A790-4076-A618-FC637A30FF51}"/>
          </ac:picMkLst>
        </pc:picChg>
      </pc:sldChg>
      <pc:sldChg chg="modSp add del mod ord">
        <pc:chgData name="Soumita Sengupta" userId="4afa6ce1-cb01-46c2-8538-4650222f0c96" providerId="ADAL" clId="{6D014E28-5AC5-424B-B335-F0A00E851760}" dt="2021-04-06T11:18:10.340" v="278" actId="47"/>
        <pc:sldMkLst>
          <pc:docMk/>
          <pc:sldMk cId="3084910297" sldId="485"/>
        </pc:sldMkLst>
        <pc:spChg chg="mod">
          <ac:chgData name="Soumita Sengupta" userId="4afa6ce1-cb01-46c2-8538-4650222f0c96" providerId="ADAL" clId="{6D014E28-5AC5-424B-B335-F0A00E851760}" dt="2021-04-06T11:18:03.209" v="276" actId="6549"/>
          <ac:spMkLst>
            <pc:docMk/>
            <pc:sldMk cId="3084910297" sldId="485"/>
            <ac:spMk id="2" creationId="{57983F62-BBB9-431B-A37F-BDA0DC7153F6}"/>
          </ac:spMkLst>
        </pc:spChg>
      </pc:sldChg>
      <pc:sldChg chg="modSp add del mod">
        <pc:chgData name="Soumita Sengupta" userId="4afa6ce1-cb01-46c2-8538-4650222f0c96" providerId="ADAL" clId="{6D014E28-5AC5-424B-B335-F0A00E851760}" dt="2021-04-08T08:59:39.219" v="403" actId="47"/>
        <pc:sldMkLst>
          <pc:docMk/>
          <pc:sldMk cId="1051422832" sldId="486"/>
        </pc:sldMkLst>
        <pc:spChg chg="mod">
          <ac:chgData name="Soumita Sengupta" userId="4afa6ce1-cb01-46c2-8538-4650222f0c96" providerId="ADAL" clId="{6D014E28-5AC5-424B-B335-F0A00E851760}" dt="2021-04-06T11:18:28.261" v="282"/>
          <ac:spMkLst>
            <pc:docMk/>
            <pc:sldMk cId="1051422832" sldId="486"/>
            <ac:spMk id="2" creationId="{57983F62-BBB9-431B-A37F-BDA0DC7153F6}"/>
          </ac:spMkLst>
        </pc:spChg>
      </pc:sldChg>
      <pc:sldChg chg="addSp delSp modSp add del mod">
        <pc:chgData name="Soumita Sengupta" userId="4afa6ce1-cb01-46c2-8538-4650222f0c96" providerId="ADAL" clId="{6D014E28-5AC5-424B-B335-F0A00E851760}" dt="2021-04-08T08:59:41.082" v="404" actId="47"/>
        <pc:sldMkLst>
          <pc:docMk/>
          <pc:sldMk cId="3301539231" sldId="487"/>
        </pc:sldMkLst>
        <pc:spChg chg="del">
          <ac:chgData name="Soumita Sengupta" userId="4afa6ce1-cb01-46c2-8538-4650222f0c96" providerId="ADAL" clId="{6D014E28-5AC5-424B-B335-F0A00E851760}" dt="2021-04-06T11:34:22.966" v="391" actId="478"/>
          <ac:spMkLst>
            <pc:docMk/>
            <pc:sldMk cId="3301539231" sldId="487"/>
            <ac:spMk id="3" creationId="{00000000-0000-0000-0000-000000000000}"/>
          </ac:spMkLst>
        </pc:spChg>
        <pc:spChg chg="del">
          <ac:chgData name="Soumita Sengupta" userId="4afa6ce1-cb01-46c2-8538-4650222f0c96" providerId="ADAL" clId="{6D014E28-5AC5-424B-B335-F0A00E851760}" dt="2021-04-06T11:34:25.495" v="392" actId="478"/>
          <ac:spMkLst>
            <pc:docMk/>
            <pc:sldMk cId="3301539231" sldId="487"/>
            <ac:spMk id="4" creationId="{00000000-0000-0000-0000-000000000000}"/>
          </ac:spMkLst>
        </pc:spChg>
        <pc:spChg chg="add mod">
          <ac:chgData name="Soumita Sengupta" userId="4afa6ce1-cb01-46c2-8538-4650222f0c96" providerId="ADAL" clId="{6D014E28-5AC5-424B-B335-F0A00E851760}" dt="2021-04-06T11:34:27.026" v="393"/>
          <ac:spMkLst>
            <pc:docMk/>
            <pc:sldMk cId="3301539231" sldId="487"/>
            <ac:spMk id="8" creationId="{01B57924-6E5C-4A16-A9B4-78819B5D0E23}"/>
          </ac:spMkLst>
        </pc:spChg>
        <pc:graphicFrameChg chg="mod">
          <ac:chgData name="Soumita Sengupta" userId="4afa6ce1-cb01-46c2-8538-4650222f0c96" providerId="ADAL" clId="{6D014E28-5AC5-424B-B335-F0A00E851760}" dt="2021-04-06T11:19:17.704" v="293" actId="255"/>
          <ac:graphicFrameMkLst>
            <pc:docMk/>
            <pc:sldMk cId="3301539231" sldId="487"/>
            <ac:graphicFrameMk id="6" creationId="{00000000-0000-0000-0000-000000000000}"/>
          </ac:graphicFrameMkLst>
        </pc:graphicFrameChg>
        <pc:picChg chg="add mod">
          <ac:chgData name="Soumita Sengupta" userId="4afa6ce1-cb01-46c2-8538-4650222f0c96" providerId="ADAL" clId="{6D014E28-5AC5-424B-B335-F0A00E851760}" dt="2021-04-06T11:34:27.026" v="393"/>
          <ac:picMkLst>
            <pc:docMk/>
            <pc:sldMk cId="3301539231" sldId="487"/>
            <ac:picMk id="7" creationId="{441A97DD-C594-4635-877F-61F105504BC4}"/>
          </ac:picMkLst>
        </pc:picChg>
      </pc:sldChg>
      <pc:sldChg chg="addSp delSp modSp add del mod">
        <pc:chgData name="Soumita Sengupta" userId="4afa6ce1-cb01-46c2-8538-4650222f0c96" providerId="ADAL" clId="{6D014E28-5AC5-424B-B335-F0A00E851760}" dt="2021-04-08T08:59:42.101" v="405" actId="47"/>
        <pc:sldMkLst>
          <pc:docMk/>
          <pc:sldMk cId="3075750034" sldId="488"/>
        </pc:sldMkLst>
        <pc:spChg chg="del">
          <ac:chgData name="Soumita Sengupta" userId="4afa6ce1-cb01-46c2-8538-4650222f0c96" providerId="ADAL" clId="{6D014E28-5AC5-424B-B335-F0A00E851760}" dt="2021-04-06T11:34:30.922" v="394" actId="478"/>
          <ac:spMkLst>
            <pc:docMk/>
            <pc:sldMk cId="3075750034" sldId="488"/>
            <ac:spMk id="3" creationId="{00000000-0000-0000-0000-000000000000}"/>
          </ac:spMkLst>
        </pc:spChg>
        <pc:spChg chg="del">
          <ac:chgData name="Soumita Sengupta" userId="4afa6ce1-cb01-46c2-8538-4650222f0c96" providerId="ADAL" clId="{6D014E28-5AC5-424B-B335-F0A00E851760}" dt="2021-04-06T11:34:32.799" v="395" actId="478"/>
          <ac:spMkLst>
            <pc:docMk/>
            <pc:sldMk cId="3075750034" sldId="488"/>
            <ac:spMk id="4" creationId="{00000000-0000-0000-0000-000000000000}"/>
          </ac:spMkLst>
        </pc:spChg>
        <pc:spChg chg="add mod">
          <ac:chgData name="Soumita Sengupta" userId="4afa6ce1-cb01-46c2-8538-4650222f0c96" providerId="ADAL" clId="{6D014E28-5AC5-424B-B335-F0A00E851760}" dt="2021-04-06T11:34:34.441" v="396"/>
          <ac:spMkLst>
            <pc:docMk/>
            <pc:sldMk cId="3075750034" sldId="488"/>
            <ac:spMk id="8" creationId="{39B4C5F5-A2BF-46B4-BD86-C43103F6847E}"/>
          </ac:spMkLst>
        </pc:spChg>
        <pc:graphicFrameChg chg="mod">
          <ac:chgData name="Soumita Sengupta" userId="4afa6ce1-cb01-46c2-8538-4650222f0c96" providerId="ADAL" clId="{6D014E28-5AC5-424B-B335-F0A00E851760}" dt="2021-04-06T11:19:29.147" v="295" actId="255"/>
          <ac:graphicFrameMkLst>
            <pc:docMk/>
            <pc:sldMk cId="3075750034" sldId="488"/>
            <ac:graphicFrameMk id="6" creationId="{00000000-0000-0000-0000-000000000000}"/>
          </ac:graphicFrameMkLst>
        </pc:graphicFrameChg>
        <pc:picChg chg="add mod">
          <ac:chgData name="Soumita Sengupta" userId="4afa6ce1-cb01-46c2-8538-4650222f0c96" providerId="ADAL" clId="{6D014E28-5AC5-424B-B335-F0A00E851760}" dt="2021-04-06T11:34:34.441" v="396"/>
          <ac:picMkLst>
            <pc:docMk/>
            <pc:sldMk cId="3075750034" sldId="488"/>
            <ac:picMk id="7" creationId="{B5662F97-45B6-4308-A44A-03DC56923B94}"/>
          </ac:picMkLst>
        </pc:picChg>
      </pc:sldChg>
      <pc:sldChg chg="modSp add mod ord">
        <pc:chgData name="Soumita Sengupta" userId="4afa6ce1-cb01-46c2-8538-4650222f0c96" providerId="ADAL" clId="{6D014E28-5AC5-424B-B335-F0A00E851760}" dt="2021-04-06T11:20:07.227" v="302"/>
        <pc:sldMkLst>
          <pc:docMk/>
          <pc:sldMk cId="2562816360" sldId="489"/>
        </pc:sldMkLst>
        <pc:spChg chg="mod">
          <ac:chgData name="Soumita Sengupta" userId="4afa6ce1-cb01-46c2-8538-4650222f0c96" providerId="ADAL" clId="{6D014E28-5AC5-424B-B335-F0A00E851760}" dt="2021-04-06T11:20:07.227" v="302"/>
          <ac:spMkLst>
            <pc:docMk/>
            <pc:sldMk cId="2562816360" sldId="489"/>
            <ac:spMk id="2" creationId="{57983F62-BBB9-431B-A37F-BDA0DC7153F6}"/>
          </ac:spMkLst>
        </pc:spChg>
      </pc:sldChg>
      <pc:sldChg chg="addSp delSp modSp add mod">
        <pc:chgData name="Soumita Sengupta" userId="4afa6ce1-cb01-46c2-8538-4650222f0c96" providerId="ADAL" clId="{6D014E28-5AC5-424B-B335-F0A00E851760}" dt="2021-04-06T11:34:44.827" v="399"/>
        <pc:sldMkLst>
          <pc:docMk/>
          <pc:sldMk cId="587301050" sldId="490"/>
        </pc:sldMkLst>
        <pc:spChg chg="del">
          <ac:chgData name="Soumita Sengupta" userId="4afa6ce1-cb01-46c2-8538-4650222f0c96" providerId="ADAL" clId="{6D014E28-5AC5-424B-B335-F0A00E851760}" dt="2021-04-06T11:34:40.622" v="397" actId="478"/>
          <ac:spMkLst>
            <pc:docMk/>
            <pc:sldMk cId="587301050" sldId="490"/>
            <ac:spMk id="3" creationId="{00000000-0000-0000-0000-000000000000}"/>
          </ac:spMkLst>
        </pc:spChg>
        <pc:spChg chg="del">
          <ac:chgData name="Soumita Sengupta" userId="4afa6ce1-cb01-46c2-8538-4650222f0c96" providerId="ADAL" clId="{6D014E28-5AC5-424B-B335-F0A00E851760}" dt="2021-04-06T11:34:42.621" v="398" actId="478"/>
          <ac:spMkLst>
            <pc:docMk/>
            <pc:sldMk cId="587301050" sldId="490"/>
            <ac:spMk id="4" creationId="{00000000-0000-0000-0000-000000000000}"/>
          </ac:spMkLst>
        </pc:spChg>
        <pc:spChg chg="add mod">
          <ac:chgData name="Soumita Sengupta" userId="4afa6ce1-cb01-46c2-8538-4650222f0c96" providerId="ADAL" clId="{6D014E28-5AC5-424B-B335-F0A00E851760}" dt="2021-04-06T11:34:44.827" v="399"/>
          <ac:spMkLst>
            <pc:docMk/>
            <pc:sldMk cId="587301050" sldId="490"/>
            <ac:spMk id="8" creationId="{B5620C1A-C585-44A2-AB24-C74892DCA3EE}"/>
          </ac:spMkLst>
        </pc:spChg>
        <pc:graphicFrameChg chg="mod">
          <ac:chgData name="Soumita Sengupta" userId="4afa6ce1-cb01-46c2-8538-4650222f0c96" providerId="ADAL" clId="{6D014E28-5AC5-424B-B335-F0A00E851760}" dt="2021-04-06T11:20:53.289" v="307" actId="255"/>
          <ac:graphicFrameMkLst>
            <pc:docMk/>
            <pc:sldMk cId="587301050" sldId="490"/>
            <ac:graphicFrameMk id="6" creationId="{00000000-0000-0000-0000-000000000000}"/>
          </ac:graphicFrameMkLst>
        </pc:graphicFrameChg>
        <pc:picChg chg="add mod">
          <ac:chgData name="Soumita Sengupta" userId="4afa6ce1-cb01-46c2-8538-4650222f0c96" providerId="ADAL" clId="{6D014E28-5AC5-424B-B335-F0A00E851760}" dt="2021-04-06T11:34:44.827" v="399"/>
          <ac:picMkLst>
            <pc:docMk/>
            <pc:sldMk cId="587301050" sldId="490"/>
            <ac:picMk id="7" creationId="{BA0AE333-A933-4878-9F5A-472B3B806519}"/>
          </ac:picMkLst>
        </pc:picChg>
      </pc:sldChg>
      <pc:sldChg chg="addSp delSp modSp add mod">
        <pc:chgData name="Soumita Sengupta" userId="4afa6ce1-cb01-46c2-8538-4650222f0c96" providerId="ADAL" clId="{6D014E28-5AC5-424B-B335-F0A00E851760}" dt="2021-04-06T11:34:51.403" v="402"/>
        <pc:sldMkLst>
          <pc:docMk/>
          <pc:sldMk cId="1654427468" sldId="491"/>
        </pc:sldMkLst>
        <pc:spChg chg="del">
          <ac:chgData name="Soumita Sengupta" userId="4afa6ce1-cb01-46c2-8538-4650222f0c96" providerId="ADAL" clId="{6D014E28-5AC5-424B-B335-F0A00E851760}" dt="2021-04-06T11:34:47.739" v="400" actId="478"/>
          <ac:spMkLst>
            <pc:docMk/>
            <pc:sldMk cId="1654427468" sldId="491"/>
            <ac:spMk id="3" creationId="{00000000-0000-0000-0000-000000000000}"/>
          </ac:spMkLst>
        </pc:spChg>
        <pc:spChg chg="del">
          <ac:chgData name="Soumita Sengupta" userId="4afa6ce1-cb01-46c2-8538-4650222f0c96" providerId="ADAL" clId="{6D014E28-5AC5-424B-B335-F0A00E851760}" dt="2021-04-06T11:34:49.571" v="401" actId="478"/>
          <ac:spMkLst>
            <pc:docMk/>
            <pc:sldMk cId="1654427468" sldId="491"/>
            <ac:spMk id="4" creationId="{00000000-0000-0000-0000-000000000000}"/>
          </ac:spMkLst>
        </pc:spChg>
        <pc:spChg chg="add mod">
          <ac:chgData name="Soumita Sengupta" userId="4afa6ce1-cb01-46c2-8538-4650222f0c96" providerId="ADAL" clId="{6D014E28-5AC5-424B-B335-F0A00E851760}" dt="2021-04-06T11:34:51.403" v="402"/>
          <ac:spMkLst>
            <pc:docMk/>
            <pc:sldMk cId="1654427468" sldId="491"/>
            <ac:spMk id="8" creationId="{EFCC832C-E209-4A95-A02D-4FF671F60C42}"/>
          </ac:spMkLst>
        </pc:spChg>
        <pc:graphicFrameChg chg="mod">
          <ac:chgData name="Soumita Sengupta" userId="4afa6ce1-cb01-46c2-8538-4650222f0c96" providerId="ADAL" clId="{6D014E28-5AC5-424B-B335-F0A00E851760}" dt="2021-04-06T11:22:04.255" v="310" actId="255"/>
          <ac:graphicFrameMkLst>
            <pc:docMk/>
            <pc:sldMk cId="1654427468" sldId="491"/>
            <ac:graphicFrameMk id="6" creationId="{00000000-0000-0000-0000-000000000000}"/>
          </ac:graphicFrameMkLst>
        </pc:graphicFrameChg>
        <pc:picChg chg="add mod">
          <ac:chgData name="Soumita Sengupta" userId="4afa6ce1-cb01-46c2-8538-4650222f0c96" providerId="ADAL" clId="{6D014E28-5AC5-424B-B335-F0A00E851760}" dt="2021-04-06T11:34:51.403" v="402"/>
          <ac:picMkLst>
            <pc:docMk/>
            <pc:sldMk cId="1654427468" sldId="491"/>
            <ac:picMk id="7" creationId="{035D253D-EEEA-48CF-8AEC-825C5A976C88}"/>
          </ac:picMkLst>
        </pc:picChg>
      </pc:sldChg>
    </pc:docChg>
  </pc:docChgLst>
  <pc:docChgLst>
    <pc:chgData name="Soumita Sengupta" userId="4afa6ce1-cb01-46c2-8538-4650222f0c96" providerId="ADAL" clId="{0225210D-CC00-4104-A046-1BEDB6A2CC22}"/>
    <pc:docChg chg="undo custSel addSld delSld modSld">
      <pc:chgData name="Soumita Sengupta" userId="4afa6ce1-cb01-46c2-8538-4650222f0c96" providerId="ADAL" clId="{0225210D-CC00-4104-A046-1BEDB6A2CC22}" dt="2021-09-08T11:44:37.015" v="628" actId="20577"/>
      <pc:docMkLst>
        <pc:docMk/>
      </pc:docMkLst>
      <pc:sldChg chg="modSp mod">
        <pc:chgData name="Soumita Sengupta" userId="4afa6ce1-cb01-46c2-8538-4650222f0c96" providerId="ADAL" clId="{0225210D-CC00-4104-A046-1BEDB6A2CC22}" dt="2021-09-06T14:01:16.763" v="582" actId="20577"/>
        <pc:sldMkLst>
          <pc:docMk/>
          <pc:sldMk cId="1912468287" sldId="260"/>
        </pc:sldMkLst>
        <pc:spChg chg="mod">
          <ac:chgData name="Soumita Sengupta" userId="4afa6ce1-cb01-46c2-8538-4650222f0c96" providerId="ADAL" clId="{0225210D-CC00-4104-A046-1BEDB6A2CC22}" dt="2021-09-06T14:01:16.763" v="582" actId="20577"/>
          <ac:spMkLst>
            <pc:docMk/>
            <pc:sldMk cId="1912468287" sldId="260"/>
            <ac:spMk id="5" creationId="{00000000-0000-0000-0000-000000000000}"/>
          </ac:spMkLst>
        </pc:spChg>
      </pc:sldChg>
      <pc:sldChg chg="addSp delSp modSp mod">
        <pc:chgData name="Soumita Sengupta" userId="4afa6ce1-cb01-46c2-8538-4650222f0c96" providerId="ADAL" clId="{0225210D-CC00-4104-A046-1BEDB6A2CC22}" dt="2021-09-08T11:44:37.015" v="628" actId="20577"/>
        <pc:sldMkLst>
          <pc:docMk/>
          <pc:sldMk cId="2584036331" sldId="339"/>
        </pc:sldMkLst>
        <pc:spChg chg="del mod">
          <ac:chgData name="Soumita Sengupta" userId="4afa6ce1-cb01-46c2-8538-4650222f0c96" providerId="ADAL" clId="{0225210D-CC00-4104-A046-1BEDB6A2CC22}" dt="2021-09-08T11:38:44.087" v="603"/>
          <ac:spMkLst>
            <pc:docMk/>
            <pc:sldMk cId="2584036331" sldId="339"/>
            <ac:spMk id="4" creationId="{D8019484-B245-4689-86A6-9DA13F091F6C}"/>
          </ac:spMkLst>
        </pc:spChg>
        <pc:spChg chg="mod">
          <ac:chgData name="Soumita Sengupta" userId="4afa6ce1-cb01-46c2-8538-4650222f0c96" providerId="ADAL" clId="{0225210D-CC00-4104-A046-1BEDB6A2CC22}" dt="2021-09-08T10:55:02.521" v="595" actId="20577"/>
          <ac:spMkLst>
            <pc:docMk/>
            <pc:sldMk cId="2584036331" sldId="339"/>
            <ac:spMk id="5" creationId="{6D1A1596-A8D7-4C1A-8956-0FA40A84EFCA}"/>
          </ac:spMkLst>
        </pc:spChg>
        <pc:spChg chg="mod">
          <ac:chgData name="Soumita Sengupta" userId="4afa6ce1-cb01-46c2-8538-4650222f0c96" providerId="ADAL" clId="{0225210D-CC00-4104-A046-1BEDB6A2CC22}" dt="2021-09-08T11:44:37.015" v="628" actId="20577"/>
          <ac:spMkLst>
            <pc:docMk/>
            <pc:sldMk cId="2584036331" sldId="339"/>
            <ac:spMk id="6" creationId="{C8FE3195-D3A1-4850-9090-DFEED874F1D9}"/>
          </ac:spMkLst>
        </pc:spChg>
        <pc:picChg chg="add mod">
          <ac:chgData name="Soumita Sengupta" userId="4afa6ce1-cb01-46c2-8538-4650222f0c96" providerId="ADAL" clId="{0225210D-CC00-4104-A046-1BEDB6A2CC22}" dt="2021-09-08T11:38:43.634" v="601" actId="14100"/>
          <ac:picMkLst>
            <pc:docMk/>
            <pc:sldMk cId="2584036331" sldId="339"/>
            <ac:picMk id="3" creationId="{255162F1-DFEA-4820-B6C1-73BA9E2842FA}"/>
          </ac:picMkLst>
        </pc:picChg>
      </pc:sldChg>
      <pc:sldChg chg="del">
        <pc:chgData name="Soumita Sengupta" userId="4afa6ce1-cb01-46c2-8538-4650222f0c96" providerId="ADAL" clId="{0225210D-CC00-4104-A046-1BEDB6A2CC22}" dt="2021-08-26T12:31:04.171" v="44" actId="47"/>
        <pc:sldMkLst>
          <pc:docMk/>
          <pc:sldMk cId="1676893809" sldId="520"/>
        </pc:sldMkLst>
      </pc:sldChg>
      <pc:sldChg chg="del">
        <pc:chgData name="Soumita Sengupta" userId="4afa6ce1-cb01-46c2-8538-4650222f0c96" providerId="ADAL" clId="{0225210D-CC00-4104-A046-1BEDB6A2CC22}" dt="2021-08-26T12:31:03.549" v="43" actId="47"/>
        <pc:sldMkLst>
          <pc:docMk/>
          <pc:sldMk cId="2863234239" sldId="525"/>
        </pc:sldMkLst>
      </pc:sldChg>
      <pc:sldChg chg="addSp delSp modSp add del mod">
        <pc:chgData name="Soumita Sengupta" userId="4afa6ce1-cb01-46c2-8538-4650222f0c96" providerId="ADAL" clId="{0225210D-CC00-4104-A046-1BEDB6A2CC22}" dt="2021-09-01T10:03:25.716" v="477" actId="5793"/>
        <pc:sldMkLst>
          <pc:docMk/>
          <pc:sldMk cId="3781635149" sldId="752"/>
        </pc:sldMkLst>
        <pc:spChg chg="add del">
          <ac:chgData name="Soumita Sengupta" userId="4afa6ce1-cb01-46c2-8538-4650222f0c96" providerId="ADAL" clId="{0225210D-CC00-4104-A046-1BEDB6A2CC22}" dt="2021-09-01T10:01:06.948" v="417"/>
          <ac:spMkLst>
            <pc:docMk/>
            <pc:sldMk cId="3781635149" sldId="752"/>
            <ac:spMk id="2" creationId="{B4DD3E32-D33B-4427-B05B-52398C2A91D4}"/>
          </ac:spMkLst>
        </pc:spChg>
        <pc:spChg chg="mod">
          <ac:chgData name="Soumita Sengupta" userId="4afa6ce1-cb01-46c2-8538-4650222f0c96" providerId="ADAL" clId="{0225210D-CC00-4104-A046-1BEDB6A2CC22}" dt="2021-09-01T10:03:25.716" v="477" actId="5793"/>
          <ac:spMkLst>
            <pc:docMk/>
            <pc:sldMk cId="3781635149" sldId="752"/>
            <ac:spMk id="5" creationId="{00000000-0000-0000-0000-000000000000}"/>
          </ac:spMkLst>
        </pc:spChg>
        <pc:spChg chg="add del">
          <ac:chgData name="Soumita Sengupta" userId="4afa6ce1-cb01-46c2-8538-4650222f0c96" providerId="ADAL" clId="{0225210D-CC00-4104-A046-1BEDB6A2CC22}" dt="2021-09-01T10:01:06.948" v="417"/>
          <ac:spMkLst>
            <pc:docMk/>
            <pc:sldMk cId="3781635149" sldId="752"/>
            <ac:spMk id="6" creationId="{8A50A265-1917-4ED0-8555-0F6931AFEA0D}"/>
          </ac:spMkLst>
        </pc:spChg>
        <pc:spChg chg="add del">
          <ac:chgData name="Soumita Sengupta" userId="4afa6ce1-cb01-46c2-8538-4650222f0c96" providerId="ADAL" clId="{0225210D-CC00-4104-A046-1BEDB6A2CC22}" dt="2021-09-01T10:01:19.042" v="419"/>
          <ac:spMkLst>
            <pc:docMk/>
            <pc:sldMk cId="3781635149" sldId="752"/>
            <ac:spMk id="7" creationId="{55B54767-D625-4EDB-AFD6-3735E55075BD}"/>
          </ac:spMkLst>
        </pc:spChg>
        <pc:spChg chg="add del">
          <ac:chgData name="Soumita Sengupta" userId="4afa6ce1-cb01-46c2-8538-4650222f0c96" providerId="ADAL" clId="{0225210D-CC00-4104-A046-1BEDB6A2CC22}" dt="2021-09-01T10:01:19.042" v="419"/>
          <ac:spMkLst>
            <pc:docMk/>
            <pc:sldMk cId="3781635149" sldId="752"/>
            <ac:spMk id="8" creationId="{E201FB44-1F40-44F2-A977-73F3B5AE2C26}"/>
          </ac:spMkLst>
        </pc:spChg>
        <pc:spChg chg="mod">
          <ac:chgData name="Soumita Sengupta" userId="4afa6ce1-cb01-46c2-8538-4650222f0c96" providerId="ADAL" clId="{0225210D-CC00-4104-A046-1BEDB6A2CC22}" dt="2021-09-01T09:36:28.167" v="252" actId="20577"/>
          <ac:spMkLst>
            <pc:docMk/>
            <pc:sldMk cId="3781635149" sldId="752"/>
            <ac:spMk id="11" creationId="{00000000-0000-0000-0000-000000000000}"/>
          </ac:spMkLst>
        </pc:spChg>
      </pc:sldChg>
      <pc:sldChg chg="del">
        <pc:chgData name="Soumita Sengupta" userId="4afa6ce1-cb01-46c2-8538-4650222f0c96" providerId="ADAL" clId="{0225210D-CC00-4104-A046-1BEDB6A2CC22}" dt="2021-08-26T12:31:04.606" v="45" actId="47"/>
        <pc:sldMkLst>
          <pc:docMk/>
          <pc:sldMk cId="3609704129" sldId="753"/>
        </pc:sldMkLst>
      </pc:sldChg>
      <pc:sldChg chg="del">
        <pc:chgData name="Soumita Sengupta" userId="4afa6ce1-cb01-46c2-8538-4650222f0c96" providerId="ADAL" clId="{0225210D-CC00-4104-A046-1BEDB6A2CC22}" dt="2021-08-26T12:31:05.107" v="46" actId="47"/>
        <pc:sldMkLst>
          <pc:docMk/>
          <pc:sldMk cId="3563480216" sldId="756"/>
        </pc:sldMkLst>
      </pc:sldChg>
      <pc:sldChg chg="del">
        <pc:chgData name="Soumita Sengupta" userId="4afa6ce1-cb01-46c2-8538-4650222f0c96" providerId="ADAL" clId="{0225210D-CC00-4104-A046-1BEDB6A2CC22}" dt="2021-08-26T12:31:05.424" v="47" actId="47"/>
        <pc:sldMkLst>
          <pc:docMk/>
          <pc:sldMk cId="1011519630" sldId="757"/>
        </pc:sldMkLst>
      </pc:sldChg>
      <pc:sldChg chg="del">
        <pc:chgData name="Soumita Sengupta" userId="4afa6ce1-cb01-46c2-8538-4650222f0c96" providerId="ADAL" clId="{0225210D-CC00-4104-A046-1BEDB6A2CC22}" dt="2021-08-26T12:31:06.218" v="48" actId="47"/>
        <pc:sldMkLst>
          <pc:docMk/>
          <pc:sldMk cId="3902355907" sldId="758"/>
        </pc:sldMkLst>
      </pc:sldChg>
      <pc:sldChg chg="del">
        <pc:chgData name="Soumita Sengupta" userId="4afa6ce1-cb01-46c2-8538-4650222f0c96" providerId="ADAL" clId="{0225210D-CC00-4104-A046-1BEDB6A2CC22}" dt="2021-08-26T12:43:45.907" v="180" actId="47"/>
        <pc:sldMkLst>
          <pc:docMk/>
          <pc:sldMk cId="2304859679" sldId="759"/>
        </pc:sldMkLst>
      </pc:sldChg>
      <pc:sldChg chg="del">
        <pc:chgData name="Soumita Sengupta" userId="4afa6ce1-cb01-46c2-8538-4650222f0c96" providerId="ADAL" clId="{0225210D-CC00-4104-A046-1BEDB6A2CC22}" dt="2021-08-26T12:31:01.299" v="41" actId="47"/>
        <pc:sldMkLst>
          <pc:docMk/>
          <pc:sldMk cId="53564333" sldId="1330"/>
        </pc:sldMkLst>
      </pc:sldChg>
      <pc:sldChg chg="modSp add mod">
        <pc:chgData name="Soumita Sengupta" userId="4afa6ce1-cb01-46c2-8538-4650222f0c96" providerId="ADAL" clId="{0225210D-CC00-4104-A046-1BEDB6A2CC22}" dt="2021-09-01T09:54:06.911" v="344" actId="20577"/>
        <pc:sldMkLst>
          <pc:docMk/>
          <pc:sldMk cId="363625769" sldId="1330"/>
        </pc:sldMkLst>
        <pc:spChg chg="mod">
          <ac:chgData name="Soumita Sengupta" userId="4afa6ce1-cb01-46c2-8538-4650222f0c96" providerId="ADAL" clId="{0225210D-CC00-4104-A046-1BEDB6A2CC22}" dt="2021-09-01T09:54:06.911" v="344" actId="20577"/>
          <ac:spMkLst>
            <pc:docMk/>
            <pc:sldMk cId="363625769" sldId="1330"/>
            <ac:spMk id="5" creationId="{00000000-0000-0000-0000-000000000000}"/>
          </ac:spMkLst>
        </pc:spChg>
        <pc:spChg chg="mod">
          <ac:chgData name="Soumita Sengupta" userId="4afa6ce1-cb01-46c2-8538-4650222f0c96" providerId="ADAL" clId="{0225210D-CC00-4104-A046-1BEDB6A2CC22}" dt="2021-09-01T09:38:11.180" v="265" actId="20577"/>
          <ac:spMkLst>
            <pc:docMk/>
            <pc:sldMk cId="363625769" sldId="1330"/>
            <ac:spMk id="11" creationId="{00000000-0000-0000-0000-000000000000}"/>
          </ac:spMkLst>
        </pc:spChg>
      </pc:sldChg>
      <pc:sldChg chg="modSp add mod">
        <pc:chgData name="Soumita Sengupta" userId="4afa6ce1-cb01-46c2-8538-4650222f0c96" providerId="ADAL" clId="{0225210D-CC00-4104-A046-1BEDB6A2CC22}" dt="2021-09-01T10:10:53.123" v="482"/>
        <pc:sldMkLst>
          <pc:docMk/>
          <pc:sldMk cId="158897229" sldId="1331"/>
        </pc:sldMkLst>
        <pc:spChg chg="mod">
          <ac:chgData name="Soumita Sengupta" userId="4afa6ce1-cb01-46c2-8538-4650222f0c96" providerId="ADAL" clId="{0225210D-CC00-4104-A046-1BEDB6A2CC22}" dt="2021-09-01T10:10:53.123" v="482"/>
          <ac:spMkLst>
            <pc:docMk/>
            <pc:sldMk cId="158897229" sldId="1331"/>
            <ac:spMk id="5" creationId="{00000000-0000-0000-0000-000000000000}"/>
          </ac:spMkLst>
        </pc:spChg>
        <pc:spChg chg="mod">
          <ac:chgData name="Soumita Sengupta" userId="4afa6ce1-cb01-46c2-8538-4650222f0c96" providerId="ADAL" clId="{0225210D-CC00-4104-A046-1BEDB6A2CC22}" dt="2021-09-01T10:08:47.357" v="481" actId="20577"/>
          <ac:spMkLst>
            <pc:docMk/>
            <pc:sldMk cId="158897229" sldId="1331"/>
            <ac:spMk id="11" creationId="{00000000-0000-0000-0000-000000000000}"/>
          </ac:spMkLst>
        </pc:spChg>
      </pc:sldChg>
      <pc:sldChg chg="addSp delSp modSp add mod modNotesTx">
        <pc:chgData name="Soumita Sengupta" userId="4afa6ce1-cb01-46c2-8538-4650222f0c96" providerId="ADAL" clId="{0225210D-CC00-4104-A046-1BEDB6A2CC22}" dt="2021-09-01T10:00:21.798" v="413" actId="20577"/>
        <pc:sldMkLst>
          <pc:docMk/>
          <pc:sldMk cId="2939406703" sldId="1332"/>
        </pc:sldMkLst>
        <pc:spChg chg="add del mod">
          <ac:chgData name="Soumita Sengupta" userId="4afa6ce1-cb01-46c2-8538-4650222f0c96" providerId="ADAL" clId="{0225210D-CC00-4104-A046-1BEDB6A2CC22}" dt="2021-09-01T09:50:40.698" v="317"/>
          <ac:spMkLst>
            <pc:docMk/>
            <pc:sldMk cId="2939406703" sldId="1332"/>
            <ac:spMk id="2" creationId="{25716BE5-F190-42AC-82F1-B076713E494F}"/>
          </ac:spMkLst>
        </pc:spChg>
        <pc:spChg chg="add del mod">
          <ac:chgData name="Soumita Sengupta" userId="4afa6ce1-cb01-46c2-8538-4650222f0c96" providerId="ADAL" clId="{0225210D-CC00-4104-A046-1BEDB6A2CC22}" dt="2021-09-01T09:50:50.805" v="318"/>
          <ac:spMkLst>
            <pc:docMk/>
            <pc:sldMk cId="2939406703" sldId="1332"/>
            <ac:spMk id="5" creationId="{00000000-0000-0000-0000-000000000000}"/>
          </ac:spMkLst>
        </pc:spChg>
        <pc:spChg chg="mod">
          <ac:chgData name="Soumita Sengupta" userId="4afa6ce1-cb01-46c2-8538-4650222f0c96" providerId="ADAL" clId="{0225210D-CC00-4104-A046-1BEDB6A2CC22}" dt="2021-09-01T09:51:59.222" v="339" actId="1076"/>
          <ac:spMkLst>
            <pc:docMk/>
            <pc:sldMk cId="2939406703" sldId="1332"/>
            <ac:spMk id="11" creationId="{00000000-0000-0000-0000-000000000000}"/>
          </ac:spMkLst>
        </pc:spChg>
        <pc:picChg chg="add mod">
          <ac:chgData name="Soumita Sengupta" userId="4afa6ce1-cb01-46c2-8538-4650222f0c96" providerId="ADAL" clId="{0225210D-CC00-4104-A046-1BEDB6A2CC22}" dt="2021-09-01T09:54:21.466" v="345" actId="1076"/>
          <ac:picMkLst>
            <pc:docMk/>
            <pc:sldMk cId="2939406703" sldId="1332"/>
            <ac:picMk id="6" creationId="{524C18FC-54B6-4ADE-B9CD-D32749037078}"/>
          </ac:picMkLst>
        </pc:picChg>
      </pc:sldChg>
      <pc:sldChg chg="modSp add del mod addCm modCm">
        <pc:chgData name="Soumita Sengupta" userId="4afa6ce1-cb01-46c2-8538-4650222f0c96" providerId="ADAL" clId="{0225210D-CC00-4104-A046-1BEDB6A2CC22}" dt="2021-09-06T14:00:16.634" v="554" actId="47"/>
        <pc:sldMkLst>
          <pc:docMk/>
          <pc:sldMk cId="2199173000" sldId="1333"/>
        </pc:sldMkLst>
        <pc:spChg chg="mod">
          <ac:chgData name="Soumita Sengupta" userId="4afa6ce1-cb01-46c2-8538-4650222f0c96" providerId="ADAL" clId="{0225210D-CC00-4104-A046-1BEDB6A2CC22}" dt="2021-09-01T10:12:54.722" v="503" actId="27636"/>
          <ac:spMkLst>
            <pc:docMk/>
            <pc:sldMk cId="2199173000" sldId="1333"/>
            <ac:spMk id="5" creationId="{00000000-0000-0000-0000-000000000000}"/>
          </ac:spMkLst>
        </pc:spChg>
      </pc:sldChg>
      <pc:sldChg chg="modSp add del mod addCm">
        <pc:chgData name="Soumita Sengupta" userId="4afa6ce1-cb01-46c2-8538-4650222f0c96" providerId="ADAL" clId="{0225210D-CC00-4104-A046-1BEDB6A2CC22}" dt="2021-09-06T14:00:22.562" v="555" actId="47"/>
        <pc:sldMkLst>
          <pc:docMk/>
          <pc:sldMk cId="2812935579" sldId="1334"/>
        </pc:sldMkLst>
        <pc:spChg chg="mod">
          <ac:chgData name="Soumita Sengupta" userId="4afa6ce1-cb01-46c2-8538-4650222f0c96" providerId="ADAL" clId="{0225210D-CC00-4104-A046-1BEDB6A2CC22}" dt="2021-09-01T10:15:07.383" v="526" actId="20577"/>
          <ac:spMkLst>
            <pc:docMk/>
            <pc:sldMk cId="2812935579" sldId="1334"/>
            <ac:spMk id="5" creationId="{00000000-0000-0000-0000-000000000000}"/>
          </ac:spMkLst>
        </pc:spChg>
      </pc:sldChg>
      <pc:sldChg chg="add del addCm">
        <pc:chgData name="Soumita Sengupta" userId="4afa6ce1-cb01-46c2-8538-4650222f0c96" providerId="ADAL" clId="{0225210D-CC00-4104-A046-1BEDB6A2CC22}" dt="2021-09-06T14:00:27.876" v="556" actId="47"/>
        <pc:sldMkLst>
          <pc:docMk/>
          <pc:sldMk cId="421431308" sldId="1335"/>
        </pc:sldMkLst>
      </pc:sldChg>
      <pc:sldChg chg="modSp add del mod addCm">
        <pc:chgData name="Soumita Sengupta" userId="4afa6ce1-cb01-46c2-8538-4650222f0c96" providerId="ADAL" clId="{0225210D-CC00-4104-A046-1BEDB6A2CC22}" dt="2021-09-06T14:00:39.508" v="557" actId="47"/>
        <pc:sldMkLst>
          <pc:docMk/>
          <pc:sldMk cId="2367605757" sldId="1336"/>
        </pc:sldMkLst>
        <pc:spChg chg="mod">
          <ac:chgData name="Soumita Sengupta" userId="4afa6ce1-cb01-46c2-8538-4650222f0c96" providerId="ADAL" clId="{0225210D-CC00-4104-A046-1BEDB6A2CC22}" dt="2021-09-01T10:16:19.603" v="537" actId="1076"/>
          <ac:spMkLst>
            <pc:docMk/>
            <pc:sldMk cId="2367605757" sldId="1336"/>
            <ac:spMk id="5" creationId="{00000000-0000-0000-0000-000000000000}"/>
          </ac:spMkLst>
        </pc:spChg>
      </pc:sldChg>
      <pc:sldChg chg="modSp add mod">
        <pc:chgData name="Soumita Sengupta" userId="4afa6ce1-cb01-46c2-8538-4650222f0c96" providerId="ADAL" clId="{0225210D-CC00-4104-A046-1BEDB6A2CC22}" dt="2021-09-08T10:53:53.222" v="594" actId="20577"/>
        <pc:sldMkLst>
          <pc:docMk/>
          <pc:sldMk cId="2893556536" sldId="1354"/>
        </pc:sldMkLst>
        <pc:spChg chg="mod">
          <ac:chgData name="Soumita Sengupta" userId="4afa6ce1-cb01-46c2-8538-4650222f0c96" providerId="ADAL" clId="{0225210D-CC00-4104-A046-1BEDB6A2CC22}" dt="2021-09-08T10:53:53.222" v="594" actId="20577"/>
          <ac:spMkLst>
            <pc:docMk/>
            <pc:sldMk cId="2893556536" sldId="1354"/>
            <ac:spMk id="5" creationId="{00000000-0000-0000-0000-000000000000}"/>
          </ac:spMkLst>
        </pc:spChg>
      </pc:sldChg>
      <pc:sldChg chg="del">
        <pc:chgData name="Soumita Sengupta" userId="4afa6ce1-cb01-46c2-8538-4650222f0c96" providerId="ADAL" clId="{0225210D-CC00-4104-A046-1BEDB6A2CC22}" dt="2021-08-26T12:31:07.375" v="52" actId="47"/>
        <pc:sldMkLst>
          <pc:docMk/>
          <pc:sldMk cId="3054948585" sldId="1413"/>
        </pc:sldMkLst>
      </pc:sldChg>
      <pc:sldChg chg="del">
        <pc:chgData name="Soumita Sengupta" userId="4afa6ce1-cb01-46c2-8538-4650222f0c96" providerId="ADAL" clId="{0225210D-CC00-4104-A046-1BEDB6A2CC22}" dt="2021-08-26T12:31:07.708" v="53" actId="47"/>
        <pc:sldMkLst>
          <pc:docMk/>
          <pc:sldMk cId="122248758" sldId="1414"/>
        </pc:sldMkLst>
      </pc:sldChg>
      <pc:sldChg chg="del">
        <pc:chgData name="Soumita Sengupta" userId="4afa6ce1-cb01-46c2-8538-4650222f0c96" providerId="ADAL" clId="{0225210D-CC00-4104-A046-1BEDB6A2CC22}" dt="2021-08-26T12:31:07.979" v="54" actId="47"/>
        <pc:sldMkLst>
          <pc:docMk/>
          <pc:sldMk cId="3465650862" sldId="1415"/>
        </pc:sldMkLst>
      </pc:sldChg>
      <pc:sldChg chg="del">
        <pc:chgData name="Soumita Sengupta" userId="4afa6ce1-cb01-46c2-8538-4650222f0c96" providerId="ADAL" clId="{0225210D-CC00-4104-A046-1BEDB6A2CC22}" dt="2021-08-26T12:31:06.569" v="49" actId="47"/>
        <pc:sldMkLst>
          <pc:docMk/>
          <pc:sldMk cId="1798438021" sldId="1416"/>
        </pc:sldMkLst>
      </pc:sldChg>
      <pc:sldChg chg="del">
        <pc:chgData name="Soumita Sengupta" userId="4afa6ce1-cb01-46c2-8538-4650222f0c96" providerId="ADAL" clId="{0225210D-CC00-4104-A046-1BEDB6A2CC22}" dt="2021-08-26T12:31:06.832" v="50" actId="47"/>
        <pc:sldMkLst>
          <pc:docMk/>
          <pc:sldMk cId="2922319439" sldId="1417"/>
        </pc:sldMkLst>
      </pc:sldChg>
      <pc:sldChg chg="del">
        <pc:chgData name="Soumita Sengupta" userId="4afa6ce1-cb01-46c2-8538-4650222f0c96" providerId="ADAL" clId="{0225210D-CC00-4104-A046-1BEDB6A2CC22}" dt="2021-08-26T12:31:07.097" v="51" actId="47"/>
        <pc:sldMkLst>
          <pc:docMk/>
          <pc:sldMk cId="1424513111" sldId="1418"/>
        </pc:sldMkLst>
      </pc:sldChg>
      <pc:sldChg chg="del">
        <pc:chgData name="Soumita Sengupta" userId="4afa6ce1-cb01-46c2-8538-4650222f0c96" providerId="ADAL" clId="{0225210D-CC00-4104-A046-1BEDB6A2CC22}" dt="2021-08-26T12:31:08.535" v="55" actId="47"/>
        <pc:sldMkLst>
          <pc:docMk/>
          <pc:sldMk cId="647596170" sldId="1420"/>
        </pc:sldMkLst>
      </pc:sldChg>
      <pc:sldChg chg="del">
        <pc:chgData name="Soumita Sengupta" userId="4afa6ce1-cb01-46c2-8538-4650222f0c96" providerId="ADAL" clId="{0225210D-CC00-4104-A046-1BEDB6A2CC22}" dt="2021-08-26T12:31:08.739" v="56" actId="47"/>
        <pc:sldMkLst>
          <pc:docMk/>
          <pc:sldMk cId="3641482099" sldId="1421"/>
        </pc:sldMkLst>
      </pc:sldChg>
      <pc:sldChg chg="del">
        <pc:chgData name="Soumita Sengupta" userId="4afa6ce1-cb01-46c2-8538-4650222f0c96" providerId="ADAL" clId="{0225210D-CC00-4104-A046-1BEDB6A2CC22}" dt="2021-08-26T12:31:08.960" v="57" actId="47"/>
        <pc:sldMkLst>
          <pc:docMk/>
          <pc:sldMk cId="3474625581" sldId="1422"/>
        </pc:sldMkLst>
      </pc:sldChg>
      <pc:sldChg chg="del">
        <pc:chgData name="Soumita Sengupta" userId="4afa6ce1-cb01-46c2-8538-4650222f0c96" providerId="ADAL" clId="{0225210D-CC00-4104-A046-1BEDB6A2CC22}" dt="2021-08-26T12:31:09.222" v="58" actId="47"/>
        <pc:sldMkLst>
          <pc:docMk/>
          <pc:sldMk cId="1290964860" sldId="1423"/>
        </pc:sldMkLst>
      </pc:sldChg>
      <pc:sldChg chg="del">
        <pc:chgData name="Soumita Sengupta" userId="4afa6ce1-cb01-46c2-8538-4650222f0c96" providerId="ADAL" clId="{0225210D-CC00-4104-A046-1BEDB6A2CC22}" dt="2021-08-26T12:31:09.664" v="59" actId="47"/>
        <pc:sldMkLst>
          <pc:docMk/>
          <pc:sldMk cId="160926858" sldId="1424"/>
        </pc:sldMkLst>
      </pc:sldChg>
      <pc:sldChg chg="del">
        <pc:chgData name="Soumita Sengupta" userId="4afa6ce1-cb01-46c2-8538-4650222f0c96" providerId="ADAL" clId="{0225210D-CC00-4104-A046-1BEDB6A2CC22}" dt="2021-08-26T12:31:09.895" v="60" actId="47"/>
        <pc:sldMkLst>
          <pc:docMk/>
          <pc:sldMk cId="3344684391" sldId="1425"/>
        </pc:sldMkLst>
      </pc:sldChg>
      <pc:sldChg chg="del">
        <pc:chgData name="Soumita Sengupta" userId="4afa6ce1-cb01-46c2-8538-4650222f0c96" providerId="ADAL" clId="{0225210D-CC00-4104-A046-1BEDB6A2CC22}" dt="2021-08-26T12:31:10.088" v="61" actId="47"/>
        <pc:sldMkLst>
          <pc:docMk/>
          <pc:sldMk cId="2759214351" sldId="1426"/>
        </pc:sldMkLst>
      </pc:sldChg>
      <pc:sldChg chg="del">
        <pc:chgData name="Soumita Sengupta" userId="4afa6ce1-cb01-46c2-8538-4650222f0c96" providerId="ADAL" clId="{0225210D-CC00-4104-A046-1BEDB6A2CC22}" dt="2021-08-26T12:31:10.255" v="62" actId="47"/>
        <pc:sldMkLst>
          <pc:docMk/>
          <pc:sldMk cId="2419167630" sldId="1427"/>
        </pc:sldMkLst>
      </pc:sldChg>
      <pc:sldChg chg="del">
        <pc:chgData name="Soumita Sengupta" userId="4afa6ce1-cb01-46c2-8538-4650222f0c96" providerId="ADAL" clId="{0225210D-CC00-4104-A046-1BEDB6A2CC22}" dt="2021-08-26T12:31:10.441" v="63" actId="47"/>
        <pc:sldMkLst>
          <pc:docMk/>
          <pc:sldMk cId="2239575331" sldId="1428"/>
        </pc:sldMkLst>
      </pc:sldChg>
      <pc:sldChg chg="del">
        <pc:chgData name="Soumita Sengupta" userId="4afa6ce1-cb01-46c2-8538-4650222f0c96" providerId="ADAL" clId="{0225210D-CC00-4104-A046-1BEDB6A2CC22}" dt="2021-08-26T12:31:10.634" v="64" actId="47"/>
        <pc:sldMkLst>
          <pc:docMk/>
          <pc:sldMk cId="304666948" sldId="1429"/>
        </pc:sldMkLst>
      </pc:sldChg>
      <pc:sldChg chg="del">
        <pc:chgData name="Soumita Sengupta" userId="4afa6ce1-cb01-46c2-8538-4650222f0c96" providerId="ADAL" clId="{0225210D-CC00-4104-A046-1BEDB6A2CC22}" dt="2021-08-26T12:31:10.821" v="65" actId="47"/>
        <pc:sldMkLst>
          <pc:docMk/>
          <pc:sldMk cId="1574462772" sldId="1430"/>
        </pc:sldMkLst>
      </pc:sldChg>
      <pc:sldChg chg="del">
        <pc:chgData name="Soumita Sengupta" userId="4afa6ce1-cb01-46c2-8538-4650222f0c96" providerId="ADAL" clId="{0225210D-CC00-4104-A046-1BEDB6A2CC22}" dt="2021-08-26T12:31:11.004" v="66" actId="47"/>
        <pc:sldMkLst>
          <pc:docMk/>
          <pc:sldMk cId="1672728295" sldId="1431"/>
        </pc:sldMkLst>
      </pc:sldChg>
      <pc:sldChg chg="del">
        <pc:chgData name="Soumita Sengupta" userId="4afa6ce1-cb01-46c2-8538-4650222f0c96" providerId="ADAL" clId="{0225210D-CC00-4104-A046-1BEDB6A2CC22}" dt="2021-08-26T12:31:11.308" v="67" actId="47"/>
        <pc:sldMkLst>
          <pc:docMk/>
          <pc:sldMk cId="2163140918" sldId="1432"/>
        </pc:sldMkLst>
      </pc:sldChg>
      <pc:sldChg chg="del">
        <pc:chgData name="Soumita Sengupta" userId="4afa6ce1-cb01-46c2-8538-4650222f0c96" providerId="ADAL" clId="{0225210D-CC00-4104-A046-1BEDB6A2CC22}" dt="2021-08-26T12:31:11.574" v="68" actId="47"/>
        <pc:sldMkLst>
          <pc:docMk/>
          <pc:sldMk cId="2231482636" sldId="1433"/>
        </pc:sldMkLst>
      </pc:sldChg>
      <pc:sldChg chg="del">
        <pc:chgData name="Soumita Sengupta" userId="4afa6ce1-cb01-46c2-8538-4650222f0c96" providerId="ADAL" clId="{0225210D-CC00-4104-A046-1BEDB6A2CC22}" dt="2021-08-26T12:31:11.770" v="69" actId="47"/>
        <pc:sldMkLst>
          <pc:docMk/>
          <pc:sldMk cId="3775871403" sldId="1434"/>
        </pc:sldMkLst>
      </pc:sldChg>
      <pc:sldChg chg="del">
        <pc:chgData name="Soumita Sengupta" userId="4afa6ce1-cb01-46c2-8538-4650222f0c96" providerId="ADAL" clId="{0225210D-CC00-4104-A046-1BEDB6A2CC22}" dt="2021-08-26T12:31:12.016" v="70" actId="47"/>
        <pc:sldMkLst>
          <pc:docMk/>
          <pc:sldMk cId="707183902" sldId="1435"/>
        </pc:sldMkLst>
      </pc:sldChg>
      <pc:sldChg chg="del">
        <pc:chgData name="Soumita Sengupta" userId="4afa6ce1-cb01-46c2-8538-4650222f0c96" providerId="ADAL" clId="{0225210D-CC00-4104-A046-1BEDB6A2CC22}" dt="2021-08-26T12:31:12.248" v="71" actId="47"/>
        <pc:sldMkLst>
          <pc:docMk/>
          <pc:sldMk cId="2259711440" sldId="1436"/>
        </pc:sldMkLst>
      </pc:sldChg>
      <pc:sldChg chg="del">
        <pc:chgData name="Soumita Sengupta" userId="4afa6ce1-cb01-46c2-8538-4650222f0c96" providerId="ADAL" clId="{0225210D-CC00-4104-A046-1BEDB6A2CC22}" dt="2021-08-26T12:31:12.499" v="72" actId="47"/>
        <pc:sldMkLst>
          <pc:docMk/>
          <pc:sldMk cId="446448066" sldId="1437"/>
        </pc:sldMkLst>
      </pc:sldChg>
      <pc:sldChg chg="del">
        <pc:chgData name="Soumita Sengupta" userId="4afa6ce1-cb01-46c2-8538-4650222f0c96" providerId="ADAL" clId="{0225210D-CC00-4104-A046-1BEDB6A2CC22}" dt="2021-08-26T12:31:13.067" v="74" actId="47"/>
        <pc:sldMkLst>
          <pc:docMk/>
          <pc:sldMk cId="3714464262" sldId="1438"/>
        </pc:sldMkLst>
      </pc:sldChg>
      <pc:sldChg chg="del">
        <pc:chgData name="Soumita Sengupta" userId="4afa6ce1-cb01-46c2-8538-4650222f0c96" providerId="ADAL" clId="{0225210D-CC00-4104-A046-1BEDB6A2CC22}" dt="2021-08-26T12:31:12.827" v="73" actId="47"/>
        <pc:sldMkLst>
          <pc:docMk/>
          <pc:sldMk cId="3172902306" sldId="1439"/>
        </pc:sldMkLst>
      </pc:sldChg>
      <pc:sldChg chg="del">
        <pc:chgData name="Soumita Sengupta" userId="4afa6ce1-cb01-46c2-8538-4650222f0c96" providerId="ADAL" clId="{0225210D-CC00-4104-A046-1BEDB6A2CC22}" dt="2021-08-26T12:31:13.327" v="75" actId="47"/>
        <pc:sldMkLst>
          <pc:docMk/>
          <pc:sldMk cId="3568035736" sldId="1440"/>
        </pc:sldMkLst>
      </pc:sldChg>
      <pc:sldChg chg="del">
        <pc:chgData name="Soumita Sengupta" userId="4afa6ce1-cb01-46c2-8538-4650222f0c96" providerId="ADAL" clId="{0225210D-CC00-4104-A046-1BEDB6A2CC22}" dt="2021-08-26T12:31:13.573" v="76" actId="47"/>
        <pc:sldMkLst>
          <pc:docMk/>
          <pc:sldMk cId="68183755" sldId="1441"/>
        </pc:sldMkLst>
      </pc:sldChg>
      <pc:sldChg chg="del">
        <pc:chgData name="Soumita Sengupta" userId="4afa6ce1-cb01-46c2-8538-4650222f0c96" providerId="ADAL" clId="{0225210D-CC00-4104-A046-1BEDB6A2CC22}" dt="2021-08-26T12:31:13.785" v="77" actId="47"/>
        <pc:sldMkLst>
          <pc:docMk/>
          <pc:sldMk cId="2346687962" sldId="1442"/>
        </pc:sldMkLst>
      </pc:sldChg>
      <pc:sldChg chg="del">
        <pc:chgData name="Soumita Sengupta" userId="4afa6ce1-cb01-46c2-8538-4650222f0c96" providerId="ADAL" clId="{0225210D-CC00-4104-A046-1BEDB6A2CC22}" dt="2021-08-26T12:31:13.994" v="78" actId="47"/>
        <pc:sldMkLst>
          <pc:docMk/>
          <pc:sldMk cId="2260615317" sldId="1443"/>
        </pc:sldMkLst>
      </pc:sldChg>
      <pc:sldChg chg="del">
        <pc:chgData name="Soumita Sengupta" userId="4afa6ce1-cb01-46c2-8538-4650222f0c96" providerId="ADAL" clId="{0225210D-CC00-4104-A046-1BEDB6A2CC22}" dt="2021-08-26T12:31:14.443" v="79" actId="47"/>
        <pc:sldMkLst>
          <pc:docMk/>
          <pc:sldMk cId="1700556363" sldId="1444"/>
        </pc:sldMkLst>
      </pc:sldChg>
      <pc:sldChg chg="del">
        <pc:chgData name="Soumita Sengupta" userId="4afa6ce1-cb01-46c2-8538-4650222f0c96" providerId="ADAL" clId="{0225210D-CC00-4104-A046-1BEDB6A2CC22}" dt="2021-08-26T12:31:15.137" v="80" actId="47"/>
        <pc:sldMkLst>
          <pc:docMk/>
          <pc:sldMk cId="964145454" sldId="1445"/>
        </pc:sldMkLst>
      </pc:sldChg>
      <pc:sldMasterChg chg="delSldLayout">
        <pc:chgData name="Soumita Sengupta" userId="4afa6ce1-cb01-46c2-8538-4650222f0c96" providerId="ADAL" clId="{0225210D-CC00-4104-A046-1BEDB6A2CC22}" dt="2021-08-26T12:31:07.097" v="51" actId="47"/>
        <pc:sldMasterMkLst>
          <pc:docMk/>
          <pc:sldMasterMk cId="1029875623" sldId="2147483678"/>
        </pc:sldMasterMkLst>
        <pc:sldLayoutChg chg="del">
          <pc:chgData name="Soumita Sengupta" userId="4afa6ce1-cb01-46c2-8538-4650222f0c96" providerId="ADAL" clId="{0225210D-CC00-4104-A046-1BEDB6A2CC22}" dt="2021-08-26T12:31:07.097" v="51" actId="47"/>
          <pc:sldLayoutMkLst>
            <pc:docMk/>
            <pc:sldMasterMk cId="1029875623" sldId="2147483678"/>
            <pc:sldLayoutMk cId="448269181" sldId="21474837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BBB55-7B87-4E63-A974-29766ECA53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B2E94F5-E70B-4807-A59E-2D302623A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93C8D7-F5EC-4784-81DC-261680A4FF73}" type="datetimeFigureOut">
              <a:rPr lang="en-IN" smtClean="0"/>
              <a:t>08-09-2021</a:t>
            </a:fld>
            <a:endParaRPr lang="en-IN"/>
          </a:p>
        </p:txBody>
      </p:sp>
      <p:sp>
        <p:nvSpPr>
          <p:cNvPr id="4" name="Footer Placeholder 3">
            <a:extLst>
              <a:ext uri="{FF2B5EF4-FFF2-40B4-BE49-F238E27FC236}">
                <a16:creationId xmlns:a16="http://schemas.microsoft.com/office/drawing/2014/main" id="{60412465-2BCC-4021-A033-06D150408B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6D27308-B93A-4DD9-A2FD-8587AC7456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C37A4B-E001-4849-96A0-FF929ECDCDBE}" type="slidenum">
              <a:rPr lang="en-IN" smtClean="0"/>
              <a:t>‹#›</a:t>
            </a:fld>
            <a:endParaRPr lang="en-IN"/>
          </a:p>
        </p:txBody>
      </p:sp>
    </p:spTree>
    <p:extLst>
      <p:ext uri="{BB962C8B-B14F-4D97-AF65-F5344CB8AC3E}">
        <p14:creationId xmlns:p14="http://schemas.microsoft.com/office/powerpoint/2010/main" val="146418342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5F557-19E7-DA4B-8684-8A738F1F68CC}" type="datetimeFigureOut">
              <a:rPr lang="en-US" smtClean="0"/>
              <a:t>9/8/2021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76CFB-415C-254D-A8FB-F67DD40B9817}" type="slidenum">
              <a:rPr lang="en-US" smtClean="0"/>
              <a:t>‹#›</a:t>
            </a:fld>
            <a:endParaRPr lang="en-US"/>
          </a:p>
        </p:txBody>
      </p:sp>
    </p:spTree>
    <p:extLst>
      <p:ext uri="{BB962C8B-B14F-4D97-AF65-F5344CB8AC3E}">
        <p14:creationId xmlns:p14="http://schemas.microsoft.com/office/powerpoint/2010/main" val="10148552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349DF6-6D44-4013-9C40-5BB8CE0C2D8E}" type="slidenum">
              <a:rPr lang="en-US" smtClean="0"/>
              <a:t>3</a:t>
            </a:fld>
            <a:endParaRPr lang="en-US"/>
          </a:p>
        </p:txBody>
      </p:sp>
    </p:spTree>
    <p:extLst>
      <p:ext uri="{BB962C8B-B14F-4D97-AF65-F5344CB8AC3E}">
        <p14:creationId xmlns:p14="http://schemas.microsoft.com/office/powerpoint/2010/main" val="954114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a:solidFill>
                  <a:srgbClr val="222222"/>
                </a:solidFill>
                <a:effectLst/>
                <a:latin typeface="open sans" panose="020B0606030504020204" pitchFamily="34" charset="0"/>
              </a:rPr>
              <a:t>Control Plane Components: </a:t>
            </a:r>
            <a:r>
              <a:rPr lang="en-US" b="0" i="0">
                <a:solidFill>
                  <a:srgbClr val="222222"/>
                </a:solidFill>
                <a:effectLst/>
                <a:latin typeface="open sans" panose="020B0606030504020204" pitchFamily="34" charset="0"/>
              </a:rPr>
              <a:t>The control plane's components make global decisions about the cluster (for example, scheduling), as well as detecting and responding to cluster events</a:t>
            </a:r>
          </a:p>
          <a:p>
            <a:pPr algn="l"/>
            <a:endParaRPr lang="en-US" b="0" i="0">
              <a:solidFill>
                <a:srgbClr val="222222"/>
              </a:solidFill>
              <a:effectLst/>
              <a:latin typeface="open sans" panose="020B0606030504020204" pitchFamily="34" charset="0"/>
            </a:endParaRPr>
          </a:p>
          <a:p>
            <a:pPr algn="l"/>
            <a:r>
              <a:rPr lang="en-US" b="0" i="0" err="1">
                <a:solidFill>
                  <a:srgbClr val="222222"/>
                </a:solidFill>
                <a:effectLst/>
                <a:latin typeface="open sans" panose="020B0606030504020204" pitchFamily="34" charset="0"/>
              </a:rPr>
              <a:t>kube-apiserver</a:t>
            </a:r>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The API server is a component of the Kubernetes </a:t>
            </a:r>
            <a:r>
              <a:rPr lang="en-US" b="0" i="0" u="none" strike="noStrike">
                <a:solidFill>
                  <a:srgbClr val="000000"/>
                </a:solidFill>
                <a:effectLst/>
                <a:latin typeface="open sans" panose="020B0606030504020204" pitchFamily="34" charset="0"/>
              </a:rPr>
              <a:t>control plane</a:t>
            </a:r>
            <a:r>
              <a:rPr lang="en-US" b="0" i="0">
                <a:solidFill>
                  <a:srgbClr val="222222"/>
                </a:solidFill>
                <a:effectLst/>
                <a:latin typeface="open sans" panose="020B0606030504020204" pitchFamily="34" charset="0"/>
              </a:rPr>
              <a:t> that exposes the Kubernetes API. The API server is the front end for the Kubernetes control plane.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0" i="0">
              <a:solidFill>
                <a:srgbClr val="222222"/>
              </a:solidFill>
              <a:effectLst/>
              <a:latin typeface="open sans" panose="020B0606030504020204" pitchFamily="34" charset="0"/>
            </a:endParaRPr>
          </a:p>
          <a:p>
            <a:pPr algn="l"/>
            <a:r>
              <a:rPr lang="en-US" b="0" i="0" err="1">
                <a:solidFill>
                  <a:srgbClr val="222222"/>
                </a:solidFill>
                <a:effectLst/>
                <a:latin typeface="open sans" panose="020B0606030504020204" pitchFamily="34" charset="0"/>
              </a:rPr>
              <a:t>etcd</a:t>
            </a:r>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Consistent and highly-available key value store used as Kubernetes' backing store for all cluster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0" i="0">
              <a:solidFill>
                <a:srgbClr val="222222"/>
              </a:solidFill>
              <a:effectLst/>
              <a:latin typeface="open sans" panose="020B0606030504020204" pitchFamily="34" charset="0"/>
            </a:endParaRPr>
          </a:p>
          <a:p>
            <a:pPr algn="l"/>
            <a:r>
              <a:rPr lang="en-US" b="0" i="0" err="1">
                <a:solidFill>
                  <a:srgbClr val="222222"/>
                </a:solidFill>
                <a:effectLst/>
                <a:latin typeface="open sans" panose="020B0606030504020204" pitchFamily="34" charset="0"/>
              </a:rPr>
              <a:t>kube</a:t>
            </a:r>
            <a:r>
              <a:rPr lang="en-US" b="0" i="0">
                <a:solidFill>
                  <a:srgbClr val="222222"/>
                </a:solidFill>
                <a:effectLst/>
                <a:latin typeface="open sans" panose="020B0606030504020204" pitchFamily="34" charset="0"/>
              </a:rPr>
              <a:t>-scheduler</a:t>
            </a:r>
          </a:p>
          <a:p>
            <a:pPr algn="l"/>
            <a:r>
              <a:rPr lang="en-US" b="0" i="0">
                <a:solidFill>
                  <a:srgbClr val="222222"/>
                </a:solidFill>
                <a:effectLst/>
                <a:latin typeface="open sans" panose="020B0606030504020204" pitchFamily="34" charset="0"/>
              </a:rPr>
              <a:t>Control plane component that watches for newly created </a:t>
            </a:r>
            <a:r>
              <a:rPr lang="en-US" b="0" i="0" u="none" strike="noStrike">
                <a:solidFill>
                  <a:srgbClr val="000000"/>
                </a:solidFill>
                <a:effectLst/>
                <a:latin typeface="open sans" panose="020B0606030504020204" pitchFamily="34" charset="0"/>
              </a:rPr>
              <a:t>Pods</a:t>
            </a:r>
            <a:r>
              <a:rPr lang="en-US" b="0" i="0">
                <a:solidFill>
                  <a:srgbClr val="222222"/>
                </a:solidFill>
                <a:effectLst/>
                <a:latin typeface="open sans" panose="020B0606030504020204" pitchFamily="34" charset="0"/>
              </a:rPr>
              <a:t> with no assigned </a:t>
            </a:r>
            <a:r>
              <a:rPr lang="en-US" b="0" i="0" u="none" strike="noStrike">
                <a:solidFill>
                  <a:srgbClr val="000000"/>
                </a:solidFill>
                <a:effectLst/>
                <a:latin typeface="open sans" panose="020B0606030504020204" pitchFamily="34" charset="0"/>
              </a:rPr>
              <a:t>node</a:t>
            </a:r>
            <a:r>
              <a:rPr lang="en-US" b="0" i="0">
                <a:solidFill>
                  <a:srgbClr val="222222"/>
                </a:solidFill>
                <a:effectLst/>
                <a:latin typeface="open sans" panose="020B0606030504020204" pitchFamily="34" charset="0"/>
              </a:rPr>
              <a:t> and selects a node for them to run on.</a:t>
            </a:r>
          </a:p>
          <a:p>
            <a:pPr algn="l"/>
            <a:endParaRPr lang="en-US" b="0" i="0">
              <a:solidFill>
                <a:srgbClr val="222222"/>
              </a:solidFill>
              <a:effectLst/>
              <a:latin typeface="open sans" panose="020B0606030504020204" pitchFamily="34" charset="0"/>
            </a:endParaRPr>
          </a:p>
          <a:p>
            <a:pPr algn="l"/>
            <a:r>
              <a:rPr lang="en-IN" b="0" i="0" err="1">
                <a:solidFill>
                  <a:srgbClr val="222222"/>
                </a:solidFill>
                <a:effectLst/>
                <a:latin typeface="open sans" panose="020B0606030504020204" pitchFamily="34" charset="0"/>
              </a:rPr>
              <a:t>kube</a:t>
            </a:r>
            <a:r>
              <a:rPr lang="en-IN" b="0" i="0">
                <a:solidFill>
                  <a:srgbClr val="222222"/>
                </a:solidFill>
                <a:effectLst/>
                <a:latin typeface="open sans" panose="020B0606030504020204" pitchFamily="34" charset="0"/>
              </a:rPr>
              <a:t>-controller-manager</a:t>
            </a:r>
          </a:p>
          <a:p>
            <a:pPr algn="l"/>
            <a:r>
              <a:rPr lang="en-IN" b="0" i="0">
                <a:solidFill>
                  <a:srgbClr val="222222"/>
                </a:solidFill>
                <a:effectLst/>
                <a:latin typeface="open sans" panose="020B0606030504020204" pitchFamily="34" charset="0"/>
              </a:rPr>
              <a:t>Control plane component that runs </a:t>
            </a:r>
            <a:r>
              <a:rPr lang="en-IN" b="0" i="0" u="none" strike="noStrike">
                <a:solidFill>
                  <a:srgbClr val="000000"/>
                </a:solidFill>
                <a:effectLst/>
                <a:latin typeface="open sans" panose="020B0606030504020204" pitchFamily="34" charset="0"/>
              </a:rPr>
              <a:t>controller</a:t>
            </a:r>
            <a:r>
              <a:rPr lang="en-IN" b="0" i="0">
                <a:solidFill>
                  <a:srgbClr val="222222"/>
                </a:solidFill>
                <a:effectLst/>
                <a:latin typeface="open sans" panose="020B0606030504020204" pitchFamily="34" charset="0"/>
              </a:rPr>
              <a:t> processes.</a:t>
            </a:r>
          </a:p>
          <a:p>
            <a:pPr algn="l"/>
            <a:endParaRPr lang="en-IN"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cloud-controller-manager</a:t>
            </a:r>
          </a:p>
          <a:p>
            <a:r>
              <a:rPr lang="en-US" b="0" i="0">
                <a:solidFill>
                  <a:srgbClr val="222222"/>
                </a:solidFill>
                <a:effectLst/>
                <a:latin typeface="open sans" panose="020B0606030504020204" pitchFamily="34" charset="0"/>
              </a:rPr>
              <a:t>A Kubernetes </a:t>
            </a:r>
            <a:r>
              <a:rPr lang="en-US" b="0" i="0" u="none" strike="noStrike">
                <a:solidFill>
                  <a:srgbClr val="000000"/>
                </a:solidFill>
                <a:effectLst/>
                <a:latin typeface="open sans" panose="020B0606030504020204" pitchFamily="34" charset="0"/>
              </a:rPr>
              <a:t>control plane</a:t>
            </a:r>
            <a:r>
              <a:rPr lang="en-US" b="0" i="0" u="none" strike="noStrike">
                <a:solidFill>
                  <a:srgbClr val="222222"/>
                </a:solidFill>
                <a:effectLst/>
                <a:latin typeface="open sans" panose="020B0606030504020204" pitchFamily="34" charset="0"/>
              </a:rPr>
              <a:t> </a:t>
            </a:r>
            <a:r>
              <a:rPr lang="en-US" b="0" i="0">
                <a:solidFill>
                  <a:srgbClr val="222222"/>
                </a:solidFill>
                <a:effectLst/>
                <a:latin typeface="open sans" panose="020B0606030504020204" pitchFamily="34" charset="0"/>
              </a:rPr>
              <a:t>component that embeds cloud-specific control logic. The cloud controller manager lets you link your cluster into your cloud provider's API, and separates out the components that interact with that cloud platform from components that only interact with your cluster.</a:t>
            </a:r>
          </a:p>
          <a:p>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Node Components</a:t>
            </a:r>
          </a:p>
          <a:p>
            <a:pPr algn="l"/>
            <a:r>
              <a:rPr lang="en-US" b="0" i="0">
                <a:solidFill>
                  <a:srgbClr val="222222"/>
                </a:solidFill>
                <a:effectLst/>
                <a:latin typeface="open sans" panose="020B0606030504020204" pitchFamily="34" charset="0"/>
              </a:rPr>
              <a:t>Node components run on every node, maintaining running pods and providing the Kubernetes runtime environment.</a:t>
            </a:r>
          </a:p>
          <a:p>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Container runtime</a:t>
            </a:r>
          </a:p>
          <a:p>
            <a:pPr algn="l"/>
            <a:r>
              <a:rPr lang="en-US" b="0" i="0">
                <a:solidFill>
                  <a:srgbClr val="222222"/>
                </a:solidFill>
                <a:effectLst/>
                <a:latin typeface="open sans" panose="020B0606030504020204" pitchFamily="34" charset="0"/>
              </a:rPr>
              <a:t>The container runtime is the software that is responsible for running containers.</a:t>
            </a:r>
          </a:p>
          <a:p>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Addons</a:t>
            </a:r>
          </a:p>
          <a:p>
            <a:pPr algn="l"/>
            <a:r>
              <a:rPr lang="en-US" b="0" i="0">
                <a:solidFill>
                  <a:srgbClr val="222222"/>
                </a:solidFill>
                <a:effectLst/>
                <a:latin typeface="open sans" panose="020B0606030504020204" pitchFamily="34" charset="0"/>
              </a:rPr>
              <a:t>Addons use Kubernetes resources (</a:t>
            </a:r>
            <a:r>
              <a:rPr lang="en-US" b="0" i="0" u="none" strike="noStrike" err="1">
                <a:solidFill>
                  <a:srgbClr val="000000"/>
                </a:solidFill>
                <a:effectLst/>
                <a:latin typeface="open sans" panose="020B0606030504020204" pitchFamily="34" charset="0"/>
              </a:rPr>
              <a:t>DaemonSet</a:t>
            </a:r>
            <a:r>
              <a:rPr lang="en-US" b="0" i="0">
                <a:solidFill>
                  <a:srgbClr val="222222"/>
                </a:solidFill>
                <a:effectLst/>
                <a:latin typeface="open sans" panose="020B0606030504020204" pitchFamily="34" charset="0"/>
              </a:rPr>
              <a:t>, </a:t>
            </a:r>
            <a:r>
              <a:rPr lang="en-US" b="0" i="0" u="none" strike="noStrike">
                <a:solidFill>
                  <a:srgbClr val="000000"/>
                </a:solidFill>
                <a:effectLst/>
                <a:latin typeface="open sans" panose="020B0606030504020204" pitchFamily="34" charset="0"/>
              </a:rPr>
              <a:t>Deployment</a:t>
            </a:r>
            <a:r>
              <a:rPr lang="en-US" b="0" i="0">
                <a:solidFill>
                  <a:srgbClr val="222222"/>
                </a:solidFill>
                <a:effectLst/>
                <a:latin typeface="open sans" panose="020B0606030504020204" pitchFamily="34" charset="0"/>
              </a:rPr>
              <a:t>, </a:t>
            </a:r>
            <a:r>
              <a:rPr lang="en-US" b="0" i="0" err="1">
                <a:solidFill>
                  <a:srgbClr val="222222"/>
                </a:solidFill>
                <a:effectLst/>
                <a:latin typeface="open sans" panose="020B0606030504020204" pitchFamily="34" charset="0"/>
              </a:rPr>
              <a:t>etc</a:t>
            </a:r>
            <a:r>
              <a:rPr lang="en-US" b="0" i="0">
                <a:solidFill>
                  <a:srgbClr val="222222"/>
                </a:solidFill>
                <a:effectLst/>
                <a:latin typeface="open sans" panose="020B0606030504020204" pitchFamily="34" charset="0"/>
              </a:rPr>
              <a:t>) to implement cluster features.</a:t>
            </a:r>
          </a:p>
          <a:p>
            <a:pPr algn="l"/>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DNS</a:t>
            </a:r>
          </a:p>
          <a:p>
            <a:pPr algn="l"/>
            <a:r>
              <a:rPr lang="en-US" b="0" i="0">
                <a:solidFill>
                  <a:srgbClr val="222222"/>
                </a:solidFill>
                <a:effectLst/>
                <a:latin typeface="open sans" panose="020B0606030504020204" pitchFamily="34" charset="0"/>
              </a:rPr>
              <a:t>While the other addons are not strictly required, all Kubernetes clusters should have </a:t>
            </a:r>
            <a:r>
              <a:rPr lang="en-US" b="0" i="0" u="none" strike="noStrike">
                <a:solidFill>
                  <a:srgbClr val="3371E3"/>
                </a:solidFill>
                <a:effectLst/>
                <a:latin typeface="open sans" panose="020B0606030504020204" pitchFamily="34" charset="0"/>
              </a:rPr>
              <a:t>cluster DNS</a:t>
            </a:r>
            <a:r>
              <a:rPr lang="en-US" b="0" i="0">
                <a:solidFill>
                  <a:srgbClr val="222222"/>
                </a:solidFill>
                <a:effectLst/>
                <a:latin typeface="open sans" panose="020B0606030504020204" pitchFamily="34" charset="0"/>
              </a:rPr>
              <a:t>, as many examples rely on it.</a:t>
            </a:r>
          </a:p>
          <a:p>
            <a:pPr algn="l"/>
            <a:endParaRPr lang="en-US" b="0" i="0">
              <a:solidFill>
                <a:srgbClr val="222222"/>
              </a:solidFill>
              <a:effectLst/>
              <a:latin typeface="open sans" panose="020B0606030504020204" pitchFamily="34" charset="0"/>
            </a:endParaRPr>
          </a:p>
          <a:p>
            <a:pPr algn="l"/>
            <a:r>
              <a:rPr lang="en-US" b="0" i="0">
                <a:solidFill>
                  <a:srgbClr val="222222"/>
                </a:solidFill>
                <a:effectLst/>
                <a:latin typeface="open sans" panose="020B0606030504020204" pitchFamily="34" charset="0"/>
              </a:rPr>
              <a:t>Web UI (Dashboard)</a:t>
            </a:r>
          </a:p>
          <a:p>
            <a:pPr algn="l"/>
            <a:r>
              <a:rPr lang="en-US" b="0" i="0" u="none" strike="noStrike">
                <a:solidFill>
                  <a:srgbClr val="3371E3"/>
                </a:solidFill>
                <a:effectLst/>
                <a:latin typeface="open sans" panose="020B0606030504020204" pitchFamily="34" charset="0"/>
              </a:rPr>
              <a:t>Dashboard</a:t>
            </a:r>
            <a:r>
              <a:rPr lang="en-US" b="0" i="0">
                <a:solidFill>
                  <a:srgbClr val="222222"/>
                </a:solidFill>
                <a:effectLst/>
                <a:latin typeface="open sans" panose="020B0606030504020204" pitchFamily="34" charset="0"/>
              </a:rPr>
              <a:t> is a general purpose, web-based UI for Kubernetes clusters. </a:t>
            </a:r>
          </a:p>
          <a:p>
            <a:pPr algn="l"/>
            <a:endParaRPr lang="en-US" b="0" i="0">
              <a:solidFill>
                <a:srgbClr val="222222"/>
              </a:solidFill>
              <a:effectLst/>
              <a:latin typeface="open sans" panose="020B0606030504020204" pitchFamily="34" charset="0"/>
            </a:endParaRPr>
          </a:p>
          <a:p>
            <a:pPr algn="l"/>
            <a:r>
              <a:rPr lang="en-IN" b="0" i="0">
                <a:solidFill>
                  <a:srgbClr val="222222"/>
                </a:solidFill>
                <a:effectLst/>
                <a:latin typeface="open sans" panose="020B0606030504020204" pitchFamily="34" charset="0"/>
              </a:rPr>
              <a:t>Container Resource Monitoring</a:t>
            </a:r>
          </a:p>
          <a:p>
            <a:pPr algn="l"/>
            <a:r>
              <a:rPr lang="en-IN" b="0" i="0" u="none" strike="noStrike">
                <a:solidFill>
                  <a:srgbClr val="3371E3"/>
                </a:solidFill>
                <a:effectLst/>
                <a:latin typeface="open sans" panose="020B0606030504020204" pitchFamily="34" charset="0"/>
              </a:rPr>
              <a:t>Container Resource Monitoring</a:t>
            </a:r>
            <a:r>
              <a:rPr lang="en-IN" b="0" i="0">
                <a:solidFill>
                  <a:srgbClr val="222222"/>
                </a:solidFill>
                <a:effectLst/>
                <a:latin typeface="open sans" panose="020B0606030504020204" pitchFamily="34" charset="0"/>
              </a:rPr>
              <a:t> records generic time-series metrics about containers in a central database, and provides a UI for browsing that data.</a:t>
            </a:r>
          </a:p>
          <a:p>
            <a:pPr algn="l"/>
            <a:r>
              <a:rPr lang="en-IN" b="0" i="0">
                <a:solidFill>
                  <a:srgbClr val="222222"/>
                </a:solidFill>
                <a:effectLst/>
                <a:latin typeface="open sans" panose="020B0606030504020204" pitchFamily="34" charset="0"/>
              </a:rPr>
              <a:t>Cluster-level Logging</a:t>
            </a:r>
          </a:p>
          <a:p>
            <a:pPr algn="l"/>
            <a:r>
              <a:rPr lang="en-IN" b="0" i="0">
                <a:solidFill>
                  <a:srgbClr val="222222"/>
                </a:solidFill>
                <a:effectLst/>
                <a:latin typeface="open sans" panose="020B0606030504020204" pitchFamily="34" charset="0"/>
              </a:rPr>
              <a:t>A </a:t>
            </a:r>
            <a:r>
              <a:rPr lang="en-IN" b="0" i="0" u="none" strike="noStrike">
                <a:solidFill>
                  <a:srgbClr val="3371E3"/>
                </a:solidFill>
                <a:effectLst/>
                <a:latin typeface="open sans" panose="020B0606030504020204" pitchFamily="34" charset="0"/>
              </a:rPr>
              <a:t>cluster-level logging</a:t>
            </a:r>
            <a:r>
              <a:rPr lang="en-IN" b="0" i="0">
                <a:solidFill>
                  <a:srgbClr val="222222"/>
                </a:solidFill>
                <a:effectLst/>
                <a:latin typeface="open sans" panose="020B0606030504020204" pitchFamily="34" charset="0"/>
              </a:rPr>
              <a:t> mechanism is responsible for saving container logs to a central log store with search/browsing interface</a:t>
            </a:r>
          </a:p>
          <a:p>
            <a:pPr algn="l"/>
            <a:endParaRPr lang="en-US" b="0" i="0">
              <a:solidFill>
                <a:srgbClr val="222222"/>
              </a:solidFill>
              <a:effectLst/>
              <a:latin typeface="open sans" panose="020B0606030504020204" pitchFamily="34" charset="0"/>
            </a:endParaRPr>
          </a:p>
          <a:p>
            <a:pPr algn="l"/>
            <a:endParaRPr lang="en-US" b="0" i="0">
              <a:solidFill>
                <a:srgbClr val="222222"/>
              </a:solidFill>
              <a:effectLst/>
              <a:latin typeface="open sans" panose="020B0606030504020204" pitchFamily="34" charset="0"/>
            </a:endParaRPr>
          </a:p>
          <a:p>
            <a:pPr algn="l"/>
            <a:endParaRPr lang="en-US" b="0" i="0">
              <a:solidFill>
                <a:srgbClr val="222222"/>
              </a:solidFill>
              <a:effectLst/>
              <a:latin typeface="open sans" panose="020B0606030504020204" pitchFamily="34" charset="0"/>
            </a:endParaRPr>
          </a:p>
          <a:p>
            <a:endParaRPr lang="en-IN" b="0" i="0">
              <a:solidFill>
                <a:srgbClr val="222222"/>
              </a:solidFill>
              <a:effectLst/>
              <a:latin typeface="open sans" panose="020B0606030504020204" pitchFamily="34" charset="0"/>
            </a:endParaRPr>
          </a:p>
          <a:p>
            <a:pPr algn="l"/>
            <a:endParaRPr lang="en-US" b="0" i="0">
              <a:solidFill>
                <a:srgbClr val="222222"/>
              </a:solidFill>
              <a:effectLst/>
              <a:latin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0" i="0">
              <a:solidFill>
                <a:srgbClr val="222222"/>
              </a:solidFill>
              <a:effectLst/>
              <a:latin typeface="open sans" panose="020B0606030504020204" pitchFamily="34" charset="0"/>
            </a:endParaRPr>
          </a:p>
          <a:p>
            <a:endParaRPr lang="en-IN"/>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a:t>
            </a:fld>
            <a:endParaRPr lang="en-US"/>
          </a:p>
        </p:txBody>
      </p:sp>
    </p:spTree>
    <p:extLst>
      <p:ext uri="{BB962C8B-B14F-4D97-AF65-F5344CB8AC3E}">
        <p14:creationId xmlns:p14="http://schemas.microsoft.com/office/powerpoint/2010/main" val="5477242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FFFF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67529C-CCF8-417A-AB5C-9AF5BF73136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67E8DDC-1349-408B-8736-65604577FC7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5" y="319528"/>
            <a:ext cx="1324110" cy="408732"/>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vector graphics&#10;&#10;Description automatically generated">
            <a:extLst>
              <a:ext uri="{FF2B5EF4-FFF2-40B4-BE49-F238E27FC236}">
                <a16:creationId xmlns:a16="http://schemas.microsoft.com/office/drawing/2014/main" id="{BD044C8A-9133-5E4F-96B9-FDC592B9E40C}"/>
              </a:ext>
            </a:extLst>
          </p:cNvPr>
          <p:cNvPicPr>
            <a:picLocks noChangeAspect="1"/>
          </p:cNvPicPr>
          <p:nvPr/>
        </p:nvPicPr>
        <p:blipFill>
          <a:blip r:embed="rId3">
            <a:alphaModFix amt="9000"/>
          </a:blip>
          <a:stretch>
            <a:fillRect/>
          </a:stretch>
        </p:blipFill>
        <p:spPr>
          <a:xfrm>
            <a:off x="5392377" y="0"/>
            <a:ext cx="6948671" cy="7046540"/>
          </a:xfrm>
          <a:prstGeom prst="rect">
            <a:avLst/>
          </a:prstGeom>
        </p:spPr>
      </p:pic>
    </p:spTree>
    <p:extLst>
      <p:ext uri="{BB962C8B-B14F-4D97-AF65-F5344CB8AC3E}">
        <p14:creationId xmlns:p14="http://schemas.microsoft.com/office/powerpoint/2010/main" val="87998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228559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2751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6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131802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t="282" b="282"/>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98279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7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867890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7_Custom Layout">
    <p:bg>
      <p:bgPr>
        <a:solidFill>
          <a:srgbClr val="2D6188"/>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solidFill>
                  <a:srgbClr val="F8F8F8"/>
                </a:solidFill>
              </a:defRPr>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3" y="388534"/>
            <a:ext cx="1636870" cy="573990"/>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9">
            <a:extLst>
              <a:ext uri="{FF2B5EF4-FFF2-40B4-BE49-F238E27FC236}">
                <a16:creationId xmlns:a16="http://schemas.microsoft.com/office/drawing/2014/main" id="{CD1948B9-D857-AC47-B55E-6900ABC6B190}"/>
              </a:ext>
            </a:extLst>
          </p:cNvPr>
          <p:cNvPicPr>
            <a:picLocks noChangeAspect="1"/>
          </p:cNvPicPr>
          <p:nvPr/>
        </p:nvPicPr>
        <p:blipFill>
          <a:blip r:embed="rId3">
            <a:alphaModFix amt="9000"/>
          </a:blip>
          <a:srcRect/>
          <a:stretch/>
        </p:blipFill>
        <p:spPr>
          <a:xfrm>
            <a:off x="5580557" y="-123119"/>
            <a:ext cx="6793199" cy="7213730"/>
          </a:xfrm>
          <a:prstGeom prst="rect">
            <a:avLst/>
          </a:prstGeom>
        </p:spPr>
      </p:pic>
    </p:spTree>
    <p:extLst>
      <p:ext uri="{BB962C8B-B14F-4D97-AF65-F5344CB8AC3E}">
        <p14:creationId xmlns:p14="http://schemas.microsoft.com/office/powerpoint/2010/main" val="99547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243912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Two people looking at a computer&#10;&#10;Description automatically generated with medium confidence">
            <a:extLst>
              <a:ext uri="{FF2B5EF4-FFF2-40B4-BE49-F238E27FC236}">
                <a16:creationId xmlns:a16="http://schemas.microsoft.com/office/drawing/2014/main" id="{463D3DDA-BC95-4899-B787-67CB87B778C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a:xfrm>
            <a:off x="442913" y="1315454"/>
            <a:ext cx="4928370" cy="4832128"/>
          </a:xfrm>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700349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134251" y="2015638"/>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15079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68392" y="2015638"/>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8493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8002532" y="2015638"/>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601907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320956" y="2015638"/>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337497"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4538131"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2554672"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6798840"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481538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9232980"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81708"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835311"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249989"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81476"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2790401" y="4643939"/>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504629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749989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725592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36267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4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206943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859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450357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252011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693771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495425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925613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727267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11574560" y="2021305"/>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9591101"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206943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8597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4503572"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EBC3F1-FD7B-47E6-BA65-486DD792053D}"/>
              </a:ext>
            </a:extLst>
          </p:cNvPr>
          <p:cNvSpPr/>
          <p:nvPr/>
        </p:nvSpPr>
        <p:spPr>
          <a:xfrm>
            <a:off x="6937712" y="4126747"/>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
            <a:extLst>
              <a:ext uri="{FF2B5EF4-FFF2-40B4-BE49-F238E27FC236}">
                <a16:creationId xmlns:a16="http://schemas.microsoft.com/office/drawing/2014/main" id="{9288B415-474E-4513-9396-36C2B0F9A5BE}"/>
              </a:ext>
            </a:extLst>
          </p:cNvPr>
          <p:cNvSpPr txBox="1">
            <a:spLocks/>
          </p:cNvSpPr>
          <p:nvPr/>
        </p:nvSpPr>
        <p:spPr>
          <a:xfrm>
            <a:off x="4899595" y="396123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8</a:t>
            </a:r>
          </a:p>
        </p:txBody>
      </p:sp>
      <p:sp>
        <p:nvSpPr>
          <p:cNvPr id="30" name="Rectangle 29">
            <a:extLst>
              <a:ext uri="{FF2B5EF4-FFF2-40B4-BE49-F238E27FC236}">
                <a16:creationId xmlns:a16="http://schemas.microsoft.com/office/drawing/2014/main" id="{6F2F0C67-FCE5-4661-B88A-E32A43621BFD}"/>
              </a:ext>
            </a:extLst>
          </p:cNvPr>
          <p:cNvSpPr/>
          <p:nvPr/>
        </p:nvSpPr>
        <p:spPr>
          <a:xfrm>
            <a:off x="9256136" y="4126747"/>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C7742D72-E85F-4C07-AB77-F9957C7CF062}"/>
              </a:ext>
            </a:extLst>
          </p:cNvPr>
          <p:cNvSpPr txBox="1">
            <a:spLocks/>
          </p:cNvSpPr>
          <p:nvPr/>
        </p:nvSpPr>
        <p:spPr>
          <a:xfrm>
            <a:off x="7272677"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9</a:t>
            </a:r>
          </a:p>
        </p:txBody>
      </p:sp>
      <p:sp>
        <p:nvSpPr>
          <p:cNvPr id="33" name="Rectangle 32">
            <a:extLst>
              <a:ext uri="{FF2B5EF4-FFF2-40B4-BE49-F238E27FC236}">
                <a16:creationId xmlns:a16="http://schemas.microsoft.com/office/drawing/2014/main" id="{3A8EA92B-455D-4020-9243-099B6A36D6B6}"/>
              </a:ext>
            </a:extLst>
          </p:cNvPr>
          <p:cNvSpPr/>
          <p:nvPr/>
        </p:nvSpPr>
        <p:spPr>
          <a:xfrm>
            <a:off x="11574560"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2">
            <a:extLst>
              <a:ext uri="{FF2B5EF4-FFF2-40B4-BE49-F238E27FC236}">
                <a16:creationId xmlns:a16="http://schemas.microsoft.com/office/drawing/2014/main" id="{471B9617-1D57-4439-BE2F-7F852849ACFB}"/>
              </a:ext>
            </a:extLst>
          </p:cNvPr>
          <p:cNvSpPr txBox="1">
            <a:spLocks/>
          </p:cNvSpPr>
          <p:nvPr/>
        </p:nvSpPr>
        <p:spPr>
          <a:xfrm>
            <a:off x="959110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10</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31688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277049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518516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751665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9826830"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1688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2770491"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2" name="Text Placeholder 3">
            <a:extLst>
              <a:ext uri="{FF2B5EF4-FFF2-40B4-BE49-F238E27FC236}">
                <a16:creationId xmlns:a16="http://schemas.microsoft.com/office/drawing/2014/main" id="{92B45430-028C-47EE-AB70-2AFD383B30F7}"/>
              </a:ext>
            </a:extLst>
          </p:cNvPr>
          <p:cNvSpPr>
            <a:spLocks noGrp="1"/>
          </p:cNvSpPr>
          <p:nvPr>
            <p:ph type="body" sz="quarter" idx="19"/>
          </p:nvPr>
        </p:nvSpPr>
        <p:spPr>
          <a:xfrm>
            <a:off x="518516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3" name="Text Placeholder 3">
            <a:extLst>
              <a:ext uri="{FF2B5EF4-FFF2-40B4-BE49-F238E27FC236}">
                <a16:creationId xmlns:a16="http://schemas.microsoft.com/office/drawing/2014/main" id="{F3F55306-D155-4055-9A21-7E0F35605BEC}"/>
              </a:ext>
            </a:extLst>
          </p:cNvPr>
          <p:cNvSpPr>
            <a:spLocks noGrp="1"/>
          </p:cNvSpPr>
          <p:nvPr>
            <p:ph type="body" sz="quarter" idx="20"/>
          </p:nvPr>
        </p:nvSpPr>
        <p:spPr>
          <a:xfrm>
            <a:off x="751665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4" name="Text Placeholder 3">
            <a:extLst>
              <a:ext uri="{FF2B5EF4-FFF2-40B4-BE49-F238E27FC236}">
                <a16:creationId xmlns:a16="http://schemas.microsoft.com/office/drawing/2014/main" id="{EB9C01AC-A86B-4482-913D-4643B853C98E}"/>
              </a:ext>
            </a:extLst>
          </p:cNvPr>
          <p:cNvSpPr>
            <a:spLocks noGrp="1"/>
          </p:cNvSpPr>
          <p:nvPr>
            <p:ph type="body" sz="quarter" idx="21"/>
          </p:nvPr>
        </p:nvSpPr>
        <p:spPr>
          <a:xfrm>
            <a:off x="9826830"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252651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839030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07908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0765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1322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2976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794736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596390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26578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28232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21" name="Rectangle 20">
            <a:extLst>
              <a:ext uri="{FF2B5EF4-FFF2-40B4-BE49-F238E27FC236}">
                <a16:creationId xmlns:a16="http://schemas.microsoft.com/office/drawing/2014/main" id="{C7DF8707-C2D4-4814-ADD1-F5FAA1CDF01C}"/>
              </a:ext>
            </a:extLst>
          </p:cNvPr>
          <p:cNvSpPr/>
          <p:nvPr/>
        </p:nvSpPr>
        <p:spPr>
          <a:xfrm>
            <a:off x="551748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3529763" y="3957529"/>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5</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2653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78014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19481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2630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76493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5" name="Text Placeholder 2">
            <a:extLst>
              <a:ext uri="{FF2B5EF4-FFF2-40B4-BE49-F238E27FC236}">
                <a16:creationId xmlns:a16="http://schemas.microsoft.com/office/drawing/2014/main" id="{F598E20F-8F70-464B-88E4-D7CACBA30DFF}"/>
              </a:ext>
            </a:extLst>
          </p:cNvPr>
          <p:cNvSpPr txBox="1">
            <a:spLocks/>
          </p:cNvSpPr>
          <p:nvPr userDrawn="1"/>
        </p:nvSpPr>
        <p:spPr>
          <a:xfrm>
            <a:off x="5983366" y="4010501"/>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47" name="Text Placeholder 3">
            <a:extLst>
              <a:ext uri="{FF2B5EF4-FFF2-40B4-BE49-F238E27FC236}">
                <a16:creationId xmlns:a16="http://schemas.microsoft.com/office/drawing/2014/main" id="{8DF7E864-9F9F-43D2-913C-62D3668AC49A}"/>
              </a:ext>
            </a:extLst>
          </p:cNvPr>
          <p:cNvSpPr>
            <a:spLocks noGrp="1"/>
          </p:cNvSpPr>
          <p:nvPr>
            <p:ph type="body" sz="quarter" idx="18"/>
          </p:nvPr>
        </p:nvSpPr>
        <p:spPr>
          <a:xfrm>
            <a:off x="6222388" y="47945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8" name="Rectangle 47">
            <a:extLst>
              <a:ext uri="{FF2B5EF4-FFF2-40B4-BE49-F238E27FC236}">
                <a16:creationId xmlns:a16="http://schemas.microsoft.com/office/drawing/2014/main" id="{D9803B20-E309-4E4A-B102-E4D8E41A61D1}"/>
              </a:ext>
            </a:extLst>
          </p:cNvPr>
          <p:cNvSpPr/>
          <p:nvPr userDrawn="1"/>
        </p:nvSpPr>
        <p:spPr>
          <a:xfrm>
            <a:off x="7936832" y="4231522"/>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766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11308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7562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F2A402-F68C-47EB-8BE7-717BFC98AD82}"/>
              </a:ext>
            </a:extLst>
          </p:cNvPr>
          <p:cNvPicPr>
            <a:picLocks noChangeAspect="1"/>
          </p:cNvPicPr>
          <p:nvPr/>
        </p:nvPicPr>
        <p:blipFill>
          <a:blip r:embed="rId2"/>
          <a:srcRect/>
          <a:stretch/>
        </p:blipFill>
        <p:spPr>
          <a:xfrm>
            <a:off x="-29599" y="-13854"/>
            <a:ext cx="12251198" cy="6885708"/>
          </a:xfrm>
          <a:prstGeom prst="rect">
            <a:avLst/>
          </a:prstGeom>
        </p:spPr>
      </p:pic>
      <p:sp>
        <p:nvSpPr>
          <p:cNvPr id="2" name="Title 1">
            <a:extLst>
              <a:ext uri="{FF2B5EF4-FFF2-40B4-BE49-F238E27FC236}">
                <a16:creationId xmlns:a16="http://schemas.microsoft.com/office/drawing/2014/main" id="{68163ED3-E5AA-43A7-90E6-F8610C9DF73C}"/>
              </a:ext>
            </a:extLst>
          </p:cNvPr>
          <p:cNvSpPr>
            <a:spLocks noGrp="1"/>
          </p:cNvSpPr>
          <p:nvPr>
            <p:ph type="title" hasCustomPrompt="1"/>
          </p:nvPr>
        </p:nvSpPr>
        <p:spPr>
          <a:xfrm>
            <a:off x="6277970" y="1454697"/>
            <a:ext cx="5471111" cy="2102377"/>
          </a:xfrm>
        </p:spPr>
        <p:txBody>
          <a:bodyPr>
            <a:noAutofit/>
          </a:bodyPr>
          <a:lstStyle>
            <a:lvl1pPr>
              <a:defRPr sz="4800" b="1">
                <a:solidFill>
                  <a:schemeClr val="tx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AA4E1088-528C-41E0-AF4B-1D46384F7126}"/>
              </a:ext>
            </a:extLst>
          </p:cNvPr>
          <p:cNvSpPr>
            <a:spLocks noGrp="1"/>
          </p:cNvSpPr>
          <p:nvPr>
            <p:ph type="sldNum" sz="quarter" idx="10"/>
          </p:nvPr>
        </p:nvSpPr>
        <p:spPr>
          <a:xfrm>
            <a:off x="3673764" y="6424178"/>
            <a:ext cx="1772920" cy="365125"/>
          </a:xfrm>
          <a:prstGeom prst="rect">
            <a:avLst/>
          </a:prstGeom>
        </p:spPr>
        <p:txBody>
          <a:bodyPr/>
          <a:lstStyle>
            <a:lvl1pPr algn="l">
              <a:defRPr>
                <a:solidFill>
                  <a:srgbClr val="FFFFFF"/>
                </a:solidFill>
              </a:defRPr>
            </a:lvl1pPr>
          </a:lstStyle>
          <a:p>
            <a:fld id="{E60884FA-1782-2C46-B58F-16BA5B9E415B}" type="slidenum">
              <a:rPr lang="en-US" smtClean="0"/>
              <a:pPr/>
              <a:t>‹#›</a:t>
            </a:fld>
            <a:endParaRPr lang="en-US"/>
          </a:p>
        </p:txBody>
      </p:sp>
      <p:sp>
        <p:nvSpPr>
          <p:cNvPr id="4" name="Footer Placeholder 3">
            <a:extLst>
              <a:ext uri="{FF2B5EF4-FFF2-40B4-BE49-F238E27FC236}">
                <a16:creationId xmlns:a16="http://schemas.microsoft.com/office/drawing/2014/main" id="{10047979-B4BD-4461-9E4F-CBDB78CE05D1}"/>
              </a:ext>
            </a:extLst>
          </p:cNvPr>
          <p:cNvSpPr>
            <a:spLocks noGrp="1"/>
          </p:cNvSpPr>
          <p:nvPr>
            <p:ph type="ftr" sz="quarter" idx="11"/>
          </p:nvPr>
        </p:nvSpPr>
        <p:spPr>
          <a:xfrm>
            <a:off x="442912" y="6424178"/>
            <a:ext cx="4361098" cy="365125"/>
          </a:xfrm>
          <a:prstGeom prst="rect">
            <a:avLst/>
          </a:prstGeom>
        </p:spPr>
        <p:txBody>
          <a:bodyPr/>
          <a:lstStyle>
            <a:lvl1pPr>
              <a:defRPr>
                <a:solidFill>
                  <a:srgbClr val="FFFFFF"/>
                </a:solidFill>
              </a:defRPr>
            </a:lvl1pPr>
          </a:lstStyle>
          <a:p>
            <a:r>
              <a:rPr lang="en-US"/>
              <a:t>COPYRIGHT 2021 ALEPO</a:t>
            </a:r>
          </a:p>
        </p:txBody>
      </p:sp>
      <p:sp>
        <p:nvSpPr>
          <p:cNvPr id="7" name="Rectangle 6">
            <a:extLst>
              <a:ext uri="{FF2B5EF4-FFF2-40B4-BE49-F238E27FC236}">
                <a16:creationId xmlns:a16="http://schemas.microsoft.com/office/drawing/2014/main" id="{223F6DCF-0F50-48FD-9CB5-D87CED4C090A}"/>
              </a:ext>
            </a:extLst>
          </p:cNvPr>
          <p:cNvSpPr/>
          <p:nvPr/>
        </p:nvSpPr>
        <p:spPr>
          <a:xfrm>
            <a:off x="44291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78F2EAF6-476C-4AE6-82D4-406AD7D98AAD}"/>
              </a:ext>
            </a:extLst>
          </p:cNvPr>
          <p:cNvSpPr/>
          <p:nvPr/>
        </p:nvSpPr>
        <p:spPr>
          <a:xfrm>
            <a:off x="44291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B4BC47C-00C1-4F02-8D46-BCB1E74D8E84}"/>
              </a:ext>
            </a:extLst>
          </p:cNvPr>
          <p:cNvSpPr/>
          <p:nvPr/>
        </p:nvSpPr>
        <p:spPr>
          <a:xfrm>
            <a:off x="330894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896711C5-B582-478B-8ABA-E7B79419BC25}"/>
              </a:ext>
            </a:extLst>
          </p:cNvPr>
          <p:cNvSpPr/>
          <p:nvPr/>
        </p:nvSpPr>
        <p:spPr>
          <a:xfrm>
            <a:off x="330894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0745D4B0-F160-486F-AD2D-E38598EBCC6F}"/>
              </a:ext>
            </a:extLst>
          </p:cNvPr>
          <p:cNvSpPr/>
          <p:nvPr/>
        </p:nvSpPr>
        <p:spPr>
          <a:xfrm>
            <a:off x="617497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A7E7C3C0-3F7E-481C-BECA-B6D376B21708}"/>
              </a:ext>
            </a:extLst>
          </p:cNvPr>
          <p:cNvCxnSpPr/>
          <p:nvPr/>
        </p:nvCxnSpPr>
        <p:spPr>
          <a:xfrm>
            <a:off x="442912" y="3698543"/>
            <a:ext cx="8261921"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522537-3BBD-4410-9BFE-C5DE4DB3FBAE}"/>
              </a:ext>
            </a:extLst>
          </p:cNvPr>
          <p:cNvCxnSpPr/>
          <p:nvPr/>
        </p:nvCxnSpPr>
        <p:spPr>
          <a:xfrm>
            <a:off x="3138985"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9A0F84-D5A3-4DBE-9194-D3B3B628E5CE}"/>
              </a:ext>
            </a:extLst>
          </p:cNvPr>
          <p:cNvCxnSpPr/>
          <p:nvPr/>
        </p:nvCxnSpPr>
        <p:spPr>
          <a:xfrm>
            <a:off x="6003846"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A1E244A-AA40-48A9-817D-1E7F958B71EA}"/>
              </a:ext>
            </a:extLst>
          </p:cNvPr>
          <p:cNvSpPr txBox="1">
            <a:spLocks/>
          </p:cNvSpPr>
          <p:nvPr/>
        </p:nvSpPr>
        <p:spPr>
          <a:xfrm>
            <a:off x="3564749" y="2532103"/>
            <a:ext cx="2015936" cy="86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solidFill>
                  <a:schemeClr val="tx1"/>
                </a:solidFill>
                <a:latin typeface="+mj-lt"/>
                <a:ea typeface="+mj-ea"/>
                <a:cs typeface="+mj-cs"/>
              </a:defRPr>
            </a:lvl1pPr>
          </a:lstStyle>
          <a:p>
            <a:pPr algn="ctr"/>
            <a:endParaRPr lang="en-US" sz="2000" b="0"/>
          </a:p>
        </p:txBody>
      </p:sp>
      <p:sp>
        <p:nvSpPr>
          <p:cNvPr id="20" name="Text Placeholder 3">
            <a:extLst>
              <a:ext uri="{FF2B5EF4-FFF2-40B4-BE49-F238E27FC236}">
                <a16:creationId xmlns:a16="http://schemas.microsoft.com/office/drawing/2014/main" id="{BEB82473-F820-494E-B661-70B5B55990EE}"/>
              </a:ext>
            </a:extLst>
          </p:cNvPr>
          <p:cNvSpPr>
            <a:spLocks noGrp="1"/>
          </p:cNvSpPr>
          <p:nvPr>
            <p:ph type="body" sz="quarter" idx="12"/>
          </p:nvPr>
        </p:nvSpPr>
        <p:spPr>
          <a:xfrm>
            <a:off x="3553542"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3" name="Text Placeholder 3">
            <a:extLst>
              <a:ext uri="{FF2B5EF4-FFF2-40B4-BE49-F238E27FC236}">
                <a16:creationId xmlns:a16="http://schemas.microsoft.com/office/drawing/2014/main" id="{E874AAD5-ADD0-4481-8A9C-F89B47F9EF9C}"/>
              </a:ext>
            </a:extLst>
          </p:cNvPr>
          <p:cNvSpPr>
            <a:spLocks noGrp="1"/>
          </p:cNvSpPr>
          <p:nvPr>
            <p:ph type="body" sz="quarter" idx="24"/>
          </p:nvPr>
        </p:nvSpPr>
        <p:spPr>
          <a:xfrm>
            <a:off x="687380"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7BC98197-0559-4323-8AF2-DEDA18ECCE14}"/>
              </a:ext>
            </a:extLst>
          </p:cNvPr>
          <p:cNvSpPr>
            <a:spLocks noGrp="1"/>
          </p:cNvSpPr>
          <p:nvPr>
            <p:ph type="body" sz="quarter" idx="26"/>
          </p:nvPr>
        </p:nvSpPr>
        <p:spPr>
          <a:xfrm>
            <a:off x="687380"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17D81D5C-2B29-4880-BC85-C7549389C815}"/>
              </a:ext>
            </a:extLst>
          </p:cNvPr>
          <p:cNvSpPr>
            <a:spLocks noGrp="1"/>
          </p:cNvSpPr>
          <p:nvPr>
            <p:ph type="body" sz="quarter" idx="28"/>
          </p:nvPr>
        </p:nvSpPr>
        <p:spPr>
          <a:xfrm>
            <a:off x="3564749"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6DB3685-9A8A-46D4-879D-213E11C10D6C}"/>
              </a:ext>
            </a:extLst>
          </p:cNvPr>
          <p:cNvSpPr>
            <a:spLocks noGrp="1"/>
          </p:cNvSpPr>
          <p:nvPr>
            <p:ph type="body" sz="quarter" idx="30"/>
          </p:nvPr>
        </p:nvSpPr>
        <p:spPr>
          <a:xfrm>
            <a:off x="6409351"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32" name="Picture Placeholder 15">
            <a:extLst>
              <a:ext uri="{FF2B5EF4-FFF2-40B4-BE49-F238E27FC236}">
                <a16:creationId xmlns:a16="http://schemas.microsoft.com/office/drawing/2014/main" id="{132B3780-5087-47BF-A0B5-47163A1877BF}"/>
              </a:ext>
            </a:extLst>
          </p:cNvPr>
          <p:cNvSpPr>
            <a:spLocks noGrp="1"/>
          </p:cNvSpPr>
          <p:nvPr>
            <p:ph type="pic" sz="quarter" idx="16" hasCustomPrompt="1"/>
          </p:nvPr>
        </p:nvSpPr>
        <p:spPr>
          <a:xfrm>
            <a:off x="1412330"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3" name="Picture Placeholder 15">
            <a:extLst>
              <a:ext uri="{FF2B5EF4-FFF2-40B4-BE49-F238E27FC236}">
                <a16:creationId xmlns:a16="http://schemas.microsoft.com/office/drawing/2014/main" id="{A9EE916D-33DE-4200-95B7-91829E467F48}"/>
              </a:ext>
            </a:extLst>
          </p:cNvPr>
          <p:cNvSpPr>
            <a:spLocks noGrp="1"/>
          </p:cNvSpPr>
          <p:nvPr>
            <p:ph type="pic" sz="quarter" idx="31" hasCustomPrompt="1"/>
          </p:nvPr>
        </p:nvSpPr>
        <p:spPr>
          <a:xfrm>
            <a:off x="4211775"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4" name="Picture Placeholder 15">
            <a:extLst>
              <a:ext uri="{FF2B5EF4-FFF2-40B4-BE49-F238E27FC236}">
                <a16:creationId xmlns:a16="http://schemas.microsoft.com/office/drawing/2014/main" id="{952D114D-99C6-4A21-9059-A453B0B87BE6}"/>
              </a:ext>
            </a:extLst>
          </p:cNvPr>
          <p:cNvSpPr>
            <a:spLocks noGrp="1"/>
          </p:cNvSpPr>
          <p:nvPr>
            <p:ph type="pic" sz="quarter" idx="32" hasCustomPrompt="1"/>
          </p:nvPr>
        </p:nvSpPr>
        <p:spPr>
          <a:xfrm>
            <a:off x="1327936"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5" name="Picture Placeholder 15">
            <a:extLst>
              <a:ext uri="{FF2B5EF4-FFF2-40B4-BE49-F238E27FC236}">
                <a16:creationId xmlns:a16="http://schemas.microsoft.com/office/drawing/2014/main" id="{3CE2EF2C-ABB8-4B44-B6F4-50581B73AB3C}"/>
              </a:ext>
            </a:extLst>
          </p:cNvPr>
          <p:cNvSpPr>
            <a:spLocks noGrp="1"/>
          </p:cNvSpPr>
          <p:nvPr>
            <p:ph type="pic" sz="quarter" idx="33" hasCustomPrompt="1"/>
          </p:nvPr>
        </p:nvSpPr>
        <p:spPr>
          <a:xfrm>
            <a:off x="4205305"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6" name="Picture Placeholder 15">
            <a:extLst>
              <a:ext uri="{FF2B5EF4-FFF2-40B4-BE49-F238E27FC236}">
                <a16:creationId xmlns:a16="http://schemas.microsoft.com/office/drawing/2014/main" id="{3FB457F4-0D62-4EA2-8519-04B93556F377}"/>
              </a:ext>
            </a:extLst>
          </p:cNvPr>
          <p:cNvSpPr>
            <a:spLocks noGrp="1"/>
          </p:cNvSpPr>
          <p:nvPr>
            <p:ph type="pic" sz="quarter" idx="34" hasCustomPrompt="1"/>
          </p:nvPr>
        </p:nvSpPr>
        <p:spPr>
          <a:xfrm>
            <a:off x="7084458"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53260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678EEB7-160F-4FD0-A2AD-1EA368A91360}"/>
              </a:ext>
            </a:extLst>
          </p:cNvPr>
          <p:cNvPicPr>
            <a:picLocks noChangeAspect="1"/>
          </p:cNvPicPr>
          <p:nvPr userDrawn="1"/>
        </p:nvPicPr>
        <p:blipFill>
          <a:blip r:embed="rId2"/>
          <a:srcRect/>
          <a:stretch/>
        </p:blipFill>
        <p:spPr>
          <a:xfrm>
            <a:off x="4755" y="6337"/>
            <a:ext cx="6086489" cy="4053423"/>
          </a:xfrm>
          <a:prstGeom prst="rect">
            <a:avLst/>
          </a:prstGeom>
        </p:spPr>
      </p:pic>
      <p:sp>
        <p:nvSpPr>
          <p:cNvPr id="3" name="Slide Number Placeholder 2">
            <a:extLst>
              <a:ext uri="{FF2B5EF4-FFF2-40B4-BE49-F238E27FC236}">
                <a16:creationId xmlns:a16="http://schemas.microsoft.com/office/drawing/2014/main" id="{65BB494F-39F0-4215-BA5F-90F95AE6D9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9B9FAA3C-344D-44E0-8BFF-991823AEC5E3}"/>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D2940466-D86B-46D1-84B6-DED4BEAF5F81}"/>
              </a:ext>
            </a:extLst>
          </p:cNvPr>
          <p:cNvSpPr/>
          <p:nvPr/>
        </p:nvSpPr>
        <p:spPr>
          <a:xfrm>
            <a:off x="6096000" y="-1"/>
            <a:ext cx="6096000" cy="40661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9095E8-4DA7-4E8F-A4E8-8BD7CF2C324C}"/>
              </a:ext>
            </a:extLst>
          </p:cNvPr>
          <p:cNvSpPr/>
          <p:nvPr/>
        </p:nvSpPr>
        <p:spPr>
          <a:xfrm>
            <a:off x="4711251" y="941696"/>
            <a:ext cx="2487304" cy="2487304"/>
          </a:xfrm>
          <a:prstGeom prst="rect">
            <a:avLst/>
          </a:prstGeom>
          <a:solidFill>
            <a:srgbClr val="FBF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7661747C-C27F-4F65-BC73-78612E0F4825}"/>
              </a:ext>
            </a:extLst>
          </p:cNvPr>
          <p:cNvSpPr>
            <a:spLocks noGrp="1"/>
          </p:cNvSpPr>
          <p:nvPr>
            <p:ph type="body" idx="1"/>
          </p:nvPr>
        </p:nvSpPr>
        <p:spPr>
          <a:xfrm>
            <a:off x="452119"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26DC0C6C-56A8-4348-B52D-01C9EB8A34DD}"/>
              </a:ext>
            </a:extLst>
          </p:cNvPr>
          <p:cNvSpPr>
            <a:spLocks noGrp="1"/>
          </p:cNvSpPr>
          <p:nvPr>
            <p:ph type="body" idx="12" hasCustomPrompt="1"/>
          </p:nvPr>
        </p:nvSpPr>
        <p:spPr>
          <a:xfrm>
            <a:off x="452119"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cxnSp>
        <p:nvCxnSpPr>
          <p:cNvPr id="11" name="Straight Connector 10">
            <a:extLst>
              <a:ext uri="{FF2B5EF4-FFF2-40B4-BE49-F238E27FC236}">
                <a16:creationId xmlns:a16="http://schemas.microsoft.com/office/drawing/2014/main" id="{7E0B39B7-7313-403B-A6BD-0AA03FB82605}"/>
              </a:ext>
            </a:extLst>
          </p:cNvPr>
          <p:cNvCxnSpPr/>
          <p:nvPr/>
        </p:nvCxnSpPr>
        <p:spPr>
          <a:xfrm>
            <a:off x="3821373"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7940E6D-D3EE-4F1B-863A-ED9295A61FED}"/>
              </a:ext>
            </a:extLst>
          </p:cNvPr>
          <p:cNvCxnSpPr/>
          <p:nvPr/>
        </p:nvCxnSpPr>
        <p:spPr>
          <a:xfrm>
            <a:off x="7992167"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A531FC2E-EC1B-463C-96B2-BEB105EA8B79}"/>
              </a:ext>
            </a:extLst>
          </p:cNvPr>
          <p:cNvSpPr>
            <a:spLocks noGrp="1"/>
          </p:cNvSpPr>
          <p:nvPr>
            <p:ph type="body" idx="17"/>
          </p:nvPr>
        </p:nvSpPr>
        <p:spPr>
          <a:xfrm>
            <a:off x="5005136" y="2214173"/>
            <a:ext cx="1980399"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6B0C70FC-DF24-48BE-B69F-06A8CCBE012D}"/>
              </a:ext>
            </a:extLst>
          </p:cNvPr>
          <p:cNvSpPr>
            <a:spLocks noGrp="1"/>
          </p:cNvSpPr>
          <p:nvPr>
            <p:ph type="body" idx="18"/>
          </p:nvPr>
        </p:nvSpPr>
        <p:spPr>
          <a:xfrm>
            <a:off x="4433683"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D08F9B0D-B1B4-48D8-8125-779271F6E911}"/>
              </a:ext>
            </a:extLst>
          </p:cNvPr>
          <p:cNvSpPr>
            <a:spLocks noGrp="1"/>
          </p:cNvSpPr>
          <p:nvPr>
            <p:ph type="body" idx="19" hasCustomPrompt="1"/>
          </p:nvPr>
        </p:nvSpPr>
        <p:spPr>
          <a:xfrm>
            <a:off x="4433683"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7" name="Text Placeholder 2">
            <a:extLst>
              <a:ext uri="{FF2B5EF4-FFF2-40B4-BE49-F238E27FC236}">
                <a16:creationId xmlns:a16="http://schemas.microsoft.com/office/drawing/2014/main" id="{3A818EC7-5E06-4D07-B730-99515C7E93B5}"/>
              </a:ext>
            </a:extLst>
          </p:cNvPr>
          <p:cNvSpPr>
            <a:spLocks noGrp="1"/>
          </p:cNvSpPr>
          <p:nvPr>
            <p:ph type="body" idx="20"/>
          </p:nvPr>
        </p:nvSpPr>
        <p:spPr>
          <a:xfrm>
            <a:off x="8604476"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E30723C0-A791-47CF-ABC3-0C52FEA036FB}"/>
              </a:ext>
            </a:extLst>
          </p:cNvPr>
          <p:cNvSpPr>
            <a:spLocks noGrp="1"/>
          </p:cNvSpPr>
          <p:nvPr>
            <p:ph type="body" idx="21" hasCustomPrompt="1"/>
          </p:nvPr>
        </p:nvSpPr>
        <p:spPr>
          <a:xfrm>
            <a:off x="8604476"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9" name="Picture Placeholder 15">
            <a:extLst>
              <a:ext uri="{FF2B5EF4-FFF2-40B4-BE49-F238E27FC236}">
                <a16:creationId xmlns:a16="http://schemas.microsoft.com/office/drawing/2014/main" id="{2A469210-70E7-4803-A154-1F7C4CA63D42}"/>
              </a:ext>
            </a:extLst>
          </p:cNvPr>
          <p:cNvSpPr>
            <a:spLocks noGrp="1"/>
          </p:cNvSpPr>
          <p:nvPr>
            <p:ph type="pic" sz="quarter" idx="16" hasCustomPrompt="1"/>
          </p:nvPr>
        </p:nvSpPr>
        <p:spPr>
          <a:xfrm>
            <a:off x="5528151" y="1315859"/>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20" name="Text Placeholder 2">
            <a:extLst>
              <a:ext uri="{FF2B5EF4-FFF2-40B4-BE49-F238E27FC236}">
                <a16:creationId xmlns:a16="http://schemas.microsoft.com/office/drawing/2014/main" id="{680F79B9-5754-4380-AABF-914E5F5058EF}"/>
              </a:ext>
            </a:extLst>
          </p:cNvPr>
          <p:cNvSpPr>
            <a:spLocks noGrp="1"/>
          </p:cNvSpPr>
          <p:nvPr>
            <p:ph type="body" idx="22"/>
          </p:nvPr>
        </p:nvSpPr>
        <p:spPr>
          <a:xfrm>
            <a:off x="7392327" y="1173150"/>
            <a:ext cx="4352095" cy="955675"/>
          </a:xfrm>
        </p:spPr>
        <p:txBody>
          <a:bodyPr>
            <a:normAutofit/>
          </a:bodyPr>
          <a:lstStyle>
            <a:lvl1pPr marL="0" indent="0" algn="l">
              <a:buNone/>
              <a:defRPr sz="3200" b="1">
                <a:solidFill>
                  <a:schemeClr val="bg2"/>
                </a:solidFill>
                <a:latin typeface="Roboto" panose="020B0604020202020204" charset="0"/>
                <a:ea typeface="Roboto" panose="020B0604020202020204" charset="0"/>
                <a:cs typeface="Roboto" panose="020B060402020202020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786BCB4-9C4A-461E-8F18-32F1193088CF}"/>
              </a:ext>
            </a:extLst>
          </p:cNvPr>
          <p:cNvSpPr>
            <a:spLocks noGrp="1"/>
          </p:cNvSpPr>
          <p:nvPr>
            <p:ph type="body" idx="23"/>
          </p:nvPr>
        </p:nvSpPr>
        <p:spPr>
          <a:xfrm>
            <a:off x="7392327" y="2431345"/>
            <a:ext cx="4352095" cy="95567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2" name="Straight Connector 21">
            <a:extLst>
              <a:ext uri="{FF2B5EF4-FFF2-40B4-BE49-F238E27FC236}">
                <a16:creationId xmlns:a16="http://schemas.microsoft.com/office/drawing/2014/main" id="{B92E44D7-D596-4B16-BF30-DD3154B5D12C}"/>
              </a:ext>
            </a:extLst>
          </p:cNvPr>
          <p:cNvCxnSpPr>
            <a:cxnSpLocks/>
          </p:cNvCxnSpPr>
          <p:nvPr/>
        </p:nvCxnSpPr>
        <p:spPr>
          <a:xfrm>
            <a:off x="7528981" y="2242723"/>
            <a:ext cx="3711728"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026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7184B1-D995-45A8-A4B5-8F82AE7359D7}"/>
              </a:ext>
            </a:extLst>
          </p:cNvPr>
          <p:cNvSpPr/>
          <p:nvPr/>
        </p:nvSpPr>
        <p:spPr>
          <a:xfrm>
            <a:off x="5634833" y="3429000"/>
            <a:ext cx="6557168" cy="3429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2D6188"/>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7" name="Graphic 6">
            <a:extLst>
              <a:ext uri="{FF2B5EF4-FFF2-40B4-BE49-F238E27FC236}">
                <a16:creationId xmlns:a16="http://schemas.microsoft.com/office/drawing/2014/main" id="{6DF6C80B-5479-4A1A-AADE-59870BCB22A1}"/>
              </a:ext>
            </a:extLst>
          </p:cNvPr>
          <p:cNvPicPr>
            <a:picLocks noChangeAspect="1"/>
          </p:cNvPicPr>
          <p:nvPr/>
        </p:nvPicPr>
        <p:blipFill>
          <a:blip r:embed="rId2"/>
          <a:srcRect l="33" r="33"/>
          <a:stretch/>
        </p:blipFill>
        <p:spPr>
          <a:xfrm>
            <a:off x="1" y="1"/>
            <a:ext cx="5634831" cy="3505058"/>
          </a:xfrm>
          <a:prstGeom prst="rect">
            <a:avLst/>
          </a:prstGeom>
        </p:spPr>
      </p:pic>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359727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0D3D39D0-D744-435F-AC3F-F5E1D4973960}"/>
              </a:ext>
            </a:extLst>
          </p:cNvPr>
          <p:cNvSpPr>
            <a:spLocks noGrp="1"/>
          </p:cNvSpPr>
          <p:nvPr>
            <p:ph type="body" idx="13"/>
          </p:nvPr>
        </p:nvSpPr>
        <p:spPr>
          <a:xfrm>
            <a:off x="1192106" y="4275755"/>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4499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2AC2CFFD-C164-43FB-B1C1-9350BB0932ED}"/>
              </a:ext>
            </a:extLst>
          </p:cNvPr>
          <p:cNvSpPr>
            <a:spLocks noGrp="1"/>
          </p:cNvSpPr>
          <p:nvPr>
            <p:ph type="body" idx="15"/>
          </p:nvPr>
        </p:nvSpPr>
        <p:spPr>
          <a:xfrm>
            <a:off x="1192106" y="5723473"/>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3597275"/>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9" name="Text Placeholder 2">
            <a:extLst>
              <a:ext uri="{FF2B5EF4-FFF2-40B4-BE49-F238E27FC236}">
                <a16:creationId xmlns:a16="http://schemas.microsoft.com/office/drawing/2014/main" id="{F984FAB3-82E0-43EE-A88E-63BB5E2865F0}"/>
              </a:ext>
            </a:extLst>
          </p:cNvPr>
          <p:cNvSpPr>
            <a:spLocks noGrp="1"/>
          </p:cNvSpPr>
          <p:nvPr>
            <p:ph type="body" idx="18"/>
          </p:nvPr>
        </p:nvSpPr>
        <p:spPr>
          <a:xfrm>
            <a:off x="5935580" y="4052479"/>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144A1703-E9FD-40B6-90B7-8EEC66D1D01A}"/>
              </a:ext>
            </a:extLst>
          </p:cNvPr>
          <p:cNvSpPr>
            <a:spLocks noGrp="1"/>
          </p:cNvSpPr>
          <p:nvPr>
            <p:ph type="body" idx="19"/>
          </p:nvPr>
        </p:nvSpPr>
        <p:spPr>
          <a:xfrm>
            <a:off x="5935580" y="5245635"/>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91428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CC59F1-765A-499A-8B9E-CE334D0C5D16}"/>
              </a:ext>
            </a:extLst>
          </p:cNvPr>
          <p:cNvSpPr/>
          <p:nvPr userDrawn="1"/>
        </p:nvSpPr>
        <p:spPr>
          <a:xfrm>
            <a:off x="5635625" y="0"/>
            <a:ext cx="6556375"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6" name="Picture Placeholder 5">
            <a:extLst>
              <a:ext uri="{FF2B5EF4-FFF2-40B4-BE49-F238E27FC236}">
                <a16:creationId xmlns:a16="http://schemas.microsoft.com/office/drawing/2014/main" id="{2A8B0631-431D-4115-8C96-7B1C458D02D2}"/>
              </a:ext>
            </a:extLst>
          </p:cNvPr>
          <p:cNvSpPr>
            <a:spLocks noGrp="1"/>
          </p:cNvSpPr>
          <p:nvPr>
            <p:ph type="pic" sz="quarter" idx="18"/>
          </p:nvPr>
        </p:nvSpPr>
        <p:spPr>
          <a:xfrm>
            <a:off x="0" y="0"/>
            <a:ext cx="5635625" cy="3497263"/>
          </a:xfrm>
        </p:spPr>
        <p:txBody>
          <a:bodyPr/>
          <a:lstStyle/>
          <a:p>
            <a:endParaRPr lang="en-IN"/>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FFFFFF"/>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rgbClr val="FFFFFF"/>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4021686"/>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12335"/>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4021686"/>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Tree>
    <p:extLst>
      <p:ext uri="{BB962C8B-B14F-4D97-AF65-F5344CB8AC3E}">
        <p14:creationId xmlns:p14="http://schemas.microsoft.com/office/powerpoint/2010/main" val="289770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0292-6323-4512-B678-3A2B4E2F5915}"/>
              </a:ext>
            </a:extLst>
          </p:cNvPr>
          <p:cNvSpPr>
            <a:spLocks noGrp="1"/>
          </p:cNvSpPr>
          <p:nvPr>
            <p:ph type="title" hasCustomPrompt="1"/>
          </p:nvPr>
        </p:nvSpPr>
        <p:spPr>
          <a:xfrm>
            <a:off x="442913" y="394397"/>
            <a:ext cx="5861634" cy="1426213"/>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9B77DFD-397D-41BB-8194-EBFA39DD0BB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5F7F7CA-8167-425F-90DF-EC593EA2DA70}"/>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8" name="Text Placeholder 2">
            <a:extLst>
              <a:ext uri="{FF2B5EF4-FFF2-40B4-BE49-F238E27FC236}">
                <a16:creationId xmlns:a16="http://schemas.microsoft.com/office/drawing/2014/main" id="{B95ACAC1-FE15-427F-9332-13E0DE69AAA3}"/>
              </a:ext>
            </a:extLst>
          </p:cNvPr>
          <p:cNvSpPr>
            <a:spLocks noGrp="1"/>
          </p:cNvSpPr>
          <p:nvPr>
            <p:ph type="body" idx="13"/>
          </p:nvPr>
        </p:nvSpPr>
        <p:spPr>
          <a:xfrm>
            <a:off x="6460852" y="394397"/>
            <a:ext cx="5272191" cy="1426213"/>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259BB8CA-F377-434C-A745-0268B6606194}"/>
              </a:ext>
            </a:extLst>
          </p:cNvPr>
          <p:cNvSpPr>
            <a:spLocks noGrp="1"/>
          </p:cNvSpPr>
          <p:nvPr>
            <p:ph type="body" idx="1"/>
          </p:nvPr>
        </p:nvSpPr>
        <p:spPr>
          <a:xfrm>
            <a:off x="442914" y="1964750"/>
            <a:ext cx="3456432" cy="617320"/>
          </a:xfrm>
          <a:solidFill>
            <a:srgbClr val="2D6188"/>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2">
            <a:extLst>
              <a:ext uri="{FF2B5EF4-FFF2-40B4-BE49-F238E27FC236}">
                <a16:creationId xmlns:a16="http://schemas.microsoft.com/office/drawing/2014/main" id="{6DE1E631-EBBF-4438-A920-4222C87E13C9}"/>
              </a:ext>
            </a:extLst>
          </p:cNvPr>
          <p:cNvSpPr>
            <a:spLocks noGrp="1"/>
          </p:cNvSpPr>
          <p:nvPr>
            <p:ph type="body" idx="14"/>
          </p:nvPr>
        </p:nvSpPr>
        <p:spPr>
          <a:xfrm>
            <a:off x="4359762" y="1964750"/>
            <a:ext cx="3456432" cy="617320"/>
          </a:xfrm>
          <a:solidFill>
            <a:srgbClr val="FF3D57"/>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ext Placeholder 2">
            <a:extLst>
              <a:ext uri="{FF2B5EF4-FFF2-40B4-BE49-F238E27FC236}">
                <a16:creationId xmlns:a16="http://schemas.microsoft.com/office/drawing/2014/main" id="{D55A3CFA-24E2-47A7-9B92-2E0FCD979711}"/>
              </a:ext>
            </a:extLst>
          </p:cNvPr>
          <p:cNvSpPr>
            <a:spLocks noGrp="1"/>
          </p:cNvSpPr>
          <p:nvPr>
            <p:ph type="body" idx="15"/>
          </p:nvPr>
        </p:nvSpPr>
        <p:spPr>
          <a:xfrm>
            <a:off x="8292654" y="1964750"/>
            <a:ext cx="3456432" cy="617320"/>
          </a:xfrm>
          <a:solidFill>
            <a:srgbClr val="18C0FF"/>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a:extLst>
              <a:ext uri="{FF2B5EF4-FFF2-40B4-BE49-F238E27FC236}">
                <a16:creationId xmlns:a16="http://schemas.microsoft.com/office/drawing/2014/main" id="{2480CD9D-1885-4737-A296-CBDA3199AFC9}"/>
              </a:ext>
            </a:extLst>
          </p:cNvPr>
          <p:cNvSpPr>
            <a:spLocks noGrp="1"/>
          </p:cNvSpPr>
          <p:nvPr>
            <p:ph type="body" idx="16"/>
          </p:nvPr>
        </p:nvSpPr>
        <p:spPr>
          <a:xfrm>
            <a:off x="447981"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B8F3E378-B9A7-4997-A3C3-9A2A12E63482}"/>
              </a:ext>
            </a:extLst>
          </p:cNvPr>
          <p:cNvSpPr>
            <a:spLocks noGrp="1"/>
          </p:cNvSpPr>
          <p:nvPr>
            <p:ph type="body" idx="17"/>
          </p:nvPr>
        </p:nvSpPr>
        <p:spPr>
          <a:xfrm>
            <a:off x="4354963"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BC5CEEF-F4BE-4BF5-9FF2-4F577F97D0B0}"/>
              </a:ext>
            </a:extLst>
          </p:cNvPr>
          <p:cNvSpPr>
            <a:spLocks noGrp="1"/>
          </p:cNvSpPr>
          <p:nvPr>
            <p:ph type="body" idx="18"/>
          </p:nvPr>
        </p:nvSpPr>
        <p:spPr>
          <a:xfrm>
            <a:off x="8303508"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1252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6964E42-AA62-4B66-95DC-A06476D9EC4F}"/>
              </a:ext>
            </a:extLst>
          </p:cNvPr>
          <p:cNvPicPr>
            <a:picLocks noChangeAspect="1"/>
          </p:cNvPicPr>
          <p:nvPr userDrawn="1"/>
        </p:nvPicPr>
        <p:blipFill>
          <a:blip r:embed="rId2"/>
          <a:srcRect l="41" r="41"/>
          <a:stretch/>
        </p:blipFill>
        <p:spPr>
          <a:xfrm>
            <a:off x="1" y="-1"/>
            <a:ext cx="12192000" cy="6858001"/>
          </a:xfrm>
          <a:prstGeom prst="rect">
            <a:avLst/>
          </a:prstGeom>
        </p:spPr>
      </p:pic>
      <p:sp>
        <p:nvSpPr>
          <p:cNvPr id="6" name="Rectangle 5">
            <a:extLst>
              <a:ext uri="{FF2B5EF4-FFF2-40B4-BE49-F238E27FC236}">
                <a16:creationId xmlns:a16="http://schemas.microsoft.com/office/drawing/2014/main" id="{C31D5902-612A-47FA-BB6D-5F2FDB744276}"/>
              </a:ext>
            </a:extLst>
          </p:cNvPr>
          <p:cNvSpPr/>
          <p:nvPr/>
        </p:nvSpPr>
        <p:spPr>
          <a:xfrm>
            <a:off x="2961232" y="-2"/>
            <a:ext cx="6269537"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71875" y="296864"/>
            <a:ext cx="5048250" cy="1531936"/>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7" name="Text Placeholder 2">
            <a:extLst>
              <a:ext uri="{FF2B5EF4-FFF2-40B4-BE49-F238E27FC236}">
                <a16:creationId xmlns:a16="http://schemas.microsoft.com/office/drawing/2014/main" id="{0908F444-E0C2-4BEF-BFD3-D0D573D0FA56}"/>
              </a:ext>
            </a:extLst>
          </p:cNvPr>
          <p:cNvSpPr>
            <a:spLocks noGrp="1"/>
          </p:cNvSpPr>
          <p:nvPr>
            <p:ph type="body" idx="12"/>
          </p:nvPr>
        </p:nvSpPr>
        <p:spPr>
          <a:xfrm>
            <a:off x="4440947" y="212566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66FECE81-6A6C-461E-B52C-226214ECB2D0}"/>
              </a:ext>
            </a:extLst>
          </p:cNvPr>
          <p:cNvSpPr>
            <a:spLocks noGrp="1"/>
          </p:cNvSpPr>
          <p:nvPr>
            <p:ph type="body" idx="13"/>
          </p:nvPr>
        </p:nvSpPr>
        <p:spPr>
          <a:xfrm>
            <a:off x="4440947" y="2804145"/>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C740F9CA-1DAE-4765-B293-E056D988E74E}"/>
              </a:ext>
            </a:extLst>
          </p:cNvPr>
          <p:cNvSpPr>
            <a:spLocks noGrp="1"/>
          </p:cNvSpPr>
          <p:nvPr>
            <p:ph type="body" idx="14"/>
          </p:nvPr>
        </p:nvSpPr>
        <p:spPr>
          <a:xfrm>
            <a:off x="4440947" y="3669197"/>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EF46FED3-A1B9-45E1-B85F-4E966FA1647C}"/>
              </a:ext>
            </a:extLst>
          </p:cNvPr>
          <p:cNvSpPr>
            <a:spLocks noGrp="1"/>
          </p:cNvSpPr>
          <p:nvPr>
            <p:ph type="body" idx="15"/>
          </p:nvPr>
        </p:nvSpPr>
        <p:spPr>
          <a:xfrm>
            <a:off x="4440947" y="4347677"/>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329DDB0-4C31-42FB-8933-8AEFFDA00C73}"/>
              </a:ext>
            </a:extLst>
          </p:cNvPr>
          <p:cNvSpPr>
            <a:spLocks noGrp="1"/>
          </p:cNvSpPr>
          <p:nvPr>
            <p:ph type="body" idx="16"/>
          </p:nvPr>
        </p:nvSpPr>
        <p:spPr>
          <a:xfrm>
            <a:off x="4440947" y="523583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05F32347-7C89-43D0-8E85-59F4E2E13F8D}"/>
              </a:ext>
            </a:extLst>
          </p:cNvPr>
          <p:cNvSpPr>
            <a:spLocks noGrp="1"/>
          </p:cNvSpPr>
          <p:nvPr>
            <p:ph type="body" idx="17"/>
          </p:nvPr>
        </p:nvSpPr>
        <p:spPr>
          <a:xfrm>
            <a:off x="4440947" y="5914313"/>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Picture Placeholder 15">
            <a:extLst>
              <a:ext uri="{FF2B5EF4-FFF2-40B4-BE49-F238E27FC236}">
                <a16:creationId xmlns:a16="http://schemas.microsoft.com/office/drawing/2014/main" id="{33EC1A19-7BCE-4DE6-9A9A-051ADBE0CB5F}"/>
              </a:ext>
            </a:extLst>
          </p:cNvPr>
          <p:cNvSpPr>
            <a:spLocks noGrp="1"/>
          </p:cNvSpPr>
          <p:nvPr>
            <p:ph type="pic" sz="quarter" idx="18" hasCustomPrompt="1"/>
          </p:nvPr>
        </p:nvSpPr>
        <p:spPr>
          <a:xfrm>
            <a:off x="3546202" y="2125665"/>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9D41EB8C-F814-49CC-8D7F-8EF9967E15FA}"/>
              </a:ext>
            </a:extLst>
          </p:cNvPr>
          <p:cNvSpPr>
            <a:spLocks noGrp="1"/>
          </p:cNvSpPr>
          <p:nvPr>
            <p:ph type="pic" sz="quarter" idx="19" hasCustomPrompt="1"/>
          </p:nvPr>
        </p:nvSpPr>
        <p:spPr>
          <a:xfrm>
            <a:off x="3546202" y="3669197"/>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5161DAD0-FF9A-46BB-80D2-BF2E8B359A3E}"/>
              </a:ext>
            </a:extLst>
          </p:cNvPr>
          <p:cNvSpPr>
            <a:spLocks noGrp="1"/>
          </p:cNvSpPr>
          <p:nvPr>
            <p:ph type="pic" sz="quarter" idx="20" hasCustomPrompt="1"/>
          </p:nvPr>
        </p:nvSpPr>
        <p:spPr>
          <a:xfrm>
            <a:off x="3546202" y="5212729"/>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667399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A08E085-C5F4-4477-802B-016936B664B9}"/>
              </a:ext>
            </a:extLst>
          </p:cNvPr>
          <p:cNvPicPr>
            <a:picLocks noChangeAspect="1"/>
          </p:cNvPicPr>
          <p:nvPr/>
        </p:nvPicPr>
        <p:blipFill>
          <a:blip r:embed="rId2"/>
          <a:srcRect/>
          <a:stretch/>
        </p:blipFill>
        <p:spPr>
          <a:xfrm>
            <a:off x="-1" y="0"/>
            <a:ext cx="12192001" cy="6858000"/>
          </a:xfrm>
          <a:prstGeom prst="rect">
            <a:avLst/>
          </a:prstGeom>
        </p:spPr>
      </p:pic>
      <p:sp>
        <p:nvSpPr>
          <p:cNvPr id="2" name="Title 1">
            <a:extLst>
              <a:ext uri="{FF2B5EF4-FFF2-40B4-BE49-F238E27FC236}">
                <a16:creationId xmlns:a16="http://schemas.microsoft.com/office/drawing/2014/main" id="{609683BF-BD27-4A0B-862F-4900C5D9DE8B}"/>
              </a:ext>
            </a:extLst>
          </p:cNvPr>
          <p:cNvSpPr>
            <a:spLocks noGrp="1"/>
          </p:cNvSpPr>
          <p:nvPr>
            <p:ph type="title" hasCustomPrompt="1"/>
          </p:nvPr>
        </p:nvSpPr>
        <p:spPr/>
        <p:txBody>
          <a:bodyPr>
            <a:normAutofit/>
          </a:bodyPr>
          <a:lstStyle>
            <a:lvl1pPr algn="l">
              <a:defRPr sz="4000" b="1">
                <a:solidFill>
                  <a:schemeClr val="bg1"/>
                </a:solidFill>
                <a:latin typeface="Roboto" panose="020B0604020202020204" charset="0"/>
                <a:ea typeface="Roboto" panose="020B0604020202020204" charset="0"/>
                <a:cs typeface="Roboto" panose="020B0604020202020204" charset="0"/>
              </a:defRPr>
            </a:lvl1pPr>
          </a:lstStyle>
          <a:p>
            <a:r>
              <a:rPr lang="en-US"/>
              <a:t>CLICK TO EDIT TITLE STYLE</a:t>
            </a:r>
          </a:p>
        </p:txBody>
      </p:sp>
      <p:sp>
        <p:nvSpPr>
          <p:cNvPr id="3" name="Slide Number Placeholder 2">
            <a:extLst>
              <a:ext uri="{FF2B5EF4-FFF2-40B4-BE49-F238E27FC236}">
                <a16:creationId xmlns:a16="http://schemas.microsoft.com/office/drawing/2014/main" id="{00EF4EAE-029B-4F8C-9D29-76B8BF260A28}"/>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C48A302D-2BDB-4959-BACE-984D7D4833F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10" name="Text Placeholder 2">
            <a:extLst>
              <a:ext uri="{FF2B5EF4-FFF2-40B4-BE49-F238E27FC236}">
                <a16:creationId xmlns:a16="http://schemas.microsoft.com/office/drawing/2014/main" id="{CD1D56BD-313E-4E37-AAD3-18A9731D4B3D}"/>
              </a:ext>
            </a:extLst>
          </p:cNvPr>
          <p:cNvSpPr>
            <a:spLocks noGrp="1"/>
          </p:cNvSpPr>
          <p:nvPr>
            <p:ph type="body" idx="1"/>
          </p:nvPr>
        </p:nvSpPr>
        <p:spPr>
          <a:xfrm>
            <a:off x="442913" y="1964750"/>
            <a:ext cx="5395057" cy="1642402"/>
          </a:xfrm>
          <a:solidFill>
            <a:srgbClr val="2D6188"/>
          </a:solidFill>
        </p:spPr>
        <p:txBody>
          <a:bodyPr lIns="1476000" anchor="ctr">
            <a:noAutofit/>
          </a:bodyPr>
          <a:lstStyle>
            <a:lvl1pPr marL="0" indent="0" algn="l">
              <a:buNone/>
              <a:defRPr sz="1800" b="0" spc="11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0575F6B-7A73-4865-8146-38C60464E181}"/>
              </a:ext>
            </a:extLst>
          </p:cNvPr>
          <p:cNvSpPr>
            <a:spLocks noGrp="1"/>
          </p:cNvSpPr>
          <p:nvPr>
            <p:ph type="body" idx="12"/>
          </p:nvPr>
        </p:nvSpPr>
        <p:spPr>
          <a:xfrm>
            <a:off x="6280884" y="1964750"/>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2" name="Text Placeholder 2">
            <a:extLst>
              <a:ext uri="{FF2B5EF4-FFF2-40B4-BE49-F238E27FC236}">
                <a16:creationId xmlns:a16="http://schemas.microsoft.com/office/drawing/2014/main" id="{A3BCE59F-A692-4F3D-AC20-238857C880E8}"/>
              </a:ext>
            </a:extLst>
          </p:cNvPr>
          <p:cNvSpPr>
            <a:spLocks noGrp="1"/>
          </p:cNvSpPr>
          <p:nvPr>
            <p:ph type="body" idx="13"/>
          </p:nvPr>
        </p:nvSpPr>
        <p:spPr>
          <a:xfrm>
            <a:off x="442913"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3" name="Text Placeholder 2">
            <a:extLst>
              <a:ext uri="{FF2B5EF4-FFF2-40B4-BE49-F238E27FC236}">
                <a16:creationId xmlns:a16="http://schemas.microsoft.com/office/drawing/2014/main" id="{812FB85E-D687-4419-96D9-AF4FA67EB38F}"/>
              </a:ext>
            </a:extLst>
          </p:cNvPr>
          <p:cNvSpPr>
            <a:spLocks noGrp="1"/>
          </p:cNvSpPr>
          <p:nvPr>
            <p:ph type="body" idx="14"/>
          </p:nvPr>
        </p:nvSpPr>
        <p:spPr>
          <a:xfrm>
            <a:off x="6280884"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4" name="Picture Placeholder 15">
            <a:extLst>
              <a:ext uri="{FF2B5EF4-FFF2-40B4-BE49-F238E27FC236}">
                <a16:creationId xmlns:a16="http://schemas.microsoft.com/office/drawing/2014/main" id="{6728079F-A8A1-49F2-8FEE-B640B47D3AF5}"/>
              </a:ext>
            </a:extLst>
          </p:cNvPr>
          <p:cNvSpPr>
            <a:spLocks noGrp="1"/>
          </p:cNvSpPr>
          <p:nvPr>
            <p:ph type="pic" sz="quarter" idx="18" hasCustomPrompt="1"/>
          </p:nvPr>
        </p:nvSpPr>
        <p:spPr>
          <a:xfrm>
            <a:off x="851129"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5" name="Picture Placeholder 15">
            <a:extLst>
              <a:ext uri="{FF2B5EF4-FFF2-40B4-BE49-F238E27FC236}">
                <a16:creationId xmlns:a16="http://schemas.microsoft.com/office/drawing/2014/main" id="{86041B90-31DF-448E-8A20-ACCDF749CF5B}"/>
              </a:ext>
            </a:extLst>
          </p:cNvPr>
          <p:cNvSpPr>
            <a:spLocks noGrp="1"/>
          </p:cNvSpPr>
          <p:nvPr>
            <p:ph type="pic" sz="quarter" idx="19" hasCustomPrompt="1"/>
          </p:nvPr>
        </p:nvSpPr>
        <p:spPr>
          <a:xfrm>
            <a:off x="6610244"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F86F8DBE-C89F-452C-BD71-38FA3FF0DFFB}"/>
              </a:ext>
            </a:extLst>
          </p:cNvPr>
          <p:cNvSpPr>
            <a:spLocks noGrp="1"/>
          </p:cNvSpPr>
          <p:nvPr>
            <p:ph type="pic" sz="quarter" idx="20" hasCustomPrompt="1"/>
          </p:nvPr>
        </p:nvSpPr>
        <p:spPr>
          <a:xfrm>
            <a:off x="851129"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E2C47282-318B-4A41-B61F-407363A7A9CB}"/>
              </a:ext>
            </a:extLst>
          </p:cNvPr>
          <p:cNvSpPr>
            <a:spLocks noGrp="1"/>
          </p:cNvSpPr>
          <p:nvPr>
            <p:ph type="pic" sz="quarter" idx="21" hasCustomPrompt="1"/>
          </p:nvPr>
        </p:nvSpPr>
        <p:spPr>
          <a:xfrm>
            <a:off x="6610244"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2362129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750C01-9BC8-45EA-9F05-06D44521E818}"/>
              </a:ext>
            </a:extLst>
          </p:cNvPr>
          <p:cNvSpPr/>
          <p:nvPr/>
        </p:nvSpPr>
        <p:spPr>
          <a:xfrm>
            <a:off x="0" y="4186988"/>
            <a:ext cx="12192000" cy="2813419"/>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F899C-12F2-49DF-86F0-60B2BEBAF1B1}"/>
              </a:ext>
            </a:extLst>
          </p:cNvPr>
          <p:cNvSpPr>
            <a:spLocks noGrp="1"/>
          </p:cNvSpPr>
          <p:nvPr>
            <p:ph type="title" hasCustomPrompt="1"/>
          </p:nvPr>
        </p:nvSpPr>
        <p:spPr>
          <a:xfrm>
            <a:off x="461169" y="449264"/>
            <a:ext cx="11269662" cy="684212"/>
          </a:xfrm>
        </p:spPr>
        <p:txBody>
          <a:bodyPr>
            <a:normAutofit/>
          </a:bodyPr>
          <a:lstStyle>
            <a:lvl1pPr algn="ctr">
              <a:defRPr sz="40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C46CFFC-E262-46D8-85E8-16EBCE3751E1}"/>
              </a:ext>
            </a:extLst>
          </p:cNvPr>
          <p:cNvSpPr>
            <a:spLocks noGrp="1"/>
          </p:cNvSpPr>
          <p:nvPr>
            <p:ph type="sldNum" sz="quarter" idx="10"/>
          </p:nvPr>
        </p:nvSpPr>
        <p:spPr>
          <a:xfrm>
            <a:off x="3598363" y="6424178"/>
            <a:ext cx="1772920" cy="365125"/>
          </a:xfrm>
          <a:prstGeom prst="rect">
            <a:avLst/>
          </a:prstGeom>
        </p:spPr>
        <p:txBody>
          <a:bodyPr/>
          <a:lstStyle>
            <a:lvl1pPr>
              <a:defRPr>
                <a:solidFill>
                  <a:schemeClr val="tx1"/>
                </a:solidFill>
              </a:defRPr>
            </a:lvl1p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F1F39266-179E-4F1D-95E7-89F20B26FF3D}"/>
              </a:ext>
            </a:extLst>
          </p:cNvPr>
          <p:cNvSpPr>
            <a:spLocks noGrp="1"/>
          </p:cNvSpPr>
          <p:nvPr>
            <p:ph type="ftr" sz="quarter" idx="11"/>
          </p:nvPr>
        </p:nvSpPr>
        <p:spPr>
          <a:xfrm>
            <a:off x="442913" y="6424178"/>
            <a:ext cx="3406616" cy="365125"/>
          </a:xfrm>
          <a:prstGeom prst="rect">
            <a:avLst/>
          </a:prstGeom>
        </p:spPr>
        <p:txBody>
          <a:bodyPr/>
          <a:lstStyle>
            <a:lvl1pPr>
              <a:defRPr>
                <a:solidFill>
                  <a:schemeClr val="tx1"/>
                </a:solidFill>
              </a:defRPr>
            </a:lvl1pPr>
          </a:lstStyle>
          <a:p>
            <a:r>
              <a:rPr lang="en-US"/>
              <a:t>COPYRIGHT 2021 ALEPO</a:t>
            </a:r>
          </a:p>
        </p:txBody>
      </p:sp>
      <p:sp>
        <p:nvSpPr>
          <p:cNvPr id="12" name="Text Placeholder 3">
            <a:extLst>
              <a:ext uri="{FF2B5EF4-FFF2-40B4-BE49-F238E27FC236}">
                <a16:creationId xmlns:a16="http://schemas.microsoft.com/office/drawing/2014/main" id="{CB7F93C5-B691-40AA-B3C2-EC8098647DD5}"/>
              </a:ext>
            </a:extLst>
          </p:cNvPr>
          <p:cNvSpPr>
            <a:spLocks noGrp="1"/>
          </p:cNvSpPr>
          <p:nvPr>
            <p:ph type="body" sz="quarter" idx="12"/>
          </p:nvPr>
        </p:nvSpPr>
        <p:spPr>
          <a:xfrm>
            <a:off x="675460"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51C6050E-90DB-47B4-B1BD-8BC87378AA8C}"/>
              </a:ext>
            </a:extLst>
          </p:cNvPr>
          <p:cNvSpPr>
            <a:spLocks noGrp="1"/>
          </p:cNvSpPr>
          <p:nvPr>
            <p:ph type="body" sz="quarter" idx="13"/>
          </p:nvPr>
        </p:nvSpPr>
        <p:spPr>
          <a:xfrm>
            <a:off x="675460"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E19F7FC-79E5-4905-8BC2-1CDD0F13552F}"/>
              </a:ext>
            </a:extLst>
          </p:cNvPr>
          <p:cNvSpPr>
            <a:spLocks noGrp="1"/>
          </p:cNvSpPr>
          <p:nvPr>
            <p:ph type="body" sz="quarter" idx="14"/>
          </p:nvPr>
        </p:nvSpPr>
        <p:spPr>
          <a:xfrm>
            <a:off x="4508965"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0D8D2752-A084-44AE-A9E4-6E2127BFBF0B}"/>
              </a:ext>
            </a:extLst>
          </p:cNvPr>
          <p:cNvSpPr>
            <a:spLocks noGrp="1"/>
          </p:cNvSpPr>
          <p:nvPr>
            <p:ph type="body" sz="quarter" idx="15"/>
          </p:nvPr>
        </p:nvSpPr>
        <p:spPr>
          <a:xfrm>
            <a:off x="4508965"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95F683B4-F146-4225-8F0F-F445A7578C87}"/>
              </a:ext>
            </a:extLst>
          </p:cNvPr>
          <p:cNvSpPr>
            <a:spLocks noGrp="1"/>
          </p:cNvSpPr>
          <p:nvPr>
            <p:ph type="body" sz="quarter" idx="16"/>
          </p:nvPr>
        </p:nvSpPr>
        <p:spPr>
          <a:xfrm>
            <a:off x="8342471"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404FC831-B148-4081-9994-14572C625B89}"/>
              </a:ext>
            </a:extLst>
          </p:cNvPr>
          <p:cNvSpPr>
            <a:spLocks noGrp="1"/>
          </p:cNvSpPr>
          <p:nvPr>
            <p:ph type="body" sz="quarter" idx="17"/>
          </p:nvPr>
        </p:nvSpPr>
        <p:spPr>
          <a:xfrm>
            <a:off x="8342471"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2B3B1486-74BA-4143-A1DC-1A711FA16E25}"/>
              </a:ext>
            </a:extLst>
          </p:cNvPr>
          <p:cNvSpPr>
            <a:spLocks noGrp="1"/>
          </p:cNvSpPr>
          <p:nvPr>
            <p:ph type="body" sz="quarter" idx="18"/>
          </p:nvPr>
        </p:nvSpPr>
        <p:spPr>
          <a:xfrm>
            <a:off x="568315" y="1249884"/>
            <a:ext cx="11055371" cy="393700"/>
          </a:xfrm>
        </p:spPr>
        <p:txBody>
          <a:bodyPr>
            <a:noAutofit/>
          </a:bodyPr>
          <a:lstStyle>
            <a:lvl1pPr marL="0" indent="0" algn="ctr">
              <a:buNone/>
              <a:defRPr sz="1800">
                <a:latin typeface="+mj-lt"/>
              </a:defRPr>
            </a:lvl1pPr>
          </a:lstStyle>
          <a:p>
            <a:pPr lvl="0"/>
            <a:r>
              <a:rPr lang="en-US"/>
              <a:t>Click to edit Master text styles</a:t>
            </a:r>
          </a:p>
        </p:txBody>
      </p:sp>
      <p:sp>
        <p:nvSpPr>
          <p:cNvPr id="7" name="Picture Placeholder 6">
            <a:extLst>
              <a:ext uri="{FF2B5EF4-FFF2-40B4-BE49-F238E27FC236}">
                <a16:creationId xmlns:a16="http://schemas.microsoft.com/office/drawing/2014/main" id="{F3BAC328-A6A6-463B-9B97-C88CE9A50B86}"/>
              </a:ext>
            </a:extLst>
          </p:cNvPr>
          <p:cNvSpPr>
            <a:spLocks noGrp="1"/>
          </p:cNvSpPr>
          <p:nvPr>
            <p:ph type="pic" sz="quarter" idx="19"/>
          </p:nvPr>
        </p:nvSpPr>
        <p:spPr>
          <a:xfrm>
            <a:off x="674688" y="3429000"/>
            <a:ext cx="3175000" cy="2630488"/>
          </a:xfrm>
        </p:spPr>
        <p:txBody>
          <a:bodyPr/>
          <a:lstStyle>
            <a:lvl1pPr marL="0" indent="0">
              <a:buNone/>
              <a:defRPr/>
            </a:lvl1pPr>
          </a:lstStyle>
          <a:p>
            <a:endParaRPr lang="en-IN"/>
          </a:p>
        </p:txBody>
      </p:sp>
      <p:sp>
        <p:nvSpPr>
          <p:cNvPr id="21" name="Picture Placeholder 6">
            <a:extLst>
              <a:ext uri="{FF2B5EF4-FFF2-40B4-BE49-F238E27FC236}">
                <a16:creationId xmlns:a16="http://schemas.microsoft.com/office/drawing/2014/main" id="{98062D66-A84F-461D-BA1F-C13383FEAF94}"/>
              </a:ext>
            </a:extLst>
          </p:cNvPr>
          <p:cNvSpPr>
            <a:spLocks noGrp="1"/>
          </p:cNvSpPr>
          <p:nvPr>
            <p:ph type="pic" sz="quarter" idx="20"/>
          </p:nvPr>
        </p:nvSpPr>
        <p:spPr>
          <a:xfrm>
            <a:off x="4528231" y="3429000"/>
            <a:ext cx="3175000" cy="2630488"/>
          </a:xfrm>
        </p:spPr>
        <p:txBody>
          <a:bodyPr/>
          <a:lstStyle>
            <a:lvl1pPr marL="0" indent="0">
              <a:buNone/>
              <a:defRPr/>
            </a:lvl1pPr>
          </a:lstStyle>
          <a:p>
            <a:endParaRPr lang="en-IN"/>
          </a:p>
        </p:txBody>
      </p:sp>
      <p:sp>
        <p:nvSpPr>
          <p:cNvPr id="22" name="Picture Placeholder 6">
            <a:extLst>
              <a:ext uri="{FF2B5EF4-FFF2-40B4-BE49-F238E27FC236}">
                <a16:creationId xmlns:a16="http://schemas.microsoft.com/office/drawing/2014/main" id="{71A33661-CA2D-42FF-BDEE-DA53094DD620}"/>
              </a:ext>
            </a:extLst>
          </p:cNvPr>
          <p:cNvSpPr>
            <a:spLocks noGrp="1"/>
          </p:cNvSpPr>
          <p:nvPr>
            <p:ph type="pic" sz="quarter" idx="21"/>
          </p:nvPr>
        </p:nvSpPr>
        <p:spPr>
          <a:xfrm>
            <a:off x="8365445" y="3429000"/>
            <a:ext cx="3175000" cy="2630488"/>
          </a:xfrm>
        </p:spPr>
        <p:txBody>
          <a:bodyPr/>
          <a:lstStyle>
            <a:lvl1pPr marL="0" indent="0">
              <a:buNone/>
              <a:defRPr/>
            </a:lvl1pPr>
          </a:lstStyle>
          <a:p>
            <a:endParaRPr lang="en-IN"/>
          </a:p>
        </p:txBody>
      </p:sp>
    </p:spTree>
    <p:extLst>
      <p:ext uri="{BB962C8B-B14F-4D97-AF65-F5344CB8AC3E}">
        <p14:creationId xmlns:p14="http://schemas.microsoft.com/office/powerpoint/2010/main" val="19075545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1769B99-BE30-4718-8D6A-62FF91EFCE41}"/>
              </a:ext>
            </a:extLst>
          </p:cNvPr>
          <p:cNvPicPr>
            <a:picLocks noChangeAspect="1"/>
          </p:cNvPicPr>
          <p:nvPr/>
        </p:nvPicPr>
        <p:blipFill>
          <a:blip r:embed="rId2"/>
          <a:srcRect/>
          <a:stretch/>
        </p:blipFill>
        <p:spPr>
          <a:xfrm>
            <a:off x="-69274" y="-97422"/>
            <a:ext cx="12330548" cy="7052844"/>
          </a:xfrm>
          <a:prstGeom prst="rect">
            <a:avLst/>
          </a:prstGeom>
          <a:effectLst>
            <a:outerShdw blurRad="50800" dist="50800" dir="5400000" algn="ctr" rotWithShape="0">
              <a:srgbClr val="000000">
                <a:alpha val="0"/>
              </a:srgbClr>
            </a:outerShdw>
          </a:effectLst>
        </p:spPr>
      </p:pic>
      <p:sp>
        <p:nvSpPr>
          <p:cNvPr id="11" name="Text Placeholder 2">
            <a:extLst>
              <a:ext uri="{FF2B5EF4-FFF2-40B4-BE49-F238E27FC236}">
                <a16:creationId xmlns:a16="http://schemas.microsoft.com/office/drawing/2014/main" id="{503A8742-7A0C-414B-AEF8-12DAA288FD0A}"/>
              </a:ext>
            </a:extLst>
          </p:cNvPr>
          <p:cNvSpPr txBox="1">
            <a:spLocks/>
          </p:cNvSpPr>
          <p:nvPr/>
        </p:nvSpPr>
        <p:spPr>
          <a:xfrm>
            <a:off x="838200"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1</a:t>
            </a:r>
          </a:p>
        </p:txBody>
      </p:sp>
      <p:sp>
        <p:nvSpPr>
          <p:cNvPr id="13" name="Text Placeholder 2">
            <a:extLst>
              <a:ext uri="{FF2B5EF4-FFF2-40B4-BE49-F238E27FC236}">
                <a16:creationId xmlns:a16="http://schemas.microsoft.com/office/drawing/2014/main" id="{5CB8433E-9405-4418-ADF2-2FC761D4FFE4}"/>
              </a:ext>
            </a:extLst>
          </p:cNvPr>
          <p:cNvSpPr txBox="1">
            <a:spLocks/>
          </p:cNvSpPr>
          <p:nvPr/>
        </p:nvSpPr>
        <p:spPr>
          <a:xfrm>
            <a:off x="838200"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2</a:t>
            </a:r>
          </a:p>
        </p:txBody>
      </p:sp>
      <p:sp>
        <p:nvSpPr>
          <p:cNvPr id="15" name="Text Placeholder 2">
            <a:extLst>
              <a:ext uri="{FF2B5EF4-FFF2-40B4-BE49-F238E27FC236}">
                <a16:creationId xmlns:a16="http://schemas.microsoft.com/office/drawing/2014/main" id="{FFB74BE1-0BE1-44BD-AE46-240A7F7F0A67}"/>
              </a:ext>
            </a:extLst>
          </p:cNvPr>
          <p:cNvSpPr txBox="1">
            <a:spLocks/>
          </p:cNvSpPr>
          <p:nvPr/>
        </p:nvSpPr>
        <p:spPr>
          <a:xfrm>
            <a:off x="5823285"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3</a:t>
            </a:r>
          </a:p>
        </p:txBody>
      </p:sp>
      <p:sp>
        <p:nvSpPr>
          <p:cNvPr id="17" name="Text Placeholder 2">
            <a:extLst>
              <a:ext uri="{FF2B5EF4-FFF2-40B4-BE49-F238E27FC236}">
                <a16:creationId xmlns:a16="http://schemas.microsoft.com/office/drawing/2014/main" id="{D3FC3367-586E-42AE-A5D3-640F4F0A5A9B}"/>
              </a:ext>
            </a:extLst>
          </p:cNvPr>
          <p:cNvSpPr txBox="1">
            <a:spLocks/>
          </p:cNvSpPr>
          <p:nvPr/>
        </p:nvSpPr>
        <p:spPr>
          <a:xfrm>
            <a:off x="5823285"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4</a:t>
            </a:r>
          </a:p>
        </p:txBody>
      </p:sp>
      <p:cxnSp>
        <p:nvCxnSpPr>
          <p:cNvPr id="10" name="Straight Connector 9">
            <a:extLst>
              <a:ext uri="{FF2B5EF4-FFF2-40B4-BE49-F238E27FC236}">
                <a16:creationId xmlns:a16="http://schemas.microsoft.com/office/drawing/2014/main" id="{21B99C5A-B2B8-4889-BC9C-7E546ABC316B}"/>
              </a:ext>
            </a:extLst>
          </p:cNvPr>
          <p:cNvCxnSpPr/>
          <p:nvPr/>
        </p:nvCxnSpPr>
        <p:spPr>
          <a:xfrm>
            <a:off x="838200" y="1909010"/>
            <a:ext cx="6364705"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52EF9A3E-85F5-450F-B043-B272F82AFF53}"/>
              </a:ext>
            </a:extLst>
          </p:cNvPr>
          <p:cNvSpPr>
            <a:spLocks noGrp="1"/>
          </p:cNvSpPr>
          <p:nvPr>
            <p:ph type="body" sz="quarter" idx="12"/>
          </p:nvPr>
        </p:nvSpPr>
        <p:spPr>
          <a:xfrm>
            <a:off x="838201"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4" name="Text Placeholder 3">
            <a:extLst>
              <a:ext uri="{FF2B5EF4-FFF2-40B4-BE49-F238E27FC236}">
                <a16:creationId xmlns:a16="http://schemas.microsoft.com/office/drawing/2014/main" id="{E10570A0-9895-44C7-BD23-E3A88824BFFC}"/>
              </a:ext>
            </a:extLst>
          </p:cNvPr>
          <p:cNvSpPr>
            <a:spLocks noGrp="1"/>
          </p:cNvSpPr>
          <p:nvPr>
            <p:ph type="body" sz="quarter" idx="13"/>
          </p:nvPr>
        </p:nvSpPr>
        <p:spPr>
          <a:xfrm>
            <a:off x="5955632"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5EC5216D-19E2-490A-BA42-31D28143478C}"/>
              </a:ext>
            </a:extLst>
          </p:cNvPr>
          <p:cNvSpPr>
            <a:spLocks noGrp="1"/>
          </p:cNvSpPr>
          <p:nvPr>
            <p:ph type="body" sz="quarter" idx="14"/>
          </p:nvPr>
        </p:nvSpPr>
        <p:spPr>
          <a:xfrm>
            <a:off x="838201"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6" name="Text Placeholder 3">
            <a:extLst>
              <a:ext uri="{FF2B5EF4-FFF2-40B4-BE49-F238E27FC236}">
                <a16:creationId xmlns:a16="http://schemas.microsoft.com/office/drawing/2014/main" id="{D59FCB2B-6E6F-4041-8AEA-00F4607E1AD7}"/>
              </a:ext>
            </a:extLst>
          </p:cNvPr>
          <p:cNvSpPr>
            <a:spLocks noGrp="1"/>
          </p:cNvSpPr>
          <p:nvPr>
            <p:ph type="body" sz="quarter" idx="15"/>
          </p:nvPr>
        </p:nvSpPr>
        <p:spPr>
          <a:xfrm>
            <a:off x="5955632"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4CC1A425-AF08-43AE-A547-FBF2DEC373A7}"/>
              </a:ext>
            </a:extLst>
          </p:cNvPr>
          <p:cNvSpPr>
            <a:spLocks noGrp="1"/>
          </p:cNvSpPr>
          <p:nvPr>
            <p:ph type="body" sz="quarter" idx="16"/>
          </p:nvPr>
        </p:nvSpPr>
        <p:spPr>
          <a:xfrm>
            <a:off x="838201"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8" name="Text Placeholder 3">
            <a:extLst>
              <a:ext uri="{FF2B5EF4-FFF2-40B4-BE49-F238E27FC236}">
                <a16:creationId xmlns:a16="http://schemas.microsoft.com/office/drawing/2014/main" id="{87064811-6FA6-4B4F-B942-CB29B0DA0A21}"/>
              </a:ext>
            </a:extLst>
          </p:cNvPr>
          <p:cNvSpPr>
            <a:spLocks noGrp="1"/>
          </p:cNvSpPr>
          <p:nvPr>
            <p:ph type="body" sz="quarter" idx="17"/>
          </p:nvPr>
        </p:nvSpPr>
        <p:spPr>
          <a:xfrm>
            <a:off x="5955632"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4D99F20-5A4B-492A-AD82-6E0FEB369438}"/>
              </a:ext>
            </a:extLst>
          </p:cNvPr>
          <p:cNvSpPr>
            <a:spLocks noGrp="1"/>
          </p:cNvSpPr>
          <p:nvPr>
            <p:ph type="body" sz="quarter" idx="18"/>
          </p:nvPr>
        </p:nvSpPr>
        <p:spPr>
          <a:xfrm>
            <a:off x="838201"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0" name="Text Placeholder 3">
            <a:extLst>
              <a:ext uri="{FF2B5EF4-FFF2-40B4-BE49-F238E27FC236}">
                <a16:creationId xmlns:a16="http://schemas.microsoft.com/office/drawing/2014/main" id="{9322DDD7-CF8C-44D5-9A93-1117CBDD1AF0}"/>
              </a:ext>
            </a:extLst>
          </p:cNvPr>
          <p:cNvSpPr>
            <a:spLocks noGrp="1"/>
          </p:cNvSpPr>
          <p:nvPr>
            <p:ph type="body" sz="quarter" idx="19"/>
          </p:nvPr>
        </p:nvSpPr>
        <p:spPr>
          <a:xfrm>
            <a:off x="5955632"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2" name="Text Placeholder 3">
            <a:extLst>
              <a:ext uri="{FF2B5EF4-FFF2-40B4-BE49-F238E27FC236}">
                <a16:creationId xmlns:a16="http://schemas.microsoft.com/office/drawing/2014/main" id="{B200A8F0-DD80-4903-B724-1C61C2063BC7}"/>
              </a:ext>
            </a:extLst>
          </p:cNvPr>
          <p:cNvSpPr>
            <a:spLocks noGrp="1"/>
          </p:cNvSpPr>
          <p:nvPr>
            <p:ph type="body" sz="quarter" idx="20"/>
          </p:nvPr>
        </p:nvSpPr>
        <p:spPr>
          <a:xfrm>
            <a:off x="838201" y="469189"/>
            <a:ext cx="4415631" cy="1359569"/>
          </a:xfrm>
        </p:spPr>
        <p:txBody>
          <a:bodyPr>
            <a:noAutofit/>
          </a:bodyPr>
          <a:lstStyle>
            <a:lvl1pPr marL="0" indent="0" algn="l">
              <a:buNone/>
              <a:defRPr sz="48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9" name="Slide Number Placeholder 2">
            <a:extLst>
              <a:ext uri="{FF2B5EF4-FFF2-40B4-BE49-F238E27FC236}">
                <a16:creationId xmlns:a16="http://schemas.microsoft.com/office/drawing/2014/main" id="{7FF2C298-FAE3-48BA-B1DD-721E25F5891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20" name="Footer Placeholder 3">
            <a:extLst>
              <a:ext uri="{FF2B5EF4-FFF2-40B4-BE49-F238E27FC236}">
                <a16:creationId xmlns:a16="http://schemas.microsoft.com/office/drawing/2014/main" id="{279CB8CF-FCC3-4122-8D5F-C3AEE44FFA5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21" name="Graphic 20">
            <a:extLst>
              <a:ext uri="{FF2B5EF4-FFF2-40B4-BE49-F238E27FC236}">
                <a16:creationId xmlns:a16="http://schemas.microsoft.com/office/drawing/2014/main" id="{173C8EF7-5DE3-4292-BA4F-9FE94F186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305946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2156520"/>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1748134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1895264"/>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2126004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800" b="0">
                <a:solidFill>
                  <a:schemeClr val="bg1"/>
                </a:solidFill>
                <a:latin typeface="+mj-lt"/>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8" name="Text Placeholder 3">
            <a:extLst>
              <a:ext uri="{FF2B5EF4-FFF2-40B4-BE49-F238E27FC236}">
                <a16:creationId xmlns:a16="http://schemas.microsoft.com/office/drawing/2014/main" id="{A06C1AAC-4B2A-4EA7-80A1-12E4BF8219C2}"/>
              </a:ext>
            </a:extLst>
          </p:cNvPr>
          <p:cNvSpPr>
            <a:spLocks noGrp="1"/>
          </p:cNvSpPr>
          <p:nvPr>
            <p:ph type="body" sz="quarter" idx="15"/>
          </p:nvPr>
        </p:nvSpPr>
        <p:spPr>
          <a:xfrm>
            <a:off x="487073" y="1249746"/>
            <a:ext cx="5313219" cy="1293429"/>
          </a:xfrm>
        </p:spPr>
        <p:txBody>
          <a:bodyPr>
            <a:normAutofit/>
          </a:bodyPr>
          <a:lstStyle>
            <a:lvl1pPr marL="0" indent="0" algn="l">
              <a:buNone/>
              <a:defRPr sz="2400" b="1">
                <a:solidFill>
                  <a:srgbClr val="2D6188"/>
                </a:solidFill>
                <a:latin typeface="+mj-lt"/>
              </a:defRPr>
            </a:lvl1pPr>
          </a:lstStyle>
          <a:p>
            <a:pPr lvl="0"/>
            <a:r>
              <a:rPr lang="en-US"/>
              <a:t>Click to edit Master text styles</a:t>
            </a:r>
          </a:p>
        </p:txBody>
      </p:sp>
      <p:sp>
        <p:nvSpPr>
          <p:cNvPr id="14" name="Title 1">
            <a:extLst>
              <a:ext uri="{FF2B5EF4-FFF2-40B4-BE49-F238E27FC236}">
                <a16:creationId xmlns:a16="http://schemas.microsoft.com/office/drawing/2014/main" id="{CD807FAE-C092-4831-A514-985A1C348E9D}"/>
              </a:ext>
            </a:extLst>
          </p:cNvPr>
          <p:cNvSpPr>
            <a:spLocks noGrp="1"/>
          </p:cNvSpPr>
          <p:nvPr>
            <p:ph type="title" hasCustomPrompt="1"/>
          </p:nvPr>
        </p:nvSpPr>
        <p:spPr>
          <a:xfrm>
            <a:off x="461169" y="406400"/>
            <a:ext cx="11269662" cy="684212"/>
          </a:xfrm>
        </p:spPr>
        <p:txBody>
          <a:bodyPr>
            <a:normAutofit/>
          </a:bodyPr>
          <a:lstStyle>
            <a:lvl1pPr algn="l">
              <a:defRPr sz="3600" b="1">
                <a:solidFill>
                  <a:schemeClr val="bg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15" name="Text Placeholder 3">
            <a:extLst>
              <a:ext uri="{FF2B5EF4-FFF2-40B4-BE49-F238E27FC236}">
                <a16:creationId xmlns:a16="http://schemas.microsoft.com/office/drawing/2014/main" id="{8B5B39CB-6DE2-4AAB-ABAB-5015EE4E1032}"/>
              </a:ext>
            </a:extLst>
          </p:cNvPr>
          <p:cNvSpPr>
            <a:spLocks noGrp="1"/>
          </p:cNvSpPr>
          <p:nvPr>
            <p:ph type="body" sz="quarter" idx="16"/>
          </p:nvPr>
        </p:nvSpPr>
        <p:spPr>
          <a:xfrm>
            <a:off x="487073" y="2707071"/>
            <a:ext cx="5313219" cy="3194965"/>
          </a:xfrm>
        </p:spPr>
        <p:txBody>
          <a:bodyPr vert="horz" lIns="91440" tIns="91440" rIns="91440" bIns="45720" rtlCol="0">
            <a:normAutofit/>
          </a:bodyPr>
          <a:lstStyle>
            <a:lvl1pPr>
              <a:defRPr lang="en-US" sz="1800" b="0" dirty="0">
                <a:solidFill>
                  <a:schemeClr val="bg1"/>
                </a:solidFill>
                <a:latin typeface="+mj-lt"/>
              </a:defRPr>
            </a:lvl1pPr>
          </a:lstStyle>
          <a:p>
            <a:pPr marL="0" lvl="0" indent="0">
              <a:buNone/>
            </a:pPr>
            <a:r>
              <a:rPr lang="en-US"/>
              <a:t>Click to edit Master text styles</a:t>
            </a:r>
          </a:p>
        </p:txBody>
      </p:sp>
    </p:spTree>
    <p:extLst>
      <p:ext uri="{BB962C8B-B14F-4D97-AF65-F5344CB8AC3E}">
        <p14:creationId xmlns:p14="http://schemas.microsoft.com/office/powerpoint/2010/main" val="1061075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12590530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4" name="Table Placeholder 3">
            <a:extLst>
              <a:ext uri="{FF2B5EF4-FFF2-40B4-BE49-F238E27FC236}">
                <a16:creationId xmlns:a16="http://schemas.microsoft.com/office/drawing/2014/main" id="{121ABE3E-250B-4011-A1D1-E6E40D37760F}"/>
              </a:ext>
            </a:extLst>
          </p:cNvPr>
          <p:cNvSpPr>
            <a:spLocks noGrp="1"/>
          </p:cNvSpPr>
          <p:nvPr>
            <p:ph type="tbl" sz="quarter" idx="15"/>
          </p:nvPr>
        </p:nvSpPr>
        <p:spPr>
          <a:xfrm>
            <a:off x="442913" y="1249746"/>
            <a:ext cx="5389562" cy="4652580"/>
          </a:xfrm>
        </p:spPr>
        <p:txBody>
          <a:bodyPr/>
          <a:lstStyle/>
          <a:p>
            <a:r>
              <a:rPr lang="en-US"/>
              <a:t>Click icon to add table</a:t>
            </a:r>
          </a:p>
        </p:txBody>
      </p:sp>
    </p:spTree>
    <p:extLst>
      <p:ext uri="{BB962C8B-B14F-4D97-AF65-F5344CB8AC3E}">
        <p14:creationId xmlns:p14="http://schemas.microsoft.com/office/powerpoint/2010/main" val="2517942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065F-65EA-4681-98FC-642C6B8DA627}"/>
              </a:ext>
            </a:extLst>
          </p:cNvPr>
          <p:cNvSpPr>
            <a:spLocks noGrp="1"/>
          </p:cNvSpPr>
          <p:nvPr>
            <p:ph type="title"/>
          </p:nvPr>
        </p:nvSpPr>
        <p:spPr/>
        <p:txBody>
          <a:bodyPr/>
          <a:lstStyle/>
          <a:p>
            <a:r>
              <a:rPr lang="en-US"/>
              <a:t>Click to edit Master title style</a:t>
            </a:r>
          </a:p>
        </p:txBody>
      </p:sp>
      <p:pic>
        <p:nvPicPr>
          <p:cNvPr id="5" name="Graphic 4">
            <a:extLst>
              <a:ext uri="{FF2B5EF4-FFF2-40B4-BE49-F238E27FC236}">
                <a16:creationId xmlns:a16="http://schemas.microsoft.com/office/drawing/2014/main" id="{EED39BD1-76FA-4B4D-944F-0F0C00B100E4}"/>
              </a:ext>
            </a:extLst>
          </p:cNvPr>
          <p:cNvPicPr>
            <a:picLocks noChangeAspect="1"/>
          </p:cNvPicPr>
          <p:nvPr/>
        </p:nvPicPr>
        <p:blipFill>
          <a:blip r:embed="rId2"/>
          <a:srcRect t="207" b="207"/>
          <a:stretch/>
        </p:blipFill>
        <p:spPr>
          <a:xfrm>
            <a:off x="0" y="0"/>
            <a:ext cx="12192000" cy="3697903"/>
          </a:xfrm>
          <a:prstGeom prst="rect">
            <a:avLst/>
          </a:prstGeom>
        </p:spPr>
      </p:pic>
      <p:sp>
        <p:nvSpPr>
          <p:cNvPr id="6" name="Rectangle 5">
            <a:extLst>
              <a:ext uri="{FF2B5EF4-FFF2-40B4-BE49-F238E27FC236}">
                <a16:creationId xmlns:a16="http://schemas.microsoft.com/office/drawing/2014/main" id="{E1797061-5759-404E-951F-98AA68426AED}"/>
              </a:ext>
            </a:extLst>
          </p:cNvPr>
          <p:cNvSpPr/>
          <p:nvPr/>
        </p:nvSpPr>
        <p:spPr>
          <a:xfrm>
            <a:off x="3775139" y="3254730"/>
            <a:ext cx="4641723" cy="684212"/>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a:t>THANK YOU</a:t>
            </a:r>
          </a:p>
        </p:txBody>
      </p:sp>
      <p:pic>
        <p:nvPicPr>
          <p:cNvPr id="39" name="Graphic 38">
            <a:extLst>
              <a:ext uri="{FF2B5EF4-FFF2-40B4-BE49-F238E27FC236}">
                <a16:creationId xmlns:a16="http://schemas.microsoft.com/office/drawing/2014/main" id="{CD3DF8F2-F759-4324-ADF8-71D4A56B47F2}"/>
              </a:ext>
            </a:extLst>
          </p:cNvPr>
          <p:cNvPicPr>
            <a:picLocks noChangeAspect="1"/>
          </p:cNvPicPr>
          <p:nvPr/>
        </p:nvPicPr>
        <p:blipFill>
          <a:blip r:embed="rId3">
            <a:alphaModFix amt="46000"/>
            <a:extLst>
              <a:ext uri="{96DAC541-7B7A-43D3-8B79-37D633B846F1}">
                <asvg:svgBlip xmlns:asvg="http://schemas.microsoft.com/office/drawing/2016/SVG/main" r:embed="rId4"/>
              </a:ext>
            </a:extLst>
          </a:blip>
          <a:stretch>
            <a:fillRect/>
          </a:stretch>
        </p:blipFill>
        <p:spPr>
          <a:xfrm>
            <a:off x="3934794" y="-397788"/>
            <a:ext cx="4322412" cy="4456440"/>
          </a:xfrm>
          <a:prstGeom prst="rect">
            <a:avLst/>
          </a:prstGeom>
        </p:spPr>
      </p:pic>
    </p:spTree>
    <p:extLst>
      <p:ext uri="{BB962C8B-B14F-4D97-AF65-F5344CB8AC3E}">
        <p14:creationId xmlns:p14="http://schemas.microsoft.com/office/powerpoint/2010/main" val="14587674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8D73AA-5B2F-4C91-8CC5-ECC63BBA6D31}" type="datetime1">
              <a:rPr lang="en-US" smtClean="0"/>
              <a:t>9/8/2021</a:t>
            </a:fld>
            <a:endParaRPr lang="en-US"/>
          </a:p>
        </p:txBody>
      </p:sp>
      <p:sp>
        <p:nvSpPr>
          <p:cNvPr id="4" name="Footer Placeholder 3"/>
          <p:cNvSpPr>
            <a:spLocks noGrp="1"/>
          </p:cNvSpPr>
          <p:nvPr>
            <p:ph type="ftr" sz="quarter" idx="11"/>
          </p:nvPr>
        </p:nvSpPr>
        <p:spPr>
          <a:xfrm>
            <a:off x="4615016" y="6358621"/>
            <a:ext cx="4114800" cy="365125"/>
          </a:xfrm>
        </p:spPr>
        <p:txBody>
          <a:bodyPr/>
          <a:lstStyle/>
          <a:p>
            <a:r>
              <a:rPr lang="en-US"/>
              <a:t>CONFIDENTIAL                                                  Alepo – &lt;Customer Name&gt;  Training </a:t>
            </a:r>
          </a:p>
        </p:txBody>
      </p:sp>
      <p:sp>
        <p:nvSpPr>
          <p:cNvPr id="5" name="Slide Number Placeholder 4"/>
          <p:cNvSpPr>
            <a:spLocks noGrp="1"/>
          </p:cNvSpPr>
          <p:nvPr>
            <p:ph type="sldNum" sz="quarter" idx="12"/>
          </p:nvPr>
        </p:nvSpPr>
        <p:spPr/>
        <p:txBody>
          <a:bodyPr/>
          <a:lstStyle/>
          <a:p>
            <a:fld id="{BF925F72-67FF-4B43-BD08-F0FABA7F0B18}" type="slidenum">
              <a:rPr lang="en-US" smtClean="0"/>
              <a:t>‹#›</a:t>
            </a:fld>
            <a:endParaRPr lang="en-US"/>
          </a:p>
        </p:txBody>
      </p:sp>
      <p:cxnSp>
        <p:nvCxnSpPr>
          <p:cNvPr id="6" name="Straight Connector 5"/>
          <p:cNvCxnSpPr/>
          <p:nvPr/>
        </p:nvCxnSpPr>
        <p:spPr>
          <a:xfrm>
            <a:off x="0" y="1181100"/>
            <a:ext cx="9753600" cy="0"/>
          </a:xfrm>
          <a:prstGeom prst="line">
            <a:avLst/>
          </a:prstGeom>
          <a:ln w="952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0301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F8B3-2A6F-490C-8E8B-C4E7AFFE13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D10BBE-685A-4F76-AD5E-591C87D36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35ABFD-ED69-4138-AC21-2659323C850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3642DF0-F6E2-479D-A91D-82401D046430}"/>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5E8F2B6A-4E4E-48D7-BCE2-926FEF983539}"/>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2165963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FAB3-632E-48C1-BF79-C09FFB1484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9688D3-D738-4001-AE65-5502E3612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142ED5-D2A6-47FF-9DFC-43BEF5EB59A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FC7EF0-0D62-43F9-83D1-96F6A4D33A5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3A5ABD80-172B-4D93-8957-E1BB8CB9079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4182010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B1F1-F1AE-4DE0-970B-3A75CE1414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4DEAF2-278E-4D96-9769-1819A1860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8AE8D0-6744-413E-BA99-3A145EFC13E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A5109B-53A1-4DAF-B8BE-02B2815C69EC}"/>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01AEC202-0B88-4F72-998D-2DF1241AFBA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6917245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6627-0362-4979-85C3-5983E6C84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4A68ED-9D18-406A-8F54-B759B9ED76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E346FA-18CB-482C-9D60-FB0DC2ED81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7B25AB-49B2-4F0F-A864-A26772322DC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68D0FC6-E613-4B27-AA2B-B30E98145A9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A48DE596-DE0F-4692-B7B2-E2394578D3D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698547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88D6-9B64-465B-AE2B-66F5C2E2B0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1CFB6-A7CE-451A-963C-9CA6F8911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DCFA6D-9203-4A35-A36E-DB3C200BF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E25621-C1A3-4146-ADAF-5122A74F9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91DAC0-EC79-493C-B402-7197D6622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ACC00F-DE27-493B-B3CD-7C7A94210DD9}"/>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8AC4AFC-19F9-4AD5-9687-58B3CCB27E3A}"/>
              </a:ext>
            </a:extLst>
          </p:cNvPr>
          <p:cNvSpPr>
            <a:spLocks noGrp="1"/>
          </p:cNvSpPr>
          <p:nvPr>
            <p:ph type="ftr" sz="quarter" idx="11"/>
          </p:nvPr>
        </p:nvSpPr>
        <p:spPr/>
        <p:txBody>
          <a:bodyPr/>
          <a:lstStyle/>
          <a:p>
            <a:r>
              <a:rPr lang="en-IN"/>
              <a:t>COPYRIGHT 2021 ALEPO</a:t>
            </a:r>
          </a:p>
        </p:txBody>
      </p:sp>
      <p:sp>
        <p:nvSpPr>
          <p:cNvPr id="9" name="Slide Number Placeholder 8">
            <a:extLst>
              <a:ext uri="{FF2B5EF4-FFF2-40B4-BE49-F238E27FC236}">
                <a16:creationId xmlns:a16="http://schemas.microsoft.com/office/drawing/2014/main" id="{BB246876-5CBB-4179-80DC-84D2677E0E1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112028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56BE-1746-4825-9332-BC46A73F5C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6EE031-D80A-4F88-B326-7CBE0E29B3A8}"/>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0730C4C-07DA-4BF7-B6FB-768E2A69046D}"/>
              </a:ext>
            </a:extLst>
          </p:cNvPr>
          <p:cNvSpPr>
            <a:spLocks noGrp="1"/>
          </p:cNvSpPr>
          <p:nvPr>
            <p:ph type="ftr" sz="quarter" idx="11"/>
          </p:nvPr>
        </p:nvSpPr>
        <p:spPr/>
        <p:txBody>
          <a:bodyPr/>
          <a:lstStyle/>
          <a:p>
            <a:r>
              <a:rPr lang="en-IN"/>
              <a:t>COPYRIGHT 2021 ALEPO</a:t>
            </a:r>
          </a:p>
        </p:txBody>
      </p:sp>
      <p:sp>
        <p:nvSpPr>
          <p:cNvPr id="5" name="Slide Number Placeholder 4">
            <a:extLst>
              <a:ext uri="{FF2B5EF4-FFF2-40B4-BE49-F238E27FC236}">
                <a16:creationId xmlns:a16="http://schemas.microsoft.com/office/drawing/2014/main" id="{A8BCE241-FE75-4200-8DED-7F25DE01655D}"/>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3097863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02646-CFE0-4C35-B1EB-0B0E1CA52A5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7FABCA4-B534-4185-8DCA-35DF6F85BEB4}"/>
              </a:ext>
            </a:extLst>
          </p:cNvPr>
          <p:cNvSpPr>
            <a:spLocks noGrp="1"/>
          </p:cNvSpPr>
          <p:nvPr>
            <p:ph type="ftr" sz="quarter" idx="11"/>
          </p:nvPr>
        </p:nvSpPr>
        <p:spPr/>
        <p:txBody>
          <a:bodyPr/>
          <a:lstStyle/>
          <a:p>
            <a:r>
              <a:rPr lang="en-IN"/>
              <a:t>COPYRIGHT 2021 ALEPO</a:t>
            </a:r>
          </a:p>
        </p:txBody>
      </p:sp>
      <p:sp>
        <p:nvSpPr>
          <p:cNvPr id="4" name="Slide Number Placeholder 3">
            <a:extLst>
              <a:ext uri="{FF2B5EF4-FFF2-40B4-BE49-F238E27FC236}">
                <a16:creationId xmlns:a16="http://schemas.microsoft.com/office/drawing/2014/main" id="{18E90F93-0E1E-4C5E-8DFF-2156E8D08170}"/>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042649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AAE9-8FFA-49FB-B8CB-D174612EA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BD10CB-6A37-4370-86E8-ADABC3C0B5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630C81-B46A-4173-B0C7-68968948E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DA182-FC75-46C2-AA84-1057EE9E6DB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5B0D139-DBC7-4F78-8C72-C31D581E50F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453D5B7F-6F4C-49AF-8C05-635B7F50ADB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6083430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FCDC-6688-41F2-94B0-86175D4F1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70BA39-BDBC-446C-939F-18E162DB0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C16FA4-4BCB-418B-90BA-271B0CDC7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4FCEF-A131-43A6-8A5A-AEBCBA2BD3A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D4C2EAD-A83A-492C-9874-8F831BBF15BF}"/>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BD662651-B8DB-4BFE-AA6A-9C69044573B7}"/>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501417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9E18-AAA0-48BD-87E4-7A18928BD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B9923F-785C-4945-BF22-E3F70A60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3551F-1A92-4708-A058-22885284B91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AB5077-6AE3-498E-BE01-03655CDA877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6437578D-B853-49A2-9A02-7BEE49CCE828}"/>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5198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2F176-039D-4E7C-991A-4190D8645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C2B4EE-53CE-4539-896D-2853D229C7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C41D0B-66A4-4532-AFB0-AB25824D12D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1E545C8-3767-422F-A988-7E55DC207D1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460063D8-E1C8-489C-A346-7C81A726322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094758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2913" y="449264"/>
            <a:ext cx="11269662" cy="68421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42913" y="1233488"/>
            <a:ext cx="11269662" cy="4824412"/>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CB9728CC-E381-4B4F-9560-44004B9F82AB}"/>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1074401" y="6209432"/>
            <a:ext cx="773384" cy="796356"/>
          </a:xfrm>
          <a:prstGeom prst="rect">
            <a:avLst/>
          </a:prstGeom>
        </p:spPr>
      </p:pic>
      <p:sp>
        <p:nvSpPr>
          <p:cNvPr id="10" name="Slide Number Placeholder 2">
            <a:extLst>
              <a:ext uri="{FF2B5EF4-FFF2-40B4-BE49-F238E27FC236}">
                <a16:creationId xmlns:a16="http://schemas.microsoft.com/office/drawing/2014/main" id="{93E6BF79-D03F-4EC1-99A8-F7AB036C42D1}"/>
              </a:ext>
            </a:extLst>
          </p:cNvPr>
          <p:cNvSpPr>
            <a:spLocks noGrp="1"/>
          </p:cNvSpPr>
          <p:nvPr>
            <p:ph type="sldNum" sz="quarter" idx="4"/>
          </p:nvPr>
        </p:nvSpPr>
        <p:spPr>
          <a:xfrm>
            <a:off x="3598363" y="6424178"/>
            <a:ext cx="1772920" cy="365125"/>
          </a:xfrm>
          <a:prstGeom prst="rect">
            <a:avLst/>
          </a:prstGeom>
        </p:spPr>
        <p:txBody>
          <a:bodyPr anchor="ctr"/>
          <a:lstStyle>
            <a:lvl1pPr>
              <a:defRPr sz="1050">
                <a:solidFill>
                  <a:schemeClr val="bg1"/>
                </a:solidFill>
              </a:defRPr>
            </a:lvl1pPr>
          </a:lstStyle>
          <a:p>
            <a:fld id="{4FAB73BC-B049-4115-A692-8D63A059BFB8}" type="slidenum">
              <a:rPr lang="en-US" smtClean="0"/>
              <a:pPr/>
              <a:t>‹#›</a:t>
            </a:fld>
            <a:endParaRPr lang="en-US"/>
          </a:p>
        </p:txBody>
      </p:sp>
      <p:sp>
        <p:nvSpPr>
          <p:cNvPr id="11" name="Footer Placeholder 3">
            <a:extLst>
              <a:ext uri="{FF2B5EF4-FFF2-40B4-BE49-F238E27FC236}">
                <a16:creationId xmlns:a16="http://schemas.microsoft.com/office/drawing/2014/main" id="{E41563B2-506F-49E4-8762-C6EAB193E7BF}"/>
              </a:ext>
            </a:extLst>
          </p:cNvPr>
          <p:cNvSpPr>
            <a:spLocks noGrp="1"/>
          </p:cNvSpPr>
          <p:nvPr>
            <p:ph type="ftr" sz="quarter" idx="3"/>
          </p:nvPr>
        </p:nvSpPr>
        <p:spPr>
          <a:xfrm>
            <a:off x="442913" y="6424178"/>
            <a:ext cx="3406616" cy="365125"/>
          </a:xfrm>
          <a:prstGeom prst="rect">
            <a:avLst/>
          </a:prstGeom>
        </p:spPr>
        <p:txBody>
          <a:bodyPr anchor="ctr"/>
          <a:lstStyle>
            <a:lvl1pPr>
              <a:defRPr sz="1050">
                <a:solidFill>
                  <a:schemeClr val="bg1"/>
                </a:solidFill>
              </a:defRPr>
            </a:lvl1pPr>
          </a:lstStyle>
          <a:p>
            <a:r>
              <a:rPr lang="en-IN"/>
              <a:t>COPYRIGHT 2021 ALEPO</a:t>
            </a:r>
            <a:endParaRPr lang="en-US"/>
          </a:p>
        </p:txBody>
      </p:sp>
    </p:spTree>
    <p:extLst>
      <p:ext uri="{BB962C8B-B14F-4D97-AF65-F5344CB8AC3E}">
        <p14:creationId xmlns:p14="http://schemas.microsoft.com/office/powerpoint/2010/main" val="10298756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713" r:id="rId9"/>
    <p:sldLayoutId id="2147483687" r:id="rId10"/>
    <p:sldLayoutId id="2147483709" r:id="rId11"/>
    <p:sldLayoutId id="2147483715" r:id="rId12"/>
    <p:sldLayoutId id="2147483688" r:id="rId13"/>
    <p:sldLayoutId id="2147483689" r:id="rId14"/>
    <p:sldLayoutId id="2147483690" r:id="rId15"/>
    <p:sldLayoutId id="2147483691" r:id="rId16"/>
    <p:sldLayoutId id="2147483692" r:id="rId17"/>
    <p:sldLayoutId id="2147483714" r:id="rId18"/>
    <p:sldLayoutId id="2147483693" r:id="rId19"/>
    <p:sldLayoutId id="2147483694" r:id="rId20"/>
    <p:sldLayoutId id="2147483695" r:id="rId21"/>
    <p:sldLayoutId id="2147483696" r:id="rId22"/>
    <p:sldLayoutId id="2147483697" r:id="rId23"/>
    <p:sldLayoutId id="2147483698" r:id="rId24"/>
    <p:sldLayoutId id="2147483710" r:id="rId25"/>
    <p:sldLayoutId id="2147483699" r:id="rId26"/>
    <p:sldLayoutId id="2147483700" r:id="rId27"/>
    <p:sldLayoutId id="2147483701" r:id="rId28"/>
    <p:sldLayoutId id="2147483702" r:id="rId29"/>
    <p:sldLayoutId id="2147483733" r:id="rId30"/>
  </p:sldLayoutIdLst>
  <p:hf hdr="0" dt="0"/>
  <p:txStyles>
    <p:title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p:titleStyle>
    <p:body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279">
          <p15:clr>
            <a:srgbClr val="F26B43"/>
          </p15:clr>
        </p15:guide>
        <p15:guide id="3" orient="horz" pos="278">
          <p15:clr>
            <a:srgbClr val="F26B43"/>
          </p15:clr>
        </p15:guide>
        <p15:guide id="4" orient="horz" pos="731">
          <p15:clr>
            <a:srgbClr val="F26B43"/>
          </p15:clr>
        </p15:guide>
        <p15:guide id="5" orient="horz" pos="777">
          <p15:clr>
            <a:srgbClr val="F26B43"/>
          </p15:clr>
        </p15:guide>
        <p15:guide id="6" pos="7378">
          <p15:clr>
            <a:srgbClr val="F26B43"/>
          </p15:clr>
        </p15:guide>
        <p15:guide id="7"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C66D0-01A0-4404-AB9E-959DF4CFB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D335C-EBC4-43C5-869B-C228B2597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DBDAF-9BA1-4419-8CB4-09F9CD4710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436E3E1-F2FD-4E42-80E6-E46FD1795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COPYRIGHT 2021 ALEPO</a:t>
            </a:r>
          </a:p>
        </p:txBody>
      </p:sp>
      <p:sp>
        <p:nvSpPr>
          <p:cNvPr id="6" name="Slide Number Placeholder 5">
            <a:extLst>
              <a:ext uri="{FF2B5EF4-FFF2-40B4-BE49-F238E27FC236}">
                <a16:creationId xmlns:a16="http://schemas.microsoft.com/office/drawing/2014/main" id="{D567279B-D6A3-4A47-9752-50881E61D4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7EA34-E0F4-461C-A237-A6A0B3237174}" type="slidenum">
              <a:rPr lang="en-IN" smtClean="0"/>
              <a:t>‹#›</a:t>
            </a:fld>
            <a:endParaRPr lang="en-IN"/>
          </a:p>
        </p:txBody>
      </p:sp>
    </p:spTree>
    <p:extLst>
      <p:ext uri="{BB962C8B-B14F-4D97-AF65-F5344CB8AC3E}">
        <p14:creationId xmlns:p14="http://schemas.microsoft.com/office/powerpoint/2010/main" val="24719583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5.e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4.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hyperlink" Target="http://www.alepo.com/" TargetMode="External"/><Relationship Id="rId7" Type="http://schemas.openxmlformats.org/officeDocument/2006/relationships/hyperlink" Target="https://www.linkedin.com/company/alepo/" TargetMode="External"/><Relationship Id="rId2" Type="http://schemas.openxmlformats.org/officeDocument/2006/relationships/hyperlink" Target="mailto:sales@alepo.com" TargetMode="External"/><Relationship Id="rId1" Type="http://schemas.openxmlformats.org/officeDocument/2006/relationships/slideLayout" Target="../slideLayouts/slideLayout29.xml"/><Relationship Id="rId6" Type="http://schemas.openxmlformats.org/officeDocument/2006/relationships/hyperlink" Target="https://www.alepo.com/about-us/" TargetMode="External"/><Relationship Id="rId5" Type="http://schemas.openxmlformats.org/officeDocument/2006/relationships/hyperlink" Target="https://www.facebook.com/AlepoUSA/" TargetMode="External"/><Relationship Id="rId4" Type="http://schemas.openxmlformats.org/officeDocument/2006/relationships/hyperlink" Target="https://www.alep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8FE3195-D3A1-4850-9090-DFEED874F1D9}"/>
              </a:ext>
            </a:extLst>
          </p:cNvPr>
          <p:cNvSpPr>
            <a:spLocks noGrp="1"/>
          </p:cNvSpPr>
          <p:nvPr>
            <p:ph type="body" sz="quarter" idx="12"/>
          </p:nvPr>
        </p:nvSpPr>
        <p:spPr>
          <a:xfrm>
            <a:off x="457200" y="3904095"/>
            <a:ext cx="7276011" cy="393700"/>
          </a:xfrm>
        </p:spPr>
        <p:txBody>
          <a:bodyPr/>
          <a:lstStyle/>
          <a:p>
            <a:pPr marL="0" indent="0">
              <a:buNone/>
            </a:pPr>
            <a:r>
              <a:rPr lang="en-US" dirty="0"/>
              <a:t>Presented </a:t>
            </a:r>
            <a:r>
              <a:rPr lang="en-US"/>
              <a:t>to CASA </a:t>
            </a:r>
            <a:r>
              <a:rPr lang="en-US" dirty="0"/>
              <a:t>systems | DD - MMM - YYYY</a:t>
            </a:r>
          </a:p>
        </p:txBody>
      </p:sp>
      <p:sp>
        <p:nvSpPr>
          <p:cNvPr id="5" name="Text Placeholder 4">
            <a:extLst>
              <a:ext uri="{FF2B5EF4-FFF2-40B4-BE49-F238E27FC236}">
                <a16:creationId xmlns:a16="http://schemas.microsoft.com/office/drawing/2014/main" id="{6D1A1596-A8D7-4C1A-8956-0FA40A84EFCA}"/>
              </a:ext>
            </a:extLst>
          </p:cNvPr>
          <p:cNvSpPr>
            <a:spLocks noGrp="1"/>
          </p:cNvSpPr>
          <p:nvPr>
            <p:ph type="body" sz="quarter" idx="13"/>
          </p:nvPr>
        </p:nvSpPr>
        <p:spPr>
          <a:xfrm>
            <a:off x="456562" y="2788920"/>
            <a:ext cx="10937477" cy="1312025"/>
          </a:xfrm>
        </p:spPr>
        <p:txBody>
          <a:bodyPr/>
          <a:lstStyle/>
          <a:p>
            <a:r>
              <a:rPr lang="en-US" dirty="0">
                <a:solidFill>
                  <a:srgbClr val="18C0FF"/>
                </a:solidFill>
              </a:rPr>
              <a:t>Alepo- Overview of Kubernetes</a:t>
            </a:r>
          </a:p>
        </p:txBody>
      </p:sp>
      <p:pic>
        <p:nvPicPr>
          <p:cNvPr id="3" name="Picture 2" descr="Logo, company name&#10;&#10;Description automatically generated">
            <a:extLst>
              <a:ext uri="{FF2B5EF4-FFF2-40B4-BE49-F238E27FC236}">
                <a16:creationId xmlns:a16="http://schemas.microsoft.com/office/drawing/2014/main" id="{255162F1-DFEA-4820-B6C1-73BA9E2842FA}"/>
              </a:ext>
            </a:extLst>
          </p:cNvPr>
          <p:cNvPicPr>
            <a:picLocks noChangeAspect="1"/>
          </p:cNvPicPr>
          <p:nvPr/>
        </p:nvPicPr>
        <p:blipFill>
          <a:blip r:embed="rId2"/>
          <a:stretch>
            <a:fillRect/>
          </a:stretch>
        </p:blipFill>
        <p:spPr>
          <a:xfrm>
            <a:off x="9822094" y="212430"/>
            <a:ext cx="1905803" cy="992733"/>
          </a:xfrm>
          <a:prstGeom prst="rect">
            <a:avLst/>
          </a:prstGeom>
        </p:spPr>
      </p:pic>
    </p:spTree>
    <p:extLst>
      <p:ext uri="{BB962C8B-B14F-4D97-AF65-F5344CB8AC3E}">
        <p14:creationId xmlns:p14="http://schemas.microsoft.com/office/powerpoint/2010/main" val="258403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AGENDA</a:t>
            </a:r>
          </a:p>
        </p:txBody>
      </p:sp>
    </p:spTree>
    <p:extLst>
      <p:ext uri="{BB962C8B-B14F-4D97-AF65-F5344CB8AC3E}">
        <p14:creationId xmlns:p14="http://schemas.microsoft.com/office/powerpoint/2010/main" val="429457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a:t>Agenda</a:t>
            </a:r>
            <a:endParaRPr lang="en-US"/>
          </a:p>
        </p:txBody>
      </p:sp>
      <p:sp>
        <p:nvSpPr>
          <p:cNvPr id="5" name="Content Placeholder 4"/>
          <p:cNvSpPr>
            <a:spLocks noGrp="1"/>
          </p:cNvSpPr>
          <p:nvPr>
            <p:ph idx="1"/>
          </p:nvPr>
        </p:nvSpPr>
        <p:spPr>
          <a:xfrm>
            <a:off x="442913" y="1133476"/>
            <a:ext cx="11269662" cy="4824412"/>
          </a:xfrm>
        </p:spPr>
        <p:txBody>
          <a:bodyPr>
            <a:normAutofit/>
          </a:bodyPr>
          <a:lstStyle/>
          <a:p>
            <a:r>
              <a:rPr lang="en-US" sz="1200" dirty="0"/>
              <a:t>Overview of Kubernetes</a:t>
            </a:r>
          </a:p>
          <a:p>
            <a:r>
              <a:rPr lang="en-US" sz="1200" dirty="0"/>
              <a:t>Components of Kubernetes</a:t>
            </a:r>
          </a:p>
          <a:p>
            <a:r>
              <a:rPr lang="en-US" sz="1200" dirty="0"/>
              <a:t>Architecture Diagram</a:t>
            </a:r>
          </a:p>
          <a:p>
            <a:r>
              <a:rPr lang="en-US" sz="1200" dirty="0"/>
              <a:t>Kubernetes Key Commands</a:t>
            </a:r>
          </a:p>
          <a:p>
            <a:endParaRPr lang="en-US" sz="1200" dirty="0"/>
          </a:p>
          <a:p>
            <a:endParaRPr lang="en-US" sz="1200" dirty="0"/>
          </a:p>
          <a:p>
            <a:endParaRPr lang="en-US" sz="1200" dirty="0"/>
          </a:p>
          <a:p>
            <a:endParaRPr lang="en-US" sz="1200" dirty="0"/>
          </a:p>
        </p:txBody>
      </p:sp>
      <p:sp>
        <p:nvSpPr>
          <p:cNvPr id="6" name="Footer Placeholder 2"/>
          <p:cNvSpPr>
            <a:spLocks noGrp="1"/>
          </p:cNvSpPr>
          <p:nvPr>
            <p:ph type="ftr" sz="quarter" idx="11"/>
          </p:nvPr>
        </p:nvSpPr>
        <p:spPr>
          <a:xfrm>
            <a:off x="308688" y="6085576"/>
            <a:ext cx="3406616" cy="365125"/>
          </a:xfrm>
        </p:spPr>
        <p:txBody>
          <a:bodyPr/>
          <a:lstStyle/>
          <a:p>
            <a:r>
              <a:rPr lang="en-IN">
                <a:solidFill>
                  <a:schemeClr val="bg1"/>
                </a:solidFill>
              </a:rPr>
              <a:t>COPYRIGHT 2021 ALEPO</a:t>
            </a:r>
            <a:endParaRPr lang="en-US">
              <a:solidFill>
                <a:schemeClr val="bg1"/>
              </a:solidFill>
            </a:endParaRPr>
          </a:p>
        </p:txBody>
      </p:sp>
      <p:sp>
        <p:nvSpPr>
          <p:cNvPr id="4" name="Slide Number Placeholder 3"/>
          <p:cNvSpPr>
            <a:spLocks noGrp="1"/>
          </p:cNvSpPr>
          <p:nvPr>
            <p:ph type="sldNum" sz="quarter" idx="12"/>
          </p:nvPr>
        </p:nvSpPr>
        <p:spPr>
          <a:xfrm>
            <a:off x="3363471" y="6077381"/>
            <a:ext cx="1772920" cy="365125"/>
          </a:xfrm>
        </p:spPr>
        <p:txBody>
          <a:bodyPr/>
          <a:lstStyle/>
          <a:p>
            <a:fld id="{BF925F72-67FF-4B43-BD08-F0FABA7F0B18}" type="slidenum">
              <a:rPr lang="en-US" smtClean="0">
                <a:solidFill>
                  <a:schemeClr val="bg1"/>
                </a:solidFill>
              </a:rPr>
              <a:pPr/>
              <a:t>3</a:t>
            </a:fld>
            <a:endParaRPr lang="en-US">
              <a:solidFill>
                <a:schemeClr val="bg1"/>
              </a:solidFill>
            </a:endParaRPr>
          </a:p>
        </p:txBody>
      </p:sp>
      <p:sp>
        <p:nvSpPr>
          <p:cNvPr id="9" name="Oval 8"/>
          <p:cNvSpPr/>
          <p:nvPr/>
        </p:nvSpPr>
        <p:spPr>
          <a:xfrm>
            <a:off x="8375241" y="1401355"/>
            <a:ext cx="3002508" cy="3002508"/>
          </a:xfrm>
          <a:prstGeom prst="ellipse">
            <a:avLst/>
          </a:prstGeom>
          <a:solidFill>
            <a:srgbClr val="2B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8858512" y="2162785"/>
            <a:ext cx="2035966" cy="1479649"/>
          </a:xfrm>
          <a:prstGeom prst="rect">
            <a:avLst/>
          </a:prstGeom>
        </p:spPr>
      </p:pic>
    </p:spTree>
    <p:custDataLst>
      <p:tags r:id="rId1"/>
    </p:custDataLst>
    <p:extLst>
      <p:ext uri="{BB962C8B-B14F-4D97-AF65-F5344CB8AC3E}">
        <p14:creationId xmlns:p14="http://schemas.microsoft.com/office/powerpoint/2010/main" val="191246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dirty="0"/>
              <a:t>Overview of Kubernetes</a:t>
            </a:r>
            <a:endParaRPr lang="hi-IN" dirty="0"/>
          </a:p>
        </p:txBody>
      </p:sp>
      <p:sp>
        <p:nvSpPr>
          <p:cNvPr id="5" name="Content Placeholder 4"/>
          <p:cNvSpPr>
            <a:spLocks noGrp="1"/>
          </p:cNvSpPr>
          <p:nvPr>
            <p:ph idx="1"/>
          </p:nvPr>
        </p:nvSpPr>
        <p:spPr/>
        <p:txBody>
          <a:bodyPr>
            <a:normAutofit/>
          </a:bodyPr>
          <a:lstStyle/>
          <a:p>
            <a:pPr lvl="1"/>
            <a:r>
              <a:rPr lang="en-US" sz="1100" b="0" i="0">
                <a:solidFill>
                  <a:srgbClr val="222222"/>
                </a:solidFill>
                <a:effectLst/>
                <a:latin typeface="open sans" panose="020B0606030504020204" pitchFamily="34" charset="0"/>
              </a:rPr>
              <a:t>Kubernetes is a portable, extensible, open-source platform for managing containerized workloads and services, that facilitates both declarative configuration and automation. </a:t>
            </a:r>
          </a:p>
          <a:p>
            <a:pPr lvl="1"/>
            <a:endParaRPr lang="en-US" sz="1100">
              <a:solidFill>
                <a:srgbClr val="222222"/>
              </a:solidFill>
              <a:latin typeface="open sans" panose="020B0606030504020204" pitchFamily="34" charset="0"/>
            </a:endParaRPr>
          </a:p>
          <a:p>
            <a:pPr lvl="1"/>
            <a:r>
              <a:rPr lang="en-US" sz="1100" b="0" i="0">
                <a:solidFill>
                  <a:srgbClr val="222222"/>
                </a:solidFill>
                <a:effectLst/>
                <a:latin typeface="open sans" panose="020B0606030504020204" pitchFamily="34" charset="0"/>
              </a:rPr>
              <a:t>Kubernetes also known as K8s.</a:t>
            </a:r>
          </a:p>
          <a:p>
            <a:pPr marL="457200" lvl="1" indent="0">
              <a:buNone/>
            </a:pPr>
            <a:endParaRPr lang="en-US" sz="1100" b="0" i="0">
              <a:solidFill>
                <a:srgbClr val="222222"/>
              </a:solidFill>
              <a:effectLst/>
              <a:latin typeface="open sans" panose="020B0606030504020204" pitchFamily="34" charset="0"/>
            </a:endParaRPr>
          </a:p>
          <a:p>
            <a:pPr marL="457200" lvl="1" indent="0">
              <a:buNone/>
            </a:pPr>
            <a:endParaRPr lang="en-US" sz="1100">
              <a:solidFill>
                <a:srgbClr val="222222"/>
              </a:solidFill>
              <a:latin typeface="open sans" panose="020B0606030504020204" pitchFamily="34" charset="0"/>
            </a:endParaRPr>
          </a:p>
          <a:p>
            <a:pPr lvl="1"/>
            <a:r>
              <a:rPr lang="en-US" sz="1100" b="0" i="0">
                <a:solidFill>
                  <a:srgbClr val="222222"/>
                </a:solidFill>
                <a:effectLst/>
                <a:latin typeface="open sans" panose="020B0606030504020204" pitchFamily="34" charset="0"/>
              </a:rPr>
              <a:t>Kubernetes is open source giving you the freedom to take advantage of on-premises, hybrid, or public cloud infrastructure, letting you effortlessly move workloads to where it matters to you.</a:t>
            </a:r>
          </a:p>
          <a:p>
            <a:pPr marL="457200" lvl="1" indent="0">
              <a:buNone/>
            </a:pPr>
            <a:endParaRPr lang="en-US" sz="1100" b="0" i="0">
              <a:solidFill>
                <a:srgbClr val="222222"/>
              </a:solidFill>
              <a:effectLst/>
              <a:latin typeface="open sans" panose="020B0606030504020204" pitchFamily="34" charset="0"/>
            </a:endParaRPr>
          </a:p>
          <a:p>
            <a:pPr marL="457200" lvl="1" indent="0">
              <a:buNone/>
            </a:pPr>
            <a:endParaRPr lang="en-US" sz="1100" b="0" i="0">
              <a:solidFill>
                <a:srgbClr val="222222"/>
              </a:solidFill>
              <a:effectLst/>
              <a:latin typeface="open sans" panose="020B0606030504020204" pitchFamily="34" charset="0"/>
            </a:endParaRPr>
          </a:p>
          <a:p>
            <a:pPr lvl="1"/>
            <a:r>
              <a:rPr lang="en-US" sz="1050" b="0" i="0">
                <a:solidFill>
                  <a:srgbClr val="222222"/>
                </a:solidFill>
                <a:effectLst/>
                <a:latin typeface="open sans" panose="020B0606030504020204" pitchFamily="34" charset="0"/>
              </a:rPr>
              <a:t>Kubernetes can scale without increasing your ops team.</a:t>
            </a:r>
          </a:p>
          <a:p>
            <a:pPr marL="457200" lvl="1" indent="0">
              <a:buNone/>
            </a:pPr>
            <a:endParaRPr lang="en-US" sz="1100" b="0" i="0">
              <a:solidFill>
                <a:srgbClr val="222222"/>
              </a:solidFill>
              <a:effectLst/>
              <a:latin typeface="open sans" panose="020B0606030504020204" pitchFamily="34" charset="0"/>
            </a:endParaRPr>
          </a:p>
          <a:p>
            <a:pPr lvl="1"/>
            <a:endParaRPr lang="en-US" sz="1100" b="0" i="0">
              <a:solidFill>
                <a:srgbClr val="222222"/>
              </a:solidFill>
              <a:effectLst/>
              <a:latin typeface="open sans" panose="020B0606030504020204" pitchFamily="34" charset="0"/>
            </a:endParaRPr>
          </a:p>
          <a:p>
            <a:pPr lvl="1"/>
            <a:r>
              <a:rPr lang="en-US" sz="1100" b="0" i="0">
                <a:solidFill>
                  <a:srgbClr val="222222"/>
                </a:solidFill>
                <a:effectLst/>
                <a:latin typeface="open sans" panose="020B0606030504020204" pitchFamily="34" charset="0"/>
              </a:rPr>
              <a:t>It has a large, rapidly growing ecosystem. </a:t>
            </a:r>
          </a:p>
          <a:p>
            <a:pPr marL="457200" lvl="1" indent="0">
              <a:buNone/>
            </a:pPr>
            <a:endParaRPr lang="en-US" sz="1100" b="0" i="0">
              <a:solidFill>
                <a:srgbClr val="222222"/>
              </a:solidFill>
              <a:effectLst/>
              <a:latin typeface="open sans" panose="020B0606030504020204" pitchFamily="34" charset="0"/>
            </a:endParaRPr>
          </a:p>
          <a:p>
            <a:pPr marL="457200" lvl="1" indent="0">
              <a:buNone/>
            </a:pPr>
            <a:endParaRPr lang="en-US" sz="1100" b="0" i="0">
              <a:solidFill>
                <a:srgbClr val="222222"/>
              </a:solidFill>
              <a:effectLst/>
              <a:latin typeface="open sans" panose="020B0606030504020204" pitchFamily="34" charset="0"/>
            </a:endParaRPr>
          </a:p>
          <a:p>
            <a:pPr lvl="1"/>
            <a:r>
              <a:rPr lang="en-US" sz="1100" b="0" i="0">
                <a:solidFill>
                  <a:srgbClr val="222222"/>
                </a:solidFill>
                <a:effectLst/>
                <a:latin typeface="open sans" panose="020B0606030504020204" pitchFamily="34" charset="0"/>
              </a:rPr>
              <a:t>Kubernetes services, support, and tools are widely available.</a:t>
            </a:r>
            <a:endParaRPr lang="en-US" sz="1200"/>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a:t>
            </a:fld>
            <a:endParaRPr lang="en-US"/>
          </a:p>
        </p:txBody>
      </p:sp>
    </p:spTree>
    <p:custDataLst>
      <p:tags r:id="rId1"/>
    </p:custDataLst>
    <p:extLst>
      <p:ext uri="{BB962C8B-B14F-4D97-AF65-F5344CB8AC3E}">
        <p14:creationId xmlns:p14="http://schemas.microsoft.com/office/powerpoint/2010/main" val="378163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a:t>Components of Kubernetes</a:t>
            </a:r>
            <a:endParaRPr lang="hi-IN"/>
          </a:p>
        </p:txBody>
      </p:sp>
      <p:sp>
        <p:nvSpPr>
          <p:cNvPr id="5" name="Content Placeholder 4"/>
          <p:cNvSpPr>
            <a:spLocks noGrp="1"/>
          </p:cNvSpPr>
          <p:nvPr>
            <p:ph idx="1"/>
          </p:nvPr>
        </p:nvSpPr>
        <p:spPr/>
        <p:txBody>
          <a:bodyPr>
            <a:normAutofit/>
          </a:bodyPr>
          <a:lstStyle/>
          <a:p>
            <a:pPr lvl="1"/>
            <a:r>
              <a:rPr lang="en-US" sz="1100" b="0" i="0">
                <a:solidFill>
                  <a:srgbClr val="222222"/>
                </a:solidFill>
                <a:effectLst/>
                <a:latin typeface="open sans" panose="020B0606030504020204" pitchFamily="34" charset="0"/>
              </a:rPr>
              <a:t>A Kubernetes cluster consists of a set of worker machines, called </a:t>
            </a:r>
            <a:r>
              <a:rPr lang="en-US" sz="1100" b="0" i="0" u="none" strike="noStrike">
                <a:solidFill>
                  <a:srgbClr val="000000"/>
                </a:solidFill>
                <a:effectLst/>
                <a:latin typeface="open sans" panose="020B0606030504020204" pitchFamily="34" charset="0"/>
              </a:rPr>
              <a:t>nodes</a:t>
            </a:r>
            <a:r>
              <a:rPr lang="en-US" sz="1100" b="0" i="0">
                <a:solidFill>
                  <a:srgbClr val="222222"/>
                </a:solidFill>
                <a:effectLst/>
                <a:latin typeface="open sans" panose="020B0606030504020204" pitchFamily="34" charset="0"/>
              </a:rPr>
              <a:t>, that run containerized applications. </a:t>
            </a:r>
          </a:p>
          <a:p>
            <a:pPr lvl="1"/>
            <a:endParaRPr lang="en-US" sz="1100">
              <a:solidFill>
                <a:srgbClr val="222222"/>
              </a:solidFill>
              <a:latin typeface="open sans" panose="020B0606030504020204" pitchFamily="34" charset="0"/>
            </a:endParaRPr>
          </a:p>
          <a:p>
            <a:pPr lvl="1"/>
            <a:r>
              <a:rPr lang="en-US" sz="1100" b="0" i="0">
                <a:solidFill>
                  <a:srgbClr val="222222"/>
                </a:solidFill>
                <a:effectLst/>
                <a:latin typeface="open sans" panose="020B0606030504020204" pitchFamily="34" charset="0"/>
              </a:rPr>
              <a:t>Every cluster has at least one worker node.</a:t>
            </a:r>
          </a:p>
          <a:p>
            <a:pPr marL="457200" lvl="1" indent="0">
              <a:buNone/>
            </a:pPr>
            <a:endParaRPr lang="en-US" sz="1100" b="0" i="0">
              <a:solidFill>
                <a:srgbClr val="222222"/>
              </a:solidFill>
              <a:effectLst/>
              <a:latin typeface="open sans" panose="020B0606030504020204" pitchFamily="34" charset="0"/>
            </a:endParaRPr>
          </a:p>
          <a:p>
            <a:pPr lvl="1"/>
            <a:r>
              <a:rPr lang="en-US" sz="1100" b="0" i="0">
                <a:solidFill>
                  <a:srgbClr val="222222"/>
                </a:solidFill>
                <a:effectLst/>
                <a:latin typeface="open sans" panose="020B0606030504020204" pitchFamily="34" charset="0"/>
              </a:rPr>
              <a:t>The worker node(s) host the </a:t>
            </a:r>
            <a:r>
              <a:rPr lang="en-US" sz="1100" b="0" i="0" u="none" strike="noStrike">
                <a:solidFill>
                  <a:srgbClr val="000000"/>
                </a:solidFill>
                <a:effectLst/>
                <a:latin typeface="open sans" panose="020B0606030504020204" pitchFamily="34" charset="0"/>
              </a:rPr>
              <a:t>Pods</a:t>
            </a:r>
            <a:r>
              <a:rPr lang="en-US" sz="1100" b="0" i="0">
                <a:solidFill>
                  <a:srgbClr val="222222"/>
                </a:solidFill>
                <a:effectLst/>
                <a:latin typeface="open sans" panose="020B0606030504020204" pitchFamily="34" charset="0"/>
              </a:rPr>
              <a:t> that are the components of the application workload. </a:t>
            </a:r>
          </a:p>
          <a:p>
            <a:pPr marL="457200" lvl="1" indent="0">
              <a:buNone/>
            </a:pPr>
            <a:endParaRPr lang="en-US" sz="1100" b="0" i="0">
              <a:solidFill>
                <a:srgbClr val="222222"/>
              </a:solidFill>
              <a:effectLst/>
              <a:latin typeface="open sans" panose="020B0606030504020204" pitchFamily="34" charset="0"/>
            </a:endParaRPr>
          </a:p>
          <a:p>
            <a:pPr lvl="1"/>
            <a:r>
              <a:rPr lang="en-US" sz="1050" b="0" i="0">
                <a:solidFill>
                  <a:srgbClr val="222222"/>
                </a:solidFill>
                <a:effectLst/>
                <a:latin typeface="open sans" panose="020B0606030504020204" pitchFamily="34" charset="0"/>
              </a:rPr>
              <a:t>The </a:t>
            </a:r>
            <a:r>
              <a:rPr lang="en-US" sz="1050" b="0" i="0" u="none" strike="noStrike">
                <a:solidFill>
                  <a:srgbClr val="000000"/>
                </a:solidFill>
                <a:effectLst/>
                <a:latin typeface="open sans" panose="020B0606030504020204" pitchFamily="34" charset="0"/>
              </a:rPr>
              <a:t>control plane</a:t>
            </a:r>
            <a:r>
              <a:rPr lang="en-US" sz="1050" b="0" i="0">
                <a:solidFill>
                  <a:srgbClr val="222222"/>
                </a:solidFill>
                <a:effectLst/>
                <a:latin typeface="open sans" panose="020B0606030504020204" pitchFamily="34" charset="0"/>
              </a:rPr>
              <a:t> manages the worker nodes and the Pods in the cluster.</a:t>
            </a:r>
          </a:p>
          <a:p>
            <a:pPr marL="457200" lvl="1" indent="0">
              <a:buNone/>
            </a:pPr>
            <a:endParaRPr lang="en-US" sz="1050" b="0" i="0">
              <a:solidFill>
                <a:srgbClr val="222222"/>
              </a:solidFill>
              <a:effectLst/>
              <a:latin typeface="open sans" panose="020B0606030504020204" pitchFamily="34" charset="0"/>
            </a:endParaRPr>
          </a:p>
          <a:p>
            <a:pPr lvl="1"/>
            <a:r>
              <a:rPr lang="en-US" sz="1100" b="0" i="0">
                <a:solidFill>
                  <a:srgbClr val="222222"/>
                </a:solidFill>
                <a:effectLst/>
                <a:latin typeface="open sans" panose="020B0606030504020204" pitchFamily="34" charset="0"/>
              </a:rPr>
              <a:t>In production environments, the control plane usually runs across multiple computers and a cluster usually runs multiple nodes, providing fault-tolerance and high availability.</a:t>
            </a:r>
            <a:endParaRPr lang="en-US" sz="1200"/>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a:t>
            </a:fld>
            <a:endParaRPr lang="en-US"/>
          </a:p>
        </p:txBody>
      </p:sp>
    </p:spTree>
    <p:custDataLst>
      <p:tags r:id="rId1"/>
    </p:custDataLst>
    <p:extLst>
      <p:ext uri="{BB962C8B-B14F-4D97-AF65-F5344CB8AC3E}">
        <p14:creationId xmlns:p14="http://schemas.microsoft.com/office/powerpoint/2010/main" val="36362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38545" y="499991"/>
            <a:ext cx="12542982" cy="684212"/>
          </a:xfrm>
        </p:spPr>
        <p:txBody>
          <a:bodyPr>
            <a:normAutofit fontScale="90000"/>
          </a:bodyPr>
          <a:lstStyle/>
          <a:p>
            <a:r>
              <a:rPr lang="en-US" sz="4000"/>
              <a:t>Diagram of a Kubernetes cluster with all the components </a:t>
            </a:r>
            <a:br>
              <a:rPr lang="en-US"/>
            </a:br>
            <a:endParaRPr lang="en-US"/>
          </a:p>
        </p:txBody>
      </p:sp>
      <p:pic>
        <p:nvPicPr>
          <p:cNvPr id="6" name="Content Placeholder 5">
            <a:extLst>
              <a:ext uri="{FF2B5EF4-FFF2-40B4-BE49-F238E27FC236}">
                <a16:creationId xmlns:a16="http://schemas.microsoft.com/office/drawing/2014/main" id="{524C18FC-54B6-4ADE-B9CD-D32749037078}"/>
              </a:ext>
            </a:extLst>
          </p:cNvPr>
          <p:cNvPicPr>
            <a:picLocks noGrp="1" noChangeAspect="1"/>
          </p:cNvPicPr>
          <p:nvPr>
            <p:ph idx="1"/>
          </p:nvPr>
        </p:nvPicPr>
        <p:blipFill>
          <a:blip r:embed="rId4"/>
          <a:stretch>
            <a:fillRect/>
          </a:stretch>
        </p:blipFill>
        <p:spPr>
          <a:xfrm>
            <a:off x="1346351" y="1283674"/>
            <a:ext cx="9182726" cy="4290651"/>
          </a:xfrm>
          <a:prstGeom prst="rect">
            <a:avLst/>
          </a:prstGeom>
          <a:ln>
            <a:solidFill>
              <a:schemeClr val="accent1"/>
            </a:solidFill>
          </a:ln>
        </p:spPr>
      </p:pic>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a:t>
            </a:fld>
            <a:endParaRPr lang="en-US"/>
          </a:p>
        </p:txBody>
      </p:sp>
    </p:spTree>
    <p:custDataLst>
      <p:tags r:id="rId1"/>
    </p:custDataLst>
    <p:extLst>
      <p:ext uri="{BB962C8B-B14F-4D97-AF65-F5344CB8AC3E}">
        <p14:creationId xmlns:p14="http://schemas.microsoft.com/office/powerpoint/2010/main" val="2939406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IN"/>
              <a:t>Kubernetes Key Commands</a:t>
            </a:r>
            <a:endParaRPr lang="hi-IN"/>
          </a:p>
        </p:txBody>
      </p:sp>
      <p:sp>
        <p:nvSpPr>
          <p:cNvPr id="5" name="Content Placeholder 4"/>
          <p:cNvSpPr>
            <a:spLocks noGrp="1"/>
          </p:cNvSpPr>
          <p:nvPr>
            <p:ph idx="1"/>
          </p:nvPr>
        </p:nvSpPr>
        <p:spPr/>
        <p:txBody>
          <a:bodyPr vert="horz" lIns="91440" tIns="91440" rIns="91440" bIns="45720" rtlCol="0" anchor="t">
            <a:normAutofit/>
          </a:bodyPr>
          <a:lstStyle/>
          <a:p>
            <a:pPr algn="l"/>
            <a:r>
              <a:rPr lang="en-IN" sz="1100" b="0" i="0">
                <a:solidFill>
                  <a:srgbClr val="172B4D"/>
                </a:solidFill>
                <a:effectLst/>
                <a:latin typeface="-apple-system"/>
              </a:rPr>
              <a:t>kubectl get pods -n &lt;namespace-name&gt;</a:t>
            </a:r>
          </a:p>
          <a:p>
            <a:pPr algn="l"/>
            <a:r>
              <a:rPr lang="en-IN" sz="1100" b="0" i="0">
                <a:solidFill>
                  <a:srgbClr val="172B4D"/>
                </a:solidFill>
                <a:effectLst/>
                <a:latin typeface="-apple-system"/>
              </a:rPr>
              <a:t>kubectl describe pods &lt;pod-name&gt; -n &lt;namespace-name&gt;</a:t>
            </a:r>
          </a:p>
          <a:p>
            <a:pPr algn="l"/>
            <a:r>
              <a:rPr lang="en-IN" sz="1100" b="0" i="0">
                <a:solidFill>
                  <a:srgbClr val="172B4D"/>
                </a:solidFill>
                <a:effectLst/>
                <a:latin typeface="-apple-system"/>
              </a:rPr>
              <a:t>kubectl get namespace</a:t>
            </a:r>
          </a:p>
          <a:p>
            <a:pPr algn="l"/>
            <a:r>
              <a:rPr lang="en-IN" sz="1100" b="0" i="0">
                <a:solidFill>
                  <a:srgbClr val="172B4D"/>
                </a:solidFill>
                <a:effectLst/>
                <a:latin typeface="-apple-system"/>
              </a:rPr>
              <a:t>kubectl get pods -n &lt;namespace-name&gt;-o wide</a:t>
            </a:r>
          </a:p>
          <a:p>
            <a:pPr algn="l"/>
            <a:r>
              <a:rPr lang="en-IN" sz="1100" b="0" i="0">
                <a:solidFill>
                  <a:srgbClr val="172B4D"/>
                </a:solidFill>
                <a:effectLst/>
                <a:latin typeface="-apple-system"/>
              </a:rPr>
              <a:t>kubectl get pods -A -o wide</a:t>
            </a:r>
          </a:p>
          <a:p>
            <a:pPr algn="l"/>
            <a:r>
              <a:rPr lang="en-IN" sz="1100" b="0" i="0">
                <a:solidFill>
                  <a:srgbClr val="172B4D"/>
                </a:solidFill>
                <a:effectLst/>
                <a:latin typeface="-apple-system"/>
              </a:rPr>
              <a:t>kubectl exec -it &lt;</a:t>
            </a:r>
            <a:r>
              <a:rPr lang="en-IN" sz="1100" b="0" i="0" err="1">
                <a:solidFill>
                  <a:srgbClr val="172B4D"/>
                </a:solidFill>
                <a:effectLst/>
                <a:latin typeface="-apple-system"/>
              </a:rPr>
              <a:t>pod_name</a:t>
            </a:r>
            <a:r>
              <a:rPr lang="en-IN" sz="1100" b="0" i="0">
                <a:solidFill>
                  <a:srgbClr val="172B4D"/>
                </a:solidFill>
                <a:effectLst/>
                <a:latin typeface="-apple-system"/>
              </a:rPr>
              <a:t>&gt; -c </a:t>
            </a:r>
            <a:r>
              <a:rPr lang="en-IN" sz="1100" b="0" i="0" err="1">
                <a:solidFill>
                  <a:srgbClr val="172B4D"/>
                </a:solidFill>
                <a:effectLst/>
                <a:latin typeface="-apple-system"/>
              </a:rPr>
              <a:t>couchbase</a:t>
            </a:r>
            <a:r>
              <a:rPr lang="en-IN" sz="1100" b="0" i="0">
                <a:solidFill>
                  <a:srgbClr val="172B4D"/>
                </a:solidFill>
                <a:effectLst/>
                <a:latin typeface="-apple-system"/>
              </a:rPr>
              <a:t> -n </a:t>
            </a:r>
            <a:r>
              <a:rPr lang="en-IN" sz="1100" b="0" i="0" err="1">
                <a:solidFill>
                  <a:srgbClr val="172B4D"/>
                </a:solidFill>
                <a:effectLst/>
                <a:latin typeface="-apple-system"/>
              </a:rPr>
              <a:t>alepo</a:t>
            </a:r>
            <a:r>
              <a:rPr lang="en-IN" sz="1100" b="0" i="0">
                <a:solidFill>
                  <a:srgbClr val="172B4D"/>
                </a:solidFill>
                <a:effectLst/>
                <a:latin typeface="-apple-system"/>
              </a:rPr>
              <a:t> -- </a:t>
            </a:r>
            <a:r>
              <a:rPr lang="en-IN" sz="1100" b="0" i="0" err="1">
                <a:solidFill>
                  <a:srgbClr val="172B4D"/>
                </a:solidFill>
                <a:effectLst/>
                <a:latin typeface="-apple-system"/>
              </a:rPr>
              <a:t>sh</a:t>
            </a:r>
            <a:endParaRPr lang="en-IN" sz="1100" b="0" i="0">
              <a:solidFill>
                <a:srgbClr val="172B4D"/>
              </a:solidFill>
              <a:effectLst/>
              <a:latin typeface="-apple-system"/>
            </a:endParaRPr>
          </a:p>
          <a:p>
            <a:pPr algn="l"/>
            <a:r>
              <a:rPr lang="en-IN" sz="1100" b="0" i="0">
                <a:solidFill>
                  <a:srgbClr val="172B4D"/>
                </a:solidFill>
                <a:effectLst/>
                <a:latin typeface="-apple-system"/>
              </a:rPr>
              <a:t>kubectl get svc -n &lt;namespace-name&gt;</a:t>
            </a:r>
          </a:p>
          <a:p>
            <a:pPr algn="l"/>
            <a:r>
              <a:rPr lang="en-IN" sz="1100" b="0" i="0">
                <a:solidFill>
                  <a:srgbClr val="172B4D"/>
                </a:solidFill>
                <a:effectLst/>
                <a:latin typeface="-apple-system"/>
              </a:rPr>
              <a:t>kubectl cordon &lt;</a:t>
            </a:r>
            <a:r>
              <a:rPr lang="en-IN" sz="1100" b="0" i="0" err="1">
                <a:solidFill>
                  <a:srgbClr val="172B4D"/>
                </a:solidFill>
                <a:effectLst/>
                <a:latin typeface="-apple-system"/>
              </a:rPr>
              <a:t>server_name</a:t>
            </a:r>
            <a:r>
              <a:rPr lang="en-IN" sz="1100" b="0" i="0">
                <a:solidFill>
                  <a:srgbClr val="172B4D"/>
                </a:solidFill>
                <a:effectLst/>
                <a:latin typeface="-apple-system"/>
              </a:rPr>
              <a:t>&gt;</a:t>
            </a:r>
          </a:p>
          <a:p>
            <a:pPr algn="l"/>
            <a:r>
              <a:rPr lang="en-IN" sz="1100" b="0" i="0">
                <a:solidFill>
                  <a:srgbClr val="172B4D"/>
                </a:solidFill>
                <a:effectLst/>
                <a:latin typeface="-apple-system"/>
              </a:rPr>
              <a:t>kubectl </a:t>
            </a:r>
            <a:r>
              <a:rPr lang="en-IN" sz="1100" b="0" i="0" err="1">
                <a:solidFill>
                  <a:srgbClr val="172B4D"/>
                </a:solidFill>
                <a:effectLst/>
                <a:latin typeface="-apple-system"/>
              </a:rPr>
              <a:t>uncordon</a:t>
            </a:r>
            <a:r>
              <a:rPr lang="en-IN" sz="1100" b="0" i="0">
                <a:solidFill>
                  <a:srgbClr val="172B4D"/>
                </a:solidFill>
                <a:effectLst/>
                <a:latin typeface="-apple-system"/>
              </a:rPr>
              <a:t> &lt;</a:t>
            </a:r>
            <a:r>
              <a:rPr lang="en-IN" sz="1100" b="0" i="0" err="1">
                <a:solidFill>
                  <a:srgbClr val="172B4D"/>
                </a:solidFill>
                <a:effectLst/>
                <a:latin typeface="-apple-system"/>
              </a:rPr>
              <a:t>server_name</a:t>
            </a:r>
            <a:r>
              <a:rPr lang="en-IN" sz="1100" b="0" i="0">
                <a:solidFill>
                  <a:srgbClr val="172B4D"/>
                </a:solidFill>
                <a:effectLst/>
                <a:latin typeface="-apple-system"/>
              </a:rPr>
              <a:t>&gt;</a:t>
            </a:r>
          </a:p>
          <a:p>
            <a:pPr algn="l"/>
            <a:r>
              <a:rPr lang="en-IN" sz="1100" b="0" i="0">
                <a:solidFill>
                  <a:srgbClr val="172B4D"/>
                </a:solidFill>
                <a:effectLst/>
                <a:latin typeface="-apple-system"/>
              </a:rPr>
              <a:t>kubectl get cm -n </a:t>
            </a:r>
            <a:r>
              <a:rPr lang="en-IN" sz="1100" b="0" i="0" err="1">
                <a:solidFill>
                  <a:srgbClr val="172B4D"/>
                </a:solidFill>
                <a:effectLst/>
                <a:latin typeface="-apple-system"/>
              </a:rPr>
              <a:t>alepo</a:t>
            </a:r>
            <a:endParaRPr lang="en-IN" sz="1100" b="0" i="0">
              <a:solidFill>
                <a:srgbClr val="172B4D"/>
              </a:solidFill>
              <a:effectLst/>
              <a:latin typeface="-apple-system"/>
            </a:endParaRPr>
          </a:p>
          <a:p>
            <a:pPr algn="l"/>
            <a:r>
              <a:rPr lang="en-IN" sz="1100" b="0" i="0">
                <a:solidFill>
                  <a:srgbClr val="172B4D"/>
                </a:solidFill>
                <a:effectLst/>
                <a:latin typeface="-apple-system"/>
              </a:rPr>
              <a:t>kubectl get cm -n </a:t>
            </a:r>
            <a:r>
              <a:rPr lang="en-IN" sz="1100" b="0" i="0" err="1">
                <a:solidFill>
                  <a:srgbClr val="172B4D"/>
                </a:solidFill>
                <a:effectLst/>
                <a:latin typeface="-apple-system"/>
              </a:rPr>
              <a:t>alepo</a:t>
            </a:r>
            <a:r>
              <a:rPr lang="en-IN" sz="1100" b="0" i="0">
                <a:solidFill>
                  <a:srgbClr val="172B4D"/>
                </a:solidFill>
                <a:effectLst/>
                <a:latin typeface="-apple-system"/>
              </a:rPr>
              <a:t> </a:t>
            </a:r>
            <a:r>
              <a:rPr lang="en-IN" sz="1100" b="0" i="0" err="1">
                <a:solidFill>
                  <a:srgbClr val="172B4D"/>
                </a:solidFill>
                <a:effectLst/>
                <a:latin typeface="-apple-system"/>
              </a:rPr>
              <a:t>pcf</a:t>
            </a:r>
            <a:r>
              <a:rPr lang="en-IN" sz="1100" b="0" i="0">
                <a:solidFill>
                  <a:srgbClr val="172B4D"/>
                </a:solidFill>
                <a:effectLst/>
                <a:latin typeface="-apple-system"/>
              </a:rPr>
              <a:t>-</a:t>
            </a:r>
            <a:r>
              <a:rPr lang="en-IN" sz="1100" b="0" i="0" err="1">
                <a:solidFill>
                  <a:srgbClr val="172B4D"/>
                </a:solidFill>
                <a:effectLst/>
                <a:latin typeface="-apple-system"/>
              </a:rPr>
              <a:t>pcrf</a:t>
            </a:r>
            <a:r>
              <a:rPr lang="en-IN" sz="1100" b="0" i="0">
                <a:solidFill>
                  <a:srgbClr val="172B4D"/>
                </a:solidFill>
                <a:effectLst/>
                <a:latin typeface="-apple-system"/>
              </a:rPr>
              <a:t>--</a:t>
            </a:r>
            <a:r>
              <a:rPr lang="en-IN" sz="1100" b="0" i="0" err="1">
                <a:solidFill>
                  <a:srgbClr val="172B4D"/>
                </a:solidFill>
                <a:effectLst/>
                <a:latin typeface="-apple-system"/>
              </a:rPr>
              <a:t>pcf</a:t>
            </a:r>
            <a:r>
              <a:rPr lang="en-IN" sz="1100" b="0" i="0">
                <a:solidFill>
                  <a:srgbClr val="172B4D"/>
                </a:solidFill>
                <a:effectLst/>
                <a:latin typeface="-apple-system"/>
              </a:rPr>
              <a:t> -o </a:t>
            </a:r>
            <a:r>
              <a:rPr lang="en-IN" sz="1100" b="0" i="0" err="1">
                <a:solidFill>
                  <a:srgbClr val="172B4D"/>
                </a:solidFill>
                <a:effectLst/>
                <a:latin typeface="-apple-system"/>
              </a:rPr>
              <a:t>yaml</a:t>
            </a:r>
          </a:p>
          <a:p>
            <a:pPr lvl="1" algn="l"/>
            <a:endParaRPr lang="en-US" sz="1200" b="0" i="0">
              <a:solidFill>
                <a:srgbClr val="141414"/>
              </a:solidFill>
              <a:effectLst/>
              <a:latin typeface="Open Sans"/>
              <a:ea typeface="Open Sans"/>
              <a:cs typeface="Open Sans"/>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a:t>
            </a:fld>
            <a:endParaRPr lang="en-US"/>
          </a:p>
        </p:txBody>
      </p:sp>
    </p:spTree>
    <p:custDataLst>
      <p:tags r:id="rId1"/>
    </p:custDataLst>
    <p:extLst>
      <p:ext uri="{BB962C8B-B14F-4D97-AF65-F5344CB8AC3E}">
        <p14:creationId xmlns:p14="http://schemas.microsoft.com/office/powerpoint/2010/main" val="158897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3600" dirty="0"/>
              <a:t>Show &amp; Tell Session</a:t>
            </a:r>
            <a:endParaRPr lang="en-IN" dirty="0"/>
          </a:p>
        </p:txBody>
      </p:sp>
      <p:sp>
        <p:nvSpPr>
          <p:cNvPr id="5" name="Content Placeholder 4"/>
          <p:cNvSpPr>
            <a:spLocks noGrp="1"/>
          </p:cNvSpPr>
          <p:nvPr>
            <p:ph idx="1"/>
          </p:nvPr>
        </p:nvSpPr>
        <p:spPr/>
        <p:txBody>
          <a:bodyPr>
            <a:normAutofit/>
          </a:bodyPr>
          <a:lstStyle/>
          <a:p>
            <a:pPr lvl="1"/>
            <a:r>
              <a:rPr lang="en-US" sz="1200" dirty="0" err="1"/>
              <a:t>Kuberenetes</a:t>
            </a:r>
            <a:endParaRPr lang="en-US" sz="1200" dirty="0"/>
          </a:p>
        </p:txBody>
      </p:sp>
      <p:sp>
        <p:nvSpPr>
          <p:cNvPr id="3" name="Footer Placeholder 2"/>
          <p:cNvSpPr>
            <a:spLocks noGrp="1"/>
          </p:cNvSpPr>
          <p:nvPr>
            <p:ph type="ftr" sz="quarter" idx="11"/>
          </p:nvPr>
        </p:nvSpPr>
        <p:spPr/>
        <p:txBody>
          <a:bodyPr/>
          <a:lstStyle/>
          <a:p>
            <a:r>
              <a:rPr lang="en-IN"/>
              <a:t>COPYRIGHT 2021 ALEPO</a:t>
            </a:r>
            <a:endParaRPr lang="en-US" dirty="0"/>
          </a:p>
        </p:txBody>
      </p:sp>
      <p:sp>
        <p:nvSpPr>
          <p:cNvPr id="4" name="Slide Number Placeholder 3"/>
          <p:cNvSpPr>
            <a:spLocks noGrp="1"/>
          </p:cNvSpPr>
          <p:nvPr>
            <p:ph type="sldNum" sz="quarter" idx="12"/>
          </p:nvPr>
        </p:nvSpPr>
        <p:spPr/>
        <p:txBody>
          <a:bodyPr/>
          <a:lstStyle/>
          <a:p>
            <a:fld id="{E3D06F73-2A61-4D64-83CA-5C08E806914B}" type="slidenum">
              <a:rPr lang="en-US" smtClean="0"/>
              <a:pPr/>
              <a:t>8</a:t>
            </a:fld>
            <a:endParaRPr lang="en-US"/>
          </a:p>
        </p:txBody>
      </p:sp>
    </p:spTree>
    <p:custDataLst>
      <p:tags r:id="rId1"/>
    </p:custDataLst>
    <p:extLst>
      <p:ext uri="{BB962C8B-B14F-4D97-AF65-F5344CB8AC3E}">
        <p14:creationId xmlns:p14="http://schemas.microsoft.com/office/powerpoint/2010/main" val="289355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997EDE51-E947-4071-B83A-C8C45B4D928A}"/>
              </a:ext>
            </a:extLst>
          </p:cNvPr>
          <p:cNvGrpSpPr/>
          <p:nvPr/>
        </p:nvGrpSpPr>
        <p:grpSpPr>
          <a:xfrm>
            <a:off x="488357" y="4622427"/>
            <a:ext cx="11350245" cy="1205556"/>
            <a:chOff x="488357" y="4622427"/>
            <a:chExt cx="11350245" cy="1205556"/>
          </a:xfrm>
        </p:grpSpPr>
        <p:grpSp>
          <p:nvGrpSpPr>
            <p:cNvPr id="2" name="Group 1">
              <a:extLst>
                <a:ext uri="{FF2B5EF4-FFF2-40B4-BE49-F238E27FC236}">
                  <a16:creationId xmlns:a16="http://schemas.microsoft.com/office/drawing/2014/main" id="{3E08C9F0-C539-4BCB-B80B-4A7BB5B2DC7B}"/>
                </a:ext>
              </a:extLst>
            </p:cNvPr>
            <p:cNvGrpSpPr/>
            <p:nvPr/>
          </p:nvGrpSpPr>
          <p:grpSpPr>
            <a:xfrm>
              <a:off x="488357" y="4622427"/>
              <a:ext cx="11350245" cy="1107996"/>
              <a:chOff x="488357" y="4622427"/>
              <a:chExt cx="11350245" cy="1107996"/>
            </a:xfrm>
          </p:grpSpPr>
          <p:sp>
            <p:nvSpPr>
              <p:cNvPr id="3" name="TextBox 2">
                <a:extLst>
                  <a:ext uri="{FF2B5EF4-FFF2-40B4-BE49-F238E27FC236}">
                    <a16:creationId xmlns:a16="http://schemas.microsoft.com/office/drawing/2014/main" id="{FE2E9E97-20B2-4065-92BA-562B2ACD62B0}"/>
                  </a:ext>
                </a:extLst>
              </p:cNvPr>
              <p:cNvSpPr txBox="1"/>
              <p:nvPr/>
            </p:nvSpPr>
            <p:spPr>
              <a:xfrm>
                <a:off x="488357" y="4622427"/>
                <a:ext cx="2777872" cy="1107996"/>
              </a:xfrm>
              <a:prstGeom prst="rect">
                <a:avLst/>
              </a:prstGeom>
              <a:noFill/>
            </p:spPr>
            <p:txBody>
              <a:bodyPr wrap="square" rtlCol="0">
                <a:spAutoFit/>
              </a:bodyPr>
              <a:lstStyle/>
              <a:p>
                <a:pPr marL="0" marR="0" lvl="0" indent="0" defTabSz="914400" eaLnBrk="1" fontAlgn="auto" latinLnBrk="0" hangingPunct="1">
                  <a:lnSpc>
                    <a:spcPct val="100000"/>
                  </a:lnSpc>
                  <a:spcBef>
                    <a:spcPts val="1200"/>
                  </a:spcBef>
                  <a:spcAft>
                    <a:spcPts val="0"/>
                  </a:spcAft>
                  <a:buClrTx/>
                  <a:buSzTx/>
                  <a:buFontTx/>
                  <a:buNone/>
                  <a:tabLst/>
                  <a:defRPr/>
                </a:pPr>
                <a:r>
                  <a:rPr lang="en-US" kern="0">
                    <a:solidFill>
                      <a:schemeClr val="bg2"/>
                    </a:solidFill>
                    <a:latin typeface="+mj-lt"/>
                  </a:rPr>
                  <a:t>Corporate HQ </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chemeClr val="bg2"/>
                    </a:solidFill>
                    <a:effectLst/>
                    <a:uLnTx/>
                    <a:uFillTx/>
                    <a:latin typeface="+mn-lt"/>
                  </a:rPr>
                  <a:t>Austin, TX, USA</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n-lt"/>
                    <a:hlinkClick r:id="rId2">
                      <a:extLst>
                        <a:ext uri="{A12FA001-AC4F-418D-AE19-62706E023703}">
                          <ahyp:hlinkClr xmlns:ahyp="http://schemas.microsoft.com/office/drawing/2018/hyperlinkcolor" val="tx"/>
                        </a:ext>
                      </a:extLst>
                    </a:hlinkClick>
                  </a:rPr>
                  <a:t>sales@alepo.com</a:t>
                </a:r>
                <a:r>
                  <a:rPr kumimoji="0" lang="de-DE" sz="1400" b="0" i="0" u="none" strike="noStrike" kern="0" cap="none" spc="0" normalizeH="0" baseline="0" noProof="0">
                    <a:ln>
                      <a:noFill/>
                    </a:ln>
                    <a:solidFill>
                      <a:srgbClr val="1F3C88"/>
                    </a:solidFill>
                    <a:effectLst/>
                    <a:uLnTx/>
                    <a:uFillTx/>
                    <a:latin typeface="+mn-lt"/>
                  </a:rPr>
                  <a:t> </a:t>
                </a:r>
              </a:p>
            </p:txBody>
          </p:sp>
          <p:sp>
            <p:nvSpPr>
              <p:cNvPr id="4" name="Rectangle 3">
                <a:extLst>
                  <a:ext uri="{FF2B5EF4-FFF2-40B4-BE49-F238E27FC236}">
                    <a16:creationId xmlns:a16="http://schemas.microsoft.com/office/drawing/2014/main" id="{8F976085-A17F-4CD0-9C88-1069075979B3}"/>
                  </a:ext>
                </a:extLst>
              </p:cNvPr>
              <p:cNvSpPr/>
              <p:nvPr/>
            </p:nvSpPr>
            <p:spPr>
              <a:xfrm>
                <a:off x="3380819" y="4622427"/>
                <a:ext cx="1215397" cy="369332"/>
              </a:xfrm>
              <a:prstGeom prst="rect">
                <a:avLst/>
              </a:prstGeom>
            </p:spPr>
            <p:txBody>
              <a:bodyPr wrap="none">
                <a:spAutoFit/>
              </a:bodyPr>
              <a:lstStyle/>
              <a:p>
                <a:r>
                  <a:rPr kumimoji="0" lang="en-US" sz="1800" b="0" i="0" u="none" strike="noStrike" kern="0" cap="none" spc="0" normalizeH="0" baseline="0" noProof="0">
                    <a:ln>
                      <a:noFill/>
                    </a:ln>
                    <a:solidFill>
                      <a:schemeClr val="bg2"/>
                    </a:solidFill>
                    <a:effectLst/>
                    <a:uLnTx/>
                    <a:uFillTx/>
                    <a:latin typeface="+mj-lt"/>
                    <a:ea typeface="+mn-ea"/>
                    <a:cs typeface="+mn-cs"/>
                  </a:rPr>
                  <a:t>Follow Us</a:t>
                </a:r>
                <a:endParaRPr lang="en-IN" b="0">
                  <a:solidFill>
                    <a:schemeClr val="bg2"/>
                  </a:solidFill>
                  <a:latin typeface="+mj-lt"/>
                </a:endParaRPr>
              </a:p>
            </p:txBody>
          </p:sp>
          <p:grpSp>
            <p:nvGrpSpPr>
              <p:cNvPr id="5" name="Group 4">
                <a:extLst>
                  <a:ext uri="{FF2B5EF4-FFF2-40B4-BE49-F238E27FC236}">
                    <a16:creationId xmlns:a16="http://schemas.microsoft.com/office/drawing/2014/main" id="{8C0FA832-A5AC-45F5-A8E0-8550FBCC5847}"/>
                  </a:ext>
                </a:extLst>
              </p:cNvPr>
              <p:cNvGrpSpPr/>
              <p:nvPr/>
            </p:nvGrpSpPr>
            <p:grpSpPr>
              <a:xfrm>
                <a:off x="3492579" y="5167611"/>
                <a:ext cx="513793" cy="513793"/>
                <a:chOff x="600117" y="5061528"/>
                <a:chExt cx="513793" cy="513793"/>
              </a:xfrm>
            </p:grpSpPr>
            <p:sp>
              <p:nvSpPr>
                <p:cNvPr id="6" name="Oval 5">
                  <a:extLst>
                    <a:ext uri="{FF2B5EF4-FFF2-40B4-BE49-F238E27FC236}">
                      <a16:creationId xmlns:a16="http://schemas.microsoft.com/office/drawing/2014/main" id="{A764D083-8D13-47FA-92A7-AE174BC33F31}"/>
                    </a:ext>
                  </a:extLst>
                </p:cNvPr>
                <p:cNvSpPr/>
                <p:nvPr userDrawn="1"/>
              </p:nvSpPr>
              <p:spPr>
                <a:xfrm>
                  <a:off x="600117" y="5061528"/>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45">
                  <a:extLst>
                    <a:ext uri="{FF2B5EF4-FFF2-40B4-BE49-F238E27FC236}">
                      <a16:creationId xmlns:a16="http://schemas.microsoft.com/office/drawing/2014/main" id="{DC02D30F-F297-440F-BE44-A63704B3D47A}"/>
                    </a:ext>
                  </a:extLst>
                </p:cNvPr>
                <p:cNvSpPr>
                  <a:spLocks noEditPoints="1"/>
                </p:cNvSpPr>
                <p:nvPr userDrawn="1"/>
              </p:nvSpPr>
              <p:spPr bwMode="auto">
                <a:xfrm>
                  <a:off x="692946" y="5145835"/>
                  <a:ext cx="328134" cy="337628"/>
                </a:xfrm>
                <a:custGeom>
                  <a:avLst/>
                  <a:gdLst>
                    <a:gd name="T0" fmla="*/ 1359 w 1716"/>
                    <a:gd name="T1" fmla="*/ 162 h 1692"/>
                    <a:gd name="T2" fmla="*/ 1068 w 1716"/>
                    <a:gd name="T3" fmla="*/ 28 h 1692"/>
                    <a:gd name="T4" fmla="*/ 225 w 1716"/>
                    <a:gd name="T5" fmla="*/ 286 h 1692"/>
                    <a:gd name="T6" fmla="*/ 48 w 1716"/>
                    <a:gd name="T7" fmla="*/ 601 h 1692"/>
                    <a:gd name="T8" fmla="*/ 357 w 1716"/>
                    <a:gd name="T9" fmla="*/ 1527 h 1692"/>
                    <a:gd name="T10" fmla="*/ 613 w 1716"/>
                    <a:gd name="T11" fmla="*/ 1654 h 1692"/>
                    <a:gd name="T12" fmla="*/ 1264 w 1716"/>
                    <a:gd name="T13" fmla="*/ 1589 h 1692"/>
                    <a:gd name="T14" fmla="*/ 1684 w 1716"/>
                    <a:gd name="T15" fmla="*/ 1050 h 1692"/>
                    <a:gd name="T16" fmla="*/ 1548 w 1716"/>
                    <a:gd name="T17" fmla="*/ 470 h 1692"/>
                    <a:gd name="T18" fmla="*/ 1489 w 1716"/>
                    <a:gd name="T19" fmla="*/ 374 h 1692"/>
                    <a:gd name="T20" fmla="*/ 1225 w 1716"/>
                    <a:gd name="T21" fmla="*/ 657 h 1692"/>
                    <a:gd name="T22" fmla="*/ 1454 w 1716"/>
                    <a:gd name="T23" fmla="*/ 857 h 1692"/>
                    <a:gd name="T24" fmla="*/ 901 w 1716"/>
                    <a:gd name="T25" fmla="*/ 270 h 1692"/>
                    <a:gd name="T26" fmla="*/ 776 w 1716"/>
                    <a:gd name="T27" fmla="*/ 483 h 1692"/>
                    <a:gd name="T28" fmla="*/ 500 w 1716"/>
                    <a:gd name="T29" fmla="*/ 732 h 1692"/>
                    <a:gd name="T30" fmla="*/ 585 w 1716"/>
                    <a:gd name="T31" fmla="*/ 360 h 1692"/>
                    <a:gd name="T32" fmla="*/ 884 w 1716"/>
                    <a:gd name="T33" fmla="*/ 632 h 1692"/>
                    <a:gd name="T34" fmla="*/ 961 w 1716"/>
                    <a:gd name="T35" fmla="*/ 655 h 1692"/>
                    <a:gd name="T36" fmla="*/ 876 w 1716"/>
                    <a:gd name="T37" fmla="*/ 932 h 1692"/>
                    <a:gd name="T38" fmla="*/ 1321 w 1716"/>
                    <a:gd name="T39" fmla="*/ 524 h 1692"/>
                    <a:gd name="T40" fmla="*/ 1151 w 1716"/>
                    <a:gd name="T41" fmla="*/ 346 h 1692"/>
                    <a:gd name="T42" fmla="*/ 1375 w 1716"/>
                    <a:gd name="T43" fmla="*/ 449 h 1692"/>
                    <a:gd name="T44" fmla="*/ 1326 w 1716"/>
                    <a:gd name="T45" fmla="*/ 247 h 1692"/>
                    <a:gd name="T46" fmla="*/ 1326 w 1716"/>
                    <a:gd name="T47" fmla="*/ 247 h 1692"/>
                    <a:gd name="T48" fmla="*/ 1123 w 1716"/>
                    <a:gd name="T49" fmla="*/ 129 h 1692"/>
                    <a:gd name="T50" fmla="*/ 1058 w 1716"/>
                    <a:gd name="T51" fmla="*/ 337 h 1692"/>
                    <a:gd name="T52" fmla="*/ 968 w 1716"/>
                    <a:gd name="T53" fmla="*/ 90 h 1692"/>
                    <a:gd name="T54" fmla="*/ 811 w 1716"/>
                    <a:gd name="T55" fmla="*/ 90 h 1692"/>
                    <a:gd name="T56" fmla="*/ 736 w 1716"/>
                    <a:gd name="T57" fmla="*/ 124 h 1692"/>
                    <a:gd name="T58" fmla="*/ 659 w 1716"/>
                    <a:gd name="T59" fmla="*/ 215 h 1692"/>
                    <a:gd name="T60" fmla="*/ 655 w 1716"/>
                    <a:gd name="T61" fmla="*/ 226 h 1692"/>
                    <a:gd name="T62" fmla="*/ 576 w 1716"/>
                    <a:gd name="T63" fmla="*/ 137 h 1692"/>
                    <a:gd name="T64" fmla="*/ 352 w 1716"/>
                    <a:gd name="T65" fmla="*/ 333 h 1692"/>
                    <a:gd name="T66" fmla="*/ 571 w 1716"/>
                    <a:gd name="T67" fmla="*/ 234 h 1692"/>
                    <a:gd name="T68" fmla="*/ 342 w 1716"/>
                    <a:gd name="T69" fmla="*/ 383 h 1692"/>
                    <a:gd name="T70" fmla="*/ 133 w 1716"/>
                    <a:gd name="T71" fmla="*/ 597 h 1692"/>
                    <a:gd name="T72" fmla="*/ 111 w 1716"/>
                    <a:gd name="T73" fmla="*/ 763 h 1692"/>
                    <a:gd name="T74" fmla="*/ 120 w 1716"/>
                    <a:gd name="T75" fmla="*/ 1017 h 1692"/>
                    <a:gd name="T76" fmla="*/ 355 w 1716"/>
                    <a:gd name="T77" fmla="*/ 1078 h 1692"/>
                    <a:gd name="T78" fmla="*/ 149 w 1716"/>
                    <a:gd name="T79" fmla="*/ 895 h 1692"/>
                    <a:gd name="T80" fmla="*/ 462 w 1716"/>
                    <a:gd name="T81" fmla="*/ 806 h 1692"/>
                    <a:gd name="T82" fmla="*/ 365 w 1716"/>
                    <a:gd name="T83" fmla="*/ 1430 h 1692"/>
                    <a:gd name="T84" fmla="*/ 599 w 1716"/>
                    <a:gd name="T85" fmla="*/ 1564 h 1692"/>
                    <a:gd name="T86" fmla="*/ 526 w 1716"/>
                    <a:gd name="T87" fmla="*/ 858 h 1692"/>
                    <a:gd name="T88" fmla="*/ 947 w 1716"/>
                    <a:gd name="T89" fmla="*/ 1605 h 1692"/>
                    <a:gd name="T90" fmla="*/ 947 w 1716"/>
                    <a:gd name="T91" fmla="*/ 1605 h 1692"/>
                    <a:gd name="T92" fmla="*/ 1074 w 1716"/>
                    <a:gd name="T93" fmla="*/ 1293 h 1692"/>
                    <a:gd name="T94" fmla="*/ 1373 w 1716"/>
                    <a:gd name="T95" fmla="*/ 1415 h 1692"/>
                    <a:gd name="T96" fmla="*/ 1381 w 1716"/>
                    <a:gd name="T97" fmla="*/ 1396 h 1692"/>
                    <a:gd name="T98" fmla="*/ 1268 w 1716"/>
                    <a:gd name="T99" fmla="*/ 1352 h 1692"/>
                    <a:gd name="T100" fmla="*/ 1215 w 1716"/>
                    <a:gd name="T101" fmla="*/ 1033 h 1692"/>
                    <a:gd name="T102" fmla="*/ 1463 w 1716"/>
                    <a:gd name="T103" fmla="*/ 613 h 1692"/>
                    <a:gd name="T104" fmla="*/ 1579 w 1716"/>
                    <a:gd name="T105" fmla="*/ 655 h 1692"/>
                    <a:gd name="T106" fmla="*/ 1522 w 1716"/>
                    <a:gd name="T107" fmla="*/ 789 h 1692"/>
                    <a:gd name="T108" fmla="*/ 1595 w 1716"/>
                    <a:gd name="T109" fmla="*/ 1069 h 1692"/>
                    <a:gd name="T110" fmla="*/ 1541 w 1716"/>
                    <a:gd name="T111" fmla="*/ 890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16" h="1692">
                      <a:moveTo>
                        <a:pt x="1657" y="556"/>
                      </a:moveTo>
                      <a:cubicBezTo>
                        <a:pt x="1605" y="414"/>
                        <a:pt x="1514" y="287"/>
                        <a:pt x="1395" y="190"/>
                      </a:cubicBezTo>
                      <a:cubicBezTo>
                        <a:pt x="1389" y="187"/>
                        <a:pt x="1385" y="183"/>
                        <a:pt x="1380" y="179"/>
                      </a:cubicBezTo>
                      <a:cubicBezTo>
                        <a:pt x="1373" y="174"/>
                        <a:pt x="1366" y="168"/>
                        <a:pt x="1359" y="162"/>
                      </a:cubicBezTo>
                      <a:cubicBezTo>
                        <a:pt x="1295" y="117"/>
                        <a:pt x="1224" y="79"/>
                        <a:pt x="1146" y="52"/>
                      </a:cubicBezTo>
                      <a:cubicBezTo>
                        <a:pt x="1143" y="51"/>
                        <a:pt x="1140" y="50"/>
                        <a:pt x="1137" y="49"/>
                      </a:cubicBezTo>
                      <a:cubicBezTo>
                        <a:pt x="1127" y="45"/>
                        <a:pt x="1116" y="42"/>
                        <a:pt x="1106" y="38"/>
                      </a:cubicBezTo>
                      <a:cubicBezTo>
                        <a:pt x="1094" y="35"/>
                        <a:pt x="1082" y="31"/>
                        <a:pt x="1068" y="28"/>
                      </a:cubicBezTo>
                      <a:cubicBezTo>
                        <a:pt x="989" y="8"/>
                        <a:pt x="908" y="0"/>
                        <a:pt x="829" y="3"/>
                      </a:cubicBezTo>
                      <a:cubicBezTo>
                        <a:pt x="820" y="3"/>
                        <a:pt x="811" y="4"/>
                        <a:pt x="802" y="4"/>
                      </a:cubicBezTo>
                      <a:cubicBezTo>
                        <a:pt x="642" y="15"/>
                        <a:pt x="488" y="71"/>
                        <a:pt x="361" y="163"/>
                      </a:cubicBezTo>
                      <a:cubicBezTo>
                        <a:pt x="311" y="199"/>
                        <a:pt x="265" y="241"/>
                        <a:pt x="225" y="286"/>
                      </a:cubicBezTo>
                      <a:cubicBezTo>
                        <a:pt x="184" y="332"/>
                        <a:pt x="148" y="383"/>
                        <a:pt x="117" y="438"/>
                      </a:cubicBezTo>
                      <a:cubicBezTo>
                        <a:pt x="95" y="477"/>
                        <a:pt x="75" y="520"/>
                        <a:pt x="60" y="565"/>
                      </a:cubicBezTo>
                      <a:cubicBezTo>
                        <a:pt x="59" y="567"/>
                        <a:pt x="58" y="569"/>
                        <a:pt x="57" y="572"/>
                      </a:cubicBezTo>
                      <a:cubicBezTo>
                        <a:pt x="54" y="581"/>
                        <a:pt x="51" y="591"/>
                        <a:pt x="48" y="601"/>
                      </a:cubicBezTo>
                      <a:cubicBezTo>
                        <a:pt x="2" y="750"/>
                        <a:pt x="0" y="902"/>
                        <a:pt x="34" y="1044"/>
                      </a:cubicBezTo>
                      <a:cubicBezTo>
                        <a:pt x="52" y="1113"/>
                        <a:pt x="77" y="1180"/>
                        <a:pt x="111" y="1243"/>
                      </a:cubicBezTo>
                      <a:cubicBezTo>
                        <a:pt x="154" y="1325"/>
                        <a:pt x="212" y="1400"/>
                        <a:pt x="281" y="1464"/>
                      </a:cubicBezTo>
                      <a:cubicBezTo>
                        <a:pt x="305" y="1486"/>
                        <a:pt x="331" y="1507"/>
                        <a:pt x="357" y="1527"/>
                      </a:cubicBezTo>
                      <a:cubicBezTo>
                        <a:pt x="423" y="1574"/>
                        <a:pt x="496" y="1613"/>
                        <a:pt x="575" y="1641"/>
                      </a:cubicBezTo>
                      <a:cubicBezTo>
                        <a:pt x="578" y="1642"/>
                        <a:pt x="580" y="1643"/>
                        <a:pt x="584" y="1644"/>
                      </a:cubicBezTo>
                      <a:cubicBezTo>
                        <a:pt x="593" y="1647"/>
                        <a:pt x="603" y="1651"/>
                        <a:pt x="612" y="1653"/>
                      </a:cubicBezTo>
                      <a:cubicBezTo>
                        <a:pt x="613" y="1654"/>
                        <a:pt x="613" y="1654"/>
                        <a:pt x="613" y="1654"/>
                      </a:cubicBezTo>
                      <a:cubicBezTo>
                        <a:pt x="626" y="1658"/>
                        <a:pt x="640" y="1661"/>
                        <a:pt x="652" y="1664"/>
                      </a:cubicBezTo>
                      <a:cubicBezTo>
                        <a:pt x="735" y="1685"/>
                        <a:pt x="818" y="1692"/>
                        <a:pt x="899" y="1689"/>
                      </a:cubicBezTo>
                      <a:cubicBezTo>
                        <a:pt x="932" y="1687"/>
                        <a:pt x="965" y="1684"/>
                        <a:pt x="998" y="1679"/>
                      </a:cubicBezTo>
                      <a:cubicBezTo>
                        <a:pt x="1091" y="1664"/>
                        <a:pt x="1181" y="1632"/>
                        <a:pt x="1264" y="1589"/>
                      </a:cubicBezTo>
                      <a:cubicBezTo>
                        <a:pt x="1327" y="1555"/>
                        <a:pt x="1385" y="1513"/>
                        <a:pt x="1439" y="1464"/>
                      </a:cubicBezTo>
                      <a:cubicBezTo>
                        <a:pt x="1538" y="1373"/>
                        <a:pt x="1616" y="1257"/>
                        <a:pt x="1664" y="1120"/>
                      </a:cubicBezTo>
                      <a:cubicBezTo>
                        <a:pt x="1667" y="1111"/>
                        <a:pt x="1670" y="1101"/>
                        <a:pt x="1673" y="1091"/>
                      </a:cubicBezTo>
                      <a:cubicBezTo>
                        <a:pt x="1677" y="1078"/>
                        <a:pt x="1681" y="1064"/>
                        <a:pt x="1684" y="1050"/>
                      </a:cubicBezTo>
                      <a:cubicBezTo>
                        <a:pt x="1696" y="1001"/>
                        <a:pt x="1704" y="951"/>
                        <a:pt x="1707" y="901"/>
                      </a:cubicBezTo>
                      <a:cubicBezTo>
                        <a:pt x="1716" y="782"/>
                        <a:pt x="1697" y="664"/>
                        <a:pt x="1657" y="556"/>
                      </a:cubicBezTo>
                      <a:close/>
                      <a:moveTo>
                        <a:pt x="1489" y="374"/>
                      </a:moveTo>
                      <a:cubicBezTo>
                        <a:pt x="1513" y="405"/>
                        <a:pt x="1533" y="438"/>
                        <a:pt x="1548" y="470"/>
                      </a:cubicBezTo>
                      <a:cubicBezTo>
                        <a:pt x="1530" y="450"/>
                        <a:pt x="1511" y="430"/>
                        <a:pt x="1492" y="411"/>
                      </a:cubicBezTo>
                      <a:cubicBezTo>
                        <a:pt x="1484" y="399"/>
                        <a:pt x="1474" y="387"/>
                        <a:pt x="1465" y="376"/>
                      </a:cubicBezTo>
                      <a:cubicBezTo>
                        <a:pt x="1464" y="364"/>
                        <a:pt x="1462" y="351"/>
                        <a:pt x="1460" y="339"/>
                      </a:cubicBezTo>
                      <a:cubicBezTo>
                        <a:pt x="1470" y="350"/>
                        <a:pt x="1480" y="362"/>
                        <a:pt x="1489" y="374"/>
                      </a:cubicBezTo>
                      <a:close/>
                      <a:moveTo>
                        <a:pt x="1454" y="857"/>
                      </a:moveTo>
                      <a:cubicBezTo>
                        <a:pt x="1412" y="890"/>
                        <a:pt x="1360" y="915"/>
                        <a:pt x="1299" y="933"/>
                      </a:cubicBezTo>
                      <a:cubicBezTo>
                        <a:pt x="1276" y="941"/>
                        <a:pt x="1250" y="946"/>
                        <a:pt x="1225" y="951"/>
                      </a:cubicBezTo>
                      <a:cubicBezTo>
                        <a:pt x="1234" y="849"/>
                        <a:pt x="1234" y="751"/>
                        <a:pt x="1225" y="657"/>
                      </a:cubicBezTo>
                      <a:cubicBezTo>
                        <a:pt x="1232" y="656"/>
                        <a:pt x="1239" y="654"/>
                        <a:pt x="1245" y="652"/>
                      </a:cubicBezTo>
                      <a:cubicBezTo>
                        <a:pt x="1289" y="639"/>
                        <a:pt x="1329" y="620"/>
                        <a:pt x="1363" y="593"/>
                      </a:cubicBezTo>
                      <a:cubicBezTo>
                        <a:pt x="1373" y="610"/>
                        <a:pt x="1381" y="629"/>
                        <a:pt x="1389" y="647"/>
                      </a:cubicBezTo>
                      <a:cubicBezTo>
                        <a:pt x="1420" y="713"/>
                        <a:pt x="1442" y="784"/>
                        <a:pt x="1454" y="857"/>
                      </a:cubicBezTo>
                      <a:close/>
                      <a:moveTo>
                        <a:pt x="717" y="429"/>
                      </a:moveTo>
                      <a:cubicBezTo>
                        <a:pt x="712" y="423"/>
                        <a:pt x="707" y="416"/>
                        <a:pt x="703" y="411"/>
                      </a:cubicBezTo>
                      <a:cubicBezTo>
                        <a:pt x="682" y="383"/>
                        <a:pt x="666" y="353"/>
                        <a:pt x="658" y="325"/>
                      </a:cubicBezTo>
                      <a:cubicBezTo>
                        <a:pt x="736" y="293"/>
                        <a:pt x="818" y="275"/>
                        <a:pt x="901" y="270"/>
                      </a:cubicBezTo>
                      <a:cubicBezTo>
                        <a:pt x="837" y="313"/>
                        <a:pt x="776" y="366"/>
                        <a:pt x="717" y="429"/>
                      </a:cubicBezTo>
                      <a:close/>
                      <a:moveTo>
                        <a:pt x="981" y="315"/>
                      </a:moveTo>
                      <a:cubicBezTo>
                        <a:pt x="908" y="556"/>
                        <a:pt x="908" y="556"/>
                        <a:pt x="908" y="556"/>
                      </a:cubicBezTo>
                      <a:cubicBezTo>
                        <a:pt x="858" y="536"/>
                        <a:pt x="814" y="512"/>
                        <a:pt x="776" y="483"/>
                      </a:cubicBezTo>
                      <a:cubicBezTo>
                        <a:pt x="801" y="456"/>
                        <a:pt x="827" y="432"/>
                        <a:pt x="853" y="409"/>
                      </a:cubicBezTo>
                      <a:cubicBezTo>
                        <a:pt x="894" y="372"/>
                        <a:pt x="937" y="340"/>
                        <a:pt x="981" y="315"/>
                      </a:cubicBezTo>
                      <a:close/>
                      <a:moveTo>
                        <a:pt x="664" y="488"/>
                      </a:moveTo>
                      <a:cubicBezTo>
                        <a:pt x="604" y="561"/>
                        <a:pt x="550" y="643"/>
                        <a:pt x="500" y="732"/>
                      </a:cubicBezTo>
                      <a:cubicBezTo>
                        <a:pt x="475" y="709"/>
                        <a:pt x="453" y="685"/>
                        <a:pt x="433" y="659"/>
                      </a:cubicBezTo>
                      <a:cubicBezTo>
                        <a:pt x="400" y="617"/>
                        <a:pt x="376" y="573"/>
                        <a:pt x="361" y="528"/>
                      </a:cubicBezTo>
                      <a:cubicBezTo>
                        <a:pt x="420" y="466"/>
                        <a:pt x="487" y="413"/>
                        <a:pt x="560" y="372"/>
                      </a:cubicBezTo>
                      <a:cubicBezTo>
                        <a:pt x="568" y="368"/>
                        <a:pt x="576" y="364"/>
                        <a:pt x="585" y="360"/>
                      </a:cubicBezTo>
                      <a:cubicBezTo>
                        <a:pt x="596" y="394"/>
                        <a:pt x="615" y="429"/>
                        <a:pt x="639" y="460"/>
                      </a:cubicBezTo>
                      <a:cubicBezTo>
                        <a:pt x="647" y="470"/>
                        <a:pt x="655" y="479"/>
                        <a:pt x="664" y="488"/>
                      </a:cubicBezTo>
                      <a:close/>
                      <a:moveTo>
                        <a:pt x="724" y="543"/>
                      </a:moveTo>
                      <a:cubicBezTo>
                        <a:pt x="769" y="579"/>
                        <a:pt x="823" y="609"/>
                        <a:pt x="884" y="632"/>
                      </a:cubicBezTo>
                      <a:cubicBezTo>
                        <a:pt x="799" y="909"/>
                        <a:pt x="799" y="909"/>
                        <a:pt x="799" y="909"/>
                      </a:cubicBezTo>
                      <a:cubicBezTo>
                        <a:pt x="709" y="879"/>
                        <a:pt x="630" y="835"/>
                        <a:pt x="563" y="785"/>
                      </a:cubicBezTo>
                      <a:cubicBezTo>
                        <a:pt x="611" y="696"/>
                        <a:pt x="665" y="614"/>
                        <a:pt x="724" y="543"/>
                      </a:cubicBezTo>
                      <a:close/>
                      <a:moveTo>
                        <a:pt x="961" y="655"/>
                      </a:moveTo>
                      <a:cubicBezTo>
                        <a:pt x="1024" y="670"/>
                        <a:pt x="1087" y="674"/>
                        <a:pt x="1145" y="670"/>
                      </a:cubicBezTo>
                      <a:cubicBezTo>
                        <a:pt x="1146" y="679"/>
                        <a:pt x="1147" y="686"/>
                        <a:pt x="1147" y="694"/>
                      </a:cubicBezTo>
                      <a:cubicBezTo>
                        <a:pt x="1154" y="778"/>
                        <a:pt x="1152" y="867"/>
                        <a:pt x="1143" y="960"/>
                      </a:cubicBezTo>
                      <a:cubicBezTo>
                        <a:pt x="1059" y="965"/>
                        <a:pt x="968" y="956"/>
                        <a:pt x="876" y="932"/>
                      </a:cubicBezTo>
                      <a:cubicBezTo>
                        <a:pt x="961" y="655"/>
                        <a:pt x="961" y="655"/>
                        <a:pt x="961" y="655"/>
                      </a:cubicBezTo>
                      <a:cubicBezTo>
                        <a:pt x="961" y="655"/>
                        <a:pt x="961" y="655"/>
                        <a:pt x="961" y="655"/>
                      </a:cubicBezTo>
                      <a:close/>
                      <a:moveTo>
                        <a:pt x="1151" y="346"/>
                      </a:moveTo>
                      <a:cubicBezTo>
                        <a:pt x="1217" y="396"/>
                        <a:pt x="1274" y="456"/>
                        <a:pt x="1321" y="524"/>
                      </a:cubicBezTo>
                      <a:cubicBezTo>
                        <a:pt x="1295" y="546"/>
                        <a:pt x="1262" y="564"/>
                        <a:pt x="1223" y="575"/>
                      </a:cubicBezTo>
                      <a:cubicBezTo>
                        <a:pt x="1220" y="576"/>
                        <a:pt x="1218" y="577"/>
                        <a:pt x="1215" y="577"/>
                      </a:cubicBezTo>
                      <a:cubicBezTo>
                        <a:pt x="1210" y="552"/>
                        <a:pt x="1205" y="527"/>
                        <a:pt x="1200" y="503"/>
                      </a:cubicBezTo>
                      <a:cubicBezTo>
                        <a:pt x="1188" y="448"/>
                        <a:pt x="1171" y="395"/>
                        <a:pt x="1151" y="346"/>
                      </a:cubicBezTo>
                      <a:close/>
                      <a:moveTo>
                        <a:pt x="1382" y="423"/>
                      </a:moveTo>
                      <a:cubicBezTo>
                        <a:pt x="1381" y="430"/>
                        <a:pt x="1380" y="436"/>
                        <a:pt x="1378" y="441"/>
                      </a:cubicBezTo>
                      <a:cubicBezTo>
                        <a:pt x="1378" y="442"/>
                        <a:pt x="1377" y="444"/>
                        <a:pt x="1377" y="445"/>
                      </a:cubicBezTo>
                      <a:cubicBezTo>
                        <a:pt x="1377" y="446"/>
                        <a:pt x="1376" y="448"/>
                        <a:pt x="1375" y="449"/>
                      </a:cubicBezTo>
                      <a:cubicBezTo>
                        <a:pt x="1374" y="452"/>
                        <a:pt x="1373" y="455"/>
                        <a:pt x="1372" y="458"/>
                      </a:cubicBezTo>
                      <a:cubicBezTo>
                        <a:pt x="1347" y="423"/>
                        <a:pt x="1320" y="391"/>
                        <a:pt x="1290" y="362"/>
                      </a:cubicBezTo>
                      <a:cubicBezTo>
                        <a:pt x="1323" y="380"/>
                        <a:pt x="1354" y="400"/>
                        <a:pt x="1382" y="423"/>
                      </a:cubicBezTo>
                      <a:close/>
                      <a:moveTo>
                        <a:pt x="1326" y="247"/>
                      </a:moveTo>
                      <a:cubicBezTo>
                        <a:pt x="1328" y="249"/>
                        <a:pt x="1330" y="251"/>
                        <a:pt x="1331" y="254"/>
                      </a:cubicBezTo>
                      <a:cubicBezTo>
                        <a:pt x="1347" y="273"/>
                        <a:pt x="1359" y="293"/>
                        <a:pt x="1368" y="314"/>
                      </a:cubicBezTo>
                      <a:cubicBezTo>
                        <a:pt x="1320" y="283"/>
                        <a:pt x="1268" y="258"/>
                        <a:pt x="1213" y="238"/>
                      </a:cubicBezTo>
                      <a:cubicBezTo>
                        <a:pt x="1251" y="236"/>
                        <a:pt x="1289" y="239"/>
                        <a:pt x="1326" y="247"/>
                      </a:cubicBezTo>
                      <a:close/>
                      <a:moveTo>
                        <a:pt x="1123" y="129"/>
                      </a:moveTo>
                      <a:cubicBezTo>
                        <a:pt x="1147" y="138"/>
                        <a:pt x="1172" y="148"/>
                        <a:pt x="1195" y="159"/>
                      </a:cubicBezTo>
                      <a:cubicBezTo>
                        <a:pt x="1166" y="161"/>
                        <a:pt x="1137" y="166"/>
                        <a:pt x="1108" y="175"/>
                      </a:cubicBezTo>
                      <a:cubicBezTo>
                        <a:pt x="1123" y="129"/>
                        <a:pt x="1123" y="129"/>
                        <a:pt x="1123" y="129"/>
                      </a:cubicBezTo>
                      <a:cubicBezTo>
                        <a:pt x="1123" y="129"/>
                        <a:pt x="1123" y="129"/>
                        <a:pt x="1123" y="129"/>
                      </a:cubicBezTo>
                      <a:close/>
                      <a:moveTo>
                        <a:pt x="1135" y="590"/>
                      </a:moveTo>
                      <a:cubicBezTo>
                        <a:pt x="1088" y="594"/>
                        <a:pt x="1037" y="590"/>
                        <a:pt x="984" y="579"/>
                      </a:cubicBezTo>
                      <a:cubicBezTo>
                        <a:pt x="1058" y="337"/>
                        <a:pt x="1058" y="337"/>
                        <a:pt x="1058" y="337"/>
                      </a:cubicBezTo>
                      <a:cubicBezTo>
                        <a:pt x="1094" y="410"/>
                        <a:pt x="1119" y="496"/>
                        <a:pt x="1135" y="590"/>
                      </a:cubicBezTo>
                      <a:close/>
                      <a:moveTo>
                        <a:pt x="1045" y="105"/>
                      </a:moveTo>
                      <a:cubicBezTo>
                        <a:pt x="1031" y="150"/>
                        <a:pt x="1031" y="150"/>
                        <a:pt x="1031" y="150"/>
                      </a:cubicBezTo>
                      <a:cubicBezTo>
                        <a:pt x="1012" y="129"/>
                        <a:pt x="991" y="109"/>
                        <a:pt x="968" y="90"/>
                      </a:cubicBezTo>
                      <a:cubicBezTo>
                        <a:pt x="994" y="94"/>
                        <a:pt x="1019" y="98"/>
                        <a:pt x="1045" y="105"/>
                      </a:cubicBezTo>
                      <a:close/>
                      <a:moveTo>
                        <a:pt x="809" y="90"/>
                      </a:moveTo>
                      <a:cubicBezTo>
                        <a:pt x="810" y="91"/>
                        <a:pt x="810" y="91"/>
                        <a:pt x="811" y="91"/>
                      </a:cubicBezTo>
                      <a:cubicBezTo>
                        <a:pt x="811" y="90"/>
                        <a:pt x="811" y="90"/>
                        <a:pt x="811" y="90"/>
                      </a:cubicBezTo>
                      <a:cubicBezTo>
                        <a:pt x="811" y="90"/>
                        <a:pt x="811" y="90"/>
                        <a:pt x="811" y="90"/>
                      </a:cubicBezTo>
                      <a:cubicBezTo>
                        <a:pt x="811" y="91"/>
                        <a:pt x="811" y="91"/>
                        <a:pt x="811" y="91"/>
                      </a:cubicBezTo>
                      <a:cubicBezTo>
                        <a:pt x="845" y="104"/>
                        <a:pt x="879" y="123"/>
                        <a:pt x="909" y="146"/>
                      </a:cubicBezTo>
                      <a:cubicBezTo>
                        <a:pt x="851" y="132"/>
                        <a:pt x="793" y="125"/>
                        <a:pt x="736" y="124"/>
                      </a:cubicBezTo>
                      <a:cubicBezTo>
                        <a:pt x="757" y="111"/>
                        <a:pt x="781" y="99"/>
                        <a:pt x="809" y="90"/>
                      </a:cubicBezTo>
                      <a:close/>
                      <a:moveTo>
                        <a:pt x="655" y="226"/>
                      </a:moveTo>
                      <a:cubicBezTo>
                        <a:pt x="656" y="225"/>
                        <a:pt x="656" y="224"/>
                        <a:pt x="656" y="223"/>
                      </a:cubicBezTo>
                      <a:cubicBezTo>
                        <a:pt x="657" y="221"/>
                        <a:pt x="658" y="218"/>
                        <a:pt x="659" y="215"/>
                      </a:cubicBezTo>
                      <a:cubicBezTo>
                        <a:pt x="660" y="212"/>
                        <a:pt x="661" y="209"/>
                        <a:pt x="662" y="206"/>
                      </a:cubicBezTo>
                      <a:cubicBezTo>
                        <a:pt x="700" y="203"/>
                        <a:pt x="738" y="203"/>
                        <a:pt x="777" y="206"/>
                      </a:cubicBezTo>
                      <a:cubicBezTo>
                        <a:pt x="734" y="214"/>
                        <a:pt x="693" y="226"/>
                        <a:pt x="652" y="242"/>
                      </a:cubicBezTo>
                      <a:cubicBezTo>
                        <a:pt x="653" y="237"/>
                        <a:pt x="654" y="231"/>
                        <a:pt x="655" y="226"/>
                      </a:cubicBezTo>
                      <a:close/>
                      <a:moveTo>
                        <a:pt x="622" y="99"/>
                      </a:moveTo>
                      <a:cubicBezTo>
                        <a:pt x="630" y="97"/>
                        <a:pt x="638" y="95"/>
                        <a:pt x="646" y="93"/>
                      </a:cubicBezTo>
                      <a:cubicBezTo>
                        <a:pt x="637" y="101"/>
                        <a:pt x="629" y="111"/>
                        <a:pt x="621" y="121"/>
                      </a:cubicBezTo>
                      <a:cubicBezTo>
                        <a:pt x="606" y="126"/>
                        <a:pt x="591" y="131"/>
                        <a:pt x="576" y="137"/>
                      </a:cubicBezTo>
                      <a:cubicBezTo>
                        <a:pt x="550" y="142"/>
                        <a:pt x="523" y="148"/>
                        <a:pt x="498" y="155"/>
                      </a:cubicBezTo>
                      <a:cubicBezTo>
                        <a:pt x="533" y="132"/>
                        <a:pt x="575" y="114"/>
                        <a:pt x="622" y="99"/>
                      </a:cubicBezTo>
                      <a:close/>
                      <a:moveTo>
                        <a:pt x="342" y="383"/>
                      </a:moveTo>
                      <a:cubicBezTo>
                        <a:pt x="344" y="367"/>
                        <a:pt x="348" y="349"/>
                        <a:pt x="352" y="333"/>
                      </a:cubicBezTo>
                      <a:cubicBezTo>
                        <a:pt x="354" y="328"/>
                        <a:pt x="355" y="324"/>
                        <a:pt x="357" y="319"/>
                      </a:cubicBezTo>
                      <a:cubicBezTo>
                        <a:pt x="361" y="310"/>
                        <a:pt x="365" y="301"/>
                        <a:pt x="370" y="291"/>
                      </a:cubicBezTo>
                      <a:cubicBezTo>
                        <a:pt x="434" y="258"/>
                        <a:pt x="504" y="234"/>
                        <a:pt x="574" y="219"/>
                      </a:cubicBezTo>
                      <a:cubicBezTo>
                        <a:pt x="573" y="223"/>
                        <a:pt x="572" y="228"/>
                        <a:pt x="571" y="234"/>
                      </a:cubicBezTo>
                      <a:cubicBezTo>
                        <a:pt x="569" y="248"/>
                        <a:pt x="568" y="262"/>
                        <a:pt x="569" y="277"/>
                      </a:cubicBezTo>
                      <a:cubicBezTo>
                        <a:pt x="553" y="285"/>
                        <a:pt x="536" y="293"/>
                        <a:pt x="520" y="303"/>
                      </a:cubicBezTo>
                      <a:cubicBezTo>
                        <a:pt x="457" y="338"/>
                        <a:pt x="396" y="383"/>
                        <a:pt x="341" y="435"/>
                      </a:cubicBezTo>
                      <a:cubicBezTo>
                        <a:pt x="340" y="417"/>
                        <a:pt x="340" y="400"/>
                        <a:pt x="342" y="383"/>
                      </a:cubicBezTo>
                      <a:close/>
                      <a:moveTo>
                        <a:pt x="124" y="625"/>
                      </a:moveTo>
                      <a:cubicBezTo>
                        <a:pt x="124" y="625"/>
                        <a:pt x="124" y="625"/>
                        <a:pt x="124" y="625"/>
                      </a:cubicBezTo>
                      <a:cubicBezTo>
                        <a:pt x="125" y="624"/>
                        <a:pt x="125" y="624"/>
                        <a:pt x="125" y="624"/>
                      </a:cubicBezTo>
                      <a:cubicBezTo>
                        <a:pt x="127" y="614"/>
                        <a:pt x="130" y="606"/>
                        <a:pt x="133" y="597"/>
                      </a:cubicBezTo>
                      <a:cubicBezTo>
                        <a:pt x="163" y="510"/>
                        <a:pt x="208" y="432"/>
                        <a:pt x="263" y="365"/>
                      </a:cubicBezTo>
                      <a:cubicBezTo>
                        <a:pt x="260" y="388"/>
                        <a:pt x="259" y="411"/>
                        <a:pt x="260" y="435"/>
                      </a:cubicBezTo>
                      <a:cubicBezTo>
                        <a:pt x="261" y="459"/>
                        <a:pt x="265" y="483"/>
                        <a:pt x="271" y="508"/>
                      </a:cubicBezTo>
                      <a:cubicBezTo>
                        <a:pt x="206" y="582"/>
                        <a:pt x="153" y="668"/>
                        <a:pt x="111" y="763"/>
                      </a:cubicBezTo>
                      <a:cubicBezTo>
                        <a:pt x="107" y="716"/>
                        <a:pt x="111" y="669"/>
                        <a:pt x="124" y="625"/>
                      </a:cubicBezTo>
                      <a:close/>
                      <a:moveTo>
                        <a:pt x="292" y="1361"/>
                      </a:moveTo>
                      <a:cubicBezTo>
                        <a:pt x="208" y="1270"/>
                        <a:pt x="148" y="1159"/>
                        <a:pt x="116" y="1039"/>
                      </a:cubicBezTo>
                      <a:cubicBezTo>
                        <a:pt x="117" y="1031"/>
                        <a:pt x="118" y="1024"/>
                        <a:pt x="120" y="1017"/>
                      </a:cubicBezTo>
                      <a:cubicBezTo>
                        <a:pt x="131" y="1035"/>
                        <a:pt x="144" y="1052"/>
                        <a:pt x="158" y="1071"/>
                      </a:cubicBezTo>
                      <a:cubicBezTo>
                        <a:pt x="201" y="1126"/>
                        <a:pt x="255" y="1180"/>
                        <a:pt x="317" y="1228"/>
                      </a:cubicBezTo>
                      <a:cubicBezTo>
                        <a:pt x="306" y="1273"/>
                        <a:pt x="299" y="1318"/>
                        <a:pt x="292" y="1361"/>
                      </a:cubicBezTo>
                      <a:close/>
                      <a:moveTo>
                        <a:pt x="355" y="1078"/>
                      </a:moveTo>
                      <a:cubicBezTo>
                        <a:pt x="349" y="1099"/>
                        <a:pt x="343" y="1120"/>
                        <a:pt x="338" y="1142"/>
                      </a:cubicBezTo>
                      <a:cubicBezTo>
                        <a:pt x="293" y="1104"/>
                        <a:pt x="254" y="1064"/>
                        <a:pt x="221" y="1022"/>
                      </a:cubicBezTo>
                      <a:cubicBezTo>
                        <a:pt x="191" y="981"/>
                        <a:pt x="166" y="940"/>
                        <a:pt x="148" y="898"/>
                      </a:cubicBezTo>
                      <a:cubicBezTo>
                        <a:pt x="148" y="897"/>
                        <a:pt x="148" y="896"/>
                        <a:pt x="149" y="895"/>
                      </a:cubicBezTo>
                      <a:cubicBezTo>
                        <a:pt x="152" y="885"/>
                        <a:pt x="155" y="875"/>
                        <a:pt x="158" y="864"/>
                      </a:cubicBezTo>
                      <a:cubicBezTo>
                        <a:pt x="193" y="765"/>
                        <a:pt x="242" y="675"/>
                        <a:pt x="301" y="597"/>
                      </a:cubicBezTo>
                      <a:cubicBezTo>
                        <a:pt x="319" y="636"/>
                        <a:pt x="342" y="672"/>
                        <a:pt x="369" y="708"/>
                      </a:cubicBezTo>
                      <a:cubicBezTo>
                        <a:pt x="395" y="743"/>
                        <a:pt x="427" y="776"/>
                        <a:pt x="462" y="806"/>
                      </a:cubicBezTo>
                      <a:cubicBezTo>
                        <a:pt x="427" y="880"/>
                        <a:pt x="395" y="957"/>
                        <a:pt x="369" y="1038"/>
                      </a:cubicBezTo>
                      <a:cubicBezTo>
                        <a:pt x="365" y="1051"/>
                        <a:pt x="360" y="1065"/>
                        <a:pt x="355" y="1078"/>
                      </a:cubicBezTo>
                      <a:close/>
                      <a:moveTo>
                        <a:pt x="599" y="1564"/>
                      </a:moveTo>
                      <a:cubicBezTo>
                        <a:pt x="511" y="1533"/>
                        <a:pt x="432" y="1487"/>
                        <a:pt x="365" y="1430"/>
                      </a:cubicBezTo>
                      <a:cubicBezTo>
                        <a:pt x="371" y="1381"/>
                        <a:pt x="378" y="1330"/>
                        <a:pt x="388" y="1279"/>
                      </a:cubicBezTo>
                      <a:cubicBezTo>
                        <a:pt x="466" y="1329"/>
                        <a:pt x="553" y="1371"/>
                        <a:pt x="648" y="1404"/>
                      </a:cubicBezTo>
                      <a:cubicBezTo>
                        <a:pt x="599" y="1564"/>
                        <a:pt x="599" y="1564"/>
                        <a:pt x="599" y="1564"/>
                      </a:cubicBezTo>
                      <a:cubicBezTo>
                        <a:pt x="599" y="1564"/>
                        <a:pt x="599" y="1564"/>
                        <a:pt x="599" y="1564"/>
                      </a:cubicBezTo>
                      <a:close/>
                      <a:moveTo>
                        <a:pt x="408" y="1195"/>
                      </a:moveTo>
                      <a:cubicBezTo>
                        <a:pt x="415" y="1164"/>
                        <a:pt x="423" y="1133"/>
                        <a:pt x="433" y="1101"/>
                      </a:cubicBezTo>
                      <a:cubicBezTo>
                        <a:pt x="437" y="1089"/>
                        <a:pt x="441" y="1076"/>
                        <a:pt x="445" y="1063"/>
                      </a:cubicBezTo>
                      <a:cubicBezTo>
                        <a:pt x="469" y="991"/>
                        <a:pt x="497" y="922"/>
                        <a:pt x="526" y="858"/>
                      </a:cubicBezTo>
                      <a:cubicBezTo>
                        <a:pt x="599" y="910"/>
                        <a:pt x="683" y="954"/>
                        <a:pt x="776" y="986"/>
                      </a:cubicBezTo>
                      <a:cubicBezTo>
                        <a:pt x="671" y="1327"/>
                        <a:pt x="671" y="1327"/>
                        <a:pt x="671" y="1327"/>
                      </a:cubicBezTo>
                      <a:cubicBezTo>
                        <a:pt x="572" y="1293"/>
                        <a:pt x="483" y="1247"/>
                        <a:pt x="408" y="1195"/>
                      </a:cubicBezTo>
                      <a:close/>
                      <a:moveTo>
                        <a:pt x="947" y="1605"/>
                      </a:moveTo>
                      <a:cubicBezTo>
                        <a:pt x="858" y="1615"/>
                        <a:pt x="767" y="1610"/>
                        <a:pt x="676" y="1588"/>
                      </a:cubicBezTo>
                      <a:cubicBezTo>
                        <a:pt x="726" y="1427"/>
                        <a:pt x="726" y="1427"/>
                        <a:pt x="726" y="1427"/>
                      </a:cubicBezTo>
                      <a:cubicBezTo>
                        <a:pt x="823" y="1453"/>
                        <a:pt x="919" y="1466"/>
                        <a:pt x="1012" y="1467"/>
                      </a:cubicBezTo>
                      <a:cubicBezTo>
                        <a:pt x="992" y="1515"/>
                        <a:pt x="970" y="1561"/>
                        <a:pt x="947" y="1605"/>
                      </a:cubicBezTo>
                      <a:close/>
                      <a:moveTo>
                        <a:pt x="748" y="1350"/>
                      </a:moveTo>
                      <a:cubicBezTo>
                        <a:pt x="853" y="1010"/>
                        <a:pt x="853" y="1010"/>
                        <a:pt x="853" y="1010"/>
                      </a:cubicBezTo>
                      <a:cubicBezTo>
                        <a:pt x="949" y="1034"/>
                        <a:pt x="1043" y="1044"/>
                        <a:pt x="1133" y="1040"/>
                      </a:cubicBezTo>
                      <a:cubicBezTo>
                        <a:pt x="1119" y="1123"/>
                        <a:pt x="1100" y="1208"/>
                        <a:pt x="1074" y="1293"/>
                      </a:cubicBezTo>
                      <a:cubicBezTo>
                        <a:pt x="1070" y="1306"/>
                        <a:pt x="1066" y="1320"/>
                        <a:pt x="1062" y="1332"/>
                      </a:cubicBezTo>
                      <a:cubicBezTo>
                        <a:pt x="1056" y="1350"/>
                        <a:pt x="1050" y="1368"/>
                        <a:pt x="1043" y="1387"/>
                      </a:cubicBezTo>
                      <a:cubicBezTo>
                        <a:pt x="950" y="1389"/>
                        <a:pt x="849" y="1376"/>
                        <a:pt x="748" y="1350"/>
                      </a:cubicBezTo>
                      <a:close/>
                      <a:moveTo>
                        <a:pt x="1373" y="1415"/>
                      </a:moveTo>
                      <a:cubicBezTo>
                        <a:pt x="1279" y="1498"/>
                        <a:pt x="1166" y="1557"/>
                        <a:pt x="1046" y="1587"/>
                      </a:cubicBezTo>
                      <a:cubicBezTo>
                        <a:pt x="1065" y="1547"/>
                        <a:pt x="1084" y="1506"/>
                        <a:pt x="1100" y="1464"/>
                      </a:cubicBezTo>
                      <a:cubicBezTo>
                        <a:pt x="1167" y="1459"/>
                        <a:pt x="1231" y="1448"/>
                        <a:pt x="1291" y="1429"/>
                      </a:cubicBezTo>
                      <a:cubicBezTo>
                        <a:pt x="1323" y="1420"/>
                        <a:pt x="1353" y="1409"/>
                        <a:pt x="1381" y="1396"/>
                      </a:cubicBezTo>
                      <a:cubicBezTo>
                        <a:pt x="1378" y="1403"/>
                        <a:pt x="1376" y="1409"/>
                        <a:pt x="1373" y="1415"/>
                      </a:cubicBezTo>
                      <a:close/>
                      <a:moveTo>
                        <a:pt x="1426" y="1280"/>
                      </a:moveTo>
                      <a:cubicBezTo>
                        <a:pt x="1425" y="1280"/>
                        <a:pt x="1425" y="1281"/>
                        <a:pt x="1425" y="1282"/>
                      </a:cubicBezTo>
                      <a:cubicBezTo>
                        <a:pt x="1379" y="1311"/>
                        <a:pt x="1327" y="1335"/>
                        <a:pt x="1268" y="1352"/>
                      </a:cubicBezTo>
                      <a:cubicBezTo>
                        <a:pt x="1225" y="1365"/>
                        <a:pt x="1179" y="1374"/>
                        <a:pt x="1131" y="1381"/>
                      </a:cubicBezTo>
                      <a:cubicBezTo>
                        <a:pt x="1134" y="1372"/>
                        <a:pt x="1136" y="1365"/>
                        <a:pt x="1139" y="1357"/>
                      </a:cubicBezTo>
                      <a:cubicBezTo>
                        <a:pt x="1143" y="1344"/>
                        <a:pt x="1147" y="1331"/>
                        <a:pt x="1151" y="1317"/>
                      </a:cubicBezTo>
                      <a:cubicBezTo>
                        <a:pt x="1181" y="1221"/>
                        <a:pt x="1201" y="1126"/>
                        <a:pt x="1215" y="1033"/>
                      </a:cubicBezTo>
                      <a:cubicBezTo>
                        <a:pt x="1252" y="1028"/>
                        <a:pt x="1288" y="1020"/>
                        <a:pt x="1323" y="1010"/>
                      </a:cubicBezTo>
                      <a:cubicBezTo>
                        <a:pt x="1374" y="994"/>
                        <a:pt x="1422" y="974"/>
                        <a:pt x="1465" y="948"/>
                      </a:cubicBezTo>
                      <a:cubicBezTo>
                        <a:pt x="1472" y="1055"/>
                        <a:pt x="1460" y="1168"/>
                        <a:pt x="1426" y="1280"/>
                      </a:cubicBezTo>
                      <a:close/>
                      <a:moveTo>
                        <a:pt x="1463" y="613"/>
                      </a:moveTo>
                      <a:cubicBezTo>
                        <a:pt x="1451" y="586"/>
                        <a:pt x="1437" y="560"/>
                        <a:pt x="1421" y="533"/>
                      </a:cubicBezTo>
                      <a:cubicBezTo>
                        <a:pt x="1429" y="522"/>
                        <a:pt x="1437" y="510"/>
                        <a:pt x="1443" y="497"/>
                      </a:cubicBezTo>
                      <a:cubicBezTo>
                        <a:pt x="1446" y="492"/>
                        <a:pt x="1448" y="487"/>
                        <a:pt x="1449" y="482"/>
                      </a:cubicBezTo>
                      <a:cubicBezTo>
                        <a:pt x="1500" y="533"/>
                        <a:pt x="1544" y="591"/>
                        <a:pt x="1579" y="655"/>
                      </a:cubicBezTo>
                      <a:cubicBezTo>
                        <a:pt x="1577" y="670"/>
                        <a:pt x="1574" y="685"/>
                        <a:pt x="1569" y="700"/>
                      </a:cubicBezTo>
                      <a:cubicBezTo>
                        <a:pt x="1567" y="705"/>
                        <a:pt x="1566" y="709"/>
                        <a:pt x="1564" y="714"/>
                      </a:cubicBezTo>
                      <a:cubicBezTo>
                        <a:pt x="1560" y="725"/>
                        <a:pt x="1555" y="736"/>
                        <a:pt x="1549" y="748"/>
                      </a:cubicBezTo>
                      <a:cubicBezTo>
                        <a:pt x="1542" y="763"/>
                        <a:pt x="1533" y="776"/>
                        <a:pt x="1522" y="789"/>
                      </a:cubicBezTo>
                      <a:cubicBezTo>
                        <a:pt x="1509" y="728"/>
                        <a:pt x="1489" y="669"/>
                        <a:pt x="1463" y="613"/>
                      </a:cubicBezTo>
                      <a:close/>
                      <a:moveTo>
                        <a:pt x="1596" y="1068"/>
                      </a:moveTo>
                      <a:cubicBezTo>
                        <a:pt x="1593" y="1077"/>
                        <a:pt x="1590" y="1086"/>
                        <a:pt x="1587" y="1095"/>
                      </a:cubicBezTo>
                      <a:cubicBezTo>
                        <a:pt x="1590" y="1086"/>
                        <a:pt x="1593" y="1078"/>
                        <a:pt x="1595" y="1069"/>
                      </a:cubicBezTo>
                      <a:cubicBezTo>
                        <a:pt x="1595" y="1069"/>
                        <a:pt x="1595" y="1069"/>
                        <a:pt x="1595" y="1069"/>
                      </a:cubicBezTo>
                      <a:cubicBezTo>
                        <a:pt x="1594" y="1075"/>
                        <a:pt x="1592" y="1080"/>
                        <a:pt x="1590" y="1086"/>
                      </a:cubicBezTo>
                      <a:cubicBezTo>
                        <a:pt x="1577" y="1123"/>
                        <a:pt x="1556" y="1157"/>
                        <a:pt x="1531" y="1188"/>
                      </a:cubicBezTo>
                      <a:cubicBezTo>
                        <a:pt x="1549" y="1088"/>
                        <a:pt x="1552" y="987"/>
                        <a:pt x="1541" y="890"/>
                      </a:cubicBezTo>
                      <a:cubicBezTo>
                        <a:pt x="1558" y="874"/>
                        <a:pt x="1575" y="855"/>
                        <a:pt x="1589" y="836"/>
                      </a:cubicBezTo>
                      <a:cubicBezTo>
                        <a:pt x="1603" y="818"/>
                        <a:pt x="1616" y="797"/>
                        <a:pt x="1626" y="776"/>
                      </a:cubicBezTo>
                      <a:cubicBezTo>
                        <a:pt x="1635" y="872"/>
                        <a:pt x="1626" y="970"/>
                        <a:pt x="1596" y="1068"/>
                      </a:cubicBezTo>
                      <a:close/>
                    </a:path>
                  </a:pathLst>
                </a:custGeom>
                <a:solidFill>
                  <a:schemeClr val="tx1"/>
                </a:solidFill>
                <a:ln>
                  <a:noFill/>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000">
                    <a:solidFill>
                      <a:srgbClr val="FFFFFF"/>
                    </a:solidFill>
                    <a:cs typeface="Arial" pitchFamily="34" charset="0"/>
                  </a:endParaRPr>
                </a:p>
              </p:txBody>
            </p:sp>
          </p:grpSp>
          <p:sp>
            <p:nvSpPr>
              <p:cNvPr id="8" name="TextBox 7">
                <a:hlinkClick r:id="rId3"/>
                <a:extLst>
                  <a:ext uri="{FF2B5EF4-FFF2-40B4-BE49-F238E27FC236}">
                    <a16:creationId xmlns:a16="http://schemas.microsoft.com/office/drawing/2014/main" id="{A3D72B44-5716-4BF0-A174-6DBECE5C1906}"/>
                  </a:ext>
                </a:extLst>
              </p:cNvPr>
              <p:cNvSpPr txBox="1"/>
              <p:nvPr/>
            </p:nvSpPr>
            <p:spPr>
              <a:xfrm>
                <a:off x="4072514" y="5255430"/>
                <a:ext cx="15247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strike="noStrike" kern="0" cap="none" spc="0" normalizeH="0" baseline="0" noProof="0">
                    <a:ln>
                      <a:noFill/>
                    </a:ln>
                    <a:solidFill>
                      <a:srgbClr val="1F3C88"/>
                    </a:solidFill>
                    <a:effectLst/>
                    <a:uLnTx/>
                    <a:uFillTx/>
                    <a:latin typeface="+mj-lt"/>
                    <a:hlinkClick r:id="rId4">
                      <a:extLst>
                        <a:ext uri="{A12FA001-AC4F-418D-AE19-62706E023703}">
                          <ahyp:hlinkClr xmlns:ahyp="http://schemas.microsoft.com/office/drawing/2018/hyperlinkcolor" val="tx"/>
                        </a:ext>
                      </a:extLst>
                    </a:hlinkClick>
                  </a:rPr>
                  <a:t>www.alepo.com</a:t>
                </a:r>
                <a:endParaRPr kumimoji="0" lang="de-DE" sz="1400" b="0" i="0" strike="noStrike" kern="0" cap="none" spc="0" normalizeH="0" baseline="0" noProof="0">
                  <a:ln>
                    <a:noFill/>
                  </a:ln>
                  <a:solidFill>
                    <a:srgbClr val="1F3C88"/>
                  </a:solidFill>
                  <a:effectLst/>
                  <a:uLnTx/>
                  <a:uFillTx/>
                  <a:latin typeface="+mj-lt"/>
                </a:endParaRPr>
              </a:p>
            </p:txBody>
          </p:sp>
          <p:grpSp>
            <p:nvGrpSpPr>
              <p:cNvPr id="9" name="Group 8">
                <a:extLst>
                  <a:ext uri="{FF2B5EF4-FFF2-40B4-BE49-F238E27FC236}">
                    <a16:creationId xmlns:a16="http://schemas.microsoft.com/office/drawing/2014/main" id="{BEC1058E-DB34-4E17-A68D-73112FEA9CA4}"/>
                  </a:ext>
                </a:extLst>
              </p:cNvPr>
              <p:cNvGrpSpPr/>
              <p:nvPr/>
            </p:nvGrpSpPr>
            <p:grpSpPr>
              <a:xfrm>
                <a:off x="5839103" y="5163834"/>
                <a:ext cx="513793" cy="513793"/>
                <a:chOff x="2946641" y="5057751"/>
                <a:chExt cx="513793" cy="513793"/>
              </a:xfrm>
            </p:grpSpPr>
            <p:sp>
              <p:nvSpPr>
                <p:cNvPr id="10" name="Oval 9">
                  <a:extLst>
                    <a:ext uri="{FF2B5EF4-FFF2-40B4-BE49-F238E27FC236}">
                      <a16:creationId xmlns:a16="http://schemas.microsoft.com/office/drawing/2014/main" id="{68C808A5-47DE-4DC8-A8C7-C5E857CFF501}"/>
                    </a:ext>
                  </a:extLst>
                </p:cNvPr>
                <p:cNvSpPr/>
                <p:nvPr userDrawn="1"/>
              </p:nvSpPr>
              <p:spPr>
                <a:xfrm>
                  <a:off x="2946641"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5">
                  <a:extLst>
                    <a:ext uri="{FF2B5EF4-FFF2-40B4-BE49-F238E27FC236}">
                      <a16:creationId xmlns:a16="http://schemas.microsoft.com/office/drawing/2014/main" id="{BF7E0932-7E7C-4A83-84D3-16F95FF23888}"/>
                    </a:ext>
                  </a:extLst>
                </p:cNvPr>
                <p:cNvSpPr>
                  <a:spLocks noEditPoints="1"/>
                </p:cNvSpPr>
                <p:nvPr userDrawn="1"/>
              </p:nvSpPr>
              <p:spPr bwMode="auto">
                <a:xfrm>
                  <a:off x="3133583" y="5164473"/>
                  <a:ext cx="139909" cy="300349"/>
                </a:xfrm>
                <a:custGeom>
                  <a:avLst/>
                  <a:gdLst>
                    <a:gd name="T0" fmla="*/ 29 w 134"/>
                    <a:gd name="T1" fmla="*/ 56 h 288"/>
                    <a:gd name="T2" fmla="*/ 29 w 134"/>
                    <a:gd name="T3" fmla="*/ 95 h 288"/>
                    <a:gd name="T4" fmla="*/ 0 w 134"/>
                    <a:gd name="T5" fmla="*/ 95 h 288"/>
                    <a:gd name="T6" fmla="*/ 0 w 134"/>
                    <a:gd name="T7" fmla="*/ 144 h 288"/>
                    <a:gd name="T8" fmla="*/ 29 w 134"/>
                    <a:gd name="T9" fmla="*/ 144 h 288"/>
                    <a:gd name="T10" fmla="*/ 29 w 134"/>
                    <a:gd name="T11" fmla="*/ 288 h 288"/>
                    <a:gd name="T12" fmla="*/ 89 w 134"/>
                    <a:gd name="T13" fmla="*/ 288 h 288"/>
                    <a:gd name="T14" fmla="*/ 89 w 134"/>
                    <a:gd name="T15" fmla="*/ 144 h 288"/>
                    <a:gd name="T16" fmla="*/ 129 w 134"/>
                    <a:gd name="T17" fmla="*/ 144 h 288"/>
                    <a:gd name="T18" fmla="*/ 134 w 134"/>
                    <a:gd name="T19" fmla="*/ 95 h 288"/>
                    <a:gd name="T20" fmla="*/ 89 w 134"/>
                    <a:gd name="T21" fmla="*/ 95 h 288"/>
                    <a:gd name="T22" fmla="*/ 89 w 134"/>
                    <a:gd name="T23" fmla="*/ 62 h 288"/>
                    <a:gd name="T24" fmla="*/ 102 w 134"/>
                    <a:gd name="T25" fmla="*/ 50 h 288"/>
                    <a:gd name="T26" fmla="*/ 134 w 134"/>
                    <a:gd name="T27" fmla="*/ 50 h 288"/>
                    <a:gd name="T28" fmla="*/ 134 w 134"/>
                    <a:gd name="T29" fmla="*/ 0 h 288"/>
                    <a:gd name="T30" fmla="*/ 90 w 134"/>
                    <a:gd name="T31" fmla="*/ 0 h 288"/>
                    <a:gd name="T32" fmla="*/ 29 w 134"/>
                    <a:gd name="T33" fmla="*/ 56 h 288"/>
                    <a:gd name="T34" fmla="*/ 29 w 134"/>
                    <a:gd name="T35" fmla="*/ 56 h 288"/>
                    <a:gd name="T36" fmla="*/ 29 w 134"/>
                    <a:gd name="T37" fmla="*/ 5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 h="288">
                      <a:moveTo>
                        <a:pt x="29" y="56"/>
                      </a:moveTo>
                      <a:cubicBezTo>
                        <a:pt x="29" y="95"/>
                        <a:pt x="29" y="95"/>
                        <a:pt x="29" y="95"/>
                      </a:cubicBezTo>
                      <a:cubicBezTo>
                        <a:pt x="0" y="95"/>
                        <a:pt x="0" y="95"/>
                        <a:pt x="0" y="95"/>
                      </a:cubicBezTo>
                      <a:cubicBezTo>
                        <a:pt x="0" y="144"/>
                        <a:pt x="0" y="144"/>
                        <a:pt x="0" y="144"/>
                      </a:cubicBezTo>
                      <a:cubicBezTo>
                        <a:pt x="29" y="144"/>
                        <a:pt x="29" y="144"/>
                        <a:pt x="29" y="144"/>
                      </a:cubicBezTo>
                      <a:cubicBezTo>
                        <a:pt x="29" y="288"/>
                        <a:pt x="29" y="288"/>
                        <a:pt x="29" y="288"/>
                      </a:cubicBezTo>
                      <a:cubicBezTo>
                        <a:pt x="89" y="288"/>
                        <a:pt x="89" y="288"/>
                        <a:pt x="89" y="288"/>
                      </a:cubicBezTo>
                      <a:cubicBezTo>
                        <a:pt x="89" y="144"/>
                        <a:pt x="89" y="144"/>
                        <a:pt x="89" y="144"/>
                      </a:cubicBezTo>
                      <a:cubicBezTo>
                        <a:pt x="129" y="144"/>
                        <a:pt x="129" y="144"/>
                        <a:pt x="129" y="144"/>
                      </a:cubicBezTo>
                      <a:cubicBezTo>
                        <a:pt x="129" y="144"/>
                        <a:pt x="133" y="121"/>
                        <a:pt x="134" y="95"/>
                      </a:cubicBezTo>
                      <a:cubicBezTo>
                        <a:pt x="89" y="95"/>
                        <a:pt x="89" y="95"/>
                        <a:pt x="89" y="95"/>
                      </a:cubicBezTo>
                      <a:cubicBezTo>
                        <a:pt x="89" y="62"/>
                        <a:pt x="89" y="62"/>
                        <a:pt x="89" y="62"/>
                      </a:cubicBezTo>
                      <a:cubicBezTo>
                        <a:pt x="89" y="57"/>
                        <a:pt x="95" y="50"/>
                        <a:pt x="102" y="50"/>
                      </a:cubicBezTo>
                      <a:cubicBezTo>
                        <a:pt x="134" y="50"/>
                        <a:pt x="134" y="50"/>
                        <a:pt x="134" y="50"/>
                      </a:cubicBezTo>
                      <a:cubicBezTo>
                        <a:pt x="134" y="0"/>
                        <a:pt x="134" y="0"/>
                        <a:pt x="134" y="0"/>
                      </a:cubicBezTo>
                      <a:cubicBezTo>
                        <a:pt x="90" y="0"/>
                        <a:pt x="90" y="0"/>
                        <a:pt x="90" y="0"/>
                      </a:cubicBezTo>
                      <a:cubicBezTo>
                        <a:pt x="28" y="0"/>
                        <a:pt x="29" y="49"/>
                        <a:pt x="29" y="56"/>
                      </a:cubicBezTo>
                      <a:close/>
                      <a:moveTo>
                        <a:pt x="29" y="56"/>
                      </a:moveTo>
                      <a:cubicBezTo>
                        <a:pt x="29" y="56"/>
                        <a:pt x="29" y="56"/>
                        <a:pt x="29" y="56"/>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2" name="TextBox 11">
                <a:extLst>
                  <a:ext uri="{FF2B5EF4-FFF2-40B4-BE49-F238E27FC236}">
                    <a16:creationId xmlns:a16="http://schemas.microsoft.com/office/drawing/2014/main" id="{1E414136-E7F3-4732-9ECE-60D5BE49E20D}"/>
                  </a:ext>
                </a:extLst>
              </p:cNvPr>
              <p:cNvSpPr txBox="1"/>
              <p:nvPr/>
            </p:nvSpPr>
            <p:spPr>
              <a:xfrm>
                <a:off x="6420828" y="5255430"/>
                <a:ext cx="100700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5">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3" name="Group 12">
                <a:extLst>
                  <a:ext uri="{FF2B5EF4-FFF2-40B4-BE49-F238E27FC236}">
                    <a16:creationId xmlns:a16="http://schemas.microsoft.com/office/drawing/2014/main" id="{2781B91E-490C-4757-90E8-4023FF4BE448}"/>
                  </a:ext>
                </a:extLst>
              </p:cNvPr>
              <p:cNvGrpSpPr/>
              <p:nvPr/>
            </p:nvGrpSpPr>
            <p:grpSpPr>
              <a:xfrm>
                <a:off x="7664100" y="5163834"/>
                <a:ext cx="513793" cy="513793"/>
                <a:chOff x="4771638" y="5057751"/>
                <a:chExt cx="513793" cy="513793"/>
              </a:xfrm>
            </p:grpSpPr>
            <p:sp>
              <p:nvSpPr>
                <p:cNvPr id="14" name="Oval 13">
                  <a:extLst>
                    <a:ext uri="{FF2B5EF4-FFF2-40B4-BE49-F238E27FC236}">
                      <a16:creationId xmlns:a16="http://schemas.microsoft.com/office/drawing/2014/main" id="{6E78F554-39FD-4099-A08E-D027C73AD20F}"/>
                    </a:ext>
                  </a:extLst>
                </p:cNvPr>
                <p:cNvSpPr/>
                <p:nvPr userDrawn="1"/>
              </p:nvSpPr>
              <p:spPr>
                <a:xfrm>
                  <a:off x="4771638"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13">
                  <a:extLst>
                    <a:ext uri="{FF2B5EF4-FFF2-40B4-BE49-F238E27FC236}">
                      <a16:creationId xmlns:a16="http://schemas.microsoft.com/office/drawing/2014/main" id="{DE5E0232-F51C-4E6F-9938-81B23F1FBE2E}"/>
                    </a:ext>
                  </a:extLst>
                </p:cNvPr>
                <p:cNvSpPr>
                  <a:spLocks noEditPoints="1"/>
                </p:cNvSpPr>
                <p:nvPr userDrawn="1"/>
              </p:nvSpPr>
              <p:spPr bwMode="auto">
                <a:xfrm>
                  <a:off x="4860506" y="5204393"/>
                  <a:ext cx="336056" cy="281468"/>
                </a:xfrm>
                <a:custGeom>
                  <a:avLst/>
                  <a:gdLst>
                    <a:gd name="T0" fmla="*/ 255 w 288"/>
                    <a:gd name="T1" fmla="*/ 88 h 240"/>
                    <a:gd name="T2" fmla="*/ 287 w 288"/>
                    <a:gd name="T3" fmla="*/ 70 h 240"/>
                    <a:gd name="T4" fmla="*/ 253 w 288"/>
                    <a:gd name="T5" fmla="*/ 73 h 240"/>
                    <a:gd name="T6" fmla="*/ 251 w 288"/>
                    <a:gd name="T7" fmla="*/ 67 h 240"/>
                    <a:gd name="T8" fmla="*/ 190 w 288"/>
                    <a:gd name="T9" fmla="*/ 19 h 240"/>
                    <a:gd name="T10" fmla="*/ 197 w 288"/>
                    <a:gd name="T11" fmla="*/ 16 h 240"/>
                    <a:gd name="T12" fmla="*/ 215 w 288"/>
                    <a:gd name="T13" fmla="*/ 6 h 240"/>
                    <a:gd name="T14" fmla="*/ 187 w 288"/>
                    <a:gd name="T15" fmla="*/ 12 h 240"/>
                    <a:gd name="T16" fmla="*/ 202 w 288"/>
                    <a:gd name="T17" fmla="*/ 0 h 240"/>
                    <a:gd name="T18" fmla="*/ 179 w 288"/>
                    <a:gd name="T19" fmla="*/ 11 h 240"/>
                    <a:gd name="T20" fmla="*/ 184 w 288"/>
                    <a:gd name="T21" fmla="*/ 2 h 240"/>
                    <a:gd name="T22" fmla="*/ 139 w 288"/>
                    <a:gd name="T23" fmla="*/ 72 h 240"/>
                    <a:gd name="T24" fmla="*/ 117 w 288"/>
                    <a:gd name="T25" fmla="*/ 54 h 240"/>
                    <a:gd name="T26" fmla="*/ 43 w 288"/>
                    <a:gd name="T27" fmla="*/ 22 h 240"/>
                    <a:gd name="T28" fmla="*/ 68 w 288"/>
                    <a:gd name="T29" fmla="*/ 58 h 240"/>
                    <a:gd name="T30" fmla="*/ 50 w 288"/>
                    <a:gd name="T31" fmla="*/ 60 h 240"/>
                    <a:gd name="T32" fmla="*/ 82 w 288"/>
                    <a:gd name="T33" fmla="*/ 89 h 240"/>
                    <a:gd name="T34" fmla="*/ 62 w 288"/>
                    <a:gd name="T35" fmla="*/ 96 h 240"/>
                    <a:gd name="T36" fmla="*/ 98 w 288"/>
                    <a:gd name="T37" fmla="*/ 114 h 240"/>
                    <a:gd name="T38" fmla="*/ 107 w 288"/>
                    <a:gd name="T39" fmla="*/ 138 h 240"/>
                    <a:gd name="T40" fmla="*/ 0 w 288"/>
                    <a:gd name="T41" fmla="*/ 141 h 240"/>
                    <a:gd name="T42" fmla="*/ 254 w 288"/>
                    <a:gd name="T43" fmla="*/ 105 h 240"/>
                    <a:gd name="T44" fmla="*/ 288 w 288"/>
                    <a:gd name="T45" fmla="*/ 92 h 240"/>
                    <a:gd name="T46" fmla="*/ 255 w 288"/>
                    <a:gd name="T47" fmla="*/ 88 h 240"/>
                    <a:gd name="T48" fmla="*/ 255 w 288"/>
                    <a:gd name="T49" fmla="*/ 88 h 240"/>
                    <a:gd name="T50" fmla="*/ 255 w 288"/>
                    <a:gd name="T51" fmla="*/ 8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8" h="240">
                      <a:moveTo>
                        <a:pt x="255" y="88"/>
                      </a:moveTo>
                      <a:cubicBezTo>
                        <a:pt x="272" y="87"/>
                        <a:pt x="283" y="80"/>
                        <a:pt x="287" y="70"/>
                      </a:cubicBezTo>
                      <a:cubicBezTo>
                        <a:pt x="281" y="73"/>
                        <a:pt x="263" y="77"/>
                        <a:pt x="253" y="73"/>
                      </a:cubicBezTo>
                      <a:cubicBezTo>
                        <a:pt x="252" y="71"/>
                        <a:pt x="252" y="69"/>
                        <a:pt x="251" y="67"/>
                      </a:cubicBezTo>
                      <a:cubicBezTo>
                        <a:pt x="244" y="39"/>
                        <a:pt x="217" y="16"/>
                        <a:pt x="190" y="19"/>
                      </a:cubicBezTo>
                      <a:cubicBezTo>
                        <a:pt x="192" y="18"/>
                        <a:pt x="195" y="17"/>
                        <a:pt x="197" y="16"/>
                      </a:cubicBezTo>
                      <a:cubicBezTo>
                        <a:pt x="200" y="15"/>
                        <a:pt x="218" y="12"/>
                        <a:pt x="215" y="6"/>
                      </a:cubicBezTo>
                      <a:cubicBezTo>
                        <a:pt x="212" y="1"/>
                        <a:pt x="191" y="10"/>
                        <a:pt x="187" y="12"/>
                      </a:cubicBezTo>
                      <a:cubicBezTo>
                        <a:pt x="192" y="10"/>
                        <a:pt x="201" y="6"/>
                        <a:pt x="202" y="0"/>
                      </a:cubicBezTo>
                      <a:cubicBezTo>
                        <a:pt x="194" y="1"/>
                        <a:pt x="186" y="5"/>
                        <a:pt x="179" y="11"/>
                      </a:cubicBezTo>
                      <a:cubicBezTo>
                        <a:pt x="182" y="8"/>
                        <a:pt x="183" y="5"/>
                        <a:pt x="184" y="2"/>
                      </a:cubicBezTo>
                      <a:cubicBezTo>
                        <a:pt x="162" y="16"/>
                        <a:pt x="149" y="44"/>
                        <a:pt x="139" y="72"/>
                      </a:cubicBezTo>
                      <a:cubicBezTo>
                        <a:pt x="131" y="64"/>
                        <a:pt x="123" y="58"/>
                        <a:pt x="117" y="54"/>
                      </a:cubicBezTo>
                      <a:cubicBezTo>
                        <a:pt x="99" y="44"/>
                        <a:pt x="77" y="34"/>
                        <a:pt x="43" y="22"/>
                      </a:cubicBezTo>
                      <a:cubicBezTo>
                        <a:pt x="42" y="33"/>
                        <a:pt x="49" y="48"/>
                        <a:pt x="68" y="58"/>
                      </a:cubicBezTo>
                      <a:cubicBezTo>
                        <a:pt x="63" y="57"/>
                        <a:pt x="56" y="59"/>
                        <a:pt x="50" y="60"/>
                      </a:cubicBezTo>
                      <a:cubicBezTo>
                        <a:pt x="52" y="73"/>
                        <a:pt x="60" y="84"/>
                        <a:pt x="82" y="89"/>
                      </a:cubicBezTo>
                      <a:cubicBezTo>
                        <a:pt x="72" y="89"/>
                        <a:pt x="67" y="92"/>
                        <a:pt x="62" y="96"/>
                      </a:cubicBezTo>
                      <a:cubicBezTo>
                        <a:pt x="67" y="105"/>
                        <a:pt x="78" y="116"/>
                        <a:pt x="98" y="114"/>
                      </a:cubicBezTo>
                      <a:cubicBezTo>
                        <a:pt x="76" y="123"/>
                        <a:pt x="89" y="141"/>
                        <a:pt x="107" y="138"/>
                      </a:cubicBezTo>
                      <a:cubicBezTo>
                        <a:pt x="76" y="170"/>
                        <a:pt x="28" y="168"/>
                        <a:pt x="0" y="141"/>
                      </a:cubicBezTo>
                      <a:cubicBezTo>
                        <a:pt x="73" y="240"/>
                        <a:pt x="230" y="200"/>
                        <a:pt x="254" y="105"/>
                      </a:cubicBezTo>
                      <a:cubicBezTo>
                        <a:pt x="271" y="105"/>
                        <a:pt x="282" y="98"/>
                        <a:pt x="288" y="92"/>
                      </a:cubicBezTo>
                      <a:cubicBezTo>
                        <a:pt x="278" y="93"/>
                        <a:pt x="263" y="91"/>
                        <a:pt x="255" y="88"/>
                      </a:cubicBezTo>
                      <a:close/>
                      <a:moveTo>
                        <a:pt x="255" y="88"/>
                      </a:moveTo>
                      <a:cubicBezTo>
                        <a:pt x="255" y="88"/>
                        <a:pt x="255" y="88"/>
                        <a:pt x="255" y="88"/>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6" name="TextBox 15">
                <a:extLst>
                  <a:ext uri="{FF2B5EF4-FFF2-40B4-BE49-F238E27FC236}">
                    <a16:creationId xmlns:a16="http://schemas.microsoft.com/office/drawing/2014/main" id="{5732F99E-1629-4366-946F-F9B6B2C896A2}"/>
                  </a:ext>
                </a:extLst>
              </p:cNvPr>
              <p:cNvSpPr txBox="1"/>
              <p:nvPr/>
            </p:nvSpPr>
            <p:spPr>
              <a:xfrm>
                <a:off x="8242320" y="5255430"/>
                <a:ext cx="116891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6">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7" name="Group 16">
                <a:extLst>
                  <a:ext uri="{FF2B5EF4-FFF2-40B4-BE49-F238E27FC236}">
                    <a16:creationId xmlns:a16="http://schemas.microsoft.com/office/drawing/2014/main" id="{3BDD428C-5AFD-4931-A556-D752E360CF39}"/>
                  </a:ext>
                </a:extLst>
              </p:cNvPr>
              <p:cNvGrpSpPr/>
              <p:nvPr/>
            </p:nvGrpSpPr>
            <p:grpSpPr>
              <a:xfrm>
                <a:off x="9710339" y="5160897"/>
                <a:ext cx="513793" cy="513793"/>
                <a:chOff x="6817877" y="5054814"/>
                <a:chExt cx="513793" cy="513793"/>
              </a:xfrm>
            </p:grpSpPr>
            <p:sp>
              <p:nvSpPr>
                <p:cNvPr id="18" name="Oval 17">
                  <a:extLst>
                    <a:ext uri="{FF2B5EF4-FFF2-40B4-BE49-F238E27FC236}">
                      <a16:creationId xmlns:a16="http://schemas.microsoft.com/office/drawing/2014/main" id="{601D8885-F8CF-44FA-810C-3B80111218F9}"/>
                    </a:ext>
                  </a:extLst>
                </p:cNvPr>
                <p:cNvSpPr/>
                <p:nvPr userDrawn="1"/>
              </p:nvSpPr>
              <p:spPr>
                <a:xfrm>
                  <a:off x="6817877" y="5054814"/>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reeform 9">
                  <a:extLst>
                    <a:ext uri="{FF2B5EF4-FFF2-40B4-BE49-F238E27FC236}">
                      <a16:creationId xmlns:a16="http://schemas.microsoft.com/office/drawing/2014/main" id="{7799EC38-2312-46EF-BE0B-F9D3013BB132}"/>
                    </a:ext>
                  </a:extLst>
                </p:cNvPr>
                <p:cNvSpPr>
                  <a:spLocks noEditPoints="1"/>
                </p:cNvSpPr>
                <p:nvPr userDrawn="1"/>
              </p:nvSpPr>
              <p:spPr bwMode="auto">
                <a:xfrm>
                  <a:off x="6953561" y="5195728"/>
                  <a:ext cx="242424" cy="231964"/>
                </a:xfrm>
                <a:custGeom>
                  <a:avLst/>
                  <a:gdLst>
                    <a:gd name="T0" fmla="*/ 288 w 288"/>
                    <a:gd name="T1" fmla="*/ 169 h 275"/>
                    <a:gd name="T2" fmla="*/ 288 w 288"/>
                    <a:gd name="T3" fmla="*/ 275 h 275"/>
                    <a:gd name="T4" fmla="*/ 226 w 288"/>
                    <a:gd name="T5" fmla="*/ 275 h 275"/>
                    <a:gd name="T6" fmla="*/ 226 w 288"/>
                    <a:gd name="T7" fmla="*/ 176 h 275"/>
                    <a:gd name="T8" fmla="*/ 195 w 288"/>
                    <a:gd name="T9" fmla="*/ 134 h 275"/>
                    <a:gd name="T10" fmla="*/ 163 w 288"/>
                    <a:gd name="T11" fmla="*/ 156 h 275"/>
                    <a:gd name="T12" fmla="*/ 161 w 288"/>
                    <a:gd name="T13" fmla="*/ 171 h 275"/>
                    <a:gd name="T14" fmla="*/ 161 w 288"/>
                    <a:gd name="T15" fmla="*/ 275 h 275"/>
                    <a:gd name="T16" fmla="*/ 100 w 288"/>
                    <a:gd name="T17" fmla="*/ 275 h 275"/>
                    <a:gd name="T18" fmla="*/ 100 w 288"/>
                    <a:gd name="T19" fmla="*/ 90 h 275"/>
                    <a:gd name="T20" fmla="*/ 161 w 288"/>
                    <a:gd name="T21" fmla="*/ 90 h 275"/>
                    <a:gd name="T22" fmla="*/ 161 w 288"/>
                    <a:gd name="T23" fmla="*/ 116 h 275"/>
                    <a:gd name="T24" fmla="*/ 161 w 288"/>
                    <a:gd name="T25" fmla="*/ 116 h 275"/>
                    <a:gd name="T26" fmla="*/ 161 w 288"/>
                    <a:gd name="T27" fmla="*/ 116 h 275"/>
                    <a:gd name="T28" fmla="*/ 161 w 288"/>
                    <a:gd name="T29" fmla="*/ 116 h 275"/>
                    <a:gd name="T30" fmla="*/ 217 w 288"/>
                    <a:gd name="T31" fmla="*/ 85 h 275"/>
                    <a:gd name="T32" fmla="*/ 288 w 288"/>
                    <a:gd name="T33" fmla="*/ 169 h 275"/>
                    <a:gd name="T34" fmla="*/ 35 w 288"/>
                    <a:gd name="T35" fmla="*/ 0 h 275"/>
                    <a:gd name="T36" fmla="*/ 0 w 288"/>
                    <a:gd name="T37" fmla="*/ 32 h 275"/>
                    <a:gd name="T38" fmla="*/ 34 w 288"/>
                    <a:gd name="T39" fmla="*/ 64 h 275"/>
                    <a:gd name="T40" fmla="*/ 35 w 288"/>
                    <a:gd name="T41" fmla="*/ 64 h 275"/>
                    <a:gd name="T42" fmla="*/ 69 w 288"/>
                    <a:gd name="T43" fmla="*/ 32 h 275"/>
                    <a:gd name="T44" fmla="*/ 35 w 288"/>
                    <a:gd name="T45" fmla="*/ 0 h 275"/>
                    <a:gd name="T46" fmla="*/ 4 w 288"/>
                    <a:gd name="T47" fmla="*/ 275 h 275"/>
                    <a:gd name="T48" fmla="*/ 65 w 288"/>
                    <a:gd name="T49" fmla="*/ 275 h 275"/>
                    <a:gd name="T50" fmla="*/ 65 w 288"/>
                    <a:gd name="T51" fmla="*/ 90 h 275"/>
                    <a:gd name="T52" fmla="*/ 4 w 288"/>
                    <a:gd name="T53" fmla="*/ 90 h 275"/>
                    <a:gd name="T54" fmla="*/ 4 w 288"/>
                    <a:gd name="T55" fmla="*/ 275 h 275"/>
                    <a:gd name="T56" fmla="*/ 4 w 288"/>
                    <a:gd name="T57" fmla="*/ 275 h 275"/>
                    <a:gd name="T58" fmla="*/ 4 w 288"/>
                    <a:gd name="T5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8" h="275">
                      <a:moveTo>
                        <a:pt x="288" y="169"/>
                      </a:moveTo>
                      <a:cubicBezTo>
                        <a:pt x="288" y="275"/>
                        <a:pt x="288" y="275"/>
                        <a:pt x="288" y="275"/>
                      </a:cubicBezTo>
                      <a:cubicBezTo>
                        <a:pt x="226" y="275"/>
                        <a:pt x="226" y="275"/>
                        <a:pt x="226" y="275"/>
                      </a:cubicBezTo>
                      <a:cubicBezTo>
                        <a:pt x="226" y="176"/>
                        <a:pt x="226" y="176"/>
                        <a:pt x="226" y="176"/>
                      </a:cubicBezTo>
                      <a:cubicBezTo>
                        <a:pt x="226" y="151"/>
                        <a:pt x="217" y="134"/>
                        <a:pt x="195" y="134"/>
                      </a:cubicBezTo>
                      <a:cubicBezTo>
                        <a:pt x="178" y="134"/>
                        <a:pt x="168" y="145"/>
                        <a:pt x="163" y="156"/>
                      </a:cubicBezTo>
                      <a:cubicBezTo>
                        <a:pt x="162" y="160"/>
                        <a:pt x="161" y="166"/>
                        <a:pt x="161" y="171"/>
                      </a:cubicBezTo>
                      <a:cubicBezTo>
                        <a:pt x="161" y="275"/>
                        <a:pt x="161" y="275"/>
                        <a:pt x="161" y="275"/>
                      </a:cubicBezTo>
                      <a:cubicBezTo>
                        <a:pt x="100" y="275"/>
                        <a:pt x="100" y="275"/>
                        <a:pt x="100" y="275"/>
                      </a:cubicBezTo>
                      <a:cubicBezTo>
                        <a:pt x="100" y="275"/>
                        <a:pt x="100" y="107"/>
                        <a:pt x="100" y="90"/>
                      </a:cubicBezTo>
                      <a:cubicBezTo>
                        <a:pt x="161" y="90"/>
                        <a:pt x="161" y="90"/>
                        <a:pt x="161" y="90"/>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9" y="103"/>
                        <a:pt x="184" y="85"/>
                        <a:pt x="217" y="85"/>
                      </a:cubicBezTo>
                      <a:cubicBezTo>
                        <a:pt x="258" y="85"/>
                        <a:pt x="288" y="112"/>
                        <a:pt x="288" y="169"/>
                      </a:cubicBezTo>
                      <a:close/>
                      <a:moveTo>
                        <a:pt x="35" y="0"/>
                      </a:moveTo>
                      <a:cubicBezTo>
                        <a:pt x="14" y="0"/>
                        <a:pt x="0" y="14"/>
                        <a:pt x="0" y="32"/>
                      </a:cubicBezTo>
                      <a:cubicBezTo>
                        <a:pt x="0" y="50"/>
                        <a:pt x="13" y="64"/>
                        <a:pt x="34" y="64"/>
                      </a:cubicBezTo>
                      <a:cubicBezTo>
                        <a:pt x="35" y="64"/>
                        <a:pt x="35" y="64"/>
                        <a:pt x="35" y="64"/>
                      </a:cubicBezTo>
                      <a:cubicBezTo>
                        <a:pt x="56" y="64"/>
                        <a:pt x="69" y="50"/>
                        <a:pt x="69" y="32"/>
                      </a:cubicBezTo>
                      <a:cubicBezTo>
                        <a:pt x="69" y="14"/>
                        <a:pt x="56" y="0"/>
                        <a:pt x="35" y="0"/>
                      </a:cubicBezTo>
                      <a:close/>
                      <a:moveTo>
                        <a:pt x="4" y="275"/>
                      </a:moveTo>
                      <a:cubicBezTo>
                        <a:pt x="65" y="275"/>
                        <a:pt x="65" y="275"/>
                        <a:pt x="65" y="275"/>
                      </a:cubicBezTo>
                      <a:cubicBezTo>
                        <a:pt x="65" y="90"/>
                        <a:pt x="65" y="90"/>
                        <a:pt x="65" y="90"/>
                      </a:cubicBezTo>
                      <a:cubicBezTo>
                        <a:pt x="4" y="90"/>
                        <a:pt x="4" y="90"/>
                        <a:pt x="4" y="90"/>
                      </a:cubicBezTo>
                      <a:lnTo>
                        <a:pt x="4" y="275"/>
                      </a:lnTo>
                      <a:close/>
                      <a:moveTo>
                        <a:pt x="4" y="275"/>
                      </a:moveTo>
                      <a:cubicBezTo>
                        <a:pt x="4" y="275"/>
                        <a:pt x="4" y="275"/>
                        <a:pt x="4" y="275"/>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20" name="TextBox 19">
                <a:extLst>
                  <a:ext uri="{FF2B5EF4-FFF2-40B4-BE49-F238E27FC236}">
                    <a16:creationId xmlns:a16="http://schemas.microsoft.com/office/drawing/2014/main" id="{C050F0C6-214B-4218-8BDA-9D07D7402F0E}"/>
                  </a:ext>
                </a:extLst>
              </p:cNvPr>
              <p:cNvSpPr txBox="1"/>
              <p:nvPr/>
            </p:nvSpPr>
            <p:spPr>
              <a:xfrm>
                <a:off x="10309016" y="5255430"/>
                <a:ext cx="152958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7">
                      <a:extLst>
                        <a:ext uri="{A12FA001-AC4F-418D-AE19-62706E023703}">
                          <ahyp:hlinkClr xmlns:ahyp="http://schemas.microsoft.com/office/drawing/2018/hyperlinkcolor" val="tx"/>
                        </a:ext>
                      </a:extLst>
                    </a:hlinkClick>
                  </a:rPr>
                  <a:t>Company/Alepo</a:t>
                </a:r>
                <a:endParaRPr kumimoji="0" lang="de-DE" sz="1400" b="0" i="0" u="none" strike="noStrike" kern="0" cap="none" spc="0" normalizeH="0" baseline="0" noProof="0">
                  <a:ln>
                    <a:noFill/>
                  </a:ln>
                  <a:solidFill>
                    <a:srgbClr val="1F3C88"/>
                  </a:solidFill>
                  <a:effectLst/>
                  <a:uLnTx/>
                  <a:uFillTx/>
                  <a:latin typeface="+mj-lt"/>
                </a:endParaRPr>
              </a:p>
            </p:txBody>
          </p:sp>
        </p:grpSp>
        <p:cxnSp>
          <p:nvCxnSpPr>
            <p:cNvPr id="22" name="Straight Connector 21">
              <a:extLst>
                <a:ext uri="{FF2B5EF4-FFF2-40B4-BE49-F238E27FC236}">
                  <a16:creationId xmlns:a16="http://schemas.microsoft.com/office/drawing/2014/main" id="{E3CBD09F-8BCC-432F-970F-ACFD07AFA1E3}"/>
                </a:ext>
              </a:extLst>
            </p:cNvPr>
            <p:cNvCxnSpPr>
              <a:cxnSpLocks/>
            </p:cNvCxnSpPr>
            <p:nvPr/>
          </p:nvCxnSpPr>
          <p:spPr>
            <a:xfrm>
              <a:off x="2946641" y="4622427"/>
              <a:ext cx="0" cy="1205556"/>
            </a:xfrm>
            <a:prstGeom prst="line">
              <a:avLst/>
            </a:prstGeom>
            <a:noFill/>
            <a:ln w="3175" cap="flat" cmpd="sng" algn="ctr">
              <a:solidFill>
                <a:schemeClr val="tx1">
                  <a:lumMod val="85000"/>
                </a:schemeClr>
              </a:solidFill>
              <a:prstDash val="solid"/>
              <a:miter lim="800000"/>
            </a:ln>
            <a:effectLst/>
          </p:spPr>
        </p:cxnSp>
      </p:grpSp>
    </p:spTree>
    <p:extLst>
      <p:ext uri="{BB962C8B-B14F-4D97-AF65-F5344CB8AC3E}">
        <p14:creationId xmlns:p14="http://schemas.microsoft.com/office/powerpoint/2010/main" val="40104691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Alepo Theme Colour">
      <a:dk1>
        <a:srgbClr val="141414"/>
      </a:dk1>
      <a:lt1>
        <a:srgbClr val="F2F2F2"/>
      </a:lt1>
      <a:dk2>
        <a:srgbClr val="141414"/>
      </a:dk2>
      <a:lt2>
        <a:srgbClr val="F2F2F2"/>
      </a:lt2>
      <a:accent1>
        <a:srgbClr val="1F3C88"/>
      </a:accent1>
      <a:accent2>
        <a:srgbClr val="FF3D57"/>
      </a:accent2>
      <a:accent3>
        <a:srgbClr val="27ABB8"/>
      </a:accent3>
      <a:accent4>
        <a:srgbClr val="2D6188"/>
      </a:accent4>
      <a:accent5>
        <a:srgbClr val="EFFAD2"/>
      </a:accent5>
      <a:accent6>
        <a:srgbClr val="D9E4DC"/>
      </a:accent6>
      <a:hlink>
        <a:srgbClr val="18C0FF"/>
      </a:hlink>
      <a:folHlink>
        <a:srgbClr val="FF3D57"/>
      </a:folHlink>
    </a:clrScheme>
    <a:fontScheme name="Alepo Theme Fonts">
      <a:majorFont>
        <a:latin typeface="Roboto"/>
        <a:ea typeface=""/>
        <a:cs typeface=""/>
      </a:majorFont>
      <a:minorFont>
        <a:latin typeface="Open Sa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91E19C5-75B4-4FAB-85A2-F5ADB60778AD}" vid="{521C37B3-3CA0-4DAB-BB83-DC4CB5B63568}"/>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723DC85BAB9642BD2EC165C6E48CDE" ma:contentTypeVersion="10" ma:contentTypeDescription="Create a new document." ma:contentTypeScope="" ma:versionID="905e7c36a3c44e568e85543341360346">
  <xsd:schema xmlns:xsd="http://www.w3.org/2001/XMLSchema" xmlns:xs="http://www.w3.org/2001/XMLSchema" xmlns:p="http://schemas.microsoft.com/office/2006/metadata/properties" xmlns:ns2="514e0404-bec7-4f00-8648-0e74d5985981" xmlns:ns3="53335f82-e798-4265-9d2c-db180b02b7e9" targetNamespace="http://schemas.microsoft.com/office/2006/metadata/properties" ma:root="true" ma:fieldsID="f5326e9a824904889c625e9b183fd896" ns2:_="" ns3:_="">
    <xsd:import namespace="514e0404-bec7-4f00-8648-0e74d5985981"/>
    <xsd:import namespace="53335f82-e798-4265-9d2c-db180b02b7e9"/>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4e0404-bec7-4f00-8648-0e74d598598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3335f82-e798-4265-9d2c-db180b02b7e9"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8921B9-697C-4A86-873D-FEFAC42BE8B1}">
  <ds:schemaRefs>
    <ds:schemaRef ds:uri="514e0404-bec7-4f00-8648-0e74d5985981"/>
    <ds:schemaRef ds:uri="53335f82-e798-4265-9d2c-db180b02b7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6F26B4-6B4D-47E0-B64C-65A1B686EFAA}">
  <ds:schemaRefs>
    <ds:schemaRef ds:uri="http://schemas.microsoft.com/sharepoint/v3/contenttype/forms"/>
  </ds:schemaRefs>
</ds:datastoreItem>
</file>

<file path=customXml/itemProps3.xml><?xml version="1.0" encoding="utf-8"?>
<ds:datastoreItem xmlns:ds="http://schemas.openxmlformats.org/officeDocument/2006/customXml" ds:itemID="{F674F369-EF14-410F-B3F5-A37D0905814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Alepo Brand Template</Template>
  <TotalTime>232</TotalTime>
  <Words>676</Words>
  <Application>Microsoft Office PowerPoint</Application>
  <PresentationFormat>Widescreen</PresentationFormat>
  <Paragraphs>114</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-apple-system</vt:lpstr>
      <vt:lpstr>Arial</vt:lpstr>
      <vt:lpstr>Calibri</vt:lpstr>
      <vt:lpstr>Calibri Light</vt:lpstr>
      <vt:lpstr>open sans</vt:lpstr>
      <vt:lpstr>open sans</vt:lpstr>
      <vt:lpstr>Roboto</vt:lpstr>
      <vt:lpstr>Vapor Trail</vt:lpstr>
      <vt:lpstr>Custom Design</vt:lpstr>
      <vt:lpstr>PowerPoint Presentation</vt:lpstr>
      <vt:lpstr>AGENDA</vt:lpstr>
      <vt:lpstr>Agenda</vt:lpstr>
      <vt:lpstr>Overview of Kubernetes</vt:lpstr>
      <vt:lpstr>Components of Kubernetes</vt:lpstr>
      <vt:lpstr>Diagram of a Kubernetes cluster with all the components  </vt:lpstr>
      <vt:lpstr>Kubernetes Key Commands</vt:lpstr>
      <vt:lpstr>Show &amp; Tell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ALEPO - &lt;Customer Name&gt; Kickoff Meeting</dc:title>
  <dc:creator>Smita Jain</dc:creator>
  <cp:lastModifiedBy>Soumita Sengupta</cp:lastModifiedBy>
  <cp:revision>1</cp:revision>
  <dcterms:created xsi:type="dcterms:W3CDTF">2019-07-25T12:04:12Z</dcterms:created>
  <dcterms:modified xsi:type="dcterms:W3CDTF">2021-09-08T11:44:38Z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0x01010031723DC85BAB9642BD2EC165C6E48CDE</vt:lpwstr>
  </property>
</Properties>
</file>